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7" r:id="rId2"/>
    <p:sldId id="258" r:id="rId3"/>
    <p:sldId id="259" r:id="rId4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68283A-C917-4F17-B5EA-ADD4AAFC14B2}" v="2" dt="2026-03-12T23:05:25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53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undo custSel modSld">
      <pc:chgData name="Mohammad Hemmati" userId="5e4c8864-b60e-4c33-9ab5-79becc45a124" providerId="ADAL" clId="{0AA367D0-20A9-4589-BF11-3BD43FA0EB4A}" dt="2026-03-12T23:05:25.001" v="121" actId="164"/>
      <pc:docMkLst>
        <pc:docMk/>
      </pc:docMkLst>
      <pc:sldChg chg="addSp modSp mod">
        <pc:chgData name="Mohammad Hemmati" userId="5e4c8864-b60e-4c33-9ab5-79becc45a124" providerId="ADAL" clId="{0AA367D0-20A9-4589-BF11-3BD43FA0EB4A}" dt="2026-03-12T23:05:25.001" v="121" actId="164"/>
        <pc:sldMkLst>
          <pc:docMk/>
          <pc:sldMk cId="3808844438" sldId="257"/>
        </pc:sldMkLst>
        <pc:spChg chg="add mod">
          <ac:chgData name="Mohammad Hemmati" userId="5e4c8864-b60e-4c33-9ab5-79becc45a124" providerId="ADAL" clId="{0AA367D0-20A9-4589-BF11-3BD43FA0EB4A}" dt="2026-03-12T23:05:25.001" v="121" actId="164"/>
          <ac:spMkLst>
            <pc:docMk/>
            <pc:sldMk cId="3808844438" sldId="257"/>
            <ac:spMk id="4" creationId="{EB952B2D-D909-5E28-8688-E52D8D5E94F3}"/>
          </ac:spMkLst>
        </pc:spChg>
        <pc:spChg chg="mod">
          <ac:chgData name="Mohammad Hemmati" userId="5e4c8864-b60e-4c33-9ab5-79becc45a124" providerId="ADAL" clId="{0AA367D0-20A9-4589-BF11-3BD43FA0EB4A}" dt="2026-03-12T23:05:25.001" v="121" actId="164"/>
          <ac:spMkLst>
            <pc:docMk/>
            <pc:sldMk cId="3808844438" sldId="257"/>
            <ac:spMk id="47" creationId="{2D6F1FB5-6C1D-266A-5A77-46716ADE0002}"/>
          </ac:spMkLst>
        </pc:spChg>
        <pc:spChg chg="mod">
          <ac:chgData name="Mohammad Hemmati" userId="5e4c8864-b60e-4c33-9ab5-79becc45a124" providerId="ADAL" clId="{0AA367D0-20A9-4589-BF11-3BD43FA0EB4A}" dt="2026-03-12T23:05:08.139" v="116" actId="403"/>
          <ac:spMkLst>
            <pc:docMk/>
            <pc:sldMk cId="3808844438" sldId="257"/>
            <ac:spMk id="48" creationId="{316B5940-4AE4-336B-9587-BF427F1052CE}"/>
          </ac:spMkLst>
        </pc:spChg>
        <pc:spChg chg="mod">
          <ac:chgData name="Mohammad Hemmati" userId="5e4c8864-b60e-4c33-9ab5-79becc45a124" providerId="ADAL" clId="{0AA367D0-20A9-4589-BF11-3BD43FA0EB4A}" dt="2026-03-12T23:05:25.001" v="121" actId="164"/>
          <ac:spMkLst>
            <pc:docMk/>
            <pc:sldMk cId="3808844438" sldId="257"/>
            <ac:spMk id="49" creationId="{64FF8F93-1D69-CBE6-FE86-03DFD056C74D}"/>
          </ac:spMkLst>
        </pc:spChg>
        <pc:spChg chg="mod">
          <ac:chgData name="Mohammad Hemmati" userId="5e4c8864-b60e-4c33-9ab5-79becc45a124" providerId="ADAL" clId="{0AA367D0-20A9-4589-BF11-3BD43FA0EB4A}" dt="2026-03-12T23:05:25.001" v="121" actId="164"/>
          <ac:spMkLst>
            <pc:docMk/>
            <pc:sldMk cId="3808844438" sldId="257"/>
            <ac:spMk id="50" creationId="{4DC7019A-F6C5-001B-C589-AC3B68DA7138}"/>
          </ac:spMkLst>
        </pc:spChg>
        <pc:spChg chg="mod">
          <ac:chgData name="Mohammad Hemmati" userId="5e4c8864-b60e-4c33-9ab5-79becc45a124" providerId="ADAL" clId="{0AA367D0-20A9-4589-BF11-3BD43FA0EB4A}" dt="2026-03-12T23:05:25.001" v="121" actId="164"/>
          <ac:spMkLst>
            <pc:docMk/>
            <pc:sldMk cId="3808844438" sldId="257"/>
            <ac:spMk id="51" creationId="{9AF3F7E2-F430-0014-66C9-BA6B34F5353B}"/>
          </ac:spMkLst>
        </pc:spChg>
        <pc:spChg chg="mod">
          <ac:chgData name="Mohammad Hemmati" userId="5e4c8864-b60e-4c33-9ab5-79becc45a124" providerId="ADAL" clId="{0AA367D0-20A9-4589-BF11-3BD43FA0EB4A}" dt="2026-03-12T23:05:25.001" v="121" actId="164"/>
          <ac:spMkLst>
            <pc:docMk/>
            <pc:sldMk cId="3808844438" sldId="257"/>
            <ac:spMk id="52" creationId="{957424BB-487C-34FA-8FB2-4C2DD889E1FA}"/>
          </ac:spMkLst>
        </pc:spChg>
        <pc:spChg chg="mod">
          <ac:chgData name="Mohammad Hemmati" userId="5e4c8864-b60e-4c33-9ab5-79becc45a124" providerId="ADAL" clId="{0AA367D0-20A9-4589-BF11-3BD43FA0EB4A}" dt="2026-03-12T23:02:40.812" v="110" actId="403"/>
          <ac:spMkLst>
            <pc:docMk/>
            <pc:sldMk cId="3808844438" sldId="257"/>
            <ac:spMk id="53" creationId="{9699CE5D-C0FC-1329-D936-5B7B47C54907}"/>
          </ac:spMkLst>
        </pc:spChg>
        <pc:spChg chg="mod">
          <ac:chgData name="Mohammad Hemmati" userId="5e4c8864-b60e-4c33-9ab5-79becc45a124" providerId="ADAL" clId="{0AA367D0-20A9-4589-BF11-3BD43FA0EB4A}" dt="2026-03-12T23:05:25.001" v="121" actId="164"/>
          <ac:spMkLst>
            <pc:docMk/>
            <pc:sldMk cId="3808844438" sldId="257"/>
            <ac:spMk id="55" creationId="{C55AA4CB-D987-0577-0DBD-4E8FA8FFD0F0}"/>
          </ac:spMkLst>
        </pc:spChg>
        <pc:spChg chg="mod">
          <ac:chgData name="Mohammad Hemmati" userId="5e4c8864-b60e-4c33-9ab5-79becc45a124" providerId="ADAL" clId="{0AA367D0-20A9-4589-BF11-3BD43FA0EB4A}" dt="2026-03-12T23:05:25.001" v="121" actId="164"/>
          <ac:spMkLst>
            <pc:docMk/>
            <pc:sldMk cId="3808844438" sldId="257"/>
            <ac:spMk id="56" creationId="{F9FA18F3-19CC-8736-663C-F3B48535A080}"/>
          </ac:spMkLst>
        </pc:spChg>
        <pc:spChg chg="mod">
          <ac:chgData name="Mohammad Hemmati" userId="5e4c8864-b60e-4c33-9ab5-79becc45a124" providerId="ADAL" clId="{0AA367D0-20A9-4589-BF11-3BD43FA0EB4A}" dt="2026-03-12T22:59:39.166" v="55" actId="403"/>
          <ac:spMkLst>
            <pc:docMk/>
            <pc:sldMk cId="3808844438" sldId="257"/>
            <ac:spMk id="58" creationId="{E2FC6E59-0A66-0ABB-C619-06F7779201DE}"/>
          </ac:spMkLst>
        </pc:spChg>
        <pc:spChg chg="mod">
          <ac:chgData name="Mohammad Hemmati" userId="5e4c8864-b60e-4c33-9ab5-79becc45a124" providerId="ADAL" clId="{0AA367D0-20A9-4589-BF11-3BD43FA0EB4A}" dt="2026-03-12T23:05:25.001" v="121" actId="164"/>
          <ac:spMkLst>
            <pc:docMk/>
            <pc:sldMk cId="3808844438" sldId="257"/>
            <ac:spMk id="59" creationId="{94006672-74A5-B712-D023-8A05FAB915DE}"/>
          </ac:spMkLst>
        </pc:spChg>
        <pc:spChg chg="mod">
          <ac:chgData name="Mohammad Hemmati" userId="5e4c8864-b60e-4c33-9ab5-79becc45a124" providerId="ADAL" clId="{0AA367D0-20A9-4589-BF11-3BD43FA0EB4A}" dt="2026-03-12T23:01:05.719" v="88" actId="403"/>
          <ac:spMkLst>
            <pc:docMk/>
            <pc:sldMk cId="3808844438" sldId="257"/>
            <ac:spMk id="60" creationId="{35ACCA73-7CB3-CFEB-B3C0-76D92DFEF2B2}"/>
          </ac:spMkLst>
        </pc:spChg>
        <pc:spChg chg="mod">
          <ac:chgData name="Mohammad Hemmati" userId="5e4c8864-b60e-4c33-9ab5-79becc45a124" providerId="ADAL" clId="{0AA367D0-20A9-4589-BF11-3BD43FA0EB4A}" dt="2026-03-12T23:00:06.131" v="62" actId="404"/>
          <ac:spMkLst>
            <pc:docMk/>
            <pc:sldMk cId="3808844438" sldId="257"/>
            <ac:spMk id="61" creationId="{1A71F475-59A3-1EC8-39C8-84978A772718}"/>
          </ac:spMkLst>
        </pc:spChg>
        <pc:spChg chg="mod">
          <ac:chgData name="Mohammad Hemmati" userId="5e4c8864-b60e-4c33-9ab5-79becc45a124" providerId="ADAL" clId="{0AA367D0-20A9-4589-BF11-3BD43FA0EB4A}" dt="2026-03-12T23:05:25.001" v="121" actId="164"/>
          <ac:spMkLst>
            <pc:docMk/>
            <pc:sldMk cId="3808844438" sldId="257"/>
            <ac:spMk id="62" creationId="{73108923-2A67-D1AB-05F6-3A7C7CC2D356}"/>
          </ac:spMkLst>
        </pc:spChg>
        <pc:spChg chg="mod">
          <ac:chgData name="Mohammad Hemmati" userId="5e4c8864-b60e-4c33-9ab5-79becc45a124" providerId="ADAL" clId="{0AA367D0-20A9-4589-BF11-3BD43FA0EB4A}" dt="2026-03-12T22:59:58.318" v="60" actId="403"/>
          <ac:spMkLst>
            <pc:docMk/>
            <pc:sldMk cId="3808844438" sldId="257"/>
            <ac:spMk id="63" creationId="{2A17AFD6-E76A-3DC5-7B3E-7C38D18DB503}"/>
          </ac:spMkLst>
        </pc:spChg>
        <pc:cxnChg chg="mod">
          <ac:chgData name="Mohammad Hemmati" userId="5e4c8864-b60e-4c33-9ab5-79becc45a124" providerId="ADAL" clId="{0AA367D0-20A9-4589-BF11-3BD43FA0EB4A}" dt="2026-03-12T23:04:59.136" v="112" actId="403"/>
          <ac:cxnSpMkLst>
            <pc:docMk/>
            <pc:sldMk cId="3808844438" sldId="257"/>
            <ac:cxnSpMk id="29" creationId="{9FDD4437-9EB1-B6CD-2563-A67FAE2FBB42}"/>
          </ac:cxnSpMkLst>
        </pc:cxnChg>
        <pc:cxnChg chg="mod">
          <ac:chgData name="Mohammad Hemmati" userId="5e4c8864-b60e-4c33-9ab5-79becc45a124" providerId="ADAL" clId="{0AA367D0-20A9-4589-BF11-3BD43FA0EB4A}" dt="2026-03-12T22:59:32.259" v="53" actId="692"/>
          <ac:cxnSpMkLst>
            <pc:docMk/>
            <pc:sldMk cId="3808844438" sldId="257"/>
            <ac:cxnSpMk id="33" creationId="{B7AE20A3-28C2-4C81-BBA5-D7B44967A986}"/>
          </ac:cxnSpMkLst>
        </pc:cxnChg>
        <pc:cxnChg chg="mod">
          <ac:chgData name="Mohammad Hemmati" userId="5e4c8864-b60e-4c33-9ab5-79becc45a124" providerId="ADAL" clId="{0AA367D0-20A9-4589-BF11-3BD43FA0EB4A}" dt="2026-03-12T23:02:21.697" v="104" actId="692"/>
          <ac:cxnSpMkLst>
            <pc:docMk/>
            <pc:sldMk cId="3808844438" sldId="257"/>
            <ac:cxnSpMk id="35" creationId="{80C54A11-C27D-96F5-ADED-3A6D9468A826}"/>
          </ac:cxnSpMkLst>
        </pc:cxnChg>
        <pc:cxnChg chg="mod">
          <ac:chgData name="Mohammad Hemmati" userId="5e4c8864-b60e-4c33-9ab5-79becc45a124" providerId="ADAL" clId="{0AA367D0-20A9-4589-BF11-3BD43FA0EB4A}" dt="2026-03-12T22:59:44.428" v="57" actId="692"/>
          <ac:cxnSpMkLst>
            <pc:docMk/>
            <pc:sldMk cId="3808844438" sldId="257"/>
            <ac:cxnSpMk id="37" creationId="{AF40A07F-1AB1-9DE6-701B-A5003D349F38}"/>
          </ac:cxnSpMkLst>
        </pc:cxnChg>
        <pc:cxnChg chg="mod">
          <ac:chgData name="Mohammad Hemmati" userId="5e4c8864-b60e-4c33-9ab5-79becc45a124" providerId="ADAL" clId="{0AA367D0-20A9-4589-BF11-3BD43FA0EB4A}" dt="2026-03-12T22:57:53.729" v="21" actId="14100"/>
          <ac:cxnSpMkLst>
            <pc:docMk/>
            <pc:sldMk cId="3808844438" sldId="257"/>
            <ac:cxnSpMk id="40" creationId="{2A45C001-4336-4C7C-4067-06587995B2BE}"/>
          </ac:cxnSpMkLst>
        </pc:cxnChg>
        <pc:cxnChg chg="mod">
          <ac:chgData name="Mohammad Hemmati" userId="5e4c8864-b60e-4c33-9ab5-79becc45a124" providerId="ADAL" clId="{0AA367D0-20A9-4589-BF11-3BD43FA0EB4A}" dt="2026-03-12T23:00:59.311" v="85" actId="692"/>
          <ac:cxnSpMkLst>
            <pc:docMk/>
            <pc:sldMk cId="3808844438" sldId="257"/>
            <ac:cxnSpMk id="43" creationId="{590F26BB-B67B-BD5F-58D7-F42C2980B4B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6AB3B-804D-4D52-8C22-B76816173966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57EAE-E9F4-4871-B9A7-EA47A88D9E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149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57EAE-E9F4-4871-B9A7-EA47A88D9E4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346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B2B6-6F5F-4F87-ADC0-36F5CCB6001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12EBA-85D0-4DA0-9817-1A49B9B7E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270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B2B6-6F5F-4F87-ADC0-36F5CCB6001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12EBA-85D0-4DA0-9817-1A49B9B7E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028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B2B6-6F5F-4F87-ADC0-36F5CCB6001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12EBA-85D0-4DA0-9817-1A49B9B7E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418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B2B6-6F5F-4F87-ADC0-36F5CCB6001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12EBA-85D0-4DA0-9817-1A49B9B7E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871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B2B6-6F5F-4F87-ADC0-36F5CCB6001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12EBA-85D0-4DA0-9817-1A49B9B7E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43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B2B6-6F5F-4F87-ADC0-36F5CCB6001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12EBA-85D0-4DA0-9817-1A49B9B7E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840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B2B6-6F5F-4F87-ADC0-36F5CCB6001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12EBA-85D0-4DA0-9817-1A49B9B7E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B2B6-6F5F-4F87-ADC0-36F5CCB6001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12EBA-85D0-4DA0-9817-1A49B9B7E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01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B2B6-6F5F-4F87-ADC0-36F5CCB6001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12EBA-85D0-4DA0-9817-1A49B9B7E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56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B2B6-6F5F-4F87-ADC0-36F5CCB6001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12EBA-85D0-4DA0-9817-1A49B9B7E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492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B2B6-6F5F-4F87-ADC0-36F5CCB6001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12EBA-85D0-4DA0-9817-1A49B9B7E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459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F7B2B6-6F5F-4F87-ADC0-36F5CCB6001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12EBA-85D0-4DA0-9817-1A49B9B7E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3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E0DA592-3917-2239-3070-1A908C78F69A}"/>
              </a:ext>
            </a:extLst>
          </p:cNvPr>
          <p:cNvGrpSpPr/>
          <p:nvPr/>
        </p:nvGrpSpPr>
        <p:grpSpPr>
          <a:xfrm>
            <a:off x="2598057" y="-583948"/>
            <a:ext cx="9150126" cy="12205662"/>
            <a:chOff x="2598057" y="-583948"/>
            <a:chExt cx="9150126" cy="1220566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60F5806-BEF2-8F3B-8A65-5BA52BB00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301230" y="1117925"/>
              <a:ext cx="4199140" cy="564328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D37BB26-1C15-4F40-28B5-35136A912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872411" y="-583948"/>
              <a:ext cx="3875772" cy="470040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24E196A-7BCA-A08D-0F65-AB53839C2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771147" y="5948959"/>
              <a:ext cx="4957272" cy="5672755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5D434F0-386B-F9AC-A4CC-8D9F02B89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598057" y="3208635"/>
              <a:ext cx="2519372" cy="2534548"/>
            </a:xfrm>
            <a:prstGeom prst="rect">
              <a:avLst/>
            </a:prstGeom>
          </p:spPr>
        </p:pic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3E7B14A-860A-E598-B31A-A84FEC8B301D}"/>
                </a:ext>
              </a:extLst>
            </p:cNvPr>
            <p:cNvCxnSpPr/>
            <p:nvPr/>
          </p:nvCxnSpPr>
          <p:spPr>
            <a:xfrm>
              <a:off x="4197427" y="4715219"/>
              <a:ext cx="1266939" cy="7271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571D15A-A80B-814C-9761-401A1F86DC04}"/>
                </a:ext>
              </a:extLst>
            </p:cNvPr>
            <p:cNvCxnSpPr>
              <a:cxnSpLocks/>
            </p:cNvCxnSpPr>
            <p:nvPr/>
          </p:nvCxnSpPr>
          <p:spPr>
            <a:xfrm>
              <a:off x="7321560" y="6210861"/>
              <a:ext cx="247028" cy="1313659"/>
            </a:xfrm>
            <a:prstGeom prst="line">
              <a:avLst/>
            </a:prstGeom>
            <a:ln w="63500">
              <a:headEnd type="stealth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90BEBE0-0F2E-4970-CB1B-DD83A9B0B8BC}"/>
                </a:ext>
              </a:extLst>
            </p:cNvPr>
            <p:cNvCxnSpPr>
              <a:cxnSpLocks/>
            </p:cNvCxnSpPr>
            <p:nvPr/>
          </p:nvCxnSpPr>
          <p:spPr>
            <a:xfrm>
              <a:off x="6274106" y="6235547"/>
              <a:ext cx="313981" cy="1288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DD4437-9EB1-B6CD-2563-A67FAE2FBB42}"/>
                </a:ext>
              </a:extLst>
            </p:cNvPr>
            <p:cNvCxnSpPr>
              <a:cxnSpLocks/>
              <a:endCxn id="47" idx="3"/>
            </p:cNvCxnSpPr>
            <p:nvPr/>
          </p:nvCxnSpPr>
          <p:spPr>
            <a:xfrm flipH="1" flipV="1">
              <a:off x="4315272" y="4660426"/>
              <a:ext cx="1296534" cy="54793"/>
            </a:xfrm>
            <a:prstGeom prst="line">
              <a:avLst/>
            </a:prstGeom>
            <a:ln w="34925"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FAC21B6-4831-4CBE-56DB-AF552C84B3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8087" y="1372293"/>
              <a:ext cx="1803238" cy="8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7AE20A3-28C2-4C81-BBA5-D7B44967A9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9706" y="3517979"/>
              <a:ext cx="1036423" cy="1158454"/>
            </a:xfrm>
            <a:prstGeom prst="line">
              <a:avLst/>
            </a:prstGeom>
            <a:ln w="44450">
              <a:head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0C54A11-C27D-96F5-ADED-3A6D9468A8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8966" y="6210861"/>
              <a:ext cx="857384" cy="809646"/>
            </a:xfrm>
            <a:prstGeom prst="line">
              <a:avLst/>
            </a:prstGeom>
            <a:ln w="76200">
              <a:headEnd type="stealth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F40A07F-1AB1-9DE6-701B-A5003D349F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4158" y="2327426"/>
              <a:ext cx="1410877" cy="1160572"/>
            </a:xfrm>
            <a:prstGeom prst="line">
              <a:avLst/>
            </a:prstGeom>
            <a:ln w="57150">
              <a:head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A45C001-4336-4C7C-4067-06587995B2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1230" y="3196530"/>
              <a:ext cx="997833" cy="668250"/>
            </a:xfrm>
            <a:prstGeom prst="line">
              <a:avLst/>
            </a:prstGeom>
            <a:ln w="34925"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90F26BB-B67B-BD5F-58D7-F42C2980B4B7}"/>
                </a:ext>
              </a:extLst>
            </p:cNvPr>
            <p:cNvCxnSpPr>
              <a:cxnSpLocks/>
            </p:cNvCxnSpPr>
            <p:nvPr/>
          </p:nvCxnSpPr>
          <p:spPr>
            <a:xfrm>
              <a:off x="7973563" y="5978940"/>
              <a:ext cx="1217845" cy="338459"/>
            </a:xfrm>
            <a:prstGeom prst="line">
              <a:avLst/>
            </a:prstGeom>
            <a:ln w="73025">
              <a:headEnd type="stealth" w="lg" len="lg"/>
              <a:tailEnd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D6F1FB5-6C1D-266A-5A77-46716ADE0002}"/>
                </a:ext>
              </a:extLst>
            </p:cNvPr>
            <p:cNvSpPr txBox="1"/>
            <p:nvPr/>
          </p:nvSpPr>
          <p:spPr>
            <a:xfrm>
              <a:off x="3610192" y="4475760"/>
              <a:ext cx="705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IE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16B5940-4AE4-336B-9587-BF427F1052CE}"/>
                </a:ext>
              </a:extLst>
            </p:cNvPr>
            <p:cNvSpPr txBox="1"/>
            <p:nvPr/>
          </p:nvSpPr>
          <p:spPr>
            <a:xfrm>
              <a:off x="7795290" y="8409920"/>
              <a:ext cx="705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FR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4FF8F93-1D69-CBE6-FE86-03DFD056C74D}"/>
                </a:ext>
              </a:extLst>
            </p:cNvPr>
            <p:cNvSpPr txBox="1"/>
            <p:nvPr/>
          </p:nvSpPr>
          <p:spPr>
            <a:xfrm>
              <a:off x="8716033" y="7216743"/>
              <a:ext cx="705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BE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DC7019A-F6C5-001B-C589-AC3B68DA7138}"/>
                </a:ext>
              </a:extLst>
            </p:cNvPr>
            <p:cNvSpPr txBox="1"/>
            <p:nvPr/>
          </p:nvSpPr>
          <p:spPr>
            <a:xfrm>
              <a:off x="9158357" y="6518110"/>
              <a:ext cx="705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NL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AF3F7E2-F430-0014-66C9-BA6B34F5353B}"/>
                </a:ext>
              </a:extLst>
            </p:cNvPr>
            <p:cNvSpPr txBox="1"/>
            <p:nvPr/>
          </p:nvSpPr>
          <p:spPr>
            <a:xfrm>
              <a:off x="8582485" y="3269733"/>
              <a:ext cx="705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DK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57424BB-487C-34FA-8FB2-4C2DD889E1FA}"/>
                </a:ext>
              </a:extLst>
            </p:cNvPr>
            <p:cNvSpPr txBox="1"/>
            <p:nvPr/>
          </p:nvSpPr>
          <p:spPr>
            <a:xfrm>
              <a:off x="8916660" y="1456756"/>
              <a:ext cx="705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NO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699CE5D-C0FC-1329-D936-5B7B47C54907}"/>
                </a:ext>
              </a:extLst>
            </p:cNvPr>
            <p:cNvSpPr txBox="1"/>
            <p:nvPr/>
          </p:nvSpPr>
          <p:spPr>
            <a:xfrm rot="4829055">
              <a:off x="7174269" y="6785933"/>
              <a:ext cx="58245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/>
                <a:t>2.5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55AA4CB-D987-0577-0DBD-4E8FA8FFD0F0}"/>
                </a:ext>
              </a:extLst>
            </p:cNvPr>
            <p:cNvSpPr txBox="1"/>
            <p:nvPr/>
          </p:nvSpPr>
          <p:spPr>
            <a:xfrm rot="503876">
              <a:off x="4747138" y="4535133"/>
              <a:ext cx="56080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/>
                <a:t>0.15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9FA18F3-19CC-8736-663C-F3B48535A080}"/>
                </a:ext>
              </a:extLst>
            </p:cNvPr>
            <p:cNvSpPr txBox="1"/>
            <p:nvPr/>
          </p:nvSpPr>
          <p:spPr>
            <a:xfrm rot="18872942">
              <a:off x="7216737" y="2748737"/>
              <a:ext cx="62883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/>
                <a:t>3.5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2FC6E59-0A66-0ABB-C619-06F7779201DE}"/>
                </a:ext>
              </a:extLst>
            </p:cNvPr>
            <p:cNvSpPr txBox="1"/>
            <p:nvPr/>
          </p:nvSpPr>
          <p:spPr>
            <a:xfrm rot="18872942">
              <a:off x="7731331" y="3889691"/>
              <a:ext cx="59467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/>
                <a:t>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4006672-74A5-B712-D023-8A05FAB915DE}"/>
                </a:ext>
              </a:extLst>
            </p:cNvPr>
            <p:cNvSpPr txBox="1"/>
            <p:nvPr/>
          </p:nvSpPr>
          <p:spPr>
            <a:xfrm rot="2706012">
              <a:off x="7906865" y="6387728"/>
              <a:ext cx="36773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/>
                <a:t>5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5ACCA73-7CB3-CFEB-B3C0-76D92DFEF2B2}"/>
                </a:ext>
              </a:extLst>
            </p:cNvPr>
            <p:cNvSpPr txBox="1"/>
            <p:nvPr/>
          </p:nvSpPr>
          <p:spPr>
            <a:xfrm rot="754193">
              <a:off x="8407586" y="5976465"/>
              <a:ext cx="46261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/>
                <a:t>4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A71F475-59A3-1EC8-39C8-84978A772718}"/>
                </a:ext>
              </a:extLst>
            </p:cNvPr>
            <p:cNvSpPr txBox="1"/>
            <p:nvPr/>
          </p:nvSpPr>
          <p:spPr>
            <a:xfrm rot="19719290">
              <a:off x="4579482" y="3335576"/>
              <a:ext cx="53823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/>
                <a:t>0.15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108923-2A67-D1AB-05F6-3A7C7CC2D356}"/>
                </a:ext>
              </a:extLst>
            </p:cNvPr>
            <p:cNvSpPr txBox="1"/>
            <p:nvPr/>
          </p:nvSpPr>
          <p:spPr>
            <a:xfrm rot="754193">
              <a:off x="6104037" y="6756240"/>
              <a:ext cx="70508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/>
                <a:t>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A17AFD6-E76A-3DC5-7B3E-7C38D18DB503}"/>
                </a:ext>
              </a:extLst>
            </p:cNvPr>
            <p:cNvSpPr txBox="1"/>
            <p:nvPr/>
          </p:nvSpPr>
          <p:spPr>
            <a:xfrm rot="20008664">
              <a:off x="7145689" y="1680583"/>
              <a:ext cx="49163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0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B952B2D-D909-5E28-8688-E52D8D5E94F3}"/>
                </a:ext>
              </a:extLst>
            </p:cNvPr>
            <p:cNvSpPr txBox="1"/>
            <p:nvPr/>
          </p:nvSpPr>
          <p:spPr>
            <a:xfrm rot="754193">
              <a:off x="4717681" y="5001058"/>
              <a:ext cx="462618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8844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744545-9914-F0DD-531C-B04D0DED8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68" y="1158325"/>
            <a:ext cx="10735064" cy="75073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C962F6-DA52-0D80-66B3-209A54413C7A}"/>
              </a:ext>
            </a:extLst>
          </p:cNvPr>
          <p:cNvSpPr txBox="1"/>
          <p:nvPr/>
        </p:nvSpPr>
        <p:spPr>
          <a:xfrm>
            <a:off x="140676" y="3657603"/>
            <a:ext cx="1167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237 GW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CBEA79-56E1-B4D8-DBBB-6F8DF217B41A}"/>
              </a:ext>
            </a:extLst>
          </p:cNvPr>
          <p:cNvSpPr txBox="1"/>
          <p:nvPr/>
        </p:nvSpPr>
        <p:spPr>
          <a:xfrm>
            <a:off x="253219" y="6482227"/>
            <a:ext cx="1167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72 GW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B888E-C77B-7F47-23A8-281609D58960}"/>
              </a:ext>
            </a:extLst>
          </p:cNvPr>
          <p:cNvSpPr txBox="1"/>
          <p:nvPr/>
        </p:nvSpPr>
        <p:spPr>
          <a:xfrm>
            <a:off x="253219" y="7431500"/>
            <a:ext cx="1167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30 GW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3D85BA-6F72-C826-AAEA-7831900A81D8}"/>
              </a:ext>
            </a:extLst>
          </p:cNvPr>
          <p:cNvSpPr txBox="1"/>
          <p:nvPr/>
        </p:nvSpPr>
        <p:spPr>
          <a:xfrm>
            <a:off x="10389690" y="1130189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25A086-7C64-9569-CD1B-A0B1201ED516}"/>
              </a:ext>
            </a:extLst>
          </p:cNvPr>
          <p:cNvSpPr txBox="1"/>
          <p:nvPr/>
        </p:nvSpPr>
        <p:spPr>
          <a:xfrm>
            <a:off x="10389688" y="2002693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A231B-89A7-24C3-0BA5-6CD1A015491D}"/>
              </a:ext>
            </a:extLst>
          </p:cNvPr>
          <p:cNvSpPr txBox="1"/>
          <p:nvPr/>
        </p:nvSpPr>
        <p:spPr>
          <a:xfrm>
            <a:off x="10426945" y="2440284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BA5A00-B0E8-1B16-9B87-7F085A700C39}"/>
              </a:ext>
            </a:extLst>
          </p:cNvPr>
          <p:cNvSpPr txBox="1"/>
          <p:nvPr/>
        </p:nvSpPr>
        <p:spPr>
          <a:xfrm>
            <a:off x="10389689" y="2737266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2EF235-DBC5-FB7D-5374-235C851DBCF0}"/>
              </a:ext>
            </a:extLst>
          </p:cNvPr>
          <p:cNvSpPr txBox="1"/>
          <p:nvPr/>
        </p:nvSpPr>
        <p:spPr>
          <a:xfrm>
            <a:off x="10421170" y="3117571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090E19-1C27-4E81-A9CA-D1EB481A6E13}"/>
              </a:ext>
            </a:extLst>
          </p:cNvPr>
          <p:cNvSpPr txBox="1"/>
          <p:nvPr/>
        </p:nvSpPr>
        <p:spPr>
          <a:xfrm>
            <a:off x="10357416" y="3385968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59E6A8-3048-69D2-D66B-F4F51F7CDB53}"/>
              </a:ext>
            </a:extLst>
          </p:cNvPr>
          <p:cNvSpPr txBox="1"/>
          <p:nvPr/>
        </p:nvSpPr>
        <p:spPr>
          <a:xfrm>
            <a:off x="10401599" y="3685804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A1A079-D08F-B64D-351B-ECF61D50427D}"/>
              </a:ext>
            </a:extLst>
          </p:cNvPr>
          <p:cNvSpPr txBox="1"/>
          <p:nvPr/>
        </p:nvSpPr>
        <p:spPr>
          <a:xfrm>
            <a:off x="10389690" y="3961038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9741D6-B482-6AF3-4237-C3848736E33B}"/>
              </a:ext>
            </a:extLst>
          </p:cNvPr>
          <p:cNvSpPr txBox="1"/>
          <p:nvPr/>
        </p:nvSpPr>
        <p:spPr>
          <a:xfrm>
            <a:off x="10411315" y="4210784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ABBBAA-784A-B88D-6EAE-51198D66471A}"/>
              </a:ext>
            </a:extLst>
          </p:cNvPr>
          <p:cNvSpPr txBox="1"/>
          <p:nvPr/>
        </p:nvSpPr>
        <p:spPr>
          <a:xfrm>
            <a:off x="10394163" y="4400473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4ACDB5-CCA2-73A0-89FC-23A5228BAE62}"/>
              </a:ext>
            </a:extLst>
          </p:cNvPr>
          <p:cNvSpPr txBox="1"/>
          <p:nvPr/>
        </p:nvSpPr>
        <p:spPr>
          <a:xfrm>
            <a:off x="10338555" y="4592280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E9C03B-366D-1D18-2B8E-09566DFC9C98}"/>
              </a:ext>
            </a:extLst>
          </p:cNvPr>
          <p:cNvSpPr txBox="1"/>
          <p:nvPr/>
        </p:nvSpPr>
        <p:spPr>
          <a:xfrm>
            <a:off x="10383627" y="4825406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26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693936-838E-D0F5-B029-5B00B468F27D}"/>
              </a:ext>
            </a:extLst>
          </p:cNvPr>
          <p:cNvSpPr txBox="1"/>
          <p:nvPr/>
        </p:nvSpPr>
        <p:spPr>
          <a:xfrm>
            <a:off x="10351353" y="5118014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72BE3D-EA47-B77B-45BD-CCC04FD7D9F9}"/>
              </a:ext>
            </a:extLst>
          </p:cNvPr>
          <p:cNvSpPr txBox="1"/>
          <p:nvPr/>
        </p:nvSpPr>
        <p:spPr>
          <a:xfrm>
            <a:off x="10351353" y="5390964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BFDE48-DBE9-5884-FFB0-6E01BA85813C}"/>
              </a:ext>
            </a:extLst>
          </p:cNvPr>
          <p:cNvSpPr txBox="1"/>
          <p:nvPr/>
        </p:nvSpPr>
        <p:spPr>
          <a:xfrm>
            <a:off x="10443104" y="5626017"/>
            <a:ext cx="719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F71F6A-B228-1693-5C88-0A381B519F4C}"/>
              </a:ext>
            </a:extLst>
          </p:cNvPr>
          <p:cNvSpPr txBox="1"/>
          <p:nvPr/>
        </p:nvSpPr>
        <p:spPr>
          <a:xfrm>
            <a:off x="10357416" y="5894172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4E6E46-9030-18D5-B1A0-5CED890A1674}"/>
              </a:ext>
            </a:extLst>
          </p:cNvPr>
          <p:cNvSpPr txBox="1"/>
          <p:nvPr/>
        </p:nvSpPr>
        <p:spPr>
          <a:xfrm>
            <a:off x="10426945" y="6116630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30C31C-EECD-0CBD-C04F-37AA4262529D}"/>
              </a:ext>
            </a:extLst>
          </p:cNvPr>
          <p:cNvSpPr txBox="1"/>
          <p:nvPr/>
        </p:nvSpPr>
        <p:spPr>
          <a:xfrm>
            <a:off x="10428190" y="6354212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13E03F-68D0-FC79-7620-F426B5B5931B}"/>
              </a:ext>
            </a:extLst>
          </p:cNvPr>
          <p:cNvSpPr txBox="1"/>
          <p:nvPr/>
        </p:nvSpPr>
        <p:spPr>
          <a:xfrm>
            <a:off x="10428191" y="6581385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C21516-7A4D-44EA-1D63-D806A9BCD0C6}"/>
              </a:ext>
            </a:extLst>
          </p:cNvPr>
          <p:cNvSpPr txBox="1"/>
          <p:nvPr/>
        </p:nvSpPr>
        <p:spPr>
          <a:xfrm>
            <a:off x="10417721" y="6810659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634A43-2F70-F9DE-BDAB-8FDB100E91FF}"/>
              </a:ext>
            </a:extLst>
          </p:cNvPr>
          <p:cNvSpPr txBox="1"/>
          <p:nvPr/>
        </p:nvSpPr>
        <p:spPr>
          <a:xfrm>
            <a:off x="10395916" y="7112788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22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49F235-0052-4BED-B061-DEA45FF42731}"/>
              </a:ext>
            </a:extLst>
          </p:cNvPr>
          <p:cNvSpPr txBox="1"/>
          <p:nvPr/>
        </p:nvSpPr>
        <p:spPr>
          <a:xfrm>
            <a:off x="10458281" y="7361127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D2C8F9-77E1-FEC9-EF85-AB790BB16DA2}"/>
              </a:ext>
            </a:extLst>
          </p:cNvPr>
          <p:cNvSpPr txBox="1"/>
          <p:nvPr/>
        </p:nvSpPr>
        <p:spPr>
          <a:xfrm>
            <a:off x="10486132" y="8275377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6913BF-D461-F979-386E-53FEA160E209}"/>
              </a:ext>
            </a:extLst>
          </p:cNvPr>
          <p:cNvSpPr txBox="1"/>
          <p:nvPr/>
        </p:nvSpPr>
        <p:spPr>
          <a:xfrm>
            <a:off x="10475374" y="8060028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784513-DD11-6356-8C9C-628D1556B34C}"/>
              </a:ext>
            </a:extLst>
          </p:cNvPr>
          <p:cNvSpPr txBox="1"/>
          <p:nvPr/>
        </p:nvSpPr>
        <p:spPr>
          <a:xfrm>
            <a:off x="10377220" y="7599268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0A1CAB-4BDB-CB3B-1CED-6B2B875E7C6C}"/>
              </a:ext>
            </a:extLst>
          </p:cNvPr>
          <p:cNvSpPr txBox="1"/>
          <p:nvPr/>
        </p:nvSpPr>
        <p:spPr>
          <a:xfrm>
            <a:off x="10457891" y="7817722"/>
            <a:ext cx="604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48528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4">
            <a:extLst>
              <a:ext uri="{FF2B5EF4-FFF2-40B4-BE49-F238E27FC236}">
                <a16:creationId xmlns:a16="http://schemas.microsoft.com/office/drawing/2014/main" id="{42B6B886-7B1C-248C-43D9-F4551F306648}"/>
              </a:ext>
            </a:extLst>
          </p:cNvPr>
          <p:cNvGrpSpPr/>
          <p:nvPr/>
        </p:nvGrpSpPr>
        <p:grpSpPr>
          <a:xfrm>
            <a:off x="6089094" y="0"/>
            <a:ext cx="6667706" cy="8334632"/>
            <a:chOff x="5862045" y="308919"/>
            <a:chExt cx="6667706" cy="833463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DF9EC47-9977-3FEB-0612-29498343772F}"/>
                </a:ext>
              </a:extLst>
            </p:cNvPr>
            <p:cNvSpPr/>
            <p:nvPr/>
          </p:nvSpPr>
          <p:spPr>
            <a:xfrm>
              <a:off x="5862045" y="308919"/>
              <a:ext cx="6667706" cy="8334632"/>
            </a:xfrm>
            <a:custGeom>
              <a:avLst/>
              <a:gdLst>
                <a:gd name="connsiteX0" fmla="*/ 0 w 6667706"/>
                <a:gd name="connsiteY0" fmla="*/ 8334632 h 8334632"/>
                <a:gd name="connsiteX1" fmla="*/ 6667706 w 6667706"/>
                <a:gd name="connsiteY1" fmla="*/ 8334632 h 8334632"/>
                <a:gd name="connsiteX2" fmla="*/ 6667706 w 6667706"/>
                <a:gd name="connsiteY2" fmla="*/ 0 h 8334632"/>
                <a:gd name="connsiteX3" fmla="*/ 0 w 6667706"/>
                <a:gd name="connsiteY3" fmla="*/ 0 h 833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706" h="8334632">
                  <a:moveTo>
                    <a:pt x="0" y="8334632"/>
                  </a:moveTo>
                  <a:lnTo>
                    <a:pt x="6667706" y="8334632"/>
                  </a:lnTo>
                  <a:lnTo>
                    <a:pt x="666770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57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8" name="Graphic 4">
              <a:extLst>
                <a:ext uri="{FF2B5EF4-FFF2-40B4-BE49-F238E27FC236}">
                  <a16:creationId xmlns:a16="http://schemas.microsoft.com/office/drawing/2014/main" id="{A05E2A81-E34C-07C1-9F04-E199817C88D3}"/>
                </a:ext>
              </a:extLst>
            </p:cNvPr>
            <p:cNvGrpSpPr/>
            <p:nvPr/>
          </p:nvGrpSpPr>
          <p:grpSpPr>
            <a:xfrm>
              <a:off x="7067672" y="976200"/>
              <a:ext cx="4060928" cy="6750541"/>
              <a:chOff x="7067672" y="976200"/>
              <a:chExt cx="4060928" cy="6750541"/>
            </a:xfrm>
          </p:grpSpPr>
          <p:grpSp>
            <p:nvGrpSpPr>
              <p:cNvPr id="9" name="Graphic 4">
                <a:extLst>
                  <a:ext uri="{FF2B5EF4-FFF2-40B4-BE49-F238E27FC236}">
                    <a16:creationId xmlns:a16="http://schemas.microsoft.com/office/drawing/2014/main" id="{E5776A26-6AFD-027F-8885-3F9B32233896}"/>
                  </a:ext>
                </a:extLst>
              </p:cNvPr>
              <p:cNvGrpSpPr/>
              <p:nvPr/>
            </p:nvGrpSpPr>
            <p:grpSpPr>
              <a:xfrm>
                <a:off x="7394124" y="1309074"/>
                <a:ext cx="3435361" cy="6417666"/>
                <a:chOff x="7394124" y="1309074"/>
                <a:chExt cx="3435361" cy="6417666"/>
              </a:xfrm>
            </p:grpSpPr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D824FC36-03DE-7B99-D91A-F353C7D5DE71}"/>
                    </a:ext>
                  </a:extLst>
                </p:cNvPr>
                <p:cNvSpPr/>
                <p:nvPr/>
              </p:nvSpPr>
              <p:spPr>
                <a:xfrm>
                  <a:off x="9247468" y="4304217"/>
                  <a:ext cx="645772" cy="776232"/>
                </a:xfrm>
                <a:custGeom>
                  <a:avLst/>
                  <a:gdLst>
                    <a:gd name="connsiteX0" fmla="*/ 223750 w 645772"/>
                    <a:gd name="connsiteY0" fmla="*/ 243 h 776232"/>
                    <a:gd name="connsiteX1" fmla="*/ 222373 w 645772"/>
                    <a:gd name="connsiteY1" fmla="*/ 1435 h 776232"/>
                    <a:gd name="connsiteX2" fmla="*/ 223704 w 645772"/>
                    <a:gd name="connsiteY2" fmla="*/ 1146 h 776232"/>
                    <a:gd name="connsiteX3" fmla="*/ 227663 w 645772"/>
                    <a:gd name="connsiteY3" fmla="*/ 11 h 776232"/>
                    <a:gd name="connsiteX4" fmla="*/ 230881 w 645772"/>
                    <a:gd name="connsiteY4" fmla="*/ 5602 h 776232"/>
                    <a:gd name="connsiteX5" fmla="*/ 231599 w 645772"/>
                    <a:gd name="connsiteY5" fmla="*/ 5637 h 776232"/>
                    <a:gd name="connsiteX6" fmla="*/ 234585 w 645772"/>
                    <a:gd name="connsiteY6" fmla="*/ 5834 h 776232"/>
                    <a:gd name="connsiteX7" fmla="*/ 237664 w 645772"/>
                    <a:gd name="connsiteY7" fmla="*/ 11946 h 776232"/>
                    <a:gd name="connsiteX8" fmla="*/ 243082 w 645772"/>
                    <a:gd name="connsiteY8" fmla="*/ 18012 h 776232"/>
                    <a:gd name="connsiteX9" fmla="*/ 244494 w 645772"/>
                    <a:gd name="connsiteY9" fmla="*/ 20038 h 776232"/>
                    <a:gd name="connsiteX10" fmla="*/ 245142 w 645772"/>
                    <a:gd name="connsiteY10" fmla="*/ 22364 h 776232"/>
                    <a:gd name="connsiteX11" fmla="*/ 258941 w 645772"/>
                    <a:gd name="connsiteY11" fmla="*/ 34866 h 776232"/>
                    <a:gd name="connsiteX12" fmla="*/ 261349 w 645772"/>
                    <a:gd name="connsiteY12" fmla="*/ 38999 h 776232"/>
                    <a:gd name="connsiteX13" fmla="*/ 270633 w 645772"/>
                    <a:gd name="connsiteY13" fmla="*/ 45157 h 776232"/>
                    <a:gd name="connsiteX14" fmla="*/ 271929 w 645772"/>
                    <a:gd name="connsiteY14" fmla="*/ 50540 h 776232"/>
                    <a:gd name="connsiteX15" fmla="*/ 270123 w 645772"/>
                    <a:gd name="connsiteY15" fmla="*/ 51339 h 776232"/>
                    <a:gd name="connsiteX16" fmla="*/ 274244 w 645772"/>
                    <a:gd name="connsiteY16" fmla="*/ 52022 h 776232"/>
                    <a:gd name="connsiteX17" fmla="*/ 273978 w 645772"/>
                    <a:gd name="connsiteY17" fmla="*/ 56270 h 776232"/>
                    <a:gd name="connsiteX18" fmla="*/ 276606 w 645772"/>
                    <a:gd name="connsiteY18" fmla="*/ 61931 h 776232"/>
                    <a:gd name="connsiteX19" fmla="*/ 275332 w 645772"/>
                    <a:gd name="connsiteY19" fmla="*/ 61942 h 776232"/>
                    <a:gd name="connsiteX20" fmla="*/ 282324 w 645772"/>
                    <a:gd name="connsiteY20" fmla="*/ 69270 h 776232"/>
                    <a:gd name="connsiteX21" fmla="*/ 282972 w 645772"/>
                    <a:gd name="connsiteY21" fmla="*/ 69941 h 776232"/>
                    <a:gd name="connsiteX22" fmla="*/ 284998 w 645772"/>
                    <a:gd name="connsiteY22" fmla="*/ 73831 h 776232"/>
                    <a:gd name="connsiteX23" fmla="*/ 283111 w 645772"/>
                    <a:gd name="connsiteY23" fmla="*/ 73229 h 776232"/>
                    <a:gd name="connsiteX24" fmla="*/ 285670 w 645772"/>
                    <a:gd name="connsiteY24" fmla="*/ 75787 h 776232"/>
                    <a:gd name="connsiteX25" fmla="*/ 294282 w 645772"/>
                    <a:gd name="connsiteY25" fmla="*/ 80846 h 776232"/>
                    <a:gd name="connsiteX26" fmla="*/ 297940 w 645772"/>
                    <a:gd name="connsiteY26" fmla="*/ 79410 h 776232"/>
                    <a:gd name="connsiteX27" fmla="*/ 301934 w 645772"/>
                    <a:gd name="connsiteY27" fmla="*/ 73125 h 776232"/>
                    <a:gd name="connsiteX28" fmla="*/ 303983 w 645772"/>
                    <a:gd name="connsiteY28" fmla="*/ 74699 h 776232"/>
                    <a:gd name="connsiteX29" fmla="*/ 310407 w 645772"/>
                    <a:gd name="connsiteY29" fmla="*/ 85383 h 776232"/>
                    <a:gd name="connsiteX30" fmla="*/ 308081 w 645772"/>
                    <a:gd name="connsiteY30" fmla="*/ 90419 h 776232"/>
                    <a:gd name="connsiteX31" fmla="*/ 303254 w 645772"/>
                    <a:gd name="connsiteY31" fmla="*/ 91229 h 776232"/>
                    <a:gd name="connsiteX32" fmla="*/ 305904 w 645772"/>
                    <a:gd name="connsiteY32" fmla="*/ 92040 h 776232"/>
                    <a:gd name="connsiteX33" fmla="*/ 309018 w 645772"/>
                    <a:gd name="connsiteY33" fmla="*/ 98881 h 776232"/>
                    <a:gd name="connsiteX34" fmla="*/ 317885 w 645772"/>
                    <a:gd name="connsiteY34" fmla="*/ 89678 h 776232"/>
                    <a:gd name="connsiteX35" fmla="*/ 321763 w 645772"/>
                    <a:gd name="connsiteY35" fmla="*/ 90280 h 776232"/>
                    <a:gd name="connsiteX36" fmla="*/ 325086 w 645772"/>
                    <a:gd name="connsiteY36" fmla="*/ 91519 h 776232"/>
                    <a:gd name="connsiteX37" fmla="*/ 326510 w 645772"/>
                    <a:gd name="connsiteY37" fmla="*/ 93325 h 776232"/>
                    <a:gd name="connsiteX38" fmla="*/ 334670 w 645772"/>
                    <a:gd name="connsiteY38" fmla="*/ 96901 h 776232"/>
                    <a:gd name="connsiteX39" fmla="*/ 337298 w 645772"/>
                    <a:gd name="connsiteY39" fmla="*/ 100293 h 776232"/>
                    <a:gd name="connsiteX40" fmla="*/ 343781 w 645772"/>
                    <a:gd name="connsiteY40" fmla="*/ 108651 h 776232"/>
                    <a:gd name="connsiteX41" fmla="*/ 349059 w 645772"/>
                    <a:gd name="connsiteY41" fmla="*/ 109971 h 776232"/>
                    <a:gd name="connsiteX42" fmla="*/ 347774 w 645772"/>
                    <a:gd name="connsiteY42" fmla="*/ 110526 h 776232"/>
                    <a:gd name="connsiteX43" fmla="*/ 352266 w 645772"/>
                    <a:gd name="connsiteY43" fmla="*/ 113247 h 776232"/>
                    <a:gd name="connsiteX44" fmla="*/ 348052 w 645772"/>
                    <a:gd name="connsiteY44" fmla="*/ 117368 h 776232"/>
                    <a:gd name="connsiteX45" fmla="*/ 350205 w 645772"/>
                    <a:gd name="connsiteY45" fmla="*/ 115643 h 776232"/>
                    <a:gd name="connsiteX46" fmla="*/ 354384 w 645772"/>
                    <a:gd name="connsiteY46" fmla="*/ 124151 h 776232"/>
                    <a:gd name="connsiteX47" fmla="*/ 356630 w 645772"/>
                    <a:gd name="connsiteY47" fmla="*/ 125309 h 776232"/>
                    <a:gd name="connsiteX48" fmla="*/ 356109 w 645772"/>
                    <a:gd name="connsiteY48" fmla="*/ 127265 h 776232"/>
                    <a:gd name="connsiteX49" fmla="*/ 359200 w 645772"/>
                    <a:gd name="connsiteY49" fmla="*/ 128527 h 776232"/>
                    <a:gd name="connsiteX50" fmla="*/ 359177 w 645772"/>
                    <a:gd name="connsiteY50" fmla="*/ 128550 h 776232"/>
                    <a:gd name="connsiteX51" fmla="*/ 354708 w 645772"/>
                    <a:gd name="connsiteY51" fmla="*/ 129684 h 776232"/>
                    <a:gd name="connsiteX52" fmla="*/ 352821 w 645772"/>
                    <a:gd name="connsiteY52" fmla="*/ 135195 h 776232"/>
                    <a:gd name="connsiteX53" fmla="*/ 356838 w 645772"/>
                    <a:gd name="connsiteY53" fmla="*/ 142869 h 776232"/>
                    <a:gd name="connsiteX54" fmla="*/ 359408 w 645772"/>
                    <a:gd name="connsiteY54" fmla="*/ 143703 h 776232"/>
                    <a:gd name="connsiteX55" fmla="*/ 359281 w 645772"/>
                    <a:gd name="connsiteY55" fmla="*/ 145509 h 776232"/>
                    <a:gd name="connsiteX56" fmla="*/ 359269 w 645772"/>
                    <a:gd name="connsiteY56" fmla="*/ 145532 h 776232"/>
                    <a:gd name="connsiteX57" fmla="*/ 359246 w 645772"/>
                    <a:gd name="connsiteY57" fmla="*/ 145960 h 776232"/>
                    <a:gd name="connsiteX58" fmla="*/ 362059 w 645772"/>
                    <a:gd name="connsiteY58" fmla="*/ 146435 h 776232"/>
                    <a:gd name="connsiteX59" fmla="*/ 359385 w 645772"/>
                    <a:gd name="connsiteY59" fmla="*/ 150694 h 776232"/>
                    <a:gd name="connsiteX60" fmla="*/ 361098 w 645772"/>
                    <a:gd name="connsiteY60" fmla="*/ 153693 h 776232"/>
                    <a:gd name="connsiteX61" fmla="*/ 360913 w 645772"/>
                    <a:gd name="connsiteY61" fmla="*/ 160303 h 776232"/>
                    <a:gd name="connsiteX62" fmla="*/ 362429 w 645772"/>
                    <a:gd name="connsiteY62" fmla="*/ 161264 h 776232"/>
                    <a:gd name="connsiteX63" fmla="*/ 362626 w 645772"/>
                    <a:gd name="connsiteY63" fmla="*/ 161553 h 776232"/>
                    <a:gd name="connsiteX64" fmla="*/ 363159 w 645772"/>
                    <a:gd name="connsiteY64" fmla="*/ 161738 h 776232"/>
                    <a:gd name="connsiteX65" fmla="*/ 367210 w 645772"/>
                    <a:gd name="connsiteY65" fmla="*/ 164319 h 776232"/>
                    <a:gd name="connsiteX66" fmla="*/ 368657 w 645772"/>
                    <a:gd name="connsiteY66" fmla="*/ 163636 h 776232"/>
                    <a:gd name="connsiteX67" fmla="*/ 368565 w 645772"/>
                    <a:gd name="connsiteY67" fmla="*/ 165292 h 776232"/>
                    <a:gd name="connsiteX68" fmla="*/ 368021 w 645772"/>
                    <a:gd name="connsiteY68" fmla="*/ 169031 h 776232"/>
                    <a:gd name="connsiteX69" fmla="*/ 368240 w 645772"/>
                    <a:gd name="connsiteY69" fmla="*/ 170570 h 776232"/>
                    <a:gd name="connsiteX70" fmla="*/ 367986 w 645772"/>
                    <a:gd name="connsiteY70" fmla="*/ 174969 h 776232"/>
                    <a:gd name="connsiteX71" fmla="*/ 367974 w 645772"/>
                    <a:gd name="connsiteY71" fmla="*/ 175027 h 776232"/>
                    <a:gd name="connsiteX72" fmla="*/ 369606 w 645772"/>
                    <a:gd name="connsiteY72" fmla="*/ 181533 h 776232"/>
                    <a:gd name="connsiteX73" fmla="*/ 368136 w 645772"/>
                    <a:gd name="connsiteY73" fmla="*/ 184450 h 776232"/>
                    <a:gd name="connsiteX74" fmla="*/ 370417 w 645772"/>
                    <a:gd name="connsiteY74" fmla="*/ 190551 h 776232"/>
                    <a:gd name="connsiteX75" fmla="*/ 368102 w 645772"/>
                    <a:gd name="connsiteY75" fmla="*/ 194336 h 776232"/>
                    <a:gd name="connsiteX76" fmla="*/ 370139 w 645772"/>
                    <a:gd name="connsiteY76" fmla="*/ 197832 h 776232"/>
                    <a:gd name="connsiteX77" fmla="*/ 374144 w 645772"/>
                    <a:gd name="connsiteY77" fmla="*/ 199799 h 776232"/>
                    <a:gd name="connsiteX78" fmla="*/ 372026 w 645772"/>
                    <a:gd name="connsiteY78" fmla="*/ 207312 h 776232"/>
                    <a:gd name="connsiteX79" fmla="*/ 373056 w 645772"/>
                    <a:gd name="connsiteY79" fmla="*/ 212730 h 776232"/>
                    <a:gd name="connsiteX80" fmla="*/ 368472 w 645772"/>
                    <a:gd name="connsiteY80" fmla="*/ 216364 h 776232"/>
                    <a:gd name="connsiteX81" fmla="*/ 367141 w 645772"/>
                    <a:gd name="connsiteY81" fmla="*/ 221111 h 776232"/>
                    <a:gd name="connsiteX82" fmla="*/ 362233 w 645772"/>
                    <a:gd name="connsiteY82" fmla="*/ 226760 h 776232"/>
                    <a:gd name="connsiteX83" fmla="*/ 358922 w 645772"/>
                    <a:gd name="connsiteY83" fmla="*/ 224931 h 776232"/>
                    <a:gd name="connsiteX84" fmla="*/ 360230 w 645772"/>
                    <a:gd name="connsiteY84" fmla="*/ 224364 h 776232"/>
                    <a:gd name="connsiteX85" fmla="*/ 360392 w 645772"/>
                    <a:gd name="connsiteY85" fmla="*/ 223380 h 776232"/>
                    <a:gd name="connsiteX86" fmla="*/ 359825 w 645772"/>
                    <a:gd name="connsiteY86" fmla="*/ 221099 h 776232"/>
                    <a:gd name="connsiteX87" fmla="*/ 362742 w 645772"/>
                    <a:gd name="connsiteY87" fmla="*/ 221076 h 776232"/>
                    <a:gd name="connsiteX88" fmla="*/ 359801 w 645772"/>
                    <a:gd name="connsiteY88" fmla="*/ 220844 h 776232"/>
                    <a:gd name="connsiteX89" fmla="*/ 359605 w 645772"/>
                    <a:gd name="connsiteY89" fmla="*/ 221134 h 776232"/>
                    <a:gd name="connsiteX90" fmla="*/ 360068 w 645772"/>
                    <a:gd name="connsiteY90" fmla="*/ 223634 h 776232"/>
                    <a:gd name="connsiteX91" fmla="*/ 358135 w 645772"/>
                    <a:gd name="connsiteY91" fmla="*/ 222870 h 776232"/>
                    <a:gd name="connsiteX92" fmla="*/ 358181 w 645772"/>
                    <a:gd name="connsiteY92" fmla="*/ 224236 h 776232"/>
                    <a:gd name="connsiteX93" fmla="*/ 361168 w 645772"/>
                    <a:gd name="connsiteY93" fmla="*/ 229839 h 776232"/>
                    <a:gd name="connsiteX94" fmla="*/ 361445 w 645772"/>
                    <a:gd name="connsiteY94" fmla="*/ 227234 h 776232"/>
                    <a:gd name="connsiteX95" fmla="*/ 363217 w 645772"/>
                    <a:gd name="connsiteY95" fmla="*/ 227466 h 776232"/>
                    <a:gd name="connsiteX96" fmla="*/ 364073 w 645772"/>
                    <a:gd name="connsiteY96" fmla="*/ 233393 h 776232"/>
                    <a:gd name="connsiteX97" fmla="*/ 370012 w 645772"/>
                    <a:gd name="connsiteY97" fmla="*/ 250189 h 776232"/>
                    <a:gd name="connsiteX98" fmla="*/ 372338 w 645772"/>
                    <a:gd name="connsiteY98" fmla="*/ 253616 h 776232"/>
                    <a:gd name="connsiteX99" fmla="*/ 374179 w 645772"/>
                    <a:gd name="connsiteY99" fmla="*/ 253512 h 776232"/>
                    <a:gd name="connsiteX100" fmla="*/ 375047 w 645772"/>
                    <a:gd name="connsiteY100" fmla="*/ 253755 h 776232"/>
                    <a:gd name="connsiteX101" fmla="*/ 372257 w 645772"/>
                    <a:gd name="connsiteY101" fmla="*/ 254681 h 776232"/>
                    <a:gd name="connsiteX102" fmla="*/ 368055 w 645772"/>
                    <a:gd name="connsiteY102" fmla="*/ 251358 h 776232"/>
                    <a:gd name="connsiteX103" fmla="*/ 368750 w 645772"/>
                    <a:gd name="connsiteY103" fmla="*/ 253512 h 776232"/>
                    <a:gd name="connsiteX104" fmla="*/ 363518 w 645772"/>
                    <a:gd name="connsiteY104" fmla="*/ 250629 h 776232"/>
                    <a:gd name="connsiteX105" fmla="*/ 362811 w 645772"/>
                    <a:gd name="connsiteY105" fmla="*/ 247492 h 776232"/>
                    <a:gd name="connsiteX106" fmla="*/ 360670 w 645772"/>
                    <a:gd name="connsiteY106" fmla="*/ 250849 h 776232"/>
                    <a:gd name="connsiteX107" fmla="*/ 357243 w 645772"/>
                    <a:gd name="connsiteY107" fmla="*/ 248545 h 776232"/>
                    <a:gd name="connsiteX108" fmla="*/ 360704 w 645772"/>
                    <a:gd name="connsiteY108" fmla="*/ 250977 h 776232"/>
                    <a:gd name="connsiteX109" fmla="*/ 362753 w 645772"/>
                    <a:gd name="connsiteY109" fmla="*/ 247758 h 776232"/>
                    <a:gd name="connsiteX110" fmla="*/ 363182 w 645772"/>
                    <a:gd name="connsiteY110" fmla="*/ 250745 h 776232"/>
                    <a:gd name="connsiteX111" fmla="*/ 371609 w 645772"/>
                    <a:gd name="connsiteY111" fmla="*/ 255850 h 776232"/>
                    <a:gd name="connsiteX112" fmla="*/ 375603 w 645772"/>
                    <a:gd name="connsiteY112" fmla="*/ 254090 h 776232"/>
                    <a:gd name="connsiteX113" fmla="*/ 383243 w 645772"/>
                    <a:gd name="connsiteY113" fmla="*/ 263942 h 776232"/>
                    <a:gd name="connsiteX114" fmla="*/ 383197 w 645772"/>
                    <a:gd name="connsiteY114" fmla="*/ 267507 h 776232"/>
                    <a:gd name="connsiteX115" fmla="*/ 383092 w 645772"/>
                    <a:gd name="connsiteY115" fmla="*/ 267611 h 776232"/>
                    <a:gd name="connsiteX116" fmla="*/ 383185 w 645772"/>
                    <a:gd name="connsiteY116" fmla="*/ 267727 h 776232"/>
                    <a:gd name="connsiteX117" fmla="*/ 383150 w 645772"/>
                    <a:gd name="connsiteY117" fmla="*/ 270042 h 776232"/>
                    <a:gd name="connsiteX118" fmla="*/ 380464 w 645772"/>
                    <a:gd name="connsiteY118" fmla="*/ 272473 h 776232"/>
                    <a:gd name="connsiteX119" fmla="*/ 376853 w 645772"/>
                    <a:gd name="connsiteY119" fmla="*/ 280668 h 776232"/>
                    <a:gd name="connsiteX120" fmla="*/ 376459 w 645772"/>
                    <a:gd name="connsiteY120" fmla="*/ 281571 h 776232"/>
                    <a:gd name="connsiteX121" fmla="*/ 375452 w 645772"/>
                    <a:gd name="connsiteY121" fmla="*/ 291272 h 776232"/>
                    <a:gd name="connsiteX122" fmla="*/ 375765 w 645772"/>
                    <a:gd name="connsiteY122" fmla="*/ 291237 h 776232"/>
                    <a:gd name="connsiteX123" fmla="*/ 376193 w 645772"/>
                    <a:gd name="connsiteY123" fmla="*/ 291191 h 776232"/>
                    <a:gd name="connsiteX124" fmla="*/ 381854 w 645772"/>
                    <a:gd name="connsiteY124" fmla="*/ 307733 h 776232"/>
                    <a:gd name="connsiteX125" fmla="*/ 391658 w 645772"/>
                    <a:gd name="connsiteY125" fmla="*/ 319483 h 776232"/>
                    <a:gd name="connsiteX126" fmla="*/ 390524 w 645772"/>
                    <a:gd name="connsiteY126" fmla="*/ 322978 h 776232"/>
                    <a:gd name="connsiteX127" fmla="*/ 392411 w 645772"/>
                    <a:gd name="connsiteY127" fmla="*/ 327343 h 776232"/>
                    <a:gd name="connsiteX128" fmla="*/ 392446 w 645772"/>
                    <a:gd name="connsiteY128" fmla="*/ 328222 h 776232"/>
                    <a:gd name="connsiteX129" fmla="*/ 393210 w 645772"/>
                    <a:gd name="connsiteY129" fmla="*/ 329218 h 776232"/>
                    <a:gd name="connsiteX130" fmla="*/ 394147 w 645772"/>
                    <a:gd name="connsiteY130" fmla="*/ 331382 h 776232"/>
                    <a:gd name="connsiteX131" fmla="*/ 396786 w 645772"/>
                    <a:gd name="connsiteY131" fmla="*/ 335966 h 776232"/>
                    <a:gd name="connsiteX132" fmla="*/ 399704 w 645772"/>
                    <a:gd name="connsiteY132" fmla="*/ 337564 h 776232"/>
                    <a:gd name="connsiteX133" fmla="*/ 399738 w 645772"/>
                    <a:gd name="connsiteY133" fmla="*/ 337610 h 776232"/>
                    <a:gd name="connsiteX134" fmla="*/ 398639 w 645772"/>
                    <a:gd name="connsiteY134" fmla="*/ 339798 h 776232"/>
                    <a:gd name="connsiteX135" fmla="*/ 400711 w 645772"/>
                    <a:gd name="connsiteY135" fmla="*/ 343988 h 776232"/>
                    <a:gd name="connsiteX136" fmla="*/ 396648 w 645772"/>
                    <a:gd name="connsiteY136" fmla="*/ 345169 h 776232"/>
                    <a:gd name="connsiteX137" fmla="*/ 396520 w 645772"/>
                    <a:gd name="connsiteY137" fmla="*/ 345158 h 776232"/>
                    <a:gd name="connsiteX138" fmla="*/ 396509 w 645772"/>
                    <a:gd name="connsiteY138" fmla="*/ 345204 h 776232"/>
                    <a:gd name="connsiteX139" fmla="*/ 396127 w 645772"/>
                    <a:gd name="connsiteY139" fmla="*/ 345308 h 776232"/>
                    <a:gd name="connsiteX140" fmla="*/ 396104 w 645772"/>
                    <a:gd name="connsiteY140" fmla="*/ 346420 h 776232"/>
                    <a:gd name="connsiteX141" fmla="*/ 395571 w 645772"/>
                    <a:gd name="connsiteY141" fmla="*/ 347971 h 776232"/>
                    <a:gd name="connsiteX142" fmla="*/ 396034 w 645772"/>
                    <a:gd name="connsiteY142" fmla="*/ 348469 h 776232"/>
                    <a:gd name="connsiteX143" fmla="*/ 395976 w 645772"/>
                    <a:gd name="connsiteY143" fmla="*/ 350263 h 776232"/>
                    <a:gd name="connsiteX144" fmla="*/ 394726 w 645772"/>
                    <a:gd name="connsiteY144" fmla="*/ 352543 h 776232"/>
                    <a:gd name="connsiteX145" fmla="*/ 393244 w 645772"/>
                    <a:gd name="connsiteY145" fmla="*/ 354743 h 776232"/>
                    <a:gd name="connsiteX146" fmla="*/ 393268 w 645772"/>
                    <a:gd name="connsiteY146" fmla="*/ 355206 h 776232"/>
                    <a:gd name="connsiteX147" fmla="*/ 392040 w 645772"/>
                    <a:gd name="connsiteY147" fmla="*/ 357463 h 776232"/>
                    <a:gd name="connsiteX148" fmla="*/ 387607 w 645772"/>
                    <a:gd name="connsiteY148" fmla="*/ 357671 h 776232"/>
                    <a:gd name="connsiteX149" fmla="*/ 386993 w 645772"/>
                    <a:gd name="connsiteY149" fmla="*/ 358134 h 776232"/>
                    <a:gd name="connsiteX150" fmla="*/ 392098 w 645772"/>
                    <a:gd name="connsiteY150" fmla="*/ 358713 h 776232"/>
                    <a:gd name="connsiteX151" fmla="*/ 393997 w 645772"/>
                    <a:gd name="connsiteY151" fmla="*/ 364987 h 776232"/>
                    <a:gd name="connsiteX152" fmla="*/ 394008 w 645772"/>
                    <a:gd name="connsiteY152" fmla="*/ 365288 h 776232"/>
                    <a:gd name="connsiteX153" fmla="*/ 394171 w 645772"/>
                    <a:gd name="connsiteY153" fmla="*/ 365578 h 776232"/>
                    <a:gd name="connsiteX154" fmla="*/ 395120 w 645772"/>
                    <a:gd name="connsiteY154" fmla="*/ 368703 h 776232"/>
                    <a:gd name="connsiteX155" fmla="*/ 398465 w 645772"/>
                    <a:gd name="connsiteY155" fmla="*/ 373519 h 776232"/>
                    <a:gd name="connsiteX156" fmla="*/ 398778 w 645772"/>
                    <a:gd name="connsiteY156" fmla="*/ 374109 h 776232"/>
                    <a:gd name="connsiteX157" fmla="*/ 398928 w 645772"/>
                    <a:gd name="connsiteY157" fmla="*/ 374202 h 776232"/>
                    <a:gd name="connsiteX158" fmla="*/ 401405 w 645772"/>
                    <a:gd name="connsiteY158" fmla="*/ 377767 h 776232"/>
                    <a:gd name="connsiteX159" fmla="*/ 393175 w 645772"/>
                    <a:gd name="connsiteY159" fmla="*/ 368668 h 776232"/>
                    <a:gd name="connsiteX160" fmla="*/ 393163 w 645772"/>
                    <a:gd name="connsiteY160" fmla="*/ 370359 h 776232"/>
                    <a:gd name="connsiteX161" fmla="*/ 389401 w 645772"/>
                    <a:gd name="connsiteY161" fmla="*/ 371331 h 776232"/>
                    <a:gd name="connsiteX162" fmla="*/ 382722 w 645772"/>
                    <a:gd name="connsiteY162" fmla="*/ 368043 h 776232"/>
                    <a:gd name="connsiteX163" fmla="*/ 389135 w 645772"/>
                    <a:gd name="connsiteY163" fmla="*/ 372187 h 776232"/>
                    <a:gd name="connsiteX164" fmla="*/ 380742 w 645772"/>
                    <a:gd name="connsiteY164" fmla="*/ 374051 h 776232"/>
                    <a:gd name="connsiteX165" fmla="*/ 380812 w 645772"/>
                    <a:gd name="connsiteY165" fmla="*/ 374433 h 776232"/>
                    <a:gd name="connsiteX166" fmla="*/ 386287 w 645772"/>
                    <a:gd name="connsiteY166" fmla="*/ 374352 h 776232"/>
                    <a:gd name="connsiteX167" fmla="*/ 385836 w 645772"/>
                    <a:gd name="connsiteY167" fmla="*/ 375359 h 776232"/>
                    <a:gd name="connsiteX168" fmla="*/ 388892 w 645772"/>
                    <a:gd name="connsiteY168" fmla="*/ 373669 h 776232"/>
                    <a:gd name="connsiteX169" fmla="*/ 391230 w 645772"/>
                    <a:gd name="connsiteY169" fmla="*/ 372465 h 776232"/>
                    <a:gd name="connsiteX170" fmla="*/ 395733 w 645772"/>
                    <a:gd name="connsiteY170" fmla="*/ 374468 h 776232"/>
                    <a:gd name="connsiteX171" fmla="*/ 399067 w 645772"/>
                    <a:gd name="connsiteY171" fmla="*/ 376968 h 776232"/>
                    <a:gd name="connsiteX172" fmla="*/ 401556 w 645772"/>
                    <a:gd name="connsiteY172" fmla="*/ 379446 h 776232"/>
                    <a:gd name="connsiteX173" fmla="*/ 401428 w 645772"/>
                    <a:gd name="connsiteY173" fmla="*/ 383798 h 776232"/>
                    <a:gd name="connsiteX174" fmla="*/ 402158 w 645772"/>
                    <a:gd name="connsiteY174" fmla="*/ 381240 h 776232"/>
                    <a:gd name="connsiteX175" fmla="*/ 403049 w 645772"/>
                    <a:gd name="connsiteY175" fmla="*/ 382918 h 776232"/>
                    <a:gd name="connsiteX176" fmla="*/ 401394 w 645772"/>
                    <a:gd name="connsiteY176" fmla="*/ 386380 h 776232"/>
                    <a:gd name="connsiteX177" fmla="*/ 401197 w 645772"/>
                    <a:gd name="connsiteY177" fmla="*/ 386796 h 776232"/>
                    <a:gd name="connsiteX178" fmla="*/ 402563 w 645772"/>
                    <a:gd name="connsiteY178" fmla="*/ 392816 h 776232"/>
                    <a:gd name="connsiteX179" fmla="*/ 406117 w 645772"/>
                    <a:gd name="connsiteY179" fmla="*/ 398002 h 776232"/>
                    <a:gd name="connsiteX180" fmla="*/ 408478 w 645772"/>
                    <a:gd name="connsiteY180" fmla="*/ 401683 h 776232"/>
                    <a:gd name="connsiteX181" fmla="*/ 408663 w 645772"/>
                    <a:gd name="connsiteY181" fmla="*/ 401717 h 776232"/>
                    <a:gd name="connsiteX182" fmla="*/ 409671 w 645772"/>
                    <a:gd name="connsiteY182" fmla="*/ 403199 h 776232"/>
                    <a:gd name="connsiteX183" fmla="*/ 408536 w 645772"/>
                    <a:gd name="connsiteY183" fmla="*/ 403547 h 776232"/>
                    <a:gd name="connsiteX184" fmla="*/ 408108 w 645772"/>
                    <a:gd name="connsiteY184" fmla="*/ 406313 h 776232"/>
                    <a:gd name="connsiteX185" fmla="*/ 408281 w 645772"/>
                    <a:gd name="connsiteY185" fmla="*/ 406336 h 776232"/>
                    <a:gd name="connsiteX186" fmla="*/ 408698 w 645772"/>
                    <a:gd name="connsiteY186" fmla="*/ 403720 h 776232"/>
                    <a:gd name="connsiteX187" fmla="*/ 409751 w 645772"/>
                    <a:gd name="connsiteY187" fmla="*/ 403350 h 776232"/>
                    <a:gd name="connsiteX188" fmla="*/ 410527 w 645772"/>
                    <a:gd name="connsiteY188" fmla="*/ 402736 h 776232"/>
                    <a:gd name="connsiteX189" fmla="*/ 411326 w 645772"/>
                    <a:gd name="connsiteY189" fmla="*/ 404357 h 776232"/>
                    <a:gd name="connsiteX190" fmla="*/ 411476 w 645772"/>
                    <a:gd name="connsiteY190" fmla="*/ 405757 h 776232"/>
                    <a:gd name="connsiteX191" fmla="*/ 412171 w 645772"/>
                    <a:gd name="connsiteY191" fmla="*/ 406070 h 776232"/>
                    <a:gd name="connsiteX192" fmla="*/ 413687 w 645772"/>
                    <a:gd name="connsiteY192" fmla="*/ 409103 h 776232"/>
                    <a:gd name="connsiteX193" fmla="*/ 413757 w 645772"/>
                    <a:gd name="connsiteY193" fmla="*/ 409253 h 776232"/>
                    <a:gd name="connsiteX194" fmla="*/ 415771 w 645772"/>
                    <a:gd name="connsiteY194" fmla="*/ 410677 h 776232"/>
                    <a:gd name="connsiteX195" fmla="*/ 415679 w 645772"/>
                    <a:gd name="connsiteY195" fmla="*/ 411291 h 776232"/>
                    <a:gd name="connsiteX196" fmla="*/ 416292 w 645772"/>
                    <a:gd name="connsiteY196" fmla="*/ 411036 h 776232"/>
                    <a:gd name="connsiteX197" fmla="*/ 417276 w 645772"/>
                    <a:gd name="connsiteY197" fmla="*/ 411731 h 776232"/>
                    <a:gd name="connsiteX198" fmla="*/ 416049 w 645772"/>
                    <a:gd name="connsiteY198" fmla="*/ 415227 h 776232"/>
                    <a:gd name="connsiteX199" fmla="*/ 417670 w 645772"/>
                    <a:gd name="connsiteY199" fmla="*/ 421373 h 776232"/>
                    <a:gd name="connsiteX200" fmla="*/ 419267 w 645772"/>
                    <a:gd name="connsiteY200" fmla="*/ 424534 h 776232"/>
                    <a:gd name="connsiteX201" fmla="*/ 421790 w 645772"/>
                    <a:gd name="connsiteY201" fmla="*/ 426814 h 776232"/>
                    <a:gd name="connsiteX202" fmla="*/ 421906 w 645772"/>
                    <a:gd name="connsiteY202" fmla="*/ 427011 h 776232"/>
                    <a:gd name="connsiteX203" fmla="*/ 422068 w 645772"/>
                    <a:gd name="connsiteY203" fmla="*/ 427069 h 776232"/>
                    <a:gd name="connsiteX204" fmla="*/ 424025 w 645772"/>
                    <a:gd name="connsiteY204" fmla="*/ 428828 h 776232"/>
                    <a:gd name="connsiteX205" fmla="*/ 424407 w 645772"/>
                    <a:gd name="connsiteY205" fmla="*/ 431062 h 776232"/>
                    <a:gd name="connsiteX206" fmla="*/ 424522 w 645772"/>
                    <a:gd name="connsiteY206" fmla="*/ 432544 h 776232"/>
                    <a:gd name="connsiteX207" fmla="*/ 424430 w 645772"/>
                    <a:gd name="connsiteY207" fmla="*/ 432764 h 776232"/>
                    <a:gd name="connsiteX208" fmla="*/ 424546 w 645772"/>
                    <a:gd name="connsiteY208" fmla="*/ 432822 h 776232"/>
                    <a:gd name="connsiteX209" fmla="*/ 424719 w 645772"/>
                    <a:gd name="connsiteY209" fmla="*/ 434940 h 776232"/>
                    <a:gd name="connsiteX210" fmla="*/ 428215 w 645772"/>
                    <a:gd name="connsiteY210" fmla="*/ 441770 h 776232"/>
                    <a:gd name="connsiteX211" fmla="*/ 433829 w 645772"/>
                    <a:gd name="connsiteY211" fmla="*/ 444213 h 776232"/>
                    <a:gd name="connsiteX212" fmla="*/ 432301 w 645772"/>
                    <a:gd name="connsiteY212" fmla="*/ 443854 h 776232"/>
                    <a:gd name="connsiteX213" fmla="*/ 429060 w 645772"/>
                    <a:gd name="connsiteY213" fmla="*/ 443032 h 776232"/>
                    <a:gd name="connsiteX214" fmla="*/ 429176 w 645772"/>
                    <a:gd name="connsiteY214" fmla="*/ 443842 h 776232"/>
                    <a:gd name="connsiteX215" fmla="*/ 429153 w 645772"/>
                    <a:gd name="connsiteY215" fmla="*/ 444386 h 776232"/>
                    <a:gd name="connsiteX216" fmla="*/ 424823 w 645772"/>
                    <a:gd name="connsiteY216" fmla="*/ 445104 h 776232"/>
                    <a:gd name="connsiteX217" fmla="*/ 421061 w 645772"/>
                    <a:gd name="connsiteY217" fmla="*/ 448820 h 776232"/>
                    <a:gd name="connsiteX218" fmla="*/ 417739 w 645772"/>
                    <a:gd name="connsiteY218" fmla="*/ 455105 h 776232"/>
                    <a:gd name="connsiteX219" fmla="*/ 418538 w 645772"/>
                    <a:gd name="connsiteY219" fmla="*/ 457004 h 776232"/>
                    <a:gd name="connsiteX220" fmla="*/ 415922 w 645772"/>
                    <a:gd name="connsiteY220" fmla="*/ 459666 h 776232"/>
                    <a:gd name="connsiteX221" fmla="*/ 410747 w 645772"/>
                    <a:gd name="connsiteY221" fmla="*/ 459365 h 776232"/>
                    <a:gd name="connsiteX222" fmla="*/ 411256 w 645772"/>
                    <a:gd name="connsiteY222" fmla="*/ 458254 h 776232"/>
                    <a:gd name="connsiteX223" fmla="*/ 407298 w 645772"/>
                    <a:gd name="connsiteY223" fmla="*/ 459933 h 776232"/>
                    <a:gd name="connsiteX224" fmla="*/ 400607 w 645772"/>
                    <a:gd name="connsiteY224" fmla="*/ 459817 h 776232"/>
                    <a:gd name="connsiteX225" fmla="*/ 399576 w 645772"/>
                    <a:gd name="connsiteY225" fmla="*/ 457617 h 776232"/>
                    <a:gd name="connsiteX226" fmla="*/ 400213 w 645772"/>
                    <a:gd name="connsiteY226" fmla="*/ 459412 h 776232"/>
                    <a:gd name="connsiteX227" fmla="*/ 400306 w 645772"/>
                    <a:gd name="connsiteY227" fmla="*/ 459701 h 776232"/>
                    <a:gd name="connsiteX228" fmla="*/ 393198 w 645772"/>
                    <a:gd name="connsiteY228" fmla="*/ 460627 h 776232"/>
                    <a:gd name="connsiteX229" fmla="*/ 390871 w 645772"/>
                    <a:gd name="connsiteY229" fmla="*/ 462479 h 776232"/>
                    <a:gd name="connsiteX230" fmla="*/ 390802 w 645772"/>
                    <a:gd name="connsiteY230" fmla="*/ 462537 h 776232"/>
                    <a:gd name="connsiteX231" fmla="*/ 389413 w 645772"/>
                    <a:gd name="connsiteY231" fmla="*/ 466369 h 776232"/>
                    <a:gd name="connsiteX232" fmla="*/ 387526 w 645772"/>
                    <a:gd name="connsiteY232" fmla="*/ 474912 h 776232"/>
                    <a:gd name="connsiteX233" fmla="*/ 383046 w 645772"/>
                    <a:gd name="connsiteY233" fmla="*/ 476706 h 776232"/>
                    <a:gd name="connsiteX234" fmla="*/ 379157 w 645772"/>
                    <a:gd name="connsiteY234" fmla="*/ 474044 h 776232"/>
                    <a:gd name="connsiteX235" fmla="*/ 375174 w 645772"/>
                    <a:gd name="connsiteY235" fmla="*/ 473384 h 776232"/>
                    <a:gd name="connsiteX236" fmla="*/ 374017 w 645772"/>
                    <a:gd name="connsiteY236" fmla="*/ 473187 h 776232"/>
                    <a:gd name="connsiteX237" fmla="*/ 373392 w 645772"/>
                    <a:gd name="connsiteY237" fmla="*/ 472516 h 776232"/>
                    <a:gd name="connsiteX238" fmla="*/ 371517 w 645772"/>
                    <a:gd name="connsiteY238" fmla="*/ 470467 h 776232"/>
                    <a:gd name="connsiteX239" fmla="*/ 368808 w 645772"/>
                    <a:gd name="connsiteY239" fmla="*/ 470293 h 776232"/>
                    <a:gd name="connsiteX240" fmla="*/ 365265 w 645772"/>
                    <a:gd name="connsiteY240" fmla="*/ 471879 h 776232"/>
                    <a:gd name="connsiteX241" fmla="*/ 365647 w 645772"/>
                    <a:gd name="connsiteY241" fmla="*/ 472412 h 776232"/>
                    <a:gd name="connsiteX242" fmla="*/ 367477 w 645772"/>
                    <a:gd name="connsiteY242" fmla="*/ 471717 h 776232"/>
                    <a:gd name="connsiteX243" fmla="*/ 369421 w 645772"/>
                    <a:gd name="connsiteY243" fmla="*/ 470976 h 776232"/>
                    <a:gd name="connsiteX244" fmla="*/ 369456 w 645772"/>
                    <a:gd name="connsiteY244" fmla="*/ 470953 h 776232"/>
                    <a:gd name="connsiteX245" fmla="*/ 369479 w 645772"/>
                    <a:gd name="connsiteY245" fmla="*/ 470965 h 776232"/>
                    <a:gd name="connsiteX246" fmla="*/ 374572 w 645772"/>
                    <a:gd name="connsiteY246" fmla="*/ 474541 h 776232"/>
                    <a:gd name="connsiteX247" fmla="*/ 377420 w 645772"/>
                    <a:gd name="connsiteY247" fmla="*/ 474483 h 776232"/>
                    <a:gd name="connsiteX248" fmla="*/ 378219 w 645772"/>
                    <a:gd name="connsiteY248" fmla="*/ 474461 h 776232"/>
                    <a:gd name="connsiteX249" fmla="*/ 379805 w 645772"/>
                    <a:gd name="connsiteY249" fmla="*/ 475641 h 776232"/>
                    <a:gd name="connsiteX250" fmla="*/ 381518 w 645772"/>
                    <a:gd name="connsiteY250" fmla="*/ 476903 h 776232"/>
                    <a:gd name="connsiteX251" fmla="*/ 383590 w 645772"/>
                    <a:gd name="connsiteY251" fmla="*/ 477864 h 776232"/>
                    <a:gd name="connsiteX252" fmla="*/ 388394 w 645772"/>
                    <a:gd name="connsiteY252" fmla="*/ 476289 h 776232"/>
                    <a:gd name="connsiteX253" fmla="*/ 389679 w 645772"/>
                    <a:gd name="connsiteY253" fmla="*/ 473789 h 776232"/>
                    <a:gd name="connsiteX254" fmla="*/ 389748 w 645772"/>
                    <a:gd name="connsiteY254" fmla="*/ 473662 h 776232"/>
                    <a:gd name="connsiteX255" fmla="*/ 390779 w 645772"/>
                    <a:gd name="connsiteY255" fmla="*/ 465871 h 776232"/>
                    <a:gd name="connsiteX256" fmla="*/ 390987 w 645772"/>
                    <a:gd name="connsiteY256" fmla="*/ 464378 h 776232"/>
                    <a:gd name="connsiteX257" fmla="*/ 391091 w 645772"/>
                    <a:gd name="connsiteY257" fmla="*/ 464297 h 776232"/>
                    <a:gd name="connsiteX258" fmla="*/ 394668 w 645772"/>
                    <a:gd name="connsiteY258" fmla="*/ 461599 h 776232"/>
                    <a:gd name="connsiteX259" fmla="*/ 399056 w 645772"/>
                    <a:gd name="connsiteY259" fmla="*/ 461276 h 776232"/>
                    <a:gd name="connsiteX260" fmla="*/ 407529 w 645772"/>
                    <a:gd name="connsiteY260" fmla="*/ 461333 h 776232"/>
                    <a:gd name="connsiteX261" fmla="*/ 410585 w 645772"/>
                    <a:gd name="connsiteY261" fmla="*/ 461090 h 776232"/>
                    <a:gd name="connsiteX262" fmla="*/ 411256 w 645772"/>
                    <a:gd name="connsiteY262" fmla="*/ 464621 h 776232"/>
                    <a:gd name="connsiteX263" fmla="*/ 410909 w 645772"/>
                    <a:gd name="connsiteY263" fmla="*/ 464957 h 776232"/>
                    <a:gd name="connsiteX264" fmla="*/ 411291 w 645772"/>
                    <a:gd name="connsiteY264" fmla="*/ 464829 h 776232"/>
                    <a:gd name="connsiteX265" fmla="*/ 413236 w 645772"/>
                    <a:gd name="connsiteY265" fmla="*/ 465246 h 776232"/>
                    <a:gd name="connsiteX266" fmla="*/ 411534 w 645772"/>
                    <a:gd name="connsiteY266" fmla="*/ 464679 h 776232"/>
                    <a:gd name="connsiteX267" fmla="*/ 410759 w 645772"/>
                    <a:gd name="connsiteY267" fmla="*/ 461148 h 776232"/>
                    <a:gd name="connsiteX268" fmla="*/ 413155 w 645772"/>
                    <a:gd name="connsiteY268" fmla="*/ 462502 h 776232"/>
                    <a:gd name="connsiteX269" fmla="*/ 418445 w 645772"/>
                    <a:gd name="connsiteY269" fmla="*/ 461530 h 776232"/>
                    <a:gd name="connsiteX270" fmla="*/ 420274 w 645772"/>
                    <a:gd name="connsiteY270" fmla="*/ 456935 h 776232"/>
                    <a:gd name="connsiteX271" fmla="*/ 421501 w 645772"/>
                    <a:gd name="connsiteY271" fmla="*/ 450603 h 776232"/>
                    <a:gd name="connsiteX272" fmla="*/ 425113 w 645772"/>
                    <a:gd name="connsiteY272" fmla="*/ 448577 h 776232"/>
                    <a:gd name="connsiteX273" fmla="*/ 426872 w 645772"/>
                    <a:gd name="connsiteY273" fmla="*/ 448067 h 776232"/>
                    <a:gd name="connsiteX274" fmla="*/ 428655 w 645772"/>
                    <a:gd name="connsiteY274" fmla="*/ 450927 h 776232"/>
                    <a:gd name="connsiteX275" fmla="*/ 430808 w 645772"/>
                    <a:gd name="connsiteY275" fmla="*/ 449190 h 776232"/>
                    <a:gd name="connsiteX276" fmla="*/ 430889 w 645772"/>
                    <a:gd name="connsiteY276" fmla="*/ 449445 h 776232"/>
                    <a:gd name="connsiteX277" fmla="*/ 430125 w 645772"/>
                    <a:gd name="connsiteY277" fmla="*/ 450139 h 776232"/>
                    <a:gd name="connsiteX278" fmla="*/ 431294 w 645772"/>
                    <a:gd name="connsiteY278" fmla="*/ 453485 h 776232"/>
                    <a:gd name="connsiteX279" fmla="*/ 437256 w 645772"/>
                    <a:gd name="connsiteY279" fmla="*/ 459724 h 776232"/>
                    <a:gd name="connsiteX280" fmla="*/ 441388 w 645772"/>
                    <a:gd name="connsiteY280" fmla="*/ 461090 h 776232"/>
                    <a:gd name="connsiteX281" fmla="*/ 441574 w 645772"/>
                    <a:gd name="connsiteY281" fmla="*/ 462167 h 776232"/>
                    <a:gd name="connsiteX282" fmla="*/ 441527 w 645772"/>
                    <a:gd name="connsiteY282" fmla="*/ 464343 h 776232"/>
                    <a:gd name="connsiteX283" fmla="*/ 442997 w 645772"/>
                    <a:gd name="connsiteY283" fmla="*/ 465454 h 776232"/>
                    <a:gd name="connsiteX284" fmla="*/ 448404 w 645772"/>
                    <a:gd name="connsiteY284" fmla="*/ 469541 h 776232"/>
                    <a:gd name="connsiteX285" fmla="*/ 449827 w 645772"/>
                    <a:gd name="connsiteY285" fmla="*/ 473129 h 776232"/>
                    <a:gd name="connsiteX286" fmla="*/ 450626 w 645772"/>
                    <a:gd name="connsiteY286" fmla="*/ 476104 h 776232"/>
                    <a:gd name="connsiteX287" fmla="*/ 450638 w 645772"/>
                    <a:gd name="connsiteY287" fmla="*/ 478477 h 776232"/>
                    <a:gd name="connsiteX288" fmla="*/ 447454 w 645772"/>
                    <a:gd name="connsiteY288" fmla="*/ 485550 h 776232"/>
                    <a:gd name="connsiteX289" fmla="*/ 447454 w 645772"/>
                    <a:gd name="connsiteY289" fmla="*/ 485596 h 776232"/>
                    <a:gd name="connsiteX290" fmla="*/ 447269 w 645772"/>
                    <a:gd name="connsiteY290" fmla="*/ 488907 h 776232"/>
                    <a:gd name="connsiteX291" fmla="*/ 446794 w 645772"/>
                    <a:gd name="connsiteY291" fmla="*/ 489208 h 776232"/>
                    <a:gd name="connsiteX292" fmla="*/ 447084 w 645772"/>
                    <a:gd name="connsiteY292" fmla="*/ 492264 h 776232"/>
                    <a:gd name="connsiteX293" fmla="*/ 447037 w 645772"/>
                    <a:gd name="connsiteY293" fmla="*/ 493190 h 776232"/>
                    <a:gd name="connsiteX294" fmla="*/ 447385 w 645772"/>
                    <a:gd name="connsiteY294" fmla="*/ 495413 h 776232"/>
                    <a:gd name="connsiteX295" fmla="*/ 447477 w 645772"/>
                    <a:gd name="connsiteY295" fmla="*/ 496385 h 776232"/>
                    <a:gd name="connsiteX296" fmla="*/ 447547 w 645772"/>
                    <a:gd name="connsiteY296" fmla="*/ 496420 h 776232"/>
                    <a:gd name="connsiteX297" fmla="*/ 447802 w 645772"/>
                    <a:gd name="connsiteY297" fmla="*/ 497994 h 776232"/>
                    <a:gd name="connsiteX298" fmla="*/ 448426 w 645772"/>
                    <a:gd name="connsiteY298" fmla="*/ 498156 h 776232"/>
                    <a:gd name="connsiteX299" fmla="*/ 448404 w 645772"/>
                    <a:gd name="connsiteY299" fmla="*/ 498261 h 776232"/>
                    <a:gd name="connsiteX300" fmla="*/ 447755 w 645772"/>
                    <a:gd name="connsiteY300" fmla="*/ 498121 h 776232"/>
                    <a:gd name="connsiteX301" fmla="*/ 448276 w 645772"/>
                    <a:gd name="connsiteY301" fmla="*/ 499106 h 776232"/>
                    <a:gd name="connsiteX302" fmla="*/ 448125 w 645772"/>
                    <a:gd name="connsiteY302" fmla="*/ 499997 h 776232"/>
                    <a:gd name="connsiteX303" fmla="*/ 448334 w 645772"/>
                    <a:gd name="connsiteY303" fmla="*/ 500714 h 776232"/>
                    <a:gd name="connsiteX304" fmla="*/ 446945 w 645772"/>
                    <a:gd name="connsiteY304" fmla="*/ 501305 h 776232"/>
                    <a:gd name="connsiteX305" fmla="*/ 446389 w 645772"/>
                    <a:gd name="connsiteY305" fmla="*/ 499881 h 776232"/>
                    <a:gd name="connsiteX306" fmla="*/ 445243 w 645772"/>
                    <a:gd name="connsiteY306" fmla="*/ 504639 h 776232"/>
                    <a:gd name="connsiteX307" fmla="*/ 442997 w 645772"/>
                    <a:gd name="connsiteY307" fmla="*/ 505159 h 776232"/>
                    <a:gd name="connsiteX308" fmla="*/ 441180 w 645772"/>
                    <a:gd name="connsiteY308" fmla="*/ 505576 h 776232"/>
                    <a:gd name="connsiteX309" fmla="*/ 438610 w 645772"/>
                    <a:gd name="connsiteY309" fmla="*/ 504523 h 776232"/>
                    <a:gd name="connsiteX310" fmla="*/ 436804 w 645772"/>
                    <a:gd name="connsiteY310" fmla="*/ 501050 h 776232"/>
                    <a:gd name="connsiteX311" fmla="*/ 433702 w 645772"/>
                    <a:gd name="connsiteY311" fmla="*/ 503261 h 776232"/>
                    <a:gd name="connsiteX312" fmla="*/ 430692 w 645772"/>
                    <a:gd name="connsiteY312" fmla="*/ 501386 h 776232"/>
                    <a:gd name="connsiteX313" fmla="*/ 425703 w 645772"/>
                    <a:gd name="connsiteY313" fmla="*/ 501884 h 776232"/>
                    <a:gd name="connsiteX314" fmla="*/ 418862 w 645772"/>
                    <a:gd name="connsiteY314" fmla="*/ 505646 h 776232"/>
                    <a:gd name="connsiteX315" fmla="*/ 415667 w 645772"/>
                    <a:gd name="connsiteY315" fmla="*/ 509072 h 776232"/>
                    <a:gd name="connsiteX316" fmla="*/ 415898 w 645772"/>
                    <a:gd name="connsiteY316" fmla="*/ 509408 h 776232"/>
                    <a:gd name="connsiteX317" fmla="*/ 417600 w 645772"/>
                    <a:gd name="connsiteY317" fmla="*/ 507683 h 776232"/>
                    <a:gd name="connsiteX318" fmla="*/ 419128 w 645772"/>
                    <a:gd name="connsiteY318" fmla="*/ 506178 h 776232"/>
                    <a:gd name="connsiteX319" fmla="*/ 421883 w 645772"/>
                    <a:gd name="connsiteY319" fmla="*/ 504940 h 776232"/>
                    <a:gd name="connsiteX320" fmla="*/ 428122 w 645772"/>
                    <a:gd name="connsiteY320" fmla="*/ 501988 h 776232"/>
                    <a:gd name="connsiteX321" fmla="*/ 433424 w 645772"/>
                    <a:gd name="connsiteY321" fmla="*/ 503805 h 776232"/>
                    <a:gd name="connsiteX322" fmla="*/ 436978 w 645772"/>
                    <a:gd name="connsiteY322" fmla="*/ 501826 h 776232"/>
                    <a:gd name="connsiteX323" fmla="*/ 438124 w 645772"/>
                    <a:gd name="connsiteY323" fmla="*/ 504812 h 776232"/>
                    <a:gd name="connsiteX324" fmla="*/ 441227 w 645772"/>
                    <a:gd name="connsiteY324" fmla="*/ 505970 h 776232"/>
                    <a:gd name="connsiteX325" fmla="*/ 442997 w 645772"/>
                    <a:gd name="connsiteY325" fmla="*/ 505924 h 776232"/>
                    <a:gd name="connsiteX326" fmla="*/ 444896 w 645772"/>
                    <a:gd name="connsiteY326" fmla="*/ 505866 h 776232"/>
                    <a:gd name="connsiteX327" fmla="*/ 448531 w 645772"/>
                    <a:gd name="connsiteY327" fmla="*/ 501340 h 776232"/>
                    <a:gd name="connsiteX328" fmla="*/ 449063 w 645772"/>
                    <a:gd name="connsiteY328" fmla="*/ 503134 h 776232"/>
                    <a:gd name="connsiteX329" fmla="*/ 449550 w 645772"/>
                    <a:gd name="connsiteY329" fmla="*/ 502520 h 776232"/>
                    <a:gd name="connsiteX330" fmla="*/ 449908 w 645772"/>
                    <a:gd name="connsiteY330" fmla="*/ 502949 h 776232"/>
                    <a:gd name="connsiteX331" fmla="*/ 449434 w 645772"/>
                    <a:gd name="connsiteY331" fmla="*/ 503840 h 776232"/>
                    <a:gd name="connsiteX332" fmla="*/ 450441 w 645772"/>
                    <a:gd name="connsiteY332" fmla="*/ 505333 h 776232"/>
                    <a:gd name="connsiteX333" fmla="*/ 452270 w 645772"/>
                    <a:gd name="connsiteY333" fmla="*/ 508019 h 776232"/>
                    <a:gd name="connsiteX334" fmla="*/ 450742 w 645772"/>
                    <a:gd name="connsiteY334" fmla="*/ 507000 h 776232"/>
                    <a:gd name="connsiteX335" fmla="*/ 451899 w 645772"/>
                    <a:gd name="connsiteY335" fmla="*/ 508343 h 776232"/>
                    <a:gd name="connsiteX336" fmla="*/ 448484 w 645772"/>
                    <a:gd name="connsiteY336" fmla="*/ 512499 h 776232"/>
                    <a:gd name="connsiteX337" fmla="*/ 449793 w 645772"/>
                    <a:gd name="connsiteY337" fmla="*/ 519896 h 776232"/>
                    <a:gd name="connsiteX338" fmla="*/ 453508 w 645772"/>
                    <a:gd name="connsiteY338" fmla="*/ 534609 h 776232"/>
                    <a:gd name="connsiteX339" fmla="*/ 453520 w 645772"/>
                    <a:gd name="connsiteY339" fmla="*/ 534643 h 776232"/>
                    <a:gd name="connsiteX340" fmla="*/ 457502 w 645772"/>
                    <a:gd name="connsiteY340" fmla="*/ 544251 h 776232"/>
                    <a:gd name="connsiteX341" fmla="*/ 459609 w 645772"/>
                    <a:gd name="connsiteY341" fmla="*/ 547308 h 776232"/>
                    <a:gd name="connsiteX342" fmla="*/ 462723 w 645772"/>
                    <a:gd name="connsiteY342" fmla="*/ 548095 h 776232"/>
                    <a:gd name="connsiteX343" fmla="*/ 459771 w 645772"/>
                    <a:gd name="connsiteY343" fmla="*/ 547875 h 776232"/>
                    <a:gd name="connsiteX344" fmla="*/ 461403 w 645772"/>
                    <a:gd name="connsiteY344" fmla="*/ 549680 h 776232"/>
                    <a:gd name="connsiteX345" fmla="*/ 462422 w 645772"/>
                    <a:gd name="connsiteY345" fmla="*/ 548558 h 776232"/>
                    <a:gd name="connsiteX346" fmla="*/ 462364 w 645772"/>
                    <a:gd name="connsiteY346" fmla="*/ 548673 h 776232"/>
                    <a:gd name="connsiteX347" fmla="*/ 461021 w 645772"/>
                    <a:gd name="connsiteY347" fmla="*/ 550838 h 776232"/>
                    <a:gd name="connsiteX348" fmla="*/ 461090 w 645772"/>
                    <a:gd name="connsiteY348" fmla="*/ 551012 h 776232"/>
                    <a:gd name="connsiteX349" fmla="*/ 460987 w 645772"/>
                    <a:gd name="connsiteY349" fmla="*/ 551197 h 776232"/>
                    <a:gd name="connsiteX350" fmla="*/ 463510 w 645772"/>
                    <a:gd name="connsiteY350" fmla="*/ 557448 h 776232"/>
                    <a:gd name="connsiteX351" fmla="*/ 465605 w 645772"/>
                    <a:gd name="connsiteY351" fmla="*/ 563224 h 776232"/>
                    <a:gd name="connsiteX352" fmla="*/ 466057 w 645772"/>
                    <a:gd name="connsiteY352" fmla="*/ 568132 h 776232"/>
                    <a:gd name="connsiteX353" fmla="*/ 466925 w 645772"/>
                    <a:gd name="connsiteY353" fmla="*/ 580762 h 776232"/>
                    <a:gd name="connsiteX354" fmla="*/ 470722 w 645772"/>
                    <a:gd name="connsiteY354" fmla="*/ 589096 h 776232"/>
                    <a:gd name="connsiteX355" fmla="*/ 471706 w 645772"/>
                    <a:gd name="connsiteY355" fmla="*/ 590346 h 776232"/>
                    <a:gd name="connsiteX356" fmla="*/ 472794 w 645772"/>
                    <a:gd name="connsiteY356" fmla="*/ 593044 h 776232"/>
                    <a:gd name="connsiteX357" fmla="*/ 473141 w 645772"/>
                    <a:gd name="connsiteY357" fmla="*/ 593530 h 776232"/>
                    <a:gd name="connsiteX358" fmla="*/ 476463 w 645772"/>
                    <a:gd name="connsiteY358" fmla="*/ 597790 h 776232"/>
                    <a:gd name="connsiteX359" fmla="*/ 490076 w 645772"/>
                    <a:gd name="connsiteY359" fmla="*/ 615212 h 776232"/>
                    <a:gd name="connsiteX360" fmla="*/ 490181 w 645772"/>
                    <a:gd name="connsiteY360" fmla="*/ 615350 h 776232"/>
                    <a:gd name="connsiteX361" fmla="*/ 489984 w 645772"/>
                    <a:gd name="connsiteY361" fmla="*/ 615524 h 776232"/>
                    <a:gd name="connsiteX362" fmla="*/ 489752 w 645772"/>
                    <a:gd name="connsiteY362" fmla="*/ 615408 h 776232"/>
                    <a:gd name="connsiteX363" fmla="*/ 488815 w 645772"/>
                    <a:gd name="connsiteY363" fmla="*/ 614945 h 776232"/>
                    <a:gd name="connsiteX364" fmla="*/ 489648 w 645772"/>
                    <a:gd name="connsiteY364" fmla="*/ 615478 h 776232"/>
                    <a:gd name="connsiteX365" fmla="*/ 489868 w 645772"/>
                    <a:gd name="connsiteY365" fmla="*/ 615617 h 776232"/>
                    <a:gd name="connsiteX366" fmla="*/ 501155 w 645772"/>
                    <a:gd name="connsiteY366" fmla="*/ 623349 h 776232"/>
                    <a:gd name="connsiteX367" fmla="*/ 511156 w 645772"/>
                    <a:gd name="connsiteY367" fmla="*/ 628315 h 776232"/>
                    <a:gd name="connsiteX368" fmla="*/ 512881 w 645772"/>
                    <a:gd name="connsiteY368" fmla="*/ 630272 h 776232"/>
                    <a:gd name="connsiteX369" fmla="*/ 513390 w 645772"/>
                    <a:gd name="connsiteY369" fmla="*/ 632425 h 776232"/>
                    <a:gd name="connsiteX370" fmla="*/ 513506 w 645772"/>
                    <a:gd name="connsiteY370" fmla="*/ 633154 h 776232"/>
                    <a:gd name="connsiteX371" fmla="*/ 513309 w 645772"/>
                    <a:gd name="connsiteY371" fmla="*/ 632923 h 776232"/>
                    <a:gd name="connsiteX372" fmla="*/ 512476 w 645772"/>
                    <a:gd name="connsiteY372" fmla="*/ 631615 h 776232"/>
                    <a:gd name="connsiteX373" fmla="*/ 509836 w 645772"/>
                    <a:gd name="connsiteY373" fmla="*/ 632425 h 776232"/>
                    <a:gd name="connsiteX374" fmla="*/ 509790 w 645772"/>
                    <a:gd name="connsiteY374" fmla="*/ 632436 h 776232"/>
                    <a:gd name="connsiteX375" fmla="*/ 507961 w 645772"/>
                    <a:gd name="connsiteY375" fmla="*/ 630422 h 776232"/>
                    <a:gd name="connsiteX376" fmla="*/ 509455 w 645772"/>
                    <a:gd name="connsiteY376" fmla="*/ 629959 h 776232"/>
                    <a:gd name="connsiteX377" fmla="*/ 507058 w 645772"/>
                    <a:gd name="connsiteY377" fmla="*/ 628234 h 776232"/>
                    <a:gd name="connsiteX378" fmla="*/ 505866 w 645772"/>
                    <a:gd name="connsiteY378" fmla="*/ 629380 h 776232"/>
                    <a:gd name="connsiteX379" fmla="*/ 508899 w 645772"/>
                    <a:gd name="connsiteY379" fmla="*/ 632089 h 776232"/>
                    <a:gd name="connsiteX380" fmla="*/ 506040 w 645772"/>
                    <a:gd name="connsiteY380" fmla="*/ 633027 h 776232"/>
                    <a:gd name="connsiteX381" fmla="*/ 506688 w 645772"/>
                    <a:gd name="connsiteY381" fmla="*/ 634277 h 776232"/>
                    <a:gd name="connsiteX382" fmla="*/ 506538 w 645772"/>
                    <a:gd name="connsiteY382" fmla="*/ 634578 h 776232"/>
                    <a:gd name="connsiteX383" fmla="*/ 505380 w 645772"/>
                    <a:gd name="connsiteY383" fmla="*/ 633362 h 776232"/>
                    <a:gd name="connsiteX384" fmla="*/ 505148 w 645772"/>
                    <a:gd name="connsiteY384" fmla="*/ 636627 h 776232"/>
                    <a:gd name="connsiteX385" fmla="*/ 505785 w 645772"/>
                    <a:gd name="connsiteY385" fmla="*/ 636152 h 776232"/>
                    <a:gd name="connsiteX386" fmla="*/ 505530 w 645772"/>
                    <a:gd name="connsiteY386" fmla="*/ 636696 h 776232"/>
                    <a:gd name="connsiteX387" fmla="*/ 505091 w 645772"/>
                    <a:gd name="connsiteY387" fmla="*/ 637148 h 776232"/>
                    <a:gd name="connsiteX388" fmla="*/ 505252 w 645772"/>
                    <a:gd name="connsiteY388" fmla="*/ 640586 h 776232"/>
                    <a:gd name="connsiteX389" fmla="*/ 513066 w 645772"/>
                    <a:gd name="connsiteY389" fmla="*/ 655727 h 776232"/>
                    <a:gd name="connsiteX390" fmla="*/ 516979 w 645772"/>
                    <a:gd name="connsiteY390" fmla="*/ 659223 h 776232"/>
                    <a:gd name="connsiteX391" fmla="*/ 519178 w 645772"/>
                    <a:gd name="connsiteY391" fmla="*/ 658772 h 776232"/>
                    <a:gd name="connsiteX392" fmla="*/ 519282 w 645772"/>
                    <a:gd name="connsiteY392" fmla="*/ 658783 h 776232"/>
                    <a:gd name="connsiteX393" fmla="*/ 515624 w 645772"/>
                    <a:gd name="connsiteY393" fmla="*/ 661191 h 776232"/>
                    <a:gd name="connsiteX394" fmla="*/ 516041 w 645772"/>
                    <a:gd name="connsiteY394" fmla="*/ 664235 h 776232"/>
                    <a:gd name="connsiteX395" fmla="*/ 514235 w 645772"/>
                    <a:gd name="connsiteY395" fmla="*/ 667615 h 776232"/>
                    <a:gd name="connsiteX396" fmla="*/ 516308 w 645772"/>
                    <a:gd name="connsiteY396" fmla="*/ 667071 h 776232"/>
                    <a:gd name="connsiteX397" fmla="*/ 516678 w 645772"/>
                    <a:gd name="connsiteY397" fmla="*/ 667291 h 776232"/>
                    <a:gd name="connsiteX398" fmla="*/ 518542 w 645772"/>
                    <a:gd name="connsiteY398" fmla="*/ 666504 h 776232"/>
                    <a:gd name="connsiteX399" fmla="*/ 516238 w 645772"/>
                    <a:gd name="connsiteY399" fmla="*/ 668021 h 776232"/>
                    <a:gd name="connsiteX400" fmla="*/ 512962 w 645772"/>
                    <a:gd name="connsiteY400" fmla="*/ 668252 h 776232"/>
                    <a:gd name="connsiteX401" fmla="*/ 508945 w 645772"/>
                    <a:gd name="connsiteY401" fmla="*/ 668078 h 776232"/>
                    <a:gd name="connsiteX402" fmla="*/ 505148 w 645772"/>
                    <a:gd name="connsiteY402" fmla="*/ 673438 h 776232"/>
                    <a:gd name="connsiteX403" fmla="*/ 504871 w 645772"/>
                    <a:gd name="connsiteY403" fmla="*/ 673820 h 776232"/>
                    <a:gd name="connsiteX404" fmla="*/ 503736 w 645772"/>
                    <a:gd name="connsiteY404" fmla="*/ 673959 h 776232"/>
                    <a:gd name="connsiteX405" fmla="*/ 501224 w 645772"/>
                    <a:gd name="connsiteY405" fmla="*/ 674272 h 776232"/>
                    <a:gd name="connsiteX406" fmla="*/ 500900 w 645772"/>
                    <a:gd name="connsiteY406" fmla="*/ 674318 h 776232"/>
                    <a:gd name="connsiteX407" fmla="*/ 497219 w 645772"/>
                    <a:gd name="connsiteY407" fmla="*/ 673357 h 776232"/>
                    <a:gd name="connsiteX408" fmla="*/ 497045 w 645772"/>
                    <a:gd name="connsiteY408" fmla="*/ 673311 h 776232"/>
                    <a:gd name="connsiteX409" fmla="*/ 497230 w 645772"/>
                    <a:gd name="connsiteY409" fmla="*/ 672292 h 776232"/>
                    <a:gd name="connsiteX410" fmla="*/ 497219 w 645772"/>
                    <a:gd name="connsiteY410" fmla="*/ 671829 h 776232"/>
                    <a:gd name="connsiteX411" fmla="*/ 495922 w 645772"/>
                    <a:gd name="connsiteY411" fmla="*/ 671760 h 776232"/>
                    <a:gd name="connsiteX412" fmla="*/ 494163 w 645772"/>
                    <a:gd name="connsiteY412" fmla="*/ 672281 h 776232"/>
                    <a:gd name="connsiteX413" fmla="*/ 493712 w 645772"/>
                    <a:gd name="connsiteY413" fmla="*/ 669317 h 776232"/>
                    <a:gd name="connsiteX414" fmla="*/ 492785 w 645772"/>
                    <a:gd name="connsiteY414" fmla="*/ 667697 h 776232"/>
                    <a:gd name="connsiteX415" fmla="*/ 493422 w 645772"/>
                    <a:gd name="connsiteY415" fmla="*/ 669838 h 776232"/>
                    <a:gd name="connsiteX416" fmla="*/ 491755 w 645772"/>
                    <a:gd name="connsiteY416" fmla="*/ 672014 h 776232"/>
                    <a:gd name="connsiteX417" fmla="*/ 487912 w 645772"/>
                    <a:gd name="connsiteY417" fmla="*/ 672674 h 776232"/>
                    <a:gd name="connsiteX418" fmla="*/ 486720 w 645772"/>
                    <a:gd name="connsiteY418" fmla="*/ 671401 h 776232"/>
                    <a:gd name="connsiteX419" fmla="*/ 487773 w 645772"/>
                    <a:gd name="connsiteY419" fmla="*/ 672674 h 776232"/>
                    <a:gd name="connsiteX420" fmla="*/ 491130 w 645772"/>
                    <a:gd name="connsiteY420" fmla="*/ 673010 h 776232"/>
                    <a:gd name="connsiteX421" fmla="*/ 491269 w 645772"/>
                    <a:gd name="connsiteY421" fmla="*/ 673021 h 776232"/>
                    <a:gd name="connsiteX422" fmla="*/ 493433 w 645772"/>
                    <a:gd name="connsiteY422" fmla="*/ 670567 h 776232"/>
                    <a:gd name="connsiteX423" fmla="*/ 493584 w 645772"/>
                    <a:gd name="connsiteY423" fmla="*/ 670949 h 776232"/>
                    <a:gd name="connsiteX424" fmla="*/ 494117 w 645772"/>
                    <a:gd name="connsiteY424" fmla="*/ 672454 h 776232"/>
                    <a:gd name="connsiteX425" fmla="*/ 494661 w 645772"/>
                    <a:gd name="connsiteY425" fmla="*/ 672327 h 776232"/>
                    <a:gd name="connsiteX426" fmla="*/ 496050 w 645772"/>
                    <a:gd name="connsiteY426" fmla="*/ 672038 h 776232"/>
                    <a:gd name="connsiteX427" fmla="*/ 496084 w 645772"/>
                    <a:gd name="connsiteY427" fmla="*/ 672095 h 776232"/>
                    <a:gd name="connsiteX428" fmla="*/ 496767 w 645772"/>
                    <a:gd name="connsiteY428" fmla="*/ 673507 h 776232"/>
                    <a:gd name="connsiteX429" fmla="*/ 499615 w 645772"/>
                    <a:gd name="connsiteY429" fmla="*/ 674248 h 776232"/>
                    <a:gd name="connsiteX430" fmla="*/ 499163 w 645772"/>
                    <a:gd name="connsiteY430" fmla="*/ 675232 h 776232"/>
                    <a:gd name="connsiteX431" fmla="*/ 500784 w 645772"/>
                    <a:gd name="connsiteY431" fmla="*/ 674769 h 776232"/>
                    <a:gd name="connsiteX432" fmla="*/ 514154 w 645772"/>
                    <a:gd name="connsiteY432" fmla="*/ 674607 h 776232"/>
                    <a:gd name="connsiteX433" fmla="*/ 515011 w 645772"/>
                    <a:gd name="connsiteY433" fmla="*/ 669757 h 776232"/>
                    <a:gd name="connsiteX434" fmla="*/ 516296 w 645772"/>
                    <a:gd name="connsiteY434" fmla="*/ 670104 h 776232"/>
                    <a:gd name="connsiteX435" fmla="*/ 514629 w 645772"/>
                    <a:gd name="connsiteY435" fmla="*/ 674619 h 776232"/>
                    <a:gd name="connsiteX436" fmla="*/ 516319 w 645772"/>
                    <a:gd name="connsiteY436" fmla="*/ 675603 h 776232"/>
                    <a:gd name="connsiteX437" fmla="*/ 518079 w 645772"/>
                    <a:gd name="connsiteY437" fmla="*/ 673913 h 776232"/>
                    <a:gd name="connsiteX438" fmla="*/ 518680 w 645772"/>
                    <a:gd name="connsiteY438" fmla="*/ 681101 h 776232"/>
                    <a:gd name="connsiteX439" fmla="*/ 516921 w 645772"/>
                    <a:gd name="connsiteY439" fmla="*/ 681240 h 776232"/>
                    <a:gd name="connsiteX440" fmla="*/ 516366 w 645772"/>
                    <a:gd name="connsiteY440" fmla="*/ 684424 h 776232"/>
                    <a:gd name="connsiteX441" fmla="*/ 503875 w 645772"/>
                    <a:gd name="connsiteY441" fmla="*/ 697597 h 776232"/>
                    <a:gd name="connsiteX442" fmla="*/ 495193 w 645772"/>
                    <a:gd name="connsiteY442" fmla="*/ 695965 h 776232"/>
                    <a:gd name="connsiteX443" fmla="*/ 494950 w 645772"/>
                    <a:gd name="connsiteY443" fmla="*/ 695918 h 776232"/>
                    <a:gd name="connsiteX444" fmla="*/ 494846 w 645772"/>
                    <a:gd name="connsiteY444" fmla="*/ 695814 h 776232"/>
                    <a:gd name="connsiteX445" fmla="*/ 489822 w 645772"/>
                    <a:gd name="connsiteY445" fmla="*/ 691172 h 776232"/>
                    <a:gd name="connsiteX446" fmla="*/ 489961 w 645772"/>
                    <a:gd name="connsiteY446" fmla="*/ 692457 h 776232"/>
                    <a:gd name="connsiteX447" fmla="*/ 487391 w 645772"/>
                    <a:gd name="connsiteY447" fmla="*/ 692029 h 776232"/>
                    <a:gd name="connsiteX448" fmla="*/ 485342 w 645772"/>
                    <a:gd name="connsiteY448" fmla="*/ 694136 h 776232"/>
                    <a:gd name="connsiteX449" fmla="*/ 484196 w 645772"/>
                    <a:gd name="connsiteY449" fmla="*/ 703489 h 776232"/>
                    <a:gd name="connsiteX450" fmla="*/ 484196 w 645772"/>
                    <a:gd name="connsiteY450" fmla="*/ 703512 h 776232"/>
                    <a:gd name="connsiteX451" fmla="*/ 484173 w 645772"/>
                    <a:gd name="connsiteY451" fmla="*/ 703489 h 776232"/>
                    <a:gd name="connsiteX452" fmla="*/ 482217 w 645772"/>
                    <a:gd name="connsiteY452" fmla="*/ 700433 h 776232"/>
                    <a:gd name="connsiteX453" fmla="*/ 480527 w 645772"/>
                    <a:gd name="connsiteY453" fmla="*/ 699588 h 776232"/>
                    <a:gd name="connsiteX454" fmla="*/ 480434 w 645772"/>
                    <a:gd name="connsiteY454" fmla="*/ 699727 h 776232"/>
                    <a:gd name="connsiteX455" fmla="*/ 482217 w 645772"/>
                    <a:gd name="connsiteY455" fmla="*/ 700641 h 776232"/>
                    <a:gd name="connsiteX456" fmla="*/ 483872 w 645772"/>
                    <a:gd name="connsiteY456" fmla="*/ 703489 h 776232"/>
                    <a:gd name="connsiteX457" fmla="*/ 484208 w 645772"/>
                    <a:gd name="connsiteY457" fmla="*/ 704045 h 776232"/>
                    <a:gd name="connsiteX458" fmla="*/ 483386 w 645772"/>
                    <a:gd name="connsiteY458" fmla="*/ 705075 h 776232"/>
                    <a:gd name="connsiteX459" fmla="*/ 483004 w 645772"/>
                    <a:gd name="connsiteY459" fmla="*/ 705550 h 776232"/>
                    <a:gd name="connsiteX460" fmla="*/ 482633 w 645772"/>
                    <a:gd name="connsiteY460" fmla="*/ 706013 h 776232"/>
                    <a:gd name="connsiteX461" fmla="*/ 480538 w 645772"/>
                    <a:gd name="connsiteY461" fmla="*/ 706730 h 776232"/>
                    <a:gd name="connsiteX462" fmla="*/ 479334 w 645772"/>
                    <a:gd name="connsiteY462" fmla="*/ 707170 h 776232"/>
                    <a:gd name="connsiteX463" fmla="*/ 476070 w 645772"/>
                    <a:gd name="connsiteY463" fmla="*/ 708386 h 776232"/>
                    <a:gd name="connsiteX464" fmla="*/ 476139 w 645772"/>
                    <a:gd name="connsiteY464" fmla="*/ 708733 h 776232"/>
                    <a:gd name="connsiteX465" fmla="*/ 477540 w 645772"/>
                    <a:gd name="connsiteY465" fmla="*/ 708432 h 776232"/>
                    <a:gd name="connsiteX466" fmla="*/ 477633 w 645772"/>
                    <a:gd name="connsiteY466" fmla="*/ 708421 h 776232"/>
                    <a:gd name="connsiteX467" fmla="*/ 482992 w 645772"/>
                    <a:gd name="connsiteY467" fmla="*/ 706279 h 776232"/>
                    <a:gd name="connsiteX468" fmla="*/ 484069 w 645772"/>
                    <a:gd name="connsiteY468" fmla="*/ 705086 h 776232"/>
                    <a:gd name="connsiteX469" fmla="*/ 484103 w 645772"/>
                    <a:gd name="connsiteY469" fmla="*/ 705040 h 776232"/>
                    <a:gd name="connsiteX470" fmla="*/ 484821 w 645772"/>
                    <a:gd name="connsiteY470" fmla="*/ 704241 h 776232"/>
                    <a:gd name="connsiteX471" fmla="*/ 484914 w 645772"/>
                    <a:gd name="connsiteY471" fmla="*/ 703489 h 776232"/>
                    <a:gd name="connsiteX472" fmla="*/ 485840 w 645772"/>
                    <a:gd name="connsiteY472" fmla="*/ 695143 h 776232"/>
                    <a:gd name="connsiteX473" fmla="*/ 487842 w 645772"/>
                    <a:gd name="connsiteY473" fmla="*/ 693024 h 776232"/>
                    <a:gd name="connsiteX474" fmla="*/ 500032 w 645772"/>
                    <a:gd name="connsiteY474" fmla="*/ 698558 h 776232"/>
                    <a:gd name="connsiteX475" fmla="*/ 498654 w 645772"/>
                    <a:gd name="connsiteY475" fmla="*/ 699854 h 776232"/>
                    <a:gd name="connsiteX476" fmla="*/ 503759 w 645772"/>
                    <a:gd name="connsiteY476" fmla="*/ 699148 h 776232"/>
                    <a:gd name="connsiteX477" fmla="*/ 504176 w 645772"/>
                    <a:gd name="connsiteY477" fmla="*/ 700491 h 776232"/>
                    <a:gd name="connsiteX478" fmla="*/ 504060 w 645772"/>
                    <a:gd name="connsiteY478" fmla="*/ 699090 h 776232"/>
                    <a:gd name="connsiteX479" fmla="*/ 505033 w 645772"/>
                    <a:gd name="connsiteY479" fmla="*/ 700410 h 776232"/>
                    <a:gd name="connsiteX480" fmla="*/ 504558 w 645772"/>
                    <a:gd name="connsiteY480" fmla="*/ 698894 h 776232"/>
                    <a:gd name="connsiteX481" fmla="*/ 506398 w 645772"/>
                    <a:gd name="connsiteY481" fmla="*/ 698060 h 776232"/>
                    <a:gd name="connsiteX482" fmla="*/ 517616 w 645772"/>
                    <a:gd name="connsiteY482" fmla="*/ 685975 h 776232"/>
                    <a:gd name="connsiteX483" fmla="*/ 518819 w 645772"/>
                    <a:gd name="connsiteY483" fmla="*/ 684539 h 776232"/>
                    <a:gd name="connsiteX484" fmla="*/ 523461 w 645772"/>
                    <a:gd name="connsiteY484" fmla="*/ 687688 h 776232"/>
                    <a:gd name="connsiteX485" fmla="*/ 519722 w 645772"/>
                    <a:gd name="connsiteY485" fmla="*/ 683995 h 776232"/>
                    <a:gd name="connsiteX486" fmla="*/ 522547 w 645772"/>
                    <a:gd name="connsiteY486" fmla="*/ 678728 h 776232"/>
                    <a:gd name="connsiteX487" fmla="*/ 520579 w 645772"/>
                    <a:gd name="connsiteY487" fmla="*/ 671007 h 776232"/>
                    <a:gd name="connsiteX488" fmla="*/ 521193 w 645772"/>
                    <a:gd name="connsiteY488" fmla="*/ 668738 h 776232"/>
                    <a:gd name="connsiteX489" fmla="*/ 523496 w 645772"/>
                    <a:gd name="connsiteY489" fmla="*/ 670845 h 776232"/>
                    <a:gd name="connsiteX490" fmla="*/ 527108 w 645772"/>
                    <a:gd name="connsiteY490" fmla="*/ 669676 h 776232"/>
                    <a:gd name="connsiteX491" fmla="*/ 524839 w 645772"/>
                    <a:gd name="connsiteY491" fmla="*/ 664687 h 776232"/>
                    <a:gd name="connsiteX492" fmla="*/ 526274 w 645772"/>
                    <a:gd name="connsiteY492" fmla="*/ 659165 h 776232"/>
                    <a:gd name="connsiteX493" fmla="*/ 525892 w 645772"/>
                    <a:gd name="connsiteY493" fmla="*/ 663182 h 776232"/>
                    <a:gd name="connsiteX494" fmla="*/ 532780 w 645772"/>
                    <a:gd name="connsiteY494" fmla="*/ 670058 h 776232"/>
                    <a:gd name="connsiteX495" fmla="*/ 544518 w 645772"/>
                    <a:gd name="connsiteY495" fmla="*/ 674885 h 776232"/>
                    <a:gd name="connsiteX496" fmla="*/ 548419 w 645772"/>
                    <a:gd name="connsiteY496" fmla="*/ 674283 h 776232"/>
                    <a:gd name="connsiteX497" fmla="*/ 548708 w 645772"/>
                    <a:gd name="connsiteY497" fmla="*/ 674399 h 776232"/>
                    <a:gd name="connsiteX498" fmla="*/ 553073 w 645772"/>
                    <a:gd name="connsiteY498" fmla="*/ 676158 h 776232"/>
                    <a:gd name="connsiteX499" fmla="*/ 561118 w 645772"/>
                    <a:gd name="connsiteY499" fmla="*/ 683116 h 776232"/>
                    <a:gd name="connsiteX500" fmla="*/ 567982 w 645772"/>
                    <a:gd name="connsiteY500" fmla="*/ 687595 h 776232"/>
                    <a:gd name="connsiteX501" fmla="*/ 578968 w 645772"/>
                    <a:gd name="connsiteY501" fmla="*/ 692701 h 776232"/>
                    <a:gd name="connsiteX502" fmla="*/ 587256 w 645772"/>
                    <a:gd name="connsiteY502" fmla="*/ 695097 h 776232"/>
                    <a:gd name="connsiteX503" fmla="*/ 594711 w 645772"/>
                    <a:gd name="connsiteY503" fmla="*/ 692793 h 776232"/>
                    <a:gd name="connsiteX504" fmla="*/ 601020 w 645772"/>
                    <a:gd name="connsiteY504" fmla="*/ 695097 h 776232"/>
                    <a:gd name="connsiteX505" fmla="*/ 606565 w 645772"/>
                    <a:gd name="connsiteY505" fmla="*/ 700942 h 776232"/>
                    <a:gd name="connsiteX506" fmla="*/ 607560 w 645772"/>
                    <a:gd name="connsiteY506" fmla="*/ 700584 h 776232"/>
                    <a:gd name="connsiteX507" fmla="*/ 608382 w 645772"/>
                    <a:gd name="connsiteY507" fmla="*/ 701220 h 776232"/>
                    <a:gd name="connsiteX508" fmla="*/ 608590 w 645772"/>
                    <a:gd name="connsiteY508" fmla="*/ 702459 h 776232"/>
                    <a:gd name="connsiteX509" fmla="*/ 616288 w 645772"/>
                    <a:gd name="connsiteY509" fmla="*/ 703489 h 776232"/>
                    <a:gd name="connsiteX510" fmla="*/ 617562 w 645772"/>
                    <a:gd name="connsiteY510" fmla="*/ 703663 h 776232"/>
                    <a:gd name="connsiteX511" fmla="*/ 618395 w 645772"/>
                    <a:gd name="connsiteY511" fmla="*/ 703489 h 776232"/>
                    <a:gd name="connsiteX512" fmla="*/ 624021 w 645772"/>
                    <a:gd name="connsiteY512" fmla="*/ 702343 h 776232"/>
                    <a:gd name="connsiteX513" fmla="*/ 626348 w 645772"/>
                    <a:gd name="connsiteY513" fmla="*/ 703489 h 776232"/>
                    <a:gd name="connsiteX514" fmla="*/ 639255 w 645772"/>
                    <a:gd name="connsiteY514" fmla="*/ 709833 h 776232"/>
                    <a:gd name="connsiteX515" fmla="*/ 645703 w 645772"/>
                    <a:gd name="connsiteY515" fmla="*/ 708513 h 776232"/>
                    <a:gd name="connsiteX516" fmla="*/ 645772 w 645772"/>
                    <a:gd name="connsiteY516" fmla="*/ 708733 h 776232"/>
                    <a:gd name="connsiteX517" fmla="*/ 644233 w 645772"/>
                    <a:gd name="connsiteY517" fmla="*/ 709879 h 776232"/>
                    <a:gd name="connsiteX518" fmla="*/ 644545 w 645772"/>
                    <a:gd name="connsiteY518" fmla="*/ 709902 h 776232"/>
                    <a:gd name="connsiteX519" fmla="*/ 642705 w 645772"/>
                    <a:gd name="connsiteY519" fmla="*/ 711511 h 776232"/>
                    <a:gd name="connsiteX520" fmla="*/ 642195 w 645772"/>
                    <a:gd name="connsiteY520" fmla="*/ 714231 h 776232"/>
                    <a:gd name="connsiteX521" fmla="*/ 636963 w 645772"/>
                    <a:gd name="connsiteY521" fmla="*/ 713444 h 776232"/>
                    <a:gd name="connsiteX522" fmla="*/ 633143 w 645772"/>
                    <a:gd name="connsiteY522" fmla="*/ 715817 h 776232"/>
                    <a:gd name="connsiteX523" fmla="*/ 625920 w 645772"/>
                    <a:gd name="connsiteY523" fmla="*/ 726861 h 776232"/>
                    <a:gd name="connsiteX524" fmla="*/ 624577 w 645772"/>
                    <a:gd name="connsiteY524" fmla="*/ 742940 h 776232"/>
                    <a:gd name="connsiteX525" fmla="*/ 627899 w 645772"/>
                    <a:gd name="connsiteY525" fmla="*/ 749642 h 776232"/>
                    <a:gd name="connsiteX526" fmla="*/ 626359 w 645772"/>
                    <a:gd name="connsiteY526" fmla="*/ 751575 h 776232"/>
                    <a:gd name="connsiteX527" fmla="*/ 616995 w 645772"/>
                    <a:gd name="connsiteY527" fmla="*/ 749850 h 776232"/>
                    <a:gd name="connsiteX528" fmla="*/ 615212 w 645772"/>
                    <a:gd name="connsiteY528" fmla="*/ 746424 h 776232"/>
                    <a:gd name="connsiteX529" fmla="*/ 590613 w 645772"/>
                    <a:gd name="connsiteY529" fmla="*/ 752096 h 776232"/>
                    <a:gd name="connsiteX530" fmla="*/ 585439 w 645772"/>
                    <a:gd name="connsiteY530" fmla="*/ 746748 h 776232"/>
                    <a:gd name="connsiteX531" fmla="*/ 573214 w 645772"/>
                    <a:gd name="connsiteY531" fmla="*/ 743542 h 776232"/>
                    <a:gd name="connsiteX532" fmla="*/ 566234 w 645772"/>
                    <a:gd name="connsiteY532" fmla="*/ 744213 h 776232"/>
                    <a:gd name="connsiteX533" fmla="*/ 561835 w 645772"/>
                    <a:gd name="connsiteY533" fmla="*/ 748971 h 776232"/>
                    <a:gd name="connsiteX534" fmla="*/ 541994 w 645772"/>
                    <a:gd name="connsiteY534" fmla="*/ 741759 h 776232"/>
                    <a:gd name="connsiteX535" fmla="*/ 536102 w 645772"/>
                    <a:gd name="connsiteY535" fmla="*/ 743241 h 776232"/>
                    <a:gd name="connsiteX536" fmla="*/ 533891 w 645772"/>
                    <a:gd name="connsiteY536" fmla="*/ 746899 h 776232"/>
                    <a:gd name="connsiteX537" fmla="*/ 524341 w 645772"/>
                    <a:gd name="connsiteY537" fmla="*/ 744294 h 776232"/>
                    <a:gd name="connsiteX538" fmla="*/ 514988 w 645772"/>
                    <a:gd name="connsiteY538" fmla="*/ 744595 h 776232"/>
                    <a:gd name="connsiteX539" fmla="*/ 510994 w 645772"/>
                    <a:gd name="connsiteY539" fmla="*/ 741828 h 776232"/>
                    <a:gd name="connsiteX540" fmla="*/ 504604 w 645772"/>
                    <a:gd name="connsiteY540" fmla="*/ 742129 h 776232"/>
                    <a:gd name="connsiteX541" fmla="*/ 496420 w 645772"/>
                    <a:gd name="connsiteY541" fmla="*/ 739224 h 776232"/>
                    <a:gd name="connsiteX542" fmla="*/ 493943 w 645772"/>
                    <a:gd name="connsiteY542" fmla="*/ 740243 h 776232"/>
                    <a:gd name="connsiteX543" fmla="*/ 494140 w 645772"/>
                    <a:gd name="connsiteY543" fmla="*/ 742697 h 776232"/>
                    <a:gd name="connsiteX544" fmla="*/ 491442 w 645772"/>
                    <a:gd name="connsiteY544" fmla="*/ 745359 h 776232"/>
                    <a:gd name="connsiteX545" fmla="*/ 486534 w 645772"/>
                    <a:gd name="connsiteY545" fmla="*/ 745730 h 776232"/>
                    <a:gd name="connsiteX546" fmla="*/ 487727 w 645772"/>
                    <a:gd name="connsiteY546" fmla="*/ 747674 h 776232"/>
                    <a:gd name="connsiteX547" fmla="*/ 486372 w 645772"/>
                    <a:gd name="connsiteY547" fmla="*/ 753844 h 776232"/>
                    <a:gd name="connsiteX548" fmla="*/ 478281 w 645772"/>
                    <a:gd name="connsiteY548" fmla="*/ 752096 h 776232"/>
                    <a:gd name="connsiteX549" fmla="*/ 475352 w 645772"/>
                    <a:gd name="connsiteY549" fmla="*/ 753566 h 776232"/>
                    <a:gd name="connsiteX550" fmla="*/ 476371 w 645772"/>
                    <a:gd name="connsiteY550" fmla="*/ 756646 h 776232"/>
                    <a:gd name="connsiteX551" fmla="*/ 474692 w 645772"/>
                    <a:gd name="connsiteY551" fmla="*/ 756240 h 776232"/>
                    <a:gd name="connsiteX552" fmla="*/ 471740 w 645772"/>
                    <a:gd name="connsiteY552" fmla="*/ 760743 h 776232"/>
                    <a:gd name="connsiteX553" fmla="*/ 470757 w 645772"/>
                    <a:gd name="connsiteY553" fmla="*/ 759238 h 776232"/>
                    <a:gd name="connsiteX554" fmla="*/ 467353 w 645772"/>
                    <a:gd name="connsiteY554" fmla="*/ 759945 h 776232"/>
                    <a:gd name="connsiteX555" fmla="*/ 465605 w 645772"/>
                    <a:gd name="connsiteY555" fmla="*/ 762943 h 776232"/>
                    <a:gd name="connsiteX556" fmla="*/ 456981 w 645772"/>
                    <a:gd name="connsiteY556" fmla="*/ 767758 h 776232"/>
                    <a:gd name="connsiteX557" fmla="*/ 456495 w 645772"/>
                    <a:gd name="connsiteY557" fmla="*/ 762908 h 776232"/>
                    <a:gd name="connsiteX558" fmla="*/ 452524 w 645772"/>
                    <a:gd name="connsiteY558" fmla="*/ 762642 h 776232"/>
                    <a:gd name="connsiteX559" fmla="*/ 449850 w 645772"/>
                    <a:gd name="connsiteY559" fmla="*/ 766774 h 776232"/>
                    <a:gd name="connsiteX560" fmla="*/ 447026 w 645772"/>
                    <a:gd name="connsiteY560" fmla="*/ 763059 h 776232"/>
                    <a:gd name="connsiteX561" fmla="*/ 446216 w 645772"/>
                    <a:gd name="connsiteY561" fmla="*/ 757085 h 776232"/>
                    <a:gd name="connsiteX562" fmla="*/ 447732 w 645772"/>
                    <a:gd name="connsiteY562" fmla="*/ 754932 h 776232"/>
                    <a:gd name="connsiteX563" fmla="*/ 444016 w 645772"/>
                    <a:gd name="connsiteY563" fmla="*/ 750314 h 776232"/>
                    <a:gd name="connsiteX564" fmla="*/ 443345 w 645772"/>
                    <a:gd name="connsiteY564" fmla="*/ 754284 h 776232"/>
                    <a:gd name="connsiteX565" fmla="*/ 439258 w 645772"/>
                    <a:gd name="connsiteY565" fmla="*/ 755256 h 776232"/>
                    <a:gd name="connsiteX566" fmla="*/ 437788 w 645772"/>
                    <a:gd name="connsiteY566" fmla="*/ 751031 h 776232"/>
                    <a:gd name="connsiteX567" fmla="*/ 435091 w 645772"/>
                    <a:gd name="connsiteY567" fmla="*/ 750684 h 776232"/>
                    <a:gd name="connsiteX568" fmla="*/ 433227 w 645772"/>
                    <a:gd name="connsiteY568" fmla="*/ 760304 h 776232"/>
                    <a:gd name="connsiteX569" fmla="*/ 426595 w 645772"/>
                    <a:gd name="connsiteY569" fmla="*/ 759030 h 776232"/>
                    <a:gd name="connsiteX570" fmla="*/ 428458 w 645772"/>
                    <a:gd name="connsiteY570" fmla="*/ 755881 h 776232"/>
                    <a:gd name="connsiteX571" fmla="*/ 425599 w 645772"/>
                    <a:gd name="connsiteY571" fmla="*/ 754307 h 776232"/>
                    <a:gd name="connsiteX572" fmla="*/ 417438 w 645772"/>
                    <a:gd name="connsiteY572" fmla="*/ 744711 h 776232"/>
                    <a:gd name="connsiteX573" fmla="*/ 411963 w 645772"/>
                    <a:gd name="connsiteY573" fmla="*/ 746644 h 776232"/>
                    <a:gd name="connsiteX574" fmla="*/ 412159 w 645772"/>
                    <a:gd name="connsiteY574" fmla="*/ 749156 h 776232"/>
                    <a:gd name="connsiteX575" fmla="*/ 417253 w 645772"/>
                    <a:gd name="connsiteY575" fmla="*/ 750383 h 776232"/>
                    <a:gd name="connsiteX576" fmla="*/ 416384 w 645772"/>
                    <a:gd name="connsiteY576" fmla="*/ 755291 h 776232"/>
                    <a:gd name="connsiteX577" fmla="*/ 417866 w 645772"/>
                    <a:gd name="connsiteY577" fmla="*/ 757907 h 776232"/>
                    <a:gd name="connsiteX578" fmla="*/ 415771 w 645772"/>
                    <a:gd name="connsiteY578" fmla="*/ 762584 h 776232"/>
                    <a:gd name="connsiteX579" fmla="*/ 419360 w 645772"/>
                    <a:gd name="connsiteY579" fmla="*/ 766983 h 776232"/>
                    <a:gd name="connsiteX580" fmla="*/ 416165 w 645772"/>
                    <a:gd name="connsiteY580" fmla="*/ 769726 h 776232"/>
                    <a:gd name="connsiteX581" fmla="*/ 418480 w 645772"/>
                    <a:gd name="connsiteY581" fmla="*/ 774970 h 776232"/>
                    <a:gd name="connsiteX582" fmla="*/ 416107 w 645772"/>
                    <a:gd name="connsiteY582" fmla="*/ 775618 h 776232"/>
                    <a:gd name="connsiteX583" fmla="*/ 413016 w 645772"/>
                    <a:gd name="connsiteY583" fmla="*/ 773164 h 776232"/>
                    <a:gd name="connsiteX584" fmla="*/ 414509 w 645772"/>
                    <a:gd name="connsiteY584" fmla="*/ 769298 h 776232"/>
                    <a:gd name="connsiteX585" fmla="*/ 411800 w 645772"/>
                    <a:gd name="connsiteY585" fmla="*/ 762445 h 776232"/>
                    <a:gd name="connsiteX586" fmla="*/ 403686 w 645772"/>
                    <a:gd name="connsiteY586" fmla="*/ 761426 h 776232"/>
                    <a:gd name="connsiteX587" fmla="*/ 406128 w 645772"/>
                    <a:gd name="connsiteY587" fmla="*/ 755210 h 776232"/>
                    <a:gd name="connsiteX588" fmla="*/ 401475 w 645772"/>
                    <a:gd name="connsiteY588" fmla="*/ 757537 h 776232"/>
                    <a:gd name="connsiteX589" fmla="*/ 399484 w 645772"/>
                    <a:gd name="connsiteY589" fmla="*/ 761843 h 776232"/>
                    <a:gd name="connsiteX590" fmla="*/ 398488 w 645772"/>
                    <a:gd name="connsiteY590" fmla="*/ 756692 h 776232"/>
                    <a:gd name="connsiteX591" fmla="*/ 393453 w 645772"/>
                    <a:gd name="connsiteY591" fmla="*/ 756125 h 776232"/>
                    <a:gd name="connsiteX592" fmla="*/ 393036 w 645772"/>
                    <a:gd name="connsiteY592" fmla="*/ 761450 h 776232"/>
                    <a:gd name="connsiteX593" fmla="*/ 396590 w 645772"/>
                    <a:gd name="connsiteY593" fmla="*/ 764193 h 776232"/>
                    <a:gd name="connsiteX594" fmla="*/ 392180 w 645772"/>
                    <a:gd name="connsiteY594" fmla="*/ 765339 h 776232"/>
                    <a:gd name="connsiteX595" fmla="*/ 387734 w 645772"/>
                    <a:gd name="connsiteY595" fmla="*/ 764135 h 776232"/>
                    <a:gd name="connsiteX596" fmla="*/ 384424 w 645772"/>
                    <a:gd name="connsiteY596" fmla="*/ 756078 h 776232"/>
                    <a:gd name="connsiteX597" fmla="*/ 378207 w 645772"/>
                    <a:gd name="connsiteY597" fmla="*/ 753069 h 776232"/>
                    <a:gd name="connsiteX598" fmla="*/ 374862 w 645772"/>
                    <a:gd name="connsiteY598" fmla="*/ 749005 h 776232"/>
                    <a:gd name="connsiteX599" fmla="*/ 376124 w 645772"/>
                    <a:gd name="connsiteY599" fmla="*/ 744248 h 776232"/>
                    <a:gd name="connsiteX600" fmla="*/ 371794 w 645772"/>
                    <a:gd name="connsiteY600" fmla="*/ 744792 h 776232"/>
                    <a:gd name="connsiteX601" fmla="*/ 375394 w 645772"/>
                    <a:gd name="connsiteY601" fmla="*/ 741724 h 776232"/>
                    <a:gd name="connsiteX602" fmla="*/ 375464 w 645772"/>
                    <a:gd name="connsiteY602" fmla="*/ 739745 h 776232"/>
                    <a:gd name="connsiteX603" fmla="*/ 368090 w 645772"/>
                    <a:gd name="connsiteY603" fmla="*/ 741122 h 776232"/>
                    <a:gd name="connsiteX604" fmla="*/ 368588 w 645772"/>
                    <a:gd name="connsiteY604" fmla="*/ 736966 h 776232"/>
                    <a:gd name="connsiteX605" fmla="*/ 365034 w 645772"/>
                    <a:gd name="connsiteY605" fmla="*/ 735601 h 776232"/>
                    <a:gd name="connsiteX606" fmla="*/ 360913 w 645772"/>
                    <a:gd name="connsiteY606" fmla="*/ 738772 h 776232"/>
                    <a:gd name="connsiteX607" fmla="*/ 357579 w 645772"/>
                    <a:gd name="connsiteY607" fmla="*/ 739097 h 776232"/>
                    <a:gd name="connsiteX608" fmla="*/ 355217 w 645772"/>
                    <a:gd name="connsiteY608" fmla="*/ 737314 h 776232"/>
                    <a:gd name="connsiteX609" fmla="*/ 357706 w 645772"/>
                    <a:gd name="connsiteY609" fmla="*/ 736399 h 776232"/>
                    <a:gd name="connsiteX610" fmla="*/ 357394 w 645772"/>
                    <a:gd name="connsiteY610" fmla="*/ 732487 h 776232"/>
                    <a:gd name="connsiteX611" fmla="*/ 350240 w 645772"/>
                    <a:gd name="connsiteY611" fmla="*/ 732938 h 776232"/>
                    <a:gd name="connsiteX612" fmla="*/ 349106 w 645772"/>
                    <a:gd name="connsiteY612" fmla="*/ 727104 h 776232"/>
                    <a:gd name="connsiteX613" fmla="*/ 340783 w 645772"/>
                    <a:gd name="connsiteY613" fmla="*/ 727880 h 776232"/>
                    <a:gd name="connsiteX614" fmla="*/ 335758 w 645772"/>
                    <a:gd name="connsiteY614" fmla="*/ 726328 h 776232"/>
                    <a:gd name="connsiteX615" fmla="*/ 327412 w 645772"/>
                    <a:gd name="connsiteY615" fmla="*/ 722659 h 776232"/>
                    <a:gd name="connsiteX616" fmla="*/ 325386 w 645772"/>
                    <a:gd name="connsiteY616" fmla="*/ 729616 h 776232"/>
                    <a:gd name="connsiteX617" fmla="*/ 323419 w 645772"/>
                    <a:gd name="connsiteY617" fmla="*/ 731248 h 776232"/>
                    <a:gd name="connsiteX618" fmla="*/ 313788 w 645772"/>
                    <a:gd name="connsiteY618" fmla="*/ 730565 h 776232"/>
                    <a:gd name="connsiteX619" fmla="*/ 310870 w 645772"/>
                    <a:gd name="connsiteY619" fmla="*/ 728284 h 776232"/>
                    <a:gd name="connsiteX620" fmla="*/ 307467 w 645772"/>
                    <a:gd name="connsiteY620" fmla="*/ 728863 h 776232"/>
                    <a:gd name="connsiteX621" fmla="*/ 308729 w 645772"/>
                    <a:gd name="connsiteY621" fmla="*/ 743646 h 776232"/>
                    <a:gd name="connsiteX622" fmla="*/ 306657 w 645772"/>
                    <a:gd name="connsiteY622" fmla="*/ 743484 h 776232"/>
                    <a:gd name="connsiteX623" fmla="*/ 304955 w 645772"/>
                    <a:gd name="connsiteY623" fmla="*/ 747003 h 776232"/>
                    <a:gd name="connsiteX624" fmla="*/ 302999 w 645772"/>
                    <a:gd name="connsiteY624" fmla="*/ 756738 h 776232"/>
                    <a:gd name="connsiteX625" fmla="*/ 292893 w 645772"/>
                    <a:gd name="connsiteY625" fmla="*/ 750487 h 776232"/>
                    <a:gd name="connsiteX626" fmla="*/ 291052 w 645772"/>
                    <a:gd name="connsiteY626" fmla="*/ 745926 h 776232"/>
                    <a:gd name="connsiteX627" fmla="*/ 287059 w 645772"/>
                    <a:gd name="connsiteY627" fmla="*/ 742697 h 776232"/>
                    <a:gd name="connsiteX628" fmla="*/ 284061 w 645772"/>
                    <a:gd name="connsiteY628" fmla="*/ 745521 h 776232"/>
                    <a:gd name="connsiteX629" fmla="*/ 280785 w 645772"/>
                    <a:gd name="connsiteY629" fmla="*/ 745591 h 776232"/>
                    <a:gd name="connsiteX630" fmla="*/ 280357 w 645772"/>
                    <a:gd name="connsiteY630" fmla="*/ 758347 h 776232"/>
                    <a:gd name="connsiteX631" fmla="*/ 277567 w 645772"/>
                    <a:gd name="connsiteY631" fmla="*/ 758197 h 776232"/>
                    <a:gd name="connsiteX632" fmla="*/ 274036 w 645772"/>
                    <a:gd name="connsiteY632" fmla="*/ 760605 h 776232"/>
                    <a:gd name="connsiteX633" fmla="*/ 268618 w 645772"/>
                    <a:gd name="connsiteY633" fmla="*/ 767168 h 776232"/>
                    <a:gd name="connsiteX634" fmla="*/ 251799 w 645772"/>
                    <a:gd name="connsiteY634" fmla="*/ 775132 h 776232"/>
                    <a:gd name="connsiteX635" fmla="*/ 242376 w 645772"/>
                    <a:gd name="connsiteY635" fmla="*/ 776232 h 776232"/>
                    <a:gd name="connsiteX636" fmla="*/ 240292 w 645772"/>
                    <a:gd name="connsiteY636" fmla="*/ 771405 h 776232"/>
                    <a:gd name="connsiteX637" fmla="*/ 237074 w 645772"/>
                    <a:gd name="connsiteY637" fmla="*/ 771289 h 776232"/>
                    <a:gd name="connsiteX638" fmla="*/ 233219 w 645772"/>
                    <a:gd name="connsiteY638" fmla="*/ 767191 h 776232"/>
                    <a:gd name="connsiteX639" fmla="*/ 216793 w 645772"/>
                    <a:gd name="connsiteY639" fmla="*/ 762318 h 776232"/>
                    <a:gd name="connsiteX640" fmla="*/ 217326 w 645772"/>
                    <a:gd name="connsiteY640" fmla="*/ 757363 h 776232"/>
                    <a:gd name="connsiteX641" fmla="*/ 211121 w 645772"/>
                    <a:gd name="connsiteY641" fmla="*/ 759146 h 776232"/>
                    <a:gd name="connsiteX642" fmla="*/ 202520 w 645772"/>
                    <a:gd name="connsiteY642" fmla="*/ 766300 h 776232"/>
                    <a:gd name="connsiteX643" fmla="*/ 192171 w 645772"/>
                    <a:gd name="connsiteY643" fmla="*/ 769888 h 776232"/>
                    <a:gd name="connsiteX644" fmla="*/ 180676 w 645772"/>
                    <a:gd name="connsiteY644" fmla="*/ 771220 h 776232"/>
                    <a:gd name="connsiteX645" fmla="*/ 177539 w 645772"/>
                    <a:gd name="connsiteY645" fmla="*/ 773847 h 776232"/>
                    <a:gd name="connsiteX646" fmla="*/ 173789 w 645772"/>
                    <a:gd name="connsiteY646" fmla="*/ 772238 h 776232"/>
                    <a:gd name="connsiteX647" fmla="*/ 177655 w 645772"/>
                    <a:gd name="connsiteY647" fmla="*/ 764112 h 776232"/>
                    <a:gd name="connsiteX648" fmla="*/ 175120 w 645772"/>
                    <a:gd name="connsiteY648" fmla="*/ 753589 h 776232"/>
                    <a:gd name="connsiteX649" fmla="*/ 176532 w 645772"/>
                    <a:gd name="connsiteY649" fmla="*/ 745348 h 776232"/>
                    <a:gd name="connsiteX650" fmla="*/ 174402 w 645772"/>
                    <a:gd name="connsiteY650" fmla="*/ 736098 h 776232"/>
                    <a:gd name="connsiteX651" fmla="*/ 172423 w 645772"/>
                    <a:gd name="connsiteY651" fmla="*/ 734871 h 776232"/>
                    <a:gd name="connsiteX652" fmla="*/ 173152 w 645772"/>
                    <a:gd name="connsiteY652" fmla="*/ 728574 h 776232"/>
                    <a:gd name="connsiteX653" fmla="*/ 169772 w 645772"/>
                    <a:gd name="connsiteY653" fmla="*/ 726560 h 776232"/>
                    <a:gd name="connsiteX654" fmla="*/ 164551 w 645772"/>
                    <a:gd name="connsiteY654" fmla="*/ 728400 h 776232"/>
                    <a:gd name="connsiteX655" fmla="*/ 160257 w 645772"/>
                    <a:gd name="connsiteY655" fmla="*/ 721941 h 776232"/>
                    <a:gd name="connsiteX656" fmla="*/ 160500 w 645772"/>
                    <a:gd name="connsiteY656" fmla="*/ 717206 h 776232"/>
                    <a:gd name="connsiteX657" fmla="*/ 148056 w 645772"/>
                    <a:gd name="connsiteY657" fmla="*/ 709312 h 776232"/>
                    <a:gd name="connsiteX658" fmla="*/ 139559 w 645772"/>
                    <a:gd name="connsiteY658" fmla="*/ 699206 h 776232"/>
                    <a:gd name="connsiteX659" fmla="*/ 128133 w 645772"/>
                    <a:gd name="connsiteY659" fmla="*/ 690929 h 776232"/>
                    <a:gd name="connsiteX660" fmla="*/ 126721 w 645772"/>
                    <a:gd name="connsiteY660" fmla="*/ 681692 h 776232"/>
                    <a:gd name="connsiteX661" fmla="*/ 121246 w 645772"/>
                    <a:gd name="connsiteY661" fmla="*/ 670047 h 776232"/>
                    <a:gd name="connsiteX662" fmla="*/ 133910 w 645772"/>
                    <a:gd name="connsiteY662" fmla="*/ 659026 h 776232"/>
                    <a:gd name="connsiteX663" fmla="*/ 132266 w 645772"/>
                    <a:gd name="connsiteY663" fmla="*/ 651131 h 776232"/>
                    <a:gd name="connsiteX664" fmla="*/ 128689 w 645772"/>
                    <a:gd name="connsiteY664" fmla="*/ 649395 h 776232"/>
                    <a:gd name="connsiteX665" fmla="*/ 128724 w 645772"/>
                    <a:gd name="connsiteY665" fmla="*/ 647740 h 776232"/>
                    <a:gd name="connsiteX666" fmla="*/ 120551 w 645772"/>
                    <a:gd name="connsiteY666" fmla="*/ 647057 h 776232"/>
                    <a:gd name="connsiteX667" fmla="*/ 120621 w 645772"/>
                    <a:gd name="connsiteY667" fmla="*/ 645332 h 776232"/>
                    <a:gd name="connsiteX668" fmla="*/ 117727 w 645772"/>
                    <a:gd name="connsiteY668" fmla="*/ 644336 h 776232"/>
                    <a:gd name="connsiteX669" fmla="*/ 112252 w 645772"/>
                    <a:gd name="connsiteY669" fmla="*/ 638074 h 776232"/>
                    <a:gd name="connsiteX670" fmla="*/ 110932 w 645772"/>
                    <a:gd name="connsiteY670" fmla="*/ 631175 h 776232"/>
                    <a:gd name="connsiteX671" fmla="*/ 114821 w 645772"/>
                    <a:gd name="connsiteY671" fmla="*/ 628778 h 776232"/>
                    <a:gd name="connsiteX672" fmla="*/ 115643 w 645772"/>
                    <a:gd name="connsiteY672" fmla="*/ 620328 h 776232"/>
                    <a:gd name="connsiteX673" fmla="*/ 121234 w 645772"/>
                    <a:gd name="connsiteY673" fmla="*/ 614181 h 776232"/>
                    <a:gd name="connsiteX674" fmla="*/ 119012 w 645772"/>
                    <a:gd name="connsiteY674" fmla="*/ 611021 h 776232"/>
                    <a:gd name="connsiteX675" fmla="*/ 122982 w 645772"/>
                    <a:gd name="connsiteY675" fmla="*/ 597501 h 776232"/>
                    <a:gd name="connsiteX676" fmla="*/ 122450 w 645772"/>
                    <a:gd name="connsiteY676" fmla="*/ 592233 h 776232"/>
                    <a:gd name="connsiteX677" fmla="*/ 127231 w 645772"/>
                    <a:gd name="connsiteY677" fmla="*/ 586619 h 776232"/>
                    <a:gd name="connsiteX678" fmla="*/ 125402 w 645772"/>
                    <a:gd name="connsiteY678" fmla="*/ 582162 h 776232"/>
                    <a:gd name="connsiteX679" fmla="*/ 126050 w 645772"/>
                    <a:gd name="connsiteY679" fmla="*/ 576340 h 776232"/>
                    <a:gd name="connsiteX680" fmla="*/ 122253 w 645772"/>
                    <a:gd name="connsiteY680" fmla="*/ 573978 h 776232"/>
                    <a:gd name="connsiteX681" fmla="*/ 120898 w 645772"/>
                    <a:gd name="connsiteY681" fmla="*/ 567889 h 776232"/>
                    <a:gd name="connsiteX682" fmla="*/ 113745 w 645772"/>
                    <a:gd name="connsiteY682" fmla="*/ 566836 h 776232"/>
                    <a:gd name="connsiteX683" fmla="*/ 106522 w 645772"/>
                    <a:gd name="connsiteY683" fmla="*/ 558629 h 776232"/>
                    <a:gd name="connsiteX684" fmla="*/ 105572 w 645772"/>
                    <a:gd name="connsiteY684" fmla="*/ 554855 h 776232"/>
                    <a:gd name="connsiteX685" fmla="*/ 99715 w 645772"/>
                    <a:gd name="connsiteY685" fmla="*/ 552007 h 776232"/>
                    <a:gd name="connsiteX686" fmla="*/ 95825 w 645772"/>
                    <a:gd name="connsiteY686" fmla="*/ 540617 h 776232"/>
                    <a:gd name="connsiteX687" fmla="*/ 92457 w 645772"/>
                    <a:gd name="connsiteY687" fmla="*/ 537688 h 776232"/>
                    <a:gd name="connsiteX688" fmla="*/ 88509 w 645772"/>
                    <a:gd name="connsiteY688" fmla="*/ 545779 h 776232"/>
                    <a:gd name="connsiteX689" fmla="*/ 78577 w 645772"/>
                    <a:gd name="connsiteY689" fmla="*/ 551961 h 776232"/>
                    <a:gd name="connsiteX690" fmla="*/ 75753 w 645772"/>
                    <a:gd name="connsiteY690" fmla="*/ 550676 h 776232"/>
                    <a:gd name="connsiteX691" fmla="*/ 63829 w 645772"/>
                    <a:gd name="connsiteY691" fmla="*/ 564636 h 776232"/>
                    <a:gd name="connsiteX692" fmla="*/ 54140 w 645772"/>
                    <a:gd name="connsiteY692" fmla="*/ 567079 h 776232"/>
                    <a:gd name="connsiteX693" fmla="*/ 50679 w 645772"/>
                    <a:gd name="connsiteY693" fmla="*/ 566593 h 776232"/>
                    <a:gd name="connsiteX694" fmla="*/ 42495 w 645772"/>
                    <a:gd name="connsiteY694" fmla="*/ 560701 h 776232"/>
                    <a:gd name="connsiteX695" fmla="*/ 39289 w 645772"/>
                    <a:gd name="connsiteY695" fmla="*/ 556649 h 776232"/>
                    <a:gd name="connsiteX696" fmla="*/ 34369 w 645772"/>
                    <a:gd name="connsiteY696" fmla="*/ 543487 h 776232"/>
                    <a:gd name="connsiteX697" fmla="*/ 37564 w 645772"/>
                    <a:gd name="connsiteY697" fmla="*/ 539007 h 776232"/>
                    <a:gd name="connsiteX698" fmla="*/ 31927 w 645772"/>
                    <a:gd name="connsiteY698" fmla="*/ 527050 h 776232"/>
                    <a:gd name="connsiteX699" fmla="*/ 26833 w 645772"/>
                    <a:gd name="connsiteY699" fmla="*/ 520775 h 776232"/>
                    <a:gd name="connsiteX700" fmla="*/ 36730 w 645772"/>
                    <a:gd name="connsiteY700" fmla="*/ 513598 h 776232"/>
                    <a:gd name="connsiteX701" fmla="*/ 39786 w 645772"/>
                    <a:gd name="connsiteY701" fmla="*/ 506398 h 776232"/>
                    <a:gd name="connsiteX702" fmla="*/ 40296 w 645772"/>
                    <a:gd name="connsiteY702" fmla="*/ 500390 h 776232"/>
                    <a:gd name="connsiteX703" fmla="*/ 47438 w 645772"/>
                    <a:gd name="connsiteY703" fmla="*/ 494602 h 776232"/>
                    <a:gd name="connsiteX704" fmla="*/ 45354 w 645772"/>
                    <a:gd name="connsiteY704" fmla="*/ 494440 h 776232"/>
                    <a:gd name="connsiteX705" fmla="*/ 39914 w 645772"/>
                    <a:gd name="connsiteY705" fmla="*/ 487668 h 776232"/>
                    <a:gd name="connsiteX706" fmla="*/ 38721 w 645772"/>
                    <a:gd name="connsiteY706" fmla="*/ 483235 h 776232"/>
                    <a:gd name="connsiteX707" fmla="*/ 39717 w 645772"/>
                    <a:gd name="connsiteY707" fmla="*/ 477366 h 776232"/>
                    <a:gd name="connsiteX708" fmla="*/ 30572 w 645772"/>
                    <a:gd name="connsiteY708" fmla="*/ 474287 h 776232"/>
                    <a:gd name="connsiteX709" fmla="*/ 28627 w 645772"/>
                    <a:gd name="connsiteY709" fmla="*/ 469645 h 776232"/>
                    <a:gd name="connsiteX710" fmla="*/ 29009 w 645772"/>
                    <a:gd name="connsiteY710" fmla="*/ 468279 h 776232"/>
                    <a:gd name="connsiteX711" fmla="*/ 31973 w 645772"/>
                    <a:gd name="connsiteY711" fmla="*/ 468024 h 776232"/>
                    <a:gd name="connsiteX712" fmla="*/ 33698 w 645772"/>
                    <a:gd name="connsiteY712" fmla="*/ 463394 h 776232"/>
                    <a:gd name="connsiteX713" fmla="*/ 36198 w 645772"/>
                    <a:gd name="connsiteY713" fmla="*/ 462908 h 776232"/>
                    <a:gd name="connsiteX714" fmla="*/ 38224 w 645772"/>
                    <a:gd name="connsiteY714" fmla="*/ 460141 h 776232"/>
                    <a:gd name="connsiteX715" fmla="*/ 40192 w 645772"/>
                    <a:gd name="connsiteY715" fmla="*/ 451262 h 776232"/>
                    <a:gd name="connsiteX716" fmla="*/ 38004 w 645772"/>
                    <a:gd name="connsiteY716" fmla="*/ 450683 h 776232"/>
                    <a:gd name="connsiteX717" fmla="*/ 39347 w 645772"/>
                    <a:gd name="connsiteY717" fmla="*/ 449051 h 776232"/>
                    <a:gd name="connsiteX718" fmla="*/ 38201 w 645772"/>
                    <a:gd name="connsiteY718" fmla="*/ 448913 h 776232"/>
                    <a:gd name="connsiteX719" fmla="*/ 38513 w 645772"/>
                    <a:gd name="connsiteY719" fmla="*/ 443228 h 776232"/>
                    <a:gd name="connsiteX720" fmla="*/ 45378 w 645772"/>
                    <a:gd name="connsiteY720" fmla="*/ 440543 h 776232"/>
                    <a:gd name="connsiteX721" fmla="*/ 49823 w 645772"/>
                    <a:gd name="connsiteY721" fmla="*/ 435971 h 776232"/>
                    <a:gd name="connsiteX722" fmla="*/ 53863 w 645772"/>
                    <a:gd name="connsiteY722" fmla="*/ 435878 h 776232"/>
                    <a:gd name="connsiteX723" fmla="*/ 54117 w 645772"/>
                    <a:gd name="connsiteY723" fmla="*/ 433621 h 776232"/>
                    <a:gd name="connsiteX724" fmla="*/ 59060 w 645772"/>
                    <a:gd name="connsiteY724" fmla="*/ 433123 h 776232"/>
                    <a:gd name="connsiteX725" fmla="*/ 59790 w 645772"/>
                    <a:gd name="connsiteY725" fmla="*/ 431653 h 776232"/>
                    <a:gd name="connsiteX726" fmla="*/ 61700 w 645772"/>
                    <a:gd name="connsiteY726" fmla="*/ 433528 h 776232"/>
                    <a:gd name="connsiteX727" fmla="*/ 61445 w 645772"/>
                    <a:gd name="connsiteY727" fmla="*/ 431363 h 776232"/>
                    <a:gd name="connsiteX728" fmla="*/ 68958 w 645772"/>
                    <a:gd name="connsiteY728" fmla="*/ 429557 h 776232"/>
                    <a:gd name="connsiteX729" fmla="*/ 69004 w 645772"/>
                    <a:gd name="connsiteY729" fmla="*/ 427393 h 776232"/>
                    <a:gd name="connsiteX730" fmla="*/ 65196 w 645772"/>
                    <a:gd name="connsiteY730" fmla="*/ 423249 h 776232"/>
                    <a:gd name="connsiteX731" fmla="*/ 66422 w 645772"/>
                    <a:gd name="connsiteY731" fmla="*/ 421015 h 776232"/>
                    <a:gd name="connsiteX732" fmla="*/ 65080 w 645772"/>
                    <a:gd name="connsiteY732" fmla="*/ 421825 h 776232"/>
                    <a:gd name="connsiteX733" fmla="*/ 63077 w 645772"/>
                    <a:gd name="connsiteY733" fmla="*/ 419787 h 776232"/>
                    <a:gd name="connsiteX734" fmla="*/ 63343 w 645772"/>
                    <a:gd name="connsiteY734" fmla="*/ 416569 h 776232"/>
                    <a:gd name="connsiteX735" fmla="*/ 61989 w 645772"/>
                    <a:gd name="connsiteY735" fmla="*/ 416326 h 776232"/>
                    <a:gd name="connsiteX736" fmla="*/ 65983 w 645772"/>
                    <a:gd name="connsiteY736" fmla="*/ 412992 h 776232"/>
                    <a:gd name="connsiteX737" fmla="*/ 62973 w 645772"/>
                    <a:gd name="connsiteY737" fmla="*/ 408813 h 776232"/>
                    <a:gd name="connsiteX738" fmla="*/ 65219 w 645772"/>
                    <a:gd name="connsiteY738" fmla="*/ 404924 h 776232"/>
                    <a:gd name="connsiteX739" fmla="*/ 68113 w 645772"/>
                    <a:gd name="connsiteY739" fmla="*/ 404600 h 776232"/>
                    <a:gd name="connsiteX740" fmla="*/ 62579 w 645772"/>
                    <a:gd name="connsiteY740" fmla="*/ 399668 h 776232"/>
                    <a:gd name="connsiteX741" fmla="*/ 57891 w 645772"/>
                    <a:gd name="connsiteY741" fmla="*/ 400606 h 776232"/>
                    <a:gd name="connsiteX742" fmla="*/ 57417 w 645772"/>
                    <a:gd name="connsiteY742" fmla="*/ 403003 h 776232"/>
                    <a:gd name="connsiteX743" fmla="*/ 53145 w 645772"/>
                    <a:gd name="connsiteY743" fmla="*/ 402875 h 776232"/>
                    <a:gd name="connsiteX744" fmla="*/ 52532 w 645772"/>
                    <a:gd name="connsiteY744" fmla="*/ 404299 h 776232"/>
                    <a:gd name="connsiteX745" fmla="*/ 47982 w 645772"/>
                    <a:gd name="connsiteY745" fmla="*/ 403674 h 776232"/>
                    <a:gd name="connsiteX746" fmla="*/ 46211 w 645772"/>
                    <a:gd name="connsiteY746" fmla="*/ 405353 h 776232"/>
                    <a:gd name="connsiteX747" fmla="*/ 42460 w 645772"/>
                    <a:gd name="connsiteY747" fmla="*/ 403813 h 776232"/>
                    <a:gd name="connsiteX748" fmla="*/ 43780 w 645772"/>
                    <a:gd name="connsiteY748" fmla="*/ 400676 h 776232"/>
                    <a:gd name="connsiteX749" fmla="*/ 40956 w 645772"/>
                    <a:gd name="connsiteY749" fmla="*/ 398800 h 776232"/>
                    <a:gd name="connsiteX750" fmla="*/ 40400 w 645772"/>
                    <a:gd name="connsiteY750" fmla="*/ 396265 h 776232"/>
                    <a:gd name="connsiteX751" fmla="*/ 35249 w 645772"/>
                    <a:gd name="connsiteY751" fmla="*/ 395779 h 776232"/>
                    <a:gd name="connsiteX752" fmla="*/ 35376 w 645772"/>
                    <a:gd name="connsiteY752" fmla="*/ 393013 h 776232"/>
                    <a:gd name="connsiteX753" fmla="*/ 31973 w 645772"/>
                    <a:gd name="connsiteY753" fmla="*/ 390998 h 776232"/>
                    <a:gd name="connsiteX754" fmla="*/ 32042 w 645772"/>
                    <a:gd name="connsiteY754" fmla="*/ 386449 h 776232"/>
                    <a:gd name="connsiteX755" fmla="*/ 29692 w 645772"/>
                    <a:gd name="connsiteY755" fmla="*/ 383879 h 776232"/>
                    <a:gd name="connsiteX756" fmla="*/ 30260 w 645772"/>
                    <a:gd name="connsiteY756" fmla="*/ 379527 h 776232"/>
                    <a:gd name="connsiteX757" fmla="*/ 22747 w 645772"/>
                    <a:gd name="connsiteY757" fmla="*/ 376725 h 776232"/>
                    <a:gd name="connsiteX758" fmla="*/ 18904 w 645772"/>
                    <a:gd name="connsiteY758" fmla="*/ 377559 h 776232"/>
                    <a:gd name="connsiteX759" fmla="*/ 10766 w 645772"/>
                    <a:gd name="connsiteY759" fmla="*/ 372558 h 776232"/>
                    <a:gd name="connsiteX760" fmla="*/ 9238 w 645772"/>
                    <a:gd name="connsiteY760" fmla="*/ 366515 h 776232"/>
                    <a:gd name="connsiteX761" fmla="*/ 6899 w 645772"/>
                    <a:gd name="connsiteY761" fmla="*/ 365937 h 776232"/>
                    <a:gd name="connsiteX762" fmla="*/ 4005 w 645772"/>
                    <a:gd name="connsiteY762" fmla="*/ 361098 h 776232"/>
                    <a:gd name="connsiteX763" fmla="*/ 2072 w 645772"/>
                    <a:gd name="connsiteY763" fmla="*/ 354534 h 776232"/>
                    <a:gd name="connsiteX764" fmla="*/ 5047 w 645772"/>
                    <a:gd name="connsiteY764" fmla="*/ 349117 h 776232"/>
                    <a:gd name="connsiteX765" fmla="*/ 35 w 645772"/>
                    <a:gd name="connsiteY765" fmla="*/ 341419 h 776232"/>
                    <a:gd name="connsiteX766" fmla="*/ 0 w 645772"/>
                    <a:gd name="connsiteY766" fmla="*/ 341361 h 776232"/>
                    <a:gd name="connsiteX767" fmla="*/ 70 w 645772"/>
                    <a:gd name="connsiteY767" fmla="*/ 341396 h 776232"/>
                    <a:gd name="connsiteX768" fmla="*/ 220 w 645772"/>
                    <a:gd name="connsiteY768" fmla="*/ 341373 h 776232"/>
                    <a:gd name="connsiteX769" fmla="*/ 255 w 645772"/>
                    <a:gd name="connsiteY769" fmla="*/ 341338 h 776232"/>
                    <a:gd name="connsiteX770" fmla="*/ 266 w 645772"/>
                    <a:gd name="connsiteY770" fmla="*/ 341257 h 776232"/>
                    <a:gd name="connsiteX771" fmla="*/ 556 w 645772"/>
                    <a:gd name="connsiteY771" fmla="*/ 341129 h 776232"/>
                    <a:gd name="connsiteX772" fmla="*/ 706 w 645772"/>
                    <a:gd name="connsiteY772" fmla="*/ 341037 h 776232"/>
                    <a:gd name="connsiteX773" fmla="*/ 834 w 645772"/>
                    <a:gd name="connsiteY773" fmla="*/ 340944 h 776232"/>
                    <a:gd name="connsiteX774" fmla="*/ 834 w 645772"/>
                    <a:gd name="connsiteY774" fmla="*/ 340875 h 776232"/>
                    <a:gd name="connsiteX775" fmla="*/ 799 w 645772"/>
                    <a:gd name="connsiteY775" fmla="*/ 340747 h 776232"/>
                    <a:gd name="connsiteX776" fmla="*/ 984 w 645772"/>
                    <a:gd name="connsiteY776" fmla="*/ 340655 h 776232"/>
                    <a:gd name="connsiteX777" fmla="*/ 996 w 645772"/>
                    <a:gd name="connsiteY777" fmla="*/ 340493 h 776232"/>
                    <a:gd name="connsiteX778" fmla="*/ 1007 w 645772"/>
                    <a:gd name="connsiteY778" fmla="*/ 340470 h 776232"/>
                    <a:gd name="connsiteX779" fmla="*/ 1135 w 645772"/>
                    <a:gd name="connsiteY779" fmla="*/ 340412 h 776232"/>
                    <a:gd name="connsiteX780" fmla="*/ 1239 w 645772"/>
                    <a:gd name="connsiteY780" fmla="*/ 340307 h 776232"/>
                    <a:gd name="connsiteX781" fmla="*/ 1193 w 645772"/>
                    <a:gd name="connsiteY781" fmla="*/ 340157 h 776232"/>
                    <a:gd name="connsiteX782" fmla="*/ 1193 w 645772"/>
                    <a:gd name="connsiteY782" fmla="*/ 340099 h 776232"/>
                    <a:gd name="connsiteX783" fmla="*/ 1308 w 645772"/>
                    <a:gd name="connsiteY783" fmla="*/ 340111 h 776232"/>
                    <a:gd name="connsiteX784" fmla="*/ 1343 w 645772"/>
                    <a:gd name="connsiteY784" fmla="*/ 339995 h 776232"/>
                    <a:gd name="connsiteX785" fmla="*/ 1378 w 645772"/>
                    <a:gd name="connsiteY785" fmla="*/ 339879 h 776232"/>
                    <a:gd name="connsiteX786" fmla="*/ 1378 w 645772"/>
                    <a:gd name="connsiteY786" fmla="*/ 339844 h 776232"/>
                    <a:gd name="connsiteX787" fmla="*/ 1401 w 645772"/>
                    <a:gd name="connsiteY787" fmla="*/ 339833 h 776232"/>
                    <a:gd name="connsiteX788" fmla="*/ 1436 w 645772"/>
                    <a:gd name="connsiteY788" fmla="*/ 339810 h 776232"/>
                    <a:gd name="connsiteX789" fmla="*/ 1436 w 645772"/>
                    <a:gd name="connsiteY789" fmla="*/ 339787 h 776232"/>
                    <a:gd name="connsiteX790" fmla="*/ 1436 w 645772"/>
                    <a:gd name="connsiteY790" fmla="*/ 339717 h 776232"/>
                    <a:gd name="connsiteX791" fmla="*/ 1401 w 645772"/>
                    <a:gd name="connsiteY791" fmla="*/ 339636 h 776232"/>
                    <a:gd name="connsiteX792" fmla="*/ 1401 w 645772"/>
                    <a:gd name="connsiteY792" fmla="*/ 339590 h 776232"/>
                    <a:gd name="connsiteX793" fmla="*/ 1401 w 645772"/>
                    <a:gd name="connsiteY793" fmla="*/ 339578 h 776232"/>
                    <a:gd name="connsiteX794" fmla="*/ 1401 w 645772"/>
                    <a:gd name="connsiteY794" fmla="*/ 339555 h 776232"/>
                    <a:gd name="connsiteX795" fmla="*/ 1447 w 645772"/>
                    <a:gd name="connsiteY795" fmla="*/ 339509 h 776232"/>
                    <a:gd name="connsiteX796" fmla="*/ 1470 w 645772"/>
                    <a:gd name="connsiteY796" fmla="*/ 339451 h 776232"/>
                    <a:gd name="connsiteX797" fmla="*/ 1459 w 645772"/>
                    <a:gd name="connsiteY797" fmla="*/ 339382 h 776232"/>
                    <a:gd name="connsiteX798" fmla="*/ 1436 w 645772"/>
                    <a:gd name="connsiteY798" fmla="*/ 339347 h 776232"/>
                    <a:gd name="connsiteX799" fmla="*/ 1424 w 645772"/>
                    <a:gd name="connsiteY799" fmla="*/ 339289 h 776232"/>
                    <a:gd name="connsiteX800" fmla="*/ 1470 w 645772"/>
                    <a:gd name="connsiteY800" fmla="*/ 339231 h 776232"/>
                    <a:gd name="connsiteX801" fmla="*/ 1667 w 645772"/>
                    <a:gd name="connsiteY801" fmla="*/ 339196 h 776232"/>
                    <a:gd name="connsiteX802" fmla="*/ 1713 w 645772"/>
                    <a:gd name="connsiteY802" fmla="*/ 339150 h 776232"/>
                    <a:gd name="connsiteX803" fmla="*/ 1713 w 645772"/>
                    <a:gd name="connsiteY803" fmla="*/ 339046 h 776232"/>
                    <a:gd name="connsiteX804" fmla="*/ 1690 w 645772"/>
                    <a:gd name="connsiteY804" fmla="*/ 339011 h 776232"/>
                    <a:gd name="connsiteX805" fmla="*/ 1609 w 645772"/>
                    <a:gd name="connsiteY805" fmla="*/ 338942 h 776232"/>
                    <a:gd name="connsiteX806" fmla="*/ 1505 w 645772"/>
                    <a:gd name="connsiteY806" fmla="*/ 338849 h 776232"/>
                    <a:gd name="connsiteX807" fmla="*/ 1285 w 645772"/>
                    <a:gd name="connsiteY807" fmla="*/ 338594 h 776232"/>
                    <a:gd name="connsiteX808" fmla="*/ 1320 w 645772"/>
                    <a:gd name="connsiteY808" fmla="*/ 338571 h 776232"/>
                    <a:gd name="connsiteX809" fmla="*/ 1296 w 645772"/>
                    <a:gd name="connsiteY809" fmla="*/ 338548 h 776232"/>
                    <a:gd name="connsiteX810" fmla="*/ 1250 w 645772"/>
                    <a:gd name="connsiteY810" fmla="*/ 338479 h 776232"/>
                    <a:gd name="connsiteX811" fmla="*/ 1239 w 645772"/>
                    <a:gd name="connsiteY811" fmla="*/ 338467 h 776232"/>
                    <a:gd name="connsiteX812" fmla="*/ 1227 w 645772"/>
                    <a:gd name="connsiteY812" fmla="*/ 338444 h 776232"/>
                    <a:gd name="connsiteX813" fmla="*/ 1227 w 645772"/>
                    <a:gd name="connsiteY813" fmla="*/ 338397 h 776232"/>
                    <a:gd name="connsiteX814" fmla="*/ 1320 w 645772"/>
                    <a:gd name="connsiteY814" fmla="*/ 338397 h 776232"/>
                    <a:gd name="connsiteX815" fmla="*/ 1366 w 645772"/>
                    <a:gd name="connsiteY815" fmla="*/ 338247 h 776232"/>
                    <a:gd name="connsiteX816" fmla="*/ 1378 w 645772"/>
                    <a:gd name="connsiteY816" fmla="*/ 338224 h 776232"/>
                    <a:gd name="connsiteX817" fmla="*/ 1366 w 645772"/>
                    <a:gd name="connsiteY817" fmla="*/ 338201 h 776232"/>
                    <a:gd name="connsiteX818" fmla="*/ 1343 w 645772"/>
                    <a:gd name="connsiteY818" fmla="*/ 338166 h 776232"/>
                    <a:gd name="connsiteX819" fmla="*/ 1401 w 645772"/>
                    <a:gd name="connsiteY819" fmla="*/ 338039 h 776232"/>
                    <a:gd name="connsiteX820" fmla="*/ 1424 w 645772"/>
                    <a:gd name="connsiteY820" fmla="*/ 338015 h 776232"/>
                    <a:gd name="connsiteX821" fmla="*/ 1447 w 645772"/>
                    <a:gd name="connsiteY821" fmla="*/ 337957 h 776232"/>
                    <a:gd name="connsiteX822" fmla="*/ 1447 w 645772"/>
                    <a:gd name="connsiteY822" fmla="*/ 337865 h 776232"/>
                    <a:gd name="connsiteX823" fmla="*/ 1436 w 645772"/>
                    <a:gd name="connsiteY823" fmla="*/ 337842 h 776232"/>
                    <a:gd name="connsiteX824" fmla="*/ 1459 w 645772"/>
                    <a:gd name="connsiteY824" fmla="*/ 337830 h 776232"/>
                    <a:gd name="connsiteX825" fmla="*/ 1505 w 645772"/>
                    <a:gd name="connsiteY825" fmla="*/ 337691 h 776232"/>
                    <a:gd name="connsiteX826" fmla="*/ 1540 w 645772"/>
                    <a:gd name="connsiteY826" fmla="*/ 337680 h 776232"/>
                    <a:gd name="connsiteX827" fmla="*/ 1586 w 645772"/>
                    <a:gd name="connsiteY827" fmla="*/ 337622 h 776232"/>
                    <a:gd name="connsiteX828" fmla="*/ 1609 w 645772"/>
                    <a:gd name="connsiteY828" fmla="*/ 337541 h 776232"/>
                    <a:gd name="connsiteX829" fmla="*/ 1655 w 645772"/>
                    <a:gd name="connsiteY829" fmla="*/ 337552 h 776232"/>
                    <a:gd name="connsiteX830" fmla="*/ 1760 w 645772"/>
                    <a:gd name="connsiteY830" fmla="*/ 337541 h 776232"/>
                    <a:gd name="connsiteX831" fmla="*/ 1760 w 645772"/>
                    <a:gd name="connsiteY831" fmla="*/ 337518 h 776232"/>
                    <a:gd name="connsiteX832" fmla="*/ 1771 w 645772"/>
                    <a:gd name="connsiteY832" fmla="*/ 337460 h 776232"/>
                    <a:gd name="connsiteX833" fmla="*/ 1829 w 645772"/>
                    <a:gd name="connsiteY833" fmla="*/ 337413 h 776232"/>
                    <a:gd name="connsiteX834" fmla="*/ 1864 w 645772"/>
                    <a:gd name="connsiteY834" fmla="*/ 337391 h 776232"/>
                    <a:gd name="connsiteX835" fmla="*/ 1898 w 645772"/>
                    <a:gd name="connsiteY835" fmla="*/ 337344 h 776232"/>
                    <a:gd name="connsiteX836" fmla="*/ 1910 w 645772"/>
                    <a:gd name="connsiteY836" fmla="*/ 337344 h 776232"/>
                    <a:gd name="connsiteX837" fmla="*/ 1945 w 645772"/>
                    <a:gd name="connsiteY837" fmla="*/ 337344 h 776232"/>
                    <a:gd name="connsiteX838" fmla="*/ 2061 w 645772"/>
                    <a:gd name="connsiteY838" fmla="*/ 337391 h 776232"/>
                    <a:gd name="connsiteX839" fmla="*/ 2095 w 645772"/>
                    <a:gd name="connsiteY839" fmla="*/ 337240 h 776232"/>
                    <a:gd name="connsiteX840" fmla="*/ 2084 w 645772"/>
                    <a:gd name="connsiteY840" fmla="*/ 337217 h 776232"/>
                    <a:gd name="connsiteX841" fmla="*/ 2049 w 645772"/>
                    <a:gd name="connsiteY841" fmla="*/ 337182 h 776232"/>
                    <a:gd name="connsiteX842" fmla="*/ 2049 w 645772"/>
                    <a:gd name="connsiteY842" fmla="*/ 337147 h 776232"/>
                    <a:gd name="connsiteX843" fmla="*/ 2061 w 645772"/>
                    <a:gd name="connsiteY843" fmla="*/ 337136 h 776232"/>
                    <a:gd name="connsiteX844" fmla="*/ 2072 w 645772"/>
                    <a:gd name="connsiteY844" fmla="*/ 337124 h 776232"/>
                    <a:gd name="connsiteX845" fmla="*/ 2107 w 645772"/>
                    <a:gd name="connsiteY845" fmla="*/ 337136 h 776232"/>
                    <a:gd name="connsiteX846" fmla="*/ 2165 w 645772"/>
                    <a:gd name="connsiteY846" fmla="*/ 337112 h 776232"/>
                    <a:gd name="connsiteX847" fmla="*/ 2315 w 645772"/>
                    <a:gd name="connsiteY847" fmla="*/ 337008 h 776232"/>
                    <a:gd name="connsiteX848" fmla="*/ 2327 w 645772"/>
                    <a:gd name="connsiteY848" fmla="*/ 336997 h 776232"/>
                    <a:gd name="connsiteX849" fmla="*/ 2373 w 645772"/>
                    <a:gd name="connsiteY849" fmla="*/ 336950 h 776232"/>
                    <a:gd name="connsiteX850" fmla="*/ 2454 w 645772"/>
                    <a:gd name="connsiteY850" fmla="*/ 336835 h 776232"/>
                    <a:gd name="connsiteX851" fmla="*/ 2535 w 645772"/>
                    <a:gd name="connsiteY851" fmla="*/ 336789 h 776232"/>
                    <a:gd name="connsiteX852" fmla="*/ 2570 w 645772"/>
                    <a:gd name="connsiteY852" fmla="*/ 336765 h 776232"/>
                    <a:gd name="connsiteX853" fmla="*/ 2628 w 645772"/>
                    <a:gd name="connsiteY853" fmla="*/ 336649 h 776232"/>
                    <a:gd name="connsiteX854" fmla="*/ 2686 w 645772"/>
                    <a:gd name="connsiteY854" fmla="*/ 336557 h 776232"/>
                    <a:gd name="connsiteX855" fmla="*/ 2767 w 645772"/>
                    <a:gd name="connsiteY855" fmla="*/ 336291 h 776232"/>
                    <a:gd name="connsiteX856" fmla="*/ 2778 w 645772"/>
                    <a:gd name="connsiteY856" fmla="*/ 336221 h 776232"/>
                    <a:gd name="connsiteX857" fmla="*/ 2813 w 645772"/>
                    <a:gd name="connsiteY857" fmla="*/ 336163 h 776232"/>
                    <a:gd name="connsiteX858" fmla="*/ 2801 w 645772"/>
                    <a:gd name="connsiteY858" fmla="*/ 336105 h 776232"/>
                    <a:gd name="connsiteX859" fmla="*/ 2813 w 645772"/>
                    <a:gd name="connsiteY859" fmla="*/ 336094 h 776232"/>
                    <a:gd name="connsiteX860" fmla="*/ 2836 w 645772"/>
                    <a:gd name="connsiteY860" fmla="*/ 336071 h 776232"/>
                    <a:gd name="connsiteX861" fmla="*/ 2848 w 645772"/>
                    <a:gd name="connsiteY861" fmla="*/ 335944 h 776232"/>
                    <a:gd name="connsiteX862" fmla="*/ 2859 w 645772"/>
                    <a:gd name="connsiteY862" fmla="*/ 335909 h 776232"/>
                    <a:gd name="connsiteX863" fmla="*/ 2906 w 645772"/>
                    <a:gd name="connsiteY863" fmla="*/ 335828 h 776232"/>
                    <a:gd name="connsiteX864" fmla="*/ 2906 w 645772"/>
                    <a:gd name="connsiteY864" fmla="*/ 335804 h 776232"/>
                    <a:gd name="connsiteX865" fmla="*/ 2906 w 645772"/>
                    <a:gd name="connsiteY865" fmla="*/ 335770 h 776232"/>
                    <a:gd name="connsiteX866" fmla="*/ 2929 w 645772"/>
                    <a:gd name="connsiteY866" fmla="*/ 335735 h 776232"/>
                    <a:gd name="connsiteX867" fmla="*/ 2894 w 645772"/>
                    <a:gd name="connsiteY867" fmla="*/ 335654 h 776232"/>
                    <a:gd name="connsiteX868" fmla="*/ 2848 w 645772"/>
                    <a:gd name="connsiteY868" fmla="*/ 335561 h 776232"/>
                    <a:gd name="connsiteX869" fmla="*/ 2848 w 645772"/>
                    <a:gd name="connsiteY869" fmla="*/ 335538 h 776232"/>
                    <a:gd name="connsiteX870" fmla="*/ 2813 w 645772"/>
                    <a:gd name="connsiteY870" fmla="*/ 335457 h 776232"/>
                    <a:gd name="connsiteX871" fmla="*/ 2732 w 645772"/>
                    <a:gd name="connsiteY871" fmla="*/ 335411 h 776232"/>
                    <a:gd name="connsiteX872" fmla="*/ 2640 w 645772"/>
                    <a:gd name="connsiteY872" fmla="*/ 335307 h 776232"/>
                    <a:gd name="connsiteX873" fmla="*/ 2616 w 645772"/>
                    <a:gd name="connsiteY873" fmla="*/ 335237 h 776232"/>
                    <a:gd name="connsiteX874" fmla="*/ 2512 w 645772"/>
                    <a:gd name="connsiteY874" fmla="*/ 335121 h 776232"/>
                    <a:gd name="connsiteX875" fmla="*/ 2454 w 645772"/>
                    <a:gd name="connsiteY875" fmla="*/ 335064 h 776232"/>
                    <a:gd name="connsiteX876" fmla="*/ 2454 w 645772"/>
                    <a:gd name="connsiteY876" fmla="*/ 335006 h 776232"/>
                    <a:gd name="connsiteX877" fmla="*/ 2442 w 645772"/>
                    <a:gd name="connsiteY877" fmla="*/ 334971 h 776232"/>
                    <a:gd name="connsiteX878" fmla="*/ 2420 w 645772"/>
                    <a:gd name="connsiteY878" fmla="*/ 334925 h 776232"/>
                    <a:gd name="connsiteX879" fmla="*/ 2442 w 645772"/>
                    <a:gd name="connsiteY879" fmla="*/ 334890 h 776232"/>
                    <a:gd name="connsiteX880" fmla="*/ 2454 w 645772"/>
                    <a:gd name="connsiteY880" fmla="*/ 334867 h 776232"/>
                    <a:gd name="connsiteX881" fmla="*/ 2466 w 645772"/>
                    <a:gd name="connsiteY881" fmla="*/ 334844 h 776232"/>
                    <a:gd name="connsiteX882" fmla="*/ 2477 w 645772"/>
                    <a:gd name="connsiteY882" fmla="*/ 334786 h 776232"/>
                    <a:gd name="connsiteX883" fmla="*/ 2477 w 645772"/>
                    <a:gd name="connsiteY883" fmla="*/ 334774 h 776232"/>
                    <a:gd name="connsiteX884" fmla="*/ 2477 w 645772"/>
                    <a:gd name="connsiteY884" fmla="*/ 334740 h 776232"/>
                    <a:gd name="connsiteX885" fmla="*/ 2466 w 645772"/>
                    <a:gd name="connsiteY885" fmla="*/ 334716 h 776232"/>
                    <a:gd name="connsiteX886" fmla="*/ 2442 w 645772"/>
                    <a:gd name="connsiteY886" fmla="*/ 334670 h 776232"/>
                    <a:gd name="connsiteX887" fmla="*/ 2431 w 645772"/>
                    <a:gd name="connsiteY887" fmla="*/ 334647 h 776232"/>
                    <a:gd name="connsiteX888" fmla="*/ 2396 w 645772"/>
                    <a:gd name="connsiteY888" fmla="*/ 334497 h 776232"/>
                    <a:gd name="connsiteX889" fmla="*/ 2420 w 645772"/>
                    <a:gd name="connsiteY889" fmla="*/ 334334 h 776232"/>
                    <a:gd name="connsiteX890" fmla="*/ 2420 w 645772"/>
                    <a:gd name="connsiteY890" fmla="*/ 334300 h 776232"/>
                    <a:gd name="connsiteX891" fmla="*/ 2408 w 645772"/>
                    <a:gd name="connsiteY891" fmla="*/ 334230 h 776232"/>
                    <a:gd name="connsiteX892" fmla="*/ 2315 w 645772"/>
                    <a:gd name="connsiteY892" fmla="*/ 333987 h 776232"/>
                    <a:gd name="connsiteX893" fmla="*/ 2269 w 645772"/>
                    <a:gd name="connsiteY893" fmla="*/ 333883 h 776232"/>
                    <a:gd name="connsiteX894" fmla="*/ 2257 w 645772"/>
                    <a:gd name="connsiteY894" fmla="*/ 333871 h 776232"/>
                    <a:gd name="connsiteX895" fmla="*/ 2315 w 645772"/>
                    <a:gd name="connsiteY895" fmla="*/ 333640 h 776232"/>
                    <a:gd name="connsiteX896" fmla="*/ 2674 w 645772"/>
                    <a:gd name="connsiteY896" fmla="*/ 332922 h 776232"/>
                    <a:gd name="connsiteX897" fmla="*/ 2894 w 645772"/>
                    <a:gd name="connsiteY897" fmla="*/ 332471 h 776232"/>
                    <a:gd name="connsiteX898" fmla="*/ 3068 w 645772"/>
                    <a:gd name="connsiteY898" fmla="*/ 332089 h 776232"/>
                    <a:gd name="connsiteX899" fmla="*/ 4932 w 645772"/>
                    <a:gd name="connsiteY899" fmla="*/ 328292 h 776232"/>
                    <a:gd name="connsiteX900" fmla="*/ 5394 w 645772"/>
                    <a:gd name="connsiteY900" fmla="*/ 327343 h 776232"/>
                    <a:gd name="connsiteX901" fmla="*/ 5418 w 645772"/>
                    <a:gd name="connsiteY901" fmla="*/ 327296 h 776232"/>
                    <a:gd name="connsiteX902" fmla="*/ 5835 w 645772"/>
                    <a:gd name="connsiteY902" fmla="*/ 326393 h 776232"/>
                    <a:gd name="connsiteX903" fmla="*/ 5915 w 645772"/>
                    <a:gd name="connsiteY903" fmla="*/ 326231 h 776232"/>
                    <a:gd name="connsiteX904" fmla="*/ 6135 w 645772"/>
                    <a:gd name="connsiteY904" fmla="*/ 325780 h 776232"/>
                    <a:gd name="connsiteX905" fmla="*/ 6390 w 645772"/>
                    <a:gd name="connsiteY905" fmla="*/ 325305 h 776232"/>
                    <a:gd name="connsiteX906" fmla="*/ 6540 w 645772"/>
                    <a:gd name="connsiteY906" fmla="*/ 325039 h 776232"/>
                    <a:gd name="connsiteX907" fmla="*/ 6610 w 645772"/>
                    <a:gd name="connsiteY907" fmla="*/ 324865 h 776232"/>
                    <a:gd name="connsiteX908" fmla="*/ 6899 w 645772"/>
                    <a:gd name="connsiteY908" fmla="*/ 324159 h 776232"/>
                    <a:gd name="connsiteX909" fmla="*/ 7154 w 645772"/>
                    <a:gd name="connsiteY909" fmla="*/ 323534 h 776232"/>
                    <a:gd name="connsiteX910" fmla="*/ 7293 w 645772"/>
                    <a:gd name="connsiteY910" fmla="*/ 323245 h 776232"/>
                    <a:gd name="connsiteX911" fmla="*/ 7663 w 645772"/>
                    <a:gd name="connsiteY911" fmla="*/ 322666 h 776232"/>
                    <a:gd name="connsiteX912" fmla="*/ 8230 w 645772"/>
                    <a:gd name="connsiteY912" fmla="*/ 322400 h 776232"/>
                    <a:gd name="connsiteX913" fmla="*/ 9608 w 645772"/>
                    <a:gd name="connsiteY913" fmla="*/ 322990 h 776232"/>
                    <a:gd name="connsiteX914" fmla="*/ 10187 w 645772"/>
                    <a:gd name="connsiteY914" fmla="*/ 323279 h 776232"/>
                    <a:gd name="connsiteX915" fmla="*/ 12919 w 645772"/>
                    <a:gd name="connsiteY915" fmla="*/ 323303 h 776232"/>
                    <a:gd name="connsiteX916" fmla="*/ 14296 w 645772"/>
                    <a:gd name="connsiteY916" fmla="*/ 323303 h 776232"/>
                    <a:gd name="connsiteX917" fmla="*/ 14505 w 645772"/>
                    <a:gd name="connsiteY917" fmla="*/ 323198 h 776232"/>
                    <a:gd name="connsiteX918" fmla="*/ 14782 w 645772"/>
                    <a:gd name="connsiteY918" fmla="*/ 323129 h 776232"/>
                    <a:gd name="connsiteX919" fmla="*/ 15628 w 645772"/>
                    <a:gd name="connsiteY919" fmla="*/ 322735 h 776232"/>
                    <a:gd name="connsiteX920" fmla="*/ 16067 w 645772"/>
                    <a:gd name="connsiteY920" fmla="*/ 322678 h 776232"/>
                    <a:gd name="connsiteX921" fmla="*/ 16357 w 645772"/>
                    <a:gd name="connsiteY921" fmla="*/ 322666 h 776232"/>
                    <a:gd name="connsiteX922" fmla="*/ 16530 w 645772"/>
                    <a:gd name="connsiteY922" fmla="*/ 322573 h 776232"/>
                    <a:gd name="connsiteX923" fmla="*/ 16612 w 645772"/>
                    <a:gd name="connsiteY923" fmla="*/ 322515 h 776232"/>
                    <a:gd name="connsiteX924" fmla="*/ 16774 w 645772"/>
                    <a:gd name="connsiteY924" fmla="*/ 322353 h 776232"/>
                    <a:gd name="connsiteX925" fmla="*/ 16820 w 645772"/>
                    <a:gd name="connsiteY925" fmla="*/ 322284 h 776232"/>
                    <a:gd name="connsiteX926" fmla="*/ 16855 w 645772"/>
                    <a:gd name="connsiteY926" fmla="*/ 322214 h 776232"/>
                    <a:gd name="connsiteX927" fmla="*/ 16878 w 645772"/>
                    <a:gd name="connsiteY927" fmla="*/ 322168 h 776232"/>
                    <a:gd name="connsiteX928" fmla="*/ 16982 w 645772"/>
                    <a:gd name="connsiteY928" fmla="*/ 321948 h 776232"/>
                    <a:gd name="connsiteX929" fmla="*/ 17017 w 645772"/>
                    <a:gd name="connsiteY929" fmla="*/ 321902 h 776232"/>
                    <a:gd name="connsiteX930" fmla="*/ 17109 w 645772"/>
                    <a:gd name="connsiteY930" fmla="*/ 321809 h 776232"/>
                    <a:gd name="connsiteX931" fmla="*/ 17202 w 645772"/>
                    <a:gd name="connsiteY931" fmla="*/ 321751 h 776232"/>
                    <a:gd name="connsiteX932" fmla="*/ 17561 w 645772"/>
                    <a:gd name="connsiteY932" fmla="*/ 321647 h 776232"/>
                    <a:gd name="connsiteX933" fmla="*/ 19008 w 645772"/>
                    <a:gd name="connsiteY933" fmla="*/ 321369 h 776232"/>
                    <a:gd name="connsiteX934" fmla="*/ 18927 w 645772"/>
                    <a:gd name="connsiteY934" fmla="*/ 320281 h 776232"/>
                    <a:gd name="connsiteX935" fmla="*/ 18799 w 645772"/>
                    <a:gd name="connsiteY935" fmla="*/ 320142 h 776232"/>
                    <a:gd name="connsiteX936" fmla="*/ 18753 w 645772"/>
                    <a:gd name="connsiteY936" fmla="*/ 320084 h 776232"/>
                    <a:gd name="connsiteX937" fmla="*/ 18695 w 645772"/>
                    <a:gd name="connsiteY937" fmla="*/ 319784 h 776232"/>
                    <a:gd name="connsiteX938" fmla="*/ 18660 w 645772"/>
                    <a:gd name="connsiteY938" fmla="*/ 319691 h 776232"/>
                    <a:gd name="connsiteX939" fmla="*/ 18637 w 645772"/>
                    <a:gd name="connsiteY939" fmla="*/ 319644 h 776232"/>
                    <a:gd name="connsiteX940" fmla="*/ 18626 w 645772"/>
                    <a:gd name="connsiteY940" fmla="*/ 319598 h 776232"/>
                    <a:gd name="connsiteX941" fmla="*/ 18695 w 645772"/>
                    <a:gd name="connsiteY941" fmla="*/ 319008 h 776232"/>
                    <a:gd name="connsiteX942" fmla="*/ 18545 w 645772"/>
                    <a:gd name="connsiteY942" fmla="*/ 318383 h 776232"/>
                    <a:gd name="connsiteX943" fmla="*/ 18556 w 645772"/>
                    <a:gd name="connsiteY943" fmla="*/ 318290 h 776232"/>
                    <a:gd name="connsiteX944" fmla="*/ 18545 w 645772"/>
                    <a:gd name="connsiteY944" fmla="*/ 318255 h 776232"/>
                    <a:gd name="connsiteX945" fmla="*/ 18441 w 645772"/>
                    <a:gd name="connsiteY945" fmla="*/ 317850 h 776232"/>
                    <a:gd name="connsiteX946" fmla="*/ 18383 w 645772"/>
                    <a:gd name="connsiteY946" fmla="*/ 317549 h 776232"/>
                    <a:gd name="connsiteX947" fmla="*/ 18521 w 645772"/>
                    <a:gd name="connsiteY947" fmla="*/ 317491 h 776232"/>
                    <a:gd name="connsiteX948" fmla="*/ 18556 w 645772"/>
                    <a:gd name="connsiteY948" fmla="*/ 317399 h 776232"/>
                    <a:gd name="connsiteX949" fmla="*/ 18591 w 645772"/>
                    <a:gd name="connsiteY949" fmla="*/ 317341 h 776232"/>
                    <a:gd name="connsiteX950" fmla="*/ 18684 w 645772"/>
                    <a:gd name="connsiteY950" fmla="*/ 317179 h 776232"/>
                    <a:gd name="connsiteX951" fmla="*/ 18695 w 645772"/>
                    <a:gd name="connsiteY951" fmla="*/ 317121 h 776232"/>
                    <a:gd name="connsiteX952" fmla="*/ 18996 w 645772"/>
                    <a:gd name="connsiteY952" fmla="*/ 316612 h 776232"/>
                    <a:gd name="connsiteX953" fmla="*/ 18822 w 645772"/>
                    <a:gd name="connsiteY953" fmla="*/ 316554 h 776232"/>
                    <a:gd name="connsiteX954" fmla="*/ 18788 w 645772"/>
                    <a:gd name="connsiteY954" fmla="*/ 316449 h 776232"/>
                    <a:gd name="connsiteX955" fmla="*/ 18776 w 645772"/>
                    <a:gd name="connsiteY955" fmla="*/ 316415 h 776232"/>
                    <a:gd name="connsiteX956" fmla="*/ 18788 w 645772"/>
                    <a:gd name="connsiteY956" fmla="*/ 316322 h 776232"/>
                    <a:gd name="connsiteX957" fmla="*/ 18869 w 645772"/>
                    <a:gd name="connsiteY957" fmla="*/ 316311 h 776232"/>
                    <a:gd name="connsiteX958" fmla="*/ 18892 w 645772"/>
                    <a:gd name="connsiteY958" fmla="*/ 316276 h 776232"/>
                    <a:gd name="connsiteX959" fmla="*/ 18985 w 645772"/>
                    <a:gd name="connsiteY959" fmla="*/ 316021 h 776232"/>
                    <a:gd name="connsiteX960" fmla="*/ 18996 w 645772"/>
                    <a:gd name="connsiteY960" fmla="*/ 315975 h 776232"/>
                    <a:gd name="connsiteX961" fmla="*/ 19089 w 645772"/>
                    <a:gd name="connsiteY961" fmla="*/ 315662 h 776232"/>
                    <a:gd name="connsiteX962" fmla="*/ 19089 w 645772"/>
                    <a:gd name="connsiteY962" fmla="*/ 315604 h 776232"/>
                    <a:gd name="connsiteX963" fmla="*/ 19100 w 645772"/>
                    <a:gd name="connsiteY963" fmla="*/ 315512 h 776232"/>
                    <a:gd name="connsiteX964" fmla="*/ 19123 w 645772"/>
                    <a:gd name="connsiteY964" fmla="*/ 315327 h 776232"/>
                    <a:gd name="connsiteX965" fmla="*/ 19123 w 645772"/>
                    <a:gd name="connsiteY965" fmla="*/ 315303 h 776232"/>
                    <a:gd name="connsiteX966" fmla="*/ 19274 w 645772"/>
                    <a:gd name="connsiteY966" fmla="*/ 314852 h 776232"/>
                    <a:gd name="connsiteX967" fmla="*/ 19274 w 645772"/>
                    <a:gd name="connsiteY967" fmla="*/ 314817 h 776232"/>
                    <a:gd name="connsiteX968" fmla="*/ 19262 w 645772"/>
                    <a:gd name="connsiteY968" fmla="*/ 314667 h 776232"/>
                    <a:gd name="connsiteX969" fmla="*/ 19251 w 645772"/>
                    <a:gd name="connsiteY969" fmla="*/ 314597 h 776232"/>
                    <a:gd name="connsiteX970" fmla="*/ 19262 w 645772"/>
                    <a:gd name="connsiteY970" fmla="*/ 314505 h 776232"/>
                    <a:gd name="connsiteX971" fmla="*/ 19170 w 645772"/>
                    <a:gd name="connsiteY971" fmla="*/ 314273 h 776232"/>
                    <a:gd name="connsiteX972" fmla="*/ 19170 w 645772"/>
                    <a:gd name="connsiteY972" fmla="*/ 314157 h 776232"/>
                    <a:gd name="connsiteX973" fmla="*/ 19193 w 645772"/>
                    <a:gd name="connsiteY973" fmla="*/ 314030 h 776232"/>
                    <a:gd name="connsiteX974" fmla="*/ 19251 w 645772"/>
                    <a:gd name="connsiteY974" fmla="*/ 313868 h 776232"/>
                    <a:gd name="connsiteX975" fmla="*/ 19355 w 645772"/>
                    <a:gd name="connsiteY975" fmla="*/ 313729 h 776232"/>
                    <a:gd name="connsiteX976" fmla="*/ 19552 w 645772"/>
                    <a:gd name="connsiteY976" fmla="*/ 313602 h 776232"/>
                    <a:gd name="connsiteX977" fmla="*/ 19587 w 645772"/>
                    <a:gd name="connsiteY977" fmla="*/ 313579 h 776232"/>
                    <a:gd name="connsiteX978" fmla="*/ 19598 w 645772"/>
                    <a:gd name="connsiteY978" fmla="*/ 313556 h 776232"/>
                    <a:gd name="connsiteX979" fmla="*/ 19645 w 645772"/>
                    <a:gd name="connsiteY979" fmla="*/ 313475 h 776232"/>
                    <a:gd name="connsiteX980" fmla="*/ 19645 w 645772"/>
                    <a:gd name="connsiteY980" fmla="*/ 313382 h 776232"/>
                    <a:gd name="connsiteX981" fmla="*/ 19645 w 645772"/>
                    <a:gd name="connsiteY981" fmla="*/ 313359 h 776232"/>
                    <a:gd name="connsiteX982" fmla="*/ 19633 w 645772"/>
                    <a:gd name="connsiteY982" fmla="*/ 313324 h 776232"/>
                    <a:gd name="connsiteX983" fmla="*/ 19540 w 645772"/>
                    <a:gd name="connsiteY983" fmla="*/ 313243 h 776232"/>
                    <a:gd name="connsiteX984" fmla="*/ 19529 w 645772"/>
                    <a:gd name="connsiteY984" fmla="*/ 313220 h 776232"/>
                    <a:gd name="connsiteX985" fmla="*/ 19517 w 645772"/>
                    <a:gd name="connsiteY985" fmla="*/ 313185 h 776232"/>
                    <a:gd name="connsiteX986" fmla="*/ 19517 w 645772"/>
                    <a:gd name="connsiteY986" fmla="*/ 313162 h 776232"/>
                    <a:gd name="connsiteX987" fmla="*/ 19575 w 645772"/>
                    <a:gd name="connsiteY987" fmla="*/ 313058 h 776232"/>
                    <a:gd name="connsiteX988" fmla="*/ 19749 w 645772"/>
                    <a:gd name="connsiteY988" fmla="*/ 312896 h 776232"/>
                    <a:gd name="connsiteX989" fmla="*/ 19830 w 645772"/>
                    <a:gd name="connsiteY989" fmla="*/ 312618 h 776232"/>
                    <a:gd name="connsiteX990" fmla="*/ 19841 w 645772"/>
                    <a:gd name="connsiteY990" fmla="*/ 312502 h 776232"/>
                    <a:gd name="connsiteX991" fmla="*/ 19853 w 645772"/>
                    <a:gd name="connsiteY991" fmla="*/ 312479 h 776232"/>
                    <a:gd name="connsiteX992" fmla="*/ 19841 w 645772"/>
                    <a:gd name="connsiteY992" fmla="*/ 312259 h 776232"/>
                    <a:gd name="connsiteX993" fmla="*/ 19783 w 645772"/>
                    <a:gd name="connsiteY993" fmla="*/ 312062 h 776232"/>
                    <a:gd name="connsiteX994" fmla="*/ 19633 w 645772"/>
                    <a:gd name="connsiteY994" fmla="*/ 311912 h 776232"/>
                    <a:gd name="connsiteX995" fmla="*/ 19424 w 645772"/>
                    <a:gd name="connsiteY995" fmla="*/ 311773 h 776232"/>
                    <a:gd name="connsiteX996" fmla="*/ 19401 w 645772"/>
                    <a:gd name="connsiteY996" fmla="*/ 311750 h 776232"/>
                    <a:gd name="connsiteX997" fmla="*/ 19390 w 645772"/>
                    <a:gd name="connsiteY997" fmla="*/ 311622 h 776232"/>
                    <a:gd name="connsiteX998" fmla="*/ 19401 w 645772"/>
                    <a:gd name="connsiteY998" fmla="*/ 311611 h 776232"/>
                    <a:gd name="connsiteX999" fmla="*/ 19610 w 645772"/>
                    <a:gd name="connsiteY999" fmla="*/ 311507 h 776232"/>
                    <a:gd name="connsiteX1000" fmla="*/ 19656 w 645772"/>
                    <a:gd name="connsiteY1000" fmla="*/ 311495 h 776232"/>
                    <a:gd name="connsiteX1001" fmla="*/ 19679 w 645772"/>
                    <a:gd name="connsiteY1001" fmla="*/ 311507 h 776232"/>
                    <a:gd name="connsiteX1002" fmla="*/ 19691 w 645772"/>
                    <a:gd name="connsiteY1002" fmla="*/ 311518 h 776232"/>
                    <a:gd name="connsiteX1003" fmla="*/ 19725 w 645772"/>
                    <a:gd name="connsiteY1003" fmla="*/ 311553 h 776232"/>
                    <a:gd name="connsiteX1004" fmla="*/ 19760 w 645772"/>
                    <a:gd name="connsiteY1004" fmla="*/ 311611 h 776232"/>
                    <a:gd name="connsiteX1005" fmla="*/ 19899 w 645772"/>
                    <a:gd name="connsiteY1005" fmla="*/ 311565 h 776232"/>
                    <a:gd name="connsiteX1006" fmla="*/ 19992 w 645772"/>
                    <a:gd name="connsiteY1006" fmla="*/ 311194 h 776232"/>
                    <a:gd name="connsiteX1007" fmla="*/ 19992 w 645772"/>
                    <a:gd name="connsiteY1007" fmla="*/ 311148 h 776232"/>
                    <a:gd name="connsiteX1008" fmla="*/ 20026 w 645772"/>
                    <a:gd name="connsiteY1008" fmla="*/ 310905 h 776232"/>
                    <a:gd name="connsiteX1009" fmla="*/ 20038 w 645772"/>
                    <a:gd name="connsiteY1009" fmla="*/ 310870 h 776232"/>
                    <a:gd name="connsiteX1010" fmla="*/ 20026 w 645772"/>
                    <a:gd name="connsiteY1010" fmla="*/ 310789 h 776232"/>
                    <a:gd name="connsiteX1011" fmla="*/ 19980 w 645772"/>
                    <a:gd name="connsiteY1011" fmla="*/ 310581 h 776232"/>
                    <a:gd name="connsiteX1012" fmla="*/ 19968 w 645772"/>
                    <a:gd name="connsiteY1012" fmla="*/ 310476 h 776232"/>
                    <a:gd name="connsiteX1013" fmla="*/ 19957 w 645772"/>
                    <a:gd name="connsiteY1013" fmla="*/ 310430 h 776232"/>
                    <a:gd name="connsiteX1014" fmla="*/ 19968 w 645772"/>
                    <a:gd name="connsiteY1014" fmla="*/ 310384 h 776232"/>
                    <a:gd name="connsiteX1015" fmla="*/ 20026 w 645772"/>
                    <a:gd name="connsiteY1015" fmla="*/ 310291 h 776232"/>
                    <a:gd name="connsiteX1016" fmla="*/ 20096 w 645772"/>
                    <a:gd name="connsiteY1016" fmla="*/ 310199 h 776232"/>
                    <a:gd name="connsiteX1017" fmla="*/ 20084 w 645772"/>
                    <a:gd name="connsiteY1017" fmla="*/ 310141 h 776232"/>
                    <a:gd name="connsiteX1018" fmla="*/ 20073 w 645772"/>
                    <a:gd name="connsiteY1018" fmla="*/ 310095 h 776232"/>
                    <a:gd name="connsiteX1019" fmla="*/ 20084 w 645772"/>
                    <a:gd name="connsiteY1019" fmla="*/ 310013 h 776232"/>
                    <a:gd name="connsiteX1020" fmla="*/ 20096 w 645772"/>
                    <a:gd name="connsiteY1020" fmla="*/ 309944 h 776232"/>
                    <a:gd name="connsiteX1021" fmla="*/ 20107 w 645772"/>
                    <a:gd name="connsiteY1021" fmla="*/ 309909 h 776232"/>
                    <a:gd name="connsiteX1022" fmla="*/ 20131 w 645772"/>
                    <a:gd name="connsiteY1022" fmla="*/ 309782 h 776232"/>
                    <a:gd name="connsiteX1023" fmla="*/ 20119 w 645772"/>
                    <a:gd name="connsiteY1023" fmla="*/ 309747 h 776232"/>
                    <a:gd name="connsiteX1024" fmla="*/ 20107 w 645772"/>
                    <a:gd name="connsiteY1024" fmla="*/ 309724 h 776232"/>
                    <a:gd name="connsiteX1025" fmla="*/ 20107 w 645772"/>
                    <a:gd name="connsiteY1025" fmla="*/ 309666 h 776232"/>
                    <a:gd name="connsiteX1026" fmla="*/ 20107 w 645772"/>
                    <a:gd name="connsiteY1026" fmla="*/ 309643 h 776232"/>
                    <a:gd name="connsiteX1027" fmla="*/ 20131 w 645772"/>
                    <a:gd name="connsiteY1027" fmla="*/ 309597 h 776232"/>
                    <a:gd name="connsiteX1028" fmla="*/ 20200 w 645772"/>
                    <a:gd name="connsiteY1028" fmla="*/ 309562 h 776232"/>
                    <a:gd name="connsiteX1029" fmla="*/ 20246 w 645772"/>
                    <a:gd name="connsiteY1029" fmla="*/ 309469 h 776232"/>
                    <a:gd name="connsiteX1030" fmla="*/ 20258 w 645772"/>
                    <a:gd name="connsiteY1030" fmla="*/ 309388 h 776232"/>
                    <a:gd name="connsiteX1031" fmla="*/ 20339 w 645772"/>
                    <a:gd name="connsiteY1031" fmla="*/ 309215 h 776232"/>
                    <a:gd name="connsiteX1032" fmla="*/ 20385 w 645772"/>
                    <a:gd name="connsiteY1032" fmla="*/ 309134 h 776232"/>
                    <a:gd name="connsiteX1033" fmla="*/ 20374 w 645772"/>
                    <a:gd name="connsiteY1033" fmla="*/ 308983 h 776232"/>
                    <a:gd name="connsiteX1034" fmla="*/ 20339 w 645772"/>
                    <a:gd name="connsiteY1034" fmla="*/ 308902 h 776232"/>
                    <a:gd name="connsiteX1035" fmla="*/ 20316 w 645772"/>
                    <a:gd name="connsiteY1035" fmla="*/ 308844 h 776232"/>
                    <a:gd name="connsiteX1036" fmla="*/ 20316 w 645772"/>
                    <a:gd name="connsiteY1036" fmla="*/ 308798 h 776232"/>
                    <a:gd name="connsiteX1037" fmla="*/ 20327 w 645772"/>
                    <a:gd name="connsiteY1037" fmla="*/ 308752 h 776232"/>
                    <a:gd name="connsiteX1038" fmla="*/ 20351 w 645772"/>
                    <a:gd name="connsiteY1038" fmla="*/ 308706 h 776232"/>
                    <a:gd name="connsiteX1039" fmla="*/ 20362 w 645772"/>
                    <a:gd name="connsiteY1039" fmla="*/ 308682 h 776232"/>
                    <a:gd name="connsiteX1040" fmla="*/ 20605 w 645772"/>
                    <a:gd name="connsiteY1040" fmla="*/ 308636 h 776232"/>
                    <a:gd name="connsiteX1041" fmla="*/ 20721 w 645772"/>
                    <a:gd name="connsiteY1041" fmla="*/ 308532 h 776232"/>
                    <a:gd name="connsiteX1042" fmla="*/ 21103 w 645772"/>
                    <a:gd name="connsiteY1042" fmla="*/ 308416 h 776232"/>
                    <a:gd name="connsiteX1043" fmla="*/ 21230 w 645772"/>
                    <a:gd name="connsiteY1043" fmla="*/ 308358 h 776232"/>
                    <a:gd name="connsiteX1044" fmla="*/ 21369 w 645772"/>
                    <a:gd name="connsiteY1044" fmla="*/ 308265 h 776232"/>
                    <a:gd name="connsiteX1045" fmla="*/ 21485 w 645772"/>
                    <a:gd name="connsiteY1045" fmla="*/ 308254 h 776232"/>
                    <a:gd name="connsiteX1046" fmla="*/ 21658 w 645772"/>
                    <a:gd name="connsiteY1046" fmla="*/ 308231 h 776232"/>
                    <a:gd name="connsiteX1047" fmla="*/ 21716 w 645772"/>
                    <a:gd name="connsiteY1047" fmla="*/ 308219 h 776232"/>
                    <a:gd name="connsiteX1048" fmla="*/ 21821 w 645772"/>
                    <a:gd name="connsiteY1048" fmla="*/ 308092 h 776232"/>
                    <a:gd name="connsiteX1049" fmla="*/ 21855 w 645772"/>
                    <a:gd name="connsiteY1049" fmla="*/ 308022 h 776232"/>
                    <a:gd name="connsiteX1050" fmla="*/ 22238 w 645772"/>
                    <a:gd name="connsiteY1050" fmla="*/ 308011 h 776232"/>
                    <a:gd name="connsiteX1051" fmla="*/ 22260 w 645772"/>
                    <a:gd name="connsiteY1051" fmla="*/ 307988 h 776232"/>
                    <a:gd name="connsiteX1052" fmla="*/ 22284 w 645772"/>
                    <a:gd name="connsiteY1052" fmla="*/ 307918 h 776232"/>
                    <a:gd name="connsiteX1053" fmla="*/ 22307 w 645772"/>
                    <a:gd name="connsiteY1053" fmla="*/ 307872 h 776232"/>
                    <a:gd name="connsiteX1054" fmla="*/ 22342 w 645772"/>
                    <a:gd name="connsiteY1054" fmla="*/ 307814 h 776232"/>
                    <a:gd name="connsiteX1055" fmla="*/ 22376 w 645772"/>
                    <a:gd name="connsiteY1055" fmla="*/ 307803 h 776232"/>
                    <a:gd name="connsiteX1056" fmla="*/ 22400 w 645772"/>
                    <a:gd name="connsiteY1056" fmla="*/ 307791 h 776232"/>
                    <a:gd name="connsiteX1057" fmla="*/ 22423 w 645772"/>
                    <a:gd name="connsiteY1057" fmla="*/ 307803 h 776232"/>
                    <a:gd name="connsiteX1058" fmla="*/ 22944 w 645772"/>
                    <a:gd name="connsiteY1058" fmla="*/ 307953 h 776232"/>
                    <a:gd name="connsiteX1059" fmla="*/ 23129 w 645772"/>
                    <a:gd name="connsiteY1059" fmla="*/ 307895 h 776232"/>
                    <a:gd name="connsiteX1060" fmla="*/ 23210 w 645772"/>
                    <a:gd name="connsiteY1060" fmla="*/ 307768 h 776232"/>
                    <a:gd name="connsiteX1061" fmla="*/ 23245 w 645772"/>
                    <a:gd name="connsiteY1061" fmla="*/ 307721 h 776232"/>
                    <a:gd name="connsiteX1062" fmla="*/ 23453 w 645772"/>
                    <a:gd name="connsiteY1062" fmla="*/ 307548 h 776232"/>
                    <a:gd name="connsiteX1063" fmla="*/ 23476 w 645772"/>
                    <a:gd name="connsiteY1063" fmla="*/ 307502 h 776232"/>
                    <a:gd name="connsiteX1064" fmla="*/ 23673 w 645772"/>
                    <a:gd name="connsiteY1064" fmla="*/ 307351 h 776232"/>
                    <a:gd name="connsiteX1065" fmla="*/ 24171 w 645772"/>
                    <a:gd name="connsiteY1065" fmla="*/ 307328 h 776232"/>
                    <a:gd name="connsiteX1066" fmla="*/ 24391 w 645772"/>
                    <a:gd name="connsiteY1066" fmla="*/ 307328 h 776232"/>
                    <a:gd name="connsiteX1067" fmla="*/ 24506 w 645772"/>
                    <a:gd name="connsiteY1067" fmla="*/ 307339 h 776232"/>
                    <a:gd name="connsiteX1068" fmla="*/ 24587 w 645772"/>
                    <a:gd name="connsiteY1068" fmla="*/ 307397 h 776232"/>
                    <a:gd name="connsiteX1069" fmla="*/ 24599 w 645772"/>
                    <a:gd name="connsiteY1069" fmla="*/ 307455 h 776232"/>
                    <a:gd name="connsiteX1070" fmla="*/ 24576 w 645772"/>
                    <a:gd name="connsiteY1070" fmla="*/ 307513 h 776232"/>
                    <a:gd name="connsiteX1071" fmla="*/ 24564 w 645772"/>
                    <a:gd name="connsiteY1071" fmla="*/ 307536 h 776232"/>
                    <a:gd name="connsiteX1072" fmla="*/ 24692 w 645772"/>
                    <a:gd name="connsiteY1072" fmla="*/ 307513 h 776232"/>
                    <a:gd name="connsiteX1073" fmla="*/ 24819 w 645772"/>
                    <a:gd name="connsiteY1073" fmla="*/ 307513 h 776232"/>
                    <a:gd name="connsiteX1074" fmla="*/ 24981 w 645772"/>
                    <a:gd name="connsiteY1074" fmla="*/ 307768 h 776232"/>
                    <a:gd name="connsiteX1075" fmla="*/ 25016 w 645772"/>
                    <a:gd name="connsiteY1075" fmla="*/ 307791 h 776232"/>
                    <a:gd name="connsiteX1076" fmla="*/ 25096 w 645772"/>
                    <a:gd name="connsiteY1076" fmla="*/ 307779 h 776232"/>
                    <a:gd name="connsiteX1077" fmla="*/ 25108 w 645772"/>
                    <a:gd name="connsiteY1077" fmla="*/ 307791 h 776232"/>
                    <a:gd name="connsiteX1078" fmla="*/ 25294 w 645772"/>
                    <a:gd name="connsiteY1078" fmla="*/ 308057 h 776232"/>
                    <a:gd name="connsiteX1079" fmla="*/ 25351 w 645772"/>
                    <a:gd name="connsiteY1079" fmla="*/ 308173 h 776232"/>
                    <a:gd name="connsiteX1080" fmla="*/ 25375 w 645772"/>
                    <a:gd name="connsiteY1080" fmla="*/ 308208 h 776232"/>
                    <a:gd name="connsiteX1081" fmla="*/ 25444 w 645772"/>
                    <a:gd name="connsiteY1081" fmla="*/ 308254 h 776232"/>
                    <a:gd name="connsiteX1082" fmla="*/ 25687 w 645772"/>
                    <a:gd name="connsiteY1082" fmla="*/ 308150 h 776232"/>
                    <a:gd name="connsiteX1083" fmla="*/ 25745 w 645772"/>
                    <a:gd name="connsiteY1083" fmla="*/ 308080 h 776232"/>
                    <a:gd name="connsiteX1084" fmla="*/ 26011 w 645772"/>
                    <a:gd name="connsiteY1084" fmla="*/ 307860 h 776232"/>
                    <a:gd name="connsiteX1085" fmla="*/ 26440 w 645772"/>
                    <a:gd name="connsiteY1085" fmla="*/ 307560 h 776232"/>
                    <a:gd name="connsiteX1086" fmla="*/ 26532 w 645772"/>
                    <a:gd name="connsiteY1086" fmla="*/ 307478 h 776232"/>
                    <a:gd name="connsiteX1087" fmla="*/ 26648 w 645772"/>
                    <a:gd name="connsiteY1087" fmla="*/ 307316 h 776232"/>
                    <a:gd name="connsiteX1088" fmla="*/ 26648 w 645772"/>
                    <a:gd name="connsiteY1088" fmla="*/ 307281 h 776232"/>
                    <a:gd name="connsiteX1089" fmla="*/ 26578 w 645772"/>
                    <a:gd name="connsiteY1089" fmla="*/ 307143 h 776232"/>
                    <a:gd name="connsiteX1090" fmla="*/ 26416 w 645772"/>
                    <a:gd name="connsiteY1090" fmla="*/ 307061 h 776232"/>
                    <a:gd name="connsiteX1091" fmla="*/ 25745 w 645772"/>
                    <a:gd name="connsiteY1091" fmla="*/ 306876 h 776232"/>
                    <a:gd name="connsiteX1092" fmla="*/ 25444 w 645772"/>
                    <a:gd name="connsiteY1092" fmla="*/ 306749 h 776232"/>
                    <a:gd name="connsiteX1093" fmla="*/ 24333 w 645772"/>
                    <a:gd name="connsiteY1093" fmla="*/ 306552 h 776232"/>
                    <a:gd name="connsiteX1094" fmla="*/ 24066 w 645772"/>
                    <a:gd name="connsiteY1094" fmla="*/ 306413 h 776232"/>
                    <a:gd name="connsiteX1095" fmla="*/ 23858 w 645772"/>
                    <a:gd name="connsiteY1095" fmla="*/ 306332 h 776232"/>
                    <a:gd name="connsiteX1096" fmla="*/ 23627 w 645772"/>
                    <a:gd name="connsiteY1096" fmla="*/ 306228 h 776232"/>
                    <a:gd name="connsiteX1097" fmla="*/ 23083 w 645772"/>
                    <a:gd name="connsiteY1097" fmla="*/ 306124 h 776232"/>
                    <a:gd name="connsiteX1098" fmla="*/ 22874 w 645772"/>
                    <a:gd name="connsiteY1098" fmla="*/ 306031 h 776232"/>
                    <a:gd name="connsiteX1099" fmla="*/ 22388 w 645772"/>
                    <a:gd name="connsiteY1099" fmla="*/ 305962 h 776232"/>
                    <a:gd name="connsiteX1100" fmla="*/ 22249 w 645772"/>
                    <a:gd name="connsiteY1100" fmla="*/ 305892 h 776232"/>
                    <a:gd name="connsiteX1101" fmla="*/ 21369 w 645772"/>
                    <a:gd name="connsiteY1101" fmla="*/ 305418 h 776232"/>
                    <a:gd name="connsiteX1102" fmla="*/ 21172 w 645772"/>
                    <a:gd name="connsiteY1102" fmla="*/ 305279 h 776232"/>
                    <a:gd name="connsiteX1103" fmla="*/ 20860 w 645772"/>
                    <a:gd name="connsiteY1103" fmla="*/ 305082 h 776232"/>
                    <a:gd name="connsiteX1104" fmla="*/ 20721 w 645772"/>
                    <a:gd name="connsiteY1104" fmla="*/ 304978 h 776232"/>
                    <a:gd name="connsiteX1105" fmla="*/ 20594 w 645772"/>
                    <a:gd name="connsiteY1105" fmla="*/ 304851 h 776232"/>
                    <a:gd name="connsiteX1106" fmla="*/ 20536 w 645772"/>
                    <a:gd name="connsiteY1106" fmla="*/ 304793 h 776232"/>
                    <a:gd name="connsiteX1107" fmla="*/ 20408 w 645772"/>
                    <a:gd name="connsiteY1107" fmla="*/ 304596 h 776232"/>
                    <a:gd name="connsiteX1108" fmla="*/ 20131 w 645772"/>
                    <a:gd name="connsiteY1108" fmla="*/ 304283 h 776232"/>
                    <a:gd name="connsiteX1109" fmla="*/ 19760 w 645772"/>
                    <a:gd name="connsiteY1109" fmla="*/ 303809 h 776232"/>
                    <a:gd name="connsiteX1110" fmla="*/ 19737 w 645772"/>
                    <a:gd name="connsiteY1110" fmla="*/ 303786 h 776232"/>
                    <a:gd name="connsiteX1111" fmla="*/ 19656 w 645772"/>
                    <a:gd name="connsiteY1111" fmla="*/ 303681 h 776232"/>
                    <a:gd name="connsiteX1112" fmla="*/ 19077 w 645772"/>
                    <a:gd name="connsiteY1112" fmla="*/ 303172 h 776232"/>
                    <a:gd name="connsiteX1113" fmla="*/ 18417 w 645772"/>
                    <a:gd name="connsiteY1113" fmla="*/ 302640 h 776232"/>
                    <a:gd name="connsiteX1114" fmla="*/ 18024 w 645772"/>
                    <a:gd name="connsiteY1114" fmla="*/ 302362 h 776232"/>
                    <a:gd name="connsiteX1115" fmla="*/ 17804 w 645772"/>
                    <a:gd name="connsiteY1115" fmla="*/ 302211 h 776232"/>
                    <a:gd name="connsiteX1116" fmla="*/ 17700 w 645772"/>
                    <a:gd name="connsiteY1116" fmla="*/ 302142 h 776232"/>
                    <a:gd name="connsiteX1117" fmla="*/ 17584 w 645772"/>
                    <a:gd name="connsiteY1117" fmla="*/ 302096 h 776232"/>
                    <a:gd name="connsiteX1118" fmla="*/ 17410 w 645772"/>
                    <a:gd name="connsiteY1118" fmla="*/ 302026 h 776232"/>
                    <a:gd name="connsiteX1119" fmla="*/ 17052 w 645772"/>
                    <a:gd name="connsiteY1119" fmla="*/ 301875 h 776232"/>
                    <a:gd name="connsiteX1120" fmla="*/ 16600 w 645772"/>
                    <a:gd name="connsiteY1120" fmla="*/ 301551 h 776232"/>
                    <a:gd name="connsiteX1121" fmla="*/ 16137 w 645772"/>
                    <a:gd name="connsiteY1121" fmla="*/ 301158 h 776232"/>
                    <a:gd name="connsiteX1122" fmla="*/ 15766 w 645772"/>
                    <a:gd name="connsiteY1122" fmla="*/ 300857 h 776232"/>
                    <a:gd name="connsiteX1123" fmla="*/ 15651 w 645772"/>
                    <a:gd name="connsiteY1123" fmla="*/ 300764 h 776232"/>
                    <a:gd name="connsiteX1124" fmla="*/ 14840 w 645772"/>
                    <a:gd name="connsiteY1124" fmla="*/ 299804 h 776232"/>
                    <a:gd name="connsiteX1125" fmla="*/ 14864 w 645772"/>
                    <a:gd name="connsiteY1125" fmla="*/ 299699 h 776232"/>
                    <a:gd name="connsiteX1126" fmla="*/ 16415 w 645772"/>
                    <a:gd name="connsiteY1126" fmla="*/ 299306 h 776232"/>
                    <a:gd name="connsiteX1127" fmla="*/ 16704 w 645772"/>
                    <a:gd name="connsiteY1127" fmla="*/ 299202 h 776232"/>
                    <a:gd name="connsiteX1128" fmla="*/ 16820 w 645772"/>
                    <a:gd name="connsiteY1128" fmla="*/ 299167 h 776232"/>
                    <a:gd name="connsiteX1129" fmla="*/ 16901 w 645772"/>
                    <a:gd name="connsiteY1129" fmla="*/ 299329 h 776232"/>
                    <a:gd name="connsiteX1130" fmla="*/ 16982 w 645772"/>
                    <a:gd name="connsiteY1130" fmla="*/ 299306 h 776232"/>
                    <a:gd name="connsiteX1131" fmla="*/ 17190 w 645772"/>
                    <a:gd name="connsiteY1131" fmla="*/ 299213 h 776232"/>
                    <a:gd name="connsiteX1132" fmla="*/ 17387 w 645772"/>
                    <a:gd name="connsiteY1132" fmla="*/ 299121 h 776232"/>
                    <a:gd name="connsiteX1133" fmla="*/ 18973 w 645772"/>
                    <a:gd name="connsiteY1133" fmla="*/ 298993 h 776232"/>
                    <a:gd name="connsiteX1134" fmla="*/ 19366 w 645772"/>
                    <a:gd name="connsiteY1134" fmla="*/ 298959 h 776232"/>
                    <a:gd name="connsiteX1135" fmla="*/ 19436 w 645772"/>
                    <a:gd name="connsiteY1135" fmla="*/ 298901 h 776232"/>
                    <a:gd name="connsiteX1136" fmla="*/ 19980 w 645772"/>
                    <a:gd name="connsiteY1136" fmla="*/ 298854 h 776232"/>
                    <a:gd name="connsiteX1137" fmla="*/ 21323 w 645772"/>
                    <a:gd name="connsiteY1137" fmla="*/ 298565 h 776232"/>
                    <a:gd name="connsiteX1138" fmla="*/ 21578 w 645772"/>
                    <a:gd name="connsiteY1138" fmla="*/ 298113 h 776232"/>
                    <a:gd name="connsiteX1139" fmla="*/ 21589 w 645772"/>
                    <a:gd name="connsiteY1139" fmla="*/ 297755 h 776232"/>
                    <a:gd name="connsiteX1140" fmla="*/ 21682 w 645772"/>
                    <a:gd name="connsiteY1140" fmla="*/ 297291 h 776232"/>
                    <a:gd name="connsiteX1141" fmla="*/ 21705 w 645772"/>
                    <a:gd name="connsiteY1141" fmla="*/ 296875 h 776232"/>
                    <a:gd name="connsiteX1142" fmla="*/ 21508 w 645772"/>
                    <a:gd name="connsiteY1142" fmla="*/ 296203 h 776232"/>
                    <a:gd name="connsiteX1143" fmla="*/ 21485 w 645772"/>
                    <a:gd name="connsiteY1143" fmla="*/ 296145 h 776232"/>
                    <a:gd name="connsiteX1144" fmla="*/ 21404 w 645772"/>
                    <a:gd name="connsiteY1144" fmla="*/ 295879 h 776232"/>
                    <a:gd name="connsiteX1145" fmla="*/ 21335 w 645772"/>
                    <a:gd name="connsiteY1145" fmla="*/ 295671 h 776232"/>
                    <a:gd name="connsiteX1146" fmla="*/ 21149 w 645772"/>
                    <a:gd name="connsiteY1146" fmla="*/ 295127 h 776232"/>
                    <a:gd name="connsiteX1147" fmla="*/ 21554 w 645772"/>
                    <a:gd name="connsiteY1147" fmla="*/ 294884 h 776232"/>
                    <a:gd name="connsiteX1148" fmla="*/ 22133 w 645772"/>
                    <a:gd name="connsiteY1148" fmla="*/ 294525 h 776232"/>
                    <a:gd name="connsiteX1149" fmla="*/ 22330 w 645772"/>
                    <a:gd name="connsiteY1149" fmla="*/ 294386 h 776232"/>
                    <a:gd name="connsiteX1150" fmla="*/ 22643 w 645772"/>
                    <a:gd name="connsiteY1150" fmla="*/ 294212 h 776232"/>
                    <a:gd name="connsiteX1151" fmla="*/ 22677 w 645772"/>
                    <a:gd name="connsiteY1151" fmla="*/ 294189 h 776232"/>
                    <a:gd name="connsiteX1152" fmla="*/ 22839 w 645772"/>
                    <a:gd name="connsiteY1152" fmla="*/ 293715 h 776232"/>
                    <a:gd name="connsiteX1153" fmla="*/ 22828 w 645772"/>
                    <a:gd name="connsiteY1153" fmla="*/ 293587 h 776232"/>
                    <a:gd name="connsiteX1154" fmla="*/ 22816 w 645772"/>
                    <a:gd name="connsiteY1154" fmla="*/ 293147 h 776232"/>
                    <a:gd name="connsiteX1155" fmla="*/ 22816 w 645772"/>
                    <a:gd name="connsiteY1155" fmla="*/ 292985 h 776232"/>
                    <a:gd name="connsiteX1156" fmla="*/ 22804 w 645772"/>
                    <a:gd name="connsiteY1156" fmla="*/ 292846 h 776232"/>
                    <a:gd name="connsiteX1157" fmla="*/ 22851 w 645772"/>
                    <a:gd name="connsiteY1157" fmla="*/ 292742 h 776232"/>
                    <a:gd name="connsiteX1158" fmla="*/ 22978 w 645772"/>
                    <a:gd name="connsiteY1158" fmla="*/ 292673 h 776232"/>
                    <a:gd name="connsiteX1159" fmla="*/ 23025 w 645772"/>
                    <a:gd name="connsiteY1159" fmla="*/ 292603 h 776232"/>
                    <a:gd name="connsiteX1160" fmla="*/ 23152 w 645772"/>
                    <a:gd name="connsiteY1160" fmla="*/ 292406 h 776232"/>
                    <a:gd name="connsiteX1161" fmla="*/ 23198 w 645772"/>
                    <a:gd name="connsiteY1161" fmla="*/ 292117 h 776232"/>
                    <a:gd name="connsiteX1162" fmla="*/ 23418 w 645772"/>
                    <a:gd name="connsiteY1162" fmla="*/ 291990 h 776232"/>
                    <a:gd name="connsiteX1163" fmla="*/ 23835 w 645772"/>
                    <a:gd name="connsiteY1163" fmla="*/ 291712 h 776232"/>
                    <a:gd name="connsiteX1164" fmla="*/ 23916 w 645772"/>
                    <a:gd name="connsiteY1164" fmla="*/ 291596 h 776232"/>
                    <a:gd name="connsiteX1165" fmla="*/ 24090 w 645772"/>
                    <a:gd name="connsiteY1165" fmla="*/ 291353 h 776232"/>
                    <a:gd name="connsiteX1166" fmla="*/ 24217 w 645772"/>
                    <a:gd name="connsiteY1166" fmla="*/ 291226 h 776232"/>
                    <a:gd name="connsiteX1167" fmla="*/ 24251 w 645772"/>
                    <a:gd name="connsiteY1167" fmla="*/ 291203 h 776232"/>
                    <a:gd name="connsiteX1168" fmla="*/ 24367 w 645772"/>
                    <a:gd name="connsiteY1168" fmla="*/ 291110 h 776232"/>
                    <a:gd name="connsiteX1169" fmla="*/ 24483 w 645772"/>
                    <a:gd name="connsiteY1169" fmla="*/ 290937 h 776232"/>
                    <a:gd name="connsiteX1170" fmla="*/ 24495 w 645772"/>
                    <a:gd name="connsiteY1170" fmla="*/ 290855 h 776232"/>
                    <a:gd name="connsiteX1171" fmla="*/ 24495 w 645772"/>
                    <a:gd name="connsiteY1171" fmla="*/ 290797 h 776232"/>
                    <a:gd name="connsiteX1172" fmla="*/ 24541 w 645772"/>
                    <a:gd name="connsiteY1172" fmla="*/ 290751 h 776232"/>
                    <a:gd name="connsiteX1173" fmla="*/ 24680 w 645772"/>
                    <a:gd name="connsiteY1173" fmla="*/ 290566 h 776232"/>
                    <a:gd name="connsiteX1174" fmla="*/ 24773 w 645772"/>
                    <a:gd name="connsiteY1174" fmla="*/ 290415 h 776232"/>
                    <a:gd name="connsiteX1175" fmla="*/ 24796 w 645772"/>
                    <a:gd name="connsiteY1175" fmla="*/ 290346 h 776232"/>
                    <a:gd name="connsiteX1176" fmla="*/ 24853 w 645772"/>
                    <a:gd name="connsiteY1176" fmla="*/ 290253 h 776232"/>
                    <a:gd name="connsiteX1177" fmla="*/ 24865 w 645772"/>
                    <a:gd name="connsiteY1177" fmla="*/ 290207 h 776232"/>
                    <a:gd name="connsiteX1178" fmla="*/ 24911 w 645772"/>
                    <a:gd name="connsiteY1178" fmla="*/ 289941 h 776232"/>
                    <a:gd name="connsiteX1179" fmla="*/ 24911 w 645772"/>
                    <a:gd name="connsiteY1179" fmla="*/ 289813 h 776232"/>
                    <a:gd name="connsiteX1180" fmla="*/ 24958 w 645772"/>
                    <a:gd name="connsiteY1180" fmla="*/ 289733 h 776232"/>
                    <a:gd name="connsiteX1181" fmla="*/ 24993 w 645772"/>
                    <a:gd name="connsiteY1181" fmla="*/ 289709 h 776232"/>
                    <a:gd name="connsiteX1182" fmla="*/ 25270 w 645772"/>
                    <a:gd name="connsiteY1182" fmla="*/ 289547 h 776232"/>
                    <a:gd name="connsiteX1183" fmla="*/ 25467 w 645772"/>
                    <a:gd name="connsiteY1183" fmla="*/ 289397 h 776232"/>
                    <a:gd name="connsiteX1184" fmla="*/ 25606 w 645772"/>
                    <a:gd name="connsiteY1184" fmla="*/ 289316 h 776232"/>
                    <a:gd name="connsiteX1185" fmla="*/ 25629 w 645772"/>
                    <a:gd name="connsiteY1185" fmla="*/ 289293 h 776232"/>
                    <a:gd name="connsiteX1186" fmla="*/ 25861 w 645772"/>
                    <a:gd name="connsiteY1186" fmla="*/ 289131 h 776232"/>
                    <a:gd name="connsiteX1187" fmla="*/ 26011 w 645772"/>
                    <a:gd name="connsiteY1187" fmla="*/ 289061 h 776232"/>
                    <a:gd name="connsiteX1188" fmla="*/ 26115 w 645772"/>
                    <a:gd name="connsiteY1188" fmla="*/ 288783 h 776232"/>
                    <a:gd name="connsiteX1189" fmla="*/ 26127 w 645772"/>
                    <a:gd name="connsiteY1189" fmla="*/ 288737 h 776232"/>
                    <a:gd name="connsiteX1190" fmla="*/ 26185 w 645772"/>
                    <a:gd name="connsiteY1190" fmla="*/ 288494 h 776232"/>
                    <a:gd name="connsiteX1191" fmla="*/ 26312 w 645772"/>
                    <a:gd name="connsiteY1191" fmla="*/ 288390 h 776232"/>
                    <a:gd name="connsiteX1192" fmla="*/ 26405 w 645772"/>
                    <a:gd name="connsiteY1192" fmla="*/ 288320 h 776232"/>
                    <a:gd name="connsiteX1193" fmla="*/ 26578 w 645772"/>
                    <a:gd name="connsiteY1193" fmla="*/ 288181 h 776232"/>
                    <a:gd name="connsiteX1194" fmla="*/ 26613 w 645772"/>
                    <a:gd name="connsiteY1194" fmla="*/ 288135 h 776232"/>
                    <a:gd name="connsiteX1195" fmla="*/ 26636 w 645772"/>
                    <a:gd name="connsiteY1195" fmla="*/ 288089 h 776232"/>
                    <a:gd name="connsiteX1196" fmla="*/ 26659 w 645772"/>
                    <a:gd name="connsiteY1196" fmla="*/ 287985 h 776232"/>
                    <a:gd name="connsiteX1197" fmla="*/ 26671 w 645772"/>
                    <a:gd name="connsiteY1197" fmla="*/ 287961 h 776232"/>
                    <a:gd name="connsiteX1198" fmla="*/ 26706 w 645772"/>
                    <a:gd name="connsiteY1198" fmla="*/ 287892 h 776232"/>
                    <a:gd name="connsiteX1199" fmla="*/ 26775 w 645772"/>
                    <a:gd name="connsiteY1199" fmla="*/ 287788 h 776232"/>
                    <a:gd name="connsiteX1200" fmla="*/ 26833 w 645772"/>
                    <a:gd name="connsiteY1200" fmla="*/ 287718 h 776232"/>
                    <a:gd name="connsiteX1201" fmla="*/ 26949 w 645772"/>
                    <a:gd name="connsiteY1201" fmla="*/ 287579 h 776232"/>
                    <a:gd name="connsiteX1202" fmla="*/ 26960 w 645772"/>
                    <a:gd name="connsiteY1202" fmla="*/ 287556 h 776232"/>
                    <a:gd name="connsiteX1203" fmla="*/ 26995 w 645772"/>
                    <a:gd name="connsiteY1203" fmla="*/ 287510 h 776232"/>
                    <a:gd name="connsiteX1204" fmla="*/ 27007 w 645772"/>
                    <a:gd name="connsiteY1204" fmla="*/ 287429 h 776232"/>
                    <a:gd name="connsiteX1205" fmla="*/ 27157 w 645772"/>
                    <a:gd name="connsiteY1205" fmla="*/ 287105 h 776232"/>
                    <a:gd name="connsiteX1206" fmla="*/ 27169 w 645772"/>
                    <a:gd name="connsiteY1206" fmla="*/ 286977 h 776232"/>
                    <a:gd name="connsiteX1207" fmla="*/ 27285 w 645772"/>
                    <a:gd name="connsiteY1207" fmla="*/ 286734 h 776232"/>
                    <a:gd name="connsiteX1208" fmla="*/ 27481 w 645772"/>
                    <a:gd name="connsiteY1208" fmla="*/ 286341 h 776232"/>
                    <a:gd name="connsiteX1209" fmla="*/ 27713 w 645772"/>
                    <a:gd name="connsiteY1209" fmla="*/ 286063 h 776232"/>
                    <a:gd name="connsiteX1210" fmla="*/ 27875 w 645772"/>
                    <a:gd name="connsiteY1210" fmla="*/ 285982 h 776232"/>
                    <a:gd name="connsiteX1211" fmla="*/ 27968 w 645772"/>
                    <a:gd name="connsiteY1211" fmla="*/ 285889 h 776232"/>
                    <a:gd name="connsiteX1212" fmla="*/ 28245 w 645772"/>
                    <a:gd name="connsiteY1212" fmla="*/ 285635 h 776232"/>
                    <a:gd name="connsiteX1213" fmla="*/ 28280 w 645772"/>
                    <a:gd name="connsiteY1213" fmla="*/ 285600 h 776232"/>
                    <a:gd name="connsiteX1214" fmla="*/ 28291 w 645772"/>
                    <a:gd name="connsiteY1214" fmla="*/ 285600 h 776232"/>
                    <a:gd name="connsiteX1215" fmla="*/ 28465 w 645772"/>
                    <a:gd name="connsiteY1215" fmla="*/ 285345 h 776232"/>
                    <a:gd name="connsiteX1216" fmla="*/ 28535 w 645772"/>
                    <a:gd name="connsiteY1216" fmla="*/ 285310 h 776232"/>
                    <a:gd name="connsiteX1217" fmla="*/ 28824 w 645772"/>
                    <a:gd name="connsiteY1217" fmla="*/ 285067 h 776232"/>
                    <a:gd name="connsiteX1218" fmla="*/ 28905 w 645772"/>
                    <a:gd name="connsiteY1218" fmla="*/ 284975 h 776232"/>
                    <a:gd name="connsiteX1219" fmla="*/ 28963 w 645772"/>
                    <a:gd name="connsiteY1219" fmla="*/ 284928 h 776232"/>
                    <a:gd name="connsiteX1220" fmla="*/ 29056 w 645772"/>
                    <a:gd name="connsiteY1220" fmla="*/ 284894 h 776232"/>
                    <a:gd name="connsiteX1221" fmla="*/ 29322 w 645772"/>
                    <a:gd name="connsiteY1221" fmla="*/ 284801 h 776232"/>
                    <a:gd name="connsiteX1222" fmla="*/ 29519 w 645772"/>
                    <a:gd name="connsiteY1222" fmla="*/ 284824 h 776232"/>
                    <a:gd name="connsiteX1223" fmla="*/ 30144 w 645772"/>
                    <a:gd name="connsiteY1223" fmla="*/ 284674 h 776232"/>
                    <a:gd name="connsiteX1224" fmla="*/ 30340 w 645772"/>
                    <a:gd name="connsiteY1224" fmla="*/ 284535 h 776232"/>
                    <a:gd name="connsiteX1225" fmla="*/ 30572 w 645772"/>
                    <a:gd name="connsiteY1225" fmla="*/ 284384 h 776232"/>
                    <a:gd name="connsiteX1226" fmla="*/ 31139 w 645772"/>
                    <a:gd name="connsiteY1226" fmla="*/ 283979 h 776232"/>
                    <a:gd name="connsiteX1227" fmla="*/ 31440 w 645772"/>
                    <a:gd name="connsiteY1227" fmla="*/ 283702 h 776232"/>
                    <a:gd name="connsiteX1228" fmla="*/ 31683 w 645772"/>
                    <a:gd name="connsiteY1228" fmla="*/ 283459 h 776232"/>
                    <a:gd name="connsiteX1229" fmla="*/ 32065 w 645772"/>
                    <a:gd name="connsiteY1229" fmla="*/ 283076 h 776232"/>
                    <a:gd name="connsiteX1230" fmla="*/ 32355 w 645772"/>
                    <a:gd name="connsiteY1230" fmla="*/ 282741 h 776232"/>
                    <a:gd name="connsiteX1231" fmla="*/ 32737 w 645772"/>
                    <a:gd name="connsiteY1231" fmla="*/ 282278 h 776232"/>
                    <a:gd name="connsiteX1232" fmla="*/ 33188 w 645772"/>
                    <a:gd name="connsiteY1232" fmla="*/ 281965 h 776232"/>
                    <a:gd name="connsiteX1233" fmla="*/ 33408 w 645772"/>
                    <a:gd name="connsiteY1233" fmla="*/ 281826 h 776232"/>
                    <a:gd name="connsiteX1234" fmla="*/ 33755 w 645772"/>
                    <a:gd name="connsiteY1234" fmla="*/ 281595 h 776232"/>
                    <a:gd name="connsiteX1235" fmla="*/ 33894 w 645772"/>
                    <a:gd name="connsiteY1235" fmla="*/ 281490 h 776232"/>
                    <a:gd name="connsiteX1236" fmla="*/ 34508 w 645772"/>
                    <a:gd name="connsiteY1236" fmla="*/ 281143 h 776232"/>
                    <a:gd name="connsiteX1237" fmla="*/ 35515 w 645772"/>
                    <a:gd name="connsiteY1237" fmla="*/ 280738 h 776232"/>
                    <a:gd name="connsiteX1238" fmla="*/ 35666 w 645772"/>
                    <a:gd name="connsiteY1238" fmla="*/ 280668 h 776232"/>
                    <a:gd name="connsiteX1239" fmla="*/ 36036 w 645772"/>
                    <a:gd name="connsiteY1239" fmla="*/ 280495 h 776232"/>
                    <a:gd name="connsiteX1240" fmla="*/ 36071 w 645772"/>
                    <a:gd name="connsiteY1240" fmla="*/ 280472 h 776232"/>
                    <a:gd name="connsiteX1241" fmla="*/ 36290 w 645772"/>
                    <a:gd name="connsiteY1241" fmla="*/ 280379 h 776232"/>
                    <a:gd name="connsiteX1242" fmla="*/ 36406 w 645772"/>
                    <a:gd name="connsiteY1242" fmla="*/ 280264 h 776232"/>
                    <a:gd name="connsiteX1243" fmla="*/ 36534 w 645772"/>
                    <a:gd name="connsiteY1243" fmla="*/ 280206 h 776232"/>
                    <a:gd name="connsiteX1244" fmla="*/ 36846 w 645772"/>
                    <a:gd name="connsiteY1244" fmla="*/ 280090 h 776232"/>
                    <a:gd name="connsiteX1245" fmla="*/ 37124 w 645772"/>
                    <a:gd name="connsiteY1245" fmla="*/ 280009 h 776232"/>
                    <a:gd name="connsiteX1246" fmla="*/ 37182 w 645772"/>
                    <a:gd name="connsiteY1246" fmla="*/ 279963 h 776232"/>
                    <a:gd name="connsiteX1247" fmla="*/ 37240 w 645772"/>
                    <a:gd name="connsiteY1247" fmla="*/ 279928 h 776232"/>
                    <a:gd name="connsiteX1248" fmla="*/ 37274 w 645772"/>
                    <a:gd name="connsiteY1248" fmla="*/ 279905 h 776232"/>
                    <a:gd name="connsiteX1249" fmla="*/ 37367 w 645772"/>
                    <a:gd name="connsiteY1249" fmla="*/ 279916 h 776232"/>
                    <a:gd name="connsiteX1250" fmla="*/ 37402 w 645772"/>
                    <a:gd name="connsiteY1250" fmla="*/ 279916 h 776232"/>
                    <a:gd name="connsiteX1251" fmla="*/ 37633 w 645772"/>
                    <a:gd name="connsiteY1251" fmla="*/ 279835 h 776232"/>
                    <a:gd name="connsiteX1252" fmla="*/ 37772 w 645772"/>
                    <a:gd name="connsiteY1252" fmla="*/ 279754 h 776232"/>
                    <a:gd name="connsiteX1253" fmla="*/ 38016 w 645772"/>
                    <a:gd name="connsiteY1253" fmla="*/ 279604 h 776232"/>
                    <a:gd name="connsiteX1254" fmla="*/ 38062 w 645772"/>
                    <a:gd name="connsiteY1254" fmla="*/ 279569 h 776232"/>
                    <a:gd name="connsiteX1255" fmla="*/ 38259 w 645772"/>
                    <a:gd name="connsiteY1255" fmla="*/ 279476 h 776232"/>
                    <a:gd name="connsiteX1256" fmla="*/ 38351 w 645772"/>
                    <a:gd name="connsiteY1256" fmla="*/ 279395 h 776232"/>
                    <a:gd name="connsiteX1257" fmla="*/ 38420 w 645772"/>
                    <a:gd name="connsiteY1257" fmla="*/ 279279 h 776232"/>
                    <a:gd name="connsiteX1258" fmla="*/ 38490 w 645772"/>
                    <a:gd name="connsiteY1258" fmla="*/ 279187 h 776232"/>
                    <a:gd name="connsiteX1259" fmla="*/ 38617 w 645772"/>
                    <a:gd name="connsiteY1259" fmla="*/ 279083 h 776232"/>
                    <a:gd name="connsiteX1260" fmla="*/ 38791 w 645772"/>
                    <a:gd name="connsiteY1260" fmla="*/ 278851 h 776232"/>
                    <a:gd name="connsiteX1261" fmla="*/ 38872 w 645772"/>
                    <a:gd name="connsiteY1261" fmla="*/ 278724 h 776232"/>
                    <a:gd name="connsiteX1262" fmla="*/ 39150 w 645772"/>
                    <a:gd name="connsiteY1262" fmla="*/ 278631 h 776232"/>
                    <a:gd name="connsiteX1263" fmla="*/ 39173 w 645772"/>
                    <a:gd name="connsiteY1263" fmla="*/ 278620 h 776232"/>
                    <a:gd name="connsiteX1264" fmla="*/ 39184 w 645772"/>
                    <a:gd name="connsiteY1264" fmla="*/ 278608 h 776232"/>
                    <a:gd name="connsiteX1265" fmla="*/ 39242 w 645772"/>
                    <a:gd name="connsiteY1265" fmla="*/ 278562 h 776232"/>
                    <a:gd name="connsiteX1266" fmla="*/ 39451 w 645772"/>
                    <a:gd name="connsiteY1266" fmla="*/ 278458 h 776232"/>
                    <a:gd name="connsiteX1267" fmla="*/ 39578 w 645772"/>
                    <a:gd name="connsiteY1267" fmla="*/ 278330 h 776232"/>
                    <a:gd name="connsiteX1268" fmla="*/ 39682 w 645772"/>
                    <a:gd name="connsiteY1268" fmla="*/ 278261 h 776232"/>
                    <a:gd name="connsiteX1269" fmla="*/ 39706 w 645772"/>
                    <a:gd name="connsiteY1269" fmla="*/ 278249 h 776232"/>
                    <a:gd name="connsiteX1270" fmla="*/ 39636 w 645772"/>
                    <a:gd name="connsiteY1270" fmla="*/ 276895 h 776232"/>
                    <a:gd name="connsiteX1271" fmla="*/ 39728 w 645772"/>
                    <a:gd name="connsiteY1271" fmla="*/ 275946 h 776232"/>
                    <a:gd name="connsiteX1272" fmla="*/ 40481 w 645772"/>
                    <a:gd name="connsiteY1272" fmla="*/ 275668 h 776232"/>
                    <a:gd name="connsiteX1273" fmla="*/ 40643 w 645772"/>
                    <a:gd name="connsiteY1273" fmla="*/ 275575 h 776232"/>
                    <a:gd name="connsiteX1274" fmla="*/ 40736 w 645772"/>
                    <a:gd name="connsiteY1274" fmla="*/ 275494 h 776232"/>
                    <a:gd name="connsiteX1275" fmla="*/ 40828 w 645772"/>
                    <a:gd name="connsiteY1275" fmla="*/ 275413 h 776232"/>
                    <a:gd name="connsiteX1276" fmla="*/ 41407 w 645772"/>
                    <a:gd name="connsiteY1276" fmla="*/ 274904 h 776232"/>
                    <a:gd name="connsiteX1277" fmla="*/ 42183 w 645772"/>
                    <a:gd name="connsiteY1277" fmla="*/ 274175 h 776232"/>
                    <a:gd name="connsiteX1278" fmla="*/ 42299 w 645772"/>
                    <a:gd name="connsiteY1278" fmla="*/ 273758 h 776232"/>
                    <a:gd name="connsiteX1279" fmla="*/ 42437 w 645772"/>
                    <a:gd name="connsiteY1279" fmla="*/ 273110 h 776232"/>
                    <a:gd name="connsiteX1280" fmla="*/ 42484 w 645772"/>
                    <a:gd name="connsiteY1280" fmla="*/ 272947 h 776232"/>
                    <a:gd name="connsiteX1281" fmla="*/ 42518 w 645772"/>
                    <a:gd name="connsiteY1281" fmla="*/ 272867 h 776232"/>
                    <a:gd name="connsiteX1282" fmla="*/ 42796 w 645772"/>
                    <a:gd name="connsiteY1282" fmla="*/ 272369 h 776232"/>
                    <a:gd name="connsiteX1283" fmla="*/ 42935 w 645772"/>
                    <a:gd name="connsiteY1283" fmla="*/ 272172 h 776232"/>
                    <a:gd name="connsiteX1284" fmla="*/ 42970 w 645772"/>
                    <a:gd name="connsiteY1284" fmla="*/ 272126 h 776232"/>
                    <a:gd name="connsiteX1285" fmla="*/ 43109 w 645772"/>
                    <a:gd name="connsiteY1285" fmla="*/ 271975 h 776232"/>
                    <a:gd name="connsiteX1286" fmla="*/ 43201 w 645772"/>
                    <a:gd name="connsiteY1286" fmla="*/ 271894 h 776232"/>
                    <a:gd name="connsiteX1287" fmla="*/ 43421 w 645772"/>
                    <a:gd name="connsiteY1287" fmla="*/ 271790 h 776232"/>
                    <a:gd name="connsiteX1288" fmla="*/ 43630 w 645772"/>
                    <a:gd name="connsiteY1288" fmla="*/ 271709 h 776232"/>
                    <a:gd name="connsiteX1289" fmla="*/ 44081 w 645772"/>
                    <a:gd name="connsiteY1289" fmla="*/ 271408 h 776232"/>
                    <a:gd name="connsiteX1290" fmla="*/ 44197 w 645772"/>
                    <a:gd name="connsiteY1290" fmla="*/ 271315 h 776232"/>
                    <a:gd name="connsiteX1291" fmla="*/ 44208 w 645772"/>
                    <a:gd name="connsiteY1291" fmla="*/ 271304 h 776232"/>
                    <a:gd name="connsiteX1292" fmla="*/ 44232 w 645772"/>
                    <a:gd name="connsiteY1292" fmla="*/ 271269 h 776232"/>
                    <a:gd name="connsiteX1293" fmla="*/ 44243 w 645772"/>
                    <a:gd name="connsiteY1293" fmla="*/ 271234 h 776232"/>
                    <a:gd name="connsiteX1294" fmla="*/ 44243 w 645772"/>
                    <a:gd name="connsiteY1294" fmla="*/ 270956 h 776232"/>
                    <a:gd name="connsiteX1295" fmla="*/ 44243 w 645772"/>
                    <a:gd name="connsiteY1295" fmla="*/ 270922 h 776232"/>
                    <a:gd name="connsiteX1296" fmla="*/ 44255 w 645772"/>
                    <a:gd name="connsiteY1296" fmla="*/ 270887 h 776232"/>
                    <a:gd name="connsiteX1297" fmla="*/ 44266 w 645772"/>
                    <a:gd name="connsiteY1297" fmla="*/ 270852 h 776232"/>
                    <a:gd name="connsiteX1298" fmla="*/ 44463 w 645772"/>
                    <a:gd name="connsiteY1298" fmla="*/ 270597 h 776232"/>
                    <a:gd name="connsiteX1299" fmla="*/ 44498 w 645772"/>
                    <a:gd name="connsiteY1299" fmla="*/ 270493 h 776232"/>
                    <a:gd name="connsiteX1300" fmla="*/ 44613 w 645772"/>
                    <a:gd name="connsiteY1300" fmla="*/ 270401 h 776232"/>
                    <a:gd name="connsiteX1301" fmla="*/ 44764 w 645772"/>
                    <a:gd name="connsiteY1301" fmla="*/ 270331 h 776232"/>
                    <a:gd name="connsiteX1302" fmla="*/ 44868 w 645772"/>
                    <a:gd name="connsiteY1302" fmla="*/ 270169 h 776232"/>
                    <a:gd name="connsiteX1303" fmla="*/ 45169 w 645772"/>
                    <a:gd name="connsiteY1303" fmla="*/ 269741 h 776232"/>
                    <a:gd name="connsiteX1304" fmla="*/ 45192 w 645772"/>
                    <a:gd name="connsiteY1304" fmla="*/ 269706 h 776232"/>
                    <a:gd name="connsiteX1305" fmla="*/ 45239 w 645772"/>
                    <a:gd name="connsiteY1305" fmla="*/ 269602 h 776232"/>
                    <a:gd name="connsiteX1306" fmla="*/ 45227 w 645772"/>
                    <a:gd name="connsiteY1306" fmla="*/ 269579 h 776232"/>
                    <a:gd name="connsiteX1307" fmla="*/ 45158 w 645772"/>
                    <a:gd name="connsiteY1307" fmla="*/ 269509 h 776232"/>
                    <a:gd name="connsiteX1308" fmla="*/ 45169 w 645772"/>
                    <a:gd name="connsiteY1308" fmla="*/ 269475 h 776232"/>
                    <a:gd name="connsiteX1309" fmla="*/ 45227 w 645772"/>
                    <a:gd name="connsiteY1309" fmla="*/ 269417 h 776232"/>
                    <a:gd name="connsiteX1310" fmla="*/ 45250 w 645772"/>
                    <a:gd name="connsiteY1310" fmla="*/ 269336 h 776232"/>
                    <a:gd name="connsiteX1311" fmla="*/ 45297 w 645772"/>
                    <a:gd name="connsiteY1311" fmla="*/ 269104 h 776232"/>
                    <a:gd name="connsiteX1312" fmla="*/ 45285 w 645772"/>
                    <a:gd name="connsiteY1312" fmla="*/ 269081 h 776232"/>
                    <a:gd name="connsiteX1313" fmla="*/ 45227 w 645772"/>
                    <a:gd name="connsiteY1313" fmla="*/ 269012 h 776232"/>
                    <a:gd name="connsiteX1314" fmla="*/ 45192 w 645772"/>
                    <a:gd name="connsiteY1314" fmla="*/ 268792 h 776232"/>
                    <a:gd name="connsiteX1315" fmla="*/ 45192 w 645772"/>
                    <a:gd name="connsiteY1315" fmla="*/ 268699 h 776232"/>
                    <a:gd name="connsiteX1316" fmla="*/ 45135 w 645772"/>
                    <a:gd name="connsiteY1316" fmla="*/ 268526 h 776232"/>
                    <a:gd name="connsiteX1317" fmla="*/ 45053 w 645772"/>
                    <a:gd name="connsiteY1317" fmla="*/ 268387 h 776232"/>
                    <a:gd name="connsiteX1318" fmla="*/ 45019 w 645772"/>
                    <a:gd name="connsiteY1318" fmla="*/ 268329 h 776232"/>
                    <a:gd name="connsiteX1319" fmla="*/ 44972 w 645772"/>
                    <a:gd name="connsiteY1319" fmla="*/ 268271 h 776232"/>
                    <a:gd name="connsiteX1320" fmla="*/ 44880 w 645772"/>
                    <a:gd name="connsiteY1320" fmla="*/ 268086 h 776232"/>
                    <a:gd name="connsiteX1321" fmla="*/ 44845 w 645772"/>
                    <a:gd name="connsiteY1321" fmla="*/ 268004 h 776232"/>
                    <a:gd name="connsiteX1322" fmla="*/ 44776 w 645772"/>
                    <a:gd name="connsiteY1322" fmla="*/ 267889 h 776232"/>
                    <a:gd name="connsiteX1323" fmla="*/ 44637 w 645772"/>
                    <a:gd name="connsiteY1323" fmla="*/ 267831 h 776232"/>
                    <a:gd name="connsiteX1324" fmla="*/ 44625 w 645772"/>
                    <a:gd name="connsiteY1324" fmla="*/ 267785 h 776232"/>
                    <a:gd name="connsiteX1325" fmla="*/ 44591 w 645772"/>
                    <a:gd name="connsiteY1325" fmla="*/ 267669 h 776232"/>
                    <a:gd name="connsiteX1326" fmla="*/ 44556 w 645772"/>
                    <a:gd name="connsiteY1326" fmla="*/ 267611 h 776232"/>
                    <a:gd name="connsiteX1327" fmla="*/ 44556 w 645772"/>
                    <a:gd name="connsiteY1327" fmla="*/ 267576 h 776232"/>
                    <a:gd name="connsiteX1328" fmla="*/ 44544 w 645772"/>
                    <a:gd name="connsiteY1328" fmla="*/ 267518 h 776232"/>
                    <a:gd name="connsiteX1329" fmla="*/ 44544 w 645772"/>
                    <a:gd name="connsiteY1329" fmla="*/ 267484 h 776232"/>
                    <a:gd name="connsiteX1330" fmla="*/ 44498 w 645772"/>
                    <a:gd name="connsiteY1330" fmla="*/ 267136 h 776232"/>
                    <a:gd name="connsiteX1331" fmla="*/ 44521 w 645772"/>
                    <a:gd name="connsiteY1331" fmla="*/ 266870 h 776232"/>
                    <a:gd name="connsiteX1332" fmla="*/ 44544 w 645772"/>
                    <a:gd name="connsiteY1332" fmla="*/ 266778 h 776232"/>
                    <a:gd name="connsiteX1333" fmla="*/ 44544 w 645772"/>
                    <a:gd name="connsiteY1333" fmla="*/ 266754 h 776232"/>
                    <a:gd name="connsiteX1334" fmla="*/ 44556 w 645772"/>
                    <a:gd name="connsiteY1334" fmla="*/ 266673 h 776232"/>
                    <a:gd name="connsiteX1335" fmla="*/ 44533 w 645772"/>
                    <a:gd name="connsiteY1335" fmla="*/ 266615 h 776232"/>
                    <a:gd name="connsiteX1336" fmla="*/ 44509 w 645772"/>
                    <a:gd name="connsiteY1336" fmla="*/ 266535 h 776232"/>
                    <a:gd name="connsiteX1337" fmla="*/ 44475 w 645772"/>
                    <a:gd name="connsiteY1337" fmla="*/ 266338 h 776232"/>
                    <a:gd name="connsiteX1338" fmla="*/ 44475 w 645772"/>
                    <a:gd name="connsiteY1338" fmla="*/ 266303 h 776232"/>
                    <a:gd name="connsiteX1339" fmla="*/ 44498 w 645772"/>
                    <a:gd name="connsiteY1339" fmla="*/ 266187 h 776232"/>
                    <a:gd name="connsiteX1340" fmla="*/ 44509 w 645772"/>
                    <a:gd name="connsiteY1340" fmla="*/ 266164 h 776232"/>
                    <a:gd name="connsiteX1341" fmla="*/ 44556 w 645772"/>
                    <a:gd name="connsiteY1341" fmla="*/ 266048 h 776232"/>
                    <a:gd name="connsiteX1342" fmla="*/ 44834 w 645772"/>
                    <a:gd name="connsiteY1342" fmla="*/ 265990 h 776232"/>
                    <a:gd name="connsiteX1343" fmla="*/ 44926 w 645772"/>
                    <a:gd name="connsiteY1343" fmla="*/ 266060 h 776232"/>
                    <a:gd name="connsiteX1344" fmla="*/ 45644 w 645772"/>
                    <a:gd name="connsiteY1344" fmla="*/ 266442 h 776232"/>
                    <a:gd name="connsiteX1345" fmla="*/ 46130 w 645772"/>
                    <a:gd name="connsiteY1345" fmla="*/ 266650 h 776232"/>
                    <a:gd name="connsiteX1346" fmla="*/ 46304 w 645772"/>
                    <a:gd name="connsiteY1346" fmla="*/ 266720 h 776232"/>
                    <a:gd name="connsiteX1347" fmla="*/ 47484 w 645772"/>
                    <a:gd name="connsiteY1347" fmla="*/ 267194 h 776232"/>
                    <a:gd name="connsiteX1348" fmla="*/ 49556 w 645772"/>
                    <a:gd name="connsiteY1348" fmla="*/ 265759 h 776232"/>
                    <a:gd name="connsiteX1349" fmla="*/ 49684 w 645772"/>
                    <a:gd name="connsiteY1349" fmla="*/ 265493 h 776232"/>
                    <a:gd name="connsiteX1350" fmla="*/ 50054 w 645772"/>
                    <a:gd name="connsiteY1350" fmla="*/ 264949 h 776232"/>
                    <a:gd name="connsiteX1351" fmla="*/ 51663 w 645772"/>
                    <a:gd name="connsiteY1351" fmla="*/ 264347 h 776232"/>
                    <a:gd name="connsiteX1352" fmla="*/ 52080 w 645772"/>
                    <a:gd name="connsiteY1352" fmla="*/ 264219 h 776232"/>
                    <a:gd name="connsiteX1353" fmla="*/ 52300 w 645772"/>
                    <a:gd name="connsiteY1353" fmla="*/ 264115 h 776232"/>
                    <a:gd name="connsiteX1354" fmla="*/ 52578 w 645772"/>
                    <a:gd name="connsiteY1354" fmla="*/ 263953 h 776232"/>
                    <a:gd name="connsiteX1355" fmla="*/ 53573 w 645772"/>
                    <a:gd name="connsiteY1355" fmla="*/ 263432 h 776232"/>
                    <a:gd name="connsiteX1356" fmla="*/ 54372 w 645772"/>
                    <a:gd name="connsiteY1356" fmla="*/ 263235 h 776232"/>
                    <a:gd name="connsiteX1357" fmla="*/ 54684 w 645772"/>
                    <a:gd name="connsiteY1357" fmla="*/ 263293 h 776232"/>
                    <a:gd name="connsiteX1358" fmla="*/ 54951 w 645772"/>
                    <a:gd name="connsiteY1358" fmla="*/ 263351 h 776232"/>
                    <a:gd name="connsiteX1359" fmla="*/ 55333 w 645772"/>
                    <a:gd name="connsiteY1359" fmla="*/ 263502 h 776232"/>
                    <a:gd name="connsiteX1360" fmla="*/ 56710 w 645772"/>
                    <a:gd name="connsiteY1360" fmla="*/ 263467 h 776232"/>
                    <a:gd name="connsiteX1361" fmla="*/ 56965 w 645772"/>
                    <a:gd name="connsiteY1361" fmla="*/ 263386 h 776232"/>
                    <a:gd name="connsiteX1362" fmla="*/ 57104 w 645772"/>
                    <a:gd name="connsiteY1362" fmla="*/ 263328 h 776232"/>
                    <a:gd name="connsiteX1363" fmla="*/ 57382 w 645772"/>
                    <a:gd name="connsiteY1363" fmla="*/ 263177 h 776232"/>
                    <a:gd name="connsiteX1364" fmla="*/ 57486 w 645772"/>
                    <a:gd name="connsiteY1364" fmla="*/ 263108 h 776232"/>
                    <a:gd name="connsiteX1365" fmla="*/ 57590 w 645772"/>
                    <a:gd name="connsiteY1365" fmla="*/ 263027 h 776232"/>
                    <a:gd name="connsiteX1366" fmla="*/ 58528 w 645772"/>
                    <a:gd name="connsiteY1366" fmla="*/ 261962 h 776232"/>
                    <a:gd name="connsiteX1367" fmla="*/ 58644 w 645772"/>
                    <a:gd name="connsiteY1367" fmla="*/ 261650 h 776232"/>
                    <a:gd name="connsiteX1368" fmla="*/ 58933 w 645772"/>
                    <a:gd name="connsiteY1368" fmla="*/ 260885 h 776232"/>
                    <a:gd name="connsiteX1369" fmla="*/ 59466 w 645772"/>
                    <a:gd name="connsiteY1369" fmla="*/ 259774 h 776232"/>
                    <a:gd name="connsiteX1370" fmla="*/ 59616 w 645772"/>
                    <a:gd name="connsiteY1370" fmla="*/ 259543 h 776232"/>
                    <a:gd name="connsiteX1371" fmla="*/ 59824 w 645772"/>
                    <a:gd name="connsiteY1371" fmla="*/ 259207 h 776232"/>
                    <a:gd name="connsiteX1372" fmla="*/ 59859 w 645772"/>
                    <a:gd name="connsiteY1372" fmla="*/ 259149 h 776232"/>
                    <a:gd name="connsiteX1373" fmla="*/ 59882 w 645772"/>
                    <a:gd name="connsiteY1373" fmla="*/ 259126 h 776232"/>
                    <a:gd name="connsiteX1374" fmla="*/ 60322 w 645772"/>
                    <a:gd name="connsiteY1374" fmla="*/ 258860 h 776232"/>
                    <a:gd name="connsiteX1375" fmla="*/ 60380 w 645772"/>
                    <a:gd name="connsiteY1375" fmla="*/ 258825 h 776232"/>
                    <a:gd name="connsiteX1376" fmla="*/ 61167 w 645772"/>
                    <a:gd name="connsiteY1376" fmla="*/ 258165 h 776232"/>
                    <a:gd name="connsiteX1377" fmla="*/ 61584 w 645772"/>
                    <a:gd name="connsiteY1377" fmla="*/ 257690 h 776232"/>
                    <a:gd name="connsiteX1378" fmla="*/ 61827 w 645772"/>
                    <a:gd name="connsiteY1378" fmla="*/ 257227 h 776232"/>
                    <a:gd name="connsiteX1379" fmla="*/ 61943 w 645772"/>
                    <a:gd name="connsiteY1379" fmla="*/ 257008 h 776232"/>
                    <a:gd name="connsiteX1380" fmla="*/ 62012 w 645772"/>
                    <a:gd name="connsiteY1380" fmla="*/ 256868 h 776232"/>
                    <a:gd name="connsiteX1381" fmla="*/ 62093 w 645772"/>
                    <a:gd name="connsiteY1381" fmla="*/ 256730 h 776232"/>
                    <a:gd name="connsiteX1382" fmla="*/ 62325 w 645772"/>
                    <a:gd name="connsiteY1382" fmla="*/ 256440 h 776232"/>
                    <a:gd name="connsiteX1383" fmla="*/ 62661 w 645772"/>
                    <a:gd name="connsiteY1383" fmla="*/ 256128 h 776232"/>
                    <a:gd name="connsiteX1384" fmla="*/ 62938 w 645772"/>
                    <a:gd name="connsiteY1384" fmla="*/ 255885 h 776232"/>
                    <a:gd name="connsiteX1385" fmla="*/ 62996 w 645772"/>
                    <a:gd name="connsiteY1385" fmla="*/ 255838 h 776232"/>
                    <a:gd name="connsiteX1386" fmla="*/ 63216 w 645772"/>
                    <a:gd name="connsiteY1386" fmla="*/ 255549 h 776232"/>
                    <a:gd name="connsiteX1387" fmla="*/ 63540 w 645772"/>
                    <a:gd name="connsiteY1387" fmla="*/ 255086 h 776232"/>
                    <a:gd name="connsiteX1388" fmla="*/ 63749 w 645772"/>
                    <a:gd name="connsiteY1388" fmla="*/ 254854 h 776232"/>
                    <a:gd name="connsiteX1389" fmla="*/ 63829 w 645772"/>
                    <a:gd name="connsiteY1389" fmla="*/ 254704 h 776232"/>
                    <a:gd name="connsiteX1390" fmla="*/ 63853 w 645772"/>
                    <a:gd name="connsiteY1390" fmla="*/ 254611 h 776232"/>
                    <a:gd name="connsiteX1391" fmla="*/ 63841 w 645772"/>
                    <a:gd name="connsiteY1391" fmla="*/ 254507 h 776232"/>
                    <a:gd name="connsiteX1392" fmla="*/ 63795 w 645772"/>
                    <a:gd name="connsiteY1392" fmla="*/ 254380 h 776232"/>
                    <a:gd name="connsiteX1393" fmla="*/ 63795 w 645772"/>
                    <a:gd name="connsiteY1393" fmla="*/ 254345 h 776232"/>
                    <a:gd name="connsiteX1394" fmla="*/ 63807 w 645772"/>
                    <a:gd name="connsiteY1394" fmla="*/ 254252 h 776232"/>
                    <a:gd name="connsiteX1395" fmla="*/ 63807 w 645772"/>
                    <a:gd name="connsiteY1395" fmla="*/ 254114 h 776232"/>
                    <a:gd name="connsiteX1396" fmla="*/ 63795 w 645772"/>
                    <a:gd name="connsiteY1396" fmla="*/ 254067 h 776232"/>
                    <a:gd name="connsiteX1397" fmla="*/ 63783 w 645772"/>
                    <a:gd name="connsiteY1397" fmla="*/ 253813 h 776232"/>
                    <a:gd name="connsiteX1398" fmla="*/ 63992 w 645772"/>
                    <a:gd name="connsiteY1398" fmla="*/ 252771 h 776232"/>
                    <a:gd name="connsiteX1399" fmla="*/ 64212 w 645772"/>
                    <a:gd name="connsiteY1399" fmla="*/ 252585 h 776232"/>
                    <a:gd name="connsiteX1400" fmla="*/ 64408 w 645772"/>
                    <a:gd name="connsiteY1400" fmla="*/ 252400 h 776232"/>
                    <a:gd name="connsiteX1401" fmla="*/ 64987 w 645772"/>
                    <a:gd name="connsiteY1401" fmla="*/ 251555 h 776232"/>
                    <a:gd name="connsiteX1402" fmla="*/ 65219 w 645772"/>
                    <a:gd name="connsiteY1402" fmla="*/ 250779 h 776232"/>
                    <a:gd name="connsiteX1403" fmla="*/ 66006 w 645772"/>
                    <a:gd name="connsiteY1403" fmla="*/ 249009 h 776232"/>
                    <a:gd name="connsiteX1404" fmla="*/ 66156 w 645772"/>
                    <a:gd name="connsiteY1404" fmla="*/ 248766 h 776232"/>
                    <a:gd name="connsiteX1405" fmla="*/ 66237 w 645772"/>
                    <a:gd name="connsiteY1405" fmla="*/ 248638 h 776232"/>
                    <a:gd name="connsiteX1406" fmla="*/ 66689 w 645772"/>
                    <a:gd name="connsiteY1406" fmla="*/ 248140 h 776232"/>
                    <a:gd name="connsiteX1407" fmla="*/ 67082 w 645772"/>
                    <a:gd name="connsiteY1407" fmla="*/ 247724 h 776232"/>
                    <a:gd name="connsiteX1408" fmla="*/ 67152 w 645772"/>
                    <a:gd name="connsiteY1408" fmla="*/ 247642 h 776232"/>
                    <a:gd name="connsiteX1409" fmla="*/ 67383 w 645772"/>
                    <a:gd name="connsiteY1409" fmla="*/ 247272 h 776232"/>
                    <a:gd name="connsiteX1410" fmla="*/ 67557 w 645772"/>
                    <a:gd name="connsiteY1410" fmla="*/ 247006 h 776232"/>
                    <a:gd name="connsiteX1411" fmla="*/ 67592 w 645772"/>
                    <a:gd name="connsiteY1411" fmla="*/ 246971 h 776232"/>
                    <a:gd name="connsiteX1412" fmla="*/ 67916 w 645772"/>
                    <a:gd name="connsiteY1412" fmla="*/ 246647 h 776232"/>
                    <a:gd name="connsiteX1413" fmla="*/ 68263 w 645772"/>
                    <a:gd name="connsiteY1413" fmla="*/ 246288 h 776232"/>
                    <a:gd name="connsiteX1414" fmla="*/ 68460 w 645772"/>
                    <a:gd name="connsiteY1414" fmla="*/ 246126 h 776232"/>
                    <a:gd name="connsiteX1415" fmla="*/ 69027 w 645772"/>
                    <a:gd name="connsiteY1415" fmla="*/ 245848 h 776232"/>
                    <a:gd name="connsiteX1416" fmla="*/ 69189 w 645772"/>
                    <a:gd name="connsiteY1416" fmla="*/ 245779 h 776232"/>
                    <a:gd name="connsiteX1417" fmla="*/ 69444 w 645772"/>
                    <a:gd name="connsiteY1417" fmla="*/ 245651 h 776232"/>
                    <a:gd name="connsiteX1418" fmla="*/ 69594 w 645772"/>
                    <a:gd name="connsiteY1418" fmla="*/ 245582 h 776232"/>
                    <a:gd name="connsiteX1419" fmla="*/ 69942 w 645772"/>
                    <a:gd name="connsiteY1419" fmla="*/ 245455 h 776232"/>
                    <a:gd name="connsiteX1420" fmla="*/ 70127 w 645772"/>
                    <a:gd name="connsiteY1420" fmla="*/ 245385 h 776232"/>
                    <a:gd name="connsiteX1421" fmla="*/ 70555 w 645772"/>
                    <a:gd name="connsiteY1421" fmla="*/ 245212 h 776232"/>
                    <a:gd name="connsiteX1422" fmla="*/ 70960 w 645772"/>
                    <a:gd name="connsiteY1422" fmla="*/ 245038 h 776232"/>
                    <a:gd name="connsiteX1423" fmla="*/ 71146 w 645772"/>
                    <a:gd name="connsiteY1423" fmla="*/ 244992 h 776232"/>
                    <a:gd name="connsiteX1424" fmla="*/ 71713 w 645772"/>
                    <a:gd name="connsiteY1424" fmla="*/ 244830 h 776232"/>
                    <a:gd name="connsiteX1425" fmla="*/ 72095 w 645772"/>
                    <a:gd name="connsiteY1425" fmla="*/ 244714 h 776232"/>
                    <a:gd name="connsiteX1426" fmla="*/ 72118 w 645772"/>
                    <a:gd name="connsiteY1426" fmla="*/ 244702 h 776232"/>
                    <a:gd name="connsiteX1427" fmla="*/ 72222 w 645772"/>
                    <a:gd name="connsiteY1427" fmla="*/ 244668 h 776232"/>
                    <a:gd name="connsiteX1428" fmla="*/ 72569 w 645772"/>
                    <a:gd name="connsiteY1428" fmla="*/ 244552 h 776232"/>
                    <a:gd name="connsiteX1429" fmla="*/ 72870 w 645772"/>
                    <a:gd name="connsiteY1429" fmla="*/ 244459 h 776232"/>
                    <a:gd name="connsiteX1430" fmla="*/ 73264 w 645772"/>
                    <a:gd name="connsiteY1430" fmla="*/ 244459 h 776232"/>
                    <a:gd name="connsiteX1431" fmla="*/ 73461 w 645772"/>
                    <a:gd name="connsiteY1431" fmla="*/ 244482 h 776232"/>
                    <a:gd name="connsiteX1432" fmla="*/ 74201 w 645772"/>
                    <a:gd name="connsiteY1432" fmla="*/ 245049 h 776232"/>
                    <a:gd name="connsiteX1433" fmla="*/ 75637 w 645772"/>
                    <a:gd name="connsiteY1433" fmla="*/ 245571 h 776232"/>
                    <a:gd name="connsiteX1434" fmla="*/ 77200 w 645772"/>
                    <a:gd name="connsiteY1434" fmla="*/ 245223 h 776232"/>
                    <a:gd name="connsiteX1435" fmla="*/ 77396 w 645772"/>
                    <a:gd name="connsiteY1435" fmla="*/ 245304 h 776232"/>
                    <a:gd name="connsiteX1436" fmla="*/ 77512 w 645772"/>
                    <a:gd name="connsiteY1436" fmla="*/ 245374 h 776232"/>
                    <a:gd name="connsiteX1437" fmla="*/ 78241 w 645772"/>
                    <a:gd name="connsiteY1437" fmla="*/ 245038 h 776232"/>
                    <a:gd name="connsiteX1438" fmla="*/ 78751 w 645772"/>
                    <a:gd name="connsiteY1438" fmla="*/ 244737 h 776232"/>
                    <a:gd name="connsiteX1439" fmla="*/ 78878 w 645772"/>
                    <a:gd name="connsiteY1439" fmla="*/ 244644 h 776232"/>
                    <a:gd name="connsiteX1440" fmla="*/ 78959 w 645772"/>
                    <a:gd name="connsiteY1440" fmla="*/ 244575 h 776232"/>
                    <a:gd name="connsiteX1441" fmla="*/ 79017 w 645772"/>
                    <a:gd name="connsiteY1441" fmla="*/ 244367 h 776232"/>
                    <a:gd name="connsiteX1442" fmla="*/ 79260 w 645772"/>
                    <a:gd name="connsiteY1442" fmla="*/ 244193 h 776232"/>
                    <a:gd name="connsiteX1443" fmla="*/ 79469 w 645772"/>
                    <a:gd name="connsiteY1443" fmla="*/ 244100 h 776232"/>
                    <a:gd name="connsiteX1444" fmla="*/ 79642 w 645772"/>
                    <a:gd name="connsiteY1444" fmla="*/ 243985 h 776232"/>
                    <a:gd name="connsiteX1445" fmla="*/ 80001 w 645772"/>
                    <a:gd name="connsiteY1445" fmla="*/ 243753 h 776232"/>
                    <a:gd name="connsiteX1446" fmla="*/ 80082 w 645772"/>
                    <a:gd name="connsiteY1446" fmla="*/ 243718 h 776232"/>
                    <a:gd name="connsiteX1447" fmla="*/ 80348 w 645772"/>
                    <a:gd name="connsiteY1447" fmla="*/ 243626 h 776232"/>
                    <a:gd name="connsiteX1448" fmla="*/ 80603 w 645772"/>
                    <a:gd name="connsiteY1448" fmla="*/ 243556 h 776232"/>
                    <a:gd name="connsiteX1449" fmla="*/ 80800 w 645772"/>
                    <a:gd name="connsiteY1449" fmla="*/ 243452 h 776232"/>
                    <a:gd name="connsiteX1450" fmla="*/ 82953 w 645772"/>
                    <a:gd name="connsiteY1450" fmla="*/ 242051 h 776232"/>
                    <a:gd name="connsiteX1451" fmla="*/ 83034 w 645772"/>
                    <a:gd name="connsiteY1451" fmla="*/ 241982 h 776232"/>
                    <a:gd name="connsiteX1452" fmla="*/ 84747 w 645772"/>
                    <a:gd name="connsiteY1452" fmla="*/ 241855 h 776232"/>
                    <a:gd name="connsiteX1453" fmla="*/ 84828 w 645772"/>
                    <a:gd name="connsiteY1453" fmla="*/ 241785 h 776232"/>
                    <a:gd name="connsiteX1454" fmla="*/ 84944 w 645772"/>
                    <a:gd name="connsiteY1454" fmla="*/ 241785 h 776232"/>
                    <a:gd name="connsiteX1455" fmla="*/ 85696 w 645772"/>
                    <a:gd name="connsiteY1455" fmla="*/ 242399 h 776232"/>
                    <a:gd name="connsiteX1456" fmla="*/ 86194 w 645772"/>
                    <a:gd name="connsiteY1456" fmla="*/ 242653 h 776232"/>
                    <a:gd name="connsiteX1457" fmla="*/ 86784 w 645772"/>
                    <a:gd name="connsiteY1457" fmla="*/ 242920 h 776232"/>
                    <a:gd name="connsiteX1458" fmla="*/ 88347 w 645772"/>
                    <a:gd name="connsiteY1458" fmla="*/ 243441 h 776232"/>
                    <a:gd name="connsiteX1459" fmla="*/ 88509 w 645772"/>
                    <a:gd name="connsiteY1459" fmla="*/ 243209 h 776232"/>
                    <a:gd name="connsiteX1460" fmla="*/ 88602 w 645772"/>
                    <a:gd name="connsiteY1460" fmla="*/ 243105 h 776232"/>
                    <a:gd name="connsiteX1461" fmla="*/ 89297 w 645772"/>
                    <a:gd name="connsiteY1461" fmla="*/ 242549 h 776232"/>
                    <a:gd name="connsiteX1462" fmla="*/ 89528 w 645772"/>
                    <a:gd name="connsiteY1462" fmla="*/ 242445 h 776232"/>
                    <a:gd name="connsiteX1463" fmla="*/ 89829 w 645772"/>
                    <a:gd name="connsiteY1463" fmla="*/ 242352 h 776232"/>
                    <a:gd name="connsiteX1464" fmla="*/ 90929 w 645772"/>
                    <a:gd name="connsiteY1464" fmla="*/ 242248 h 776232"/>
                    <a:gd name="connsiteX1465" fmla="*/ 91426 w 645772"/>
                    <a:gd name="connsiteY1465" fmla="*/ 242063 h 776232"/>
                    <a:gd name="connsiteX1466" fmla="*/ 91681 w 645772"/>
                    <a:gd name="connsiteY1466" fmla="*/ 242098 h 776232"/>
                    <a:gd name="connsiteX1467" fmla="*/ 92954 w 645772"/>
                    <a:gd name="connsiteY1467" fmla="*/ 242156 h 776232"/>
                    <a:gd name="connsiteX1468" fmla="*/ 95663 w 645772"/>
                    <a:gd name="connsiteY1468" fmla="*/ 243394 h 776232"/>
                    <a:gd name="connsiteX1469" fmla="*/ 97064 w 645772"/>
                    <a:gd name="connsiteY1469" fmla="*/ 244575 h 776232"/>
                    <a:gd name="connsiteX1470" fmla="*/ 97284 w 645772"/>
                    <a:gd name="connsiteY1470" fmla="*/ 244760 h 776232"/>
                    <a:gd name="connsiteX1471" fmla="*/ 97469 w 645772"/>
                    <a:gd name="connsiteY1471" fmla="*/ 245027 h 776232"/>
                    <a:gd name="connsiteX1472" fmla="*/ 97527 w 645772"/>
                    <a:gd name="connsiteY1472" fmla="*/ 245119 h 776232"/>
                    <a:gd name="connsiteX1473" fmla="*/ 97782 w 645772"/>
                    <a:gd name="connsiteY1473" fmla="*/ 245362 h 776232"/>
                    <a:gd name="connsiteX1474" fmla="*/ 97990 w 645772"/>
                    <a:gd name="connsiteY1474" fmla="*/ 246161 h 776232"/>
                    <a:gd name="connsiteX1475" fmla="*/ 98013 w 645772"/>
                    <a:gd name="connsiteY1475" fmla="*/ 248025 h 776232"/>
                    <a:gd name="connsiteX1476" fmla="*/ 97990 w 645772"/>
                    <a:gd name="connsiteY1476" fmla="*/ 248140 h 776232"/>
                    <a:gd name="connsiteX1477" fmla="*/ 98025 w 645772"/>
                    <a:gd name="connsiteY1477" fmla="*/ 248291 h 776232"/>
                    <a:gd name="connsiteX1478" fmla="*/ 98071 w 645772"/>
                    <a:gd name="connsiteY1478" fmla="*/ 248337 h 776232"/>
                    <a:gd name="connsiteX1479" fmla="*/ 98117 w 645772"/>
                    <a:gd name="connsiteY1479" fmla="*/ 248395 h 776232"/>
                    <a:gd name="connsiteX1480" fmla="*/ 98164 w 645772"/>
                    <a:gd name="connsiteY1480" fmla="*/ 248430 h 776232"/>
                    <a:gd name="connsiteX1481" fmla="*/ 99425 w 645772"/>
                    <a:gd name="connsiteY1481" fmla="*/ 248708 h 776232"/>
                    <a:gd name="connsiteX1482" fmla="*/ 99831 w 645772"/>
                    <a:gd name="connsiteY1482" fmla="*/ 248788 h 776232"/>
                    <a:gd name="connsiteX1483" fmla="*/ 100224 w 645772"/>
                    <a:gd name="connsiteY1483" fmla="*/ 248904 h 776232"/>
                    <a:gd name="connsiteX1484" fmla="*/ 101011 w 645772"/>
                    <a:gd name="connsiteY1484" fmla="*/ 248719 h 776232"/>
                    <a:gd name="connsiteX1485" fmla="*/ 101567 w 645772"/>
                    <a:gd name="connsiteY1485" fmla="*/ 248615 h 776232"/>
                    <a:gd name="connsiteX1486" fmla="*/ 102284 w 645772"/>
                    <a:gd name="connsiteY1486" fmla="*/ 248534 h 776232"/>
                    <a:gd name="connsiteX1487" fmla="*/ 103280 w 645772"/>
                    <a:gd name="connsiteY1487" fmla="*/ 248407 h 776232"/>
                    <a:gd name="connsiteX1488" fmla="*/ 103477 w 645772"/>
                    <a:gd name="connsiteY1488" fmla="*/ 248349 h 776232"/>
                    <a:gd name="connsiteX1489" fmla="*/ 103628 w 645772"/>
                    <a:gd name="connsiteY1489" fmla="*/ 248291 h 776232"/>
                    <a:gd name="connsiteX1490" fmla="*/ 103882 w 645772"/>
                    <a:gd name="connsiteY1490" fmla="*/ 248175 h 776232"/>
                    <a:gd name="connsiteX1491" fmla="*/ 105121 w 645772"/>
                    <a:gd name="connsiteY1491" fmla="*/ 247943 h 776232"/>
                    <a:gd name="connsiteX1492" fmla="*/ 105109 w 645772"/>
                    <a:gd name="connsiteY1492" fmla="*/ 247145 h 776232"/>
                    <a:gd name="connsiteX1493" fmla="*/ 105387 w 645772"/>
                    <a:gd name="connsiteY1493" fmla="*/ 246890 h 776232"/>
                    <a:gd name="connsiteX1494" fmla="*/ 105526 w 645772"/>
                    <a:gd name="connsiteY1494" fmla="*/ 246647 h 776232"/>
                    <a:gd name="connsiteX1495" fmla="*/ 105537 w 645772"/>
                    <a:gd name="connsiteY1495" fmla="*/ 246636 h 776232"/>
                    <a:gd name="connsiteX1496" fmla="*/ 105607 w 645772"/>
                    <a:gd name="connsiteY1496" fmla="*/ 246543 h 776232"/>
                    <a:gd name="connsiteX1497" fmla="*/ 105642 w 645772"/>
                    <a:gd name="connsiteY1497" fmla="*/ 246508 h 776232"/>
                    <a:gd name="connsiteX1498" fmla="*/ 105920 w 645772"/>
                    <a:gd name="connsiteY1498" fmla="*/ 246149 h 776232"/>
                    <a:gd name="connsiteX1499" fmla="*/ 106487 w 645772"/>
                    <a:gd name="connsiteY1499" fmla="*/ 245200 h 776232"/>
                    <a:gd name="connsiteX1500" fmla="*/ 106660 w 645772"/>
                    <a:gd name="connsiteY1500" fmla="*/ 245015 h 776232"/>
                    <a:gd name="connsiteX1501" fmla="*/ 106880 w 645772"/>
                    <a:gd name="connsiteY1501" fmla="*/ 244760 h 776232"/>
                    <a:gd name="connsiteX1502" fmla="*/ 107031 w 645772"/>
                    <a:gd name="connsiteY1502" fmla="*/ 244633 h 776232"/>
                    <a:gd name="connsiteX1503" fmla="*/ 107193 w 645772"/>
                    <a:gd name="connsiteY1503" fmla="*/ 244482 h 776232"/>
                    <a:gd name="connsiteX1504" fmla="*/ 107204 w 645772"/>
                    <a:gd name="connsiteY1504" fmla="*/ 244482 h 776232"/>
                    <a:gd name="connsiteX1505" fmla="*/ 107528 w 645772"/>
                    <a:gd name="connsiteY1505" fmla="*/ 244390 h 776232"/>
                    <a:gd name="connsiteX1506" fmla="*/ 107934 w 645772"/>
                    <a:gd name="connsiteY1506" fmla="*/ 244262 h 776232"/>
                    <a:gd name="connsiteX1507" fmla="*/ 108130 w 645772"/>
                    <a:gd name="connsiteY1507" fmla="*/ 244147 h 776232"/>
                    <a:gd name="connsiteX1508" fmla="*/ 108212 w 645772"/>
                    <a:gd name="connsiteY1508" fmla="*/ 244077 h 776232"/>
                    <a:gd name="connsiteX1509" fmla="*/ 108327 w 645772"/>
                    <a:gd name="connsiteY1509" fmla="*/ 243950 h 776232"/>
                    <a:gd name="connsiteX1510" fmla="*/ 109057 w 645772"/>
                    <a:gd name="connsiteY1510" fmla="*/ 243359 h 776232"/>
                    <a:gd name="connsiteX1511" fmla="*/ 109161 w 645772"/>
                    <a:gd name="connsiteY1511" fmla="*/ 243290 h 776232"/>
                    <a:gd name="connsiteX1512" fmla="*/ 109496 w 645772"/>
                    <a:gd name="connsiteY1512" fmla="*/ 243116 h 776232"/>
                    <a:gd name="connsiteX1513" fmla="*/ 109693 w 645772"/>
                    <a:gd name="connsiteY1513" fmla="*/ 242931 h 776232"/>
                    <a:gd name="connsiteX1514" fmla="*/ 110388 w 645772"/>
                    <a:gd name="connsiteY1514" fmla="*/ 242248 h 776232"/>
                    <a:gd name="connsiteX1515" fmla="*/ 110897 w 645772"/>
                    <a:gd name="connsiteY1515" fmla="*/ 242144 h 776232"/>
                    <a:gd name="connsiteX1516" fmla="*/ 111163 w 645772"/>
                    <a:gd name="connsiteY1516" fmla="*/ 242063 h 776232"/>
                    <a:gd name="connsiteX1517" fmla="*/ 111684 w 645772"/>
                    <a:gd name="connsiteY1517" fmla="*/ 241808 h 776232"/>
                    <a:gd name="connsiteX1518" fmla="*/ 111951 w 645772"/>
                    <a:gd name="connsiteY1518" fmla="*/ 241669 h 776232"/>
                    <a:gd name="connsiteX1519" fmla="*/ 112124 w 645772"/>
                    <a:gd name="connsiteY1519" fmla="*/ 241542 h 776232"/>
                    <a:gd name="connsiteX1520" fmla="*/ 112738 w 645772"/>
                    <a:gd name="connsiteY1520" fmla="*/ 240778 h 776232"/>
                    <a:gd name="connsiteX1521" fmla="*/ 112876 w 645772"/>
                    <a:gd name="connsiteY1521" fmla="*/ 240628 h 776232"/>
                    <a:gd name="connsiteX1522" fmla="*/ 112900 w 645772"/>
                    <a:gd name="connsiteY1522" fmla="*/ 240593 h 776232"/>
                    <a:gd name="connsiteX1523" fmla="*/ 113039 w 645772"/>
                    <a:gd name="connsiteY1523" fmla="*/ 240327 h 776232"/>
                    <a:gd name="connsiteX1524" fmla="*/ 113189 w 645772"/>
                    <a:gd name="connsiteY1524" fmla="*/ 240188 h 776232"/>
                    <a:gd name="connsiteX1525" fmla="*/ 113305 w 645772"/>
                    <a:gd name="connsiteY1525" fmla="*/ 240142 h 776232"/>
                    <a:gd name="connsiteX1526" fmla="*/ 113571 w 645772"/>
                    <a:gd name="connsiteY1526" fmla="*/ 240049 h 776232"/>
                    <a:gd name="connsiteX1527" fmla="*/ 113849 w 645772"/>
                    <a:gd name="connsiteY1527" fmla="*/ 239945 h 776232"/>
                    <a:gd name="connsiteX1528" fmla="*/ 114092 w 645772"/>
                    <a:gd name="connsiteY1528" fmla="*/ 239864 h 776232"/>
                    <a:gd name="connsiteX1529" fmla="*/ 114196 w 645772"/>
                    <a:gd name="connsiteY1529" fmla="*/ 239817 h 776232"/>
                    <a:gd name="connsiteX1530" fmla="*/ 114578 w 645772"/>
                    <a:gd name="connsiteY1530" fmla="*/ 239667 h 776232"/>
                    <a:gd name="connsiteX1531" fmla="*/ 114682 w 645772"/>
                    <a:gd name="connsiteY1531" fmla="*/ 239563 h 776232"/>
                    <a:gd name="connsiteX1532" fmla="*/ 114833 w 645772"/>
                    <a:gd name="connsiteY1532" fmla="*/ 239458 h 776232"/>
                    <a:gd name="connsiteX1533" fmla="*/ 114995 w 645772"/>
                    <a:gd name="connsiteY1533" fmla="*/ 239470 h 776232"/>
                    <a:gd name="connsiteX1534" fmla="*/ 115030 w 645772"/>
                    <a:gd name="connsiteY1534" fmla="*/ 239377 h 776232"/>
                    <a:gd name="connsiteX1535" fmla="*/ 115076 w 645772"/>
                    <a:gd name="connsiteY1535" fmla="*/ 239319 h 776232"/>
                    <a:gd name="connsiteX1536" fmla="*/ 115273 w 645772"/>
                    <a:gd name="connsiteY1536" fmla="*/ 239204 h 776232"/>
                    <a:gd name="connsiteX1537" fmla="*/ 115435 w 645772"/>
                    <a:gd name="connsiteY1537" fmla="*/ 239100 h 776232"/>
                    <a:gd name="connsiteX1538" fmla="*/ 115551 w 645772"/>
                    <a:gd name="connsiteY1538" fmla="*/ 239030 h 776232"/>
                    <a:gd name="connsiteX1539" fmla="*/ 115770 w 645772"/>
                    <a:gd name="connsiteY1539" fmla="*/ 238938 h 776232"/>
                    <a:gd name="connsiteX1540" fmla="*/ 116025 w 645772"/>
                    <a:gd name="connsiteY1540" fmla="*/ 238938 h 776232"/>
                    <a:gd name="connsiteX1541" fmla="*/ 116546 w 645772"/>
                    <a:gd name="connsiteY1541" fmla="*/ 238938 h 776232"/>
                    <a:gd name="connsiteX1542" fmla="*/ 116766 w 645772"/>
                    <a:gd name="connsiteY1542" fmla="*/ 238833 h 776232"/>
                    <a:gd name="connsiteX1543" fmla="*/ 116951 w 645772"/>
                    <a:gd name="connsiteY1543" fmla="*/ 238718 h 776232"/>
                    <a:gd name="connsiteX1544" fmla="*/ 117102 w 645772"/>
                    <a:gd name="connsiteY1544" fmla="*/ 238660 h 776232"/>
                    <a:gd name="connsiteX1545" fmla="*/ 117345 w 645772"/>
                    <a:gd name="connsiteY1545" fmla="*/ 238637 h 776232"/>
                    <a:gd name="connsiteX1546" fmla="*/ 117345 w 645772"/>
                    <a:gd name="connsiteY1546" fmla="*/ 238567 h 776232"/>
                    <a:gd name="connsiteX1547" fmla="*/ 117542 w 645772"/>
                    <a:gd name="connsiteY1547" fmla="*/ 238532 h 776232"/>
                    <a:gd name="connsiteX1548" fmla="*/ 117588 w 645772"/>
                    <a:gd name="connsiteY1548" fmla="*/ 238440 h 776232"/>
                    <a:gd name="connsiteX1549" fmla="*/ 117843 w 645772"/>
                    <a:gd name="connsiteY1549" fmla="*/ 238382 h 776232"/>
                    <a:gd name="connsiteX1550" fmla="*/ 117912 w 645772"/>
                    <a:gd name="connsiteY1550" fmla="*/ 238312 h 776232"/>
                    <a:gd name="connsiteX1551" fmla="*/ 118039 w 645772"/>
                    <a:gd name="connsiteY1551" fmla="*/ 238127 h 776232"/>
                    <a:gd name="connsiteX1552" fmla="*/ 118062 w 645772"/>
                    <a:gd name="connsiteY1552" fmla="*/ 238104 h 776232"/>
                    <a:gd name="connsiteX1553" fmla="*/ 118178 w 645772"/>
                    <a:gd name="connsiteY1553" fmla="*/ 238058 h 776232"/>
                    <a:gd name="connsiteX1554" fmla="*/ 118248 w 645772"/>
                    <a:gd name="connsiteY1554" fmla="*/ 237942 h 776232"/>
                    <a:gd name="connsiteX1555" fmla="*/ 118259 w 645772"/>
                    <a:gd name="connsiteY1555" fmla="*/ 237850 h 776232"/>
                    <a:gd name="connsiteX1556" fmla="*/ 118294 w 645772"/>
                    <a:gd name="connsiteY1556" fmla="*/ 237710 h 776232"/>
                    <a:gd name="connsiteX1557" fmla="*/ 118363 w 645772"/>
                    <a:gd name="connsiteY1557" fmla="*/ 237629 h 776232"/>
                    <a:gd name="connsiteX1558" fmla="*/ 118526 w 645772"/>
                    <a:gd name="connsiteY1558" fmla="*/ 237525 h 776232"/>
                    <a:gd name="connsiteX1559" fmla="*/ 118549 w 645772"/>
                    <a:gd name="connsiteY1559" fmla="*/ 237502 h 776232"/>
                    <a:gd name="connsiteX1560" fmla="*/ 118584 w 645772"/>
                    <a:gd name="connsiteY1560" fmla="*/ 237444 h 776232"/>
                    <a:gd name="connsiteX1561" fmla="*/ 118942 w 645772"/>
                    <a:gd name="connsiteY1561" fmla="*/ 237421 h 776232"/>
                    <a:gd name="connsiteX1562" fmla="*/ 118965 w 645772"/>
                    <a:gd name="connsiteY1562" fmla="*/ 237433 h 776232"/>
                    <a:gd name="connsiteX1563" fmla="*/ 119058 w 645772"/>
                    <a:gd name="connsiteY1563" fmla="*/ 237386 h 776232"/>
                    <a:gd name="connsiteX1564" fmla="*/ 119035 w 645772"/>
                    <a:gd name="connsiteY1564" fmla="*/ 237363 h 776232"/>
                    <a:gd name="connsiteX1565" fmla="*/ 118919 w 645772"/>
                    <a:gd name="connsiteY1565" fmla="*/ 237259 h 776232"/>
                    <a:gd name="connsiteX1566" fmla="*/ 118861 w 645772"/>
                    <a:gd name="connsiteY1566" fmla="*/ 237178 h 776232"/>
                    <a:gd name="connsiteX1567" fmla="*/ 118746 w 645772"/>
                    <a:gd name="connsiteY1567" fmla="*/ 237074 h 776232"/>
                    <a:gd name="connsiteX1568" fmla="*/ 118734 w 645772"/>
                    <a:gd name="connsiteY1568" fmla="*/ 236981 h 776232"/>
                    <a:gd name="connsiteX1569" fmla="*/ 118746 w 645772"/>
                    <a:gd name="connsiteY1569" fmla="*/ 236912 h 776232"/>
                    <a:gd name="connsiteX1570" fmla="*/ 118746 w 645772"/>
                    <a:gd name="connsiteY1570" fmla="*/ 236900 h 776232"/>
                    <a:gd name="connsiteX1571" fmla="*/ 118688 w 645772"/>
                    <a:gd name="connsiteY1571" fmla="*/ 236784 h 776232"/>
                    <a:gd name="connsiteX1572" fmla="*/ 118676 w 645772"/>
                    <a:gd name="connsiteY1572" fmla="*/ 236646 h 776232"/>
                    <a:gd name="connsiteX1573" fmla="*/ 118606 w 645772"/>
                    <a:gd name="connsiteY1573" fmla="*/ 236553 h 776232"/>
                    <a:gd name="connsiteX1574" fmla="*/ 118560 w 645772"/>
                    <a:gd name="connsiteY1574" fmla="*/ 236449 h 776232"/>
                    <a:gd name="connsiteX1575" fmla="*/ 118537 w 645772"/>
                    <a:gd name="connsiteY1575" fmla="*/ 236437 h 776232"/>
                    <a:gd name="connsiteX1576" fmla="*/ 118468 w 645772"/>
                    <a:gd name="connsiteY1576" fmla="*/ 236391 h 776232"/>
                    <a:gd name="connsiteX1577" fmla="*/ 118456 w 645772"/>
                    <a:gd name="connsiteY1577" fmla="*/ 236368 h 776232"/>
                    <a:gd name="connsiteX1578" fmla="*/ 118421 w 645772"/>
                    <a:gd name="connsiteY1578" fmla="*/ 236356 h 776232"/>
                    <a:gd name="connsiteX1579" fmla="*/ 118305 w 645772"/>
                    <a:gd name="connsiteY1579" fmla="*/ 236298 h 776232"/>
                    <a:gd name="connsiteX1580" fmla="*/ 118097 w 645772"/>
                    <a:gd name="connsiteY1580" fmla="*/ 236194 h 776232"/>
                    <a:gd name="connsiteX1581" fmla="*/ 117866 w 645772"/>
                    <a:gd name="connsiteY1581" fmla="*/ 236020 h 776232"/>
                    <a:gd name="connsiteX1582" fmla="*/ 117773 w 645772"/>
                    <a:gd name="connsiteY1582" fmla="*/ 235916 h 776232"/>
                    <a:gd name="connsiteX1583" fmla="*/ 117518 w 645772"/>
                    <a:gd name="connsiteY1583" fmla="*/ 235685 h 776232"/>
                    <a:gd name="connsiteX1584" fmla="*/ 117449 w 645772"/>
                    <a:gd name="connsiteY1584" fmla="*/ 235638 h 776232"/>
                    <a:gd name="connsiteX1585" fmla="*/ 117345 w 645772"/>
                    <a:gd name="connsiteY1585" fmla="*/ 235546 h 776232"/>
                    <a:gd name="connsiteX1586" fmla="*/ 117206 w 645772"/>
                    <a:gd name="connsiteY1586" fmla="*/ 235418 h 776232"/>
                    <a:gd name="connsiteX1587" fmla="*/ 116974 w 645772"/>
                    <a:gd name="connsiteY1587" fmla="*/ 235106 h 776232"/>
                    <a:gd name="connsiteX1588" fmla="*/ 116905 w 645772"/>
                    <a:gd name="connsiteY1588" fmla="*/ 234921 h 776232"/>
                    <a:gd name="connsiteX1589" fmla="*/ 116778 w 645772"/>
                    <a:gd name="connsiteY1589" fmla="*/ 234678 h 776232"/>
                    <a:gd name="connsiteX1590" fmla="*/ 116372 w 645772"/>
                    <a:gd name="connsiteY1590" fmla="*/ 234203 h 776232"/>
                    <a:gd name="connsiteX1591" fmla="*/ 116187 w 645772"/>
                    <a:gd name="connsiteY1591" fmla="*/ 233913 h 776232"/>
                    <a:gd name="connsiteX1592" fmla="*/ 116396 w 645772"/>
                    <a:gd name="connsiteY1592" fmla="*/ 233775 h 776232"/>
                    <a:gd name="connsiteX1593" fmla="*/ 116720 w 645772"/>
                    <a:gd name="connsiteY1593" fmla="*/ 233532 h 776232"/>
                    <a:gd name="connsiteX1594" fmla="*/ 116998 w 645772"/>
                    <a:gd name="connsiteY1594" fmla="*/ 233346 h 776232"/>
                    <a:gd name="connsiteX1595" fmla="*/ 117217 w 645772"/>
                    <a:gd name="connsiteY1595" fmla="*/ 233196 h 776232"/>
                    <a:gd name="connsiteX1596" fmla="*/ 117484 w 645772"/>
                    <a:gd name="connsiteY1596" fmla="*/ 232965 h 776232"/>
                    <a:gd name="connsiteX1597" fmla="*/ 117692 w 645772"/>
                    <a:gd name="connsiteY1597" fmla="*/ 232814 h 776232"/>
                    <a:gd name="connsiteX1598" fmla="*/ 118039 w 645772"/>
                    <a:gd name="connsiteY1598" fmla="*/ 232594 h 776232"/>
                    <a:gd name="connsiteX1599" fmla="*/ 118711 w 645772"/>
                    <a:gd name="connsiteY1599" fmla="*/ 232142 h 776232"/>
                    <a:gd name="connsiteX1600" fmla="*/ 118885 w 645772"/>
                    <a:gd name="connsiteY1600" fmla="*/ 232015 h 776232"/>
                    <a:gd name="connsiteX1601" fmla="*/ 119278 w 645772"/>
                    <a:gd name="connsiteY1601" fmla="*/ 231610 h 776232"/>
                    <a:gd name="connsiteX1602" fmla="*/ 119313 w 645772"/>
                    <a:gd name="connsiteY1602" fmla="*/ 231494 h 776232"/>
                    <a:gd name="connsiteX1603" fmla="*/ 119429 w 645772"/>
                    <a:gd name="connsiteY1603" fmla="*/ 231124 h 776232"/>
                    <a:gd name="connsiteX1604" fmla="*/ 119451 w 645772"/>
                    <a:gd name="connsiteY1604" fmla="*/ 231089 h 776232"/>
                    <a:gd name="connsiteX1605" fmla="*/ 119544 w 645772"/>
                    <a:gd name="connsiteY1605" fmla="*/ 231008 h 776232"/>
                    <a:gd name="connsiteX1606" fmla="*/ 119567 w 645772"/>
                    <a:gd name="connsiteY1606" fmla="*/ 230985 h 776232"/>
                    <a:gd name="connsiteX1607" fmla="*/ 119787 w 645772"/>
                    <a:gd name="connsiteY1607" fmla="*/ 230823 h 776232"/>
                    <a:gd name="connsiteX1608" fmla="*/ 119973 w 645772"/>
                    <a:gd name="connsiteY1608" fmla="*/ 230684 h 776232"/>
                    <a:gd name="connsiteX1609" fmla="*/ 120795 w 645772"/>
                    <a:gd name="connsiteY1609" fmla="*/ 229908 h 776232"/>
                    <a:gd name="connsiteX1610" fmla="*/ 120945 w 645772"/>
                    <a:gd name="connsiteY1610" fmla="*/ 229804 h 776232"/>
                    <a:gd name="connsiteX1611" fmla="*/ 121188 w 645772"/>
                    <a:gd name="connsiteY1611" fmla="*/ 229700 h 776232"/>
                    <a:gd name="connsiteX1612" fmla="*/ 121431 w 645772"/>
                    <a:gd name="connsiteY1612" fmla="*/ 229584 h 776232"/>
                    <a:gd name="connsiteX1613" fmla="*/ 121605 w 645772"/>
                    <a:gd name="connsiteY1613" fmla="*/ 229168 h 776232"/>
                    <a:gd name="connsiteX1614" fmla="*/ 121350 w 645772"/>
                    <a:gd name="connsiteY1614" fmla="*/ 229144 h 776232"/>
                    <a:gd name="connsiteX1615" fmla="*/ 121211 w 645772"/>
                    <a:gd name="connsiteY1615" fmla="*/ 229063 h 776232"/>
                    <a:gd name="connsiteX1616" fmla="*/ 121026 w 645772"/>
                    <a:gd name="connsiteY1616" fmla="*/ 228913 h 776232"/>
                    <a:gd name="connsiteX1617" fmla="*/ 120667 w 645772"/>
                    <a:gd name="connsiteY1617" fmla="*/ 228670 h 776232"/>
                    <a:gd name="connsiteX1618" fmla="*/ 120494 w 645772"/>
                    <a:gd name="connsiteY1618" fmla="*/ 228519 h 776232"/>
                    <a:gd name="connsiteX1619" fmla="*/ 120193 w 645772"/>
                    <a:gd name="connsiteY1619" fmla="*/ 228253 h 776232"/>
                    <a:gd name="connsiteX1620" fmla="*/ 120019 w 645772"/>
                    <a:gd name="connsiteY1620" fmla="*/ 228033 h 776232"/>
                    <a:gd name="connsiteX1621" fmla="*/ 120019 w 645772"/>
                    <a:gd name="connsiteY1621" fmla="*/ 227952 h 776232"/>
                    <a:gd name="connsiteX1622" fmla="*/ 120007 w 645772"/>
                    <a:gd name="connsiteY1622" fmla="*/ 227825 h 776232"/>
                    <a:gd name="connsiteX1623" fmla="*/ 119996 w 645772"/>
                    <a:gd name="connsiteY1623" fmla="*/ 227130 h 776232"/>
                    <a:gd name="connsiteX1624" fmla="*/ 119961 w 645772"/>
                    <a:gd name="connsiteY1624" fmla="*/ 226575 h 776232"/>
                    <a:gd name="connsiteX1625" fmla="*/ 119764 w 645772"/>
                    <a:gd name="connsiteY1625" fmla="*/ 226447 h 776232"/>
                    <a:gd name="connsiteX1626" fmla="*/ 119672 w 645772"/>
                    <a:gd name="connsiteY1626" fmla="*/ 226355 h 776232"/>
                    <a:gd name="connsiteX1627" fmla="*/ 119660 w 645772"/>
                    <a:gd name="connsiteY1627" fmla="*/ 225984 h 776232"/>
                    <a:gd name="connsiteX1628" fmla="*/ 119741 w 645772"/>
                    <a:gd name="connsiteY1628" fmla="*/ 225382 h 776232"/>
                    <a:gd name="connsiteX1629" fmla="*/ 119926 w 645772"/>
                    <a:gd name="connsiteY1629" fmla="*/ 224838 h 776232"/>
                    <a:gd name="connsiteX1630" fmla="*/ 119949 w 645772"/>
                    <a:gd name="connsiteY1630" fmla="*/ 224283 h 776232"/>
                    <a:gd name="connsiteX1631" fmla="*/ 119973 w 645772"/>
                    <a:gd name="connsiteY1631" fmla="*/ 224086 h 776232"/>
                    <a:gd name="connsiteX1632" fmla="*/ 119973 w 645772"/>
                    <a:gd name="connsiteY1632" fmla="*/ 223842 h 776232"/>
                    <a:gd name="connsiteX1633" fmla="*/ 119949 w 645772"/>
                    <a:gd name="connsiteY1633" fmla="*/ 223646 h 776232"/>
                    <a:gd name="connsiteX1634" fmla="*/ 119949 w 645772"/>
                    <a:gd name="connsiteY1634" fmla="*/ 223611 h 776232"/>
                    <a:gd name="connsiteX1635" fmla="*/ 119915 w 645772"/>
                    <a:gd name="connsiteY1635" fmla="*/ 223449 h 776232"/>
                    <a:gd name="connsiteX1636" fmla="*/ 119764 w 645772"/>
                    <a:gd name="connsiteY1636" fmla="*/ 222766 h 776232"/>
                    <a:gd name="connsiteX1637" fmla="*/ 119787 w 645772"/>
                    <a:gd name="connsiteY1637" fmla="*/ 222569 h 776232"/>
                    <a:gd name="connsiteX1638" fmla="*/ 119776 w 645772"/>
                    <a:gd name="connsiteY1638" fmla="*/ 222477 h 776232"/>
                    <a:gd name="connsiteX1639" fmla="*/ 119567 w 645772"/>
                    <a:gd name="connsiteY1639" fmla="*/ 222222 h 776232"/>
                    <a:gd name="connsiteX1640" fmla="*/ 118850 w 645772"/>
                    <a:gd name="connsiteY1640" fmla="*/ 221400 h 776232"/>
                    <a:gd name="connsiteX1641" fmla="*/ 118016 w 645772"/>
                    <a:gd name="connsiteY1641" fmla="*/ 220671 h 776232"/>
                    <a:gd name="connsiteX1642" fmla="*/ 117715 w 645772"/>
                    <a:gd name="connsiteY1642" fmla="*/ 220335 h 776232"/>
                    <a:gd name="connsiteX1643" fmla="*/ 117518 w 645772"/>
                    <a:gd name="connsiteY1643" fmla="*/ 220069 h 776232"/>
                    <a:gd name="connsiteX1644" fmla="*/ 117032 w 645772"/>
                    <a:gd name="connsiteY1644" fmla="*/ 219397 h 776232"/>
                    <a:gd name="connsiteX1645" fmla="*/ 116928 w 645772"/>
                    <a:gd name="connsiteY1645" fmla="*/ 219166 h 776232"/>
                    <a:gd name="connsiteX1646" fmla="*/ 116731 w 645772"/>
                    <a:gd name="connsiteY1646" fmla="*/ 218680 h 776232"/>
                    <a:gd name="connsiteX1647" fmla="*/ 116650 w 645772"/>
                    <a:gd name="connsiteY1647" fmla="*/ 218506 h 776232"/>
                    <a:gd name="connsiteX1648" fmla="*/ 116708 w 645772"/>
                    <a:gd name="connsiteY1648" fmla="*/ 218448 h 776232"/>
                    <a:gd name="connsiteX1649" fmla="*/ 116812 w 645772"/>
                    <a:gd name="connsiteY1649" fmla="*/ 218333 h 776232"/>
                    <a:gd name="connsiteX1650" fmla="*/ 117299 w 645772"/>
                    <a:gd name="connsiteY1650" fmla="*/ 217881 h 776232"/>
                    <a:gd name="connsiteX1651" fmla="*/ 117403 w 645772"/>
                    <a:gd name="connsiteY1651" fmla="*/ 217869 h 776232"/>
                    <a:gd name="connsiteX1652" fmla="*/ 117600 w 645772"/>
                    <a:gd name="connsiteY1652" fmla="*/ 217881 h 776232"/>
                    <a:gd name="connsiteX1653" fmla="*/ 117831 w 645772"/>
                    <a:gd name="connsiteY1653" fmla="*/ 217719 h 776232"/>
                    <a:gd name="connsiteX1654" fmla="*/ 118051 w 645772"/>
                    <a:gd name="connsiteY1654" fmla="*/ 217522 h 776232"/>
                    <a:gd name="connsiteX1655" fmla="*/ 118155 w 645772"/>
                    <a:gd name="connsiteY1655" fmla="*/ 217441 h 776232"/>
                    <a:gd name="connsiteX1656" fmla="*/ 118734 w 645772"/>
                    <a:gd name="connsiteY1656" fmla="*/ 217418 h 776232"/>
                    <a:gd name="connsiteX1657" fmla="*/ 119104 w 645772"/>
                    <a:gd name="connsiteY1657" fmla="*/ 217406 h 776232"/>
                    <a:gd name="connsiteX1658" fmla="*/ 119220 w 645772"/>
                    <a:gd name="connsiteY1658" fmla="*/ 217314 h 776232"/>
                    <a:gd name="connsiteX1659" fmla="*/ 119463 w 645772"/>
                    <a:gd name="connsiteY1659" fmla="*/ 217059 h 776232"/>
                    <a:gd name="connsiteX1660" fmla="*/ 119741 w 645772"/>
                    <a:gd name="connsiteY1660" fmla="*/ 216955 h 776232"/>
                    <a:gd name="connsiteX1661" fmla="*/ 120378 w 645772"/>
                    <a:gd name="connsiteY1661" fmla="*/ 216839 h 776232"/>
                    <a:gd name="connsiteX1662" fmla="*/ 120412 w 645772"/>
                    <a:gd name="connsiteY1662" fmla="*/ 216804 h 776232"/>
                    <a:gd name="connsiteX1663" fmla="*/ 120621 w 645772"/>
                    <a:gd name="connsiteY1663" fmla="*/ 216191 h 776232"/>
                    <a:gd name="connsiteX1664" fmla="*/ 120494 w 645772"/>
                    <a:gd name="connsiteY1664" fmla="*/ 215149 h 776232"/>
                    <a:gd name="connsiteX1665" fmla="*/ 119799 w 645772"/>
                    <a:gd name="connsiteY1665" fmla="*/ 213297 h 776232"/>
                    <a:gd name="connsiteX1666" fmla="*/ 120609 w 645772"/>
                    <a:gd name="connsiteY1666" fmla="*/ 212707 h 776232"/>
                    <a:gd name="connsiteX1667" fmla="*/ 121466 w 645772"/>
                    <a:gd name="connsiteY1667" fmla="*/ 212487 h 776232"/>
                    <a:gd name="connsiteX1668" fmla="*/ 121512 w 645772"/>
                    <a:gd name="connsiteY1668" fmla="*/ 212579 h 776232"/>
                    <a:gd name="connsiteX1669" fmla="*/ 121709 w 645772"/>
                    <a:gd name="connsiteY1669" fmla="*/ 212822 h 776232"/>
                    <a:gd name="connsiteX1670" fmla="*/ 122010 w 645772"/>
                    <a:gd name="connsiteY1670" fmla="*/ 213135 h 776232"/>
                    <a:gd name="connsiteX1671" fmla="*/ 122195 w 645772"/>
                    <a:gd name="connsiteY1671" fmla="*/ 213285 h 776232"/>
                    <a:gd name="connsiteX1672" fmla="*/ 122392 w 645772"/>
                    <a:gd name="connsiteY1672" fmla="*/ 213390 h 776232"/>
                    <a:gd name="connsiteX1673" fmla="*/ 122577 w 645772"/>
                    <a:gd name="connsiteY1673" fmla="*/ 213448 h 776232"/>
                    <a:gd name="connsiteX1674" fmla="*/ 123330 w 645772"/>
                    <a:gd name="connsiteY1674" fmla="*/ 213540 h 776232"/>
                    <a:gd name="connsiteX1675" fmla="*/ 123654 w 645772"/>
                    <a:gd name="connsiteY1675" fmla="*/ 213621 h 776232"/>
                    <a:gd name="connsiteX1676" fmla="*/ 124348 w 645772"/>
                    <a:gd name="connsiteY1676" fmla="*/ 213621 h 776232"/>
                    <a:gd name="connsiteX1677" fmla="*/ 124510 w 645772"/>
                    <a:gd name="connsiteY1677" fmla="*/ 213528 h 776232"/>
                    <a:gd name="connsiteX1678" fmla="*/ 125344 w 645772"/>
                    <a:gd name="connsiteY1678" fmla="*/ 213749 h 776232"/>
                    <a:gd name="connsiteX1679" fmla="*/ 125772 w 645772"/>
                    <a:gd name="connsiteY1679" fmla="*/ 213818 h 776232"/>
                    <a:gd name="connsiteX1680" fmla="*/ 126548 w 645772"/>
                    <a:gd name="connsiteY1680" fmla="*/ 213887 h 776232"/>
                    <a:gd name="connsiteX1681" fmla="*/ 126883 w 645772"/>
                    <a:gd name="connsiteY1681" fmla="*/ 213992 h 776232"/>
                    <a:gd name="connsiteX1682" fmla="*/ 127127 w 645772"/>
                    <a:gd name="connsiteY1682" fmla="*/ 214096 h 776232"/>
                    <a:gd name="connsiteX1683" fmla="*/ 127277 w 645772"/>
                    <a:gd name="connsiteY1683" fmla="*/ 214165 h 776232"/>
                    <a:gd name="connsiteX1684" fmla="*/ 127497 w 645772"/>
                    <a:gd name="connsiteY1684" fmla="*/ 212545 h 776232"/>
                    <a:gd name="connsiteX1685" fmla="*/ 127531 w 645772"/>
                    <a:gd name="connsiteY1685" fmla="*/ 212359 h 776232"/>
                    <a:gd name="connsiteX1686" fmla="*/ 127636 w 645772"/>
                    <a:gd name="connsiteY1686" fmla="*/ 212336 h 776232"/>
                    <a:gd name="connsiteX1687" fmla="*/ 128180 w 645772"/>
                    <a:gd name="connsiteY1687" fmla="*/ 212232 h 776232"/>
                    <a:gd name="connsiteX1688" fmla="*/ 128458 w 645772"/>
                    <a:gd name="connsiteY1688" fmla="*/ 212081 h 776232"/>
                    <a:gd name="connsiteX1689" fmla="*/ 129129 w 645772"/>
                    <a:gd name="connsiteY1689" fmla="*/ 211688 h 776232"/>
                    <a:gd name="connsiteX1690" fmla="*/ 129407 w 645772"/>
                    <a:gd name="connsiteY1690" fmla="*/ 211584 h 776232"/>
                    <a:gd name="connsiteX1691" fmla="*/ 129546 w 645772"/>
                    <a:gd name="connsiteY1691" fmla="*/ 211503 h 776232"/>
                    <a:gd name="connsiteX1692" fmla="*/ 129592 w 645772"/>
                    <a:gd name="connsiteY1692" fmla="*/ 211468 h 776232"/>
                    <a:gd name="connsiteX1693" fmla="*/ 129835 w 645772"/>
                    <a:gd name="connsiteY1693" fmla="*/ 211202 h 776232"/>
                    <a:gd name="connsiteX1694" fmla="*/ 130356 w 645772"/>
                    <a:gd name="connsiteY1694" fmla="*/ 210658 h 776232"/>
                    <a:gd name="connsiteX1695" fmla="*/ 130483 w 645772"/>
                    <a:gd name="connsiteY1695" fmla="*/ 210588 h 776232"/>
                    <a:gd name="connsiteX1696" fmla="*/ 130912 w 645772"/>
                    <a:gd name="connsiteY1696" fmla="*/ 210322 h 776232"/>
                    <a:gd name="connsiteX1697" fmla="*/ 131004 w 645772"/>
                    <a:gd name="connsiteY1697" fmla="*/ 210241 h 776232"/>
                    <a:gd name="connsiteX1698" fmla="*/ 131109 w 645772"/>
                    <a:gd name="connsiteY1698" fmla="*/ 210160 h 776232"/>
                    <a:gd name="connsiteX1699" fmla="*/ 131132 w 645772"/>
                    <a:gd name="connsiteY1699" fmla="*/ 210137 h 776232"/>
                    <a:gd name="connsiteX1700" fmla="*/ 131699 w 645772"/>
                    <a:gd name="connsiteY1700" fmla="*/ 210044 h 776232"/>
                    <a:gd name="connsiteX1701" fmla="*/ 132012 w 645772"/>
                    <a:gd name="connsiteY1701" fmla="*/ 209882 h 776232"/>
                    <a:gd name="connsiteX1702" fmla="*/ 132915 w 645772"/>
                    <a:gd name="connsiteY1702" fmla="*/ 209569 h 776232"/>
                    <a:gd name="connsiteX1703" fmla="*/ 133007 w 645772"/>
                    <a:gd name="connsiteY1703" fmla="*/ 209512 h 776232"/>
                    <a:gd name="connsiteX1704" fmla="*/ 133019 w 645772"/>
                    <a:gd name="connsiteY1704" fmla="*/ 209500 h 776232"/>
                    <a:gd name="connsiteX1705" fmla="*/ 133111 w 645772"/>
                    <a:gd name="connsiteY1705" fmla="*/ 209384 h 776232"/>
                    <a:gd name="connsiteX1706" fmla="*/ 133192 w 645772"/>
                    <a:gd name="connsiteY1706" fmla="*/ 209280 h 776232"/>
                    <a:gd name="connsiteX1707" fmla="*/ 133227 w 645772"/>
                    <a:gd name="connsiteY1707" fmla="*/ 209222 h 776232"/>
                    <a:gd name="connsiteX1708" fmla="*/ 133262 w 645772"/>
                    <a:gd name="connsiteY1708" fmla="*/ 209095 h 776232"/>
                    <a:gd name="connsiteX1709" fmla="*/ 133273 w 645772"/>
                    <a:gd name="connsiteY1709" fmla="*/ 209025 h 776232"/>
                    <a:gd name="connsiteX1710" fmla="*/ 133308 w 645772"/>
                    <a:gd name="connsiteY1710" fmla="*/ 208771 h 776232"/>
                    <a:gd name="connsiteX1711" fmla="*/ 133459 w 645772"/>
                    <a:gd name="connsiteY1711" fmla="*/ 208088 h 776232"/>
                    <a:gd name="connsiteX1712" fmla="*/ 133609 w 645772"/>
                    <a:gd name="connsiteY1712" fmla="*/ 207718 h 776232"/>
                    <a:gd name="connsiteX1713" fmla="*/ 133655 w 645772"/>
                    <a:gd name="connsiteY1713" fmla="*/ 207625 h 776232"/>
                    <a:gd name="connsiteX1714" fmla="*/ 133586 w 645772"/>
                    <a:gd name="connsiteY1714" fmla="*/ 206143 h 776232"/>
                    <a:gd name="connsiteX1715" fmla="*/ 133806 w 645772"/>
                    <a:gd name="connsiteY1715" fmla="*/ 206062 h 776232"/>
                    <a:gd name="connsiteX1716" fmla="*/ 135079 w 645772"/>
                    <a:gd name="connsiteY1716" fmla="*/ 205576 h 776232"/>
                    <a:gd name="connsiteX1717" fmla="*/ 137035 w 645772"/>
                    <a:gd name="connsiteY1717" fmla="*/ 204800 h 776232"/>
                    <a:gd name="connsiteX1718" fmla="*/ 137244 w 645772"/>
                    <a:gd name="connsiteY1718" fmla="*/ 204650 h 776232"/>
                    <a:gd name="connsiteX1719" fmla="*/ 137452 w 645772"/>
                    <a:gd name="connsiteY1719" fmla="*/ 204303 h 776232"/>
                    <a:gd name="connsiteX1720" fmla="*/ 137834 w 645772"/>
                    <a:gd name="connsiteY1720" fmla="*/ 203585 h 776232"/>
                    <a:gd name="connsiteX1721" fmla="*/ 137915 w 645772"/>
                    <a:gd name="connsiteY1721" fmla="*/ 203492 h 776232"/>
                    <a:gd name="connsiteX1722" fmla="*/ 138228 w 645772"/>
                    <a:gd name="connsiteY1722" fmla="*/ 203226 h 776232"/>
                    <a:gd name="connsiteX1723" fmla="*/ 138309 w 645772"/>
                    <a:gd name="connsiteY1723" fmla="*/ 203145 h 776232"/>
                    <a:gd name="connsiteX1724" fmla="*/ 138795 w 645772"/>
                    <a:gd name="connsiteY1724" fmla="*/ 202844 h 776232"/>
                    <a:gd name="connsiteX1725" fmla="*/ 138992 w 645772"/>
                    <a:gd name="connsiteY1725" fmla="*/ 202751 h 776232"/>
                    <a:gd name="connsiteX1726" fmla="*/ 140485 w 645772"/>
                    <a:gd name="connsiteY1726" fmla="*/ 202925 h 776232"/>
                    <a:gd name="connsiteX1727" fmla="*/ 141029 w 645772"/>
                    <a:gd name="connsiteY1727" fmla="*/ 201710 h 776232"/>
                    <a:gd name="connsiteX1728" fmla="*/ 141145 w 645772"/>
                    <a:gd name="connsiteY1728" fmla="*/ 201455 h 776232"/>
                    <a:gd name="connsiteX1729" fmla="*/ 141434 w 645772"/>
                    <a:gd name="connsiteY1729" fmla="*/ 201015 h 776232"/>
                    <a:gd name="connsiteX1730" fmla="*/ 141805 w 645772"/>
                    <a:gd name="connsiteY1730" fmla="*/ 200737 h 776232"/>
                    <a:gd name="connsiteX1731" fmla="*/ 141886 w 645772"/>
                    <a:gd name="connsiteY1731" fmla="*/ 200714 h 776232"/>
                    <a:gd name="connsiteX1732" fmla="*/ 142245 w 645772"/>
                    <a:gd name="connsiteY1732" fmla="*/ 200610 h 776232"/>
                    <a:gd name="connsiteX1733" fmla="*/ 142476 w 645772"/>
                    <a:gd name="connsiteY1733" fmla="*/ 200610 h 776232"/>
                    <a:gd name="connsiteX1734" fmla="*/ 143205 w 645772"/>
                    <a:gd name="connsiteY1734" fmla="*/ 201050 h 776232"/>
                    <a:gd name="connsiteX1735" fmla="*/ 143448 w 645772"/>
                    <a:gd name="connsiteY1735" fmla="*/ 201200 h 776232"/>
                    <a:gd name="connsiteX1736" fmla="*/ 143530 w 645772"/>
                    <a:gd name="connsiteY1736" fmla="*/ 201235 h 776232"/>
                    <a:gd name="connsiteX1737" fmla="*/ 143946 w 645772"/>
                    <a:gd name="connsiteY1737" fmla="*/ 201374 h 776232"/>
                    <a:gd name="connsiteX1738" fmla="*/ 144398 w 645772"/>
                    <a:gd name="connsiteY1738" fmla="*/ 201223 h 776232"/>
                    <a:gd name="connsiteX1739" fmla="*/ 144479 w 645772"/>
                    <a:gd name="connsiteY1739" fmla="*/ 200876 h 776232"/>
                    <a:gd name="connsiteX1740" fmla="*/ 144664 w 645772"/>
                    <a:gd name="connsiteY1740" fmla="*/ 200621 h 776232"/>
                    <a:gd name="connsiteX1741" fmla="*/ 144687 w 645772"/>
                    <a:gd name="connsiteY1741" fmla="*/ 200448 h 776232"/>
                    <a:gd name="connsiteX1742" fmla="*/ 144710 w 645772"/>
                    <a:gd name="connsiteY1742" fmla="*/ 200205 h 776232"/>
                    <a:gd name="connsiteX1743" fmla="*/ 144722 w 645772"/>
                    <a:gd name="connsiteY1743" fmla="*/ 200170 h 776232"/>
                    <a:gd name="connsiteX1744" fmla="*/ 144768 w 645772"/>
                    <a:gd name="connsiteY1744" fmla="*/ 199996 h 776232"/>
                    <a:gd name="connsiteX1745" fmla="*/ 144780 w 645772"/>
                    <a:gd name="connsiteY1745" fmla="*/ 199776 h 776232"/>
                    <a:gd name="connsiteX1746" fmla="*/ 144791 w 645772"/>
                    <a:gd name="connsiteY1746" fmla="*/ 199464 h 776232"/>
                    <a:gd name="connsiteX1747" fmla="*/ 144942 w 645772"/>
                    <a:gd name="connsiteY1747" fmla="*/ 198908 h 776232"/>
                    <a:gd name="connsiteX1748" fmla="*/ 144953 w 645772"/>
                    <a:gd name="connsiteY1748" fmla="*/ 198862 h 776232"/>
                    <a:gd name="connsiteX1749" fmla="*/ 145162 w 645772"/>
                    <a:gd name="connsiteY1749" fmla="*/ 198978 h 776232"/>
                    <a:gd name="connsiteX1750" fmla="*/ 145243 w 645772"/>
                    <a:gd name="connsiteY1750" fmla="*/ 199047 h 776232"/>
                    <a:gd name="connsiteX1751" fmla="*/ 145347 w 645772"/>
                    <a:gd name="connsiteY1751" fmla="*/ 199140 h 776232"/>
                    <a:gd name="connsiteX1752" fmla="*/ 145497 w 645772"/>
                    <a:gd name="connsiteY1752" fmla="*/ 199232 h 776232"/>
                    <a:gd name="connsiteX1753" fmla="*/ 146597 w 645772"/>
                    <a:gd name="connsiteY1753" fmla="*/ 199313 h 776232"/>
                    <a:gd name="connsiteX1754" fmla="*/ 147060 w 645772"/>
                    <a:gd name="connsiteY1754" fmla="*/ 199418 h 776232"/>
                    <a:gd name="connsiteX1755" fmla="*/ 147893 w 645772"/>
                    <a:gd name="connsiteY1755" fmla="*/ 199406 h 776232"/>
                    <a:gd name="connsiteX1756" fmla="*/ 151193 w 645772"/>
                    <a:gd name="connsiteY1756" fmla="*/ 199418 h 776232"/>
                    <a:gd name="connsiteX1757" fmla="*/ 151517 w 645772"/>
                    <a:gd name="connsiteY1757" fmla="*/ 199510 h 776232"/>
                    <a:gd name="connsiteX1758" fmla="*/ 151806 w 645772"/>
                    <a:gd name="connsiteY1758" fmla="*/ 199637 h 776232"/>
                    <a:gd name="connsiteX1759" fmla="*/ 151887 w 645772"/>
                    <a:gd name="connsiteY1759" fmla="*/ 199672 h 776232"/>
                    <a:gd name="connsiteX1760" fmla="*/ 152188 w 645772"/>
                    <a:gd name="connsiteY1760" fmla="*/ 199776 h 776232"/>
                    <a:gd name="connsiteX1761" fmla="*/ 152617 w 645772"/>
                    <a:gd name="connsiteY1761" fmla="*/ 199915 h 776232"/>
                    <a:gd name="connsiteX1762" fmla="*/ 152721 w 645772"/>
                    <a:gd name="connsiteY1762" fmla="*/ 199950 h 776232"/>
                    <a:gd name="connsiteX1763" fmla="*/ 153022 w 645772"/>
                    <a:gd name="connsiteY1763" fmla="*/ 200089 h 776232"/>
                    <a:gd name="connsiteX1764" fmla="*/ 153207 w 645772"/>
                    <a:gd name="connsiteY1764" fmla="*/ 200343 h 776232"/>
                    <a:gd name="connsiteX1765" fmla="*/ 153334 w 645772"/>
                    <a:gd name="connsiteY1765" fmla="*/ 200540 h 776232"/>
                    <a:gd name="connsiteX1766" fmla="*/ 153462 w 645772"/>
                    <a:gd name="connsiteY1766" fmla="*/ 200679 h 776232"/>
                    <a:gd name="connsiteX1767" fmla="*/ 153612 w 645772"/>
                    <a:gd name="connsiteY1767" fmla="*/ 200783 h 776232"/>
                    <a:gd name="connsiteX1768" fmla="*/ 153890 w 645772"/>
                    <a:gd name="connsiteY1768" fmla="*/ 201050 h 776232"/>
                    <a:gd name="connsiteX1769" fmla="*/ 153982 w 645772"/>
                    <a:gd name="connsiteY1769" fmla="*/ 201108 h 776232"/>
                    <a:gd name="connsiteX1770" fmla="*/ 154839 w 645772"/>
                    <a:gd name="connsiteY1770" fmla="*/ 201328 h 776232"/>
                    <a:gd name="connsiteX1771" fmla="*/ 155163 w 645772"/>
                    <a:gd name="connsiteY1771" fmla="*/ 200378 h 776232"/>
                    <a:gd name="connsiteX1772" fmla="*/ 155418 w 645772"/>
                    <a:gd name="connsiteY1772" fmla="*/ 200332 h 776232"/>
                    <a:gd name="connsiteX1773" fmla="*/ 155985 w 645772"/>
                    <a:gd name="connsiteY1773" fmla="*/ 200343 h 776232"/>
                    <a:gd name="connsiteX1774" fmla="*/ 156795 w 645772"/>
                    <a:gd name="connsiteY1774" fmla="*/ 200077 h 776232"/>
                    <a:gd name="connsiteX1775" fmla="*/ 157096 w 645772"/>
                    <a:gd name="connsiteY1775" fmla="*/ 199973 h 776232"/>
                    <a:gd name="connsiteX1776" fmla="*/ 157189 w 645772"/>
                    <a:gd name="connsiteY1776" fmla="*/ 199938 h 776232"/>
                    <a:gd name="connsiteX1777" fmla="*/ 157432 w 645772"/>
                    <a:gd name="connsiteY1777" fmla="*/ 199753 h 776232"/>
                    <a:gd name="connsiteX1778" fmla="*/ 157502 w 645772"/>
                    <a:gd name="connsiteY1778" fmla="*/ 199313 h 776232"/>
                    <a:gd name="connsiteX1779" fmla="*/ 158092 w 645772"/>
                    <a:gd name="connsiteY1779" fmla="*/ 198839 h 776232"/>
                    <a:gd name="connsiteX1780" fmla="*/ 158219 w 645772"/>
                    <a:gd name="connsiteY1780" fmla="*/ 198746 h 776232"/>
                    <a:gd name="connsiteX1781" fmla="*/ 158439 w 645772"/>
                    <a:gd name="connsiteY1781" fmla="*/ 198642 h 776232"/>
                    <a:gd name="connsiteX1782" fmla="*/ 158474 w 645772"/>
                    <a:gd name="connsiteY1782" fmla="*/ 198630 h 776232"/>
                    <a:gd name="connsiteX1783" fmla="*/ 159585 w 645772"/>
                    <a:gd name="connsiteY1783" fmla="*/ 198086 h 776232"/>
                    <a:gd name="connsiteX1784" fmla="*/ 159921 w 645772"/>
                    <a:gd name="connsiteY1784" fmla="*/ 197901 h 776232"/>
                    <a:gd name="connsiteX1785" fmla="*/ 160673 w 645772"/>
                    <a:gd name="connsiteY1785" fmla="*/ 197542 h 776232"/>
                    <a:gd name="connsiteX1786" fmla="*/ 160812 w 645772"/>
                    <a:gd name="connsiteY1786" fmla="*/ 197473 h 776232"/>
                    <a:gd name="connsiteX1787" fmla="*/ 162097 w 645772"/>
                    <a:gd name="connsiteY1787" fmla="*/ 196825 h 776232"/>
                    <a:gd name="connsiteX1788" fmla="*/ 163382 w 645772"/>
                    <a:gd name="connsiteY1788" fmla="*/ 196165 h 776232"/>
                    <a:gd name="connsiteX1789" fmla="*/ 163394 w 645772"/>
                    <a:gd name="connsiteY1789" fmla="*/ 196142 h 776232"/>
                    <a:gd name="connsiteX1790" fmla="*/ 163452 w 645772"/>
                    <a:gd name="connsiteY1790" fmla="*/ 195991 h 776232"/>
                    <a:gd name="connsiteX1791" fmla="*/ 163579 w 645772"/>
                    <a:gd name="connsiteY1791" fmla="*/ 195922 h 776232"/>
                    <a:gd name="connsiteX1792" fmla="*/ 163753 w 645772"/>
                    <a:gd name="connsiteY1792" fmla="*/ 195806 h 776232"/>
                    <a:gd name="connsiteX1793" fmla="*/ 164007 w 645772"/>
                    <a:gd name="connsiteY1793" fmla="*/ 195551 h 776232"/>
                    <a:gd name="connsiteX1794" fmla="*/ 164204 w 645772"/>
                    <a:gd name="connsiteY1794" fmla="*/ 195192 h 776232"/>
                    <a:gd name="connsiteX1795" fmla="*/ 164424 w 645772"/>
                    <a:gd name="connsiteY1795" fmla="*/ 194776 h 776232"/>
                    <a:gd name="connsiteX1796" fmla="*/ 164528 w 645772"/>
                    <a:gd name="connsiteY1796" fmla="*/ 194567 h 776232"/>
                    <a:gd name="connsiteX1797" fmla="*/ 164609 w 645772"/>
                    <a:gd name="connsiteY1797" fmla="*/ 194417 h 776232"/>
                    <a:gd name="connsiteX1798" fmla="*/ 164737 w 645772"/>
                    <a:gd name="connsiteY1798" fmla="*/ 194301 h 776232"/>
                    <a:gd name="connsiteX1799" fmla="*/ 164783 w 645772"/>
                    <a:gd name="connsiteY1799" fmla="*/ 194278 h 776232"/>
                    <a:gd name="connsiteX1800" fmla="*/ 164933 w 645772"/>
                    <a:gd name="connsiteY1800" fmla="*/ 194174 h 776232"/>
                    <a:gd name="connsiteX1801" fmla="*/ 165304 w 645772"/>
                    <a:gd name="connsiteY1801" fmla="*/ 193873 h 776232"/>
                    <a:gd name="connsiteX1802" fmla="*/ 165906 w 645772"/>
                    <a:gd name="connsiteY1802" fmla="*/ 193387 h 776232"/>
                    <a:gd name="connsiteX1803" fmla="*/ 166033 w 645772"/>
                    <a:gd name="connsiteY1803" fmla="*/ 193236 h 776232"/>
                    <a:gd name="connsiteX1804" fmla="*/ 166519 w 645772"/>
                    <a:gd name="connsiteY1804" fmla="*/ 192646 h 776232"/>
                    <a:gd name="connsiteX1805" fmla="*/ 166693 w 645772"/>
                    <a:gd name="connsiteY1805" fmla="*/ 192414 h 776232"/>
                    <a:gd name="connsiteX1806" fmla="*/ 166936 w 645772"/>
                    <a:gd name="connsiteY1806" fmla="*/ 192113 h 776232"/>
                    <a:gd name="connsiteX1807" fmla="*/ 166982 w 645772"/>
                    <a:gd name="connsiteY1807" fmla="*/ 192044 h 776232"/>
                    <a:gd name="connsiteX1808" fmla="*/ 167109 w 645772"/>
                    <a:gd name="connsiteY1808" fmla="*/ 191824 h 776232"/>
                    <a:gd name="connsiteX1809" fmla="*/ 167191 w 645772"/>
                    <a:gd name="connsiteY1809" fmla="*/ 191650 h 776232"/>
                    <a:gd name="connsiteX1810" fmla="*/ 167387 w 645772"/>
                    <a:gd name="connsiteY1810" fmla="*/ 190921 h 776232"/>
                    <a:gd name="connsiteX1811" fmla="*/ 167468 w 645772"/>
                    <a:gd name="connsiteY1811" fmla="*/ 190643 h 776232"/>
                    <a:gd name="connsiteX1812" fmla="*/ 167480 w 645772"/>
                    <a:gd name="connsiteY1812" fmla="*/ 190215 h 776232"/>
                    <a:gd name="connsiteX1813" fmla="*/ 167480 w 645772"/>
                    <a:gd name="connsiteY1813" fmla="*/ 189821 h 776232"/>
                    <a:gd name="connsiteX1814" fmla="*/ 167434 w 645772"/>
                    <a:gd name="connsiteY1814" fmla="*/ 189173 h 776232"/>
                    <a:gd name="connsiteX1815" fmla="*/ 167468 w 645772"/>
                    <a:gd name="connsiteY1815" fmla="*/ 188883 h 776232"/>
                    <a:gd name="connsiteX1816" fmla="*/ 167631 w 645772"/>
                    <a:gd name="connsiteY1816" fmla="*/ 188525 h 776232"/>
                    <a:gd name="connsiteX1817" fmla="*/ 167700 w 645772"/>
                    <a:gd name="connsiteY1817" fmla="*/ 188154 h 776232"/>
                    <a:gd name="connsiteX1818" fmla="*/ 167862 w 645772"/>
                    <a:gd name="connsiteY1818" fmla="*/ 187379 h 776232"/>
                    <a:gd name="connsiteX1819" fmla="*/ 168742 w 645772"/>
                    <a:gd name="connsiteY1819" fmla="*/ 186013 h 776232"/>
                    <a:gd name="connsiteX1820" fmla="*/ 168927 w 645772"/>
                    <a:gd name="connsiteY1820" fmla="*/ 185654 h 776232"/>
                    <a:gd name="connsiteX1821" fmla="*/ 168985 w 645772"/>
                    <a:gd name="connsiteY1821" fmla="*/ 185515 h 776232"/>
                    <a:gd name="connsiteX1822" fmla="*/ 169112 w 645772"/>
                    <a:gd name="connsiteY1822" fmla="*/ 185202 h 776232"/>
                    <a:gd name="connsiteX1823" fmla="*/ 169054 w 645772"/>
                    <a:gd name="connsiteY1823" fmla="*/ 184763 h 776232"/>
                    <a:gd name="connsiteX1824" fmla="*/ 168892 w 645772"/>
                    <a:gd name="connsiteY1824" fmla="*/ 183778 h 776232"/>
                    <a:gd name="connsiteX1825" fmla="*/ 168707 w 645772"/>
                    <a:gd name="connsiteY1825" fmla="*/ 182413 h 776232"/>
                    <a:gd name="connsiteX1826" fmla="*/ 168719 w 645772"/>
                    <a:gd name="connsiteY1826" fmla="*/ 182366 h 776232"/>
                    <a:gd name="connsiteX1827" fmla="*/ 168939 w 645772"/>
                    <a:gd name="connsiteY1827" fmla="*/ 182146 h 776232"/>
                    <a:gd name="connsiteX1828" fmla="*/ 169205 w 645772"/>
                    <a:gd name="connsiteY1828" fmla="*/ 181834 h 776232"/>
                    <a:gd name="connsiteX1829" fmla="*/ 169355 w 645772"/>
                    <a:gd name="connsiteY1829" fmla="*/ 181695 h 776232"/>
                    <a:gd name="connsiteX1830" fmla="*/ 169842 w 645772"/>
                    <a:gd name="connsiteY1830" fmla="*/ 181220 h 776232"/>
                    <a:gd name="connsiteX1831" fmla="*/ 170154 w 645772"/>
                    <a:gd name="connsiteY1831" fmla="*/ 180954 h 776232"/>
                    <a:gd name="connsiteX1832" fmla="*/ 170420 w 645772"/>
                    <a:gd name="connsiteY1832" fmla="*/ 180676 h 776232"/>
                    <a:gd name="connsiteX1833" fmla="*/ 170640 w 645772"/>
                    <a:gd name="connsiteY1833" fmla="*/ 180572 h 776232"/>
                    <a:gd name="connsiteX1834" fmla="*/ 170964 w 645772"/>
                    <a:gd name="connsiteY1834" fmla="*/ 180468 h 776232"/>
                    <a:gd name="connsiteX1835" fmla="*/ 171091 w 645772"/>
                    <a:gd name="connsiteY1835" fmla="*/ 180422 h 776232"/>
                    <a:gd name="connsiteX1836" fmla="*/ 171149 w 645772"/>
                    <a:gd name="connsiteY1836" fmla="*/ 180387 h 776232"/>
                    <a:gd name="connsiteX1837" fmla="*/ 171555 w 645772"/>
                    <a:gd name="connsiteY1837" fmla="*/ 180202 h 776232"/>
                    <a:gd name="connsiteX1838" fmla="*/ 171983 w 645772"/>
                    <a:gd name="connsiteY1838" fmla="*/ 180063 h 776232"/>
                    <a:gd name="connsiteX1839" fmla="*/ 172643 w 645772"/>
                    <a:gd name="connsiteY1839" fmla="*/ 179854 h 776232"/>
                    <a:gd name="connsiteX1840" fmla="*/ 173117 w 645772"/>
                    <a:gd name="connsiteY1840" fmla="*/ 179727 h 776232"/>
                    <a:gd name="connsiteX1841" fmla="*/ 173742 w 645772"/>
                    <a:gd name="connsiteY1841" fmla="*/ 179472 h 776232"/>
                    <a:gd name="connsiteX1842" fmla="*/ 173962 w 645772"/>
                    <a:gd name="connsiteY1842" fmla="*/ 179391 h 776232"/>
                    <a:gd name="connsiteX1843" fmla="*/ 174286 w 645772"/>
                    <a:gd name="connsiteY1843" fmla="*/ 179287 h 776232"/>
                    <a:gd name="connsiteX1844" fmla="*/ 174553 w 645772"/>
                    <a:gd name="connsiteY1844" fmla="*/ 179206 h 776232"/>
                    <a:gd name="connsiteX1845" fmla="*/ 174865 w 645772"/>
                    <a:gd name="connsiteY1845" fmla="*/ 179113 h 776232"/>
                    <a:gd name="connsiteX1846" fmla="*/ 175143 w 645772"/>
                    <a:gd name="connsiteY1846" fmla="*/ 179021 h 776232"/>
                    <a:gd name="connsiteX1847" fmla="*/ 175490 w 645772"/>
                    <a:gd name="connsiteY1847" fmla="*/ 178917 h 776232"/>
                    <a:gd name="connsiteX1848" fmla="*/ 175849 w 645772"/>
                    <a:gd name="connsiteY1848" fmla="*/ 178812 h 776232"/>
                    <a:gd name="connsiteX1849" fmla="*/ 176058 w 645772"/>
                    <a:gd name="connsiteY1849" fmla="*/ 178755 h 776232"/>
                    <a:gd name="connsiteX1850" fmla="*/ 176810 w 645772"/>
                    <a:gd name="connsiteY1850" fmla="*/ 178106 h 776232"/>
                    <a:gd name="connsiteX1851" fmla="*/ 176579 w 645772"/>
                    <a:gd name="connsiteY1851" fmla="*/ 177921 h 776232"/>
                    <a:gd name="connsiteX1852" fmla="*/ 176324 w 645772"/>
                    <a:gd name="connsiteY1852" fmla="*/ 177805 h 776232"/>
                    <a:gd name="connsiteX1853" fmla="*/ 175896 w 645772"/>
                    <a:gd name="connsiteY1853" fmla="*/ 177713 h 776232"/>
                    <a:gd name="connsiteX1854" fmla="*/ 175745 w 645772"/>
                    <a:gd name="connsiteY1854" fmla="*/ 177620 h 776232"/>
                    <a:gd name="connsiteX1855" fmla="*/ 175224 w 645772"/>
                    <a:gd name="connsiteY1855" fmla="*/ 177065 h 776232"/>
                    <a:gd name="connsiteX1856" fmla="*/ 174912 w 645772"/>
                    <a:gd name="connsiteY1856" fmla="*/ 176729 h 776232"/>
                    <a:gd name="connsiteX1857" fmla="*/ 174727 w 645772"/>
                    <a:gd name="connsiteY1857" fmla="*/ 176520 h 776232"/>
                    <a:gd name="connsiteX1858" fmla="*/ 174275 w 645772"/>
                    <a:gd name="connsiteY1858" fmla="*/ 176034 h 776232"/>
                    <a:gd name="connsiteX1859" fmla="*/ 174101 w 645772"/>
                    <a:gd name="connsiteY1859" fmla="*/ 175849 h 776232"/>
                    <a:gd name="connsiteX1860" fmla="*/ 173835 w 645772"/>
                    <a:gd name="connsiteY1860" fmla="*/ 175780 h 776232"/>
                    <a:gd name="connsiteX1861" fmla="*/ 172967 w 645772"/>
                    <a:gd name="connsiteY1861" fmla="*/ 175687 h 776232"/>
                    <a:gd name="connsiteX1862" fmla="*/ 172620 w 645772"/>
                    <a:gd name="connsiteY1862" fmla="*/ 175606 h 776232"/>
                    <a:gd name="connsiteX1863" fmla="*/ 172585 w 645772"/>
                    <a:gd name="connsiteY1863" fmla="*/ 175606 h 776232"/>
                    <a:gd name="connsiteX1864" fmla="*/ 171045 w 645772"/>
                    <a:gd name="connsiteY1864" fmla="*/ 175224 h 776232"/>
                    <a:gd name="connsiteX1865" fmla="*/ 170397 w 645772"/>
                    <a:gd name="connsiteY1865" fmla="*/ 175143 h 776232"/>
                    <a:gd name="connsiteX1866" fmla="*/ 169876 w 645772"/>
                    <a:gd name="connsiteY1866" fmla="*/ 175050 h 776232"/>
                    <a:gd name="connsiteX1867" fmla="*/ 169494 w 645772"/>
                    <a:gd name="connsiteY1867" fmla="*/ 174946 h 776232"/>
                    <a:gd name="connsiteX1868" fmla="*/ 169031 w 645772"/>
                    <a:gd name="connsiteY1868" fmla="*/ 174853 h 776232"/>
                    <a:gd name="connsiteX1869" fmla="*/ 168533 w 645772"/>
                    <a:gd name="connsiteY1869" fmla="*/ 174726 h 776232"/>
                    <a:gd name="connsiteX1870" fmla="*/ 167075 w 645772"/>
                    <a:gd name="connsiteY1870" fmla="*/ 174124 h 776232"/>
                    <a:gd name="connsiteX1871" fmla="*/ 166878 w 645772"/>
                    <a:gd name="connsiteY1871" fmla="*/ 174032 h 776232"/>
                    <a:gd name="connsiteX1872" fmla="*/ 166392 w 645772"/>
                    <a:gd name="connsiteY1872" fmla="*/ 174020 h 776232"/>
                    <a:gd name="connsiteX1873" fmla="*/ 165720 w 645772"/>
                    <a:gd name="connsiteY1873" fmla="*/ 174113 h 776232"/>
                    <a:gd name="connsiteX1874" fmla="*/ 164980 w 645772"/>
                    <a:gd name="connsiteY1874" fmla="*/ 174171 h 776232"/>
                    <a:gd name="connsiteX1875" fmla="*/ 164887 w 645772"/>
                    <a:gd name="connsiteY1875" fmla="*/ 174066 h 776232"/>
                    <a:gd name="connsiteX1876" fmla="*/ 164748 w 645772"/>
                    <a:gd name="connsiteY1876" fmla="*/ 173835 h 776232"/>
                    <a:gd name="connsiteX1877" fmla="*/ 164366 w 645772"/>
                    <a:gd name="connsiteY1877" fmla="*/ 172666 h 776232"/>
                    <a:gd name="connsiteX1878" fmla="*/ 164250 w 645772"/>
                    <a:gd name="connsiteY1878" fmla="*/ 172284 h 776232"/>
                    <a:gd name="connsiteX1879" fmla="*/ 164146 w 645772"/>
                    <a:gd name="connsiteY1879" fmla="*/ 172006 h 776232"/>
                    <a:gd name="connsiteX1880" fmla="*/ 164100 w 645772"/>
                    <a:gd name="connsiteY1880" fmla="*/ 171902 h 776232"/>
                    <a:gd name="connsiteX1881" fmla="*/ 163949 w 645772"/>
                    <a:gd name="connsiteY1881" fmla="*/ 171670 h 776232"/>
                    <a:gd name="connsiteX1882" fmla="*/ 163625 w 645772"/>
                    <a:gd name="connsiteY1882" fmla="*/ 171311 h 776232"/>
                    <a:gd name="connsiteX1883" fmla="*/ 163614 w 645772"/>
                    <a:gd name="connsiteY1883" fmla="*/ 171288 h 776232"/>
                    <a:gd name="connsiteX1884" fmla="*/ 163208 w 645772"/>
                    <a:gd name="connsiteY1884" fmla="*/ 169957 h 776232"/>
                    <a:gd name="connsiteX1885" fmla="*/ 163220 w 645772"/>
                    <a:gd name="connsiteY1885" fmla="*/ 169853 h 776232"/>
                    <a:gd name="connsiteX1886" fmla="*/ 163266 w 645772"/>
                    <a:gd name="connsiteY1886" fmla="*/ 169610 h 776232"/>
                    <a:gd name="connsiteX1887" fmla="*/ 163301 w 645772"/>
                    <a:gd name="connsiteY1887" fmla="*/ 169494 h 776232"/>
                    <a:gd name="connsiteX1888" fmla="*/ 163428 w 645772"/>
                    <a:gd name="connsiteY1888" fmla="*/ 169239 h 776232"/>
                    <a:gd name="connsiteX1889" fmla="*/ 163625 w 645772"/>
                    <a:gd name="connsiteY1889" fmla="*/ 168846 h 776232"/>
                    <a:gd name="connsiteX1890" fmla="*/ 163741 w 645772"/>
                    <a:gd name="connsiteY1890" fmla="*/ 168591 h 776232"/>
                    <a:gd name="connsiteX1891" fmla="*/ 164065 w 645772"/>
                    <a:gd name="connsiteY1891" fmla="*/ 167781 h 776232"/>
                    <a:gd name="connsiteX1892" fmla="*/ 164193 w 645772"/>
                    <a:gd name="connsiteY1892" fmla="*/ 167456 h 776232"/>
                    <a:gd name="connsiteX1893" fmla="*/ 164482 w 645772"/>
                    <a:gd name="connsiteY1893" fmla="*/ 165801 h 776232"/>
                    <a:gd name="connsiteX1894" fmla="*/ 164470 w 645772"/>
                    <a:gd name="connsiteY1894" fmla="*/ 165743 h 776232"/>
                    <a:gd name="connsiteX1895" fmla="*/ 164366 w 645772"/>
                    <a:gd name="connsiteY1895" fmla="*/ 165512 h 776232"/>
                    <a:gd name="connsiteX1896" fmla="*/ 164158 w 645772"/>
                    <a:gd name="connsiteY1896" fmla="*/ 165246 h 776232"/>
                    <a:gd name="connsiteX1897" fmla="*/ 164088 w 645772"/>
                    <a:gd name="connsiteY1897" fmla="*/ 165176 h 776232"/>
                    <a:gd name="connsiteX1898" fmla="*/ 163834 w 645772"/>
                    <a:gd name="connsiteY1898" fmla="*/ 164863 h 776232"/>
                    <a:gd name="connsiteX1899" fmla="*/ 163741 w 645772"/>
                    <a:gd name="connsiteY1899" fmla="*/ 164736 h 776232"/>
                    <a:gd name="connsiteX1900" fmla="*/ 163579 w 645772"/>
                    <a:gd name="connsiteY1900" fmla="*/ 164516 h 776232"/>
                    <a:gd name="connsiteX1901" fmla="*/ 163452 w 645772"/>
                    <a:gd name="connsiteY1901" fmla="*/ 164169 h 776232"/>
                    <a:gd name="connsiteX1902" fmla="*/ 163370 w 645772"/>
                    <a:gd name="connsiteY1902" fmla="*/ 163960 h 776232"/>
                    <a:gd name="connsiteX1903" fmla="*/ 163301 w 645772"/>
                    <a:gd name="connsiteY1903" fmla="*/ 163741 h 776232"/>
                    <a:gd name="connsiteX1904" fmla="*/ 162410 w 645772"/>
                    <a:gd name="connsiteY1904" fmla="*/ 162398 h 776232"/>
                    <a:gd name="connsiteX1905" fmla="*/ 162421 w 645772"/>
                    <a:gd name="connsiteY1905" fmla="*/ 162004 h 776232"/>
                    <a:gd name="connsiteX1906" fmla="*/ 162410 w 645772"/>
                    <a:gd name="connsiteY1906" fmla="*/ 161981 h 776232"/>
                    <a:gd name="connsiteX1907" fmla="*/ 162028 w 645772"/>
                    <a:gd name="connsiteY1907" fmla="*/ 161275 h 776232"/>
                    <a:gd name="connsiteX1908" fmla="*/ 161565 w 645772"/>
                    <a:gd name="connsiteY1908" fmla="*/ 160256 h 776232"/>
                    <a:gd name="connsiteX1909" fmla="*/ 160755 w 645772"/>
                    <a:gd name="connsiteY1909" fmla="*/ 159157 h 776232"/>
                    <a:gd name="connsiteX1910" fmla="*/ 160581 w 645772"/>
                    <a:gd name="connsiteY1910" fmla="*/ 158971 h 776232"/>
                    <a:gd name="connsiteX1911" fmla="*/ 160187 w 645772"/>
                    <a:gd name="connsiteY1911" fmla="*/ 158439 h 776232"/>
                    <a:gd name="connsiteX1912" fmla="*/ 160106 w 645772"/>
                    <a:gd name="connsiteY1912" fmla="*/ 158335 h 776232"/>
                    <a:gd name="connsiteX1913" fmla="*/ 159782 w 645772"/>
                    <a:gd name="connsiteY1913" fmla="*/ 157918 h 776232"/>
                    <a:gd name="connsiteX1914" fmla="*/ 159458 w 645772"/>
                    <a:gd name="connsiteY1914" fmla="*/ 157293 h 776232"/>
                    <a:gd name="connsiteX1915" fmla="*/ 159122 w 645772"/>
                    <a:gd name="connsiteY1915" fmla="*/ 156598 h 776232"/>
                    <a:gd name="connsiteX1916" fmla="*/ 158914 w 645772"/>
                    <a:gd name="connsiteY1916" fmla="*/ 156193 h 776232"/>
                    <a:gd name="connsiteX1917" fmla="*/ 158590 w 645772"/>
                    <a:gd name="connsiteY1917" fmla="*/ 155811 h 776232"/>
                    <a:gd name="connsiteX1918" fmla="*/ 158509 w 645772"/>
                    <a:gd name="connsiteY1918" fmla="*/ 155753 h 776232"/>
                    <a:gd name="connsiteX1919" fmla="*/ 158162 w 645772"/>
                    <a:gd name="connsiteY1919" fmla="*/ 155672 h 776232"/>
                    <a:gd name="connsiteX1920" fmla="*/ 157455 w 645772"/>
                    <a:gd name="connsiteY1920" fmla="*/ 155545 h 776232"/>
                    <a:gd name="connsiteX1921" fmla="*/ 157201 w 645772"/>
                    <a:gd name="connsiteY1921" fmla="*/ 155464 h 776232"/>
                    <a:gd name="connsiteX1922" fmla="*/ 156263 w 645772"/>
                    <a:gd name="connsiteY1922" fmla="*/ 155024 h 776232"/>
                    <a:gd name="connsiteX1923" fmla="*/ 155858 w 645772"/>
                    <a:gd name="connsiteY1923" fmla="*/ 154260 h 776232"/>
                    <a:gd name="connsiteX1924" fmla="*/ 155730 w 645772"/>
                    <a:gd name="connsiteY1924" fmla="*/ 153415 h 776232"/>
                    <a:gd name="connsiteX1925" fmla="*/ 155927 w 645772"/>
                    <a:gd name="connsiteY1925" fmla="*/ 152257 h 776232"/>
                    <a:gd name="connsiteX1926" fmla="*/ 155927 w 645772"/>
                    <a:gd name="connsiteY1926" fmla="*/ 152188 h 776232"/>
                    <a:gd name="connsiteX1927" fmla="*/ 155997 w 645772"/>
                    <a:gd name="connsiteY1927" fmla="*/ 151713 h 776232"/>
                    <a:gd name="connsiteX1928" fmla="*/ 156101 w 645772"/>
                    <a:gd name="connsiteY1928" fmla="*/ 151401 h 776232"/>
                    <a:gd name="connsiteX1929" fmla="*/ 156147 w 645772"/>
                    <a:gd name="connsiteY1929" fmla="*/ 151216 h 776232"/>
                    <a:gd name="connsiteX1930" fmla="*/ 156136 w 645772"/>
                    <a:gd name="connsiteY1930" fmla="*/ 150949 h 776232"/>
                    <a:gd name="connsiteX1931" fmla="*/ 156113 w 645772"/>
                    <a:gd name="connsiteY1931" fmla="*/ 150776 h 776232"/>
                    <a:gd name="connsiteX1932" fmla="*/ 156136 w 645772"/>
                    <a:gd name="connsiteY1932" fmla="*/ 150648 h 776232"/>
                    <a:gd name="connsiteX1933" fmla="*/ 156159 w 645772"/>
                    <a:gd name="connsiteY1933" fmla="*/ 150509 h 776232"/>
                    <a:gd name="connsiteX1934" fmla="*/ 156437 w 645772"/>
                    <a:gd name="connsiteY1934" fmla="*/ 148773 h 776232"/>
                    <a:gd name="connsiteX1935" fmla="*/ 156448 w 645772"/>
                    <a:gd name="connsiteY1935" fmla="*/ 148356 h 776232"/>
                    <a:gd name="connsiteX1936" fmla="*/ 156460 w 645772"/>
                    <a:gd name="connsiteY1936" fmla="*/ 148264 h 776232"/>
                    <a:gd name="connsiteX1937" fmla="*/ 156483 w 645772"/>
                    <a:gd name="connsiteY1937" fmla="*/ 147974 h 776232"/>
                    <a:gd name="connsiteX1938" fmla="*/ 156506 w 645772"/>
                    <a:gd name="connsiteY1938" fmla="*/ 147905 h 776232"/>
                    <a:gd name="connsiteX1939" fmla="*/ 156564 w 645772"/>
                    <a:gd name="connsiteY1939" fmla="*/ 147708 h 776232"/>
                    <a:gd name="connsiteX1940" fmla="*/ 156761 w 645772"/>
                    <a:gd name="connsiteY1940" fmla="*/ 147303 h 776232"/>
                    <a:gd name="connsiteX1941" fmla="*/ 156946 w 645772"/>
                    <a:gd name="connsiteY1941" fmla="*/ 147048 h 776232"/>
                    <a:gd name="connsiteX1942" fmla="*/ 157085 w 645772"/>
                    <a:gd name="connsiteY1942" fmla="*/ 146435 h 776232"/>
                    <a:gd name="connsiteX1943" fmla="*/ 157189 w 645772"/>
                    <a:gd name="connsiteY1943" fmla="*/ 146249 h 776232"/>
                    <a:gd name="connsiteX1944" fmla="*/ 157224 w 645772"/>
                    <a:gd name="connsiteY1944" fmla="*/ 146180 h 776232"/>
                    <a:gd name="connsiteX1945" fmla="*/ 157189 w 645772"/>
                    <a:gd name="connsiteY1945" fmla="*/ 145844 h 776232"/>
                    <a:gd name="connsiteX1946" fmla="*/ 156981 w 645772"/>
                    <a:gd name="connsiteY1946" fmla="*/ 145289 h 776232"/>
                    <a:gd name="connsiteX1947" fmla="*/ 156784 w 645772"/>
                    <a:gd name="connsiteY1947" fmla="*/ 144664 h 776232"/>
                    <a:gd name="connsiteX1948" fmla="*/ 156726 w 645772"/>
                    <a:gd name="connsiteY1948" fmla="*/ 144455 h 776232"/>
                    <a:gd name="connsiteX1949" fmla="*/ 156205 w 645772"/>
                    <a:gd name="connsiteY1949" fmla="*/ 142823 h 776232"/>
                    <a:gd name="connsiteX1950" fmla="*/ 156182 w 645772"/>
                    <a:gd name="connsiteY1950" fmla="*/ 142742 h 776232"/>
                    <a:gd name="connsiteX1951" fmla="*/ 156043 w 645772"/>
                    <a:gd name="connsiteY1951" fmla="*/ 142684 h 776232"/>
                    <a:gd name="connsiteX1952" fmla="*/ 154434 w 645772"/>
                    <a:gd name="connsiteY1952" fmla="*/ 142071 h 776232"/>
                    <a:gd name="connsiteX1953" fmla="*/ 154307 w 645772"/>
                    <a:gd name="connsiteY1953" fmla="*/ 142024 h 776232"/>
                    <a:gd name="connsiteX1954" fmla="*/ 154283 w 645772"/>
                    <a:gd name="connsiteY1954" fmla="*/ 141665 h 776232"/>
                    <a:gd name="connsiteX1955" fmla="*/ 154249 w 645772"/>
                    <a:gd name="connsiteY1955" fmla="*/ 141272 h 776232"/>
                    <a:gd name="connsiteX1956" fmla="*/ 154179 w 645772"/>
                    <a:gd name="connsiteY1956" fmla="*/ 140404 h 776232"/>
                    <a:gd name="connsiteX1957" fmla="*/ 154168 w 645772"/>
                    <a:gd name="connsiteY1957" fmla="*/ 140380 h 776232"/>
                    <a:gd name="connsiteX1958" fmla="*/ 154156 w 645772"/>
                    <a:gd name="connsiteY1958" fmla="*/ 139987 h 776232"/>
                    <a:gd name="connsiteX1959" fmla="*/ 154249 w 645772"/>
                    <a:gd name="connsiteY1959" fmla="*/ 139975 h 776232"/>
                    <a:gd name="connsiteX1960" fmla="*/ 154237 w 645772"/>
                    <a:gd name="connsiteY1960" fmla="*/ 139651 h 776232"/>
                    <a:gd name="connsiteX1961" fmla="*/ 154237 w 645772"/>
                    <a:gd name="connsiteY1961" fmla="*/ 139408 h 776232"/>
                    <a:gd name="connsiteX1962" fmla="*/ 154214 w 645772"/>
                    <a:gd name="connsiteY1962" fmla="*/ 138586 h 776232"/>
                    <a:gd name="connsiteX1963" fmla="*/ 154168 w 645772"/>
                    <a:gd name="connsiteY1963" fmla="*/ 136352 h 776232"/>
                    <a:gd name="connsiteX1964" fmla="*/ 154145 w 645772"/>
                    <a:gd name="connsiteY1964" fmla="*/ 135924 h 776232"/>
                    <a:gd name="connsiteX1965" fmla="*/ 154249 w 645772"/>
                    <a:gd name="connsiteY1965" fmla="*/ 135114 h 776232"/>
                    <a:gd name="connsiteX1966" fmla="*/ 154307 w 645772"/>
                    <a:gd name="connsiteY1966" fmla="*/ 135044 h 776232"/>
                    <a:gd name="connsiteX1967" fmla="*/ 154353 w 645772"/>
                    <a:gd name="connsiteY1967" fmla="*/ 134998 h 776232"/>
                    <a:gd name="connsiteX1968" fmla="*/ 154423 w 645772"/>
                    <a:gd name="connsiteY1968" fmla="*/ 134801 h 776232"/>
                    <a:gd name="connsiteX1969" fmla="*/ 154399 w 645772"/>
                    <a:gd name="connsiteY1969" fmla="*/ 134616 h 776232"/>
                    <a:gd name="connsiteX1970" fmla="*/ 154365 w 645772"/>
                    <a:gd name="connsiteY1970" fmla="*/ 134465 h 776232"/>
                    <a:gd name="connsiteX1971" fmla="*/ 154365 w 645772"/>
                    <a:gd name="connsiteY1971" fmla="*/ 134025 h 776232"/>
                    <a:gd name="connsiteX1972" fmla="*/ 154480 w 645772"/>
                    <a:gd name="connsiteY1972" fmla="*/ 133910 h 776232"/>
                    <a:gd name="connsiteX1973" fmla="*/ 154550 w 645772"/>
                    <a:gd name="connsiteY1973" fmla="*/ 133852 h 776232"/>
                    <a:gd name="connsiteX1974" fmla="*/ 154573 w 645772"/>
                    <a:gd name="connsiteY1974" fmla="*/ 133828 h 776232"/>
                    <a:gd name="connsiteX1975" fmla="*/ 154631 w 645772"/>
                    <a:gd name="connsiteY1975" fmla="*/ 133609 h 776232"/>
                    <a:gd name="connsiteX1976" fmla="*/ 154654 w 645772"/>
                    <a:gd name="connsiteY1976" fmla="*/ 133470 h 776232"/>
                    <a:gd name="connsiteX1977" fmla="*/ 154619 w 645772"/>
                    <a:gd name="connsiteY1977" fmla="*/ 132972 h 776232"/>
                    <a:gd name="connsiteX1978" fmla="*/ 154538 w 645772"/>
                    <a:gd name="connsiteY1978" fmla="*/ 132810 h 776232"/>
                    <a:gd name="connsiteX1979" fmla="*/ 154029 w 645772"/>
                    <a:gd name="connsiteY1979" fmla="*/ 132000 h 776232"/>
                    <a:gd name="connsiteX1980" fmla="*/ 153821 w 645772"/>
                    <a:gd name="connsiteY1980" fmla="*/ 131398 h 776232"/>
                    <a:gd name="connsiteX1981" fmla="*/ 153716 w 645772"/>
                    <a:gd name="connsiteY1981" fmla="*/ 131062 h 776232"/>
                    <a:gd name="connsiteX1982" fmla="*/ 153693 w 645772"/>
                    <a:gd name="connsiteY1982" fmla="*/ 131004 h 776232"/>
                    <a:gd name="connsiteX1983" fmla="*/ 153404 w 645772"/>
                    <a:gd name="connsiteY1983" fmla="*/ 130668 h 776232"/>
                    <a:gd name="connsiteX1984" fmla="*/ 153114 w 645772"/>
                    <a:gd name="connsiteY1984" fmla="*/ 130275 h 776232"/>
                    <a:gd name="connsiteX1985" fmla="*/ 152709 w 645772"/>
                    <a:gd name="connsiteY1985" fmla="*/ 129650 h 776232"/>
                    <a:gd name="connsiteX1986" fmla="*/ 152651 w 645772"/>
                    <a:gd name="connsiteY1986" fmla="*/ 129557 h 776232"/>
                    <a:gd name="connsiteX1987" fmla="*/ 152339 w 645772"/>
                    <a:gd name="connsiteY1987" fmla="*/ 129094 h 776232"/>
                    <a:gd name="connsiteX1988" fmla="*/ 152269 w 645772"/>
                    <a:gd name="connsiteY1988" fmla="*/ 129048 h 776232"/>
                    <a:gd name="connsiteX1989" fmla="*/ 151945 w 645772"/>
                    <a:gd name="connsiteY1989" fmla="*/ 127404 h 776232"/>
                    <a:gd name="connsiteX1990" fmla="*/ 152003 w 645772"/>
                    <a:gd name="connsiteY1990" fmla="*/ 126860 h 776232"/>
                    <a:gd name="connsiteX1991" fmla="*/ 152003 w 645772"/>
                    <a:gd name="connsiteY1991" fmla="*/ 126709 h 776232"/>
                    <a:gd name="connsiteX1992" fmla="*/ 151598 w 645772"/>
                    <a:gd name="connsiteY1992" fmla="*/ 126466 h 776232"/>
                    <a:gd name="connsiteX1993" fmla="*/ 151459 w 645772"/>
                    <a:gd name="connsiteY1993" fmla="*/ 126397 h 776232"/>
                    <a:gd name="connsiteX1994" fmla="*/ 150602 w 645772"/>
                    <a:gd name="connsiteY1994" fmla="*/ 126027 h 776232"/>
                    <a:gd name="connsiteX1995" fmla="*/ 149792 w 645772"/>
                    <a:gd name="connsiteY1995" fmla="*/ 126107 h 776232"/>
                    <a:gd name="connsiteX1996" fmla="*/ 149781 w 645772"/>
                    <a:gd name="connsiteY1996" fmla="*/ 126107 h 776232"/>
                    <a:gd name="connsiteX1997" fmla="*/ 149213 w 645772"/>
                    <a:gd name="connsiteY1997" fmla="*/ 125598 h 776232"/>
                    <a:gd name="connsiteX1998" fmla="*/ 148982 w 645772"/>
                    <a:gd name="connsiteY1998" fmla="*/ 125216 h 776232"/>
                    <a:gd name="connsiteX1999" fmla="*/ 148889 w 645772"/>
                    <a:gd name="connsiteY1999" fmla="*/ 125089 h 776232"/>
                    <a:gd name="connsiteX2000" fmla="*/ 148854 w 645772"/>
                    <a:gd name="connsiteY2000" fmla="*/ 125054 h 776232"/>
                    <a:gd name="connsiteX2001" fmla="*/ 148380 w 645772"/>
                    <a:gd name="connsiteY2001" fmla="*/ 124209 h 776232"/>
                    <a:gd name="connsiteX2002" fmla="*/ 148391 w 645772"/>
                    <a:gd name="connsiteY2002" fmla="*/ 124186 h 776232"/>
                    <a:gd name="connsiteX2003" fmla="*/ 148310 w 645772"/>
                    <a:gd name="connsiteY2003" fmla="*/ 124058 h 776232"/>
                    <a:gd name="connsiteX2004" fmla="*/ 148137 w 645772"/>
                    <a:gd name="connsiteY2004" fmla="*/ 123862 h 776232"/>
                    <a:gd name="connsiteX2005" fmla="*/ 147778 w 645772"/>
                    <a:gd name="connsiteY2005" fmla="*/ 123352 h 776232"/>
                    <a:gd name="connsiteX2006" fmla="*/ 147720 w 645772"/>
                    <a:gd name="connsiteY2006" fmla="*/ 123271 h 776232"/>
                    <a:gd name="connsiteX2007" fmla="*/ 147489 w 645772"/>
                    <a:gd name="connsiteY2007" fmla="*/ 123156 h 776232"/>
                    <a:gd name="connsiteX2008" fmla="*/ 147060 w 645772"/>
                    <a:gd name="connsiteY2008" fmla="*/ 123040 h 776232"/>
                    <a:gd name="connsiteX2009" fmla="*/ 146944 w 645772"/>
                    <a:gd name="connsiteY2009" fmla="*/ 122994 h 776232"/>
                    <a:gd name="connsiteX2010" fmla="*/ 146667 w 645772"/>
                    <a:gd name="connsiteY2010" fmla="*/ 122843 h 776232"/>
                    <a:gd name="connsiteX2011" fmla="*/ 146643 w 645772"/>
                    <a:gd name="connsiteY2011" fmla="*/ 122832 h 776232"/>
                    <a:gd name="connsiteX2012" fmla="*/ 146285 w 645772"/>
                    <a:gd name="connsiteY2012" fmla="*/ 122611 h 776232"/>
                    <a:gd name="connsiteX2013" fmla="*/ 146273 w 645772"/>
                    <a:gd name="connsiteY2013" fmla="*/ 122611 h 776232"/>
                    <a:gd name="connsiteX2014" fmla="*/ 146018 w 645772"/>
                    <a:gd name="connsiteY2014" fmla="*/ 122415 h 776232"/>
                    <a:gd name="connsiteX2015" fmla="*/ 145497 w 645772"/>
                    <a:gd name="connsiteY2015" fmla="*/ 121952 h 776232"/>
                    <a:gd name="connsiteX2016" fmla="*/ 145509 w 645772"/>
                    <a:gd name="connsiteY2016" fmla="*/ 121801 h 776232"/>
                    <a:gd name="connsiteX2017" fmla="*/ 145578 w 645772"/>
                    <a:gd name="connsiteY2017" fmla="*/ 121465 h 776232"/>
                    <a:gd name="connsiteX2018" fmla="*/ 145532 w 645772"/>
                    <a:gd name="connsiteY2018" fmla="*/ 121164 h 776232"/>
                    <a:gd name="connsiteX2019" fmla="*/ 145497 w 645772"/>
                    <a:gd name="connsiteY2019" fmla="*/ 121130 h 776232"/>
                    <a:gd name="connsiteX2020" fmla="*/ 145382 w 645772"/>
                    <a:gd name="connsiteY2020" fmla="*/ 121026 h 776232"/>
                    <a:gd name="connsiteX2021" fmla="*/ 145312 w 645772"/>
                    <a:gd name="connsiteY2021" fmla="*/ 120956 h 776232"/>
                    <a:gd name="connsiteX2022" fmla="*/ 145162 w 645772"/>
                    <a:gd name="connsiteY2022" fmla="*/ 120806 h 776232"/>
                    <a:gd name="connsiteX2023" fmla="*/ 145081 w 645772"/>
                    <a:gd name="connsiteY2023" fmla="*/ 120725 h 776232"/>
                    <a:gd name="connsiteX2024" fmla="*/ 144930 w 645772"/>
                    <a:gd name="connsiteY2024" fmla="*/ 120667 h 776232"/>
                    <a:gd name="connsiteX2025" fmla="*/ 144768 w 645772"/>
                    <a:gd name="connsiteY2025" fmla="*/ 120563 h 776232"/>
                    <a:gd name="connsiteX2026" fmla="*/ 144479 w 645772"/>
                    <a:gd name="connsiteY2026" fmla="*/ 120412 h 776232"/>
                    <a:gd name="connsiteX2027" fmla="*/ 144143 w 645772"/>
                    <a:gd name="connsiteY2027" fmla="*/ 120215 h 776232"/>
                    <a:gd name="connsiteX2028" fmla="*/ 143958 w 645772"/>
                    <a:gd name="connsiteY2028" fmla="*/ 120076 h 776232"/>
                    <a:gd name="connsiteX2029" fmla="*/ 143796 w 645772"/>
                    <a:gd name="connsiteY2029" fmla="*/ 119903 h 776232"/>
                    <a:gd name="connsiteX2030" fmla="*/ 143240 w 645772"/>
                    <a:gd name="connsiteY2030" fmla="*/ 119266 h 776232"/>
                    <a:gd name="connsiteX2031" fmla="*/ 143113 w 645772"/>
                    <a:gd name="connsiteY2031" fmla="*/ 119139 h 776232"/>
                    <a:gd name="connsiteX2032" fmla="*/ 142962 w 645772"/>
                    <a:gd name="connsiteY2032" fmla="*/ 118965 h 776232"/>
                    <a:gd name="connsiteX2033" fmla="*/ 142163 w 645772"/>
                    <a:gd name="connsiteY2033" fmla="*/ 118213 h 776232"/>
                    <a:gd name="connsiteX2034" fmla="*/ 142083 w 645772"/>
                    <a:gd name="connsiteY2034" fmla="*/ 118120 h 776232"/>
                    <a:gd name="connsiteX2035" fmla="*/ 141990 w 645772"/>
                    <a:gd name="connsiteY2035" fmla="*/ 117993 h 776232"/>
                    <a:gd name="connsiteX2036" fmla="*/ 141862 w 645772"/>
                    <a:gd name="connsiteY2036" fmla="*/ 117819 h 776232"/>
                    <a:gd name="connsiteX2037" fmla="*/ 141527 w 645772"/>
                    <a:gd name="connsiteY2037" fmla="*/ 117333 h 776232"/>
                    <a:gd name="connsiteX2038" fmla="*/ 141492 w 645772"/>
                    <a:gd name="connsiteY2038" fmla="*/ 117275 h 776232"/>
                    <a:gd name="connsiteX2039" fmla="*/ 141400 w 645772"/>
                    <a:gd name="connsiteY2039" fmla="*/ 117136 h 776232"/>
                    <a:gd name="connsiteX2040" fmla="*/ 141284 w 645772"/>
                    <a:gd name="connsiteY2040" fmla="*/ 116951 h 776232"/>
                    <a:gd name="connsiteX2041" fmla="*/ 141191 w 645772"/>
                    <a:gd name="connsiteY2041" fmla="*/ 116847 h 776232"/>
                    <a:gd name="connsiteX2042" fmla="*/ 141064 w 645772"/>
                    <a:gd name="connsiteY2042" fmla="*/ 116685 h 776232"/>
                    <a:gd name="connsiteX2043" fmla="*/ 140867 w 645772"/>
                    <a:gd name="connsiteY2043" fmla="*/ 116279 h 776232"/>
                    <a:gd name="connsiteX2044" fmla="*/ 140798 w 645772"/>
                    <a:gd name="connsiteY2044" fmla="*/ 116129 h 776232"/>
                    <a:gd name="connsiteX2045" fmla="*/ 140497 w 645772"/>
                    <a:gd name="connsiteY2045" fmla="*/ 115655 h 776232"/>
                    <a:gd name="connsiteX2046" fmla="*/ 140404 w 645772"/>
                    <a:gd name="connsiteY2046" fmla="*/ 115446 h 776232"/>
                    <a:gd name="connsiteX2047" fmla="*/ 140311 w 645772"/>
                    <a:gd name="connsiteY2047" fmla="*/ 115226 h 776232"/>
                    <a:gd name="connsiteX2048" fmla="*/ 140114 w 645772"/>
                    <a:gd name="connsiteY2048" fmla="*/ 115006 h 776232"/>
                    <a:gd name="connsiteX2049" fmla="*/ 139953 w 645772"/>
                    <a:gd name="connsiteY2049" fmla="*/ 114856 h 776232"/>
                    <a:gd name="connsiteX2050" fmla="*/ 139223 w 645772"/>
                    <a:gd name="connsiteY2050" fmla="*/ 114277 h 776232"/>
                    <a:gd name="connsiteX2051" fmla="*/ 138760 w 645772"/>
                    <a:gd name="connsiteY2051" fmla="*/ 113907 h 776232"/>
                    <a:gd name="connsiteX2052" fmla="*/ 138123 w 645772"/>
                    <a:gd name="connsiteY2052" fmla="*/ 113825 h 776232"/>
                    <a:gd name="connsiteX2053" fmla="*/ 137545 w 645772"/>
                    <a:gd name="connsiteY2053" fmla="*/ 113733 h 776232"/>
                    <a:gd name="connsiteX2054" fmla="*/ 137001 w 645772"/>
                    <a:gd name="connsiteY2054" fmla="*/ 113652 h 776232"/>
                    <a:gd name="connsiteX2055" fmla="*/ 135878 w 645772"/>
                    <a:gd name="connsiteY2055" fmla="*/ 112112 h 776232"/>
                    <a:gd name="connsiteX2056" fmla="*/ 135276 w 645772"/>
                    <a:gd name="connsiteY2056" fmla="*/ 110572 h 776232"/>
                    <a:gd name="connsiteX2057" fmla="*/ 135207 w 645772"/>
                    <a:gd name="connsiteY2057" fmla="*/ 110364 h 776232"/>
                    <a:gd name="connsiteX2058" fmla="*/ 134952 w 645772"/>
                    <a:gd name="connsiteY2058" fmla="*/ 109600 h 776232"/>
                    <a:gd name="connsiteX2059" fmla="*/ 134848 w 645772"/>
                    <a:gd name="connsiteY2059" fmla="*/ 109299 h 776232"/>
                    <a:gd name="connsiteX2060" fmla="*/ 134709 w 645772"/>
                    <a:gd name="connsiteY2060" fmla="*/ 108871 h 776232"/>
                    <a:gd name="connsiteX2061" fmla="*/ 134720 w 645772"/>
                    <a:gd name="connsiteY2061" fmla="*/ 108790 h 776232"/>
                    <a:gd name="connsiteX2062" fmla="*/ 134766 w 645772"/>
                    <a:gd name="connsiteY2062" fmla="*/ 108663 h 776232"/>
                    <a:gd name="connsiteX2063" fmla="*/ 134871 w 645772"/>
                    <a:gd name="connsiteY2063" fmla="*/ 108373 h 776232"/>
                    <a:gd name="connsiteX2064" fmla="*/ 135010 w 645772"/>
                    <a:gd name="connsiteY2064" fmla="*/ 108107 h 776232"/>
                    <a:gd name="connsiteX2065" fmla="*/ 135172 w 645772"/>
                    <a:gd name="connsiteY2065" fmla="*/ 107528 h 776232"/>
                    <a:gd name="connsiteX2066" fmla="*/ 135183 w 645772"/>
                    <a:gd name="connsiteY2066" fmla="*/ 107447 h 776232"/>
                    <a:gd name="connsiteX2067" fmla="*/ 135322 w 645772"/>
                    <a:gd name="connsiteY2067" fmla="*/ 106891 h 776232"/>
                    <a:gd name="connsiteX2068" fmla="*/ 135368 w 645772"/>
                    <a:gd name="connsiteY2068" fmla="*/ 106753 h 776232"/>
                    <a:gd name="connsiteX2069" fmla="*/ 135577 w 645772"/>
                    <a:gd name="connsiteY2069" fmla="*/ 106324 h 776232"/>
                    <a:gd name="connsiteX2070" fmla="*/ 135681 w 645772"/>
                    <a:gd name="connsiteY2070" fmla="*/ 106128 h 776232"/>
                    <a:gd name="connsiteX2071" fmla="*/ 136040 w 645772"/>
                    <a:gd name="connsiteY2071" fmla="*/ 105722 h 776232"/>
                    <a:gd name="connsiteX2072" fmla="*/ 136121 w 645772"/>
                    <a:gd name="connsiteY2072" fmla="*/ 105641 h 776232"/>
                    <a:gd name="connsiteX2073" fmla="*/ 136167 w 645772"/>
                    <a:gd name="connsiteY2073" fmla="*/ 105271 h 776232"/>
                    <a:gd name="connsiteX2074" fmla="*/ 136167 w 645772"/>
                    <a:gd name="connsiteY2074" fmla="*/ 105016 h 776232"/>
                    <a:gd name="connsiteX2075" fmla="*/ 136225 w 645772"/>
                    <a:gd name="connsiteY2075" fmla="*/ 104796 h 776232"/>
                    <a:gd name="connsiteX2076" fmla="*/ 136179 w 645772"/>
                    <a:gd name="connsiteY2076" fmla="*/ 104565 h 776232"/>
                    <a:gd name="connsiteX2077" fmla="*/ 136132 w 645772"/>
                    <a:gd name="connsiteY2077" fmla="*/ 104356 h 776232"/>
                    <a:gd name="connsiteX2078" fmla="*/ 136052 w 645772"/>
                    <a:gd name="connsiteY2078" fmla="*/ 104113 h 776232"/>
                    <a:gd name="connsiteX2079" fmla="*/ 136028 w 645772"/>
                    <a:gd name="connsiteY2079" fmla="*/ 104009 h 776232"/>
                    <a:gd name="connsiteX2080" fmla="*/ 135994 w 645772"/>
                    <a:gd name="connsiteY2080" fmla="*/ 103523 h 776232"/>
                    <a:gd name="connsiteX2081" fmla="*/ 136028 w 645772"/>
                    <a:gd name="connsiteY2081" fmla="*/ 103477 h 776232"/>
                    <a:gd name="connsiteX2082" fmla="*/ 136156 w 645772"/>
                    <a:gd name="connsiteY2082" fmla="*/ 103384 h 776232"/>
                    <a:gd name="connsiteX2083" fmla="*/ 136225 w 645772"/>
                    <a:gd name="connsiteY2083" fmla="*/ 103326 h 776232"/>
                    <a:gd name="connsiteX2084" fmla="*/ 136850 w 645772"/>
                    <a:gd name="connsiteY2084" fmla="*/ 102620 h 776232"/>
                    <a:gd name="connsiteX2085" fmla="*/ 136885 w 645772"/>
                    <a:gd name="connsiteY2085" fmla="*/ 102585 h 776232"/>
                    <a:gd name="connsiteX2086" fmla="*/ 136213 w 645772"/>
                    <a:gd name="connsiteY2086" fmla="*/ 101729 h 776232"/>
                    <a:gd name="connsiteX2087" fmla="*/ 136063 w 645772"/>
                    <a:gd name="connsiteY2087" fmla="*/ 101717 h 776232"/>
                    <a:gd name="connsiteX2088" fmla="*/ 136028 w 645772"/>
                    <a:gd name="connsiteY2088" fmla="*/ 101740 h 776232"/>
                    <a:gd name="connsiteX2089" fmla="*/ 135889 w 645772"/>
                    <a:gd name="connsiteY2089" fmla="*/ 101520 h 776232"/>
                    <a:gd name="connsiteX2090" fmla="*/ 135970 w 645772"/>
                    <a:gd name="connsiteY2090" fmla="*/ 101092 h 776232"/>
                    <a:gd name="connsiteX2091" fmla="*/ 136063 w 645772"/>
                    <a:gd name="connsiteY2091" fmla="*/ 100872 h 776232"/>
                    <a:gd name="connsiteX2092" fmla="*/ 136063 w 645772"/>
                    <a:gd name="connsiteY2092" fmla="*/ 100490 h 776232"/>
                    <a:gd name="connsiteX2093" fmla="*/ 136132 w 645772"/>
                    <a:gd name="connsiteY2093" fmla="*/ 100386 h 776232"/>
                    <a:gd name="connsiteX2094" fmla="*/ 136225 w 645772"/>
                    <a:gd name="connsiteY2094" fmla="*/ 100201 h 776232"/>
                    <a:gd name="connsiteX2095" fmla="*/ 136283 w 645772"/>
                    <a:gd name="connsiteY2095" fmla="*/ 100015 h 776232"/>
                    <a:gd name="connsiteX2096" fmla="*/ 136271 w 645772"/>
                    <a:gd name="connsiteY2096" fmla="*/ 99900 h 776232"/>
                    <a:gd name="connsiteX2097" fmla="*/ 136156 w 645772"/>
                    <a:gd name="connsiteY2097" fmla="*/ 99772 h 776232"/>
                    <a:gd name="connsiteX2098" fmla="*/ 136098 w 645772"/>
                    <a:gd name="connsiteY2098" fmla="*/ 99703 h 776232"/>
                    <a:gd name="connsiteX2099" fmla="*/ 136028 w 645772"/>
                    <a:gd name="connsiteY2099" fmla="*/ 99622 h 776232"/>
                    <a:gd name="connsiteX2100" fmla="*/ 135450 w 645772"/>
                    <a:gd name="connsiteY2100" fmla="*/ 98904 h 776232"/>
                    <a:gd name="connsiteX2101" fmla="*/ 135438 w 645772"/>
                    <a:gd name="connsiteY2101" fmla="*/ 98881 h 776232"/>
                    <a:gd name="connsiteX2102" fmla="*/ 135450 w 645772"/>
                    <a:gd name="connsiteY2102" fmla="*/ 98846 h 776232"/>
                    <a:gd name="connsiteX2103" fmla="*/ 135693 w 645772"/>
                    <a:gd name="connsiteY2103" fmla="*/ 98499 h 776232"/>
                    <a:gd name="connsiteX2104" fmla="*/ 135809 w 645772"/>
                    <a:gd name="connsiteY2104" fmla="*/ 98337 h 776232"/>
                    <a:gd name="connsiteX2105" fmla="*/ 135681 w 645772"/>
                    <a:gd name="connsiteY2105" fmla="*/ 98279 h 776232"/>
                    <a:gd name="connsiteX2106" fmla="*/ 135600 w 645772"/>
                    <a:gd name="connsiteY2106" fmla="*/ 98244 h 776232"/>
                    <a:gd name="connsiteX2107" fmla="*/ 135322 w 645772"/>
                    <a:gd name="connsiteY2107" fmla="*/ 98105 h 776232"/>
                    <a:gd name="connsiteX2108" fmla="*/ 135229 w 645772"/>
                    <a:gd name="connsiteY2108" fmla="*/ 98059 h 776232"/>
                    <a:gd name="connsiteX2109" fmla="*/ 134975 w 645772"/>
                    <a:gd name="connsiteY2109" fmla="*/ 97943 h 776232"/>
                    <a:gd name="connsiteX2110" fmla="*/ 134859 w 645772"/>
                    <a:gd name="connsiteY2110" fmla="*/ 97874 h 776232"/>
                    <a:gd name="connsiteX2111" fmla="*/ 134431 w 645772"/>
                    <a:gd name="connsiteY2111" fmla="*/ 97874 h 776232"/>
                    <a:gd name="connsiteX2112" fmla="*/ 133725 w 645772"/>
                    <a:gd name="connsiteY2112" fmla="*/ 95605 h 776232"/>
                    <a:gd name="connsiteX2113" fmla="*/ 133806 w 645772"/>
                    <a:gd name="connsiteY2113" fmla="*/ 95443 h 776232"/>
                    <a:gd name="connsiteX2114" fmla="*/ 133574 w 645772"/>
                    <a:gd name="connsiteY2114" fmla="*/ 95316 h 776232"/>
                    <a:gd name="connsiteX2115" fmla="*/ 132891 w 645772"/>
                    <a:gd name="connsiteY2115" fmla="*/ 94899 h 776232"/>
                    <a:gd name="connsiteX2116" fmla="*/ 132810 w 645772"/>
                    <a:gd name="connsiteY2116" fmla="*/ 94853 h 776232"/>
                    <a:gd name="connsiteX2117" fmla="*/ 131363 w 645772"/>
                    <a:gd name="connsiteY2117" fmla="*/ 94042 h 776232"/>
                    <a:gd name="connsiteX2118" fmla="*/ 130310 w 645772"/>
                    <a:gd name="connsiteY2118" fmla="*/ 93440 h 776232"/>
                    <a:gd name="connsiteX2119" fmla="*/ 130264 w 645772"/>
                    <a:gd name="connsiteY2119" fmla="*/ 93417 h 776232"/>
                    <a:gd name="connsiteX2120" fmla="*/ 130136 w 645772"/>
                    <a:gd name="connsiteY2120" fmla="*/ 93556 h 776232"/>
                    <a:gd name="connsiteX2121" fmla="*/ 130125 w 645772"/>
                    <a:gd name="connsiteY2121" fmla="*/ 93579 h 776232"/>
                    <a:gd name="connsiteX2122" fmla="*/ 129812 w 645772"/>
                    <a:gd name="connsiteY2122" fmla="*/ 93996 h 776232"/>
                    <a:gd name="connsiteX2123" fmla="*/ 129673 w 645772"/>
                    <a:gd name="connsiteY2123" fmla="*/ 93764 h 776232"/>
                    <a:gd name="connsiteX2124" fmla="*/ 128978 w 645772"/>
                    <a:gd name="connsiteY2124" fmla="*/ 92433 h 776232"/>
                    <a:gd name="connsiteX2125" fmla="*/ 128875 w 645772"/>
                    <a:gd name="connsiteY2125" fmla="*/ 92236 h 776232"/>
                    <a:gd name="connsiteX2126" fmla="*/ 128516 w 645772"/>
                    <a:gd name="connsiteY2126" fmla="*/ 91554 h 776232"/>
                    <a:gd name="connsiteX2127" fmla="*/ 127740 w 645772"/>
                    <a:gd name="connsiteY2127" fmla="*/ 90049 h 776232"/>
                    <a:gd name="connsiteX2128" fmla="*/ 127717 w 645772"/>
                    <a:gd name="connsiteY2128" fmla="*/ 90014 h 776232"/>
                    <a:gd name="connsiteX2129" fmla="*/ 127207 w 645772"/>
                    <a:gd name="connsiteY2129" fmla="*/ 89053 h 776232"/>
                    <a:gd name="connsiteX2130" fmla="*/ 127393 w 645772"/>
                    <a:gd name="connsiteY2130" fmla="*/ 88231 h 776232"/>
                    <a:gd name="connsiteX2131" fmla="*/ 127416 w 645772"/>
                    <a:gd name="connsiteY2131" fmla="*/ 88219 h 776232"/>
                    <a:gd name="connsiteX2132" fmla="*/ 128110 w 645772"/>
                    <a:gd name="connsiteY2132" fmla="*/ 87884 h 776232"/>
                    <a:gd name="connsiteX2133" fmla="*/ 128226 w 645772"/>
                    <a:gd name="connsiteY2133" fmla="*/ 87826 h 776232"/>
                    <a:gd name="connsiteX2134" fmla="*/ 128411 w 645772"/>
                    <a:gd name="connsiteY2134" fmla="*/ 87722 h 776232"/>
                    <a:gd name="connsiteX2135" fmla="*/ 129291 w 645772"/>
                    <a:gd name="connsiteY2135" fmla="*/ 87120 h 776232"/>
                    <a:gd name="connsiteX2136" fmla="*/ 129291 w 645772"/>
                    <a:gd name="connsiteY2136" fmla="*/ 86194 h 776232"/>
                    <a:gd name="connsiteX2137" fmla="*/ 129349 w 645772"/>
                    <a:gd name="connsiteY2137" fmla="*/ 85198 h 776232"/>
                    <a:gd name="connsiteX2138" fmla="*/ 129361 w 645772"/>
                    <a:gd name="connsiteY2138" fmla="*/ 84805 h 776232"/>
                    <a:gd name="connsiteX2139" fmla="*/ 128261 w 645772"/>
                    <a:gd name="connsiteY2139" fmla="*/ 83751 h 776232"/>
                    <a:gd name="connsiteX2140" fmla="*/ 128168 w 645772"/>
                    <a:gd name="connsiteY2140" fmla="*/ 83809 h 776232"/>
                    <a:gd name="connsiteX2141" fmla="*/ 127809 w 645772"/>
                    <a:gd name="connsiteY2141" fmla="*/ 83983 h 776232"/>
                    <a:gd name="connsiteX2142" fmla="*/ 127740 w 645772"/>
                    <a:gd name="connsiteY2142" fmla="*/ 84018 h 776232"/>
                    <a:gd name="connsiteX2143" fmla="*/ 127381 w 645772"/>
                    <a:gd name="connsiteY2143" fmla="*/ 84099 h 776232"/>
                    <a:gd name="connsiteX2144" fmla="*/ 127265 w 645772"/>
                    <a:gd name="connsiteY2144" fmla="*/ 84110 h 776232"/>
                    <a:gd name="connsiteX2145" fmla="*/ 126467 w 645772"/>
                    <a:gd name="connsiteY2145" fmla="*/ 83936 h 776232"/>
                    <a:gd name="connsiteX2146" fmla="*/ 126073 w 645772"/>
                    <a:gd name="connsiteY2146" fmla="*/ 84006 h 776232"/>
                    <a:gd name="connsiteX2147" fmla="*/ 125818 w 645772"/>
                    <a:gd name="connsiteY2147" fmla="*/ 84122 h 776232"/>
                    <a:gd name="connsiteX2148" fmla="*/ 125494 w 645772"/>
                    <a:gd name="connsiteY2148" fmla="*/ 84480 h 776232"/>
                    <a:gd name="connsiteX2149" fmla="*/ 125483 w 645772"/>
                    <a:gd name="connsiteY2149" fmla="*/ 84504 h 776232"/>
                    <a:gd name="connsiteX2150" fmla="*/ 125448 w 645772"/>
                    <a:gd name="connsiteY2150" fmla="*/ 84550 h 776232"/>
                    <a:gd name="connsiteX2151" fmla="*/ 125402 w 645772"/>
                    <a:gd name="connsiteY2151" fmla="*/ 84689 h 776232"/>
                    <a:gd name="connsiteX2152" fmla="*/ 125344 w 645772"/>
                    <a:gd name="connsiteY2152" fmla="*/ 84781 h 776232"/>
                    <a:gd name="connsiteX2153" fmla="*/ 125297 w 645772"/>
                    <a:gd name="connsiteY2153" fmla="*/ 84828 h 776232"/>
                    <a:gd name="connsiteX2154" fmla="*/ 125297 w 645772"/>
                    <a:gd name="connsiteY2154" fmla="*/ 84851 h 776232"/>
                    <a:gd name="connsiteX2155" fmla="*/ 125239 w 645772"/>
                    <a:gd name="connsiteY2155" fmla="*/ 84967 h 776232"/>
                    <a:gd name="connsiteX2156" fmla="*/ 125159 w 645772"/>
                    <a:gd name="connsiteY2156" fmla="*/ 85036 h 776232"/>
                    <a:gd name="connsiteX2157" fmla="*/ 125078 w 645772"/>
                    <a:gd name="connsiteY2157" fmla="*/ 85094 h 776232"/>
                    <a:gd name="connsiteX2158" fmla="*/ 125031 w 645772"/>
                    <a:gd name="connsiteY2158" fmla="*/ 85117 h 776232"/>
                    <a:gd name="connsiteX2159" fmla="*/ 124615 w 645772"/>
                    <a:gd name="connsiteY2159" fmla="*/ 85117 h 776232"/>
                    <a:gd name="connsiteX2160" fmla="*/ 124128 w 645772"/>
                    <a:gd name="connsiteY2160" fmla="*/ 85071 h 776232"/>
                    <a:gd name="connsiteX2161" fmla="*/ 123920 w 645772"/>
                    <a:gd name="connsiteY2161" fmla="*/ 84944 h 776232"/>
                    <a:gd name="connsiteX2162" fmla="*/ 123341 w 645772"/>
                    <a:gd name="connsiteY2162" fmla="*/ 84643 h 776232"/>
                    <a:gd name="connsiteX2163" fmla="*/ 122959 w 645772"/>
                    <a:gd name="connsiteY2163" fmla="*/ 84411 h 776232"/>
                    <a:gd name="connsiteX2164" fmla="*/ 122786 w 645772"/>
                    <a:gd name="connsiteY2164" fmla="*/ 84145 h 776232"/>
                    <a:gd name="connsiteX2165" fmla="*/ 122542 w 645772"/>
                    <a:gd name="connsiteY2165" fmla="*/ 83786 h 776232"/>
                    <a:gd name="connsiteX2166" fmla="*/ 122508 w 645772"/>
                    <a:gd name="connsiteY2166" fmla="*/ 83728 h 776232"/>
                    <a:gd name="connsiteX2167" fmla="*/ 122427 w 645772"/>
                    <a:gd name="connsiteY2167" fmla="*/ 83474 h 776232"/>
                    <a:gd name="connsiteX2168" fmla="*/ 122392 w 645772"/>
                    <a:gd name="connsiteY2168" fmla="*/ 83416 h 776232"/>
                    <a:gd name="connsiteX2169" fmla="*/ 122230 w 645772"/>
                    <a:gd name="connsiteY2169" fmla="*/ 83219 h 776232"/>
                    <a:gd name="connsiteX2170" fmla="*/ 122207 w 645772"/>
                    <a:gd name="connsiteY2170" fmla="*/ 83196 h 776232"/>
                    <a:gd name="connsiteX2171" fmla="*/ 121964 w 645772"/>
                    <a:gd name="connsiteY2171" fmla="*/ 83091 h 776232"/>
                    <a:gd name="connsiteX2172" fmla="*/ 121778 w 645772"/>
                    <a:gd name="connsiteY2172" fmla="*/ 82987 h 776232"/>
                    <a:gd name="connsiteX2173" fmla="*/ 121674 w 645772"/>
                    <a:gd name="connsiteY2173" fmla="*/ 82999 h 776232"/>
                    <a:gd name="connsiteX2174" fmla="*/ 121616 w 645772"/>
                    <a:gd name="connsiteY2174" fmla="*/ 82999 h 776232"/>
                    <a:gd name="connsiteX2175" fmla="*/ 121396 w 645772"/>
                    <a:gd name="connsiteY2175" fmla="*/ 82802 h 776232"/>
                    <a:gd name="connsiteX2176" fmla="*/ 121095 w 645772"/>
                    <a:gd name="connsiteY2176" fmla="*/ 82466 h 776232"/>
                    <a:gd name="connsiteX2177" fmla="*/ 120980 w 645772"/>
                    <a:gd name="connsiteY2177" fmla="*/ 82328 h 776232"/>
                    <a:gd name="connsiteX2178" fmla="*/ 120783 w 645772"/>
                    <a:gd name="connsiteY2178" fmla="*/ 82061 h 776232"/>
                    <a:gd name="connsiteX2179" fmla="*/ 120760 w 645772"/>
                    <a:gd name="connsiteY2179" fmla="*/ 82027 h 776232"/>
                    <a:gd name="connsiteX2180" fmla="*/ 120586 w 645772"/>
                    <a:gd name="connsiteY2180" fmla="*/ 81702 h 776232"/>
                    <a:gd name="connsiteX2181" fmla="*/ 120320 w 645772"/>
                    <a:gd name="connsiteY2181" fmla="*/ 81401 h 776232"/>
                    <a:gd name="connsiteX2182" fmla="*/ 120331 w 645772"/>
                    <a:gd name="connsiteY2182" fmla="*/ 81320 h 776232"/>
                    <a:gd name="connsiteX2183" fmla="*/ 120586 w 645772"/>
                    <a:gd name="connsiteY2183" fmla="*/ 80985 h 776232"/>
                    <a:gd name="connsiteX2184" fmla="*/ 120609 w 645772"/>
                    <a:gd name="connsiteY2184" fmla="*/ 80892 h 776232"/>
                    <a:gd name="connsiteX2185" fmla="*/ 120597 w 645772"/>
                    <a:gd name="connsiteY2185" fmla="*/ 80776 h 776232"/>
                    <a:gd name="connsiteX2186" fmla="*/ 120540 w 645772"/>
                    <a:gd name="connsiteY2186" fmla="*/ 80707 h 776232"/>
                    <a:gd name="connsiteX2187" fmla="*/ 120528 w 645772"/>
                    <a:gd name="connsiteY2187" fmla="*/ 80672 h 776232"/>
                    <a:gd name="connsiteX2188" fmla="*/ 120540 w 645772"/>
                    <a:gd name="connsiteY2188" fmla="*/ 80626 h 776232"/>
                    <a:gd name="connsiteX2189" fmla="*/ 120563 w 645772"/>
                    <a:gd name="connsiteY2189" fmla="*/ 80556 h 776232"/>
                    <a:gd name="connsiteX2190" fmla="*/ 120597 w 645772"/>
                    <a:gd name="connsiteY2190" fmla="*/ 80325 h 776232"/>
                    <a:gd name="connsiteX2191" fmla="*/ 120922 w 645772"/>
                    <a:gd name="connsiteY2191" fmla="*/ 80151 h 776232"/>
                    <a:gd name="connsiteX2192" fmla="*/ 121049 w 645772"/>
                    <a:gd name="connsiteY2192" fmla="*/ 80128 h 776232"/>
                    <a:gd name="connsiteX2193" fmla="*/ 121269 w 645772"/>
                    <a:gd name="connsiteY2193" fmla="*/ 80151 h 776232"/>
                    <a:gd name="connsiteX2194" fmla="*/ 121443 w 645772"/>
                    <a:gd name="connsiteY2194" fmla="*/ 80047 h 776232"/>
                    <a:gd name="connsiteX2195" fmla="*/ 122357 w 645772"/>
                    <a:gd name="connsiteY2195" fmla="*/ 79595 h 776232"/>
                    <a:gd name="connsiteX2196" fmla="*/ 122542 w 645772"/>
                    <a:gd name="connsiteY2196" fmla="*/ 79549 h 776232"/>
                    <a:gd name="connsiteX2197" fmla="*/ 123225 w 645772"/>
                    <a:gd name="connsiteY2197" fmla="*/ 79214 h 776232"/>
                    <a:gd name="connsiteX2198" fmla="*/ 123272 w 645772"/>
                    <a:gd name="connsiteY2198" fmla="*/ 79156 h 776232"/>
                    <a:gd name="connsiteX2199" fmla="*/ 123306 w 645772"/>
                    <a:gd name="connsiteY2199" fmla="*/ 79098 h 776232"/>
                    <a:gd name="connsiteX2200" fmla="*/ 123376 w 645772"/>
                    <a:gd name="connsiteY2200" fmla="*/ 79017 h 776232"/>
                    <a:gd name="connsiteX2201" fmla="*/ 123411 w 645772"/>
                    <a:gd name="connsiteY2201" fmla="*/ 78971 h 776232"/>
                    <a:gd name="connsiteX2202" fmla="*/ 123445 w 645772"/>
                    <a:gd name="connsiteY2202" fmla="*/ 78924 h 776232"/>
                    <a:gd name="connsiteX2203" fmla="*/ 123503 w 645772"/>
                    <a:gd name="connsiteY2203" fmla="*/ 78843 h 776232"/>
                    <a:gd name="connsiteX2204" fmla="*/ 123642 w 645772"/>
                    <a:gd name="connsiteY2204" fmla="*/ 78577 h 776232"/>
                    <a:gd name="connsiteX2205" fmla="*/ 123769 w 645772"/>
                    <a:gd name="connsiteY2205" fmla="*/ 78102 h 776232"/>
                    <a:gd name="connsiteX2206" fmla="*/ 123758 w 645772"/>
                    <a:gd name="connsiteY2206" fmla="*/ 77767 h 776232"/>
                    <a:gd name="connsiteX2207" fmla="*/ 123723 w 645772"/>
                    <a:gd name="connsiteY2207" fmla="*/ 77581 h 776232"/>
                    <a:gd name="connsiteX2208" fmla="*/ 123654 w 645772"/>
                    <a:gd name="connsiteY2208" fmla="*/ 77014 h 776232"/>
                    <a:gd name="connsiteX2209" fmla="*/ 123677 w 645772"/>
                    <a:gd name="connsiteY2209" fmla="*/ 76794 h 776232"/>
                    <a:gd name="connsiteX2210" fmla="*/ 123700 w 645772"/>
                    <a:gd name="connsiteY2210" fmla="*/ 76551 h 776232"/>
                    <a:gd name="connsiteX2211" fmla="*/ 123920 w 645772"/>
                    <a:gd name="connsiteY2211" fmla="*/ 75289 h 776232"/>
                    <a:gd name="connsiteX2212" fmla="*/ 123955 w 645772"/>
                    <a:gd name="connsiteY2212" fmla="*/ 75243 h 776232"/>
                    <a:gd name="connsiteX2213" fmla="*/ 126420 w 645772"/>
                    <a:gd name="connsiteY2213" fmla="*/ 75139 h 776232"/>
                    <a:gd name="connsiteX2214" fmla="*/ 127474 w 645772"/>
                    <a:gd name="connsiteY2214" fmla="*/ 74803 h 776232"/>
                    <a:gd name="connsiteX2215" fmla="*/ 127601 w 645772"/>
                    <a:gd name="connsiteY2215" fmla="*/ 74688 h 776232"/>
                    <a:gd name="connsiteX2216" fmla="*/ 128886 w 645772"/>
                    <a:gd name="connsiteY2216" fmla="*/ 73426 h 776232"/>
                    <a:gd name="connsiteX2217" fmla="*/ 130148 w 645772"/>
                    <a:gd name="connsiteY2217" fmla="*/ 72916 h 776232"/>
                    <a:gd name="connsiteX2218" fmla="*/ 131062 w 645772"/>
                    <a:gd name="connsiteY2218" fmla="*/ 72766 h 776232"/>
                    <a:gd name="connsiteX2219" fmla="*/ 131247 w 645772"/>
                    <a:gd name="connsiteY2219" fmla="*/ 72754 h 776232"/>
                    <a:gd name="connsiteX2220" fmla="*/ 133227 w 645772"/>
                    <a:gd name="connsiteY2220" fmla="*/ 73032 h 776232"/>
                    <a:gd name="connsiteX2221" fmla="*/ 133933 w 645772"/>
                    <a:gd name="connsiteY2221" fmla="*/ 73437 h 776232"/>
                    <a:gd name="connsiteX2222" fmla="*/ 134211 w 645772"/>
                    <a:gd name="connsiteY2222" fmla="*/ 73599 h 776232"/>
                    <a:gd name="connsiteX2223" fmla="*/ 134732 w 645772"/>
                    <a:gd name="connsiteY2223" fmla="*/ 73935 h 776232"/>
                    <a:gd name="connsiteX2224" fmla="*/ 135102 w 645772"/>
                    <a:gd name="connsiteY2224" fmla="*/ 74329 h 776232"/>
                    <a:gd name="connsiteX2225" fmla="*/ 135392 w 645772"/>
                    <a:gd name="connsiteY2225" fmla="*/ 74560 h 776232"/>
                    <a:gd name="connsiteX2226" fmla="*/ 139339 w 645772"/>
                    <a:gd name="connsiteY2226" fmla="*/ 75417 h 776232"/>
                    <a:gd name="connsiteX2227" fmla="*/ 139478 w 645772"/>
                    <a:gd name="connsiteY2227" fmla="*/ 75428 h 776232"/>
                    <a:gd name="connsiteX2228" fmla="*/ 141839 w 645772"/>
                    <a:gd name="connsiteY2228" fmla="*/ 75359 h 776232"/>
                    <a:gd name="connsiteX2229" fmla="*/ 142384 w 645772"/>
                    <a:gd name="connsiteY2229" fmla="*/ 75266 h 776232"/>
                    <a:gd name="connsiteX2230" fmla="*/ 143414 w 645772"/>
                    <a:gd name="connsiteY2230" fmla="*/ 74919 h 776232"/>
                    <a:gd name="connsiteX2231" fmla="*/ 143495 w 645772"/>
                    <a:gd name="connsiteY2231" fmla="*/ 74896 h 776232"/>
                    <a:gd name="connsiteX2232" fmla="*/ 146562 w 645772"/>
                    <a:gd name="connsiteY2232" fmla="*/ 74352 h 776232"/>
                    <a:gd name="connsiteX2233" fmla="*/ 147037 w 645772"/>
                    <a:gd name="connsiteY2233" fmla="*/ 74433 h 776232"/>
                    <a:gd name="connsiteX2234" fmla="*/ 147303 w 645772"/>
                    <a:gd name="connsiteY2234" fmla="*/ 74514 h 776232"/>
                    <a:gd name="connsiteX2235" fmla="*/ 147755 w 645772"/>
                    <a:gd name="connsiteY2235" fmla="*/ 74757 h 776232"/>
                    <a:gd name="connsiteX2236" fmla="*/ 148264 w 645772"/>
                    <a:gd name="connsiteY2236" fmla="*/ 75035 h 776232"/>
                    <a:gd name="connsiteX2237" fmla="*/ 148472 w 645772"/>
                    <a:gd name="connsiteY2237" fmla="*/ 75185 h 776232"/>
                    <a:gd name="connsiteX2238" fmla="*/ 149005 w 645772"/>
                    <a:gd name="connsiteY2238" fmla="*/ 76146 h 776232"/>
                    <a:gd name="connsiteX2239" fmla="*/ 149039 w 645772"/>
                    <a:gd name="connsiteY2239" fmla="*/ 76181 h 776232"/>
                    <a:gd name="connsiteX2240" fmla="*/ 149097 w 645772"/>
                    <a:gd name="connsiteY2240" fmla="*/ 76320 h 776232"/>
                    <a:gd name="connsiteX2241" fmla="*/ 151471 w 645772"/>
                    <a:gd name="connsiteY2241" fmla="*/ 77060 h 776232"/>
                    <a:gd name="connsiteX2242" fmla="*/ 154573 w 645772"/>
                    <a:gd name="connsiteY2242" fmla="*/ 75868 h 776232"/>
                    <a:gd name="connsiteX2243" fmla="*/ 155036 w 645772"/>
                    <a:gd name="connsiteY2243" fmla="*/ 74896 h 776232"/>
                    <a:gd name="connsiteX2244" fmla="*/ 154353 w 645772"/>
                    <a:gd name="connsiteY2244" fmla="*/ 73680 h 776232"/>
                    <a:gd name="connsiteX2245" fmla="*/ 153959 w 645772"/>
                    <a:gd name="connsiteY2245" fmla="*/ 73402 h 776232"/>
                    <a:gd name="connsiteX2246" fmla="*/ 153797 w 645772"/>
                    <a:gd name="connsiteY2246" fmla="*/ 73310 h 776232"/>
                    <a:gd name="connsiteX2247" fmla="*/ 153438 w 645772"/>
                    <a:gd name="connsiteY2247" fmla="*/ 73194 h 776232"/>
                    <a:gd name="connsiteX2248" fmla="*/ 153195 w 645772"/>
                    <a:gd name="connsiteY2248" fmla="*/ 73136 h 776232"/>
                    <a:gd name="connsiteX2249" fmla="*/ 152559 w 645772"/>
                    <a:gd name="connsiteY2249" fmla="*/ 73032 h 776232"/>
                    <a:gd name="connsiteX2250" fmla="*/ 152061 w 645772"/>
                    <a:gd name="connsiteY2250" fmla="*/ 72928 h 776232"/>
                    <a:gd name="connsiteX2251" fmla="*/ 151933 w 645772"/>
                    <a:gd name="connsiteY2251" fmla="*/ 72858 h 776232"/>
                    <a:gd name="connsiteX2252" fmla="*/ 151459 w 645772"/>
                    <a:gd name="connsiteY2252" fmla="*/ 72557 h 776232"/>
                    <a:gd name="connsiteX2253" fmla="*/ 151042 w 645772"/>
                    <a:gd name="connsiteY2253" fmla="*/ 72222 h 776232"/>
                    <a:gd name="connsiteX2254" fmla="*/ 150857 w 645772"/>
                    <a:gd name="connsiteY2254" fmla="*/ 72060 h 776232"/>
                    <a:gd name="connsiteX2255" fmla="*/ 149491 w 645772"/>
                    <a:gd name="connsiteY2255" fmla="*/ 70451 h 776232"/>
                    <a:gd name="connsiteX2256" fmla="*/ 150417 w 645772"/>
                    <a:gd name="connsiteY2256" fmla="*/ 69397 h 776232"/>
                    <a:gd name="connsiteX2257" fmla="*/ 151471 w 645772"/>
                    <a:gd name="connsiteY2257" fmla="*/ 68714 h 776232"/>
                    <a:gd name="connsiteX2258" fmla="*/ 151818 w 645772"/>
                    <a:gd name="connsiteY2258" fmla="*/ 68494 h 776232"/>
                    <a:gd name="connsiteX2259" fmla="*/ 151899 w 645772"/>
                    <a:gd name="connsiteY2259" fmla="*/ 68448 h 776232"/>
                    <a:gd name="connsiteX2260" fmla="*/ 151945 w 645772"/>
                    <a:gd name="connsiteY2260" fmla="*/ 68425 h 776232"/>
                    <a:gd name="connsiteX2261" fmla="*/ 152200 w 645772"/>
                    <a:gd name="connsiteY2261" fmla="*/ 68309 h 776232"/>
                    <a:gd name="connsiteX2262" fmla="*/ 152397 w 645772"/>
                    <a:gd name="connsiteY2262" fmla="*/ 68216 h 776232"/>
                    <a:gd name="connsiteX2263" fmla="*/ 152443 w 645772"/>
                    <a:gd name="connsiteY2263" fmla="*/ 68182 h 776232"/>
                    <a:gd name="connsiteX2264" fmla="*/ 153763 w 645772"/>
                    <a:gd name="connsiteY2264" fmla="*/ 66989 h 776232"/>
                    <a:gd name="connsiteX2265" fmla="*/ 153948 w 645772"/>
                    <a:gd name="connsiteY2265" fmla="*/ 66804 h 776232"/>
                    <a:gd name="connsiteX2266" fmla="*/ 154526 w 645772"/>
                    <a:gd name="connsiteY2266" fmla="*/ 65866 h 776232"/>
                    <a:gd name="connsiteX2267" fmla="*/ 154608 w 645772"/>
                    <a:gd name="connsiteY2267" fmla="*/ 65565 h 776232"/>
                    <a:gd name="connsiteX2268" fmla="*/ 154654 w 645772"/>
                    <a:gd name="connsiteY2268" fmla="*/ 65473 h 776232"/>
                    <a:gd name="connsiteX2269" fmla="*/ 154700 w 645772"/>
                    <a:gd name="connsiteY2269" fmla="*/ 65357 h 776232"/>
                    <a:gd name="connsiteX2270" fmla="*/ 155047 w 645772"/>
                    <a:gd name="connsiteY2270" fmla="*/ 64559 h 776232"/>
                    <a:gd name="connsiteX2271" fmla="*/ 155152 w 645772"/>
                    <a:gd name="connsiteY2271" fmla="*/ 64419 h 776232"/>
                    <a:gd name="connsiteX2272" fmla="*/ 156911 w 645772"/>
                    <a:gd name="connsiteY2272" fmla="*/ 63459 h 776232"/>
                    <a:gd name="connsiteX2273" fmla="*/ 157490 w 645772"/>
                    <a:gd name="connsiteY2273" fmla="*/ 63413 h 776232"/>
                    <a:gd name="connsiteX2274" fmla="*/ 158671 w 645772"/>
                    <a:gd name="connsiteY2274" fmla="*/ 63297 h 776232"/>
                    <a:gd name="connsiteX2275" fmla="*/ 158740 w 645772"/>
                    <a:gd name="connsiteY2275" fmla="*/ 63273 h 776232"/>
                    <a:gd name="connsiteX2276" fmla="*/ 159111 w 645772"/>
                    <a:gd name="connsiteY2276" fmla="*/ 63123 h 776232"/>
                    <a:gd name="connsiteX2277" fmla="*/ 159145 w 645772"/>
                    <a:gd name="connsiteY2277" fmla="*/ 63112 h 776232"/>
                    <a:gd name="connsiteX2278" fmla="*/ 159423 w 645772"/>
                    <a:gd name="connsiteY2278" fmla="*/ 62903 h 776232"/>
                    <a:gd name="connsiteX2279" fmla="*/ 159527 w 645772"/>
                    <a:gd name="connsiteY2279" fmla="*/ 62776 h 776232"/>
                    <a:gd name="connsiteX2280" fmla="*/ 159655 w 645772"/>
                    <a:gd name="connsiteY2280" fmla="*/ 62568 h 776232"/>
                    <a:gd name="connsiteX2281" fmla="*/ 159770 w 645772"/>
                    <a:gd name="connsiteY2281" fmla="*/ 62290 h 776232"/>
                    <a:gd name="connsiteX2282" fmla="*/ 159817 w 645772"/>
                    <a:gd name="connsiteY2282" fmla="*/ 62151 h 776232"/>
                    <a:gd name="connsiteX2283" fmla="*/ 159956 w 645772"/>
                    <a:gd name="connsiteY2283" fmla="*/ 61352 h 776232"/>
                    <a:gd name="connsiteX2284" fmla="*/ 159956 w 645772"/>
                    <a:gd name="connsiteY2284" fmla="*/ 61213 h 776232"/>
                    <a:gd name="connsiteX2285" fmla="*/ 159956 w 645772"/>
                    <a:gd name="connsiteY2285" fmla="*/ 61097 h 776232"/>
                    <a:gd name="connsiteX2286" fmla="*/ 159863 w 645772"/>
                    <a:gd name="connsiteY2286" fmla="*/ 60692 h 776232"/>
                    <a:gd name="connsiteX2287" fmla="*/ 159840 w 645772"/>
                    <a:gd name="connsiteY2287" fmla="*/ 60588 h 776232"/>
                    <a:gd name="connsiteX2288" fmla="*/ 159655 w 645772"/>
                    <a:gd name="connsiteY2288" fmla="*/ 59662 h 776232"/>
                    <a:gd name="connsiteX2289" fmla="*/ 159423 w 645772"/>
                    <a:gd name="connsiteY2289" fmla="*/ 58990 h 776232"/>
                    <a:gd name="connsiteX2290" fmla="*/ 159296 w 645772"/>
                    <a:gd name="connsiteY2290" fmla="*/ 58713 h 776232"/>
                    <a:gd name="connsiteX2291" fmla="*/ 159203 w 645772"/>
                    <a:gd name="connsiteY2291" fmla="*/ 58400 h 776232"/>
                    <a:gd name="connsiteX2292" fmla="*/ 159087 w 645772"/>
                    <a:gd name="connsiteY2292" fmla="*/ 57485 h 776232"/>
                    <a:gd name="connsiteX2293" fmla="*/ 159145 w 645772"/>
                    <a:gd name="connsiteY2293" fmla="*/ 56872 h 776232"/>
                    <a:gd name="connsiteX2294" fmla="*/ 159192 w 645772"/>
                    <a:gd name="connsiteY2294" fmla="*/ 56618 h 776232"/>
                    <a:gd name="connsiteX2295" fmla="*/ 159226 w 645772"/>
                    <a:gd name="connsiteY2295" fmla="*/ 56455 h 776232"/>
                    <a:gd name="connsiteX2296" fmla="*/ 159319 w 645772"/>
                    <a:gd name="connsiteY2296" fmla="*/ 56201 h 776232"/>
                    <a:gd name="connsiteX2297" fmla="*/ 159435 w 645772"/>
                    <a:gd name="connsiteY2297" fmla="*/ 55992 h 776232"/>
                    <a:gd name="connsiteX2298" fmla="*/ 159805 w 645772"/>
                    <a:gd name="connsiteY2298" fmla="*/ 55587 h 776232"/>
                    <a:gd name="connsiteX2299" fmla="*/ 159875 w 645772"/>
                    <a:gd name="connsiteY2299" fmla="*/ 55518 h 776232"/>
                    <a:gd name="connsiteX2300" fmla="*/ 160396 w 645772"/>
                    <a:gd name="connsiteY2300" fmla="*/ 55147 h 776232"/>
                    <a:gd name="connsiteX2301" fmla="*/ 161148 w 645772"/>
                    <a:gd name="connsiteY2301" fmla="*/ 54476 h 776232"/>
                    <a:gd name="connsiteX2302" fmla="*/ 162051 w 645772"/>
                    <a:gd name="connsiteY2302" fmla="*/ 53654 h 776232"/>
                    <a:gd name="connsiteX2303" fmla="*/ 162560 w 645772"/>
                    <a:gd name="connsiteY2303" fmla="*/ 53353 h 776232"/>
                    <a:gd name="connsiteX2304" fmla="*/ 162583 w 645772"/>
                    <a:gd name="connsiteY2304" fmla="*/ 53330 h 776232"/>
                    <a:gd name="connsiteX2305" fmla="*/ 162688 w 645772"/>
                    <a:gd name="connsiteY2305" fmla="*/ 53226 h 776232"/>
                    <a:gd name="connsiteX2306" fmla="*/ 162734 w 645772"/>
                    <a:gd name="connsiteY2306" fmla="*/ 53052 h 776232"/>
                    <a:gd name="connsiteX2307" fmla="*/ 162757 w 645772"/>
                    <a:gd name="connsiteY2307" fmla="*/ 52948 h 776232"/>
                    <a:gd name="connsiteX2308" fmla="*/ 162792 w 645772"/>
                    <a:gd name="connsiteY2308" fmla="*/ 52844 h 776232"/>
                    <a:gd name="connsiteX2309" fmla="*/ 162861 w 645772"/>
                    <a:gd name="connsiteY2309" fmla="*/ 52392 h 776232"/>
                    <a:gd name="connsiteX2310" fmla="*/ 162884 w 645772"/>
                    <a:gd name="connsiteY2310" fmla="*/ 51744 h 776232"/>
                    <a:gd name="connsiteX2311" fmla="*/ 162896 w 645772"/>
                    <a:gd name="connsiteY2311" fmla="*/ 51686 h 776232"/>
                    <a:gd name="connsiteX2312" fmla="*/ 162965 w 645772"/>
                    <a:gd name="connsiteY2312" fmla="*/ 51408 h 776232"/>
                    <a:gd name="connsiteX2313" fmla="*/ 164297 w 645772"/>
                    <a:gd name="connsiteY2313" fmla="*/ 49614 h 776232"/>
                    <a:gd name="connsiteX2314" fmla="*/ 164702 w 645772"/>
                    <a:gd name="connsiteY2314" fmla="*/ 49475 h 776232"/>
                    <a:gd name="connsiteX2315" fmla="*/ 165281 w 645772"/>
                    <a:gd name="connsiteY2315" fmla="*/ 49383 h 776232"/>
                    <a:gd name="connsiteX2316" fmla="*/ 165755 w 645772"/>
                    <a:gd name="connsiteY2316" fmla="*/ 49209 h 776232"/>
                    <a:gd name="connsiteX2317" fmla="*/ 166507 w 645772"/>
                    <a:gd name="connsiteY2317" fmla="*/ 48503 h 776232"/>
                    <a:gd name="connsiteX2318" fmla="*/ 166565 w 645772"/>
                    <a:gd name="connsiteY2318" fmla="*/ 48387 h 776232"/>
                    <a:gd name="connsiteX2319" fmla="*/ 166751 w 645772"/>
                    <a:gd name="connsiteY2319" fmla="*/ 47959 h 776232"/>
                    <a:gd name="connsiteX2320" fmla="*/ 166913 w 645772"/>
                    <a:gd name="connsiteY2320" fmla="*/ 47658 h 776232"/>
                    <a:gd name="connsiteX2321" fmla="*/ 166924 w 645772"/>
                    <a:gd name="connsiteY2321" fmla="*/ 47646 h 776232"/>
                    <a:gd name="connsiteX2322" fmla="*/ 167352 w 645772"/>
                    <a:gd name="connsiteY2322" fmla="*/ 46627 h 776232"/>
                    <a:gd name="connsiteX2323" fmla="*/ 167607 w 645772"/>
                    <a:gd name="connsiteY2323" fmla="*/ 46060 h 776232"/>
                    <a:gd name="connsiteX2324" fmla="*/ 168070 w 645772"/>
                    <a:gd name="connsiteY2324" fmla="*/ 44833 h 776232"/>
                    <a:gd name="connsiteX2325" fmla="*/ 168128 w 645772"/>
                    <a:gd name="connsiteY2325" fmla="*/ 44717 h 776232"/>
                    <a:gd name="connsiteX2326" fmla="*/ 168255 w 645772"/>
                    <a:gd name="connsiteY2326" fmla="*/ 44474 h 776232"/>
                    <a:gd name="connsiteX2327" fmla="*/ 168406 w 645772"/>
                    <a:gd name="connsiteY2327" fmla="*/ 44243 h 776232"/>
                    <a:gd name="connsiteX2328" fmla="*/ 168626 w 645772"/>
                    <a:gd name="connsiteY2328" fmla="*/ 44023 h 776232"/>
                    <a:gd name="connsiteX2329" fmla="*/ 168857 w 645772"/>
                    <a:gd name="connsiteY2329" fmla="*/ 44150 h 776232"/>
                    <a:gd name="connsiteX2330" fmla="*/ 169610 w 645772"/>
                    <a:gd name="connsiteY2330" fmla="*/ 43745 h 776232"/>
                    <a:gd name="connsiteX2331" fmla="*/ 169633 w 645772"/>
                    <a:gd name="connsiteY2331" fmla="*/ 43699 h 776232"/>
                    <a:gd name="connsiteX2332" fmla="*/ 169726 w 645772"/>
                    <a:gd name="connsiteY2332" fmla="*/ 43479 h 776232"/>
                    <a:gd name="connsiteX2333" fmla="*/ 169842 w 645772"/>
                    <a:gd name="connsiteY2333" fmla="*/ 43212 h 776232"/>
                    <a:gd name="connsiteX2334" fmla="*/ 170050 w 645772"/>
                    <a:gd name="connsiteY2334" fmla="*/ 42808 h 776232"/>
                    <a:gd name="connsiteX2335" fmla="*/ 170096 w 645772"/>
                    <a:gd name="connsiteY2335" fmla="*/ 42703 h 776232"/>
                    <a:gd name="connsiteX2336" fmla="*/ 170073 w 645772"/>
                    <a:gd name="connsiteY2336" fmla="*/ 42564 h 776232"/>
                    <a:gd name="connsiteX2337" fmla="*/ 170027 w 645772"/>
                    <a:gd name="connsiteY2337" fmla="*/ 42437 h 776232"/>
                    <a:gd name="connsiteX2338" fmla="*/ 170582 w 645772"/>
                    <a:gd name="connsiteY2338" fmla="*/ 41407 h 776232"/>
                    <a:gd name="connsiteX2339" fmla="*/ 171115 w 645772"/>
                    <a:gd name="connsiteY2339" fmla="*/ 40782 h 776232"/>
                    <a:gd name="connsiteX2340" fmla="*/ 171138 w 645772"/>
                    <a:gd name="connsiteY2340" fmla="*/ 40759 h 776232"/>
                    <a:gd name="connsiteX2341" fmla="*/ 171590 w 645772"/>
                    <a:gd name="connsiteY2341" fmla="*/ 40318 h 776232"/>
                    <a:gd name="connsiteX2342" fmla="*/ 171809 w 645772"/>
                    <a:gd name="connsiteY2342" fmla="*/ 40133 h 776232"/>
                    <a:gd name="connsiteX2343" fmla="*/ 171948 w 645772"/>
                    <a:gd name="connsiteY2343" fmla="*/ 40029 h 776232"/>
                    <a:gd name="connsiteX2344" fmla="*/ 172307 w 645772"/>
                    <a:gd name="connsiteY2344" fmla="*/ 39879 h 776232"/>
                    <a:gd name="connsiteX2345" fmla="*/ 172851 w 645772"/>
                    <a:gd name="connsiteY2345" fmla="*/ 39774 h 776232"/>
                    <a:gd name="connsiteX2346" fmla="*/ 173187 w 645772"/>
                    <a:gd name="connsiteY2346" fmla="*/ 39717 h 776232"/>
                    <a:gd name="connsiteX2347" fmla="*/ 173800 w 645772"/>
                    <a:gd name="connsiteY2347" fmla="*/ 39520 h 776232"/>
                    <a:gd name="connsiteX2348" fmla="*/ 173928 w 645772"/>
                    <a:gd name="connsiteY2348" fmla="*/ 39473 h 776232"/>
                    <a:gd name="connsiteX2349" fmla="*/ 174946 w 645772"/>
                    <a:gd name="connsiteY2349" fmla="*/ 39126 h 776232"/>
                    <a:gd name="connsiteX2350" fmla="*/ 175329 w 645772"/>
                    <a:gd name="connsiteY2350" fmla="*/ 39011 h 776232"/>
                    <a:gd name="connsiteX2351" fmla="*/ 175490 w 645772"/>
                    <a:gd name="connsiteY2351" fmla="*/ 38964 h 776232"/>
                    <a:gd name="connsiteX2352" fmla="*/ 175653 w 645772"/>
                    <a:gd name="connsiteY2352" fmla="*/ 38895 h 776232"/>
                    <a:gd name="connsiteX2353" fmla="*/ 175873 w 645772"/>
                    <a:gd name="connsiteY2353" fmla="*/ 38791 h 776232"/>
                    <a:gd name="connsiteX2354" fmla="*/ 176174 w 645772"/>
                    <a:gd name="connsiteY2354" fmla="*/ 38594 h 776232"/>
                    <a:gd name="connsiteX2355" fmla="*/ 176498 w 645772"/>
                    <a:gd name="connsiteY2355" fmla="*/ 38385 h 776232"/>
                    <a:gd name="connsiteX2356" fmla="*/ 176567 w 645772"/>
                    <a:gd name="connsiteY2356" fmla="*/ 38316 h 776232"/>
                    <a:gd name="connsiteX2357" fmla="*/ 176590 w 645772"/>
                    <a:gd name="connsiteY2357" fmla="*/ 38270 h 776232"/>
                    <a:gd name="connsiteX2358" fmla="*/ 176787 w 645772"/>
                    <a:gd name="connsiteY2358" fmla="*/ 37830 h 776232"/>
                    <a:gd name="connsiteX2359" fmla="*/ 176764 w 645772"/>
                    <a:gd name="connsiteY2359" fmla="*/ 37645 h 776232"/>
                    <a:gd name="connsiteX2360" fmla="*/ 176741 w 645772"/>
                    <a:gd name="connsiteY2360" fmla="*/ 37552 h 776232"/>
                    <a:gd name="connsiteX2361" fmla="*/ 176729 w 645772"/>
                    <a:gd name="connsiteY2361" fmla="*/ 37494 h 776232"/>
                    <a:gd name="connsiteX2362" fmla="*/ 176694 w 645772"/>
                    <a:gd name="connsiteY2362" fmla="*/ 37367 h 776232"/>
                    <a:gd name="connsiteX2363" fmla="*/ 176671 w 645772"/>
                    <a:gd name="connsiteY2363" fmla="*/ 37297 h 776232"/>
                    <a:gd name="connsiteX2364" fmla="*/ 176532 w 645772"/>
                    <a:gd name="connsiteY2364" fmla="*/ 37054 h 776232"/>
                    <a:gd name="connsiteX2365" fmla="*/ 176405 w 645772"/>
                    <a:gd name="connsiteY2365" fmla="*/ 36927 h 776232"/>
                    <a:gd name="connsiteX2366" fmla="*/ 176197 w 645772"/>
                    <a:gd name="connsiteY2366" fmla="*/ 36788 h 776232"/>
                    <a:gd name="connsiteX2367" fmla="*/ 176116 w 645772"/>
                    <a:gd name="connsiteY2367" fmla="*/ 36730 h 776232"/>
                    <a:gd name="connsiteX2368" fmla="*/ 175884 w 645772"/>
                    <a:gd name="connsiteY2368" fmla="*/ 36464 h 776232"/>
                    <a:gd name="connsiteX2369" fmla="*/ 174831 w 645772"/>
                    <a:gd name="connsiteY2369" fmla="*/ 35503 h 776232"/>
                    <a:gd name="connsiteX2370" fmla="*/ 174020 w 645772"/>
                    <a:gd name="connsiteY2370" fmla="*/ 33940 h 776232"/>
                    <a:gd name="connsiteX2371" fmla="*/ 173789 w 645772"/>
                    <a:gd name="connsiteY2371" fmla="*/ 33454 h 776232"/>
                    <a:gd name="connsiteX2372" fmla="*/ 173650 w 645772"/>
                    <a:gd name="connsiteY2372" fmla="*/ 33107 h 776232"/>
                    <a:gd name="connsiteX2373" fmla="*/ 173557 w 645772"/>
                    <a:gd name="connsiteY2373" fmla="*/ 32840 h 776232"/>
                    <a:gd name="connsiteX2374" fmla="*/ 173441 w 645772"/>
                    <a:gd name="connsiteY2374" fmla="*/ 32505 h 776232"/>
                    <a:gd name="connsiteX2375" fmla="*/ 173372 w 645772"/>
                    <a:gd name="connsiteY2375" fmla="*/ 32331 h 776232"/>
                    <a:gd name="connsiteX2376" fmla="*/ 173337 w 645772"/>
                    <a:gd name="connsiteY2376" fmla="*/ 32216 h 776232"/>
                    <a:gd name="connsiteX2377" fmla="*/ 173326 w 645772"/>
                    <a:gd name="connsiteY2377" fmla="*/ 31127 h 776232"/>
                    <a:gd name="connsiteX2378" fmla="*/ 173384 w 645772"/>
                    <a:gd name="connsiteY2378" fmla="*/ 30988 h 776232"/>
                    <a:gd name="connsiteX2379" fmla="*/ 173824 w 645772"/>
                    <a:gd name="connsiteY2379" fmla="*/ 30375 h 776232"/>
                    <a:gd name="connsiteX2380" fmla="*/ 173974 w 645772"/>
                    <a:gd name="connsiteY2380" fmla="*/ 30178 h 776232"/>
                    <a:gd name="connsiteX2381" fmla="*/ 174020 w 645772"/>
                    <a:gd name="connsiteY2381" fmla="*/ 30143 h 776232"/>
                    <a:gd name="connsiteX2382" fmla="*/ 174645 w 645772"/>
                    <a:gd name="connsiteY2382" fmla="*/ 29576 h 776232"/>
                    <a:gd name="connsiteX2383" fmla="*/ 174727 w 645772"/>
                    <a:gd name="connsiteY2383" fmla="*/ 29518 h 776232"/>
                    <a:gd name="connsiteX2384" fmla="*/ 174900 w 645772"/>
                    <a:gd name="connsiteY2384" fmla="*/ 29414 h 776232"/>
                    <a:gd name="connsiteX2385" fmla="*/ 175004 w 645772"/>
                    <a:gd name="connsiteY2385" fmla="*/ 29345 h 776232"/>
                    <a:gd name="connsiteX2386" fmla="*/ 175398 w 645772"/>
                    <a:gd name="connsiteY2386" fmla="*/ 29125 h 776232"/>
                    <a:gd name="connsiteX2387" fmla="*/ 175583 w 645772"/>
                    <a:gd name="connsiteY2387" fmla="*/ 29021 h 776232"/>
                    <a:gd name="connsiteX2388" fmla="*/ 175838 w 645772"/>
                    <a:gd name="connsiteY2388" fmla="*/ 28870 h 776232"/>
                    <a:gd name="connsiteX2389" fmla="*/ 175977 w 645772"/>
                    <a:gd name="connsiteY2389" fmla="*/ 28812 h 776232"/>
                    <a:gd name="connsiteX2390" fmla="*/ 176243 w 645772"/>
                    <a:gd name="connsiteY2390" fmla="*/ 28720 h 776232"/>
                    <a:gd name="connsiteX2391" fmla="*/ 176579 w 645772"/>
                    <a:gd name="connsiteY2391" fmla="*/ 28627 h 776232"/>
                    <a:gd name="connsiteX2392" fmla="*/ 177100 w 645772"/>
                    <a:gd name="connsiteY2392" fmla="*/ 28546 h 776232"/>
                    <a:gd name="connsiteX2393" fmla="*/ 178083 w 645772"/>
                    <a:gd name="connsiteY2393" fmla="*/ 28430 h 776232"/>
                    <a:gd name="connsiteX2394" fmla="*/ 179392 w 645772"/>
                    <a:gd name="connsiteY2394" fmla="*/ 28430 h 776232"/>
                    <a:gd name="connsiteX2395" fmla="*/ 179947 w 645772"/>
                    <a:gd name="connsiteY2395" fmla="*/ 28708 h 776232"/>
                    <a:gd name="connsiteX2396" fmla="*/ 180375 w 645772"/>
                    <a:gd name="connsiteY2396" fmla="*/ 28812 h 776232"/>
                    <a:gd name="connsiteX2397" fmla="*/ 181209 w 645772"/>
                    <a:gd name="connsiteY2397" fmla="*/ 28801 h 776232"/>
                    <a:gd name="connsiteX2398" fmla="*/ 181603 w 645772"/>
                    <a:gd name="connsiteY2398" fmla="*/ 28708 h 776232"/>
                    <a:gd name="connsiteX2399" fmla="*/ 181707 w 645772"/>
                    <a:gd name="connsiteY2399" fmla="*/ 28650 h 776232"/>
                    <a:gd name="connsiteX2400" fmla="*/ 181869 w 645772"/>
                    <a:gd name="connsiteY2400" fmla="*/ 28511 h 776232"/>
                    <a:gd name="connsiteX2401" fmla="*/ 182112 w 645772"/>
                    <a:gd name="connsiteY2401" fmla="*/ 28280 h 776232"/>
                    <a:gd name="connsiteX2402" fmla="*/ 182147 w 645772"/>
                    <a:gd name="connsiteY2402" fmla="*/ 28234 h 776232"/>
                    <a:gd name="connsiteX2403" fmla="*/ 182263 w 645772"/>
                    <a:gd name="connsiteY2403" fmla="*/ 28071 h 776232"/>
                    <a:gd name="connsiteX2404" fmla="*/ 182332 w 645772"/>
                    <a:gd name="connsiteY2404" fmla="*/ 27967 h 776232"/>
                    <a:gd name="connsiteX2405" fmla="*/ 182610 w 645772"/>
                    <a:gd name="connsiteY2405" fmla="*/ 27388 h 776232"/>
                    <a:gd name="connsiteX2406" fmla="*/ 182714 w 645772"/>
                    <a:gd name="connsiteY2406" fmla="*/ 27088 h 776232"/>
                    <a:gd name="connsiteX2407" fmla="*/ 182911 w 645772"/>
                    <a:gd name="connsiteY2407" fmla="*/ 26543 h 776232"/>
                    <a:gd name="connsiteX2408" fmla="*/ 183061 w 645772"/>
                    <a:gd name="connsiteY2408" fmla="*/ 26046 h 776232"/>
                    <a:gd name="connsiteX2409" fmla="*/ 183061 w 645772"/>
                    <a:gd name="connsiteY2409" fmla="*/ 25999 h 776232"/>
                    <a:gd name="connsiteX2410" fmla="*/ 183073 w 645772"/>
                    <a:gd name="connsiteY2410" fmla="*/ 25710 h 776232"/>
                    <a:gd name="connsiteX2411" fmla="*/ 183073 w 645772"/>
                    <a:gd name="connsiteY2411" fmla="*/ 25663 h 776232"/>
                    <a:gd name="connsiteX2412" fmla="*/ 183061 w 645772"/>
                    <a:gd name="connsiteY2412" fmla="*/ 25571 h 776232"/>
                    <a:gd name="connsiteX2413" fmla="*/ 182968 w 645772"/>
                    <a:gd name="connsiteY2413" fmla="*/ 24529 h 776232"/>
                    <a:gd name="connsiteX2414" fmla="*/ 182783 w 645772"/>
                    <a:gd name="connsiteY2414" fmla="*/ 23800 h 776232"/>
                    <a:gd name="connsiteX2415" fmla="*/ 182517 w 645772"/>
                    <a:gd name="connsiteY2415" fmla="*/ 22851 h 776232"/>
                    <a:gd name="connsiteX2416" fmla="*/ 182390 w 645772"/>
                    <a:gd name="connsiteY2416" fmla="*/ 22399 h 776232"/>
                    <a:gd name="connsiteX2417" fmla="*/ 182367 w 645772"/>
                    <a:gd name="connsiteY2417" fmla="*/ 22272 h 776232"/>
                    <a:gd name="connsiteX2418" fmla="*/ 182355 w 645772"/>
                    <a:gd name="connsiteY2418" fmla="*/ 21936 h 776232"/>
                    <a:gd name="connsiteX2419" fmla="*/ 182367 w 645772"/>
                    <a:gd name="connsiteY2419" fmla="*/ 21415 h 776232"/>
                    <a:gd name="connsiteX2420" fmla="*/ 182436 w 645772"/>
                    <a:gd name="connsiteY2420" fmla="*/ 21126 h 776232"/>
                    <a:gd name="connsiteX2421" fmla="*/ 182494 w 645772"/>
                    <a:gd name="connsiteY2421" fmla="*/ 20929 h 776232"/>
                    <a:gd name="connsiteX2422" fmla="*/ 183108 w 645772"/>
                    <a:gd name="connsiteY2422" fmla="*/ 19910 h 776232"/>
                    <a:gd name="connsiteX2423" fmla="*/ 183351 w 645772"/>
                    <a:gd name="connsiteY2423" fmla="*/ 19610 h 776232"/>
                    <a:gd name="connsiteX2424" fmla="*/ 183709 w 645772"/>
                    <a:gd name="connsiteY2424" fmla="*/ 19193 h 776232"/>
                    <a:gd name="connsiteX2425" fmla="*/ 183756 w 645772"/>
                    <a:gd name="connsiteY2425" fmla="*/ 19135 h 776232"/>
                    <a:gd name="connsiteX2426" fmla="*/ 183883 w 645772"/>
                    <a:gd name="connsiteY2426" fmla="*/ 19031 h 776232"/>
                    <a:gd name="connsiteX2427" fmla="*/ 184242 w 645772"/>
                    <a:gd name="connsiteY2427" fmla="*/ 18787 h 776232"/>
                    <a:gd name="connsiteX2428" fmla="*/ 184809 w 645772"/>
                    <a:gd name="connsiteY2428" fmla="*/ 18510 h 776232"/>
                    <a:gd name="connsiteX2429" fmla="*/ 185087 w 645772"/>
                    <a:gd name="connsiteY2429" fmla="*/ 18382 h 776232"/>
                    <a:gd name="connsiteX2430" fmla="*/ 185330 w 645772"/>
                    <a:gd name="connsiteY2430" fmla="*/ 18290 h 776232"/>
                    <a:gd name="connsiteX2431" fmla="*/ 185677 w 645772"/>
                    <a:gd name="connsiteY2431" fmla="*/ 18174 h 776232"/>
                    <a:gd name="connsiteX2432" fmla="*/ 186001 w 645772"/>
                    <a:gd name="connsiteY2432" fmla="*/ 18093 h 776232"/>
                    <a:gd name="connsiteX2433" fmla="*/ 186349 w 645772"/>
                    <a:gd name="connsiteY2433" fmla="*/ 18093 h 776232"/>
                    <a:gd name="connsiteX2434" fmla="*/ 186858 w 645772"/>
                    <a:gd name="connsiteY2434" fmla="*/ 18163 h 776232"/>
                    <a:gd name="connsiteX2435" fmla="*/ 190516 w 645772"/>
                    <a:gd name="connsiteY2435" fmla="*/ 20096 h 776232"/>
                    <a:gd name="connsiteX2436" fmla="*/ 191002 w 645772"/>
                    <a:gd name="connsiteY2436" fmla="*/ 19945 h 776232"/>
                    <a:gd name="connsiteX2437" fmla="*/ 191303 w 645772"/>
                    <a:gd name="connsiteY2437" fmla="*/ 19945 h 776232"/>
                    <a:gd name="connsiteX2438" fmla="*/ 191581 w 645772"/>
                    <a:gd name="connsiteY2438" fmla="*/ 19853 h 776232"/>
                    <a:gd name="connsiteX2439" fmla="*/ 191743 w 645772"/>
                    <a:gd name="connsiteY2439" fmla="*/ 19771 h 776232"/>
                    <a:gd name="connsiteX2440" fmla="*/ 192102 w 645772"/>
                    <a:gd name="connsiteY2440" fmla="*/ 19667 h 776232"/>
                    <a:gd name="connsiteX2441" fmla="*/ 192461 w 645772"/>
                    <a:gd name="connsiteY2441" fmla="*/ 19552 h 776232"/>
                    <a:gd name="connsiteX2442" fmla="*/ 192634 w 645772"/>
                    <a:gd name="connsiteY2442" fmla="*/ 19482 h 776232"/>
                    <a:gd name="connsiteX2443" fmla="*/ 192681 w 645772"/>
                    <a:gd name="connsiteY2443" fmla="*/ 19447 h 776232"/>
                    <a:gd name="connsiteX2444" fmla="*/ 193190 w 645772"/>
                    <a:gd name="connsiteY2444" fmla="*/ 19297 h 776232"/>
                    <a:gd name="connsiteX2445" fmla="*/ 193607 w 645772"/>
                    <a:gd name="connsiteY2445" fmla="*/ 14527 h 776232"/>
                    <a:gd name="connsiteX2446" fmla="*/ 196327 w 645772"/>
                    <a:gd name="connsiteY2446" fmla="*/ 13752 h 776232"/>
                    <a:gd name="connsiteX2447" fmla="*/ 196501 w 645772"/>
                    <a:gd name="connsiteY2447" fmla="*/ 13752 h 776232"/>
                    <a:gd name="connsiteX2448" fmla="*/ 196605 w 645772"/>
                    <a:gd name="connsiteY2448" fmla="*/ 13671 h 776232"/>
                    <a:gd name="connsiteX2449" fmla="*/ 196952 w 645772"/>
                    <a:gd name="connsiteY2449" fmla="*/ 13578 h 776232"/>
                    <a:gd name="connsiteX2450" fmla="*/ 196906 w 645772"/>
                    <a:gd name="connsiteY2450" fmla="*/ 12872 h 776232"/>
                    <a:gd name="connsiteX2451" fmla="*/ 196917 w 645772"/>
                    <a:gd name="connsiteY2451" fmla="*/ 12791 h 776232"/>
                    <a:gd name="connsiteX2452" fmla="*/ 196952 w 645772"/>
                    <a:gd name="connsiteY2452" fmla="*/ 12629 h 776232"/>
                    <a:gd name="connsiteX2453" fmla="*/ 196964 w 645772"/>
                    <a:gd name="connsiteY2453" fmla="*/ 12513 h 776232"/>
                    <a:gd name="connsiteX2454" fmla="*/ 196964 w 645772"/>
                    <a:gd name="connsiteY2454" fmla="*/ 12177 h 776232"/>
                    <a:gd name="connsiteX2455" fmla="*/ 196964 w 645772"/>
                    <a:gd name="connsiteY2455" fmla="*/ 12131 h 776232"/>
                    <a:gd name="connsiteX2456" fmla="*/ 196952 w 645772"/>
                    <a:gd name="connsiteY2456" fmla="*/ 11738 h 776232"/>
                    <a:gd name="connsiteX2457" fmla="*/ 196871 w 645772"/>
                    <a:gd name="connsiteY2457" fmla="*/ 11472 h 776232"/>
                    <a:gd name="connsiteX2458" fmla="*/ 196802 w 645772"/>
                    <a:gd name="connsiteY2458" fmla="*/ 11321 h 776232"/>
                    <a:gd name="connsiteX2459" fmla="*/ 196536 w 645772"/>
                    <a:gd name="connsiteY2459" fmla="*/ 6934 h 776232"/>
                    <a:gd name="connsiteX2460" fmla="*/ 203423 w 645772"/>
                    <a:gd name="connsiteY2460" fmla="*/ 5730 h 776232"/>
                    <a:gd name="connsiteX2461" fmla="*/ 216851 w 645772"/>
                    <a:gd name="connsiteY2461" fmla="*/ 7814 h 776232"/>
                    <a:gd name="connsiteX2462" fmla="*/ 219467 w 645772"/>
                    <a:gd name="connsiteY2462" fmla="*/ 6563 h 776232"/>
                    <a:gd name="connsiteX2463" fmla="*/ 221620 w 645772"/>
                    <a:gd name="connsiteY2463" fmla="*/ 891 h 776232"/>
                    <a:gd name="connsiteX2464" fmla="*/ 223762 w 645772"/>
                    <a:gd name="connsiteY2464" fmla="*/ 0 h 776232"/>
                    <a:gd name="connsiteX2465" fmla="*/ 223750 w 645772"/>
                    <a:gd name="connsiteY2465" fmla="*/ 243 h 776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  <a:cxn ang="0">
                      <a:pos x="connsiteX1420" y="connsiteY1420"/>
                    </a:cxn>
                    <a:cxn ang="0">
                      <a:pos x="connsiteX1421" y="connsiteY1421"/>
                    </a:cxn>
                    <a:cxn ang="0">
                      <a:pos x="connsiteX1422" y="connsiteY1422"/>
                    </a:cxn>
                    <a:cxn ang="0">
                      <a:pos x="connsiteX1423" y="connsiteY1423"/>
                    </a:cxn>
                    <a:cxn ang="0">
                      <a:pos x="connsiteX1424" y="connsiteY1424"/>
                    </a:cxn>
                    <a:cxn ang="0">
                      <a:pos x="connsiteX1425" y="connsiteY1425"/>
                    </a:cxn>
                    <a:cxn ang="0">
                      <a:pos x="connsiteX1426" y="connsiteY1426"/>
                    </a:cxn>
                    <a:cxn ang="0">
                      <a:pos x="connsiteX1427" y="connsiteY1427"/>
                    </a:cxn>
                    <a:cxn ang="0">
                      <a:pos x="connsiteX1428" y="connsiteY1428"/>
                    </a:cxn>
                    <a:cxn ang="0">
                      <a:pos x="connsiteX1429" y="connsiteY1429"/>
                    </a:cxn>
                    <a:cxn ang="0">
                      <a:pos x="connsiteX1430" y="connsiteY1430"/>
                    </a:cxn>
                    <a:cxn ang="0">
                      <a:pos x="connsiteX1431" y="connsiteY1431"/>
                    </a:cxn>
                    <a:cxn ang="0">
                      <a:pos x="connsiteX1432" y="connsiteY1432"/>
                    </a:cxn>
                    <a:cxn ang="0">
                      <a:pos x="connsiteX1433" y="connsiteY1433"/>
                    </a:cxn>
                    <a:cxn ang="0">
                      <a:pos x="connsiteX1434" y="connsiteY1434"/>
                    </a:cxn>
                    <a:cxn ang="0">
                      <a:pos x="connsiteX1435" y="connsiteY1435"/>
                    </a:cxn>
                    <a:cxn ang="0">
                      <a:pos x="connsiteX1436" y="connsiteY1436"/>
                    </a:cxn>
                    <a:cxn ang="0">
                      <a:pos x="connsiteX1437" y="connsiteY1437"/>
                    </a:cxn>
                    <a:cxn ang="0">
                      <a:pos x="connsiteX1438" y="connsiteY1438"/>
                    </a:cxn>
                    <a:cxn ang="0">
                      <a:pos x="connsiteX1439" y="connsiteY1439"/>
                    </a:cxn>
                    <a:cxn ang="0">
                      <a:pos x="connsiteX1440" y="connsiteY1440"/>
                    </a:cxn>
                    <a:cxn ang="0">
                      <a:pos x="connsiteX1441" y="connsiteY1441"/>
                    </a:cxn>
                    <a:cxn ang="0">
                      <a:pos x="connsiteX1442" y="connsiteY1442"/>
                    </a:cxn>
                    <a:cxn ang="0">
                      <a:pos x="connsiteX1443" y="connsiteY1443"/>
                    </a:cxn>
                    <a:cxn ang="0">
                      <a:pos x="connsiteX1444" y="connsiteY1444"/>
                    </a:cxn>
                    <a:cxn ang="0">
                      <a:pos x="connsiteX1445" y="connsiteY1445"/>
                    </a:cxn>
                    <a:cxn ang="0">
                      <a:pos x="connsiteX1446" y="connsiteY1446"/>
                    </a:cxn>
                    <a:cxn ang="0">
                      <a:pos x="connsiteX1447" y="connsiteY1447"/>
                    </a:cxn>
                    <a:cxn ang="0">
                      <a:pos x="connsiteX1448" y="connsiteY1448"/>
                    </a:cxn>
                    <a:cxn ang="0">
                      <a:pos x="connsiteX1449" y="connsiteY1449"/>
                    </a:cxn>
                    <a:cxn ang="0">
                      <a:pos x="connsiteX1450" y="connsiteY1450"/>
                    </a:cxn>
                    <a:cxn ang="0">
                      <a:pos x="connsiteX1451" y="connsiteY1451"/>
                    </a:cxn>
                    <a:cxn ang="0">
                      <a:pos x="connsiteX1452" y="connsiteY1452"/>
                    </a:cxn>
                    <a:cxn ang="0">
                      <a:pos x="connsiteX1453" y="connsiteY1453"/>
                    </a:cxn>
                    <a:cxn ang="0">
                      <a:pos x="connsiteX1454" y="connsiteY1454"/>
                    </a:cxn>
                    <a:cxn ang="0">
                      <a:pos x="connsiteX1455" y="connsiteY1455"/>
                    </a:cxn>
                    <a:cxn ang="0">
                      <a:pos x="connsiteX1456" y="connsiteY1456"/>
                    </a:cxn>
                    <a:cxn ang="0">
                      <a:pos x="connsiteX1457" y="connsiteY1457"/>
                    </a:cxn>
                    <a:cxn ang="0">
                      <a:pos x="connsiteX1458" y="connsiteY1458"/>
                    </a:cxn>
                    <a:cxn ang="0">
                      <a:pos x="connsiteX1459" y="connsiteY1459"/>
                    </a:cxn>
                    <a:cxn ang="0">
                      <a:pos x="connsiteX1460" y="connsiteY1460"/>
                    </a:cxn>
                    <a:cxn ang="0">
                      <a:pos x="connsiteX1461" y="connsiteY1461"/>
                    </a:cxn>
                    <a:cxn ang="0">
                      <a:pos x="connsiteX1462" y="connsiteY1462"/>
                    </a:cxn>
                    <a:cxn ang="0">
                      <a:pos x="connsiteX1463" y="connsiteY1463"/>
                    </a:cxn>
                    <a:cxn ang="0">
                      <a:pos x="connsiteX1464" y="connsiteY1464"/>
                    </a:cxn>
                    <a:cxn ang="0">
                      <a:pos x="connsiteX1465" y="connsiteY1465"/>
                    </a:cxn>
                    <a:cxn ang="0">
                      <a:pos x="connsiteX1466" y="connsiteY1466"/>
                    </a:cxn>
                    <a:cxn ang="0">
                      <a:pos x="connsiteX1467" y="connsiteY1467"/>
                    </a:cxn>
                    <a:cxn ang="0">
                      <a:pos x="connsiteX1468" y="connsiteY1468"/>
                    </a:cxn>
                    <a:cxn ang="0">
                      <a:pos x="connsiteX1469" y="connsiteY1469"/>
                    </a:cxn>
                    <a:cxn ang="0">
                      <a:pos x="connsiteX1470" y="connsiteY1470"/>
                    </a:cxn>
                    <a:cxn ang="0">
                      <a:pos x="connsiteX1471" y="connsiteY1471"/>
                    </a:cxn>
                    <a:cxn ang="0">
                      <a:pos x="connsiteX1472" y="connsiteY1472"/>
                    </a:cxn>
                    <a:cxn ang="0">
                      <a:pos x="connsiteX1473" y="connsiteY1473"/>
                    </a:cxn>
                    <a:cxn ang="0">
                      <a:pos x="connsiteX1474" y="connsiteY1474"/>
                    </a:cxn>
                    <a:cxn ang="0">
                      <a:pos x="connsiteX1475" y="connsiteY1475"/>
                    </a:cxn>
                    <a:cxn ang="0">
                      <a:pos x="connsiteX1476" y="connsiteY1476"/>
                    </a:cxn>
                    <a:cxn ang="0">
                      <a:pos x="connsiteX1477" y="connsiteY1477"/>
                    </a:cxn>
                    <a:cxn ang="0">
                      <a:pos x="connsiteX1478" y="connsiteY1478"/>
                    </a:cxn>
                    <a:cxn ang="0">
                      <a:pos x="connsiteX1479" y="connsiteY1479"/>
                    </a:cxn>
                    <a:cxn ang="0">
                      <a:pos x="connsiteX1480" y="connsiteY1480"/>
                    </a:cxn>
                    <a:cxn ang="0">
                      <a:pos x="connsiteX1481" y="connsiteY1481"/>
                    </a:cxn>
                    <a:cxn ang="0">
                      <a:pos x="connsiteX1482" y="connsiteY1482"/>
                    </a:cxn>
                    <a:cxn ang="0">
                      <a:pos x="connsiteX1483" y="connsiteY1483"/>
                    </a:cxn>
                    <a:cxn ang="0">
                      <a:pos x="connsiteX1484" y="connsiteY1484"/>
                    </a:cxn>
                    <a:cxn ang="0">
                      <a:pos x="connsiteX1485" y="connsiteY1485"/>
                    </a:cxn>
                    <a:cxn ang="0">
                      <a:pos x="connsiteX1486" y="connsiteY1486"/>
                    </a:cxn>
                    <a:cxn ang="0">
                      <a:pos x="connsiteX1487" y="connsiteY1487"/>
                    </a:cxn>
                    <a:cxn ang="0">
                      <a:pos x="connsiteX1488" y="connsiteY1488"/>
                    </a:cxn>
                    <a:cxn ang="0">
                      <a:pos x="connsiteX1489" y="connsiteY1489"/>
                    </a:cxn>
                    <a:cxn ang="0">
                      <a:pos x="connsiteX1490" y="connsiteY1490"/>
                    </a:cxn>
                    <a:cxn ang="0">
                      <a:pos x="connsiteX1491" y="connsiteY1491"/>
                    </a:cxn>
                    <a:cxn ang="0">
                      <a:pos x="connsiteX1492" y="connsiteY1492"/>
                    </a:cxn>
                    <a:cxn ang="0">
                      <a:pos x="connsiteX1493" y="connsiteY1493"/>
                    </a:cxn>
                    <a:cxn ang="0">
                      <a:pos x="connsiteX1494" y="connsiteY1494"/>
                    </a:cxn>
                    <a:cxn ang="0">
                      <a:pos x="connsiteX1495" y="connsiteY1495"/>
                    </a:cxn>
                    <a:cxn ang="0">
                      <a:pos x="connsiteX1496" y="connsiteY1496"/>
                    </a:cxn>
                    <a:cxn ang="0">
                      <a:pos x="connsiteX1497" y="connsiteY1497"/>
                    </a:cxn>
                    <a:cxn ang="0">
                      <a:pos x="connsiteX1498" y="connsiteY1498"/>
                    </a:cxn>
                    <a:cxn ang="0">
                      <a:pos x="connsiteX1499" y="connsiteY1499"/>
                    </a:cxn>
                    <a:cxn ang="0">
                      <a:pos x="connsiteX1500" y="connsiteY1500"/>
                    </a:cxn>
                    <a:cxn ang="0">
                      <a:pos x="connsiteX1501" y="connsiteY1501"/>
                    </a:cxn>
                    <a:cxn ang="0">
                      <a:pos x="connsiteX1502" y="connsiteY1502"/>
                    </a:cxn>
                    <a:cxn ang="0">
                      <a:pos x="connsiteX1503" y="connsiteY1503"/>
                    </a:cxn>
                    <a:cxn ang="0">
                      <a:pos x="connsiteX1504" y="connsiteY1504"/>
                    </a:cxn>
                    <a:cxn ang="0">
                      <a:pos x="connsiteX1505" y="connsiteY1505"/>
                    </a:cxn>
                    <a:cxn ang="0">
                      <a:pos x="connsiteX1506" y="connsiteY1506"/>
                    </a:cxn>
                    <a:cxn ang="0">
                      <a:pos x="connsiteX1507" y="connsiteY1507"/>
                    </a:cxn>
                    <a:cxn ang="0">
                      <a:pos x="connsiteX1508" y="connsiteY1508"/>
                    </a:cxn>
                    <a:cxn ang="0">
                      <a:pos x="connsiteX1509" y="connsiteY1509"/>
                    </a:cxn>
                    <a:cxn ang="0">
                      <a:pos x="connsiteX1510" y="connsiteY1510"/>
                    </a:cxn>
                    <a:cxn ang="0">
                      <a:pos x="connsiteX1511" y="connsiteY1511"/>
                    </a:cxn>
                    <a:cxn ang="0">
                      <a:pos x="connsiteX1512" y="connsiteY1512"/>
                    </a:cxn>
                    <a:cxn ang="0">
                      <a:pos x="connsiteX1513" y="connsiteY1513"/>
                    </a:cxn>
                    <a:cxn ang="0">
                      <a:pos x="connsiteX1514" y="connsiteY1514"/>
                    </a:cxn>
                    <a:cxn ang="0">
                      <a:pos x="connsiteX1515" y="connsiteY1515"/>
                    </a:cxn>
                    <a:cxn ang="0">
                      <a:pos x="connsiteX1516" y="connsiteY1516"/>
                    </a:cxn>
                    <a:cxn ang="0">
                      <a:pos x="connsiteX1517" y="connsiteY1517"/>
                    </a:cxn>
                    <a:cxn ang="0">
                      <a:pos x="connsiteX1518" y="connsiteY1518"/>
                    </a:cxn>
                    <a:cxn ang="0">
                      <a:pos x="connsiteX1519" y="connsiteY1519"/>
                    </a:cxn>
                    <a:cxn ang="0">
                      <a:pos x="connsiteX1520" y="connsiteY1520"/>
                    </a:cxn>
                    <a:cxn ang="0">
                      <a:pos x="connsiteX1521" y="connsiteY1521"/>
                    </a:cxn>
                    <a:cxn ang="0">
                      <a:pos x="connsiteX1522" y="connsiteY1522"/>
                    </a:cxn>
                    <a:cxn ang="0">
                      <a:pos x="connsiteX1523" y="connsiteY1523"/>
                    </a:cxn>
                    <a:cxn ang="0">
                      <a:pos x="connsiteX1524" y="connsiteY1524"/>
                    </a:cxn>
                    <a:cxn ang="0">
                      <a:pos x="connsiteX1525" y="connsiteY1525"/>
                    </a:cxn>
                    <a:cxn ang="0">
                      <a:pos x="connsiteX1526" y="connsiteY1526"/>
                    </a:cxn>
                    <a:cxn ang="0">
                      <a:pos x="connsiteX1527" y="connsiteY1527"/>
                    </a:cxn>
                    <a:cxn ang="0">
                      <a:pos x="connsiteX1528" y="connsiteY1528"/>
                    </a:cxn>
                    <a:cxn ang="0">
                      <a:pos x="connsiteX1529" y="connsiteY1529"/>
                    </a:cxn>
                    <a:cxn ang="0">
                      <a:pos x="connsiteX1530" y="connsiteY1530"/>
                    </a:cxn>
                    <a:cxn ang="0">
                      <a:pos x="connsiteX1531" y="connsiteY1531"/>
                    </a:cxn>
                    <a:cxn ang="0">
                      <a:pos x="connsiteX1532" y="connsiteY1532"/>
                    </a:cxn>
                    <a:cxn ang="0">
                      <a:pos x="connsiteX1533" y="connsiteY1533"/>
                    </a:cxn>
                    <a:cxn ang="0">
                      <a:pos x="connsiteX1534" y="connsiteY1534"/>
                    </a:cxn>
                    <a:cxn ang="0">
                      <a:pos x="connsiteX1535" y="connsiteY1535"/>
                    </a:cxn>
                    <a:cxn ang="0">
                      <a:pos x="connsiteX1536" y="connsiteY1536"/>
                    </a:cxn>
                    <a:cxn ang="0">
                      <a:pos x="connsiteX1537" y="connsiteY1537"/>
                    </a:cxn>
                    <a:cxn ang="0">
                      <a:pos x="connsiteX1538" y="connsiteY1538"/>
                    </a:cxn>
                    <a:cxn ang="0">
                      <a:pos x="connsiteX1539" y="connsiteY1539"/>
                    </a:cxn>
                    <a:cxn ang="0">
                      <a:pos x="connsiteX1540" y="connsiteY1540"/>
                    </a:cxn>
                    <a:cxn ang="0">
                      <a:pos x="connsiteX1541" y="connsiteY1541"/>
                    </a:cxn>
                    <a:cxn ang="0">
                      <a:pos x="connsiteX1542" y="connsiteY1542"/>
                    </a:cxn>
                    <a:cxn ang="0">
                      <a:pos x="connsiteX1543" y="connsiteY1543"/>
                    </a:cxn>
                    <a:cxn ang="0">
                      <a:pos x="connsiteX1544" y="connsiteY1544"/>
                    </a:cxn>
                    <a:cxn ang="0">
                      <a:pos x="connsiteX1545" y="connsiteY1545"/>
                    </a:cxn>
                    <a:cxn ang="0">
                      <a:pos x="connsiteX1546" y="connsiteY1546"/>
                    </a:cxn>
                    <a:cxn ang="0">
                      <a:pos x="connsiteX1547" y="connsiteY1547"/>
                    </a:cxn>
                    <a:cxn ang="0">
                      <a:pos x="connsiteX1548" y="connsiteY1548"/>
                    </a:cxn>
                    <a:cxn ang="0">
                      <a:pos x="connsiteX1549" y="connsiteY1549"/>
                    </a:cxn>
                    <a:cxn ang="0">
                      <a:pos x="connsiteX1550" y="connsiteY1550"/>
                    </a:cxn>
                    <a:cxn ang="0">
                      <a:pos x="connsiteX1551" y="connsiteY1551"/>
                    </a:cxn>
                    <a:cxn ang="0">
                      <a:pos x="connsiteX1552" y="connsiteY1552"/>
                    </a:cxn>
                    <a:cxn ang="0">
                      <a:pos x="connsiteX1553" y="connsiteY1553"/>
                    </a:cxn>
                    <a:cxn ang="0">
                      <a:pos x="connsiteX1554" y="connsiteY1554"/>
                    </a:cxn>
                    <a:cxn ang="0">
                      <a:pos x="connsiteX1555" y="connsiteY1555"/>
                    </a:cxn>
                    <a:cxn ang="0">
                      <a:pos x="connsiteX1556" y="connsiteY1556"/>
                    </a:cxn>
                    <a:cxn ang="0">
                      <a:pos x="connsiteX1557" y="connsiteY1557"/>
                    </a:cxn>
                    <a:cxn ang="0">
                      <a:pos x="connsiteX1558" y="connsiteY1558"/>
                    </a:cxn>
                    <a:cxn ang="0">
                      <a:pos x="connsiteX1559" y="connsiteY1559"/>
                    </a:cxn>
                    <a:cxn ang="0">
                      <a:pos x="connsiteX1560" y="connsiteY1560"/>
                    </a:cxn>
                    <a:cxn ang="0">
                      <a:pos x="connsiteX1561" y="connsiteY1561"/>
                    </a:cxn>
                    <a:cxn ang="0">
                      <a:pos x="connsiteX1562" y="connsiteY1562"/>
                    </a:cxn>
                    <a:cxn ang="0">
                      <a:pos x="connsiteX1563" y="connsiteY1563"/>
                    </a:cxn>
                    <a:cxn ang="0">
                      <a:pos x="connsiteX1564" y="connsiteY1564"/>
                    </a:cxn>
                    <a:cxn ang="0">
                      <a:pos x="connsiteX1565" y="connsiteY1565"/>
                    </a:cxn>
                    <a:cxn ang="0">
                      <a:pos x="connsiteX1566" y="connsiteY1566"/>
                    </a:cxn>
                    <a:cxn ang="0">
                      <a:pos x="connsiteX1567" y="connsiteY1567"/>
                    </a:cxn>
                    <a:cxn ang="0">
                      <a:pos x="connsiteX1568" y="connsiteY1568"/>
                    </a:cxn>
                    <a:cxn ang="0">
                      <a:pos x="connsiteX1569" y="connsiteY1569"/>
                    </a:cxn>
                    <a:cxn ang="0">
                      <a:pos x="connsiteX1570" y="connsiteY1570"/>
                    </a:cxn>
                    <a:cxn ang="0">
                      <a:pos x="connsiteX1571" y="connsiteY1571"/>
                    </a:cxn>
                    <a:cxn ang="0">
                      <a:pos x="connsiteX1572" y="connsiteY1572"/>
                    </a:cxn>
                    <a:cxn ang="0">
                      <a:pos x="connsiteX1573" y="connsiteY1573"/>
                    </a:cxn>
                    <a:cxn ang="0">
                      <a:pos x="connsiteX1574" y="connsiteY1574"/>
                    </a:cxn>
                    <a:cxn ang="0">
                      <a:pos x="connsiteX1575" y="connsiteY1575"/>
                    </a:cxn>
                    <a:cxn ang="0">
                      <a:pos x="connsiteX1576" y="connsiteY1576"/>
                    </a:cxn>
                    <a:cxn ang="0">
                      <a:pos x="connsiteX1577" y="connsiteY1577"/>
                    </a:cxn>
                    <a:cxn ang="0">
                      <a:pos x="connsiteX1578" y="connsiteY1578"/>
                    </a:cxn>
                    <a:cxn ang="0">
                      <a:pos x="connsiteX1579" y="connsiteY1579"/>
                    </a:cxn>
                    <a:cxn ang="0">
                      <a:pos x="connsiteX1580" y="connsiteY1580"/>
                    </a:cxn>
                    <a:cxn ang="0">
                      <a:pos x="connsiteX1581" y="connsiteY1581"/>
                    </a:cxn>
                    <a:cxn ang="0">
                      <a:pos x="connsiteX1582" y="connsiteY1582"/>
                    </a:cxn>
                    <a:cxn ang="0">
                      <a:pos x="connsiteX1583" y="connsiteY1583"/>
                    </a:cxn>
                    <a:cxn ang="0">
                      <a:pos x="connsiteX1584" y="connsiteY1584"/>
                    </a:cxn>
                    <a:cxn ang="0">
                      <a:pos x="connsiteX1585" y="connsiteY1585"/>
                    </a:cxn>
                    <a:cxn ang="0">
                      <a:pos x="connsiteX1586" y="connsiteY1586"/>
                    </a:cxn>
                    <a:cxn ang="0">
                      <a:pos x="connsiteX1587" y="connsiteY1587"/>
                    </a:cxn>
                    <a:cxn ang="0">
                      <a:pos x="connsiteX1588" y="connsiteY1588"/>
                    </a:cxn>
                    <a:cxn ang="0">
                      <a:pos x="connsiteX1589" y="connsiteY1589"/>
                    </a:cxn>
                    <a:cxn ang="0">
                      <a:pos x="connsiteX1590" y="connsiteY1590"/>
                    </a:cxn>
                    <a:cxn ang="0">
                      <a:pos x="connsiteX1591" y="connsiteY1591"/>
                    </a:cxn>
                    <a:cxn ang="0">
                      <a:pos x="connsiteX1592" y="connsiteY1592"/>
                    </a:cxn>
                    <a:cxn ang="0">
                      <a:pos x="connsiteX1593" y="connsiteY1593"/>
                    </a:cxn>
                    <a:cxn ang="0">
                      <a:pos x="connsiteX1594" y="connsiteY1594"/>
                    </a:cxn>
                    <a:cxn ang="0">
                      <a:pos x="connsiteX1595" y="connsiteY1595"/>
                    </a:cxn>
                    <a:cxn ang="0">
                      <a:pos x="connsiteX1596" y="connsiteY1596"/>
                    </a:cxn>
                    <a:cxn ang="0">
                      <a:pos x="connsiteX1597" y="connsiteY1597"/>
                    </a:cxn>
                    <a:cxn ang="0">
                      <a:pos x="connsiteX1598" y="connsiteY1598"/>
                    </a:cxn>
                    <a:cxn ang="0">
                      <a:pos x="connsiteX1599" y="connsiteY1599"/>
                    </a:cxn>
                    <a:cxn ang="0">
                      <a:pos x="connsiteX1600" y="connsiteY1600"/>
                    </a:cxn>
                    <a:cxn ang="0">
                      <a:pos x="connsiteX1601" y="connsiteY1601"/>
                    </a:cxn>
                    <a:cxn ang="0">
                      <a:pos x="connsiteX1602" y="connsiteY1602"/>
                    </a:cxn>
                    <a:cxn ang="0">
                      <a:pos x="connsiteX1603" y="connsiteY1603"/>
                    </a:cxn>
                    <a:cxn ang="0">
                      <a:pos x="connsiteX1604" y="connsiteY1604"/>
                    </a:cxn>
                    <a:cxn ang="0">
                      <a:pos x="connsiteX1605" y="connsiteY1605"/>
                    </a:cxn>
                    <a:cxn ang="0">
                      <a:pos x="connsiteX1606" y="connsiteY1606"/>
                    </a:cxn>
                    <a:cxn ang="0">
                      <a:pos x="connsiteX1607" y="connsiteY1607"/>
                    </a:cxn>
                    <a:cxn ang="0">
                      <a:pos x="connsiteX1608" y="connsiteY1608"/>
                    </a:cxn>
                    <a:cxn ang="0">
                      <a:pos x="connsiteX1609" y="connsiteY1609"/>
                    </a:cxn>
                    <a:cxn ang="0">
                      <a:pos x="connsiteX1610" y="connsiteY1610"/>
                    </a:cxn>
                    <a:cxn ang="0">
                      <a:pos x="connsiteX1611" y="connsiteY1611"/>
                    </a:cxn>
                    <a:cxn ang="0">
                      <a:pos x="connsiteX1612" y="connsiteY1612"/>
                    </a:cxn>
                    <a:cxn ang="0">
                      <a:pos x="connsiteX1613" y="connsiteY1613"/>
                    </a:cxn>
                    <a:cxn ang="0">
                      <a:pos x="connsiteX1614" y="connsiteY1614"/>
                    </a:cxn>
                    <a:cxn ang="0">
                      <a:pos x="connsiteX1615" y="connsiteY1615"/>
                    </a:cxn>
                    <a:cxn ang="0">
                      <a:pos x="connsiteX1616" y="connsiteY1616"/>
                    </a:cxn>
                    <a:cxn ang="0">
                      <a:pos x="connsiteX1617" y="connsiteY1617"/>
                    </a:cxn>
                    <a:cxn ang="0">
                      <a:pos x="connsiteX1618" y="connsiteY1618"/>
                    </a:cxn>
                    <a:cxn ang="0">
                      <a:pos x="connsiteX1619" y="connsiteY1619"/>
                    </a:cxn>
                    <a:cxn ang="0">
                      <a:pos x="connsiteX1620" y="connsiteY1620"/>
                    </a:cxn>
                    <a:cxn ang="0">
                      <a:pos x="connsiteX1621" y="connsiteY1621"/>
                    </a:cxn>
                    <a:cxn ang="0">
                      <a:pos x="connsiteX1622" y="connsiteY1622"/>
                    </a:cxn>
                    <a:cxn ang="0">
                      <a:pos x="connsiteX1623" y="connsiteY1623"/>
                    </a:cxn>
                    <a:cxn ang="0">
                      <a:pos x="connsiteX1624" y="connsiteY1624"/>
                    </a:cxn>
                    <a:cxn ang="0">
                      <a:pos x="connsiteX1625" y="connsiteY1625"/>
                    </a:cxn>
                    <a:cxn ang="0">
                      <a:pos x="connsiteX1626" y="connsiteY1626"/>
                    </a:cxn>
                    <a:cxn ang="0">
                      <a:pos x="connsiteX1627" y="connsiteY1627"/>
                    </a:cxn>
                    <a:cxn ang="0">
                      <a:pos x="connsiteX1628" y="connsiteY1628"/>
                    </a:cxn>
                    <a:cxn ang="0">
                      <a:pos x="connsiteX1629" y="connsiteY1629"/>
                    </a:cxn>
                    <a:cxn ang="0">
                      <a:pos x="connsiteX1630" y="connsiteY1630"/>
                    </a:cxn>
                    <a:cxn ang="0">
                      <a:pos x="connsiteX1631" y="connsiteY1631"/>
                    </a:cxn>
                    <a:cxn ang="0">
                      <a:pos x="connsiteX1632" y="connsiteY1632"/>
                    </a:cxn>
                    <a:cxn ang="0">
                      <a:pos x="connsiteX1633" y="connsiteY1633"/>
                    </a:cxn>
                    <a:cxn ang="0">
                      <a:pos x="connsiteX1634" y="connsiteY1634"/>
                    </a:cxn>
                    <a:cxn ang="0">
                      <a:pos x="connsiteX1635" y="connsiteY1635"/>
                    </a:cxn>
                    <a:cxn ang="0">
                      <a:pos x="connsiteX1636" y="connsiteY1636"/>
                    </a:cxn>
                    <a:cxn ang="0">
                      <a:pos x="connsiteX1637" y="connsiteY1637"/>
                    </a:cxn>
                    <a:cxn ang="0">
                      <a:pos x="connsiteX1638" y="connsiteY1638"/>
                    </a:cxn>
                    <a:cxn ang="0">
                      <a:pos x="connsiteX1639" y="connsiteY1639"/>
                    </a:cxn>
                    <a:cxn ang="0">
                      <a:pos x="connsiteX1640" y="connsiteY1640"/>
                    </a:cxn>
                    <a:cxn ang="0">
                      <a:pos x="connsiteX1641" y="connsiteY1641"/>
                    </a:cxn>
                    <a:cxn ang="0">
                      <a:pos x="connsiteX1642" y="connsiteY1642"/>
                    </a:cxn>
                    <a:cxn ang="0">
                      <a:pos x="connsiteX1643" y="connsiteY1643"/>
                    </a:cxn>
                    <a:cxn ang="0">
                      <a:pos x="connsiteX1644" y="connsiteY1644"/>
                    </a:cxn>
                    <a:cxn ang="0">
                      <a:pos x="connsiteX1645" y="connsiteY1645"/>
                    </a:cxn>
                    <a:cxn ang="0">
                      <a:pos x="connsiteX1646" y="connsiteY1646"/>
                    </a:cxn>
                    <a:cxn ang="0">
                      <a:pos x="connsiteX1647" y="connsiteY1647"/>
                    </a:cxn>
                    <a:cxn ang="0">
                      <a:pos x="connsiteX1648" y="connsiteY1648"/>
                    </a:cxn>
                    <a:cxn ang="0">
                      <a:pos x="connsiteX1649" y="connsiteY1649"/>
                    </a:cxn>
                    <a:cxn ang="0">
                      <a:pos x="connsiteX1650" y="connsiteY1650"/>
                    </a:cxn>
                    <a:cxn ang="0">
                      <a:pos x="connsiteX1651" y="connsiteY1651"/>
                    </a:cxn>
                    <a:cxn ang="0">
                      <a:pos x="connsiteX1652" y="connsiteY1652"/>
                    </a:cxn>
                    <a:cxn ang="0">
                      <a:pos x="connsiteX1653" y="connsiteY1653"/>
                    </a:cxn>
                    <a:cxn ang="0">
                      <a:pos x="connsiteX1654" y="connsiteY1654"/>
                    </a:cxn>
                    <a:cxn ang="0">
                      <a:pos x="connsiteX1655" y="connsiteY1655"/>
                    </a:cxn>
                    <a:cxn ang="0">
                      <a:pos x="connsiteX1656" y="connsiteY1656"/>
                    </a:cxn>
                    <a:cxn ang="0">
                      <a:pos x="connsiteX1657" y="connsiteY1657"/>
                    </a:cxn>
                    <a:cxn ang="0">
                      <a:pos x="connsiteX1658" y="connsiteY1658"/>
                    </a:cxn>
                    <a:cxn ang="0">
                      <a:pos x="connsiteX1659" y="connsiteY1659"/>
                    </a:cxn>
                    <a:cxn ang="0">
                      <a:pos x="connsiteX1660" y="connsiteY1660"/>
                    </a:cxn>
                    <a:cxn ang="0">
                      <a:pos x="connsiteX1661" y="connsiteY1661"/>
                    </a:cxn>
                    <a:cxn ang="0">
                      <a:pos x="connsiteX1662" y="connsiteY1662"/>
                    </a:cxn>
                    <a:cxn ang="0">
                      <a:pos x="connsiteX1663" y="connsiteY1663"/>
                    </a:cxn>
                    <a:cxn ang="0">
                      <a:pos x="connsiteX1664" y="connsiteY1664"/>
                    </a:cxn>
                    <a:cxn ang="0">
                      <a:pos x="connsiteX1665" y="connsiteY1665"/>
                    </a:cxn>
                    <a:cxn ang="0">
                      <a:pos x="connsiteX1666" y="connsiteY1666"/>
                    </a:cxn>
                    <a:cxn ang="0">
                      <a:pos x="connsiteX1667" y="connsiteY1667"/>
                    </a:cxn>
                    <a:cxn ang="0">
                      <a:pos x="connsiteX1668" y="connsiteY1668"/>
                    </a:cxn>
                    <a:cxn ang="0">
                      <a:pos x="connsiteX1669" y="connsiteY1669"/>
                    </a:cxn>
                    <a:cxn ang="0">
                      <a:pos x="connsiteX1670" y="connsiteY1670"/>
                    </a:cxn>
                    <a:cxn ang="0">
                      <a:pos x="connsiteX1671" y="connsiteY1671"/>
                    </a:cxn>
                    <a:cxn ang="0">
                      <a:pos x="connsiteX1672" y="connsiteY1672"/>
                    </a:cxn>
                    <a:cxn ang="0">
                      <a:pos x="connsiteX1673" y="connsiteY1673"/>
                    </a:cxn>
                    <a:cxn ang="0">
                      <a:pos x="connsiteX1674" y="connsiteY1674"/>
                    </a:cxn>
                    <a:cxn ang="0">
                      <a:pos x="connsiteX1675" y="connsiteY1675"/>
                    </a:cxn>
                    <a:cxn ang="0">
                      <a:pos x="connsiteX1676" y="connsiteY1676"/>
                    </a:cxn>
                    <a:cxn ang="0">
                      <a:pos x="connsiteX1677" y="connsiteY1677"/>
                    </a:cxn>
                    <a:cxn ang="0">
                      <a:pos x="connsiteX1678" y="connsiteY1678"/>
                    </a:cxn>
                    <a:cxn ang="0">
                      <a:pos x="connsiteX1679" y="connsiteY1679"/>
                    </a:cxn>
                    <a:cxn ang="0">
                      <a:pos x="connsiteX1680" y="connsiteY1680"/>
                    </a:cxn>
                    <a:cxn ang="0">
                      <a:pos x="connsiteX1681" y="connsiteY1681"/>
                    </a:cxn>
                    <a:cxn ang="0">
                      <a:pos x="connsiteX1682" y="connsiteY1682"/>
                    </a:cxn>
                    <a:cxn ang="0">
                      <a:pos x="connsiteX1683" y="connsiteY1683"/>
                    </a:cxn>
                    <a:cxn ang="0">
                      <a:pos x="connsiteX1684" y="connsiteY1684"/>
                    </a:cxn>
                    <a:cxn ang="0">
                      <a:pos x="connsiteX1685" y="connsiteY1685"/>
                    </a:cxn>
                    <a:cxn ang="0">
                      <a:pos x="connsiteX1686" y="connsiteY1686"/>
                    </a:cxn>
                    <a:cxn ang="0">
                      <a:pos x="connsiteX1687" y="connsiteY1687"/>
                    </a:cxn>
                    <a:cxn ang="0">
                      <a:pos x="connsiteX1688" y="connsiteY1688"/>
                    </a:cxn>
                    <a:cxn ang="0">
                      <a:pos x="connsiteX1689" y="connsiteY1689"/>
                    </a:cxn>
                    <a:cxn ang="0">
                      <a:pos x="connsiteX1690" y="connsiteY1690"/>
                    </a:cxn>
                    <a:cxn ang="0">
                      <a:pos x="connsiteX1691" y="connsiteY1691"/>
                    </a:cxn>
                    <a:cxn ang="0">
                      <a:pos x="connsiteX1692" y="connsiteY1692"/>
                    </a:cxn>
                    <a:cxn ang="0">
                      <a:pos x="connsiteX1693" y="connsiteY1693"/>
                    </a:cxn>
                    <a:cxn ang="0">
                      <a:pos x="connsiteX1694" y="connsiteY1694"/>
                    </a:cxn>
                    <a:cxn ang="0">
                      <a:pos x="connsiteX1695" y="connsiteY1695"/>
                    </a:cxn>
                    <a:cxn ang="0">
                      <a:pos x="connsiteX1696" y="connsiteY1696"/>
                    </a:cxn>
                    <a:cxn ang="0">
                      <a:pos x="connsiteX1697" y="connsiteY1697"/>
                    </a:cxn>
                    <a:cxn ang="0">
                      <a:pos x="connsiteX1698" y="connsiteY1698"/>
                    </a:cxn>
                    <a:cxn ang="0">
                      <a:pos x="connsiteX1699" y="connsiteY1699"/>
                    </a:cxn>
                    <a:cxn ang="0">
                      <a:pos x="connsiteX1700" y="connsiteY1700"/>
                    </a:cxn>
                    <a:cxn ang="0">
                      <a:pos x="connsiteX1701" y="connsiteY1701"/>
                    </a:cxn>
                    <a:cxn ang="0">
                      <a:pos x="connsiteX1702" y="connsiteY1702"/>
                    </a:cxn>
                    <a:cxn ang="0">
                      <a:pos x="connsiteX1703" y="connsiteY1703"/>
                    </a:cxn>
                    <a:cxn ang="0">
                      <a:pos x="connsiteX1704" y="connsiteY1704"/>
                    </a:cxn>
                    <a:cxn ang="0">
                      <a:pos x="connsiteX1705" y="connsiteY1705"/>
                    </a:cxn>
                    <a:cxn ang="0">
                      <a:pos x="connsiteX1706" y="connsiteY1706"/>
                    </a:cxn>
                    <a:cxn ang="0">
                      <a:pos x="connsiteX1707" y="connsiteY1707"/>
                    </a:cxn>
                    <a:cxn ang="0">
                      <a:pos x="connsiteX1708" y="connsiteY1708"/>
                    </a:cxn>
                    <a:cxn ang="0">
                      <a:pos x="connsiteX1709" y="connsiteY1709"/>
                    </a:cxn>
                    <a:cxn ang="0">
                      <a:pos x="connsiteX1710" y="connsiteY1710"/>
                    </a:cxn>
                    <a:cxn ang="0">
                      <a:pos x="connsiteX1711" y="connsiteY1711"/>
                    </a:cxn>
                    <a:cxn ang="0">
                      <a:pos x="connsiteX1712" y="connsiteY1712"/>
                    </a:cxn>
                    <a:cxn ang="0">
                      <a:pos x="connsiteX1713" y="connsiteY1713"/>
                    </a:cxn>
                    <a:cxn ang="0">
                      <a:pos x="connsiteX1714" y="connsiteY1714"/>
                    </a:cxn>
                    <a:cxn ang="0">
                      <a:pos x="connsiteX1715" y="connsiteY1715"/>
                    </a:cxn>
                    <a:cxn ang="0">
                      <a:pos x="connsiteX1716" y="connsiteY1716"/>
                    </a:cxn>
                    <a:cxn ang="0">
                      <a:pos x="connsiteX1717" y="connsiteY1717"/>
                    </a:cxn>
                    <a:cxn ang="0">
                      <a:pos x="connsiteX1718" y="connsiteY1718"/>
                    </a:cxn>
                    <a:cxn ang="0">
                      <a:pos x="connsiteX1719" y="connsiteY1719"/>
                    </a:cxn>
                    <a:cxn ang="0">
                      <a:pos x="connsiteX1720" y="connsiteY1720"/>
                    </a:cxn>
                    <a:cxn ang="0">
                      <a:pos x="connsiteX1721" y="connsiteY1721"/>
                    </a:cxn>
                    <a:cxn ang="0">
                      <a:pos x="connsiteX1722" y="connsiteY1722"/>
                    </a:cxn>
                    <a:cxn ang="0">
                      <a:pos x="connsiteX1723" y="connsiteY1723"/>
                    </a:cxn>
                    <a:cxn ang="0">
                      <a:pos x="connsiteX1724" y="connsiteY1724"/>
                    </a:cxn>
                    <a:cxn ang="0">
                      <a:pos x="connsiteX1725" y="connsiteY1725"/>
                    </a:cxn>
                    <a:cxn ang="0">
                      <a:pos x="connsiteX1726" y="connsiteY1726"/>
                    </a:cxn>
                    <a:cxn ang="0">
                      <a:pos x="connsiteX1727" y="connsiteY1727"/>
                    </a:cxn>
                    <a:cxn ang="0">
                      <a:pos x="connsiteX1728" y="connsiteY1728"/>
                    </a:cxn>
                    <a:cxn ang="0">
                      <a:pos x="connsiteX1729" y="connsiteY1729"/>
                    </a:cxn>
                    <a:cxn ang="0">
                      <a:pos x="connsiteX1730" y="connsiteY1730"/>
                    </a:cxn>
                    <a:cxn ang="0">
                      <a:pos x="connsiteX1731" y="connsiteY1731"/>
                    </a:cxn>
                    <a:cxn ang="0">
                      <a:pos x="connsiteX1732" y="connsiteY1732"/>
                    </a:cxn>
                    <a:cxn ang="0">
                      <a:pos x="connsiteX1733" y="connsiteY1733"/>
                    </a:cxn>
                    <a:cxn ang="0">
                      <a:pos x="connsiteX1734" y="connsiteY1734"/>
                    </a:cxn>
                    <a:cxn ang="0">
                      <a:pos x="connsiteX1735" y="connsiteY1735"/>
                    </a:cxn>
                    <a:cxn ang="0">
                      <a:pos x="connsiteX1736" y="connsiteY1736"/>
                    </a:cxn>
                    <a:cxn ang="0">
                      <a:pos x="connsiteX1737" y="connsiteY1737"/>
                    </a:cxn>
                    <a:cxn ang="0">
                      <a:pos x="connsiteX1738" y="connsiteY1738"/>
                    </a:cxn>
                    <a:cxn ang="0">
                      <a:pos x="connsiteX1739" y="connsiteY1739"/>
                    </a:cxn>
                    <a:cxn ang="0">
                      <a:pos x="connsiteX1740" y="connsiteY1740"/>
                    </a:cxn>
                    <a:cxn ang="0">
                      <a:pos x="connsiteX1741" y="connsiteY1741"/>
                    </a:cxn>
                    <a:cxn ang="0">
                      <a:pos x="connsiteX1742" y="connsiteY1742"/>
                    </a:cxn>
                    <a:cxn ang="0">
                      <a:pos x="connsiteX1743" y="connsiteY1743"/>
                    </a:cxn>
                    <a:cxn ang="0">
                      <a:pos x="connsiteX1744" y="connsiteY1744"/>
                    </a:cxn>
                    <a:cxn ang="0">
                      <a:pos x="connsiteX1745" y="connsiteY1745"/>
                    </a:cxn>
                    <a:cxn ang="0">
                      <a:pos x="connsiteX1746" y="connsiteY1746"/>
                    </a:cxn>
                    <a:cxn ang="0">
                      <a:pos x="connsiteX1747" y="connsiteY1747"/>
                    </a:cxn>
                    <a:cxn ang="0">
                      <a:pos x="connsiteX1748" y="connsiteY1748"/>
                    </a:cxn>
                    <a:cxn ang="0">
                      <a:pos x="connsiteX1749" y="connsiteY1749"/>
                    </a:cxn>
                    <a:cxn ang="0">
                      <a:pos x="connsiteX1750" y="connsiteY1750"/>
                    </a:cxn>
                    <a:cxn ang="0">
                      <a:pos x="connsiteX1751" y="connsiteY1751"/>
                    </a:cxn>
                    <a:cxn ang="0">
                      <a:pos x="connsiteX1752" y="connsiteY1752"/>
                    </a:cxn>
                    <a:cxn ang="0">
                      <a:pos x="connsiteX1753" y="connsiteY1753"/>
                    </a:cxn>
                    <a:cxn ang="0">
                      <a:pos x="connsiteX1754" y="connsiteY1754"/>
                    </a:cxn>
                    <a:cxn ang="0">
                      <a:pos x="connsiteX1755" y="connsiteY1755"/>
                    </a:cxn>
                    <a:cxn ang="0">
                      <a:pos x="connsiteX1756" y="connsiteY1756"/>
                    </a:cxn>
                    <a:cxn ang="0">
                      <a:pos x="connsiteX1757" y="connsiteY1757"/>
                    </a:cxn>
                    <a:cxn ang="0">
                      <a:pos x="connsiteX1758" y="connsiteY1758"/>
                    </a:cxn>
                    <a:cxn ang="0">
                      <a:pos x="connsiteX1759" y="connsiteY1759"/>
                    </a:cxn>
                    <a:cxn ang="0">
                      <a:pos x="connsiteX1760" y="connsiteY1760"/>
                    </a:cxn>
                    <a:cxn ang="0">
                      <a:pos x="connsiteX1761" y="connsiteY1761"/>
                    </a:cxn>
                    <a:cxn ang="0">
                      <a:pos x="connsiteX1762" y="connsiteY1762"/>
                    </a:cxn>
                    <a:cxn ang="0">
                      <a:pos x="connsiteX1763" y="connsiteY1763"/>
                    </a:cxn>
                    <a:cxn ang="0">
                      <a:pos x="connsiteX1764" y="connsiteY1764"/>
                    </a:cxn>
                    <a:cxn ang="0">
                      <a:pos x="connsiteX1765" y="connsiteY1765"/>
                    </a:cxn>
                    <a:cxn ang="0">
                      <a:pos x="connsiteX1766" y="connsiteY1766"/>
                    </a:cxn>
                    <a:cxn ang="0">
                      <a:pos x="connsiteX1767" y="connsiteY1767"/>
                    </a:cxn>
                    <a:cxn ang="0">
                      <a:pos x="connsiteX1768" y="connsiteY1768"/>
                    </a:cxn>
                    <a:cxn ang="0">
                      <a:pos x="connsiteX1769" y="connsiteY1769"/>
                    </a:cxn>
                    <a:cxn ang="0">
                      <a:pos x="connsiteX1770" y="connsiteY1770"/>
                    </a:cxn>
                    <a:cxn ang="0">
                      <a:pos x="connsiteX1771" y="connsiteY1771"/>
                    </a:cxn>
                    <a:cxn ang="0">
                      <a:pos x="connsiteX1772" y="connsiteY1772"/>
                    </a:cxn>
                    <a:cxn ang="0">
                      <a:pos x="connsiteX1773" y="connsiteY1773"/>
                    </a:cxn>
                    <a:cxn ang="0">
                      <a:pos x="connsiteX1774" y="connsiteY1774"/>
                    </a:cxn>
                    <a:cxn ang="0">
                      <a:pos x="connsiteX1775" y="connsiteY1775"/>
                    </a:cxn>
                    <a:cxn ang="0">
                      <a:pos x="connsiteX1776" y="connsiteY1776"/>
                    </a:cxn>
                    <a:cxn ang="0">
                      <a:pos x="connsiteX1777" y="connsiteY1777"/>
                    </a:cxn>
                    <a:cxn ang="0">
                      <a:pos x="connsiteX1778" y="connsiteY1778"/>
                    </a:cxn>
                    <a:cxn ang="0">
                      <a:pos x="connsiteX1779" y="connsiteY1779"/>
                    </a:cxn>
                    <a:cxn ang="0">
                      <a:pos x="connsiteX1780" y="connsiteY1780"/>
                    </a:cxn>
                    <a:cxn ang="0">
                      <a:pos x="connsiteX1781" y="connsiteY1781"/>
                    </a:cxn>
                    <a:cxn ang="0">
                      <a:pos x="connsiteX1782" y="connsiteY1782"/>
                    </a:cxn>
                    <a:cxn ang="0">
                      <a:pos x="connsiteX1783" y="connsiteY1783"/>
                    </a:cxn>
                    <a:cxn ang="0">
                      <a:pos x="connsiteX1784" y="connsiteY1784"/>
                    </a:cxn>
                    <a:cxn ang="0">
                      <a:pos x="connsiteX1785" y="connsiteY1785"/>
                    </a:cxn>
                    <a:cxn ang="0">
                      <a:pos x="connsiteX1786" y="connsiteY1786"/>
                    </a:cxn>
                    <a:cxn ang="0">
                      <a:pos x="connsiteX1787" y="connsiteY1787"/>
                    </a:cxn>
                    <a:cxn ang="0">
                      <a:pos x="connsiteX1788" y="connsiteY1788"/>
                    </a:cxn>
                    <a:cxn ang="0">
                      <a:pos x="connsiteX1789" y="connsiteY1789"/>
                    </a:cxn>
                    <a:cxn ang="0">
                      <a:pos x="connsiteX1790" y="connsiteY1790"/>
                    </a:cxn>
                    <a:cxn ang="0">
                      <a:pos x="connsiteX1791" y="connsiteY1791"/>
                    </a:cxn>
                    <a:cxn ang="0">
                      <a:pos x="connsiteX1792" y="connsiteY1792"/>
                    </a:cxn>
                    <a:cxn ang="0">
                      <a:pos x="connsiteX1793" y="connsiteY1793"/>
                    </a:cxn>
                    <a:cxn ang="0">
                      <a:pos x="connsiteX1794" y="connsiteY1794"/>
                    </a:cxn>
                    <a:cxn ang="0">
                      <a:pos x="connsiteX1795" y="connsiteY1795"/>
                    </a:cxn>
                    <a:cxn ang="0">
                      <a:pos x="connsiteX1796" y="connsiteY1796"/>
                    </a:cxn>
                    <a:cxn ang="0">
                      <a:pos x="connsiteX1797" y="connsiteY1797"/>
                    </a:cxn>
                    <a:cxn ang="0">
                      <a:pos x="connsiteX1798" y="connsiteY1798"/>
                    </a:cxn>
                    <a:cxn ang="0">
                      <a:pos x="connsiteX1799" y="connsiteY1799"/>
                    </a:cxn>
                    <a:cxn ang="0">
                      <a:pos x="connsiteX1800" y="connsiteY1800"/>
                    </a:cxn>
                    <a:cxn ang="0">
                      <a:pos x="connsiteX1801" y="connsiteY1801"/>
                    </a:cxn>
                    <a:cxn ang="0">
                      <a:pos x="connsiteX1802" y="connsiteY1802"/>
                    </a:cxn>
                    <a:cxn ang="0">
                      <a:pos x="connsiteX1803" y="connsiteY1803"/>
                    </a:cxn>
                    <a:cxn ang="0">
                      <a:pos x="connsiteX1804" y="connsiteY1804"/>
                    </a:cxn>
                    <a:cxn ang="0">
                      <a:pos x="connsiteX1805" y="connsiteY1805"/>
                    </a:cxn>
                    <a:cxn ang="0">
                      <a:pos x="connsiteX1806" y="connsiteY1806"/>
                    </a:cxn>
                    <a:cxn ang="0">
                      <a:pos x="connsiteX1807" y="connsiteY1807"/>
                    </a:cxn>
                    <a:cxn ang="0">
                      <a:pos x="connsiteX1808" y="connsiteY1808"/>
                    </a:cxn>
                    <a:cxn ang="0">
                      <a:pos x="connsiteX1809" y="connsiteY1809"/>
                    </a:cxn>
                    <a:cxn ang="0">
                      <a:pos x="connsiteX1810" y="connsiteY1810"/>
                    </a:cxn>
                    <a:cxn ang="0">
                      <a:pos x="connsiteX1811" y="connsiteY1811"/>
                    </a:cxn>
                    <a:cxn ang="0">
                      <a:pos x="connsiteX1812" y="connsiteY1812"/>
                    </a:cxn>
                    <a:cxn ang="0">
                      <a:pos x="connsiteX1813" y="connsiteY1813"/>
                    </a:cxn>
                    <a:cxn ang="0">
                      <a:pos x="connsiteX1814" y="connsiteY1814"/>
                    </a:cxn>
                    <a:cxn ang="0">
                      <a:pos x="connsiteX1815" y="connsiteY1815"/>
                    </a:cxn>
                    <a:cxn ang="0">
                      <a:pos x="connsiteX1816" y="connsiteY1816"/>
                    </a:cxn>
                    <a:cxn ang="0">
                      <a:pos x="connsiteX1817" y="connsiteY1817"/>
                    </a:cxn>
                    <a:cxn ang="0">
                      <a:pos x="connsiteX1818" y="connsiteY1818"/>
                    </a:cxn>
                    <a:cxn ang="0">
                      <a:pos x="connsiteX1819" y="connsiteY1819"/>
                    </a:cxn>
                    <a:cxn ang="0">
                      <a:pos x="connsiteX1820" y="connsiteY1820"/>
                    </a:cxn>
                    <a:cxn ang="0">
                      <a:pos x="connsiteX1821" y="connsiteY1821"/>
                    </a:cxn>
                    <a:cxn ang="0">
                      <a:pos x="connsiteX1822" y="connsiteY1822"/>
                    </a:cxn>
                    <a:cxn ang="0">
                      <a:pos x="connsiteX1823" y="connsiteY1823"/>
                    </a:cxn>
                    <a:cxn ang="0">
                      <a:pos x="connsiteX1824" y="connsiteY1824"/>
                    </a:cxn>
                    <a:cxn ang="0">
                      <a:pos x="connsiteX1825" y="connsiteY1825"/>
                    </a:cxn>
                    <a:cxn ang="0">
                      <a:pos x="connsiteX1826" y="connsiteY1826"/>
                    </a:cxn>
                    <a:cxn ang="0">
                      <a:pos x="connsiteX1827" y="connsiteY1827"/>
                    </a:cxn>
                    <a:cxn ang="0">
                      <a:pos x="connsiteX1828" y="connsiteY1828"/>
                    </a:cxn>
                    <a:cxn ang="0">
                      <a:pos x="connsiteX1829" y="connsiteY1829"/>
                    </a:cxn>
                    <a:cxn ang="0">
                      <a:pos x="connsiteX1830" y="connsiteY1830"/>
                    </a:cxn>
                    <a:cxn ang="0">
                      <a:pos x="connsiteX1831" y="connsiteY1831"/>
                    </a:cxn>
                    <a:cxn ang="0">
                      <a:pos x="connsiteX1832" y="connsiteY1832"/>
                    </a:cxn>
                    <a:cxn ang="0">
                      <a:pos x="connsiteX1833" y="connsiteY1833"/>
                    </a:cxn>
                    <a:cxn ang="0">
                      <a:pos x="connsiteX1834" y="connsiteY1834"/>
                    </a:cxn>
                    <a:cxn ang="0">
                      <a:pos x="connsiteX1835" y="connsiteY1835"/>
                    </a:cxn>
                    <a:cxn ang="0">
                      <a:pos x="connsiteX1836" y="connsiteY1836"/>
                    </a:cxn>
                    <a:cxn ang="0">
                      <a:pos x="connsiteX1837" y="connsiteY1837"/>
                    </a:cxn>
                    <a:cxn ang="0">
                      <a:pos x="connsiteX1838" y="connsiteY1838"/>
                    </a:cxn>
                    <a:cxn ang="0">
                      <a:pos x="connsiteX1839" y="connsiteY1839"/>
                    </a:cxn>
                    <a:cxn ang="0">
                      <a:pos x="connsiteX1840" y="connsiteY1840"/>
                    </a:cxn>
                    <a:cxn ang="0">
                      <a:pos x="connsiteX1841" y="connsiteY1841"/>
                    </a:cxn>
                    <a:cxn ang="0">
                      <a:pos x="connsiteX1842" y="connsiteY1842"/>
                    </a:cxn>
                    <a:cxn ang="0">
                      <a:pos x="connsiteX1843" y="connsiteY1843"/>
                    </a:cxn>
                    <a:cxn ang="0">
                      <a:pos x="connsiteX1844" y="connsiteY1844"/>
                    </a:cxn>
                    <a:cxn ang="0">
                      <a:pos x="connsiteX1845" y="connsiteY1845"/>
                    </a:cxn>
                    <a:cxn ang="0">
                      <a:pos x="connsiteX1846" y="connsiteY1846"/>
                    </a:cxn>
                    <a:cxn ang="0">
                      <a:pos x="connsiteX1847" y="connsiteY1847"/>
                    </a:cxn>
                    <a:cxn ang="0">
                      <a:pos x="connsiteX1848" y="connsiteY1848"/>
                    </a:cxn>
                    <a:cxn ang="0">
                      <a:pos x="connsiteX1849" y="connsiteY1849"/>
                    </a:cxn>
                    <a:cxn ang="0">
                      <a:pos x="connsiteX1850" y="connsiteY1850"/>
                    </a:cxn>
                    <a:cxn ang="0">
                      <a:pos x="connsiteX1851" y="connsiteY1851"/>
                    </a:cxn>
                    <a:cxn ang="0">
                      <a:pos x="connsiteX1852" y="connsiteY1852"/>
                    </a:cxn>
                    <a:cxn ang="0">
                      <a:pos x="connsiteX1853" y="connsiteY1853"/>
                    </a:cxn>
                    <a:cxn ang="0">
                      <a:pos x="connsiteX1854" y="connsiteY1854"/>
                    </a:cxn>
                    <a:cxn ang="0">
                      <a:pos x="connsiteX1855" y="connsiteY1855"/>
                    </a:cxn>
                    <a:cxn ang="0">
                      <a:pos x="connsiteX1856" y="connsiteY1856"/>
                    </a:cxn>
                    <a:cxn ang="0">
                      <a:pos x="connsiteX1857" y="connsiteY1857"/>
                    </a:cxn>
                    <a:cxn ang="0">
                      <a:pos x="connsiteX1858" y="connsiteY1858"/>
                    </a:cxn>
                    <a:cxn ang="0">
                      <a:pos x="connsiteX1859" y="connsiteY1859"/>
                    </a:cxn>
                    <a:cxn ang="0">
                      <a:pos x="connsiteX1860" y="connsiteY1860"/>
                    </a:cxn>
                    <a:cxn ang="0">
                      <a:pos x="connsiteX1861" y="connsiteY1861"/>
                    </a:cxn>
                    <a:cxn ang="0">
                      <a:pos x="connsiteX1862" y="connsiteY1862"/>
                    </a:cxn>
                    <a:cxn ang="0">
                      <a:pos x="connsiteX1863" y="connsiteY1863"/>
                    </a:cxn>
                    <a:cxn ang="0">
                      <a:pos x="connsiteX1864" y="connsiteY1864"/>
                    </a:cxn>
                    <a:cxn ang="0">
                      <a:pos x="connsiteX1865" y="connsiteY1865"/>
                    </a:cxn>
                    <a:cxn ang="0">
                      <a:pos x="connsiteX1866" y="connsiteY1866"/>
                    </a:cxn>
                    <a:cxn ang="0">
                      <a:pos x="connsiteX1867" y="connsiteY1867"/>
                    </a:cxn>
                    <a:cxn ang="0">
                      <a:pos x="connsiteX1868" y="connsiteY1868"/>
                    </a:cxn>
                    <a:cxn ang="0">
                      <a:pos x="connsiteX1869" y="connsiteY1869"/>
                    </a:cxn>
                    <a:cxn ang="0">
                      <a:pos x="connsiteX1870" y="connsiteY1870"/>
                    </a:cxn>
                    <a:cxn ang="0">
                      <a:pos x="connsiteX1871" y="connsiteY1871"/>
                    </a:cxn>
                    <a:cxn ang="0">
                      <a:pos x="connsiteX1872" y="connsiteY1872"/>
                    </a:cxn>
                    <a:cxn ang="0">
                      <a:pos x="connsiteX1873" y="connsiteY1873"/>
                    </a:cxn>
                    <a:cxn ang="0">
                      <a:pos x="connsiteX1874" y="connsiteY1874"/>
                    </a:cxn>
                    <a:cxn ang="0">
                      <a:pos x="connsiteX1875" y="connsiteY1875"/>
                    </a:cxn>
                    <a:cxn ang="0">
                      <a:pos x="connsiteX1876" y="connsiteY1876"/>
                    </a:cxn>
                    <a:cxn ang="0">
                      <a:pos x="connsiteX1877" y="connsiteY1877"/>
                    </a:cxn>
                    <a:cxn ang="0">
                      <a:pos x="connsiteX1878" y="connsiteY1878"/>
                    </a:cxn>
                    <a:cxn ang="0">
                      <a:pos x="connsiteX1879" y="connsiteY1879"/>
                    </a:cxn>
                    <a:cxn ang="0">
                      <a:pos x="connsiteX1880" y="connsiteY1880"/>
                    </a:cxn>
                    <a:cxn ang="0">
                      <a:pos x="connsiteX1881" y="connsiteY1881"/>
                    </a:cxn>
                    <a:cxn ang="0">
                      <a:pos x="connsiteX1882" y="connsiteY1882"/>
                    </a:cxn>
                    <a:cxn ang="0">
                      <a:pos x="connsiteX1883" y="connsiteY1883"/>
                    </a:cxn>
                    <a:cxn ang="0">
                      <a:pos x="connsiteX1884" y="connsiteY1884"/>
                    </a:cxn>
                    <a:cxn ang="0">
                      <a:pos x="connsiteX1885" y="connsiteY1885"/>
                    </a:cxn>
                    <a:cxn ang="0">
                      <a:pos x="connsiteX1886" y="connsiteY1886"/>
                    </a:cxn>
                    <a:cxn ang="0">
                      <a:pos x="connsiteX1887" y="connsiteY1887"/>
                    </a:cxn>
                    <a:cxn ang="0">
                      <a:pos x="connsiteX1888" y="connsiteY1888"/>
                    </a:cxn>
                    <a:cxn ang="0">
                      <a:pos x="connsiteX1889" y="connsiteY1889"/>
                    </a:cxn>
                    <a:cxn ang="0">
                      <a:pos x="connsiteX1890" y="connsiteY1890"/>
                    </a:cxn>
                    <a:cxn ang="0">
                      <a:pos x="connsiteX1891" y="connsiteY1891"/>
                    </a:cxn>
                    <a:cxn ang="0">
                      <a:pos x="connsiteX1892" y="connsiteY1892"/>
                    </a:cxn>
                    <a:cxn ang="0">
                      <a:pos x="connsiteX1893" y="connsiteY1893"/>
                    </a:cxn>
                    <a:cxn ang="0">
                      <a:pos x="connsiteX1894" y="connsiteY1894"/>
                    </a:cxn>
                    <a:cxn ang="0">
                      <a:pos x="connsiteX1895" y="connsiteY1895"/>
                    </a:cxn>
                    <a:cxn ang="0">
                      <a:pos x="connsiteX1896" y="connsiteY1896"/>
                    </a:cxn>
                    <a:cxn ang="0">
                      <a:pos x="connsiteX1897" y="connsiteY1897"/>
                    </a:cxn>
                    <a:cxn ang="0">
                      <a:pos x="connsiteX1898" y="connsiteY1898"/>
                    </a:cxn>
                    <a:cxn ang="0">
                      <a:pos x="connsiteX1899" y="connsiteY1899"/>
                    </a:cxn>
                    <a:cxn ang="0">
                      <a:pos x="connsiteX1900" y="connsiteY1900"/>
                    </a:cxn>
                    <a:cxn ang="0">
                      <a:pos x="connsiteX1901" y="connsiteY1901"/>
                    </a:cxn>
                    <a:cxn ang="0">
                      <a:pos x="connsiteX1902" y="connsiteY1902"/>
                    </a:cxn>
                    <a:cxn ang="0">
                      <a:pos x="connsiteX1903" y="connsiteY1903"/>
                    </a:cxn>
                    <a:cxn ang="0">
                      <a:pos x="connsiteX1904" y="connsiteY1904"/>
                    </a:cxn>
                    <a:cxn ang="0">
                      <a:pos x="connsiteX1905" y="connsiteY1905"/>
                    </a:cxn>
                    <a:cxn ang="0">
                      <a:pos x="connsiteX1906" y="connsiteY1906"/>
                    </a:cxn>
                    <a:cxn ang="0">
                      <a:pos x="connsiteX1907" y="connsiteY1907"/>
                    </a:cxn>
                    <a:cxn ang="0">
                      <a:pos x="connsiteX1908" y="connsiteY1908"/>
                    </a:cxn>
                    <a:cxn ang="0">
                      <a:pos x="connsiteX1909" y="connsiteY1909"/>
                    </a:cxn>
                    <a:cxn ang="0">
                      <a:pos x="connsiteX1910" y="connsiteY1910"/>
                    </a:cxn>
                    <a:cxn ang="0">
                      <a:pos x="connsiteX1911" y="connsiteY1911"/>
                    </a:cxn>
                    <a:cxn ang="0">
                      <a:pos x="connsiteX1912" y="connsiteY1912"/>
                    </a:cxn>
                    <a:cxn ang="0">
                      <a:pos x="connsiteX1913" y="connsiteY1913"/>
                    </a:cxn>
                    <a:cxn ang="0">
                      <a:pos x="connsiteX1914" y="connsiteY1914"/>
                    </a:cxn>
                    <a:cxn ang="0">
                      <a:pos x="connsiteX1915" y="connsiteY1915"/>
                    </a:cxn>
                    <a:cxn ang="0">
                      <a:pos x="connsiteX1916" y="connsiteY1916"/>
                    </a:cxn>
                    <a:cxn ang="0">
                      <a:pos x="connsiteX1917" y="connsiteY1917"/>
                    </a:cxn>
                    <a:cxn ang="0">
                      <a:pos x="connsiteX1918" y="connsiteY1918"/>
                    </a:cxn>
                    <a:cxn ang="0">
                      <a:pos x="connsiteX1919" y="connsiteY1919"/>
                    </a:cxn>
                    <a:cxn ang="0">
                      <a:pos x="connsiteX1920" y="connsiteY1920"/>
                    </a:cxn>
                    <a:cxn ang="0">
                      <a:pos x="connsiteX1921" y="connsiteY1921"/>
                    </a:cxn>
                    <a:cxn ang="0">
                      <a:pos x="connsiteX1922" y="connsiteY1922"/>
                    </a:cxn>
                    <a:cxn ang="0">
                      <a:pos x="connsiteX1923" y="connsiteY1923"/>
                    </a:cxn>
                    <a:cxn ang="0">
                      <a:pos x="connsiteX1924" y="connsiteY1924"/>
                    </a:cxn>
                    <a:cxn ang="0">
                      <a:pos x="connsiteX1925" y="connsiteY1925"/>
                    </a:cxn>
                    <a:cxn ang="0">
                      <a:pos x="connsiteX1926" y="connsiteY1926"/>
                    </a:cxn>
                    <a:cxn ang="0">
                      <a:pos x="connsiteX1927" y="connsiteY1927"/>
                    </a:cxn>
                    <a:cxn ang="0">
                      <a:pos x="connsiteX1928" y="connsiteY1928"/>
                    </a:cxn>
                    <a:cxn ang="0">
                      <a:pos x="connsiteX1929" y="connsiteY1929"/>
                    </a:cxn>
                    <a:cxn ang="0">
                      <a:pos x="connsiteX1930" y="connsiteY1930"/>
                    </a:cxn>
                    <a:cxn ang="0">
                      <a:pos x="connsiteX1931" y="connsiteY1931"/>
                    </a:cxn>
                    <a:cxn ang="0">
                      <a:pos x="connsiteX1932" y="connsiteY1932"/>
                    </a:cxn>
                    <a:cxn ang="0">
                      <a:pos x="connsiteX1933" y="connsiteY1933"/>
                    </a:cxn>
                    <a:cxn ang="0">
                      <a:pos x="connsiteX1934" y="connsiteY1934"/>
                    </a:cxn>
                    <a:cxn ang="0">
                      <a:pos x="connsiteX1935" y="connsiteY1935"/>
                    </a:cxn>
                    <a:cxn ang="0">
                      <a:pos x="connsiteX1936" y="connsiteY1936"/>
                    </a:cxn>
                    <a:cxn ang="0">
                      <a:pos x="connsiteX1937" y="connsiteY1937"/>
                    </a:cxn>
                    <a:cxn ang="0">
                      <a:pos x="connsiteX1938" y="connsiteY1938"/>
                    </a:cxn>
                    <a:cxn ang="0">
                      <a:pos x="connsiteX1939" y="connsiteY1939"/>
                    </a:cxn>
                    <a:cxn ang="0">
                      <a:pos x="connsiteX1940" y="connsiteY1940"/>
                    </a:cxn>
                    <a:cxn ang="0">
                      <a:pos x="connsiteX1941" y="connsiteY1941"/>
                    </a:cxn>
                    <a:cxn ang="0">
                      <a:pos x="connsiteX1942" y="connsiteY1942"/>
                    </a:cxn>
                    <a:cxn ang="0">
                      <a:pos x="connsiteX1943" y="connsiteY1943"/>
                    </a:cxn>
                    <a:cxn ang="0">
                      <a:pos x="connsiteX1944" y="connsiteY1944"/>
                    </a:cxn>
                    <a:cxn ang="0">
                      <a:pos x="connsiteX1945" y="connsiteY1945"/>
                    </a:cxn>
                    <a:cxn ang="0">
                      <a:pos x="connsiteX1946" y="connsiteY1946"/>
                    </a:cxn>
                    <a:cxn ang="0">
                      <a:pos x="connsiteX1947" y="connsiteY1947"/>
                    </a:cxn>
                    <a:cxn ang="0">
                      <a:pos x="connsiteX1948" y="connsiteY1948"/>
                    </a:cxn>
                    <a:cxn ang="0">
                      <a:pos x="connsiteX1949" y="connsiteY1949"/>
                    </a:cxn>
                    <a:cxn ang="0">
                      <a:pos x="connsiteX1950" y="connsiteY1950"/>
                    </a:cxn>
                    <a:cxn ang="0">
                      <a:pos x="connsiteX1951" y="connsiteY1951"/>
                    </a:cxn>
                    <a:cxn ang="0">
                      <a:pos x="connsiteX1952" y="connsiteY1952"/>
                    </a:cxn>
                    <a:cxn ang="0">
                      <a:pos x="connsiteX1953" y="connsiteY1953"/>
                    </a:cxn>
                    <a:cxn ang="0">
                      <a:pos x="connsiteX1954" y="connsiteY1954"/>
                    </a:cxn>
                    <a:cxn ang="0">
                      <a:pos x="connsiteX1955" y="connsiteY1955"/>
                    </a:cxn>
                    <a:cxn ang="0">
                      <a:pos x="connsiteX1956" y="connsiteY1956"/>
                    </a:cxn>
                    <a:cxn ang="0">
                      <a:pos x="connsiteX1957" y="connsiteY1957"/>
                    </a:cxn>
                    <a:cxn ang="0">
                      <a:pos x="connsiteX1958" y="connsiteY1958"/>
                    </a:cxn>
                    <a:cxn ang="0">
                      <a:pos x="connsiteX1959" y="connsiteY1959"/>
                    </a:cxn>
                    <a:cxn ang="0">
                      <a:pos x="connsiteX1960" y="connsiteY1960"/>
                    </a:cxn>
                    <a:cxn ang="0">
                      <a:pos x="connsiteX1961" y="connsiteY1961"/>
                    </a:cxn>
                    <a:cxn ang="0">
                      <a:pos x="connsiteX1962" y="connsiteY1962"/>
                    </a:cxn>
                    <a:cxn ang="0">
                      <a:pos x="connsiteX1963" y="connsiteY1963"/>
                    </a:cxn>
                    <a:cxn ang="0">
                      <a:pos x="connsiteX1964" y="connsiteY1964"/>
                    </a:cxn>
                    <a:cxn ang="0">
                      <a:pos x="connsiteX1965" y="connsiteY1965"/>
                    </a:cxn>
                    <a:cxn ang="0">
                      <a:pos x="connsiteX1966" y="connsiteY1966"/>
                    </a:cxn>
                    <a:cxn ang="0">
                      <a:pos x="connsiteX1967" y="connsiteY1967"/>
                    </a:cxn>
                    <a:cxn ang="0">
                      <a:pos x="connsiteX1968" y="connsiteY1968"/>
                    </a:cxn>
                    <a:cxn ang="0">
                      <a:pos x="connsiteX1969" y="connsiteY1969"/>
                    </a:cxn>
                    <a:cxn ang="0">
                      <a:pos x="connsiteX1970" y="connsiteY1970"/>
                    </a:cxn>
                    <a:cxn ang="0">
                      <a:pos x="connsiteX1971" y="connsiteY1971"/>
                    </a:cxn>
                    <a:cxn ang="0">
                      <a:pos x="connsiteX1972" y="connsiteY1972"/>
                    </a:cxn>
                    <a:cxn ang="0">
                      <a:pos x="connsiteX1973" y="connsiteY1973"/>
                    </a:cxn>
                    <a:cxn ang="0">
                      <a:pos x="connsiteX1974" y="connsiteY1974"/>
                    </a:cxn>
                    <a:cxn ang="0">
                      <a:pos x="connsiteX1975" y="connsiteY1975"/>
                    </a:cxn>
                    <a:cxn ang="0">
                      <a:pos x="connsiteX1976" y="connsiteY1976"/>
                    </a:cxn>
                    <a:cxn ang="0">
                      <a:pos x="connsiteX1977" y="connsiteY1977"/>
                    </a:cxn>
                    <a:cxn ang="0">
                      <a:pos x="connsiteX1978" y="connsiteY1978"/>
                    </a:cxn>
                    <a:cxn ang="0">
                      <a:pos x="connsiteX1979" y="connsiteY1979"/>
                    </a:cxn>
                    <a:cxn ang="0">
                      <a:pos x="connsiteX1980" y="connsiteY1980"/>
                    </a:cxn>
                    <a:cxn ang="0">
                      <a:pos x="connsiteX1981" y="connsiteY1981"/>
                    </a:cxn>
                    <a:cxn ang="0">
                      <a:pos x="connsiteX1982" y="connsiteY1982"/>
                    </a:cxn>
                    <a:cxn ang="0">
                      <a:pos x="connsiteX1983" y="connsiteY1983"/>
                    </a:cxn>
                    <a:cxn ang="0">
                      <a:pos x="connsiteX1984" y="connsiteY1984"/>
                    </a:cxn>
                    <a:cxn ang="0">
                      <a:pos x="connsiteX1985" y="connsiteY1985"/>
                    </a:cxn>
                    <a:cxn ang="0">
                      <a:pos x="connsiteX1986" y="connsiteY1986"/>
                    </a:cxn>
                    <a:cxn ang="0">
                      <a:pos x="connsiteX1987" y="connsiteY1987"/>
                    </a:cxn>
                    <a:cxn ang="0">
                      <a:pos x="connsiteX1988" y="connsiteY1988"/>
                    </a:cxn>
                    <a:cxn ang="0">
                      <a:pos x="connsiteX1989" y="connsiteY1989"/>
                    </a:cxn>
                    <a:cxn ang="0">
                      <a:pos x="connsiteX1990" y="connsiteY1990"/>
                    </a:cxn>
                    <a:cxn ang="0">
                      <a:pos x="connsiteX1991" y="connsiteY1991"/>
                    </a:cxn>
                    <a:cxn ang="0">
                      <a:pos x="connsiteX1992" y="connsiteY1992"/>
                    </a:cxn>
                    <a:cxn ang="0">
                      <a:pos x="connsiteX1993" y="connsiteY1993"/>
                    </a:cxn>
                    <a:cxn ang="0">
                      <a:pos x="connsiteX1994" y="connsiteY1994"/>
                    </a:cxn>
                    <a:cxn ang="0">
                      <a:pos x="connsiteX1995" y="connsiteY1995"/>
                    </a:cxn>
                    <a:cxn ang="0">
                      <a:pos x="connsiteX1996" y="connsiteY1996"/>
                    </a:cxn>
                    <a:cxn ang="0">
                      <a:pos x="connsiteX1997" y="connsiteY1997"/>
                    </a:cxn>
                    <a:cxn ang="0">
                      <a:pos x="connsiteX1998" y="connsiteY1998"/>
                    </a:cxn>
                    <a:cxn ang="0">
                      <a:pos x="connsiteX1999" y="connsiteY1999"/>
                    </a:cxn>
                    <a:cxn ang="0">
                      <a:pos x="connsiteX2000" y="connsiteY2000"/>
                    </a:cxn>
                    <a:cxn ang="0">
                      <a:pos x="connsiteX2001" y="connsiteY2001"/>
                    </a:cxn>
                    <a:cxn ang="0">
                      <a:pos x="connsiteX2002" y="connsiteY2002"/>
                    </a:cxn>
                    <a:cxn ang="0">
                      <a:pos x="connsiteX2003" y="connsiteY2003"/>
                    </a:cxn>
                    <a:cxn ang="0">
                      <a:pos x="connsiteX2004" y="connsiteY2004"/>
                    </a:cxn>
                    <a:cxn ang="0">
                      <a:pos x="connsiteX2005" y="connsiteY2005"/>
                    </a:cxn>
                    <a:cxn ang="0">
                      <a:pos x="connsiteX2006" y="connsiteY2006"/>
                    </a:cxn>
                    <a:cxn ang="0">
                      <a:pos x="connsiteX2007" y="connsiteY2007"/>
                    </a:cxn>
                    <a:cxn ang="0">
                      <a:pos x="connsiteX2008" y="connsiteY2008"/>
                    </a:cxn>
                    <a:cxn ang="0">
                      <a:pos x="connsiteX2009" y="connsiteY2009"/>
                    </a:cxn>
                    <a:cxn ang="0">
                      <a:pos x="connsiteX2010" y="connsiteY2010"/>
                    </a:cxn>
                    <a:cxn ang="0">
                      <a:pos x="connsiteX2011" y="connsiteY2011"/>
                    </a:cxn>
                    <a:cxn ang="0">
                      <a:pos x="connsiteX2012" y="connsiteY2012"/>
                    </a:cxn>
                    <a:cxn ang="0">
                      <a:pos x="connsiteX2013" y="connsiteY2013"/>
                    </a:cxn>
                    <a:cxn ang="0">
                      <a:pos x="connsiteX2014" y="connsiteY2014"/>
                    </a:cxn>
                    <a:cxn ang="0">
                      <a:pos x="connsiteX2015" y="connsiteY2015"/>
                    </a:cxn>
                    <a:cxn ang="0">
                      <a:pos x="connsiteX2016" y="connsiteY2016"/>
                    </a:cxn>
                    <a:cxn ang="0">
                      <a:pos x="connsiteX2017" y="connsiteY2017"/>
                    </a:cxn>
                    <a:cxn ang="0">
                      <a:pos x="connsiteX2018" y="connsiteY2018"/>
                    </a:cxn>
                    <a:cxn ang="0">
                      <a:pos x="connsiteX2019" y="connsiteY2019"/>
                    </a:cxn>
                    <a:cxn ang="0">
                      <a:pos x="connsiteX2020" y="connsiteY2020"/>
                    </a:cxn>
                    <a:cxn ang="0">
                      <a:pos x="connsiteX2021" y="connsiteY2021"/>
                    </a:cxn>
                    <a:cxn ang="0">
                      <a:pos x="connsiteX2022" y="connsiteY2022"/>
                    </a:cxn>
                    <a:cxn ang="0">
                      <a:pos x="connsiteX2023" y="connsiteY2023"/>
                    </a:cxn>
                    <a:cxn ang="0">
                      <a:pos x="connsiteX2024" y="connsiteY2024"/>
                    </a:cxn>
                    <a:cxn ang="0">
                      <a:pos x="connsiteX2025" y="connsiteY2025"/>
                    </a:cxn>
                    <a:cxn ang="0">
                      <a:pos x="connsiteX2026" y="connsiteY2026"/>
                    </a:cxn>
                    <a:cxn ang="0">
                      <a:pos x="connsiteX2027" y="connsiteY2027"/>
                    </a:cxn>
                    <a:cxn ang="0">
                      <a:pos x="connsiteX2028" y="connsiteY2028"/>
                    </a:cxn>
                    <a:cxn ang="0">
                      <a:pos x="connsiteX2029" y="connsiteY2029"/>
                    </a:cxn>
                    <a:cxn ang="0">
                      <a:pos x="connsiteX2030" y="connsiteY2030"/>
                    </a:cxn>
                    <a:cxn ang="0">
                      <a:pos x="connsiteX2031" y="connsiteY2031"/>
                    </a:cxn>
                    <a:cxn ang="0">
                      <a:pos x="connsiteX2032" y="connsiteY2032"/>
                    </a:cxn>
                    <a:cxn ang="0">
                      <a:pos x="connsiteX2033" y="connsiteY2033"/>
                    </a:cxn>
                    <a:cxn ang="0">
                      <a:pos x="connsiteX2034" y="connsiteY2034"/>
                    </a:cxn>
                    <a:cxn ang="0">
                      <a:pos x="connsiteX2035" y="connsiteY2035"/>
                    </a:cxn>
                    <a:cxn ang="0">
                      <a:pos x="connsiteX2036" y="connsiteY2036"/>
                    </a:cxn>
                    <a:cxn ang="0">
                      <a:pos x="connsiteX2037" y="connsiteY2037"/>
                    </a:cxn>
                    <a:cxn ang="0">
                      <a:pos x="connsiteX2038" y="connsiteY2038"/>
                    </a:cxn>
                    <a:cxn ang="0">
                      <a:pos x="connsiteX2039" y="connsiteY2039"/>
                    </a:cxn>
                    <a:cxn ang="0">
                      <a:pos x="connsiteX2040" y="connsiteY2040"/>
                    </a:cxn>
                    <a:cxn ang="0">
                      <a:pos x="connsiteX2041" y="connsiteY2041"/>
                    </a:cxn>
                    <a:cxn ang="0">
                      <a:pos x="connsiteX2042" y="connsiteY2042"/>
                    </a:cxn>
                    <a:cxn ang="0">
                      <a:pos x="connsiteX2043" y="connsiteY2043"/>
                    </a:cxn>
                    <a:cxn ang="0">
                      <a:pos x="connsiteX2044" y="connsiteY2044"/>
                    </a:cxn>
                    <a:cxn ang="0">
                      <a:pos x="connsiteX2045" y="connsiteY2045"/>
                    </a:cxn>
                    <a:cxn ang="0">
                      <a:pos x="connsiteX2046" y="connsiteY2046"/>
                    </a:cxn>
                    <a:cxn ang="0">
                      <a:pos x="connsiteX2047" y="connsiteY2047"/>
                    </a:cxn>
                    <a:cxn ang="0">
                      <a:pos x="connsiteX2048" y="connsiteY2048"/>
                    </a:cxn>
                    <a:cxn ang="0">
                      <a:pos x="connsiteX2049" y="connsiteY2049"/>
                    </a:cxn>
                    <a:cxn ang="0">
                      <a:pos x="connsiteX2050" y="connsiteY2050"/>
                    </a:cxn>
                    <a:cxn ang="0">
                      <a:pos x="connsiteX2051" y="connsiteY2051"/>
                    </a:cxn>
                    <a:cxn ang="0">
                      <a:pos x="connsiteX2052" y="connsiteY2052"/>
                    </a:cxn>
                    <a:cxn ang="0">
                      <a:pos x="connsiteX2053" y="connsiteY2053"/>
                    </a:cxn>
                    <a:cxn ang="0">
                      <a:pos x="connsiteX2054" y="connsiteY2054"/>
                    </a:cxn>
                    <a:cxn ang="0">
                      <a:pos x="connsiteX2055" y="connsiteY2055"/>
                    </a:cxn>
                    <a:cxn ang="0">
                      <a:pos x="connsiteX2056" y="connsiteY2056"/>
                    </a:cxn>
                    <a:cxn ang="0">
                      <a:pos x="connsiteX2057" y="connsiteY2057"/>
                    </a:cxn>
                    <a:cxn ang="0">
                      <a:pos x="connsiteX2058" y="connsiteY2058"/>
                    </a:cxn>
                    <a:cxn ang="0">
                      <a:pos x="connsiteX2059" y="connsiteY2059"/>
                    </a:cxn>
                    <a:cxn ang="0">
                      <a:pos x="connsiteX2060" y="connsiteY2060"/>
                    </a:cxn>
                    <a:cxn ang="0">
                      <a:pos x="connsiteX2061" y="connsiteY2061"/>
                    </a:cxn>
                    <a:cxn ang="0">
                      <a:pos x="connsiteX2062" y="connsiteY2062"/>
                    </a:cxn>
                    <a:cxn ang="0">
                      <a:pos x="connsiteX2063" y="connsiteY2063"/>
                    </a:cxn>
                    <a:cxn ang="0">
                      <a:pos x="connsiteX2064" y="connsiteY2064"/>
                    </a:cxn>
                    <a:cxn ang="0">
                      <a:pos x="connsiteX2065" y="connsiteY2065"/>
                    </a:cxn>
                    <a:cxn ang="0">
                      <a:pos x="connsiteX2066" y="connsiteY2066"/>
                    </a:cxn>
                    <a:cxn ang="0">
                      <a:pos x="connsiteX2067" y="connsiteY2067"/>
                    </a:cxn>
                    <a:cxn ang="0">
                      <a:pos x="connsiteX2068" y="connsiteY2068"/>
                    </a:cxn>
                    <a:cxn ang="0">
                      <a:pos x="connsiteX2069" y="connsiteY2069"/>
                    </a:cxn>
                    <a:cxn ang="0">
                      <a:pos x="connsiteX2070" y="connsiteY2070"/>
                    </a:cxn>
                    <a:cxn ang="0">
                      <a:pos x="connsiteX2071" y="connsiteY2071"/>
                    </a:cxn>
                    <a:cxn ang="0">
                      <a:pos x="connsiteX2072" y="connsiteY2072"/>
                    </a:cxn>
                    <a:cxn ang="0">
                      <a:pos x="connsiteX2073" y="connsiteY2073"/>
                    </a:cxn>
                    <a:cxn ang="0">
                      <a:pos x="connsiteX2074" y="connsiteY2074"/>
                    </a:cxn>
                    <a:cxn ang="0">
                      <a:pos x="connsiteX2075" y="connsiteY2075"/>
                    </a:cxn>
                    <a:cxn ang="0">
                      <a:pos x="connsiteX2076" y="connsiteY2076"/>
                    </a:cxn>
                    <a:cxn ang="0">
                      <a:pos x="connsiteX2077" y="connsiteY2077"/>
                    </a:cxn>
                    <a:cxn ang="0">
                      <a:pos x="connsiteX2078" y="connsiteY2078"/>
                    </a:cxn>
                    <a:cxn ang="0">
                      <a:pos x="connsiteX2079" y="connsiteY2079"/>
                    </a:cxn>
                    <a:cxn ang="0">
                      <a:pos x="connsiteX2080" y="connsiteY2080"/>
                    </a:cxn>
                    <a:cxn ang="0">
                      <a:pos x="connsiteX2081" y="connsiteY2081"/>
                    </a:cxn>
                    <a:cxn ang="0">
                      <a:pos x="connsiteX2082" y="connsiteY2082"/>
                    </a:cxn>
                    <a:cxn ang="0">
                      <a:pos x="connsiteX2083" y="connsiteY2083"/>
                    </a:cxn>
                    <a:cxn ang="0">
                      <a:pos x="connsiteX2084" y="connsiteY2084"/>
                    </a:cxn>
                    <a:cxn ang="0">
                      <a:pos x="connsiteX2085" y="connsiteY2085"/>
                    </a:cxn>
                    <a:cxn ang="0">
                      <a:pos x="connsiteX2086" y="connsiteY2086"/>
                    </a:cxn>
                    <a:cxn ang="0">
                      <a:pos x="connsiteX2087" y="connsiteY2087"/>
                    </a:cxn>
                    <a:cxn ang="0">
                      <a:pos x="connsiteX2088" y="connsiteY2088"/>
                    </a:cxn>
                    <a:cxn ang="0">
                      <a:pos x="connsiteX2089" y="connsiteY2089"/>
                    </a:cxn>
                    <a:cxn ang="0">
                      <a:pos x="connsiteX2090" y="connsiteY2090"/>
                    </a:cxn>
                    <a:cxn ang="0">
                      <a:pos x="connsiteX2091" y="connsiteY2091"/>
                    </a:cxn>
                    <a:cxn ang="0">
                      <a:pos x="connsiteX2092" y="connsiteY2092"/>
                    </a:cxn>
                    <a:cxn ang="0">
                      <a:pos x="connsiteX2093" y="connsiteY2093"/>
                    </a:cxn>
                    <a:cxn ang="0">
                      <a:pos x="connsiteX2094" y="connsiteY2094"/>
                    </a:cxn>
                    <a:cxn ang="0">
                      <a:pos x="connsiteX2095" y="connsiteY2095"/>
                    </a:cxn>
                    <a:cxn ang="0">
                      <a:pos x="connsiteX2096" y="connsiteY2096"/>
                    </a:cxn>
                    <a:cxn ang="0">
                      <a:pos x="connsiteX2097" y="connsiteY2097"/>
                    </a:cxn>
                    <a:cxn ang="0">
                      <a:pos x="connsiteX2098" y="connsiteY2098"/>
                    </a:cxn>
                    <a:cxn ang="0">
                      <a:pos x="connsiteX2099" y="connsiteY2099"/>
                    </a:cxn>
                    <a:cxn ang="0">
                      <a:pos x="connsiteX2100" y="connsiteY2100"/>
                    </a:cxn>
                    <a:cxn ang="0">
                      <a:pos x="connsiteX2101" y="connsiteY2101"/>
                    </a:cxn>
                    <a:cxn ang="0">
                      <a:pos x="connsiteX2102" y="connsiteY2102"/>
                    </a:cxn>
                    <a:cxn ang="0">
                      <a:pos x="connsiteX2103" y="connsiteY2103"/>
                    </a:cxn>
                    <a:cxn ang="0">
                      <a:pos x="connsiteX2104" y="connsiteY2104"/>
                    </a:cxn>
                    <a:cxn ang="0">
                      <a:pos x="connsiteX2105" y="connsiteY2105"/>
                    </a:cxn>
                    <a:cxn ang="0">
                      <a:pos x="connsiteX2106" y="connsiteY2106"/>
                    </a:cxn>
                    <a:cxn ang="0">
                      <a:pos x="connsiteX2107" y="connsiteY2107"/>
                    </a:cxn>
                    <a:cxn ang="0">
                      <a:pos x="connsiteX2108" y="connsiteY2108"/>
                    </a:cxn>
                    <a:cxn ang="0">
                      <a:pos x="connsiteX2109" y="connsiteY2109"/>
                    </a:cxn>
                    <a:cxn ang="0">
                      <a:pos x="connsiteX2110" y="connsiteY2110"/>
                    </a:cxn>
                    <a:cxn ang="0">
                      <a:pos x="connsiteX2111" y="connsiteY2111"/>
                    </a:cxn>
                    <a:cxn ang="0">
                      <a:pos x="connsiteX2112" y="connsiteY2112"/>
                    </a:cxn>
                    <a:cxn ang="0">
                      <a:pos x="connsiteX2113" y="connsiteY2113"/>
                    </a:cxn>
                    <a:cxn ang="0">
                      <a:pos x="connsiteX2114" y="connsiteY2114"/>
                    </a:cxn>
                    <a:cxn ang="0">
                      <a:pos x="connsiteX2115" y="connsiteY2115"/>
                    </a:cxn>
                    <a:cxn ang="0">
                      <a:pos x="connsiteX2116" y="connsiteY2116"/>
                    </a:cxn>
                    <a:cxn ang="0">
                      <a:pos x="connsiteX2117" y="connsiteY2117"/>
                    </a:cxn>
                    <a:cxn ang="0">
                      <a:pos x="connsiteX2118" y="connsiteY2118"/>
                    </a:cxn>
                    <a:cxn ang="0">
                      <a:pos x="connsiteX2119" y="connsiteY2119"/>
                    </a:cxn>
                    <a:cxn ang="0">
                      <a:pos x="connsiteX2120" y="connsiteY2120"/>
                    </a:cxn>
                    <a:cxn ang="0">
                      <a:pos x="connsiteX2121" y="connsiteY2121"/>
                    </a:cxn>
                    <a:cxn ang="0">
                      <a:pos x="connsiteX2122" y="connsiteY2122"/>
                    </a:cxn>
                    <a:cxn ang="0">
                      <a:pos x="connsiteX2123" y="connsiteY2123"/>
                    </a:cxn>
                    <a:cxn ang="0">
                      <a:pos x="connsiteX2124" y="connsiteY2124"/>
                    </a:cxn>
                    <a:cxn ang="0">
                      <a:pos x="connsiteX2125" y="connsiteY2125"/>
                    </a:cxn>
                    <a:cxn ang="0">
                      <a:pos x="connsiteX2126" y="connsiteY2126"/>
                    </a:cxn>
                    <a:cxn ang="0">
                      <a:pos x="connsiteX2127" y="connsiteY2127"/>
                    </a:cxn>
                    <a:cxn ang="0">
                      <a:pos x="connsiteX2128" y="connsiteY2128"/>
                    </a:cxn>
                    <a:cxn ang="0">
                      <a:pos x="connsiteX2129" y="connsiteY2129"/>
                    </a:cxn>
                    <a:cxn ang="0">
                      <a:pos x="connsiteX2130" y="connsiteY2130"/>
                    </a:cxn>
                    <a:cxn ang="0">
                      <a:pos x="connsiteX2131" y="connsiteY2131"/>
                    </a:cxn>
                    <a:cxn ang="0">
                      <a:pos x="connsiteX2132" y="connsiteY2132"/>
                    </a:cxn>
                    <a:cxn ang="0">
                      <a:pos x="connsiteX2133" y="connsiteY2133"/>
                    </a:cxn>
                    <a:cxn ang="0">
                      <a:pos x="connsiteX2134" y="connsiteY2134"/>
                    </a:cxn>
                    <a:cxn ang="0">
                      <a:pos x="connsiteX2135" y="connsiteY2135"/>
                    </a:cxn>
                    <a:cxn ang="0">
                      <a:pos x="connsiteX2136" y="connsiteY2136"/>
                    </a:cxn>
                    <a:cxn ang="0">
                      <a:pos x="connsiteX2137" y="connsiteY2137"/>
                    </a:cxn>
                    <a:cxn ang="0">
                      <a:pos x="connsiteX2138" y="connsiteY2138"/>
                    </a:cxn>
                    <a:cxn ang="0">
                      <a:pos x="connsiteX2139" y="connsiteY2139"/>
                    </a:cxn>
                    <a:cxn ang="0">
                      <a:pos x="connsiteX2140" y="connsiteY2140"/>
                    </a:cxn>
                    <a:cxn ang="0">
                      <a:pos x="connsiteX2141" y="connsiteY2141"/>
                    </a:cxn>
                    <a:cxn ang="0">
                      <a:pos x="connsiteX2142" y="connsiteY2142"/>
                    </a:cxn>
                    <a:cxn ang="0">
                      <a:pos x="connsiteX2143" y="connsiteY2143"/>
                    </a:cxn>
                    <a:cxn ang="0">
                      <a:pos x="connsiteX2144" y="connsiteY2144"/>
                    </a:cxn>
                    <a:cxn ang="0">
                      <a:pos x="connsiteX2145" y="connsiteY2145"/>
                    </a:cxn>
                    <a:cxn ang="0">
                      <a:pos x="connsiteX2146" y="connsiteY2146"/>
                    </a:cxn>
                    <a:cxn ang="0">
                      <a:pos x="connsiteX2147" y="connsiteY2147"/>
                    </a:cxn>
                    <a:cxn ang="0">
                      <a:pos x="connsiteX2148" y="connsiteY2148"/>
                    </a:cxn>
                    <a:cxn ang="0">
                      <a:pos x="connsiteX2149" y="connsiteY2149"/>
                    </a:cxn>
                    <a:cxn ang="0">
                      <a:pos x="connsiteX2150" y="connsiteY2150"/>
                    </a:cxn>
                    <a:cxn ang="0">
                      <a:pos x="connsiteX2151" y="connsiteY2151"/>
                    </a:cxn>
                    <a:cxn ang="0">
                      <a:pos x="connsiteX2152" y="connsiteY2152"/>
                    </a:cxn>
                    <a:cxn ang="0">
                      <a:pos x="connsiteX2153" y="connsiteY2153"/>
                    </a:cxn>
                    <a:cxn ang="0">
                      <a:pos x="connsiteX2154" y="connsiteY2154"/>
                    </a:cxn>
                    <a:cxn ang="0">
                      <a:pos x="connsiteX2155" y="connsiteY2155"/>
                    </a:cxn>
                    <a:cxn ang="0">
                      <a:pos x="connsiteX2156" y="connsiteY2156"/>
                    </a:cxn>
                    <a:cxn ang="0">
                      <a:pos x="connsiteX2157" y="connsiteY2157"/>
                    </a:cxn>
                    <a:cxn ang="0">
                      <a:pos x="connsiteX2158" y="connsiteY2158"/>
                    </a:cxn>
                    <a:cxn ang="0">
                      <a:pos x="connsiteX2159" y="connsiteY2159"/>
                    </a:cxn>
                    <a:cxn ang="0">
                      <a:pos x="connsiteX2160" y="connsiteY2160"/>
                    </a:cxn>
                    <a:cxn ang="0">
                      <a:pos x="connsiteX2161" y="connsiteY2161"/>
                    </a:cxn>
                    <a:cxn ang="0">
                      <a:pos x="connsiteX2162" y="connsiteY2162"/>
                    </a:cxn>
                    <a:cxn ang="0">
                      <a:pos x="connsiteX2163" y="connsiteY2163"/>
                    </a:cxn>
                    <a:cxn ang="0">
                      <a:pos x="connsiteX2164" y="connsiteY2164"/>
                    </a:cxn>
                    <a:cxn ang="0">
                      <a:pos x="connsiteX2165" y="connsiteY2165"/>
                    </a:cxn>
                    <a:cxn ang="0">
                      <a:pos x="connsiteX2166" y="connsiteY2166"/>
                    </a:cxn>
                    <a:cxn ang="0">
                      <a:pos x="connsiteX2167" y="connsiteY2167"/>
                    </a:cxn>
                    <a:cxn ang="0">
                      <a:pos x="connsiteX2168" y="connsiteY2168"/>
                    </a:cxn>
                    <a:cxn ang="0">
                      <a:pos x="connsiteX2169" y="connsiteY2169"/>
                    </a:cxn>
                    <a:cxn ang="0">
                      <a:pos x="connsiteX2170" y="connsiteY2170"/>
                    </a:cxn>
                    <a:cxn ang="0">
                      <a:pos x="connsiteX2171" y="connsiteY2171"/>
                    </a:cxn>
                    <a:cxn ang="0">
                      <a:pos x="connsiteX2172" y="connsiteY2172"/>
                    </a:cxn>
                    <a:cxn ang="0">
                      <a:pos x="connsiteX2173" y="connsiteY2173"/>
                    </a:cxn>
                    <a:cxn ang="0">
                      <a:pos x="connsiteX2174" y="connsiteY2174"/>
                    </a:cxn>
                    <a:cxn ang="0">
                      <a:pos x="connsiteX2175" y="connsiteY2175"/>
                    </a:cxn>
                    <a:cxn ang="0">
                      <a:pos x="connsiteX2176" y="connsiteY2176"/>
                    </a:cxn>
                    <a:cxn ang="0">
                      <a:pos x="connsiteX2177" y="connsiteY2177"/>
                    </a:cxn>
                    <a:cxn ang="0">
                      <a:pos x="connsiteX2178" y="connsiteY2178"/>
                    </a:cxn>
                    <a:cxn ang="0">
                      <a:pos x="connsiteX2179" y="connsiteY2179"/>
                    </a:cxn>
                    <a:cxn ang="0">
                      <a:pos x="connsiteX2180" y="connsiteY2180"/>
                    </a:cxn>
                    <a:cxn ang="0">
                      <a:pos x="connsiteX2181" y="connsiteY2181"/>
                    </a:cxn>
                    <a:cxn ang="0">
                      <a:pos x="connsiteX2182" y="connsiteY2182"/>
                    </a:cxn>
                    <a:cxn ang="0">
                      <a:pos x="connsiteX2183" y="connsiteY2183"/>
                    </a:cxn>
                    <a:cxn ang="0">
                      <a:pos x="connsiteX2184" y="connsiteY2184"/>
                    </a:cxn>
                    <a:cxn ang="0">
                      <a:pos x="connsiteX2185" y="connsiteY2185"/>
                    </a:cxn>
                    <a:cxn ang="0">
                      <a:pos x="connsiteX2186" y="connsiteY2186"/>
                    </a:cxn>
                    <a:cxn ang="0">
                      <a:pos x="connsiteX2187" y="connsiteY2187"/>
                    </a:cxn>
                    <a:cxn ang="0">
                      <a:pos x="connsiteX2188" y="connsiteY2188"/>
                    </a:cxn>
                    <a:cxn ang="0">
                      <a:pos x="connsiteX2189" y="connsiteY2189"/>
                    </a:cxn>
                    <a:cxn ang="0">
                      <a:pos x="connsiteX2190" y="connsiteY2190"/>
                    </a:cxn>
                    <a:cxn ang="0">
                      <a:pos x="connsiteX2191" y="connsiteY2191"/>
                    </a:cxn>
                    <a:cxn ang="0">
                      <a:pos x="connsiteX2192" y="connsiteY2192"/>
                    </a:cxn>
                    <a:cxn ang="0">
                      <a:pos x="connsiteX2193" y="connsiteY2193"/>
                    </a:cxn>
                    <a:cxn ang="0">
                      <a:pos x="connsiteX2194" y="connsiteY2194"/>
                    </a:cxn>
                    <a:cxn ang="0">
                      <a:pos x="connsiteX2195" y="connsiteY2195"/>
                    </a:cxn>
                    <a:cxn ang="0">
                      <a:pos x="connsiteX2196" y="connsiteY2196"/>
                    </a:cxn>
                    <a:cxn ang="0">
                      <a:pos x="connsiteX2197" y="connsiteY2197"/>
                    </a:cxn>
                    <a:cxn ang="0">
                      <a:pos x="connsiteX2198" y="connsiteY2198"/>
                    </a:cxn>
                    <a:cxn ang="0">
                      <a:pos x="connsiteX2199" y="connsiteY2199"/>
                    </a:cxn>
                    <a:cxn ang="0">
                      <a:pos x="connsiteX2200" y="connsiteY2200"/>
                    </a:cxn>
                    <a:cxn ang="0">
                      <a:pos x="connsiteX2201" y="connsiteY2201"/>
                    </a:cxn>
                    <a:cxn ang="0">
                      <a:pos x="connsiteX2202" y="connsiteY2202"/>
                    </a:cxn>
                    <a:cxn ang="0">
                      <a:pos x="connsiteX2203" y="connsiteY2203"/>
                    </a:cxn>
                    <a:cxn ang="0">
                      <a:pos x="connsiteX2204" y="connsiteY2204"/>
                    </a:cxn>
                    <a:cxn ang="0">
                      <a:pos x="connsiteX2205" y="connsiteY2205"/>
                    </a:cxn>
                    <a:cxn ang="0">
                      <a:pos x="connsiteX2206" y="connsiteY2206"/>
                    </a:cxn>
                    <a:cxn ang="0">
                      <a:pos x="connsiteX2207" y="connsiteY2207"/>
                    </a:cxn>
                    <a:cxn ang="0">
                      <a:pos x="connsiteX2208" y="connsiteY2208"/>
                    </a:cxn>
                    <a:cxn ang="0">
                      <a:pos x="connsiteX2209" y="connsiteY2209"/>
                    </a:cxn>
                    <a:cxn ang="0">
                      <a:pos x="connsiteX2210" y="connsiteY2210"/>
                    </a:cxn>
                    <a:cxn ang="0">
                      <a:pos x="connsiteX2211" y="connsiteY2211"/>
                    </a:cxn>
                    <a:cxn ang="0">
                      <a:pos x="connsiteX2212" y="connsiteY2212"/>
                    </a:cxn>
                    <a:cxn ang="0">
                      <a:pos x="connsiteX2213" y="connsiteY2213"/>
                    </a:cxn>
                    <a:cxn ang="0">
                      <a:pos x="connsiteX2214" y="connsiteY2214"/>
                    </a:cxn>
                    <a:cxn ang="0">
                      <a:pos x="connsiteX2215" y="connsiteY2215"/>
                    </a:cxn>
                    <a:cxn ang="0">
                      <a:pos x="connsiteX2216" y="connsiteY2216"/>
                    </a:cxn>
                    <a:cxn ang="0">
                      <a:pos x="connsiteX2217" y="connsiteY2217"/>
                    </a:cxn>
                    <a:cxn ang="0">
                      <a:pos x="connsiteX2218" y="connsiteY2218"/>
                    </a:cxn>
                    <a:cxn ang="0">
                      <a:pos x="connsiteX2219" y="connsiteY2219"/>
                    </a:cxn>
                    <a:cxn ang="0">
                      <a:pos x="connsiteX2220" y="connsiteY2220"/>
                    </a:cxn>
                    <a:cxn ang="0">
                      <a:pos x="connsiteX2221" y="connsiteY2221"/>
                    </a:cxn>
                    <a:cxn ang="0">
                      <a:pos x="connsiteX2222" y="connsiteY2222"/>
                    </a:cxn>
                    <a:cxn ang="0">
                      <a:pos x="connsiteX2223" y="connsiteY2223"/>
                    </a:cxn>
                    <a:cxn ang="0">
                      <a:pos x="connsiteX2224" y="connsiteY2224"/>
                    </a:cxn>
                    <a:cxn ang="0">
                      <a:pos x="connsiteX2225" y="connsiteY2225"/>
                    </a:cxn>
                    <a:cxn ang="0">
                      <a:pos x="connsiteX2226" y="connsiteY2226"/>
                    </a:cxn>
                    <a:cxn ang="0">
                      <a:pos x="connsiteX2227" y="connsiteY2227"/>
                    </a:cxn>
                    <a:cxn ang="0">
                      <a:pos x="connsiteX2228" y="connsiteY2228"/>
                    </a:cxn>
                    <a:cxn ang="0">
                      <a:pos x="connsiteX2229" y="connsiteY2229"/>
                    </a:cxn>
                    <a:cxn ang="0">
                      <a:pos x="connsiteX2230" y="connsiteY2230"/>
                    </a:cxn>
                    <a:cxn ang="0">
                      <a:pos x="connsiteX2231" y="connsiteY2231"/>
                    </a:cxn>
                    <a:cxn ang="0">
                      <a:pos x="connsiteX2232" y="connsiteY2232"/>
                    </a:cxn>
                    <a:cxn ang="0">
                      <a:pos x="connsiteX2233" y="connsiteY2233"/>
                    </a:cxn>
                    <a:cxn ang="0">
                      <a:pos x="connsiteX2234" y="connsiteY2234"/>
                    </a:cxn>
                    <a:cxn ang="0">
                      <a:pos x="connsiteX2235" y="connsiteY2235"/>
                    </a:cxn>
                    <a:cxn ang="0">
                      <a:pos x="connsiteX2236" y="connsiteY2236"/>
                    </a:cxn>
                    <a:cxn ang="0">
                      <a:pos x="connsiteX2237" y="connsiteY2237"/>
                    </a:cxn>
                    <a:cxn ang="0">
                      <a:pos x="connsiteX2238" y="connsiteY2238"/>
                    </a:cxn>
                    <a:cxn ang="0">
                      <a:pos x="connsiteX2239" y="connsiteY2239"/>
                    </a:cxn>
                    <a:cxn ang="0">
                      <a:pos x="connsiteX2240" y="connsiteY2240"/>
                    </a:cxn>
                    <a:cxn ang="0">
                      <a:pos x="connsiteX2241" y="connsiteY2241"/>
                    </a:cxn>
                    <a:cxn ang="0">
                      <a:pos x="connsiteX2242" y="connsiteY2242"/>
                    </a:cxn>
                    <a:cxn ang="0">
                      <a:pos x="connsiteX2243" y="connsiteY2243"/>
                    </a:cxn>
                    <a:cxn ang="0">
                      <a:pos x="connsiteX2244" y="connsiteY2244"/>
                    </a:cxn>
                    <a:cxn ang="0">
                      <a:pos x="connsiteX2245" y="connsiteY2245"/>
                    </a:cxn>
                    <a:cxn ang="0">
                      <a:pos x="connsiteX2246" y="connsiteY2246"/>
                    </a:cxn>
                    <a:cxn ang="0">
                      <a:pos x="connsiteX2247" y="connsiteY2247"/>
                    </a:cxn>
                    <a:cxn ang="0">
                      <a:pos x="connsiteX2248" y="connsiteY2248"/>
                    </a:cxn>
                    <a:cxn ang="0">
                      <a:pos x="connsiteX2249" y="connsiteY2249"/>
                    </a:cxn>
                    <a:cxn ang="0">
                      <a:pos x="connsiteX2250" y="connsiteY2250"/>
                    </a:cxn>
                    <a:cxn ang="0">
                      <a:pos x="connsiteX2251" y="connsiteY2251"/>
                    </a:cxn>
                    <a:cxn ang="0">
                      <a:pos x="connsiteX2252" y="connsiteY2252"/>
                    </a:cxn>
                    <a:cxn ang="0">
                      <a:pos x="connsiteX2253" y="connsiteY2253"/>
                    </a:cxn>
                    <a:cxn ang="0">
                      <a:pos x="connsiteX2254" y="connsiteY2254"/>
                    </a:cxn>
                    <a:cxn ang="0">
                      <a:pos x="connsiteX2255" y="connsiteY2255"/>
                    </a:cxn>
                    <a:cxn ang="0">
                      <a:pos x="connsiteX2256" y="connsiteY2256"/>
                    </a:cxn>
                    <a:cxn ang="0">
                      <a:pos x="connsiteX2257" y="connsiteY2257"/>
                    </a:cxn>
                    <a:cxn ang="0">
                      <a:pos x="connsiteX2258" y="connsiteY2258"/>
                    </a:cxn>
                    <a:cxn ang="0">
                      <a:pos x="connsiteX2259" y="connsiteY2259"/>
                    </a:cxn>
                    <a:cxn ang="0">
                      <a:pos x="connsiteX2260" y="connsiteY2260"/>
                    </a:cxn>
                    <a:cxn ang="0">
                      <a:pos x="connsiteX2261" y="connsiteY2261"/>
                    </a:cxn>
                    <a:cxn ang="0">
                      <a:pos x="connsiteX2262" y="connsiteY2262"/>
                    </a:cxn>
                    <a:cxn ang="0">
                      <a:pos x="connsiteX2263" y="connsiteY2263"/>
                    </a:cxn>
                    <a:cxn ang="0">
                      <a:pos x="connsiteX2264" y="connsiteY2264"/>
                    </a:cxn>
                    <a:cxn ang="0">
                      <a:pos x="connsiteX2265" y="connsiteY2265"/>
                    </a:cxn>
                    <a:cxn ang="0">
                      <a:pos x="connsiteX2266" y="connsiteY2266"/>
                    </a:cxn>
                    <a:cxn ang="0">
                      <a:pos x="connsiteX2267" y="connsiteY2267"/>
                    </a:cxn>
                    <a:cxn ang="0">
                      <a:pos x="connsiteX2268" y="connsiteY2268"/>
                    </a:cxn>
                    <a:cxn ang="0">
                      <a:pos x="connsiteX2269" y="connsiteY2269"/>
                    </a:cxn>
                    <a:cxn ang="0">
                      <a:pos x="connsiteX2270" y="connsiteY2270"/>
                    </a:cxn>
                    <a:cxn ang="0">
                      <a:pos x="connsiteX2271" y="connsiteY2271"/>
                    </a:cxn>
                    <a:cxn ang="0">
                      <a:pos x="connsiteX2272" y="connsiteY2272"/>
                    </a:cxn>
                    <a:cxn ang="0">
                      <a:pos x="connsiteX2273" y="connsiteY2273"/>
                    </a:cxn>
                    <a:cxn ang="0">
                      <a:pos x="connsiteX2274" y="connsiteY2274"/>
                    </a:cxn>
                    <a:cxn ang="0">
                      <a:pos x="connsiteX2275" y="connsiteY2275"/>
                    </a:cxn>
                    <a:cxn ang="0">
                      <a:pos x="connsiteX2276" y="connsiteY2276"/>
                    </a:cxn>
                    <a:cxn ang="0">
                      <a:pos x="connsiteX2277" y="connsiteY2277"/>
                    </a:cxn>
                    <a:cxn ang="0">
                      <a:pos x="connsiteX2278" y="connsiteY2278"/>
                    </a:cxn>
                    <a:cxn ang="0">
                      <a:pos x="connsiteX2279" y="connsiteY2279"/>
                    </a:cxn>
                    <a:cxn ang="0">
                      <a:pos x="connsiteX2280" y="connsiteY2280"/>
                    </a:cxn>
                    <a:cxn ang="0">
                      <a:pos x="connsiteX2281" y="connsiteY2281"/>
                    </a:cxn>
                    <a:cxn ang="0">
                      <a:pos x="connsiteX2282" y="connsiteY2282"/>
                    </a:cxn>
                    <a:cxn ang="0">
                      <a:pos x="connsiteX2283" y="connsiteY2283"/>
                    </a:cxn>
                    <a:cxn ang="0">
                      <a:pos x="connsiteX2284" y="connsiteY2284"/>
                    </a:cxn>
                    <a:cxn ang="0">
                      <a:pos x="connsiteX2285" y="connsiteY2285"/>
                    </a:cxn>
                    <a:cxn ang="0">
                      <a:pos x="connsiteX2286" y="connsiteY2286"/>
                    </a:cxn>
                    <a:cxn ang="0">
                      <a:pos x="connsiteX2287" y="connsiteY2287"/>
                    </a:cxn>
                    <a:cxn ang="0">
                      <a:pos x="connsiteX2288" y="connsiteY2288"/>
                    </a:cxn>
                    <a:cxn ang="0">
                      <a:pos x="connsiteX2289" y="connsiteY2289"/>
                    </a:cxn>
                    <a:cxn ang="0">
                      <a:pos x="connsiteX2290" y="connsiteY2290"/>
                    </a:cxn>
                    <a:cxn ang="0">
                      <a:pos x="connsiteX2291" y="connsiteY2291"/>
                    </a:cxn>
                    <a:cxn ang="0">
                      <a:pos x="connsiteX2292" y="connsiteY2292"/>
                    </a:cxn>
                    <a:cxn ang="0">
                      <a:pos x="connsiteX2293" y="connsiteY2293"/>
                    </a:cxn>
                    <a:cxn ang="0">
                      <a:pos x="connsiteX2294" y="connsiteY2294"/>
                    </a:cxn>
                    <a:cxn ang="0">
                      <a:pos x="connsiteX2295" y="connsiteY2295"/>
                    </a:cxn>
                    <a:cxn ang="0">
                      <a:pos x="connsiteX2296" y="connsiteY2296"/>
                    </a:cxn>
                    <a:cxn ang="0">
                      <a:pos x="connsiteX2297" y="connsiteY2297"/>
                    </a:cxn>
                    <a:cxn ang="0">
                      <a:pos x="connsiteX2298" y="connsiteY2298"/>
                    </a:cxn>
                    <a:cxn ang="0">
                      <a:pos x="connsiteX2299" y="connsiteY2299"/>
                    </a:cxn>
                    <a:cxn ang="0">
                      <a:pos x="connsiteX2300" y="connsiteY2300"/>
                    </a:cxn>
                    <a:cxn ang="0">
                      <a:pos x="connsiteX2301" y="connsiteY2301"/>
                    </a:cxn>
                    <a:cxn ang="0">
                      <a:pos x="connsiteX2302" y="connsiteY2302"/>
                    </a:cxn>
                    <a:cxn ang="0">
                      <a:pos x="connsiteX2303" y="connsiteY2303"/>
                    </a:cxn>
                    <a:cxn ang="0">
                      <a:pos x="connsiteX2304" y="connsiteY2304"/>
                    </a:cxn>
                    <a:cxn ang="0">
                      <a:pos x="connsiteX2305" y="connsiteY2305"/>
                    </a:cxn>
                    <a:cxn ang="0">
                      <a:pos x="connsiteX2306" y="connsiteY2306"/>
                    </a:cxn>
                    <a:cxn ang="0">
                      <a:pos x="connsiteX2307" y="connsiteY2307"/>
                    </a:cxn>
                    <a:cxn ang="0">
                      <a:pos x="connsiteX2308" y="connsiteY2308"/>
                    </a:cxn>
                    <a:cxn ang="0">
                      <a:pos x="connsiteX2309" y="connsiteY2309"/>
                    </a:cxn>
                    <a:cxn ang="0">
                      <a:pos x="connsiteX2310" y="connsiteY2310"/>
                    </a:cxn>
                    <a:cxn ang="0">
                      <a:pos x="connsiteX2311" y="connsiteY2311"/>
                    </a:cxn>
                    <a:cxn ang="0">
                      <a:pos x="connsiteX2312" y="connsiteY2312"/>
                    </a:cxn>
                    <a:cxn ang="0">
                      <a:pos x="connsiteX2313" y="connsiteY2313"/>
                    </a:cxn>
                    <a:cxn ang="0">
                      <a:pos x="connsiteX2314" y="connsiteY2314"/>
                    </a:cxn>
                    <a:cxn ang="0">
                      <a:pos x="connsiteX2315" y="connsiteY2315"/>
                    </a:cxn>
                    <a:cxn ang="0">
                      <a:pos x="connsiteX2316" y="connsiteY2316"/>
                    </a:cxn>
                    <a:cxn ang="0">
                      <a:pos x="connsiteX2317" y="connsiteY2317"/>
                    </a:cxn>
                    <a:cxn ang="0">
                      <a:pos x="connsiteX2318" y="connsiteY2318"/>
                    </a:cxn>
                    <a:cxn ang="0">
                      <a:pos x="connsiteX2319" y="connsiteY2319"/>
                    </a:cxn>
                    <a:cxn ang="0">
                      <a:pos x="connsiteX2320" y="connsiteY2320"/>
                    </a:cxn>
                    <a:cxn ang="0">
                      <a:pos x="connsiteX2321" y="connsiteY2321"/>
                    </a:cxn>
                    <a:cxn ang="0">
                      <a:pos x="connsiteX2322" y="connsiteY2322"/>
                    </a:cxn>
                    <a:cxn ang="0">
                      <a:pos x="connsiteX2323" y="connsiteY2323"/>
                    </a:cxn>
                    <a:cxn ang="0">
                      <a:pos x="connsiteX2324" y="connsiteY2324"/>
                    </a:cxn>
                    <a:cxn ang="0">
                      <a:pos x="connsiteX2325" y="connsiteY2325"/>
                    </a:cxn>
                    <a:cxn ang="0">
                      <a:pos x="connsiteX2326" y="connsiteY2326"/>
                    </a:cxn>
                    <a:cxn ang="0">
                      <a:pos x="connsiteX2327" y="connsiteY2327"/>
                    </a:cxn>
                    <a:cxn ang="0">
                      <a:pos x="connsiteX2328" y="connsiteY2328"/>
                    </a:cxn>
                    <a:cxn ang="0">
                      <a:pos x="connsiteX2329" y="connsiteY2329"/>
                    </a:cxn>
                    <a:cxn ang="0">
                      <a:pos x="connsiteX2330" y="connsiteY2330"/>
                    </a:cxn>
                    <a:cxn ang="0">
                      <a:pos x="connsiteX2331" y="connsiteY2331"/>
                    </a:cxn>
                    <a:cxn ang="0">
                      <a:pos x="connsiteX2332" y="connsiteY2332"/>
                    </a:cxn>
                    <a:cxn ang="0">
                      <a:pos x="connsiteX2333" y="connsiteY2333"/>
                    </a:cxn>
                    <a:cxn ang="0">
                      <a:pos x="connsiteX2334" y="connsiteY2334"/>
                    </a:cxn>
                    <a:cxn ang="0">
                      <a:pos x="connsiteX2335" y="connsiteY2335"/>
                    </a:cxn>
                    <a:cxn ang="0">
                      <a:pos x="connsiteX2336" y="connsiteY2336"/>
                    </a:cxn>
                    <a:cxn ang="0">
                      <a:pos x="connsiteX2337" y="connsiteY2337"/>
                    </a:cxn>
                    <a:cxn ang="0">
                      <a:pos x="connsiteX2338" y="connsiteY2338"/>
                    </a:cxn>
                    <a:cxn ang="0">
                      <a:pos x="connsiteX2339" y="connsiteY2339"/>
                    </a:cxn>
                    <a:cxn ang="0">
                      <a:pos x="connsiteX2340" y="connsiteY2340"/>
                    </a:cxn>
                    <a:cxn ang="0">
                      <a:pos x="connsiteX2341" y="connsiteY2341"/>
                    </a:cxn>
                    <a:cxn ang="0">
                      <a:pos x="connsiteX2342" y="connsiteY2342"/>
                    </a:cxn>
                    <a:cxn ang="0">
                      <a:pos x="connsiteX2343" y="connsiteY2343"/>
                    </a:cxn>
                    <a:cxn ang="0">
                      <a:pos x="connsiteX2344" y="connsiteY2344"/>
                    </a:cxn>
                    <a:cxn ang="0">
                      <a:pos x="connsiteX2345" y="connsiteY2345"/>
                    </a:cxn>
                    <a:cxn ang="0">
                      <a:pos x="connsiteX2346" y="connsiteY2346"/>
                    </a:cxn>
                    <a:cxn ang="0">
                      <a:pos x="connsiteX2347" y="connsiteY2347"/>
                    </a:cxn>
                    <a:cxn ang="0">
                      <a:pos x="connsiteX2348" y="connsiteY2348"/>
                    </a:cxn>
                    <a:cxn ang="0">
                      <a:pos x="connsiteX2349" y="connsiteY2349"/>
                    </a:cxn>
                    <a:cxn ang="0">
                      <a:pos x="connsiteX2350" y="connsiteY2350"/>
                    </a:cxn>
                    <a:cxn ang="0">
                      <a:pos x="connsiteX2351" y="connsiteY2351"/>
                    </a:cxn>
                    <a:cxn ang="0">
                      <a:pos x="connsiteX2352" y="connsiteY2352"/>
                    </a:cxn>
                    <a:cxn ang="0">
                      <a:pos x="connsiteX2353" y="connsiteY2353"/>
                    </a:cxn>
                    <a:cxn ang="0">
                      <a:pos x="connsiteX2354" y="connsiteY2354"/>
                    </a:cxn>
                    <a:cxn ang="0">
                      <a:pos x="connsiteX2355" y="connsiteY2355"/>
                    </a:cxn>
                    <a:cxn ang="0">
                      <a:pos x="connsiteX2356" y="connsiteY2356"/>
                    </a:cxn>
                    <a:cxn ang="0">
                      <a:pos x="connsiteX2357" y="connsiteY2357"/>
                    </a:cxn>
                    <a:cxn ang="0">
                      <a:pos x="connsiteX2358" y="connsiteY2358"/>
                    </a:cxn>
                    <a:cxn ang="0">
                      <a:pos x="connsiteX2359" y="connsiteY2359"/>
                    </a:cxn>
                    <a:cxn ang="0">
                      <a:pos x="connsiteX2360" y="connsiteY2360"/>
                    </a:cxn>
                    <a:cxn ang="0">
                      <a:pos x="connsiteX2361" y="connsiteY2361"/>
                    </a:cxn>
                    <a:cxn ang="0">
                      <a:pos x="connsiteX2362" y="connsiteY2362"/>
                    </a:cxn>
                    <a:cxn ang="0">
                      <a:pos x="connsiteX2363" y="connsiteY2363"/>
                    </a:cxn>
                    <a:cxn ang="0">
                      <a:pos x="connsiteX2364" y="connsiteY2364"/>
                    </a:cxn>
                    <a:cxn ang="0">
                      <a:pos x="connsiteX2365" y="connsiteY2365"/>
                    </a:cxn>
                    <a:cxn ang="0">
                      <a:pos x="connsiteX2366" y="connsiteY2366"/>
                    </a:cxn>
                    <a:cxn ang="0">
                      <a:pos x="connsiteX2367" y="connsiteY2367"/>
                    </a:cxn>
                    <a:cxn ang="0">
                      <a:pos x="connsiteX2368" y="connsiteY2368"/>
                    </a:cxn>
                    <a:cxn ang="0">
                      <a:pos x="connsiteX2369" y="connsiteY2369"/>
                    </a:cxn>
                    <a:cxn ang="0">
                      <a:pos x="connsiteX2370" y="connsiteY2370"/>
                    </a:cxn>
                    <a:cxn ang="0">
                      <a:pos x="connsiteX2371" y="connsiteY2371"/>
                    </a:cxn>
                    <a:cxn ang="0">
                      <a:pos x="connsiteX2372" y="connsiteY2372"/>
                    </a:cxn>
                    <a:cxn ang="0">
                      <a:pos x="connsiteX2373" y="connsiteY2373"/>
                    </a:cxn>
                    <a:cxn ang="0">
                      <a:pos x="connsiteX2374" y="connsiteY2374"/>
                    </a:cxn>
                    <a:cxn ang="0">
                      <a:pos x="connsiteX2375" y="connsiteY2375"/>
                    </a:cxn>
                    <a:cxn ang="0">
                      <a:pos x="connsiteX2376" y="connsiteY2376"/>
                    </a:cxn>
                    <a:cxn ang="0">
                      <a:pos x="connsiteX2377" y="connsiteY2377"/>
                    </a:cxn>
                    <a:cxn ang="0">
                      <a:pos x="connsiteX2378" y="connsiteY2378"/>
                    </a:cxn>
                    <a:cxn ang="0">
                      <a:pos x="connsiteX2379" y="connsiteY2379"/>
                    </a:cxn>
                    <a:cxn ang="0">
                      <a:pos x="connsiteX2380" y="connsiteY2380"/>
                    </a:cxn>
                    <a:cxn ang="0">
                      <a:pos x="connsiteX2381" y="connsiteY2381"/>
                    </a:cxn>
                    <a:cxn ang="0">
                      <a:pos x="connsiteX2382" y="connsiteY2382"/>
                    </a:cxn>
                    <a:cxn ang="0">
                      <a:pos x="connsiteX2383" y="connsiteY2383"/>
                    </a:cxn>
                    <a:cxn ang="0">
                      <a:pos x="connsiteX2384" y="connsiteY2384"/>
                    </a:cxn>
                    <a:cxn ang="0">
                      <a:pos x="connsiteX2385" y="connsiteY2385"/>
                    </a:cxn>
                    <a:cxn ang="0">
                      <a:pos x="connsiteX2386" y="connsiteY2386"/>
                    </a:cxn>
                    <a:cxn ang="0">
                      <a:pos x="connsiteX2387" y="connsiteY2387"/>
                    </a:cxn>
                    <a:cxn ang="0">
                      <a:pos x="connsiteX2388" y="connsiteY2388"/>
                    </a:cxn>
                    <a:cxn ang="0">
                      <a:pos x="connsiteX2389" y="connsiteY2389"/>
                    </a:cxn>
                    <a:cxn ang="0">
                      <a:pos x="connsiteX2390" y="connsiteY2390"/>
                    </a:cxn>
                    <a:cxn ang="0">
                      <a:pos x="connsiteX2391" y="connsiteY2391"/>
                    </a:cxn>
                    <a:cxn ang="0">
                      <a:pos x="connsiteX2392" y="connsiteY2392"/>
                    </a:cxn>
                    <a:cxn ang="0">
                      <a:pos x="connsiteX2393" y="connsiteY2393"/>
                    </a:cxn>
                    <a:cxn ang="0">
                      <a:pos x="connsiteX2394" y="connsiteY2394"/>
                    </a:cxn>
                    <a:cxn ang="0">
                      <a:pos x="connsiteX2395" y="connsiteY2395"/>
                    </a:cxn>
                    <a:cxn ang="0">
                      <a:pos x="connsiteX2396" y="connsiteY2396"/>
                    </a:cxn>
                    <a:cxn ang="0">
                      <a:pos x="connsiteX2397" y="connsiteY2397"/>
                    </a:cxn>
                    <a:cxn ang="0">
                      <a:pos x="connsiteX2398" y="connsiteY2398"/>
                    </a:cxn>
                    <a:cxn ang="0">
                      <a:pos x="connsiteX2399" y="connsiteY2399"/>
                    </a:cxn>
                    <a:cxn ang="0">
                      <a:pos x="connsiteX2400" y="connsiteY2400"/>
                    </a:cxn>
                    <a:cxn ang="0">
                      <a:pos x="connsiteX2401" y="connsiteY2401"/>
                    </a:cxn>
                    <a:cxn ang="0">
                      <a:pos x="connsiteX2402" y="connsiteY2402"/>
                    </a:cxn>
                    <a:cxn ang="0">
                      <a:pos x="connsiteX2403" y="connsiteY2403"/>
                    </a:cxn>
                    <a:cxn ang="0">
                      <a:pos x="connsiteX2404" y="connsiteY2404"/>
                    </a:cxn>
                    <a:cxn ang="0">
                      <a:pos x="connsiteX2405" y="connsiteY2405"/>
                    </a:cxn>
                    <a:cxn ang="0">
                      <a:pos x="connsiteX2406" y="connsiteY2406"/>
                    </a:cxn>
                    <a:cxn ang="0">
                      <a:pos x="connsiteX2407" y="connsiteY2407"/>
                    </a:cxn>
                    <a:cxn ang="0">
                      <a:pos x="connsiteX2408" y="connsiteY2408"/>
                    </a:cxn>
                    <a:cxn ang="0">
                      <a:pos x="connsiteX2409" y="connsiteY2409"/>
                    </a:cxn>
                    <a:cxn ang="0">
                      <a:pos x="connsiteX2410" y="connsiteY2410"/>
                    </a:cxn>
                    <a:cxn ang="0">
                      <a:pos x="connsiteX2411" y="connsiteY2411"/>
                    </a:cxn>
                    <a:cxn ang="0">
                      <a:pos x="connsiteX2412" y="connsiteY2412"/>
                    </a:cxn>
                    <a:cxn ang="0">
                      <a:pos x="connsiteX2413" y="connsiteY2413"/>
                    </a:cxn>
                    <a:cxn ang="0">
                      <a:pos x="connsiteX2414" y="connsiteY2414"/>
                    </a:cxn>
                    <a:cxn ang="0">
                      <a:pos x="connsiteX2415" y="connsiteY2415"/>
                    </a:cxn>
                    <a:cxn ang="0">
                      <a:pos x="connsiteX2416" y="connsiteY2416"/>
                    </a:cxn>
                    <a:cxn ang="0">
                      <a:pos x="connsiteX2417" y="connsiteY2417"/>
                    </a:cxn>
                    <a:cxn ang="0">
                      <a:pos x="connsiteX2418" y="connsiteY2418"/>
                    </a:cxn>
                    <a:cxn ang="0">
                      <a:pos x="connsiteX2419" y="connsiteY2419"/>
                    </a:cxn>
                    <a:cxn ang="0">
                      <a:pos x="connsiteX2420" y="connsiteY2420"/>
                    </a:cxn>
                    <a:cxn ang="0">
                      <a:pos x="connsiteX2421" y="connsiteY2421"/>
                    </a:cxn>
                    <a:cxn ang="0">
                      <a:pos x="connsiteX2422" y="connsiteY2422"/>
                    </a:cxn>
                    <a:cxn ang="0">
                      <a:pos x="connsiteX2423" y="connsiteY2423"/>
                    </a:cxn>
                    <a:cxn ang="0">
                      <a:pos x="connsiteX2424" y="connsiteY2424"/>
                    </a:cxn>
                    <a:cxn ang="0">
                      <a:pos x="connsiteX2425" y="connsiteY2425"/>
                    </a:cxn>
                    <a:cxn ang="0">
                      <a:pos x="connsiteX2426" y="connsiteY2426"/>
                    </a:cxn>
                    <a:cxn ang="0">
                      <a:pos x="connsiteX2427" y="connsiteY2427"/>
                    </a:cxn>
                    <a:cxn ang="0">
                      <a:pos x="connsiteX2428" y="connsiteY2428"/>
                    </a:cxn>
                    <a:cxn ang="0">
                      <a:pos x="connsiteX2429" y="connsiteY2429"/>
                    </a:cxn>
                    <a:cxn ang="0">
                      <a:pos x="connsiteX2430" y="connsiteY2430"/>
                    </a:cxn>
                    <a:cxn ang="0">
                      <a:pos x="connsiteX2431" y="connsiteY2431"/>
                    </a:cxn>
                    <a:cxn ang="0">
                      <a:pos x="connsiteX2432" y="connsiteY2432"/>
                    </a:cxn>
                    <a:cxn ang="0">
                      <a:pos x="connsiteX2433" y="connsiteY2433"/>
                    </a:cxn>
                    <a:cxn ang="0">
                      <a:pos x="connsiteX2434" y="connsiteY2434"/>
                    </a:cxn>
                    <a:cxn ang="0">
                      <a:pos x="connsiteX2435" y="connsiteY2435"/>
                    </a:cxn>
                    <a:cxn ang="0">
                      <a:pos x="connsiteX2436" y="connsiteY2436"/>
                    </a:cxn>
                    <a:cxn ang="0">
                      <a:pos x="connsiteX2437" y="connsiteY2437"/>
                    </a:cxn>
                    <a:cxn ang="0">
                      <a:pos x="connsiteX2438" y="connsiteY2438"/>
                    </a:cxn>
                    <a:cxn ang="0">
                      <a:pos x="connsiteX2439" y="connsiteY2439"/>
                    </a:cxn>
                    <a:cxn ang="0">
                      <a:pos x="connsiteX2440" y="connsiteY2440"/>
                    </a:cxn>
                    <a:cxn ang="0">
                      <a:pos x="connsiteX2441" y="connsiteY2441"/>
                    </a:cxn>
                    <a:cxn ang="0">
                      <a:pos x="connsiteX2442" y="connsiteY2442"/>
                    </a:cxn>
                    <a:cxn ang="0">
                      <a:pos x="connsiteX2443" y="connsiteY2443"/>
                    </a:cxn>
                    <a:cxn ang="0">
                      <a:pos x="connsiteX2444" y="connsiteY2444"/>
                    </a:cxn>
                    <a:cxn ang="0">
                      <a:pos x="connsiteX2445" y="connsiteY2445"/>
                    </a:cxn>
                    <a:cxn ang="0">
                      <a:pos x="connsiteX2446" y="connsiteY2446"/>
                    </a:cxn>
                    <a:cxn ang="0">
                      <a:pos x="connsiteX2447" y="connsiteY2447"/>
                    </a:cxn>
                    <a:cxn ang="0">
                      <a:pos x="connsiteX2448" y="connsiteY2448"/>
                    </a:cxn>
                    <a:cxn ang="0">
                      <a:pos x="connsiteX2449" y="connsiteY2449"/>
                    </a:cxn>
                    <a:cxn ang="0">
                      <a:pos x="connsiteX2450" y="connsiteY2450"/>
                    </a:cxn>
                    <a:cxn ang="0">
                      <a:pos x="connsiteX2451" y="connsiteY2451"/>
                    </a:cxn>
                    <a:cxn ang="0">
                      <a:pos x="connsiteX2452" y="connsiteY2452"/>
                    </a:cxn>
                    <a:cxn ang="0">
                      <a:pos x="connsiteX2453" y="connsiteY2453"/>
                    </a:cxn>
                    <a:cxn ang="0">
                      <a:pos x="connsiteX2454" y="connsiteY2454"/>
                    </a:cxn>
                    <a:cxn ang="0">
                      <a:pos x="connsiteX2455" y="connsiteY2455"/>
                    </a:cxn>
                    <a:cxn ang="0">
                      <a:pos x="connsiteX2456" y="connsiteY2456"/>
                    </a:cxn>
                    <a:cxn ang="0">
                      <a:pos x="connsiteX2457" y="connsiteY2457"/>
                    </a:cxn>
                    <a:cxn ang="0">
                      <a:pos x="connsiteX2458" y="connsiteY2458"/>
                    </a:cxn>
                    <a:cxn ang="0">
                      <a:pos x="connsiteX2459" y="connsiteY2459"/>
                    </a:cxn>
                    <a:cxn ang="0">
                      <a:pos x="connsiteX2460" y="connsiteY2460"/>
                    </a:cxn>
                    <a:cxn ang="0">
                      <a:pos x="connsiteX2461" y="connsiteY2461"/>
                    </a:cxn>
                    <a:cxn ang="0">
                      <a:pos x="connsiteX2462" y="connsiteY2462"/>
                    </a:cxn>
                    <a:cxn ang="0">
                      <a:pos x="connsiteX2463" y="connsiteY2463"/>
                    </a:cxn>
                    <a:cxn ang="0">
                      <a:pos x="connsiteX2464" y="connsiteY2464"/>
                    </a:cxn>
                    <a:cxn ang="0">
                      <a:pos x="connsiteX2465" y="connsiteY2465"/>
                    </a:cxn>
                  </a:cxnLst>
                  <a:rect l="l" t="t" r="r" b="b"/>
                  <a:pathLst>
                    <a:path w="645772" h="776232">
                      <a:moveTo>
                        <a:pt x="223750" y="243"/>
                      </a:moveTo>
                      <a:lnTo>
                        <a:pt x="222373" y="1435"/>
                      </a:lnTo>
                      <a:lnTo>
                        <a:pt x="223704" y="1146"/>
                      </a:lnTo>
                      <a:lnTo>
                        <a:pt x="227663" y="11"/>
                      </a:lnTo>
                      <a:lnTo>
                        <a:pt x="230881" y="5602"/>
                      </a:lnTo>
                      <a:lnTo>
                        <a:pt x="231599" y="5637"/>
                      </a:lnTo>
                      <a:lnTo>
                        <a:pt x="234585" y="5834"/>
                      </a:lnTo>
                      <a:lnTo>
                        <a:pt x="237664" y="11946"/>
                      </a:lnTo>
                      <a:lnTo>
                        <a:pt x="243082" y="18012"/>
                      </a:lnTo>
                      <a:lnTo>
                        <a:pt x="244494" y="20038"/>
                      </a:lnTo>
                      <a:lnTo>
                        <a:pt x="245142" y="22364"/>
                      </a:lnTo>
                      <a:lnTo>
                        <a:pt x="258941" y="34866"/>
                      </a:lnTo>
                      <a:lnTo>
                        <a:pt x="261349" y="38999"/>
                      </a:lnTo>
                      <a:lnTo>
                        <a:pt x="270633" y="45157"/>
                      </a:lnTo>
                      <a:lnTo>
                        <a:pt x="271929" y="50540"/>
                      </a:lnTo>
                      <a:lnTo>
                        <a:pt x="270123" y="51339"/>
                      </a:lnTo>
                      <a:lnTo>
                        <a:pt x="274244" y="52022"/>
                      </a:lnTo>
                      <a:lnTo>
                        <a:pt x="273978" y="56270"/>
                      </a:lnTo>
                      <a:lnTo>
                        <a:pt x="276606" y="61931"/>
                      </a:lnTo>
                      <a:lnTo>
                        <a:pt x="275332" y="61942"/>
                      </a:lnTo>
                      <a:lnTo>
                        <a:pt x="282324" y="69270"/>
                      </a:lnTo>
                      <a:lnTo>
                        <a:pt x="282972" y="69941"/>
                      </a:lnTo>
                      <a:lnTo>
                        <a:pt x="284998" y="73831"/>
                      </a:lnTo>
                      <a:lnTo>
                        <a:pt x="283111" y="73229"/>
                      </a:lnTo>
                      <a:lnTo>
                        <a:pt x="285670" y="75787"/>
                      </a:lnTo>
                      <a:lnTo>
                        <a:pt x="294282" y="80846"/>
                      </a:lnTo>
                      <a:lnTo>
                        <a:pt x="297940" y="79410"/>
                      </a:lnTo>
                      <a:lnTo>
                        <a:pt x="301934" y="73125"/>
                      </a:lnTo>
                      <a:lnTo>
                        <a:pt x="303983" y="74699"/>
                      </a:lnTo>
                      <a:lnTo>
                        <a:pt x="310407" y="85383"/>
                      </a:lnTo>
                      <a:lnTo>
                        <a:pt x="308081" y="90419"/>
                      </a:lnTo>
                      <a:lnTo>
                        <a:pt x="303254" y="91229"/>
                      </a:lnTo>
                      <a:lnTo>
                        <a:pt x="305904" y="92040"/>
                      </a:lnTo>
                      <a:lnTo>
                        <a:pt x="309018" y="98881"/>
                      </a:lnTo>
                      <a:lnTo>
                        <a:pt x="317885" y="89678"/>
                      </a:lnTo>
                      <a:lnTo>
                        <a:pt x="321763" y="90280"/>
                      </a:lnTo>
                      <a:lnTo>
                        <a:pt x="325086" y="91519"/>
                      </a:lnTo>
                      <a:lnTo>
                        <a:pt x="326510" y="93325"/>
                      </a:lnTo>
                      <a:lnTo>
                        <a:pt x="334670" y="96901"/>
                      </a:lnTo>
                      <a:lnTo>
                        <a:pt x="337298" y="100293"/>
                      </a:lnTo>
                      <a:lnTo>
                        <a:pt x="343781" y="108651"/>
                      </a:lnTo>
                      <a:lnTo>
                        <a:pt x="349059" y="109971"/>
                      </a:lnTo>
                      <a:lnTo>
                        <a:pt x="347774" y="110526"/>
                      </a:lnTo>
                      <a:lnTo>
                        <a:pt x="352266" y="113247"/>
                      </a:lnTo>
                      <a:lnTo>
                        <a:pt x="348052" y="117368"/>
                      </a:lnTo>
                      <a:lnTo>
                        <a:pt x="350205" y="115643"/>
                      </a:lnTo>
                      <a:lnTo>
                        <a:pt x="354384" y="124151"/>
                      </a:lnTo>
                      <a:lnTo>
                        <a:pt x="356630" y="125309"/>
                      </a:lnTo>
                      <a:lnTo>
                        <a:pt x="356109" y="127265"/>
                      </a:lnTo>
                      <a:lnTo>
                        <a:pt x="359200" y="128527"/>
                      </a:lnTo>
                      <a:lnTo>
                        <a:pt x="359177" y="128550"/>
                      </a:lnTo>
                      <a:lnTo>
                        <a:pt x="354708" y="129684"/>
                      </a:lnTo>
                      <a:lnTo>
                        <a:pt x="352821" y="135195"/>
                      </a:lnTo>
                      <a:lnTo>
                        <a:pt x="356838" y="142869"/>
                      </a:lnTo>
                      <a:lnTo>
                        <a:pt x="359408" y="143703"/>
                      </a:lnTo>
                      <a:lnTo>
                        <a:pt x="359281" y="145509"/>
                      </a:lnTo>
                      <a:lnTo>
                        <a:pt x="359269" y="145532"/>
                      </a:lnTo>
                      <a:lnTo>
                        <a:pt x="359246" y="145960"/>
                      </a:lnTo>
                      <a:lnTo>
                        <a:pt x="362059" y="146435"/>
                      </a:lnTo>
                      <a:lnTo>
                        <a:pt x="359385" y="150694"/>
                      </a:lnTo>
                      <a:lnTo>
                        <a:pt x="361098" y="153693"/>
                      </a:lnTo>
                      <a:lnTo>
                        <a:pt x="360913" y="160303"/>
                      </a:lnTo>
                      <a:lnTo>
                        <a:pt x="362429" y="161264"/>
                      </a:lnTo>
                      <a:lnTo>
                        <a:pt x="362626" y="161553"/>
                      </a:lnTo>
                      <a:lnTo>
                        <a:pt x="363159" y="161738"/>
                      </a:lnTo>
                      <a:lnTo>
                        <a:pt x="367210" y="164319"/>
                      </a:lnTo>
                      <a:lnTo>
                        <a:pt x="368657" y="163636"/>
                      </a:lnTo>
                      <a:lnTo>
                        <a:pt x="368565" y="165292"/>
                      </a:lnTo>
                      <a:lnTo>
                        <a:pt x="368021" y="169031"/>
                      </a:lnTo>
                      <a:lnTo>
                        <a:pt x="368240" y="170570"/>
                      </a:lnTo>
                      <a:lnTo>
                        <a:pt x="367986" y="174969"/>
                      </a:lnTo>
                      <a:lnTo>
                        <a:pt x="367974" y="175027"/>
                      </a:lnTo>
                      <a:lnTo>
                        <a:pt x="369606" y="181533"/>
                      </a:lnTo>
                      <a:lnTo>
                        <a:pt x="368136" y="184450"/>
                      </a:lnTo>
                      <a:lnTo>
                        <a:pt x="370417" y="190551"/>
                      </a:lnTo>
                      <a:lnTo>
                        <a:pt x="368102" y="194336"/>
                      </a:lnTo>
                      <a:lnTo>
                        <a:pt x="370139" y="197832"/>
                      </a:lnTo>
                      <a:lnTo>
                        <a:pt x="374144" y="199799"/>
                      </a:lnTo>
                      <a:lnTo>
                        <a:pt x="372026" y="207312"/>
                      </a:lnTo>
                      <a:lnTo>
                        <a:pt x="373056" y="212730"/>
                      </a:lnTo>
                      <a:lnTo>
                        <a:pt x="368472" y="216364"/>
                      </a:lnTo>
                      <a:lnTo>
                        <a:pt x="367141" y="221111"/>
                      </a:lnTo>
                      <a:lnTo>
                        <a:pt x="362233" y="226760"/>
                      </a:lnTo>
                      <a:lnTo>
                        <a:pt x="358922" y="224931"/>
                      </a:lnTo>
                      <a:lnTo>
                        <a:pt x="360230" y="224364"/>
                      </a:lnTo>
                      <a:lnTo>
                        <a:pt x="360392" y="223380"/>
                      </a:lnTo>
                      <a:lnTo>
                        <a:pt x="359825" y="221099"/>
                      </a:lnTo>
                      <a:lnTo>
                        <a:pt x="362742" y="221076"/>
                      </a:lnTo>
                      <a:lnTo>
                        <a:pt x="359801" y="220844"/>
                      </a:lnTo>
                      <a:lnTo>
                        <a:pt x="359605" y="221134"/>
                      </a:lnTo>
                      <a:lnTo>
                        <a:pt x="360068" y="223634"/>
                      </a:lnTo>
                      <a:lnTo>
                        <a:pt x="358135" y="222870"/>
                      </a:lnTo>
                      <a:lnTo>
                        <a:pt x="358181" y="224236"/>
                      </a:lnTo>
                      <a:lnTo>
                        <a:pt x="361168" y="229839"/>
                      </a:lnTo>
                      <a:lnTo>
                        <a:pt x="361445" y="227234"/>
                      </a:lnTo>
                      <a:lnTo>
                        <a:pt x="363217" y="227466"/>
                      </a:lnTo>
                      <a:lnTo>
                        <a:pt x="364073" y="233393"/>
                      </a:lnTo>
                      <a:lnTo>
                        <a:pt x="370012" y="250189"/>
                      </a:lnTo>
                      <a:lnTo>
                        <a:pt x="372338" y="253616"/>
                      </a:lnTo>
                      <a:lnTo>
                        <a:pt x="374179" y="253512"/>
                      </a:lnTo>
                      <a:lnTo>
                        <a:pt x="375047" y="253755"/>
                      </a:lnTo>
                      <a:lnTo>
                        <a:pt x="372257" y="254681"/>
                      </a:lnTo>
                      <a:lnTo>
                        <a:pt x="368055" y="251358"/>
                      </a:lnTo>
                      <a:lnTo>
                        <a:pt x="368750" y="253512"/>
                      </a:lnTo>
                      <a:lnTo>
                        <a:pt x="363518" y="250629"/>
                      </a:lnTo>
                      <a:lnTo>
                        <a:pt x="362811" y="247492"/>
                      </a:lnTo>
                      <a:lnTo>
                        <a:pt x="360670" y="250849"/>
                      </a:lnTo>
                      <a:lnTo>
                        <a:pt x="357243" y="248545"/>
                      </a:lnTo>
                      <a:lnTo>
                        <a:pt x="360704" y="250977"/>
                      </a:lnTo>
                      <a:lnTo>
                        <a:pt x="362753" y="247758"/>
                      </a:lnTo>
                      <a:lnTo>
                        <a:pt x="363182" y="250745"/>
                      </a:lnTo>
                      <a:lnTo>
                        <a:pt x="371609" y="255850"/>
                      </a:lnTo>
                      <a:lnTo>
                        <a:pt x="375603" y="254090"/>
                      </a:lnTo>
                      <a:lnTo>
                        <a:pt x="383243" y="263942"/>
                      </a:lnTo>
                      <a:lnTo>
                        <a:pt x="383197" y="267507"/>
                      </a:lnTo>
                      <a:lnTo>
                        <a:pt x="383092" y="267611"/>
                      </a:lnTo>
                      <a:lnTo>
                        <a:pt x="383185" y="267727"/>
                      </a:lnTo>
                      <a:lnTo>
                        <a:pt x="383150" y="270042"/>
                      </a:lnTo>
                      <a:lnTo>
                        <a:pt x="380464" y="272473"/>
                      </a:lnTo>
                      <a:lnTo>
                        <a:pt x="376853" y="280668"/>
                      </a:lnTo>
                      <a:lnTo>
                        <a:pt x="376459" y="281571"/>
                      </a:lnTo>
                      <a:lnTo>
                        <a:pt x="375452" y="291272"/>
                      </a:lnTo>
                      <a:lnTo>
                        <a:pt x="375765" y="291237"/>
                      </a:lnTo>
                      <a:lnTo>
                        <a:pt x="376193" y="291191"/>
                      </a:lnTo>
                      <a:lnTo>
                        <a:pt x="381854" y="307733"/>
                      </a:lnTo>
                      <a:lnTo>
                        <a:pt x="391658" y="319483"/>
                      </a:lnTo>
                      <a:lnTo>
                        <a:pt x="390524" y="322978"/>
                      </a:lnTo>
                      <a:lnTo>
                        <a:pt x="392411" y="327343"/>
                      </a:lnTo>
                      <a:lnTo>
                        <a:pt x="392446" y="328222"/>
                      </a:lnTo>
                      <a:lnTo>
                        <a:pt x="393210" y="329218"/>
                      </a:lnTo>
                      <a:lnTo>
                        <a:pt x="394147" y="331382"/>
                      </a:lnTo>
                      <a:lnTo>
                        <a:pt x="396786" y="335966"/>
                      </a:lnTo>
                      <a:lnTo>
                        <a:pt x="399704" y="337564"/>
                      </a:lnTo>
                      <a:lnTo>
                        <a:pt x="399738" y="337610"/>
                      </a:lnTo>
                      <a:lnTo>
                        <a:pt x="398639" y="339798"/>
                      </a:lnTo>
                      <a:lnTo>
                        <a:pt x="400711" y="343988"/>
                      </a:lnTo>
                      <a:lnTo>
                        <a:pt x="396648" y="345169"/>
                      </a:lnTo>
                      <a:lnTo>
                        <a:pt x="396520" y="345158"/>
                      </a:lnTo>
                      <a:lnTo>
                        <a:pt x="396509" y="345204"/>
                      </a:lnTo>
                      <a:lnTo>
                        <a:pt x="396127" y="345308"/>
                      </a:lnTo>
                      <a:lnTo>
                        <a:pt x="396104" y="346420"/>
                      </a:lnTo>
                      <a:lnTo>
                        <a:pt x="395571" y="347971"/>
                      </a:lnTo>
                      <a:lnTo>
                        <a:pt x="396034" y="348469"/>
                      </a:lnTo>
                      <a:lnTo>
                        <a:pt x="395976" y="350263"/>
                      </a:lnTo>
                      <a:lnTo>
                        <a:pt x="394726" y="352543"/>
                      </a:lnTo>
                      <a:lnTo>
                        <a:pt x="393244" y="354743"/>
                      </a:lnTo>
                      <a:lnTo>
                        <a:pt x="393268" y="355206"/>
                      </a:lnTo>
                      <a:lnTo>
                        <a:pt x="392040" y="357463"/>
                      </a:lnTo>
                      <a:lnTo>
                        <a:pt x="387607" y="357671"/>
                      </a:lnTo>
                      <a:lnTo>
                        <a:pt x="386993" y="358134"/>
                      </a:lnTo>
                      <a:lnTo>
                        <a:pt x="392098" y="358713"/>
                      </a:lnTo>
                      <a:lnTo>
                        <a:pt x="393997" y="364987"/>
                      </a:lnTo>
                      <a:lnTo>
                        <a:pt x="394008" y="365288"/>
                      </a:lnTo>
                      <a:lnTo>
                        <a:pt x="394171" y="365578"/>
                      </a:lnTo>
                      <a:lnTo>
                        <a:pt x="395120" y="368703"/>
                      </a:lnTo>
                      <a:lnTo>
                        <a:pt x="398465" y="373519"/>
                      </a:lnTo>
                      <a:lnTo>
                        <a:pt x="398778" y="374109"/>
                      </a:lnTo>
                      <a:lnTo>
                        <a:pt x="398928" y="374202"/>
                      </a:lnTo>
                      <a:lnTo>
                        <a:pt x="401405" y="377767"/>
                      </a:lnTo>
                      <a:lnTo>
                        <a:pt x="393175" y="368668"/>
                      </a:lnTo>
                      <a:lnTo>
                        <a:pt x="393163" y="370359"/>
                      </a:lnTo>
                      <a:lnTo>
                        <a:pt x="389401" y="371331"/>
                      </a:lnTo>
                      <a:lnTo>
                        <a:pt x="382722" y="368043"/>
                      </a:lnTo>
                      <a:lnTo>
                        <a:pt x="389135" y="372187"/>
                      </a:lnTo>
                      <a:lnTo>
                        <a:pt x="380742" y="374051"/>
                      </a:lnTo>
                      <a:lnTo>
                        <a:pt x="380812" y="374433"/>
                      </a:lnTo>
                      <a:lnTo>
                        <a:pt x="386287" y="374352"/>
                      </a:lnTo>
                      <a:lnTo>
                        <a:pt x="385836" y="375359"/>
                      </a:lnTo>
                      <a:lnTo>
                        <a:pt x="388892" y="373669"/>
                      </a:lnTo>
                      <a:lnTo>
                        <a:pt x="391230" y="372465"/>
                      </a:lnTo>
                      <a:lnTo>
                        <a:pt x="395733" y="374468"/>
                      </a:lnTo>
                      <a:lnTo>
                        <a:pt x="399067" y="376968"/>
                      </a:lnTo>
                      <a:lnTo>
                        <a:pt x="401556" y="379446"/>
                      </a:lnTo>
                      <a:lnTo>
                        <a:pt x="401428" y="383798"/>
                      </a:lnTo>
                      <a:lnTo>
                        <a:pt x="402158" y="381240"/>
                      </a:lnTo>
                      <a:lnTo>
                        <a:pt x="403049" y="382918"/>
                      </a:lnTo>
                      <a:lnTo>
                        <a:pt x="401394" y="386380"/>
                      </a:lnTo>
                      <a:lnTo>
                        <a:pt x="401197" y="386796"/>
                      </a:lnTo>
                      <a:lnTo>
                        <a:pt x="402563" y="392816"/>
                      </a:lnTo>
                      <a:lnTo>
                        <a:pt x="406117" y="398002"/>
                      </a:lnTo>
                      <a:lnTo>
                        <a:pt x="408478" y="401683"/>
                      </a:lnTo>
                      <a:lnTo>
                        <a:pt x="408663" y="401717"/>
                      </a:lnTo>
                      <a:lnTo>
                        <a:pt x="409671" y="403199"/>
                      </a:lnTo>
                      <a:lnTo>
                        <a:pt x="408536" y="403547"/>
                      </a:lnTo>
                      <a:lnTo>
                        <a:pt x="408108" y="406313"/>
                      </a:lnTo>
                      <a:lnTo>
                        <a:pt x="408281" y="406336"/>
                      </a:lnTo>
                      <a:lnTo>
                        <a:pt x="408698" y="403720"/>
                      </a:lnTo>
                      <a:lnTo>
                        <a:pt x="409751" y="403350"/>
                      </a:lnTo>
                      <a:lnTo>
                        <a:pt x="410527" y="402736"/>
                      </a:lnTo>
                      <a:lnTo>
                        <a:pt x="411326" y="404357"/>
                      </a:lnTo>
                      <a:lnTo>
                        <a:pt x="411476" y="405757"/>
                      </a:lnTo>
                      <a:lnTo>
                        <a:pt x="412171" y="406070"/>
                      </a:lnTo>
                      <a:lnTo>
                        <a:pt x="413687" y="409103"/>
                      </a:lnTo>
                      <a:lnTo>
                        <a:pt x="413757" y="409253"/>
                      </a:lnTo>
                      <a:lnTo>
                        <a:pt x="415771" y="410677"/>
                      </a:lnTo>
                      <a:lnTo>
                        <a:pt x="415679" y="411291"/>
                      </a:lnTo>
                      <a:lnTo>
                        <a:pt x="416292" y="411036"/>
                      </a:lnTo>
                      <a:lnTo>
                        <a:pt x="417276" y="411731"/>
                      </a:lnTo>
                      <a:lnTo>
                        <a:pt x="416049" y="415227"/>
                      </a:lnTo>
                      <a:lnTo>
                        <a:pt x="417670" y="421373"/>
                      </a:lnTo>
                      <a:lnTo>
                        <a:pt x="419267" y="424534"/>
                      </a:lnTo>
                      <a:lnTo>
                        <a:pt x="421790" y="426814"/>
                      </a:lnTo>
                      <a:lnTo>
                        <a:pt x="421906" y="427011"/>
                      </a:lnTo>
                      <a:lnTo>
                        <a:pt x="422068" y="427069"/>
                      </a:lnTo>
                      <a:lnTo>
                        <a:pt x="424025" y="428828"/>
                      </a:lnTo>
                      <a:lnTo>
                        <a:pt x="424407" y="431062"/>
                      </a:lnTo>
                      <a:lnTo>
                        <a:pt x="424522" y="432544"/>
                      </a:lnTo>
                      <a:lnTo>
                        <a:pt x="424430" y="432764"/>
                      </a:lnTo>
                      <a:lnTo>
                        <a:pt x="424546" y="432822"/>
                      </a:lnTo>
                      <a:lnTo>
                        <a:pt x="424719" y="434940"/>
                      </a:lnTo>
                      <a:lnTo>
                        <a:pt x="428215" y="441770"/>
                      </a:lnTo>
                      <a:lnTo>
                        <a:pt x="433829" y="444213"/>
                      </a:lnTo>
                      <a:lnTo>
                        <a:pt x="432301" y="443854"/>
                      </a:lnTo>
                      <a:lnTo>
                        <a:pt x="429060" y="443032"/>
                      </a:lnTo>
                      <a:lnTo>
                        <a:pt x="429176" y="443842"/>
                      </a:lnTo>
                      <a:lnTo>
                        <a:pt x="429153" y="444386"/>
                      </a:lnTo>
                      <a:lnTo>
                        <a:pt x="424823" y="445104"/>
                      </a:lnTo>
                      <a:lnTo>
                        <a:pt x="421061" y="448820"/>
                      </a:lnTo>
                      <a:lnTo>
                        <a:pt x="417739" y="455105"/>
                      </a:lnTo>
                      <a:lnTo>
                        <a:pt x="418538" y="457004"/>
                      </a:lnTo>
                      <a:lnTo>
                        <a:pt x="415922" y="459666"/>
                      </a:lnTo>
                      <a:lnTo>
                        <a:pt x="410747" y="459365"/>
                      </a:lnTo>
                      <a:lnTo>
                        <a:pt x="411256" y="458254"/>
                      </a:lnTo>
                      <a:lnTo>
                        <a:pt x="407298" y="459933"/>
                      </a:lnTo>
                      <a:lnTo>
                        <a:pt x="400607" y="459817"/>
                      </a:lnTo>
                      <a:lnTo>
                        <a:pt x="399576" y="457617"/>
                      </a:lnTo>
                      <a:lnTo>
                        <a:pt x="400213" y="459412"/>
                      </a:lnTo>
                      <a:lnTo>
                        <a:pt x="400306" y="459701"/>
                      </a:lnTo>
                      <a:lnTo>
                        <a:pt x="393198" y="460627"/>
                      </a:lnTo>
                      <a:lnTo>
                        <a:pt x="390871" y="462479"/>
                      </a:lnTo>
                      <a:lnTo>
                        <a:pt x="390802" y="462537"/>
                      </a:lnTo>
                      <a:lnTo>
                        <a:pt x="389413" y="466369"/>
                      </a:lnTo>
                      <a:lnTo>
                        <a:pt x="387526" y="474912"/>
                      </a:lnTo>
                      <a:lnTo>
                        <a:pt x="383046" y="476706"/>
                      </a:lnTo>
                      <a:lnTo>
                        <a:pt x="379157" y="474044"/>
                      </a:lnTo>
                      <a:lnTo>
                        <a:pt x="375174" y="473384"/>
                      </a:lnTo>
                      <a:lnTo>
                        <a:pt x="374017" y="473187"/>
                      </a:lnTo>
                      <a:lnTo>
                        <a:pt x="373392" y="472516"/>
                      </a:lnTo>
                      <a:lnTo>
                        <a:pt x="371517" y="470467"/>
                      </a:lnTo>
                      <a:lnTo>
                        <a:pt x="368808" y="470293"/>
                      </a:lnTo>
                      <a:lnTo>
                        <a:pt x="365265" y="471879"/>
                      </a:lnTo>
                      <a:lnTo>
                        <a:pt x="365647" y="472412"/>
                      </a:lnTo>
                      <a:lnTo>
                        <a:pt x="367477" y="471717"/>
                      </a:lnTo>
                      <a:lnTo>
                        <a:pt x="369421" y="470976"/>
                      </a:lnTo>
                      <a:lnTo>
                        <a:pt x="369456" y="470953"/>
                      </a:lnTo>
                      <a:lnTo>
                        <a:pt x="369479" y="470965"/>
                      </a:lnTo>
                      <a:lnTo>
                        <a:pt x="374572" y="474541"/>
                      </a:lnTo>
                      <a:lnTo>
                        <a:pt x="377420" y="474483"/>
                      </a:lnTo>
                      <a:lnTo>
                        <a:pt x="378219" y="474461"/>
                      </a:lnTo>
                      <a:lnTo>
                        <a:pt x="379805" y="475641"/>
                      </a:lnTo>
                      <a:lnTo>
                        <a:pt x="381518" y="476903"/>
                      </a:lnTo>
                      <a:lnTo>
                        <a:pt x="383590" y="477864"/>
                      </a:lnTo>
                      <a:lnTo>
                        <a:pt x="388394" y="476289"/>
                      </a:lnTo>
                      <a:lnTo>
                        <a:pt x="389679" y="473789"/>
                      </a:lnTo>
                      <a:lnTo>
                        <a:pt x="389748" y="473662"/>
                      </a:lnTo>
                      <a:lnTo>
                        <a:pt x="390779" y="465871"/>
                      </a:lnTo>
                      <a:lnTo>
                        <a:pt x="390987" y="464378"/>
                      </a:lnTo>
                      <a:lnTo>
                        <a:pt x="391091" y="464297"/>
                      </a:lnTo>
                      <a:lnTo>
                        <a:pt x="394668" y="461599"/>
                      </a:lnTo>
                      <a:lnTo>
                        <a:pt x="399056" y="461276"/>
                      </a:lnTo>
                      <a:lnTo>
                        <a:pt x="407529" y="461333"/>
                      </a:lnTo>
                      <a:lnTo>
                        <a:pt x="410585" y="461090"/>
                      </a:lnTo>
                      <a:lnTo>
                        <a:pt x="411256" y="464621"/>
                      </a:lnTo>
                      <a:lnTo>
                        <a:pt x="410909" y="464957"/>
                      </a:lnTo>
                      <a:lnTo>
                        <a:pt x="411291" y="464829"/>
                      </a:lnTo>
                      <a:lnTo>
                        <a:pt x="413236" y="465246"/>
                      </a:lnTo>
                      <a:lnTo>
                        <a:pt x="411534" y="464679"/>
                      </a:lnTo>
                      <a:lnTo>
                        <a:pt x="410759" y="461148"/>
                      </a:lnTo>
                      <a:lnTo>
                        <a:pt x="413155" y="462502"/>
                      </a:lnTo>
                      <a:lnTo>
                        <a:pt x="418445" y="461530"/>
                      </a:lnTo>
                      <a:lnTo>
                        <a:pt x="420274" y="456935"/>
                      </a:lnTo>
                      <a:lnTo>
                        <a:pt x="421501" y="450603"/>
                      </a:lnTo>
                      <a:lnTo>
                        <a:pt x="425113" y="448577"/>
                      </a:lnTo>
                      <a:lnTo>
                        <a:pt x="426872" y="448067"/>
                      </a:lnTo>
                      <a:lnTo>
                        <a:pt x="428655" y="450927"/>
                      </a:lnTo>
                      <a:lnTo>
                        <a:pt x="430808" y="449190"/>
                      </a:lnTo>
                      <a:lnTo>
                        <a:pt x="430889" y="449445"/>
                      </a:lnTo>
                      <a:lnTo>
                        <a:pt x="430125" y="450139"/>
                      </a:lnTo>
                      <a:lnTo>
                        <a:pt x="431294" y="453485"/>
                      </a:lnTo>
                      <a:lnTo>
                        <a:pt x="437256" y="459724"/>
                      </a:lnTo>
                      <a:lnTo>
                        <a:pt x="441388" y="461090"/>
                      </a:lnTo>
                      <a:lnTo>
                        <a:pt x="441574" y="462167"/>
                      </a:lnTo>
                      <a:lnTo>
                        <a:pt x="441527" y="464343"/>
                      </a:lnTo>
                      <a:lnTo>
                        <a:pt x="442997" y="465454"/>
                      </a:lnTo>
                      <a:lnTo>
                        <a:pt x="448404" y="469541"/>
                      </a:lnTo>
                      <a:lnTo>
                        <a:pt x="449827" y="473129"/>
                      </a:lnTo>
                      <a:lnTo>
                        <a:pt x="450626" y="476104"/>
                      </a:lnTo>
                      <a:lnTo>
                        <a:pt x="450638" y="478477"/>
                      </a:lnTo>
                      <a:lnTo>
                        <a:pt x="447454" y="485550"/>
                      </a:lnTo>
                      <a:lnTo>
                        <a:pt x="447454" y="485596"/>
                      </a:lnTo>
                      <a:lnTo>
                        <a:pt x="447269" y="488907"/>
                      </a:lnTo>
                      <a:lnTo>
                        <a:pt x="446794" y="489208"/>
                      </a:lnTo>
                      <a:lnTo>
                        <a:pt x="447084" y="492264"/>
                      </a:lnTo>
                      <a:lnTo>
                        <a:pt x="447037" y="493190"/>
                      </a:lnTo>
                      <a:lnTo>
                        <a:pt x="447385" y="495413"/>
                      </a:lnTo>
                      <a:lnTo>
                        <a:pt x="447477" y="496385"/>
                      </a:lnTo>
                      <a:lnTo>
                        <a:pt x="447547" y="496420"/>
                      </a:lnTo>
                      <a:lnTo>
                        <a:pt x="447802" y="497994"/>
                      </a:lnTo>
                      <a:lnTo>
                        <a:pt x="448426" y="498156"/>
                      </a:lnTo>
                      <a:lnTo>
                        <a:pt x="448404" y="498261"/>
                      </a:lnTo>
                      <a:lnTo>
                        <a:pt x="447755" y="498121"/>
                      </a:lnTo>
                      <a:lnTo>
                        <a:pt x="448276" y="499106"/>
                      </a:lnTo>
                      <a:lnTo>
                        <a:pt x="448125" y="499997"/>
                      </a:lnTo>
                      <a:lnTo>
                        <a:pt x="448334" y="500714"/>
                      </a:lnTo>
                      <a:lnTo>
                        <a:pt x="446945" y="501305"/>
                      </a:lnTo>
                      <a:lnTo>
                        <a:pt x="446389" y="499881"/>
                      </a:lnTo>
                      <a:lnTo>
                        <a:pt x="445243" y="504639"/>
                      </a:lnTo>
                      <a:lnTo>
                        <a:pt x="442997" y="505159"/>
                      </a:lnTo>
                      <a:lnTo>
                        <a:pt x="441180" y="505576"/>
                      </a:lnTo>
                      <a:lnTo>
                        <a:pt x="438610" y="504523"/>
                      </a:lnTo>
                      <a:lnTo>
                        <a:pt x="436804" y="501050"/>
                      </a:lnTo>
                      <a:lnTo>
                        <a:pt x="433702" y="503261"/>
                      </a:lnTo>
                      <a:lnTo>
                        <a:pt x="430692" y="501386"/>
                      </a:lnTo>
                      <a:lnTo>
                        <a:pt x="425703" y="501884"/>
                      </a:lnTo>
                      <a:lnTo>
                        <a:pt x="418862" y="505646"/>
                      </a:lnTo>
                      <a:lnTo>
                        <a:pt x="415667" y="509072"/>
                      </a:lnTo>
                      <a:lnTo>
                        <a:pt x="415898" y="509408"/>
                      </a:lnTo>
                      <a:lnTo>
                        <a:pt x="417600" y="507683"/>
                      </a:lnTo>
                      <a:lnTo>
                        <a:pt x="419128" y="506178"/>
                      </a:lnTo>
                      <a:lnTo>
                        <a:pt x="421883" y="504940"/>
                      </a:lnTo>
                      <a:lnTo>
                        <a:pt x="428122" y="501988"/>
                      </a:lnTo>
                      <a:lnTo>
                        <a:pt x="433424" y="503805"/>
                      </a:lnTo>
                      <a:lnTo>
                        <a:pt x="436978" y="501826"/>
                      </a:lnTo>
                      <a:lnTo>
                        <a:pt x="438124" y="504812"/>
                      </a:lnTo>
                      <a:lnTo>
                        <a:pt x="441227" y="505970"/>
                      </a:lnTo>
                      <a:lnTo>
                        <a:pt x="442997" y="505924"/>
                      </a:lnTo>
                      <a:lnTo>
                        <a:pt x="444896" y="505866"/>
                      </a:lnTo>
                      <a:lnTo>
                        <a:pt x="448531" y="501340"/>
                      </a:lnTo>
                      <a:lnTo>
                        <a:pt x="449063" y="503134"/>
                      </a:lnTo>
                      <a:lnTo>
                        <a:pt x="449550" y="502520"/>
                      </a:lnTo>
                      <a:lnTo>
                        <a:pt x="449908" y="502949"/>
                      </a:lnTo>
                      <a:lnTo>
                        <a:pt x="449434" y="503840"/>
                      </a:lnTo>
                      <a:lnTo>
                        <a:pt x="450441" y="505333"/>
                      </a:lnTo>
                      <a:lnTo>
                        <a:pt x="452270" y="508019"/>
                      </a:lnTo>
                      <a:lnTo>
                        <a:pt x="450742" y="507000"/>
                      </a:lnTo>
                      <a:lnTo>
                        <a:pt x="451899" y="508343"/>
                      </a:lnTo>
                      <a:lnTo>
                        <a:pt x="448484" y="512499"/>
                      </a:lnTo>
                      <a:lnTo>
                        <a:pt x="449793" y="519896"/>
                      </a:lnTo>
                      <a:lnTo>
                        <a:pt x="453508" y="534609"/>
                      </a:lnTo>
                      <a:lnTo>
                        <a:pt x="453520" y="534643"/>
                      </a:lnTo>
                      <a:lnTo>
                        <a:pt x="457502" y="544251"/>
                      </a:lnTo>
                      <a:lnTo>
                        <a:pt x="459609" y="547308"/>
                      </a:lnTo>
                      <a:lnTo>
                        <a:pt x="462723" y="548095"/>
                      </a:lnTo>
                      <a:lnTo>
                        <a:pt x="459771" y="547875"/>
                      </a:lnTo>
                      <a:lnTo>
                        <a:pt x="461403" y="549680"/>
                      </a:lnTo>
                      <a:lnTo>
                        <a:pt x="462422" y="548558"/>
                      </a:lnTo>
                      <a:lnTo>
                        <a:pt x="462364" y="548673"/>
                      </a:lnTo>
                      <a:lnTo>
                        <a:pt x="461021" y="550838"/>
                      </a:lnTo>
                      <a:lnTo>
                        <a:pt x="461090" y="551012"/>
                      </a:lnTo>
                      <a:lnTo>
                        <a:pt x="460987" y="551197"/>
                      </a:lnTo>
                      <a:lnTo>
                        <a:pt x="463510" y="557448"/>
                      </a:lnTo>
                      <a:lnTo>
                        <a:pt x="465605" y="563224"/>
                      </a:lnTo>
                      <a:lnTo>
                        <a:pt x="466057" y="568132"/>
                      </a:lnTo>
                      <a:lnTo>
                        <a:pt x="466925" y="580762"/>
                      </a:lnTo>
                      <a:lnTo>
                        <a:pt x="470722" y="589096"/>
                      </a:lnTo>
                      <a:lnTo>
                        <a:pt x="471706" y="590346"/>
                      </a:lnTo>
                      <a:lnTo>
                        <a:pt x="472794" y="593044"/>
                      </a:lnTo>
                      <a:lnTo>
                        <a:pt x="473141" y="593530"/>
                      </a:lnTo>
                      <a:lnTo>
                        <a:pt x="476463" y="597790"/>
                      </a:lnTo>
                      <a:lnTo>
                        <a:pt x="490076" y="615212"/>
                      </a:lnTo>
                      <a:lnTo>
                        <a:pt x="490181" y="615350"/>
                      </a:lnTo>
                      <a:lnTo>
                        <a:pt x="489984" y="615524"/>
                      </a:lnTo>
                      <a:lnTo>
                        <a:pt x="489752" y="615408"/>
                      </a:lnTo>
                      <a:lnTo>
                        <a:pt x="488815" y="614945"/>
                      </a:lnTo>
                      <a:lnTo>
                        <a:pt x="489648" y="615478"/>
                      </a:lnTo>
                      <a:lnTo>
                        <a:pt x="489868" y="615617"/>
                      </a:lnTo>
                      <a:lnTo>
                        <a:pt x="501155" y="623349"/>
                      </a:lnTo>
                      <a:lnTo>
                        <a:pt x="511156" y="628315"/>
                      </a:lnTo>
                      <a:lnTo>
                        <a:pt x="512881" y="630272"/>
                      </a:lnTo>
                      <a:lnTo>
                        <a:pt x="513390" y="632425"/>
                      </a:lnTo>
                      <a:lnTo>
                        <a:pt x="513506" y="633154"/>
                      </a:lnTo>
                      <a:lnTo>
                        <a:pt x="513309" y="632923"/>
                      </a:lnTo>
                      <a:lnTo>
                        <a:pt x="512476" y="631615"/>
                      </a:lnTo>
                      <a:lnTo>
                        <a:pt x="509836" y="632425"/>
                      </a:lnTo>
                      <a:lnTo>
                        <a:pt x="509790" y="632436"/>
                      </a:lnTo>
                      <a:lnTo>
                        <a:pt x="507961" y="630422"/>
                      </a:lnTo>
                      <a:lnTo>
                        <a:pt x="509455" y="629959"/>
                      </a:lnTo>
                      <a:lnTo>
                        <a:pt x="507058" y="628234"/>
                      </a:lnTo>
                      <a:lnTo>
                        <a:pt x="505866" y="629380"/>
                      </a:lnTo>
                      <a:lnTo>
                        <a:pt x="508899" y="632089"/>
                      </a:lnTo>
                      <a:lnTo>
                        <a:pt x="506040" y="633027"/>
                      </a:lnTo>
                      <a:lnTo>
                        <a:pt x="506688" y="634277"/>
                      </a:lnTo>
                      <a:lnTo>
                        <a:pt x="506538" y="634578"/>
                      </a:lnTo>
                      <a:lnTo>
                        <a:pt x="505380" y="633362"/>
                      </a:lnTo>
                      <a:lnTo>
                        <a:pt x="505148" y="636627"/>
                      </a:lnTo>
                      <a:lnTo>
                        <a:pt x="505785" y="636152"/>
                      </a:lnTo>
                      <a:lnTo>
                        <a:pt x="505530" y="636696"/>
                      </a:lnTo>
                      <a:lnTo>
                        <a:pt x="505091" y="637148"/>
                      </a:lnTo>
                      <a:lnTo>
                        <a:pt x="505252" y="640586"/>
                      </a:lnTo>
                      <a:lnTo>
                        <a:pt x="513066" y="655727"/>
                      </a:lnTo>
                      <a:lnTo>
                        <a:pt x="516979" y="659223"/>
                      </a:lnTo>
                      <a:lnTo>
                        <a:pt x="519178" y="658772"/>
                      </a:lnTo>
                      <a:lnTo>
                        <a:pt x="519282" y="658783"/>
                      </a:lnTo>
                      <a:lnTo>
                        <a:pt x="515624" y="661191"/>
                      </a:lnTo>
                      <a:lnTo>
                        <a:pt x="516041" y="664235"/>
                      </a:lnTo>
                      <a:lnTo>
                        <a:pt x="514235" y="667615"/>
                      </a:lnTo>
                      <a:lnTo>
                        <a:pt x="516308" y="667071"/>
                      </a:lnTo>
                      <a:lnTo>
                        <a:pt x="516678" y="667291"/>
                      </a:lnTo>
                      <a:lnTo>
                        <a:pt x="518542" y="666504"/>
                      </a:lnTo>
                      <a:lnTo>
                        <a:pt x="516238" y="668021"/>
                      </a:lnTo>
                      <a:lnTo>
                        <a:pt x="512962" y="668252"/>
                      </a:lnTo>
                      <a:lnTo>
                        <a:pt x="508945" y="668078"/>
                      </a:lnTo>
                      <a:lnTo>
                        <a:pt x="505148" y="673438"/>
                      </a:lnTo>
                      <a:lnTo>
                        <a:pt x="504871" y="673820"/>
                      </a:lnTo>
                      <a:lnTo>
                        <a:pt x="503736" y="673959"/>
                      </a:lnTo>
                      <a:lnTo>
                        <a:pt x="501224" y="674272"/>
                      </a:lnTo>
                      <a:lnTo>
                        <a:pt x="500900" y="674318"/>
                      </a:lnTo>
                      <a:lnTo>
                        <a:pt x="497219" y="673357"/>
                      </a:lnTo>
                      <a:lnTo>
                        <a:pt x="497045" y="673311"/>
                      </a:lnTo>
                      <a:lnTo>
                        <a:pt x="497230" y="672292"/>
                      </a:lnTo>
                      <a:lnTo>
                        <a:pt x="497219" y="671829"/>
                      </a:lnTo>
                      <a:lnTo>
                        <a:pt x="495922" y="671760"/>
                      </a:lnTo>
                      <a:lnTo>
                        <a:pt x="494163" y="672281"/>
                      </a:lnTo>
                      <a:lnTo>
                        <a:pt x="493712" y="669317"/>
                      </a:lnTo>
                      <a:lnTo>
                        <a:pt x="492785" y="667697"/>
                      </a:lnTo>
                      <a:lnTo>
                        <a:pt x="493422" y="669838"/>
                      </a:lnTo>
                      <a:lnTo>
                        <a:pt x="491755" y="672014"/>
                      </a:lnTo>
                      <a:lnTo>
                        <a:pt x="487912" y="672674"/>
                      </a:lnTo>
                      <a:lnTo>
                        <a:pt x="486720" y="671401"/>
                      </a:lnTo>
                      <a:lnTo>
                        <a:pt x="487773" y="672674"/>
                      </a:lnTo>
                      <a:lnTo>
                        <a:pt x="491130" y="673010"/>
                      </a:lnTo>
                      <a:lnTo>
                        <a:pt x="491269" y="673021"/>
                      </a:lnTo>
                      <a:lnTo>
                        <a:pt x="493433" y="670567"/>
                      </a:lnTo>
                      <a:lnTo>
                        <a:pt x="493584" y="670949"/>
                      </a:lnTo>
                      <a:lnTo>
                        <a:pt x="494117" y="672454"/>
                      </a:lnTo>
                      <a:lnTo>
                        <a:pt x="494661" y="672327"/>
                      </a:lnTo>
                      <a:lnTo>
                        <a:pt x="496050" y="672038"/>
                      </a:lnTo>
                      <a:lnTo>
                        <a:pt x="496084" y="672095"/>
                      </a:lnTo>
                      <a:lnTo>
                        <a:pt x="496767" y="673507"/>
                      </a:lnTo>
                      <a:lnTo>
                        <a:pt x="499615" y="674248"/>
                      </a:lnTo>
                      <a:lnTo>
                        <a:pt x="499163" y="675232"/>
                      </a:lnTo>
                      <a:lnTo>
                        <a:pt x="500784" y="674769"/>
                      </a:lnTo>
                      <a:lnTo>
                        <a:pt x="514154" y="674607"/>
                      </a:lnTo>
                      <a:lnTo>
                        <a:pt x="515011" y="669757"/>
                      </a:lnTo>
                      <a:lnTo>
                        <a:pt x="516296" y="670104"/>
                      </a:lnTo>
                      <a:lnTo>
                        <a:pt x="514629" y="674619"/>
                      </a:lnTo>
                      <a:lnTo>
                        <a:pt x="516319" y="675603"/>
                      </a:lnTo>
                      <a:lnTo>
                        <a:pt x="518079" y="673913"/>
                      </a:lnTo>
                      <a:lnTo>
                        <a:pt x="518680" y="681101"/>
                      </a:lnTo>
                      <a:lnTo>
                        <a:pt x="516921" y="681240"/>
                      </a:lnTo>
                      <a:lnTo>
                        <a:pt x="516366" y="684424"/>
                      </a:lnTo>
                      <a:lnTo>
                        <a:pt x="503875" y="697597"/>
                      </a:lnTo>
                      <a:lnTo>
                        <a:pt x="495193" y="695965"/>
                      </a:lnTo>
                      <a:lnTo>
                        <a:pt x="494950" y="695918"/>
                      </a:lnTo>
                      <a:lnTo>
                        <a:pt x="494846" y="695814"/>
                      </a:lnTo>
                      <a:lnTo>
                        <a:pt x="489822" y="691172"/>
                      </a:lnTo>
                      <a:lnTo>
                        <a:pt x="489961" y="692457"/>
                      </a:lnTo>
                      <a:lnTo>
                        <a:pt x="487391" y="692029"/>
                      </a:lnTo>
                      <a:lnTo>
                        <a:pt x="485342" y="694136"/>
                      </a:lnTo>
                      <a:lnTo>
                        <a:pt x="484196" y="703489"/>
                      </a:lnTo>
                      <a:lnTo>
                        <a:pt x="484196" y="703512"/>
                      </a:lnTo>
                      <a:lnTo>
                        <a:pt x="484173" y="703489"/>
                      </a:lnTo>
                      <a:lnTo>
                        <a:pt x="482217" y="700433"/>
                      </a:lnTo>
                      <a:lnTo>
                        <a:pt x="480527" y="699588"/>
                      </a:lnTo>
                      <a:lnTo>
                        <a:pt x="480434" y="699727"/>
                      </a:lnTo>
                      <a:lnTo>
                        <a:pt x="482217" y="700641"/>
                      </a:lnTo>
                      <a:lnTo>
                        <a:pt x="483872" y="703489"/>
                      </a:lnTo>
                      <a:lnTo>
                        <a:pt x="484208" y="704045"/>
                      </a:lnTo>
                      <a:lnTo>
                        <a:pt x="483386" y="705075"/>
                      </a:lnTo>
                      <a:lnTo>
                        <a:pt x="483004" y="705550"/>
                      </a:lnTo>
                      <a:lnTo>
                        <a:pt x="482633" y="706013"/>
                      </a:lnTo>
                      <a:lnTo>
                        <a:pt x="480538" y="706730"/>
                      </a:lnTo>
                      <a:lnTo>
                        <a:pt x="479334" y="707170"/>
                      </a:lnTo>
                      <a:lnTo>
                        <a:pt x="476070" y="708386"/>
                      </a:lnTo>
                      <a:lnTo>
                        <a:pt x="476139" y="708733"/>
                      </a:lnTo>
                      <a:lnTo>
                        <a:pt x="477540" y="708432"/>
                      </a:lnTo>
                      <a:lnTo>
                        <a:pt x="477633" y="708421"/>
                      </a:lnTo>
                      <a:lnTo>
                        <a:pt x="482992" y="706279"/>
                      </a:lnTo>
                      <a:lnTo>
                        <a:pt x="484069" y="705086"/>
                      </a:lnTo>
                      <a:lnTo>
                        <a:pt x="484103" y="705040"/>
                      </a:lnTo>
                      <a:lnTo>
                        <a:pt x="484821" y="704241"/>
                      </a:lnTo>
                      <a:lnTo>
                        <a:pt x="484914" y="703489"/>
                      </a:lnTo>
                      <a:lnTo>
                        <a:pt x="485840" y="695143"/>
                      </a:lnTo>
                      <a:lnTo>
                        <a:pt x="487842" y="693024"/>
                      </a:lnTo>
                      <a:lnTo>
                        <a:pt x="500032" y="698558"/>
                      </a:lnTo>
                      <a:lnTo>
                        <a:pt x="498654" y="699854"/>
                      </a:lnTo>
                      <a:lnTo>
                        <a:pt x="503759" y="699148"/>
                      </a:lnTo>
                      <a:lnTo>
                        <a:pt x="504176" y="700491"/>
                      </a:lnTo>
                      <a:lnTo>
                        <a:pt x="504060" y="699090"/>
                      </a:lnTo>
                      <a:lnTo>
                        <a:pt x="505033" y="700410"/>
                      </a:lnTo>
                      <a:lnTo>
                        <a:pt x="504558" y="698894"/>
                      </a:lnTo>
                      <a:lnTo>
                        <a:pt x="506398" y="698060"/>
                      </a:lnTo>
                      <a:lnTo>
                        <a:pt x="517616" y="685975"/>
                      </a:lnTo>
                      <a:lnTo>
                        <a:pt x="518819" y="684539"/>
                      </a:lnTo>
                      <a:lnTo>
                        <a:pt x="523461" y="687688"/>
                      </a:lnTo>
                      <a:lnTo>
                        <a:pt x="519722" y="683995"/>
                      </a:lnTo>
                      <a:lnTo>
                        <a:pt x="522547" y="678728"/>
                      </a:lnTo>
                      <a:lnTo>
                        <a:pt x="520579" y="671007"/>
                      </a:lnTo>
                      <a:lnTo>
                        <a:pt x="521193" y="668738"/>
                      </a:lnTo>
                      <a:lnTo>
                        <a:pt x="523496" y="670845"/>
                      </a:lnTo>
                      <a:lnTo>
                        <a:pt x="527108" y="669676"/>
                      </a:lnTo>
                      <a:lnTo>
                        <a:pt x="524839" y="664687"/>
                      </a:lnTo>
                      <a:lnTo>
                        <a:pt x="526274" y="659165"/>
                      </a:lnTo>
                      <a:lnTo>
                        <a:pt x="525892" y="663182"/>
                      </a:lnTo>
                      <a:lnTo>
                        <a:pt x="532780" y="670058"/>
                      </a:lnTo>
                      <a:lnTo>
                        <a:pt x="544518" y="674885"/>
                      </a:lnTo>
                      <a:lnTo>
                        <a:pt x="548419" y="674283"/>
                      </a:lnTo>
                      <a:lnTo>
                        <a:pt x="548708" y="674399"/>
                      </a:lnTo>
                      <a:lnTo>
                        <a:pt x="553073" y="676158"/>
                      </a:lnTo>
                      <a:lnTo>
                        <a:pt x="561118" y="683116"/>
                      </a:lnTo>
                      <a:lnTo>
                        <a:pt x="567982" y="687595"/>
                      </a:lnTo>
                      <a:lnTo>
                        <a:pt x="578968" y="692701"/>
                      </a:lnTo>
                      <a:lnTo>
                        <a:pt x="587256" y="695097"/>
                      </a:lnTo>
                      <a:lnTo>
                        <a:pt x="594711" y="692793"/>
                      </a:lnTo>
                      <a:lnTo>
                        <a:pt x="601020" y="695097"/>
                      </a:lnTo>
                      <a:lnTo>
                        <a:pt x="606565" y="700942"/>
                      </a:lnTo>
                      <a:lnTo>
                        <a:pt x="607560" y="700584"/>
                      </a:lnTo>
                      <a:lnTo>
                        <a:pt x="608382" y="701220"/>
                      </a:lnTo>
                      <a:lnTo>
                        <a:pt x="608590" y="702459"/>
                      </a:lnTo>
                      <a:lnTo>
                        <a:pt x="616288" y="703489"/>
                      </a:lnTo>
                      <a:lnTo>
                        <a:pt x="617562" y="703663"/>
                      </a:lnTo>
                      <a:lnTo>
                        <a:pt x="618395" y="703489"/>
                      </a:lnTo>
                      <a:lnTo>
                        <a:pt x="624021" y="702343"/>
                      </a:lnTo>
                      <a:lnTo>
                        <a:pt x="626348" y="703489"/>
                      </a:lnTo>
                      <a:lnTo>
                        <a:pt x="639255" y="709833"/>
                      </a:lnTo>
                      <a:lnTo>
                        <a:pt x="645703" y="708513"/>
                      </a:lnTo>
                      <a:lnTo>
                        <a:pt x="645772" y="708733"/>
                      </a:lnTo>
                      <a:lnTo>
                        <a:pt x="644233" y="709879"/>
                      </a:lnTo>
                      <a:lnTo>
                        <a:pt x="644545" y="709902"/>
                      </a:lnTo>
                      <a:lnTo>
                        <a:pt x="642705" y="711511"/>
                      </a:lnTo>
                      <a:lnTo>
                        <a:pt x="642195" y="714231"/>
                      </a:lnTo>
                      <a:lnTo>
                        <a:pt x="636963" y="713444"/>
                      </a:lnTo>
                      <a:lnTo>
                        <a:pt x="633143" y="715817"/>
                      </a:lnTo>
                      <a:lnTo>
                        <a:pt x="625920" y="726861"/>
                      </a:lnTo>
                      <a:lnTo>
                        <a:pt x="624577" y="742940"/>
                      </a:lnTo>
                      <a:lnTo>
                        <a:pt x="627899" y="749642"/>
                      </a:lnTo>
                      <a:lnTo>
                        <a:pt x="626359" y="751575"/>
                      </a:lnTo>
                      <a:lnTo>
                        <a:pt x="616995" y="749850"/>
                      </a:lnTo>
                      <a:lnTo>
                        <a:pt x="615212" y="746424"/>
                      </a:lnTo>
                      <a:lnTo>
                        <a:pt x="590613" y="752096"/>
                      </a:lnTo>
                      <a:lnTo>
                        <a:pt x="585439" y="746748"/>
                      </a:lnTo>
                      <a:lnTo>
                        <a:pt x="573214" y="743542"/>
                      </a:lnTo>
                      <a:lnTo>
                        <a:pt x="566234" y="744213"/>
                      </a:lnTo>
                      <a:lnTo>
                        <a:pt x="561835" y="748971"/>
                      </a:lnTo>
                      <a:lnTo>
                        <a:pt x="541994" y="741759"/>
                      </a:lnTo>
                      <a:lnTo>
                        <a:pt x="536102" y="743241"/>
                      </a:lnTo>
                      <a:lnTo>
                        <a:pt x="533891" y="746899"/>
                      </a:lnTo>
                      <a:lnTo>
                        <a:pt x="524341" y="744294"/>
                      </a:lnTo>
                      <a:lnTo>
                        <a:pt x="514988" y="744595"/>
                      </a:lnTo>
                      <a:lnTo>
                        <a:pt x="510994" y="741828"/>
                      </a:lnTo>
                      <a:lnTo>
                        <a:pt x="504604" y="742129"/>
                      </a:lnTo>
                      <a:lnTo>
                        <a:pt x="496420" y="739224"/>
                      </a:lnTo>
                      <a:lnTo>
                        <a:pt x="493943" y="740243"/>
                      </a:lnTo>
                      <a:lnTo>
                        <a:pt x="494140" y="742697"/>
                      </a:lnTo>
                      <a:lnTo>
                        <a:pt x="491442" y="745359"/>
                      </a:lnTo>
                      <a:lnTo>
                        <a:pt x="486534" y="745730"/>
                      </a:lnTo>
                      <a:lnTo>
                        <a:pt x="487727" y="747674"/>
                      </a:lnTo>
                      <a:lnTo>
                        <a:pt x="486372" y="753844"/>
                      </a:lnTo>
                      <a:lnTo>
                        <a:pt x="478281" y="752096"/>
                      </a:lnTo>
                      <a:lnTo>
                        <a:pt x="475352" y="753566"/>
                      </a:lnTo>
                      <a:lnTo>
                        <a:pt x="476371" y="756646"/>
                      </a:lnTo>
                      <a:lnTo>
                        <a:pt x="474692" y="756240"/>
                      </a:lnTo>
                      <a:lnTo>
                        <a:pt x="471740" y="760743"/>
                      </a:lnTo>
                      <a:lnTo>
                        <a:pt x="470757" y="759238"/>
                      </a:lnTo>
                      <a:lnTo>
                        <a:pt x="467353" y="759945"/>
                      </a:lnTo>
                      <a:lnTo>
                        <a:pt x="465605" y="762943"/>
                      </a:lnTo>
                      <a:lnTo>
                        <a:pt x="456981" y="767758"/>
                      </a:lnTo>
                      <a:lnTo>
                        <a:pt x="456495" y="762908"/>
                      </a:lnTo>
                      <a:lnTo>
                        <a:pt x="452524" y="762642"/>
                      </a:lnTo>
                      <a:lnTo>
                        <a:pt x="449850" y="766774"/>
                      </a:lnTo>
                      <a:lnTo>
                        <a:pt x="447026" y="763059"/>
                      </a:lnTo>
                      <a:lnTo>
                        <a:pt x="446216" y="757085"/>
                      </a:lnTo>
                      <a:lnTo>
                        <a:pt x="447732" y="754932"/>
                      </a:lnTo>
                      <a:lnTo>
                        <a:pt x="444016" y="750314"/>
                      </a:lnTo>
                      <a:lnTo>
                        <a:pt x="443345" y="754284"/>
                      </a:lnTo>
                      <a:lnTo>
                        <a:pt x="439258" y="755256"/>
                      </a:lnTo>
                      <a:lnTo>
                        <a:pt x="437788" y="751031"/>
                      </a:lnTo>
                      <a:lnTo>
                        <a:pt x="435091" y="750684"/>
                      </a:lnTo>
                      <a:lnTo>
                        <a:pt x="433227" y="760304"/>
                      </a:lnTo>
                      <a:lnTo>
                        <a:pt x="426595" y="759030"/>
                      </a:lnTo>
                      <a:lnTo>
                        <a:pt x="428458" y="755881"/>
                      </a:lnTo>
                      <a:lnTo>
                        <a:pt x="425599" y="754307"/>
                      </a:lnTo>
                      <a:lnTo>
                        <a:pt x="417438" y="744711"/>
                      </a:lnTo>
                      <a:lnTo>
                        <a:pt x="411963" y="746644"/>
                      </a:lnTo>
                      <a:lnTo>
                        <a:pt x="412159" y="749156"/>
                      </a:lnTo>
                      <a:lnTo>
                        <a:pt x="417253" y="750383"/>
                      </a:lnTo>
                      <a:lnTo>
                        <a:pt x="416384" y="755291"/>
                      </a:lnTo>
                      <a:lnTo>
                        <a:pt x="417866" y="757907"/>
                      </a:lnTo>
                      <a:lnTo>
                        <a:pt x="415771" y="762584"/>
                      </a:lnTo>
                      <a:lnTo>
                        <a:pt x="419360" y="766983"/>
                      </a:lnTo>
                      <a:lnTo>
                        <a:pt x="416165" y="769726"/>
                      </a:lnTo>
                      <a:lnTo>
                        <a:pt x="418480" y="774970"/>
                      </a:lnTo>
                      <a:lnTo>
                        <a:pt x="416107" y="775618"/>
                      </a:lnTo>
                      <a:lnTo>
                        <a:pt x="413016" y="773164"/>
                      </a:lnTo>
                      <a:lnTo>
                        <a:pt x="414509" y="769298"/>
                      </a:lnTo>
                      <a:lnTo>
                        <a:pt x="411800" y="762445"/>
                      </a:lnTo>
                      <a:lnTo>
                        <a:pt x="403686" y="761426"/>
                      </a:lnTo>
                      <a:lnTo>
                        <a:pt x="406128" y="755210"/>
                      </a:lnTo>
                      <a:lnTo>
                        <a:pt x="401475" y="757537"/>
                      </a:lnTo>
                      <a:lnTo>
                        <a:pt x="399484" y="761843"/>
                      </a:lnTo>
                      <a:lnTo>
                        <a:pt x="398488" y="756692"/>
                      </a:lnTo>
                      <a:lnTo>
                        <a:pt x="393453" y="756125"/>
                      </a:lnTo>
                      <a:lnTo>
                        <a:pt x="393036" y="761450"/>
                      </a:lnTo>
                      <a:lnTo>
                        <a:pt x="396590" y="764193"/>
                      </a:lnTo>
                      <a:lnTo>
                        <a:pt x="392180" y="765339"/>
                      </a:lnTo>
                      <a:lnTo>
                        <a:pt x="387734" y="764135"/>
                      </a:lnTo>
                      <a:lnTo>
                        <a:pt x="384424" y="756078"/>
                      </a:lnTo>
                      <a:lnTo>
                        <a:pt x="378207" y="753069"/>
                      </a:lnTo>
                      <a:lnTo>
                        <a:pt x="374862" y="749005"/>
                      </a:lnTo>
                      <a:lnTo>
                        <a:pt x="376124" y="744248"/>
                      </a:lnTo>
                      <a:lnTo>
                        <a:pt x="371794" y="744792"/>
                      </a:lnTo>
                      <a:lnTo>
                        <a:pt x="375394" y="741724"/>
                      </a:lnTo>
                      <a:lnTo>
                        <a:pt x="375464" y="739745"/>
                      </a:lnTo>
                      <a:lnTo>
                        <a:pt x="368090" y="741122"/>
                      </a:lnTo>
                      <a:lnTo>
                        <a:pt x="368588" y="736966"/>
                      </a:lnTo>
                      <a:lnTo>
                        <a:pt x="365034" y="735601"/>
                      </a:lnTo>
                      <a:lnTo>
                        <a:pt x="360913" y="738772"/>
                      </a:lnTo>
                      <a:lnTo>
                        <a:pt x="357579" y="739097"/>
                      </a:lnTo>
                      <a:lnTo>
                        <a:pt x="355217" y="737314"/>
                      </a:lnTo>
                      <a:lnTo>
                        <a:pt x="357706" y="736399"/>
                      </a:lnTo>
                      <a:lnTo>
                        <a:pt x="357394" y="732487"/>
                      </a:lnTo>
                      <a:lnTo>
                        <a:pt x="350240" y="732938"/>
                      </a:lnTo>
                      <a:lnTo>
                        <a:pt x="349106" y="727104"/>
                      </a:lnTo>
                      <a:lnTo>
                        <a:pt x="340783" y="727880"/>
                      </a:lnTo>
                      <a:lnTo>
                        <a:pt x="335758" y="726328"/>
                      </a:lnTo>
                      <a:lnTo>
                        <a:pt x="327412" y="722659"/>
                      </a:lnTo>
                      <a:lnTo>
                        <a:pt x="325386" y="729616"/>
                      </a:lnTo>
                      <a:lnTo>
                        <a:pt x="323419" y="731248"/>
                      </a:lnTo>
                      <a:lnTo>
                        <a:pt x="313788" y="730565"/>
                      </a:lnTo>
                      <a:lnTo>
                        <a:pt x="310870" y="728284"/>
                      </a:lnTo>
                      <a:lnTo>
                        <a:pt x="307467" y="728863"/>
                      </a:lnTo>
                      <a:lnTo>
                        <a:pt x="308729" y="743646"/>
                      </a:lnTo>
                      <a:lnTo>
                        <a:pt x="306657" y="743484"/>
                      </a:lnTo>
                      <a:lnTo>
                        <a:pt x="304955" y="747003"/>
                      </a:lnTo>
                      <a:lnTo>
                        <a:pt x="302999" y="756738"/>
                      </a:lnTo>
                      <a:lnTo>
                        <a:pt x="292893" y="750487"/>
                      </a:lnTo>
                      <a:lnTo>
                        <a:pt x="291052" y="745926"/>
                      </a:lnTo>
                      <a:lnTo>
                        <a:pt x="287059" y="742697"/>
                      </a:lnTo>
                      <a:lnTo>
                        <a:pt x="284061" y="745521"/>
                      </a:lnTo>
                      <a:lnTo>
                        <a:pt x="280785" y="745591"/>
                      </a:lnTo>
                      <a:lnTo>
                        <a:pt x="280357" y="758347"/>
                      </a:lnTo>
                      <a:lnTo>
                        <a:pt x="277567" y="758197"/>
                      </a:lnTo>
                      <a:lnTo>
                        <a:pt x="274036" y="760605"/>
                      </a:lnTo>
                      <a:lnTo>
                        <a:pt x="268618" y="767168"/>
                      </a:lnTo>
                      <a:lnTo>
                        <a:pt x="251799" y="775132"/>
                      </a:lnTo>
                      <a:lnTo>
                        <a:pt x="242376" y="776232"/>
                      </a:lnTo>
                      <a:lnTo>
                        <a:pt x="240292" y="771405"/>
                      </a:lnTo>
                      <a:lnTo>
                        <a:pt x="237074" y="771289"/>
                      </a:lnTo>
                      <a:lnTo>
                        <a:pt x="233219" y="767191"/>
                      </a:lnTo>
                      <a:lnTo>
                        <a:pt x="216793" y="762318"/>
                      </a:lnTo>
                      <a:lnTo>
                        <a:pt x="217326" y="757363"/>
                      </a:lnTo>
                      <a:lnTo>
                        <a:pt x="211121" y="759146"/>
                      </a:lnTo>
                      <a:lnTo>
                        <a:pt x="202520" y="766300"/>
                      </a:lnTo>
                      <a:lnTo>
                        <a:pt x="192171" y="769888"/>
                      </a:lnTo>
                      <a:lnTo>
                        <a:pt x="180676" y="771220"/>
                      </a:lnTo>
                      <a:lnTo>
                        <a:pt x="177539" y="773847"/>
                      </a:lnTo>
                      <a:lnTo>
                        <a:pt x="173789" y="772238"/>
                      </a:lnTo>
                      <a:lnTo>
                        <a:pt x="177655" y="764112"/>
                      </a:lnTo>
                      <a:lnTo>
                        <a:pt x="175120" y="753589"/>
                      </a:lnTo>
                      <a:lnTo>
                        <a:pt x="176532" y="745348"/>
                      </a:lnTo>
                      <a:lnTo>
                        <a:pt x="174402" y="736098"/>
                      </a:lnTo>
                      <a:lnTo>
                        <a:pt x="172423" y="734871"/>
                      </a:lnTo>
                      <a:lnTo>
                        <a:pt x="173152" y="728574"/>
                      </a:lnTo>
                      <a:lnTo>
                        <a:pt x="169772" y="726560"/>
                      </a:lnTo>
                      <a:lnTo>
                        <a:pt x="164551" y="728400"/>
                      </a:lnTo>
                      <a:lnTo>
                        <a:pt x="160257" y="721941"/>
                      </a:lnTo>
                      <a:lnTo>
                        <a:pt x="160500" y="717206"/>
                      </a:lnTo>
                      <a:lnTo>
                        <a:pt x="148056" y="709312"/>
                      </a:lnTo>
                      <a:lnTo>
                        <a:pt x="139559" y="699206"/>
                      </a:lnTo>
                      <a:lnTo>
                        <a:pt x="128133" y="690929"/>
                      </a:lnTo>
                      <a:lnTo>
                        <a:pt x="126721" y="681692"/>
                      </a:lnTo>
                      <a:lnTo>
                        <a:pt x="121246" y="670047"/>
                      </a:lnTo>
                      <a:lnTo>
                        <a:pt x="133910" y="659026"/>
                      </a:lnTo>
                      <a:lnTo>
                        <a:pt x="132266" y="651131"/>
                      </a:lnTo>
                      <a:lnTo>
                        <a:pt x="128689" y="649395"/>
                      </a:lnTo>
                      <a:lnTo>
                        <a:pt x="128724" y="647740"/>
                      </a:lnTo>
                      <a:lnTo>
                        <a:pt x="120551" y="647057"/>
                      </a:lnTo>
                      <a:lnTo>
                        <a:pt x="120621" y="645332"/>
                      </a:lnTo>
                      <a:lnTo>
                        <a:pt x="117727" y="644336"/>
                      </a:lnTo>
                      <a:lnTo>
                        <a:pt x="112252" y="638074"/>
                      </a:lnTo>
                      <a:lnTo>
                        <a:pt x="110932" y="631175"/>
                      </a:lnTo>
                      <a:lnTo>
                        <a:pt x="114821" y="628778"/>
                      </a:lnTo>
                      <a:lnTo>
                        <a:pt x="115643" y="620328"/>
                      </a:lnTo>
                      <a:lnTo>
                        <a:pt x="121234" y="614181"/>
                      </a:lnTo>
                      <a:lnTo>
                        <a:pt x="119012" y="611021"/>
                      </a:lnTo>
                      <a:lnTo>
                        <a:pt x="122982" y="597501"/>
                      </a:lnTo>
                      <a:lnTo>
                        <a:pt x="122450" y="592233"/>
                      </a:lnTo>
                      <a:lnTo>
                        <a:pt x="127231" y="586619"/>
                      </a:lnTo>
                      <a:lnTo>
                        <a:pt x="125402" y="582162"/>
                      </a:lnTo>
                      <a:lnTo>
                        <a:pt x="126050" y="576340"/>
                      </a:lnTo>
                      <a:lnTo>
                        <a:pt x="122253" y="573978"/>
                      </a:lnTo>
                      <a:lnTo>
                        <a:pt x="120898" y="567889"/>
                      </a:lnTo>
                      <a:lnTo>
                        <a:pt x="113745" y="566836"/>
                      </a:lnTo>
                      <a:lnTo>
                        <a:pt x="106522" y="558629"/>
                      </a:lnTo>
                      <a:lnTo>
                        <a:pt x="105572" y="554855"/>
                      </a:lnTo>
                      <a:lnTo>
                        <a:pt x="99715" y="552007"/>
                      </a:lnTo>
                      <a:lnTo>
                        <a:pt x="95825" y="540617"/>
                      </a:lnTo>
                      <a:lnTo>
                        <a:pt x="92457" y="537688"/>
                      </a:lnTo>
                      <a:lnTo>
                        <a:pt x="88509" y="545779"/>
                      </a:lnTo>
                      <a:lnTo>
                        <a:pt x="78577" y="551961"/>
                      </a:lnTo>
                      <a:lnTo>
                        <a:pt x="75753" y="550676"/>
                      </a:lnTo>
                      <a:lnTo>
                        <a:pt x="63829" y="564636"/>
                      </a:lnTo>
                      <a:lnTo>
                        <a:pt x="54140" y="567079"/>
                      </a:lnTo>
                      <a:lnTo>
                        <a:pt x="50679" y="566593"/>
                      </a:lnTo>
                      <a:lnTo>
                        <a:pt x="42495" y="560701"/>
                      </a:lnTo>
                      <a:lnTo>
                        <a:pt x="39289" y="556649"/>
                      </a:lnTo>
                      <a:lnTo>
                        <a:pt x="34369" y="543487"/>
                      </a:lnTo>
                      <a:lnTo>
                        <a:pt x="37564" y="539007"/>
                      </a:lnTo>
                      <a:lnTo>
                        <a:pt x="31927" y="527050"/>
                      </a:lnTo>
                      <a:lnTo>
                        <a:pt x="26833" y="520775"/>
                      </a:lnTo>
                      <a:lnTo>
                        <a:pt x="36730" y="513598"/>
                      </a:lnTo>
                      <a:lnTo>
                        <a:pt x="39786" y="506398"/>
                      </a:lnTo>
                      <a:lnTo>
                        <a:pt x="40296" y="500390"/>
                      </a:lnTo>
                      <a:lnTo>
                        <a:pt x="47438" y="494602"/>
                      </a:lnTo>
                      <a:lnTo>
                        <a:pt x="45354" y="494440"/>
                      </a:lnTo>
                      <a:lnTo>
                        <a:pt x="39914" y="487668"/>
                      </a:lnTo>
                      <a:lnTo>
                        <a:pt x="38721" y="483235"/>
                      </a:lnTo>
                      <a:lnTo>
                        <a:pt x="39717" y="477366"/>
                      </a:lnTo>
                      <a:lnTo>
                        <a:pt x="30572" y="474287"/>
                      </a:lnTo>
                      <a:lnTo>
                        <a:pt x="28627" y="469645"/>
                      </a:lnTo>
                      <a:lnTo>
                        <a:pt x="29009" y="468279"/>
                      </a:lnTo>
                      <a:lnTo>
                        <a:pt x="31973" y="468024"/>
                      </a:lnTo>
                      <a:lnTo>
                        <a:pt x="33698" y="463394"/>
                      </a:lnTo>
                      <a:lnTo>
                        <a:pt x="36198" y="462908"/>
                      </a:lnTo>
                      <a:lnTo>
                        <a:pt x="38224" y="460141"/>
                      </a:lnTo>
                      <a:lnTo>
                        <a:pt x="40192" y="451262"/>
                      </a:lnTo>
                      <a:lnTo>
                        <a:pt x="38004" y="450683"/>
                      </a:lnTo>
                      <a:lnTo>
                        <a:pt x="39347" y="449051"/>
                      </a:lnTo>
                      <a:lnTo>
                        <a:pt x="38201" y="448913"/>
                      </a:lnTo>
                      <a:lnTo>
                        <a:pt x="38513" y="443228"/>
                      </a:lnTo>
                      <a:lnTo>
                        <a:pt x="45378" y="440543"/>
                      </a:lnTo>
                      <a:lnTo>
                        <a:pt x="49823" y="435971"/>
                      </a:lnTo>
                      <a:lnTo>
                        <a:pt x="53863" y="435878"/>
                      </a:lnTo>
                      <a:lnTo>
                        <a:pt x="54117" y="433621"/>
                      </a:lnTo>
                      <a:lnTo>
                        <a:pt x="59060" y="433123"/>
                      </a:lnTo>
                      <a:lnTo>
                        <a:pt x="59790" y="431653"/>
                      </a:lnTo>
                      <a:lnTo>
                        <a:pt x="61700" y="433528"/>
                      </a:lnTo>
                      <a:lnTo>
                        <a:pt x="61445" y="431363"/>
                      </a:lnTo>
                      <a:lnTo>
                        <a:pt x="68958" y="429557"/>
                      </a:lnTo>
                      <a:lnTo>
                        <a:pt x="69004" y="427393"/>
                      </a:lnTo>
                      <a:lnTo>
                        <a:pt x="65196" y="423249"/>
                      </a:lnTo>
                      <a:lnTo>
                        <a:pt x="66422" y="421015"/>
                      </a:lnTo>
                      <a:lnTo>
                        <a:pt x="65080" y="421825"/>
                      </a:lnTo>
                      <a:lnTo>
                        <a:pt x="63077" y="419787"/>
                      </a:lnTo>
                      <a:lnTo>
                        <a:pt x="63343" y="416569"/>
                      </a:lnTo>
                      <a:lnTo>
                        <a:pt x="61989" y="416326"/>
                      </a:lnTo>
                      <a:lnTo>
                        <a:pt x="65983" y="412992"/>
                      </a:lnTo>
                      <a:lnTo>
                        <a:pt x="62973" y="408813"/>
                      </a:lnTo>
                      <a:lnTo>
                        <a:pt x="65219" y="404924"/>
                      </a:lnTo>
                      <a:lnTo>
                        <a:pt x="68113" y="404600"/>
                      </a:lnTo>
                      <a:lnTo>
                        <a:pt x="62579" y="399668"/>
                      </a:lnTo>
                      <a:lnTo>
                        <a:pt x="57891" y="400606"/>
                      </a:lnTo>
                      <a:lnTo>
                        <a:pt x="57417" y="403003"/>
                      </a:lnTo>
                      <a:lnTo>
                        <a:pt x="53145" y="402875"/>
                      </a:lnTo>
                      <a:lnTo>
                        <a:pt x="52532" y="404299"/>
                      </a:lnTo>
                      <a:lnTo>
                        <a:pt x="47982" y="403674"/>
                      </a:lnTo>
                      <a:lnTo>
                        <a:pt x="46211" y="405353"/>
                      </a:lnTo>
                      <a:lnTo>
                        <a:pt x="42460" y="403813"/>
                      </a:lnTo>
                      <a:lnTo>
                        <a:pt x="43780" y="400676"/>
                      </a:lnTo>
                      <a:lnTo>
                        <a:pt x="40956" y="398800"/>
                      </a:lnTo>
                      <a:lnTo>
                        <a:pt x="40400" y="396265"/>
                      </a:lnTo>
                      <a:lnTo>
                        <a:pt x="35249" y="395779"/>
                      </a:lnTo>
                      <a:lnTo>
                        <a:pt x="35376" y="393013"/>
                      </a:lnTo>
                      <a:lnTo>
                        <a:pt x="31973" y="390998"/>
                      </a:lnTo>
                      <a:lnTo>
                        <a:pt x="32042" y="386449"/>
                      </a:lnTo>
                      <a:lnTo>
                        <a:pt x="29692" y="383879"/>
                      </a:lnTo>
                      <a:lnTo>
                        <a:pt x="30260" y="379527"/>
                      </a:lnTo>
                      <a:lnTo>
                        <a:pt x="22747" y="376725"/>
                      </a:lnTo>
                      <a:lnTo>
                        <a:pt x="18904" y="377559"/>
                      </a:lnTo>
                      <a:lnTo>
                        <a:pt x="10766" y="372558"/>
                      </a:lnTo>
                      <a:lnTo>
                        <a:pt x="9238" y="366515"/>
                      </a:lnTo>
                      <a:lnTo>
                        <a:pt x="6899" y="365937"/>
                      </a:lnTo>
                      <a:lnTo>
                        <a:pt x="4005" y="361098"/>
                      </a:lnTo>
                      <a:lnTo>
                        <a:pt x="2072" y="354534"/>
                      </a:lnTo>
                      <a:lnTo>
                        <a:pt x="5047" y="349117"/>
                      </a:lnTo>
                      <a:lnTo>
                        <a:pt x="35" y="341419"/>
                      </a:lnTo>
                      <a:lnTo>
                        <a:pt x="0" y="341361"/>
                      </a:lnTo>
                      <a:lnTo>
                        <a:pt x="70" y="341396"/>
                      </a:lnTo>
                      <a:lnTo>
                        <a:pt x="220" y="341373"/>
                      </a:lnTo>
                      <a:lnTo>
                        <a:pt x="255" y="341338"/>
                      </a:lnTo>
                      <a:lnTo>
                        <a:pt x="266" y="341257"/>
                      </a:lnTo>
                      <a:lnTo>
                        <a:pt x="556" y="341129"/>
                      </a:lnTo>
                      <a:lnTo>
                        <a:pt x="706" y="341037"/>
                      </a:lnTo>
                      <a:lnTo>
                        <a:pt x="834" y="340944"/>
                      </a:lnTo>
                      <a:lnTo>
                        <a:pt x="834" y="340875"/>
                      </a:lnTo>
                      <a:lnTo>
                        <a:pt x="799" y="340747"/>
                      </a:lnTo>
                      <a:lnTo>
                        <a:pt x="984" y="340655"/>
                      </a:lnTo>
                      <a:lnTo>
                        <a:pt x="996" y="340493"/>
                      </a:lnTo>
                      <a:lnTo>
                        <a:pt x="1007" y="340470"/>
                      </a:lnTo>
                      <a:lnTo>
                        <a:pt x="1135" y="340412"/>
                      </a:lnTo>
                      <a:lnTo>
                        <a:pt x="1239" y="340307"/>
                      </a:lnTo>
                      <a:lnTo>
                        <a:pt x="1193" y="340157"/>
                      </a:lnTo>
                      <a:lnTo>
                        <a:pt x="1193" y="340099"/>
                      </a:lnTo>
                      <a:lnTo>
                        <a:pt x="1308" y="340111"/>
                      </a:lnTo>
                      <a:lnTo>
                        <a:pt x="1343" y="339995"/>
                      </a:lnTo>
                      <a:lnTo>
                        <a:pt x="1378" y="339879"/>
                      </a:lnTo>
                      <a:lnTo>
                        <a:pt x="1378" y="339844"/>
                      </a:lnTo>
                      <a:lnTo>
                        <a:pt x="1401" y="339833"/>
                      </a:lnTo>
                      <a:lnTo>
                        <a:pt x="1436" y="339810"/>
                      </a:lnTo>
                      <a:lnTo>
                        <a:pt x="1436" y="339787"/>
                      </a:lnTo>
                      <a:lnTo>
                        <a:pt x="1436" y="339717"/>
                      </a:lnTo>
                      <a:lnTo>
                        <a:pt x="1401" y="339636"/>
                      </a:lnTo>
                      <a:lnTo>
                        <a:pt x="1401" y="339590"/>
                      </a:lnTo>
                      <a:lnTo>
                        <a:pt x="1401" y="339578"/>
                      </a:lnTo>
                      <a:lnTo>
                        <a:pt x="1401" y="339555"/>
                      </a:lnTo>
                      <a:lnTo>
                        <a:pt x="1447" y="339509"/>
                      </a:lnTo>
                      <a:lnTo>
                        <a:pt x="1470" y="339451"/>
                      </a:lnTo>
                      <a:lnTo>
                        <a:pt x="1459" y="339382"/>
                      </a:lnTo>
                      <a:lnTo>
                        <a:pt x="1436" y="339347"/>
                      </a:lnTo>
                      <a:lnTo>
                        <a:pt x="1424" y="339289"/>
                      </a:lnTo>
                      <a:lnTo>
                        <a:pt x="1470" y="339231"/>
                      </a:lnTo>
                      <a:lnTo>
                        <a:pt x="1667" y="339196"/>
                      </a:lnTo>
                      <a:lnTo>
                        <a:pt x="1713" y="339150"/>
                      </a:lnTo>
                      <a:lnTo>
                        <a:pt x="1713" y="339046"/>
                      </a:lnTo>
                      <a:lnTo>
                        <a:pt x="1690" y="339011"/>
                      </a:lnTo>
                      <a:lnTo>
                        <a:pt x="1609" y="338942"/>
                      </a:lnTo>
                      <a:lnTo>
                        <a:pt x="1505" y="338849"/>
                      </a:lnTo>
                      <a:lnTo>
                        <a:pt x="1285" y="338594"/>
                      </a:lnTo>
                      <a:lnTo>
                        <a:pt x="1320" y="338571"/>
                      </a:lnTo>
                      <a:lnTo>
                        <a:pt x="1296" y="338548"/>
                      </a:lnTo>
                      <a:lnTo>
                        <a:pt x="1250" y="338479"/>
                      </a:lnTo>
                      <a:lnTo>
                        <a:pt x="1239" y="338467"/>
                      </a:lnTo>
                      <a:lnTo>
                        <a:pt x="1227" y="338444"/>
                      </a:lnTo>
                      <a:lnTo>
                        <a:pt x="1227" y="338397"/>
                      </a:lnTo>
                      <a:lnTo>
                        <a:pt x="1320" y="338397"/>
                      </a:lnTo>
                      <a:lnTo>
                        <a:pt x="1366" y="338247"/>
                      </a:lnTo>
                      <a:lnTo>
                        <a:pt x="1378" y="338224"/>
                      </a:lnTo>
                      <a:lnTo>
                        <a:pt x="1366" y="338201"/>
                      </a:lnTo>
                      <a:lnTo>
                        <a:pt x="1343" y="338166"/>
                      </a:lnTo>
                      <a:lnTo>
                        <a:pt x="1401" y="338039"/>
                      </a:lnTo>
                      <a:lnTo>
                        <a:pt x="1424" y="338015"/>
                      </a:lnTo>
                      <a:lnTo>
                        <a:pt x="1447" y="337957"/>
                      </a:lnTo>
                      <a:lnTo>
                        <a:pt x="1447" y="337865"/>
                      </a:lnTo>
                      <a:lnTo>
                        <a:pt x="1436" y="337842"/>
                      </a:lnTo>
                      <a:lnTo>
                        <a:pt x="1459" y="337830"/>
                      </a:lnTo>
                      <a:lnTo>
                        <a:pt x="1505" y="337691"/>
                      </a:lnTo>
                      <a:lnTo>
                        <a:pt x="1540" y="337680"/>
                      </a:lnTo>
                      <a:lnTo>
                        <a:pt x="1586" y="337622"/>
                      </a:lnTo>
                      <a:lnTo>
                        <a:pt x="1609" y="337541"/>
                      </a:lnTo>
                      <a:lnTo>
                        <a:pt x="1655" y="337552"/>
                      </a:lnTo>
                      <a:lnTo>
                        <a:pt x="1760" y="337541"/>
                      </a:lnTo>
                      <a:lnTo>
                        <a:pt x="1760" y="337518"/>
                      </a:lnTo>
                      <a:lnTo>
                        <a:pt x="1771" y="337460"/>
                      </a:lnTo>
                      <a:lnTo>
                        <a:pt x="1829" y="337413"/>
                      </a:lnTo>
                      <a:lnTo>
                        <a:pt x="1864" y="337391"/>
                      </a:lnTo>
                      <a:lnTo>
                        <a:pt x="1898" y="337344"/>
                      </a:lnTo>
                      <a:lnTo>
                        <a:pt x="1910" y="337344"/>
                      </a:lnTo>
                      <a:lnTo>
                        <a:pt x="1945" y="337344"/>
                      </a:lnTo>
                      <a:lnTo>
                        <a:pt x="2061" y="337391"/>
                      </a:lnTo>
                      <a:lnTo>
                        <a:pt x="2095" y="337240"/>
                      </a:lnTo>
                      <a:lnTo>
                        <a:pt x="2084" y="337217"/>
                      </a:lnTo>
                      <a:lnTo>
                        <a:pt x="2049" y="337182"/>
                      </a:lnTo>
                      <a:lnTo>
                        <a:pt x="2049" y="337147"/>
                      </a:lnTo>
                      <a:lnTo>
                        <a:pt x="2061" y="337136"/>
                      </a:lnTo>
                      <a:lnTo>
                        <a:pt x="2072" y="337124"/>
                      </a:lnTo>
                      <a:lnTo>
                        <a:pt x="2107" y="337136"/>
                      </a:lnTo>
                      <a:lnTo>
                        <a:pt x="2165" y="337112"/>
                      </a:lnTo>
                      <a:lnTo>
                        <a:pt x="2315" y="337008"/>
                      </a:lnTo>
                      <a:lnTo>
                        <a:pt x="2327" y="336997"/>
                      </a:lnTo>
                      <a:lnTo>
                        <a:pt x="2373" y="336950"/>
                      </a:lnTo>
                      <a:lnTo>
                        <a:pt x="2454" y="336835"/>
                      </a:lnTo>
                      <a:lnTo>
                        <a:pt x="2535" y="336789"/>
                      </a:lnTo>
                      <a:lnTo>
                        <a:pt x="2570" y="336765"/>
                      </a:lnTo>
                      <a:lnTo>
                        <a:pt x="2628" y="336649"/>
                      </a:lnTo>
                      <a:lnTo>
                        <a:pt x="2686" y="336557"/>
                      </a:lnTo>
                      <a:lnTo>
                        <a:pt x="2767" y="336291"/>
                      </a:lnTo>
                      <a:lnTo>
                        <a:pt x="2778" y="336221"/>
                      </a:lnTo>
                      <a:lnTo>
                        <a:pt x="2813" y="336163"/>
                      </a:lnTo>
                      <a:lnTo>
                        <a:pt x="2801" y="336105"/>
                      </a:lnTo>
                      <a:lnTo>
                        <a:pt x="2813" y="336094"/>
                      </a:lnTo>
                      <a:lnTo>
                        <a:pt x="2836" y="336071"/>
                      </a:lnTo>
                      <a:lnTo>
                        <a:pt x="2848" y="335944"/>
                      </a:lnTo>
                      <a:lnTo>
                        <a:pt x="2859" y="335909"/>
                      </a:lnTo>
                      <a:lnTo>
                        <a:pt x="2906" y="335828"/>
                      </a:lnTo>
                      <a:lnTo>
                        <a:pt x="2906" y="335804"/>
                      </a:lnTo>
                      <a:lnTo>
                        <a:pt x="2906" y="335770"/>
                      </a:lnTo>
                      <a:lnTo>
                        <a:pt x="2929" y="335735"/>
                      </a:lnTo>
                      <a:lnTo>
                        <a:pt x="2894" y="335654"/>
                      </a:lnTo>
                      <a:lnTo>
                        <a:pt x="2848" y="335561"/>
                      </a:lnTo>
                      <a:lnTo>
                        <a:pt x="2848" y="335538"/>
                      </a:lnTo>
                      <a:lnTo>
                        <a:pt x="2813" y="335457"/>
                      </a:lnTo>
                      <a:lnTo>
                        <a:pt x="2732" y="335411"/>
                      </a:lnTo>
                      <a:lnTo>
                        <a:pt x="2640" y="335307"/>
                      </a:lnTo>
                      <a:lnTo>
                        <a:pt x="2616" y="335237"/>
                      </a:lnTo>
                      <a:lnTo>
                        <a:pt x="2512" y="335121"/>
                      </a:lnTo>
                      <a:lnTo>
                        <a:pt x="2454" y="335064"/>
                      </a:lnTo>
                      <a:lnTo>
                        <a:pt x="2454" y="335006"/>
                      </a:lnTo>
                      <a:lnTo>
                        <a:pt x="2442" y="334971"/>
                      </a:lnTo>
                      <a:lnTo>
                        <a:pt x="2420" y="334925"/>
                      </a:lnTo>
                      <a:lnTo>
                        <a:pt x="2442" y="334890"/>
                      </a:lnTo>
                      <a:lnTo>
                        <a:pt x="2454" y="334867"/>
                      </a:lnTo>
                      <a:lnTo>
                        <a:pt x="2466" y="334844"/>
                      </a:lnTo>
                      <a:lnTo>
                        <a:pt x="2477" y="334786"/>
                      </a:lnTo>
                      <a:lnTo>
                        <a:pt x="2477" y="334774"/>
                      </a:lnTo>
                      <a:lnTo>
                        <a:pt x="2477" y="334740"/>
                      </a:lnTo>
                      <a:lnTo>
                        <a:pt x="2466" y="334716"/>
                      </a:lnTo>
                      <a:lnTo>
                        <a:pt x="2442" y="334670"/>
                      </a:lnTo>
                      <a:lnTo>
                        <a:pt x="2431" y="334647"/>
                      </a:lnTo>
                      <a:lnTo>
                        <a:pt x="2396" y="334497"/>
                      </a:lnTo>
                      <a:lnTo>
                        <a:pt x="2420" y="334334"/>
                      </a:lnTo>
                      <a:lnTo>
                        <a:pt x="2420" y="334300"/>
                      </a:lnTo>
                      <a:lnTo>
                        <a:pt x="2408" y="334230"/>
                      </a:lnTo>
                      <a:lnTo>
                        <a:pt x="2315" y="333987"/>
                      </a:lnTo>
                      <a:lnTo>
                        <a:pt x="2269" y="333883"/>
                      </a:lnTo>
                      <a:lnTo>
                        <a:pt x="2257" y="333871"/>
                      </a:lnTo>
                      <a:lnTo>
                        <a:pt x="2315" y="333640"/>
                      </a:lnTo>
                      <a:lnTo>
                        <a:pt x="2674" y="332922"/>
                      </a:lnTo>
                      <a:lnTo>
                        <a:pt x="2894" y="332471"/>
                      </a:lnTo>
                      <a:lnTo>
                        <a:pt x="3068" y="332089"/>
                      </a:lnTo>
                      <a:lnTo>
                        <a:pt x="4932" y="328292"/>
                      </a:lnTo>
                      <a:lnTo>
                        <a:pt x="5394" y="327343"/>
                      </a:lnTo>
                      <a:lnTo>
                        <a:pt x="5418" y="327296"/>
                      </a:lnTo>
                      <a:lnTo>
                        <a:pt x="5835" y="326393"/>
                      </a:lnTo>
                      <a:lnTo>
                        <a:pt x="5915" y="326231"/>
                      </a:lnTo>
                      <a:lnTo>
                        <a:pt x="6135" y="325780"/>
                      </a:lnTo>
                      <a:lnTo>
                        <a:pt x="6390" y="325305"/>
                      </a:lnTo>
                      <a:lnTo>
                        <a:pt x="6540" y="325039"/>
                      </a:lnTo>
                      <a:lnTo>
                        <a:pt x="6610" y="324865"/>
                      </a:lnTo>
                      <a:lnTo>
                        <a:pt x="6899" y="324159"/>
                      </a:lnTo>
                      <a:lnTo>
                        <a:pt x="7154" y="323534"/>
                      </a:lnTo>
                      <a:lnTo>
                        <a:pt x="7293" y="323245"/>
                      </a:lnTo>
                      <a:lnTo>
                        <a:pt x="7663" y="322666"/>
                      </a:lnTo>
                      <a:lnTo>
                        <a:pt x="8230" y="322400"/>
                      </a:lnTo>
                      <a:lnTo>
                        <a:pt x="9608" y="322990"/>
                      </a:lnTo>
                      <a:lnTo>
                        <a:pt x="10187" y="323279"/>
                      </a:lnTo>
                      <a:lnTo>
                        <a:pt x="12919" y="323303"/>
                      </a:lnTo>
                      <a:lnTo>
                        <a:pt x="14296" y="323303"/>
                      </a:lnTo>
                      <a:lnTo>
                        <a:pt x="14505" y="323198"/>
                      </a:lnTo>
                      <a:lnTo>
                        <a:pt x="14782" y="323129"/>
                      </a:lnTo>
                      <a:lnTo>
                        <a:pt x="15628" y="322735"/>
                      </a:lnTo>
                      <a:lnTo>
                        <a:pt x="16067" y="322678"/>
                      </a:lnTo>
                      <a:lnTo>
                        <a:pt x="16357" y="322666"/>
                      </a:lnTo>
                      <a:lnTo>
                        <a:pt x="16530" y="322573"/>
                      </a:lnTo>
                      <a:lnTo>
                        <a:pt x="16612" y="322515"/>
                      </a:lnTo>
                      <a:lnTo>
                        <a:pt x="16774" y="322353"/>
                      </a:lnTo>
                      <a:lnTo>
                        <a:pt x="16820" y="322284"/>
                      </a:lnTo>
                      <a:lnTo>
                        <a:pt x="16855" y="322214"/>
                      </a:lnTo>
                      <a:lnTo>
                        <a:pt x="16878" y="322168"/>
                      </a:lnTo>
                      <a:lnTo>
                        <a:pt x="16982" y="321948"/>
                      </a:lnTo>
                      <a:lnTo>
                        <a:pt x="17017" y="321902"/>
                      </a:lnTo>
                      <a:lnTo>
                        <a:pt x="17109" y="321809"/>
                      </a:lnTo>
                      <a:lnTo>
                        <a:pt x="17202" y="321751"/>
                      </a:lnTo>
                      <a:lnTo>
                        <a:pt x="17561" y="321647"/>
                      </a:lnTo>
                      <a:lnTo>
                        <a:pt x="19008" y="321369"/>
                      </a:lnTo>
                      <a:lnTo>
                        <a:pt x="18927" y="320281"/>
                      </a:lnTo>
                      <a:lnTo>
                        <a:pt x="18799" y="320142"/>
                      </a:lnTo>
                      <a:lnTo>
                        <a:pt x="18753" y="320084"/>
                      </a:lnTo>
                      <a:lnTo>
                        <a:pt x="18695" y="319784"/>
                      </a:lnTo>
                      <a:lnTo>
                        <a:pt x="18660" y="319691"/>
                      </a:lnTo>
                      <a:lnTo>
                        <a:pt x="18637" y="319644"/>
                      </a:lnTo>
                      <a:lnTo>
                        <a:pt x="18626" y="319598"/>
                      </a:lnTo>
                      <a:lnTo>
                        <a:pt x="18695" y="319008"/>
                      </a:lnTo>
                      <a:lnTo>
                        <a:pt x="18545" y="318383"/>
                      </a:lnTo>
                      <a:lnTo>
                        <a:pt x="18556" y="318290"/>
                      </a:lnTo>
                      <a:lnTo>
                        <a:pt x="18545" y="318255"/>
                      </a:lnTo>
                      <a:lnTo>
                        <a:pt x="18441" y="317850"/>
                      </a:lnTo>
                      <a:lnTo>
                        <a:pt x="18383" y="317549"/>
                      </a:lnTo>
                      <a:lnTo>
                        <a:pt x="18521" y="317491"/>
                      </a:lnTo>
                      <a:lnTo>
                        <a:pt x="18556" y="317399"/>
                      </a:lnTo>
                      <a:lnTo>
                        <a:pt x="18591" y="317341"/>
                      </a:lnTo>
                      <a:lnTo>
                        <a:pt x="18684" y="317179"/>
                      </a:lnTo>
                      <a:lnTo>
                        <a:pt x="18695" y="317121"/>
                      </a:lnTo>
                      <a:lnTo>
                        <a:pt x="18996" y="316612"/>
                      </a:lnTo>
                      <a:lnTo>
                        <a:pt x="18822" y="316554"/>
                      </a:lnTo>
                      <a:lnTo>
                        <a:pt x="18788" y="316449"/>
                      </a:lnTo>
                      <a:lnTo>
                        <a:pt x="18776" y="316415"/>
                      </a:lnTo>
                      <a:lnTo>
                        <a:pt x="18788" y="316322"/>
                      </a:lnTo>
                      <a:lnTo>
                        <a:pt x="18869" y="316311"/>
                      </a:lnTo>
                      <a:lnTo>
                        <a:pt x="18892" y="316276"/>
                      </a:lnTo>
                      <a:lnTo>
                        <a:pt x="18985" y="316021"/>
                      </a:lnTo>
                      <a:lnTo>
                        <a:pt x="18996" y="315975"/>
                      </a:lnTo>
                      <a:lnTo>
                        <a:pt x="19089" y="315662"/>
                      </a:lnTo>
                      <a:lnTo>
                        <a:pt x="19089" y="315604"/>
                      </a:lnTo>
                      <a:lnTo>
                        <a:pt x="19100" y="315512"/>
                      </a:lnTo>
                      <a:lnTo>
                        <a:pt x="19123" y="315327"/>
                      </a:lnTo>
                      <a:lnTo>
                        <a:pt x="19123" y="315303"/>
                      </a:lnTo>
                      <a:lnTo>
                        <a:pt x="19274" y="314852"/>
                      </a:lnTo>
                      <a:lnTo>
                        <a:pt x="19274" y="314817"/>
                      </a:lnTo>
                      <a:lnTo>
                        <a:pt x="19262" y="314667"/>
                      </a:lnTo>
                      <a:lnTo>
                        <a:pt x="19251" y="314597"/>
                      </a:lnTo>
                      <a:lnTo>
                        <a:pt x="19262" y="314505"/>
                      </a:lnTo>
                      <a:lnTo>
                        <a:pt x="19170" y="314273"/>
                      </a:lnTo>
                      <a:lnTo>
                        <a:pt x="19170" y="314157"/>
                      </a:lnTo>
                      <a:lnTo>
                        <a:pt x="19193" y="314030"/>
                      </a:lnTo>
                      <a:lnTo>
                        <a:pt x="19251" y="313868"/>
                      </a:lnTo>
                      <a:lnTo>
                        <a:pt x="19355" y="313729"/>
                      </a:lnTo>
                      <a:lnTo>
                        <a:pt x="19552" y="313602"/>
                      </a:lnTo>
                      <a:lnTo>
                        <a:pt x="19587" y="313579"/>
                      </a:lnTo>
                      <a:lnTo>
                        <a:pt x="19598" y="313556"/>
                      </a:lnTo>
                      <a:lnTo>
                        <a:pt x="19645" y="313475"/>
                      </a:lnTo>
                      <a:lnTo>
                        <a:pt x="19645" y="313382"/>
                      </a:lnTo>
                      <a:lnTo>
                        <a:pt x="19645" y="313359"/>
                      </a:lnTo>
                      <a:lnTo>
                        <a:pt x="19633" y="313324"/>
                      </a:lnTo>
                      <a:lnTo>
                        <a:pt x="19540" y="313243"/>
                      </a:lnTo>
                      <a:lnTo>
                        <a:pt x="19529" y="313220"/>
                      </a:lnTo>
                      <a:lnTo>
                        <a:pt x="19517" y="313185"/>
                      </a:lnTo>
                      <a:lnTo>
                        <a:pt x="19517" y="313162"/>
                      </a:lnTo>
                      <a:lnTo>
                        <a:pt x="19575" y="313058"/>
                      </a:lnTo>
                      <a:lnTo>
                        <a:pt x="19749" y="312896"/>
                      </a:lnTo>
                      <a:lnTo>
                        <a:pt x="19830" y="312618"/>
                      </a:lnTo>
                      <a:lnTo>
                        <a:pt x="19841" y="312502"/>
                      </a:lnTo>
                      <a:lnTo>
                        <a:pt x="19853" y="312479"/>
                      </a:lnTo>
                      <a:lnTo>
                        <a:pt x="19841" y="312259"/>
                      </a:lnTo>
                      <a:lnTo>
                        <a:pt x="19783" y="312062"/>
                      </a:lnTo>
                      <a:lnTo>
                        <a:pt x="19633" y="311912"/>
                      </a:lnTo>
                      <a:lnTo>
                        <a:pt x="19424" y="311773"/>
                      </a:lnTo>
                      <a:lnTo>
                        <a:pt x="19401" y="311750"/>
                      </a:lnTo>
                      <a:lnTo>
                        <a:pt x="19390" y="311622"/>
                      </a:lnTo>
                      <a:lnTo>
                        <a:pt x="19401" y="311611"/>
                      </a:lnTo>
                      <a:lnTo>
                        <a:pt x="19610" y="311507"/>
                      </a:lnTo>
                      <a:lnTo>
                        <a:pt x="19656" y="311495"/>
                      </a:lnTo>
                      <a:lnTo>
                        <a:pt x="19679" y="311507"/>
                      </a:lnTo>
                      <a:lnTo>
                        <a:pt x="19691" y="311518"/>
                      </a:lnTo>
                      <a:lnTo>
                        <a:pt x="19725" y="311553"/>
                      </a:lnTo>
                      <a:lnTo>
                        <a:pt x="19760" y="311611"/>
                      </a:lnTo>
                      <a:lnTo>
                        <a:pt x="19899" y="311565"/>
                      </a:lnTo>
                      <a:lnTo>
                        <a:pt x="19992" y="311194"/>
                      </a:lnTo>
                      <a:lnTo>
                        <a:pt x="19992" y="311148"/>
                      </a:lnTo>
                      <a:lnTo>
                        <a:pt x="20026" y="310905"/>
                      </a:lnTo>
                      <a:lnTo>
                        <a:pt x="20038" y="310870"/>
                      </a:lnTo>
                      <a:lnTo>
                        <a:pt x="20026" y="310789"/>
                      </a:lnTo>
                      <a:lnTo>
                        <a:pt x="19980" y="310581"/>
                      </a:lnTo>
                      <a:lnTo>
                        <a:pt x="19968" y="310476"/>
                      </a:lnTo>
                      <a:lnTo>
                        <a:pt x="19957" y="310430"/>
                      </a:lnTo>
                      <a:lnTo>
                        <a:pt x="19968" y="310384"/>
                      </a:lnTo>
                      <a:lnTo>
                        <a:pt x="20026" y="310291"/>
                      </a:lnTo>
                      <a:lnTo>
                        <a:pt x="20096" y="310199"/>
                      </a:lnTo>
                      <a:lnTo>
                        <a:pt x="20084" y="310141"/>
                      </a:lnTo>
                      <a:lnTo>
                        <a:pt x="20073" y="310095"/>
                      </a:lnTo>
                      <a:lnTo>
                        <a:pt x="20084" y="310013"/>
                      </a:lnTo>
                      <a:lnTo>
                        <a:pt x="20096" y="309944"/>
                      </a:lnTo>
                      <a:lnTo>
                        <a:pt x="20107" y="309909"/>
                      </a:lnTo>
                      <a:lnTo>
                        <a:pt x="20131" y="309782"/>
                      </a:lnTo>
                      <a:lnTo>
                        <a:pt x="20119" y="309747"/>
                      </a:lnTo>
                      <a:lnTo>
                        <a:pt x="20107" y="309724"/>
                      </a:lnTo>
                      <a:lnTo>
                        <a:pt x="20107" y="309666"/>
                      </a:lnTo>
                      <a:lnTo>
                        <a:pt x="20107" y="309643"/>
                      </a:lnTo>
                      <a:lnTo>
                        <a:pt x="20131" y="309597"/>
                      </a:lnTo>
                      <a:lnTo>
                        <a:pt x="20200" y="309562"/>
                      </a:lnTo>
                      <a:lnTo>
                        <a:pt x="20246" y="309469"/>
                      </a:lnTo>
                      <a:lnTo>
                        <a:pt x="20258" y="309388"/>
                      </a:lnTo>
                      <a:lnTo>
                        <a:pt x="20339" y="309215"/>
                      </a:lnTo>
                      <a:lnTo>
                        <a:pt x="20385" y="309134"/>
                      </a:lnTo>
                      <a:lnTo>
                        <a:pt x="20374" y="308983"/>
                      </a:lnTo>
                      <a:lnTo>
                        <a:pt x="20339" y="308902"/>
                      </a:lnTo>
                      <a:lnTo>
                        <a:pt x="20316" y="308844"/>
                      </a:lnTo>
                      <a:lnTo>
                        <a:pt x="20316" y="308798"/>
                      </a:lnTo>
                      <a:lnTo>
                        <a:pt x="20327" y="308752"/>
                      </a:lnTo>
                      <a:lnTo>
                        <a:pt x="20351" y="308706"/>
                      </a:lnTo>
                      <a:lnTo>
                        <a:pt x="20362" y="308682"/>
                      </a:lnTo>
                      <a:lnTo>
                        <a:pt x="20605" y="308636"/>
                      </a:lnTo>
                      <a:lnTo>
                        <a:pt x="20721" y="308532"/>
                      </a:lnTo>
                      <a:lnTo>
                        <a:pt x="21103" y="308416"/>
                      </a:lnTo>
                      <a:lnTo>
                        <a:pt x="21230" y="308358"/>
                      </a:lnTo>
                      <a:lnTo>
                        <a:pt x="21369" y="308265"/>
                      </a:lnTo>
                      <a:lnTo>
                        <a:pt x="21485" y="308254"/>
                      </a:lnTo>
                      <a:lnTo>
                        <a:pt x="21658" y="308231"/>
                      </a:lnTo>
                      <a:lnTo>
                        <a:pt x="21716" y="308219"/>
                      </a:lnTo>
                      <a:lnTo>
                        <a:pt x="21821" y="308092"/>
                      </a:lnTo>
                      <a:lnTo>
                        <a:pt x="21855" y="308022"/>
                      </a:lnTo>
                      <a:lnTo>
                        <a:pt x="22238" y="308011"/>
                      </a:lnTo>
                      <a:lnTo>
                        <a:pt x="22260" y="307988"/>
                      </a:lnTo>
                      <a:lnTo>
                        <a:pt x="22284" y="307918"/>
                      </a:lnTo>
                      <a:lnTo>
                        <a:pt x="22307" y="307872"/>
                      </a:lnTo>
                      <a:lnTo>
                        <a:pt x="22342" y="307814"/>
                      </a:lnTo>
                      <a:lnTo>
                        <a:pt x="22376" y="307803"/>
                      </a:lnTo>
                      <a:lnTo>
                        <a:pt x="22400" y="307791"/>
                      </a:lnTo>
                      <a:lnTo>
                        <a:pt x="22423" y="307803"/>
                      </a:lnTo>
                      <a:lnTo>
                        <a:pt x="22944" y="307953"/>
                      </a:lnTo>
                      <a:lnTo>
                        <a:pt x="23129" y="307895"/>
                      </a:lnTo>
                      <a:lnTo>
                        <a:pt x="23210" y="307768"/>
                      </a:lnTo>
                      <a:lnTo>
                        <a:pt x="23245" y="307721"/>
                      </a:lnTo>
                      <a:lnTo>
                        <a:pt x="23453" y="307548"/>
                      </a:lnTo>
                      <a:lnTo>
                        <a:pt x="23476" y="307502"/>
                      </a:lnTo>
                      <a:lnTo>
                        <a:pt x="23673" y="307351"/>
                      </a:lnTo>
                      <a:lnTo>
                        <a:pt x="24171" y="307328"/>
                      </a:lnTo>
                      <a:lnTo>
                        <a:pt x="24391" y="307328"/>
                      </a:lnTo>
                      <a:lnTo>
                        <a:pt x="24506" y="307339"/>
                      </a:lnTo>
                      <a:lnTo>
                        <a:pt x="24587" y="307397"/>
                      </a:lnTo>
                      <a:lnTo>
                        <a:pt x="24599" y="307455"/>
                      </a:lnTo>
                      <a:lnTo>
                        <a:pt x="24576" y="307513"/>
                      </a:lnTo>
                      <a:lnTo>
                        <a:pt x="24564" y="307536"/>
                      </a:lnTo>
                      <a:lnTo>
                        <a:pt x="24692" y="307513"/>
                      </a:lnTo>
                      <a:lnTo>
                        <a:pt x="24819" y="307513"/>
                      </a:lnTo>
                      <a:lnTo>
                        <a:pt x="24981" y="307768"/>
                      </a:lnTo>
                      <a:lnTo>
                        <a:pt x="25016" y="307791"/>
                      </a:lnTo>
                      <a:lnTo>
                        <a:pt x="25096" y="307779"/>
                      </a:lnTo>
                      <a:lnTo>
                        <a:pt x="25108" y="307791"/>
                      </a:lnTo>
                      <a:lnTo>
                        <a:pt x="25294" y="308057"/>
                      </a:lnTo>
                      <a:lnTo>
                        <a:pt x="25351" y="308173"/>
                      </a:lnTo>
                      <a:lnTo>
                        <a:pt x="25375" y="308208"/>
                      </a:lnTo>
                      <a:lnTo>
                        <a:pt x="25444" y="308254"/>
                      </a:lnTo>
                      <a:lnTo>
                        <a:pt x="25687" y="308150"/>
                      </a:lnTo>
                      <a:lnTo>
                        <a:pt x="25745" y="308080"/>
                      </a:lnTo>
                      <a:lnTo>
                        <a:pt x="26011" y="307860"/>
                      </a:lnTo>
                      <a:lnTo>
                        <a:pt x="26440" y="307560"/>
                      </a:lnTo>
                      <a:lnTo>
                        <a:pt x="26532" y="307478"/>
                      </a:lnTo>
                      <a:lnTo>
                        <a:pt x="26648" y="307316"/>
                      </a:lnTo>
                      <a:lnTo>
                        <a:pt x="26648" y="307281"/>
                      </a:lnTo>
                      <a:lnTo>
                        <a:pt x="26578" y="307143"/>
                      </a:lnTo>
                      <a:lnTo>
                        <a:pt x="26416" y="307061"/>
                      </a:lnTo>
                      <a:lnTo>
                        <a:pt x="25745" y="306876"/>
                      </a:lnTo>
                      <a:lnTo>
                        <a:pt x="25444" y="306749"/>
                      </a:lnTo>
                      <a:lnTo>
                        <a:pt x="24333" y="306552"/>
                      </a:lnTo>
                      <a:lnTo>
                        <a:pt x="24066" y="306413"/>
                      </a:lnTo>
                      <a:lnTo>
                        <a:pt x="23858" y="306332"/>
                      </a:lnTo>
                      <a:lnTo>
                        <a:pt x="23627" y="306228"/>
                      </a:lnTo>
                      <a:lnTo>
                        <a:pt x="23083" y="306124"/>
                      </a:lnTo>
                      <a:lnTo>
                        <a:pt x="22874" y="306031"/>
                      </a:lnTo>
                      <a:lnTo>
                        <a:pt x="22388" y="305962"/>
                      </a:lnTo>
                      <a:lnTo>
                        <a:pt x="22249" y="305892"/>
                      </a:lnTo>
                      <a:lnTo>
                        <a:pt x="21369" y="305418"/>
                      </a:lnTo>
                      <a:lnTo>
                        <a:pt x="21172" y="305279"/>
                      </a:lnTo>
                      <a:lnTo>
                        <a:pt x="20860" y="305082"/>
                      </a:lnTo>
                      <a:lnTo>
                        <a:pt x="20721" y="304978"/>
                      </a:lnTo>
                      <a:lnTo>
                        <a:pt x="20594" y="304851"/>
                      </a:lnTo>
                      <a:lnTo>
                        <a:pt x="20536" y="304793"/>
                      </a:lnTo>
                      <a:lnTo>
                        <a:pt x="20408" y="304596"/>
                      </a:lnTo>
                      <a:lnTo>
                        <a:pt x="20131" y="304283"/>
                      </a:lnTo>
                      <a:lnTo>
                        <a:pt x="19760" y="303809"/>
                      </a:lnTo>
                      <a:lnTo>
                        <a:pt x="19737" y="303786"/>
                      </a:lnTo>
                      <a:lnTo>
                        <a:pt x="19656" y="303681"/>
                      </a:lnTo>
                      <a:lnTo>
                        <a:pt x="19077" y="303172"/>
                      </a:lnTo>
                      <a:lnTo>
                        <a:pt x="18417" y="302640"/>
                      </a:lnTo>
                      <a:lnTo>
                        <a:pt x="18024" y="302362"/>
                      </a:lnTo>
                      <a:lnTo>
                        <a:pt x="17804" y="302211"/>
                      </a:lnTo>
                      <a:lnTo>
                        <a:pt x="17700" y="302142"/>
                      </a:lnTo>
                      <a:lnTo>
                        <a:pt x="17584" y="302096"/>
                      </a:lnTo>
                      <a:lnTo>
                        <a:pt x="17410" y="302026"/>
                      </a:lnTo>
                      <a:lnTo>
                        <a:pt x="17052" y="301875"/>
                      </a:lnTo>
                      <a:lnTo>
                        <a:pt x="16600" y="301551"/>
                      </a:lnTo>
                      <a:lnTo>
                        <a:pt x="16137" y="301158"/>
                      </a:lnTo>
                      <a:lnTo>
                        <a:pt x="15766" y="300857"/>
                      </a:lnTo>
                      <a:lnTo>
                        <a:pt x="15651" y="300764"/>
                      </a:lnTo>
                      <a:lnTo>
                        <a:pt x="14840" y="299804"/>
                      </a:lnTo>
                      <a:lnTo>
                        <a:pt x="14864" y="299699"/>
                      </a:lnTo>
                      <a:lnTo>
                        <a:pt x="16415" y="299306"/>
                      </a:lnTo>
                      <a:lnTo>
                        <a:pt x="16704" y="299202"/>
                      </a:lnTo>
                      <a:lnTo>
                        <a:pt x="16820" y="299167"/>
                      </a:lnTo>
                      <a:lnTo>
                        <a:pt x="16901" y="299329"/>
                      </a:lnTo>
                      <a:lnTo>
                        <a:pt x="16982" y="299306"/>
                      </a:lnTo>
                      <a:lnTo>
                        <a:pt x="17190" y="299213"/>
                      </a:lnTo>
                      <a:lnTo>
                        <a:pt x="17387" y="299121"/>
                      </a:lnTo>
                      <a:lnTo>
                        <a:pt x="18973" y="298993"/>
                      </a:lnTo>
                      <a:lnTo>
                        <a:pt x="19366" y="298959"/>
                      </a:lnTo>
                      <a:lnTo>
                        <a:pt x="19436" y="298901"/>
                      </a:lnTo>
                      <a:lnTo>
                        <a:pt x="19980" y="298854"/>
                      </a:lnTo>
                      <a:lnTo>
                        <a:pt x="21323" y="298565"/>
                      </a:lnTo>
                      <a:lnTo>
                        <a:pt x="21578" y="298113"/>
                      </a:lnTo>
                      <a:lnTo>
                        <a:pt x="21589" y="297755"/>
                      </a:lnTo>
                      <a:lnTo>
                        <a:pt x="21682" y="297291"/>
                      </a:lnTo>
                      <a:lnTo>
                        <a:pt x="21705" y="296875"/>
                      </a:lnTo>
                      <a:lnTo>
                        <a:pt x="21508" y="296203"/>
                      </a:lnTo>
                      <a:lnTo>
                        <a:pt x="21485" y="296145"/>
                      </a:lnTo>
                      <a:lnTo>
                        <a:pt x="21404" y="295879"/>
                      </a:lnTo>
                      <a:lnTo>
                        <a:pt x="21335" y="295671"/>
                      </a:lnTo>
                      <a:lnTo>
                        <a:pt x="21149" y="295127"/>
                      </a:lnTo>
                      <a:lnTo>
                        <a:pt x="21554" y="294884"/>
                      </a:lnTo>
                      <a:lnTo>
                        <a:pt x="22133" y="294525"/>
                      </a:lnTo>
                      <a:lnTo>
                        <a:pt x="22330" y="294386"/>
                      </a:lnTo>
                      <a:lnTo>
                        <a:pt x="22643" y="294212"/>
                      </a:lnTo>
                      <a:lnTo>
                        <a:pt x="22677" y="294189"/>
                      </a:lnTo>
                      <a:lnTo>
                        <a:pt x="22839" y="293715"/>
                      </a:lnTo>
                      <a:lnTo>
                        <a:pt x="22828" y="293587"/>
                      </a:lnTo>
                      <a:lnTo>
                        <a:pt x="22816" y="293147"/>
                      </a:lnTo>
                      <a:lnTo>
                        <a:pt x="22816" y="292985"/>
                      </a:lnTo>
                      <a:lnTo>
                        <a:pt x="22804" y="292846"/>
                      </a:lnTo>
                      <a:lnTo>
                        <a:pt x="22851" y="292742"/>
                      </a:lnTo>
                      <a:lnTo>
                        <a:pt x="22978" y="292673"/>
                      </a:lnTo>
                      <a:lnTo>
                        <a:pt x="23025" y="292603"/>
                      </a:lnTo>
                      <a:lnTo>
                        <a:pt x="23152" y="292406"/>
                      </a:lnTo>
                      <a:lnTo>
                        <a:pt x="23198" y="292117"/>
                      </a:lnTo>
                      <a:lnTo>
                        <a:pt x="23418" y="291990"/>
                      </a:lnTo>
                      <a:lnTo>
                        <a:pt x="23835" y="291712"/>
                      </a:lnTo>
                      <a:lnTo>
                        <a:pt x="23916" y="291596"/>
                      </a:lnTo>
                      <a:lnTo>
                        <a:pt x="24090" y="291353"/>
                      </a:lnTo>
                      <a:lnTo>
                        <a:pt x="24217" y="291226"/>
                      </a:lnTo>
                      <a:lnTo>
                        <a:pt x="24251" y="291203"/>
                      </a:lnTo>
                      <a:lnTo>
                        <a:pt x="24367" y="291110"/>
                      </a:lnTo>
                      <a:lnTo>
                        <a:pt x="24483" y="290937"/>
                      </a:lnTo>
                      <a:lnTo>
                        <a:pt x="24495" y="290855"/>
                      </a:lnTo>
                      <a:lnTo>
                        <a:pt x="24495" y="290797"/>
                      </a:lnTo>
                      <a:lnTo>
                        <a:pt x="24541" y="290751"/>
                      </a:lnTo>
                      <a:lnTo>
                        <a:pt x="24680" y="290566"/>
                      </a:lnTo>
                      <a:lnTo>
                        <a:pt x="24773" y="290415"/>
                      </a:lnTo>
                      <a:lnTo>
                        <a:pt x="24796" y="290346"/>
                      </a:lnTo>
                      <a:lnTo>
                        <a:pt x="24853" y="290253"/>
                      </a:lnTo>
                      <a:lnTo>
                        <a:pt x="24865" y="290207"/>
                      </a:lnTo>
                      <a:lnTo>
                        <a:pt x="24911" y="289941"/>
                      </a:lnTo>
                      <a:lnTo>
                        <a:pt x="24911" y="289813"/>
                      </a:lnTo>
                      <a:lnTo>
                        <a:pt x="24958" y="289733"/>
                      </a:lnTo>
                      <a:lnTo>
                        <a:pt x="24993" y="289709"/>
                      </a:lnTo>
                      <a:lnTo>
                        <a:pt x="25270" y="289547"/>
                      </a:lnTo>
                      <a:lnTo>
                        <a:pt x="25467" y="289397"/>
                      </a:lnTo>
                      <a:lnTo>
                        <a:pt x="25606" y="289316"/>
                      </a:lnTo>
                      <a:lnTo>
                        <a:pt x="25629" y="289293"/>
                      </a:lnTo>
                      <a:lnTo>
                        <a:pt x="25861" y="289131"/>
                      </a:lnTo>
                      <a:lnTo>
                        <a:pt x="26011" y="289061"/>
                      </a:lnTo>
                      <a:lnTo>
                        <a:pt x="26115" y="288783"/>
                      </a:lnTo>
                      <a:lnTo>
                        <a:pt x="26127" y="288737"/>
                      </a:lnTo>
                      <a:lnTo>
                        <a:pt x="26185" y="288494"/>
                      </a:lnTo>
                      <a:lnTo>
                        <a:pt x="26312" y="288390"/>
                      </a:lnTo>
                      <a:lnTo>
                        <a:pt x="26405" y="288320"/>
                      </a:lnTo>
                      <a:lnTo>
                        <a:pt x="26578" y="288181"/>
                      </a:lnTo>
                      <a:lnTo>
                        <a:pt x="26613" y="288135"/>
                      </a:lnTo>
                      <a:lnTo>
                        <a:pt x="26636" y="288089"/>
                      </a:lnTo>
                      <a:lnTo>
                        <a:pt x="26659" y="287985"/>
                      </a:lnTo>
                      <a:lnTo>
                        <a:pt x="26671" y="287961"/>
                      </a:lnTo>
                      <a:lnTo>
                        <a:pt x="26706" y="287892"/>
                      </a:lnTo>
                      <a:lnTo>
                        <a:pt x="26775" y="287788"/>
                      </a:lnTo>
                      <a:lnTo>
                        <a:pt x="26833" y="287718"/>
                      </a:lnTo>
                      <a:lnTo>
                        <a:pt x="26949" y="287579"/>
                      </a:lnTo>
                      <a:lnTo>
                        <a:pt x="26960" y="287556"/>
                      </a:lnTo>
                      <a:lnTo>
                        <a:pt x="26995" y="287510"/>
                      </a:lnTo>
                      <a:lnTo>
                        <a:pt x="27007" y="287429"/>
                      </a:lnTo>
                      <a:lnTo>
                        <a:pt x="27157" y="287105"/>
                      </a:lnTo>
                      <a:lnTo>
                        <a:pt x="27169" y="286977"/>
                      </a:lnTo>
                      <a:lnTo>
                        <a:pt x="27285" y="286734"/>
                      </a:lnTo>
                      <a:lnTo>
                        <a:pt x="27481" y="286341"/>
                      </a:lnTo>
                      <a:lnTo>
                        <a:pt x="27713" y="286063"/>
                      </a:lnTo>
                      <a:lnTo>
                        <a:pt x="27875" y="285982"/>
                      </a:lnTo>
                      <a:lnTo>
                        <a:pt x="27968" y="285889"/>
                      </a:lnTo>
                      <a:lnTo>
                        <a:pt x="28245" y="285635"/>
                      </a:lnTo>
                      <a:lnTo>
                        <a:pt x="28280" y="285600"/>
                      </a:lnTo>
                      <a:lnTo>
                        <a:pt x="28291" y="285600"/>
                      </a:lnTo>
                      <a:lnTo>
                        <a:pt x="28465" y="285345"/>
                      </a:lnTo>
                      <a:lnTo>
                        <a:pt x="28535" y="285310"/>
                      </a:lnTo>
                      <a:lnTo>
                        <a:pt x="28824" y="285067"/>
                      </a:lnTo>
                      <a:lnTo>
                        <a:pt x="28905" y="284975"/>
                      </a:lnTo>
                      <a:lnTo>
                        <a:pt x="28963" y="284928"/>
                      </a:lnTo>
                      <a:lnTo>
                        <a:pt x="29056" y="284894"/>
                      </a:lnTo>
                      <a:lnTo>
                        <a:pt x="29322" y="284801"/>
                      </a:lnTo>
                      <a:lnTo>
                        <a:pt x="29519" y="284824"/>
                      </a:lnTo>
                      <a:lnTo>
                        <a:pt x="30144" y="284674"/>
                      </a:lnTo>
                      <a:lnTo>
                        <a:pt x="30340" y="284535"/>
                      </a:lnTo>
                      <a:lnTo>
                        <a:pt x="30572" y="284384"/>
                      </a:lnTo>
                      <a:lnTo>
                        <a:pt x="31139" y="283979"/>
                      </a:lnTo>
                      <a:lnTo>
                        <a:pt x="31440" y="283702"/>
                      </a:lnTo>
                      <a:lnTo>
                        <a:pt x="31683" y="283459"/>
                      </a:lnTo>
                      <a:lnTo>
                        <a:pt x="32065" y="283076"/>
                      </a:lnTo>
                      <a:lnTo>
                        <a:pt x="32355" y="282741"/>
                      </a:lnTo>
                      <a:lnTo>
                        <a:pt x="32737" y="282278"/>
                      </a:lnTo>
                      <a:lnTo>
                        <a:pt x="33188" y="281965"/>
                      </a:lnTo>
                      <a:lnTo>
                        <a:pt x="33408" y="281826"/>
                      </a:lnTo>
                      <a:lnTo>
                        <a:pt x="33755" y="281595"/>
                      </a:lnTo>
                      <a:lnTo>
                        <a:pt x="33894" y="281490"/>
                      </a:lnTo>
                      <a:lnTo>
                        <a:pt x="34508" y="281143"/>
                      </a:lnTo>
                      <a:lnTo>
                        <a:pt x="35515" y="280738"/>
                      </a:lnTo>
                      <a:lnTo>
                        <a:pt x="35666" y="280668"/>
                      </a:lnTo>
                      <a:lnTo>
                        <a:pt x="36036" y="280495"/>
                      </a:lnTo>
                      <a:lnTo>
                        <a:pt x="36071" y="280472"/>
                      </a:lnTo>
                      <a:lnTo>
                        <a:pt x="36290" y="280379"/>
                      </a:lnTo>
                      <a:lnTo>
                        <a:pt x="36406" y="280264"/>
                      </a:lnTo>
                      <a:lnTo>
                        <a:pt x="36534" y="280206"/>
                      </a:lnTo>
                      <a:lnTo>
                        <a:pt x="36846" y="280090"/>
                      </a:lnTo>
                      <a:lnTo>
                        <a:pt x="37124" y="280009"/>
                      </a:lnTo>
                      <a:lnTo>
                        <a:pt x="37182" y="279963"/>
                      </a:lnTo>
                      <a:lnTo>
                        <a:pt x="37240" y="279928"/>
                      </a:lnTo>
                      <a:lnTo>
                        <a:pt x="37274" y="279905"/>
                      </a:lnTo>
                      <a:lnTo>
                        <a:pt x="37367" y="279916"/>
                      </a:lnTo>
                      <a:lnTo>
                        <a:pt x="37402" y="279916"/>
                      </a:lnTo>
                      <a:lnTo>
                        <a:pt x="37633" y="279835"/>
                      </a:lnTo>
                      <a:lnTo>
                        <a:pt x="37772" y="279754"/>
                      </a:lnTo>
                      <a:lnTo>
                        <a:pt x="38016" y="279604"/>
                      </a:lnTo>
                      <a:lnTo>
                        <a:pt x="38062" y="279569"/>
                      </a:lnTo>
                      <a:lnTo>
                        <a:pt x="38259" y="279476"/>
                      </a:lnTo>
                      <a:lnTo>
                        <a:pt x="38351" y="279395"/>
                      </a:lnTo>
                      <a:lnTo>
                        <a:pt x="38420" y="279279"/>
                      </a:lnTo>
                      <a:lnTo>
                        <a:pt x="38490" y="279187"/>
                      </a:lnTo>
                      <a:lnTo>
                        <a:pt x="38617" y="279083"/>
                      </a:lnTo>
                      <a:lnTo>
                        <a:pt x="38791" y="278851"/>
                      </a:lnTo>
                      <a:lnTo>
                        <a:pt x="38872" y="278724"/>
                      </a:lnTo>
                      <a:lnTo>
                        <a:pt x="39150" y="278631"/>
                      </a:lnTo>
                      <a:lnTo>
                        <a:pt x="39173" y="278620"/>
                      </a:lnTo>
                      <a:lnTo>
                        <a:pt x="39184" y="278608"/>
                      </a:lnTo>
                      <a:lnTo>
                        <a:pt x="39242" y="278562"/>
                      </a:lnTo>
                      <a:lnTo>
                        <a:pt x="39451" y="278458"/>
                      </a:lnTo>
                      <a:lnTo>
                        <a:pt x="39578" y="278330"/>
                      </a:lnTo>
                      <a:lnTo>
                        <a:pt x="39682" y="278261"/>
                      </a:lnTo>
                      <a:lnTo>
                        <a:pt x="39706" y="278249"/>
                      </a:lnTo>
                      <a:lnTo>
                        <a:pt x="39636" y="276895"/>
                      </a:lnTo>
                      <a:lnTo>
                        <a:pt x="39728" y="275946"/>
                      </a:lnTo>
                      <a:lnTo>
                        <a:pt x="40481" y="275668"/>
                      </a:lnTo>
                      <a:lnTo>
                        <a:pt x="40643" y="275575"/>
                      </a:lnTo>
                      <a:lnTo>
                        <a:pt x="40736" y="275494"/>
                      </a:lnTo>
                      <a:lnTo>
                        <a:pt x="40828" y="275413"/>
                      </a:lnTo>
                      <a:lnTo>
                        <a:pt x="41407" y="274904"/>
                      </a:lnTo>
                      <a:lnTo>
                        <a:pt x="42183" y="274175"/>
                      </a:lnTo>
                      <a:lnTo>
                        <a:pt x="42299" y="273758"/>
                      </a:lnTo>
                      <a:lnTo>
                        <a:pt x="42437" y="273110"/>
                      </a:lnTo>
                      <a:lnTo>
                        <a:pt x="42484" y="272947"/>
                      </a:lnTo>
                      <a:lnTo>
                        <a:pt x="42518" y="272867"/>
                      </a:lnTo>
                      <a:lnTo>
                        <a:pt x="42796" y="272369"/>
                      </a:lnTo>
                      <a:lnTo>
                        <a:pt x="42935" y="272172"/>
                      </a:lnTo>
                      <a:lnTo>
                        <a:pt x="42970" y="272126"/>
                      </a:lnTo>
                      <a:lnTo>
                        <a:pt x="43109" y="271975"/>
                      </a:lnTo>
                      <a:lnTo>
                        <a:pt x="43201" y="271894"/>
                      </a:lnTo>
                      <a:lnTo>
                        <a:pt x="43421" y="271790"/>
                      </a:lnTo>
                      <a:lnTo>
                        <a:pt x="43630" y="271709"/>
                      </a:lnTo>
                      <a:lnTo>
                        <a:pt x="44081" y="271408"/>
                      </a:lnTo>
                      <a:lnTo>
                        <a:pt x="44197" y="271315"/>
                      </a:lnTo>
                      <a:lnTo>
                        <a:pt x="44208" y="271304"/>
                      </a:lnTo>
                      <a:lnTo>
                        <a:pt x="44232" y="271269"/>
                      </a:lnTo>
                      <a:lnTo>
                        <a:pt x="44243" y="271234"/>
                      </a:lnTo>
                      <a:lnTo>
                        <a:pt x="44243" y="270956"/>
                      </a:lnTo>
                      <a:lnTo>
                        <a:pt x="44243" y="270922"/>
                      </a:lnTo>
                      <a:lnTo>
                        <a:pt x="44255" y="270887"/>
                      </a:lnTo>
                      <a:lnTo>
                        <a:pt x="44266" y="270852"/>
                      </a:lnTo>
                      <a:lnTo>
                        <a:pt x="44463" y="270597"/>
                      </a:lnTo>
                      <a:lnTo>
                        <a:pt x="44498" y="270493"/>
                      </a:lnTo>
                      <a:lnTo>
                        <a:pt x="44613" y="270401"/>
                      </a:lnTo>
                      <a:lnTo>
                        <a:pt x="44764" y="270331"/>
                      </a:lnTo>
                      <a:lnTo>
                        <a:pt x="44868" y="270169"/>
                      </a:lnTo>
                      <a:lnTo>
                        <a:pt x="45169" y="269741"/>
                      </a:lnTo>
                      <a:lnTo>
                        <a:pt x="45192" y="269706"/>
                      </a:lnTo>
                      <a:lnTo>
                        <a:pt x="45239" y="269602"/>
                      </a:lnTo>
                      <a:lnTo>
                        <a:pt x="45227" y="269579"/>
                      </a:lnTo>
                      <a:lnTo>
                        <a:pt x="45158" y="269509"/>
                      </a:lnTo>
                      <a:lnTo>
                        <a:pt x="45169" y="269475"/>
                      </a:lnTo>
                      <a:lnTo>
                        <a:pt x="45227" y="269417"/>
                      </a:lnTo>
                      <a:lnTo>
                        <a:pt x="45250" y="269336"/>
                      </a:lnTo>
                      <a:lnTo>
                        <a:pt x="45297" y="269104"/>
                      </a:lnTo>
                      <a:lnTo>
                        <a:pt x="45285" y="269081"/>
                      </a:lnTo>
                      <a:lnTo>
                        <a:pt x="45227" y="269012"/>
                      </a:lnTo>
                      <a:lnTo>
                        <a:pt x="45192" y="268792"/>
                      </a:lnTo>
                      <a:lnTo>
                        <a:pt x="45192" y="268699"/>
                      </a:lnTo>
                      <a:lnTo>
                        <a:pt x="45135" y="268526"/>
                      </a:lnTo>
                      <a:lnTo>
                        <a:pt x="45053" y="268387"/>
                      </a:lnTo>
                      <a:lnTo>
                        <a:pt x="45019" y="268329"/>
                      </a:lnTo>
                      <a:lnTo>
                        <a:pt x="44972" y="268271"/>
                      </a:lnTo>
                      <a:lnTo>
                        <a:pt x="44880" y="268086"/>
                      </a:lnTo>
                      <a:lnTo>
                        <a:pt x="44845" y="268004"/>
                      </a:lnTo>
                      <a:lnTo>
                        <a:pt x="44776" y="267889"/>
                      </a:lnTo>
                      <a:lnTo>
                        <a:pt x="44637" y="267831"/>
                      </a:lnTo>
                      <a:lnTo>
                        <a:pt x="44625" y="267785"/>
                      </a:lnTo>
                      <a:lnTo>
                        <a:pt x="44591" y="267669"/>
                      </a:lnTo>
                      <a:lnTo>
                        <a:pt x="44556" y="267611"/>
                      </a:lnTo>
                      <a:lnTo>
                        <a:pt x="44556" y="267576"/>
                      </a:lnTo>
                      <a:lnTo>
                        <a:pt x="44544" y="267518"/>
                      </a:lnTo>
                      <a:lnTo>
                        <a:pt x="44544" y="267484"/>
                      </a:lnTo>
                      <a:lnTo>
                        <a:pt x="44498" y="267136"/>
                      </a:lnTo>
                      <a:lnTo>
                        <a:pt x="44521" y="266870"/>
                      </a:lnTo>
                      <a:lnTo>
                        <a:pt x="44544" y="266778"/>
                      </a:lnTo>
                      <a:lnTo>
                        <a:pt x="44544" y="266754"/>
                      </a:lnTo>
                      <a:lnTo>
                        <a:pt x="44556" y="266673"/>
                      </a:lnTo>
                      <a:lnTo>
                        <a:pt x="44533" y="266615"/>
                      </a:lnTo>
                      <a:lnTo>
                        <a:pt x="44509" y="266535"/>
                      </a:lnTo>
                      <a:lnTo>
                        <a:pt x="44475" y="266338"/>
                      </a:lnTo>
                      <a:lnTo>
                        <a:pt x="44475" y="266303"/>
                      </a:lnTo>
                      <a:lnTo>
                        <a:pt x="44498" y="266187"/>
                      </a:lnTo>
                      <a:lnTo>
                        <a:pt x="44509" y="266164"/>
                      </a:lnTo>
                      <a:lnTo>
                        <a:pt x="44556" y="266048"/>
                      </a:lnTo>
                      <a:lnTo>
                        <a:pt x="44834" y="265990"/>
                      </a:lnTo>
                      <a:lnTo>
                        <a:pt x="44926" y="266060"/>
                      </a:lnTo>
                      <a:lnTo>
                        <a:pt x="45644" y="266442"/>
                      </a:lnTo>
                      <a:lnTo>
                        <a:pt x="46130" y="266650"/>
                      </a:lnTo>
                      <a:lnTo>
                        <a:pt x="46304" y="266720"/>
                      </a:lnTo>
                      <a:lnTo>
                        <a:pt x="47484" y="267194"/>
                      </a:lnTo>
                      <a:lnTo>
                        <a:pt x="49556" y="265759"/>
                      </a:lnTo>
                      <a:lnTo>
                        <a:pt x="49684" y="265493"/>
                      </a:lnTo>
                      <a:lnTo>
                        <a:pt x="50054" y="264949"/>
                      </a:lnTo>
                      <a:lnTo>
                        <a:pt x="51663" y="264347"/>
                      </a:lnTo>
                      <a:lnTo>
                        <a:pt x="52080" y="264219"/>
                      </a:lnTo>
                      <a:lnTo>
                        <a:pt x="52300" y="264115"/>
                      </a:lnTo>
                      <a:lnTo>
                        <a:pt x="52578" y="263953"/>
                      </a:lnTo>
                      <a:lnTo>
                        <a:pt x="53573" y="263432"/>
                      </a:lnTo>
                      <a:lnTo>
                        <a:pt x="54372" y="263235"/>
                      </a:lnTo>
                      <a:lnTo>
                        <a:pt x="54684" y="263293"/>
                      </a:lnTo>
                      <a:lnTo>
                        <a:pt x="54951" y="263351"/>
                      </a:lnTo>
                      <a:lnTo>
                        <a:pt x="55333" y="263502"/>
                      </a:lnTo>
                      <a:lnTo>
                        <a:pt x="56710" y="263467"/>
                      </a:lnTo>
                      <a:lnTo>
                        <a:pt x="56965" y="263386"/>
                      </a:lnTo>
                      <a:lnTo>
                        <a:pt x="57104" y="263328"/>
                      </a:lnTo>
                      <a:lnTo>
                        <a:pt x="57382" y="263177"/>
                      </a:lnTo>
                      <a:lnTo>
                        <a:pt x="57486" y="263108"/>
                      </a:lnTo>
                      <a:lnTo>
                        <a:pt x="57590" y="263027"/>
                      </a:lnTo>
                      <a:lnTo>
                        <a:pt x="58528" y="261962"/>
                      </a:lnTo>
                      <a:lnTo>
                        <a:pt x="58644" y="261650"/>
                      </a:lnTo>
                      <a:lnTo>
                        <a:pt x="58933" y="260885"/>
                      </a:lnTo>
                      <a:lnTo>
                        <a:pt x="59466" y="259774"/>
                      </a:lnTo>
                      <a:lnTo>
                        <a:pt x="59616" y="259543"/>
                      </a:lnTo>
                      <a:lnTo>
                        <a:pt x="59824" y="259207"/>
                      </a:lnTo>
                      <a:lnTo>
                        <a:pt x="59859" y="259149"/>
                      </a:lnTo>
                      <a:lnTo>
                        <a:pt x="59882" y="259126"/>
                      </a:lnTo>
                      <a:lnTo>
                        <a:pt x="60322" y="258860"/>
                      </a:lnTo>
                      <a:lnTo>
                        <a:pt x="60380" y="258825"/>
                      </a:lnTo>
                      <a:lnTo>
                        <a:pt x="61167" y="258165"/>
                      </a:lnTo>
                      <a:lnTo>
                        <a:pt x="61584" y="257690"/>
                      </a:lnTo>
                      <a:lnTo>
                        <a:pt x="61827" y="257227"/>
                      </a:lnTo>
                      <a:lnTo>
                        <a:pt x="61943" y="257008"/>
                      </a:lnTo>
                      <a:lnTo>
                        <a:pt x="62012" y="256868"/>
                      </a:lnTo>
                      <a:lnTo>
                        <a:pt x="62093" y="256730"/>
                      </a:lnTo>
                      <a:lnTo>
                        <a:pt x="62325" y="256440"/>
                      </a:lnTo>
                      <a:lnTo>
                        <a:pt x="62661" y="256128"/>
                      </a:lnTo>
                      <a:lnTo>
                        <a:pt x="62938" y="255885"/>
                      </a:lnTo>
                      <a:lnTo>
                        <a:pt x="62996" y="255838"/>
                      </a:lnTo>
                      <a:lnTo>
                        <a:pt x="63216" y="255549"/>
                      </a:lnTo>
                      <a:lnTo>
                        <a:pt x="63540" y="255086"/>
                      </a:lnTo>
                      <a:lnTo>
                        <a:pt x="63749" y="254854"/>
                      </a:lnTo>
                      <a:lnTo>
                        <a:pt x="63829" y="254704"/>
                      </a:lnTo>
                      <a:lnTo>
                        <a:pt x="63853" y="254611"/>
                      </a:lnTo>
                      <a:lnTo>
                        <a:pt x="63841" y="254507"/>
                      </a:lnTo>
                      <a:lnTo>
                        <a:pt x="63795" y="254380"/>
                      </a:lnTo>
                      <a:lnTo>
                        <a:pt x="63795" y="254345"/>
                      </a:lnTo>
                      <a:lnTo>
                        <a:pt x="63807" y="254252"/>
                      </a:lnTo>
                      <a:lnTo>
                        <a:pt x="63807" y="254114"/>
                      </a:lnTo>
                      <a:lnTo>
                        <a:pt x="63795" y="254067"/>
                      </a:lnTo>
                      <a:lnTo>
                        <a:pt x="63783" y="253813"/>
                      </a:lnTo>
                      <a:lnTo>
                        <a:pt x="63992" y="252771"/>
                      </a:lnTo>
                      <a:lnTo>
                        <a:pt x="64212" y="252585"/>
                      </a:lnTo>
                      <a:lnTo>
                        <a:pt x="64408" y="252400"/>
                      </a:lnTo>
                      <a:lnTo>
                        <a:pt x="64987" y="251555"/>
                      </a:lnTo>
                      <a:lnTo>
                        <a:pt x="65219" y="250779"/>
                      </a:lnTo>
                      <a:lnTo>
                        <a:pt x="66006" y="249009"/>
                      </a:lnTo>
                      <a:lnTo>
                        <a:pt x="66156" y="248766"/>
                      </a:lnTo>
                      <a:lnTo>
                        <a:pt x="66237" y="248638"/>
                      </a:lnTo>
                      <a:lnTo>
                        <a:pt x="66689" y="248140"/>
                      </a:lnTo>
                      <a:lnTo>
                        <a:pt x="67082" y="247724"/>
                      </a:lnTo>
                      <a:lnTo>
                        <a:pt x="67152" y="247642"/>
                      </a:lnTo>
                      <a:lnTo>
                        <a:pt x="67383" y="247272"/>
                      </a:lnTo>
                      <a:lnTo>
                        <a:pt x="67557" y="247006"/>
                      </a:lnTo>
                      <a:lnTo>
                        <a:pt x="67592" y="246971"/>
                      </a:lnTo>
                      <a:lnTo>
                        <a:pt x="67916" y="246647"/>
                      </a:lnTo>
                      <a:lnTo>
                        <a:pt x="68263" y="246288"/>
                      </a:lnTo>
                      <a:lnTo>
                        <a:pt x="68460" y="246126"/>
                      </a:lnTo>
                      <a:lnTo>
                        <a:pt x="69027" y="245848"/>
                      </a:lnTo>
                      <a:lnTo>
                        <a:pt x="69189" y="245779"/>
                      </a:lnTo>
                      <a:lnTo>
                        <a:pt x="69444" y="245651"/>
                      </a:lnTo>
                      <a:lnTo>
                        <a:pt x="69594" y="245582"/>
                      </a:lnTo>
                      <a:lnTo>
                        <a:pt x="69942" y="245455"/>
                      </a:lnTo>
                      <a:lnTo>
                        <a:pt x="70127" y="245385"/>
                      </a:lnTo>
                      <a:lnTo>
                        <a:pt x="70555" y="245212"/>
                      </a:lnTo>
                      <a:lnTo>
                        <a:pt x="70960" y="245038"/>
                      </a:lnTo>
                      <a:lnTo>
                        <a:pt x="71146" y="244992"/>
                      </a:lnTo>
                      <a:lnTo>
                        <a:pt x="71713" y="244830"/>
                      </a:lnTo>
                      <a:lnTo>
                        <a:pt x="72095" y="244714"/>
                      </a:lnTo>
                      <a:lnTo>
                        <a:pt x="72118" y="244702"/>
                      </a:lnTo>
                      <a:lnTo>
                        <a:pt x="72222" y="244668"/>
                      </a:lnTo>
                      <a:lnTo>
                        <a:pt x="72569" y="244552"/>
                      </a:lnTo>
                      <a:lnTo>
                        <a:pt x="72870" y="244459"/>
                      </a:lnTo>
                      <a:lnTo>
                        <a:pt x="73264" y="244459"/>
                      </a:lnTo>
                      <a:lnTo>
                        <a:pt x="73461" y="244482"/>
                      </a:lnTo>
                      <a:lnTo>
                        <a:pt x="74201" y="245049"/>
                      </a:lnTo>
                      <a:lnTo>
                        <a:pt x="75637" y="245571"/>
                      </a:lnTo>
                      <a:lnTo>
                        <a:pt x="77200" y="245223"/>
                      </a:lnTo>
                      <a:lnTo>
                        <a:pt x="77396" y="245304"/>
                      </a:lnTo>
                      <a:lnTo>
                        <a:pt x="77512" y="245374"/>
                      </a:lnTo>
                      <a:lnTo>
                        <a:pt x="78241" y="245038"/>
                      </a:lnTo>
                      <a:lnTo>
                        <a:pt x="78751" y="244737"/>
                      </a:lnTo>
                      <a:lnTo>
                        <a:pt x="78878" y="244644"/>
                      </a:lnTo>
                      <a:lnTo>
                        <a:pt x="78959" y="244575"/>
                      </a:lnTo>
                      <a:lnTo>
                        <a:pt x="79017" y="244367"/>
                      </a:lnTo>
                      <a:lnTo>
                        <a:pt x="79260" y="244193"/>
                      </a:lnTo>
                      <a:lnTo>
                        <a:pt x="79469" y="244100"/>
                      </a:lnTo>
                      <a:lnTo>
                        <a:pt x="79642" y="243985"/>
                      </a:lnTo>
                      <a:lnTo>
                        <a:pt x="80001" y="243753"/>
                      </a:lnTo>
                      <a:lnTo>
                        <a:pt x="80082" y="243718"/>
                      </a:lnTo>
                      <a:lnTo>
                        <a:pt x="80348" y="243626"/>
                      </a:lnTo>
                      <a:lnTo>
                        <a:pt x="80603" y="243556"/>
                      </a:lnTo>
                      <a:lnTo>
                        <a:pt x="80800" y="243452"/>
                      </a:lnTo>
                      <a:lnTo>
                        <a:pt x="82953" y="242051"/>
                      </a:lnTo>
                      <a:lnTo>
                        <a:pt x="83034" y="241982"/>
                      </a:lnTo>
                      <a:lnTo>
                        <a:pt x="84747" y="241855"/>
                      </a:lnTo>
                      <a:lnTo>
                        <a:pt x="84828" y="241785"/>
                      </a:lnTo>
                      <a:lnTo>
                        <a:pt x="84944" y="241785"/>
                      </a:lnTo>
                      <a:lnTo>
                        <a:pt x="85696" y="242399"/>
                      </a:lnTo>
                      <a:lnTo>
                        <a:pt x="86194" y="242653"/>
                      </a:lnTo>
                      <a:lnTo>
                        <a:pt x="86784" y="242920"/>
                      </a:lnTo>
                      <a:lnTo>
                        <a:pt x="88347" y="243441"/>
                      </a:lnTo>
                      <a:lnTo>
                        <a:pt x="88509" y="243209"/>
                      </a:lnTo>
                      <a:lnTo>
                        <a:pt x="88602" y="243105"/>
                      </a:lnTo>
                      <a:lnTo>
                        <a:pt x="89297" y="242549"/>
                      </a:lnTo>
                      <a:lnTo>
                        <a:pt x="89528" y="242445"/>
                      </a:lnTo>
                      <a:lnTo>
                        <a:pt x="89829" y="242352"/>
                      </a:lnTo>
                      <a:lnTo>
                        <a:pt x="90929" y="242248"/>
                      </a:lnTo>
                      <a:lnTo>
                        <a:pt x="91426" y="242063"/>
                      </a:lnTo>
                      <a:lnTo>
                        <a:pt x="91681" y="242098"/>
                      </a:lnTo>
                      <a:lnTo>
                        <a:pt x="92954" y="242156"/>
                      </a:lnTo>
                      <a:lnTo>
                        <a:pt x="95663" y="243394"/>
                      </a:lnTo>
                      <a:lnTo>
                        <a:pt x="97064" y="244575"/>
                      </a:lnTo>
                      <a:lnTo>
                        <a:pt x="97284" y="244760"/>
                      </a:lnTo>
                      <a:lnTo>
                        <a:pt x="97469" y="245027"/>
                      </a:lnTo>
                      <a:lnTo>
                        <a:pt x="97527" y="245119"/>
                      </a:lnTo>
                      <a:lnTo>
                        <a:pt x="97782" y="245362"/>
                      </a:lnTo>
                      <a:lnTo>
                        <a:pt x="97990" y="246161"/>
                      </a:lnTo>
                      <a:lnTo>
                        <a:pt x="98013" y="248025"/>
                      </a:lnTo>
                      <a:lnTo>
                        <a:pt x="97990" y="248140"/>
                      </a:lnTo>
                      <a:lnTo>
                        <a:pt x="98025" y="248291"/>
                      </a:lnTo>
                      <a:lnTo>
                        <a:pt x="98071" y="248337"/>
                      </a:lnTo>
                      <a:lnTo>
                        <a:pt x="98117" y="248395"/>
                      </a:lnTo>
                      <a:lnTo>
                        <a:pt x="98164" y="248430"/>
                      </a:lnTo>
                      <a:lnTo>
                        <a:pt x="99425" y="248708"/>
                      </a:lnTo>
                      <a:lnTo>
                        <a:pt x="99831" y="248788"/>
                      </a:lnTo>
                      <a:lnTo>
                        <a:pt x="100224" y="248904"/>
                      </a:lnTo>
                      <a:lnTo>
                        <a:pt x="101011" y="248719"/>
                      </a:lnTo>
                      <a:lnTo>
                        <a:pt x="101567" y="248615"/>
                      </a:lnTo>
                      <a:lnTo>
                        <a:pt x="102284" y="248534"/>
                      </a:lnTo>
                      <a:lnTo>
                        <a:pt x="103280" y="248407"/>
                      </a:lnTo>
                      <a:lnTo>
                        <a:pt x="103477" y="248349"/>
                      </a:lnTo>
                      <a:lnTo>
                        <a:pt x="103628" y="248291"/>
                      </a:lnTo>
                      <a:lnTo>
                        <a:pt x="103882" y="248175"/>
                      </a:lnTo>
                      <a:lnTo>
                        <a:pt x="105121" y="247943"/>
                      </a:lnTo>
                      <a:lnTo>
                        <a:pt x="105109" y="247145"/>
                      </a:lnTo>
                      <a:lnTo>
                        <a:pt x="105387" y="246890"/>
                      </a:lnTo>
                      <a:lnTo>
                        <a:pt x="105526" y="246647"/>
                      </a:lnTo>
                      <a:lnTo>
                        <a:pt x="105537" y="246636"/>
                      </a:lnTo>
                      <a:lnTo>
                        <a:pt x="105607" y="246543"/>
                      </a:lnTo>
                      <a:lnTo>
                        <a:pt x="105642" y="246508"/>
                      </a:lnTo>
                      <a:lnTo>
                        <a:pt x="105920" y="246149"/>
                      </a:lnTo>
                      <a:lnTo>
                        <a:pt x="106487" y="245200"/>
                      </a:lnTo>
                      <a:lnTo>
                        <a:pt x="106660" y="245015"/>
                      </a:lnTo>
                      <a:lnTo>
                        <a:pt x="106880" y="244760"/>
                      </a:lnTo>
                      <a:lnTo>
                        <a:pt x="107031" y="244633"/>
                      </a:lnTo>
                      <a:lnTo>
                        <a:pt x="107193" y="244482"/>
                      </a:lnTo>
                      <a:lnTo>
                        <a:pt x="107204" y="244482"/>
                      </a:lnTo>
                      <a:lnTo>
                        <a:pt x="107528" y="244390"/>
                      </a:lnTo>
                      <a:lnTo>
                        <a:pt x="107934" y="244262"/>
                      </a:lnTo>
                      <a:lnTo>
                        <a:pt x="108130" y="244147"/>
                      </a:lnTo>
                      <a:lnTo>
                        <a:pt x="108212" y="244077"/>
                      </a:lnTo>
                      <a:lnTo>
                        <a:pt x="108327" y="243950"/>
                      </a:lnTo>
                      <a:lnTo>
                        <a:pt x="109057" y="243359"/>
                      </a:lnTo>
                      <a:lnTo>
                        <a:pt x="109161" y="243290"/>
                      </a:lnTo>
                      <a:lnTo>
                        <a:pt x="109496" y="243116"/>
                      </a:lnTo>
                      <a:lnTo>
                        <a:pt x="109693" y="242931"/>
                      </a:lnTo>
                      <a:lnTo>
                        <a:pt x="110388" y="242248"/>
                      </a:lnTo>
                      <a:lnTo>
                        <a:pt x="110897" y="242144"/>
                      </a:lnTo>
                      <a:lnTo>
                        <a:pt x="111163" y="242063"/>
                      </a:lnTo>
                      <a:lnTo>
                        <a:pt x="111684" y="241808"/>
                      </a:lnTo>
                      <a:lnTo>
                        <a:pt x="111951" y="241669"/>
                      </a:lnTo>
                      <a:lnTo>
                        <a:pt x="112124" y="241542"/>
                      </a:lnTo>
                      <a:lnTo>
                        <a:pt x="112738" y="240778"/>
                      </a:lnTo>
                      <a:lnTo>
                        <a:pt x="112876" y="240628"/>
                      </a:lnTo>
                      <a:lnTo>
                        <a:pt x="112900" y="240593"/>
                      </a:lnTo>
                      <a:lnTo>
                        <a:pt x="113039" y="240327"/>
                      </a:lnTo>
                      <a:lnTo>
                        <a:pt x="113189" y="240188"/>
                      </a:lnTo>
                      <a:lnTo>
                        <a:pt x="113305" y="240142"/>
                      </a:lnTo>
                      <a:lnTo>
                        <a:pt x="113571" y="240049"/>
                      </a:lnTo>
                      <a:lnTo>
                        <a:pt x="113849" y="239945"/>
                      </a:lnTo>
                      <a:lnTo>
                        <a:pt x="114092" y="239864"/>
                      </a:lnTo>
                      <a:lnTo>
                        <a:pt x="114196" y="239817"/>
                      </a:lnTo>
                      <a:lnTo>
                        <a:pt x="114578" y="239667"/>
                      </a:lnTo>
                      <a:lnTo>
                        <a:pt x="114682" y="239563"/>
                      </a:lnTo>
                      <a:lnTo>
                        <a:pt x="114833" y="239458"/>
                      </a:lnTo>
                      <a:lnTo>
                        <a:pt x="114995" y="239470"/>
                      </a:lnTo>
                      <a:lnTo>
                        <a:pt x="115030" y="239377"/>
                      </a:lnTo>
                      <a:lnTo>
                        <a:pt x="115076" y="239319"/>
                      </a:lnTo>
                      <a:lnTo>
                        <a:pt x="115273" y="239204"/>
                      </a:lnTo>
                      <a:lnTo>
                        <a:pt x="115435" y="239100"/>
                      </a:lnTo>
                      <a:lnTo>
                        <a:pt x="115551" y="239030"/>
                      </a:lnTo>
                      <a:lnTo>
                        <a:pt x="115770" y="238938"/>
                      </a:lnTo>
                      <a:lnTo>
                        <a:pt x="116025" y="238938"/>
                      </a:lnTo>
                      <a:lnTo>
                        <a:pt x="116546" y="238938"/>
                      </a:lnTo>
                      <a:lnTo>
                        <a:pt x="116766" y="238833"/>
                      </a:lnTo>
                      <a:lnTo>
                        <a:pt x="116951" y="238718"/>
                      </a:lnTo>
                      <a:lnTo>
                        <a:pt x="117102" y="238660"/>
                      </a:lnTo>
                      <a:lnTo>
                        <a:pt x="117345" y="238637"/>
                      </a:lnTo>
                      <a:lnTo>
                        <a:pt x="117345" y="238567"/>
                      </a:lnTo>
                      <a:lnTo>
                        <a:pt x="117542" y="238532"/>
                      </a:lnTo>
                      <a:lnTo>
                        <a:pt x="117588" y="238440"/>
                      </a:lnTo>
                      <a:lnTo>
                        <a:pt x="117843" y="238382"/>
                      </a:lnTo>
                      <a:lnTo>
                        <a:pt x="117912" y="238312"/>
                      </a:lnTo>
                      <a:lnTo>
                        <a:pt x="118039" y="238127"/>
                      </a:lnTo>
                      <a:lnTo>
                        <a:pt x="118062" y="238104"/>
                      </a:lnTo>
                      <a:lnTo>
                        <a:pt x="118178" y="238058"/>
                      </a:lnTo>
                      <a:lnTo>
                        <a:pt x="118248" y="237942"/>
                      </a:lnTo>
                      <a:lnTo>
                        <a:pt x="118259" y="237850"/>
                      </a:lnTo>
                      <a:lnTo>
                        <a:pt x="118294" y="237710"/>
                      </a:lnTo>
                      <a:lnTo>
                        <a:pt x="118363" y="237629"/>
                      </a:lnTo>
                      <a:lnTo>
                        <a:pt x="118526" y="237525"/>
                      </a:lnTo>
                      <a:lnTo>
                        <a:pt x="118549" y="237502"/>
                      </a:lnTo>
                      <a:lnTo>
                        <a:pt x="118584" y="237444"/>
                      </a:lnTo>
                      <a:lnTo>
                        <a:pt x="118942" y="237421"/>
                      </a:lnTo>
                      <a:lnTo>
                        <a:pt x="118965" y="237433"/>
                      </a:lnTo>
                      <a:lnTo>
                        <a:pt x="119058" y="237386"/>
                      </a:lnTo>
                      <a:lnTo>
                        <a:pt x="119035" y="237363"/>
                      </a:lnTo>
                      <a:lnTo>
                        <a:pt x="118919" y="237259"/>
                      </a:lnTo>
                      <a:lnTo>
                        <a:pt x="118861" y="237178"/>
                      </a:lnTo>
                      <a:lnTo>
                        <a:pt x="118746" y="237074"/>
                      </a:lnTo>
                      <a:lnTo>
                        <a:pt x="118734" y="236981"/>
                      </a:lnTo>
                      <a:lnTo>
                        <a:pt x="118746" y="236912"/>
                      </a:lnTo>
                      <a:lnTo>
                        <a:pt x="118746" y="236900"/>
                      </a:lnTo>
                      <a:lnTo>
                        <a:pt x="118688" y="236784"/>
                      </a:lnTo>
                      <a:lnTo>
                        <a:pt x="118676" y="236646"/>
                      </a:lnTo>
                      <a:lnTo>
                        <a:pt x="118606" y="236553"/>
                      </a:lnTo>
                      <a:lnTo>
                        <a:pt x="118560" y="236449"/>
                      </a:lnTo>
                      <a:lnTo>
                        <a:pt x="118537" y="236437"/>
                      </a:lnTo>
                      <a:lnTo>
                        <a:pt x="118468" y="236391"/>
                      </a:lnTo>
                      <a:lnTo>
                        <a:pt x="118456" y="236368"/>
                      </a:lnTo>
                      <a:lnTo>
                        <a:pt x="118421" y="236356"/>
                      </a:lnTo>
                      <a:lnTo>
                        <a:pt x="118305" y="236298"/>
                      </a:lnTo>
                      <a:lnTo>
                        <a:pt x="118097" y="236194"/>
                      </a:lnTo>
                      <a:lnTo>
                        <a:pt x="117866" y="236020"/>
                      </a:lnTo>
                      <a:lnTo>
                        <a:pt x="117773" y="235916"/>
                      </a:lnTo>
                      <a:lnTo>
                        <a:pt x="117518" y="235685"/>
                      </a:lnTo>
                      <a:lnTo>
                        <a:pt x="117449" y="235638"/>
                      </a:lnTo>
                      <a:lnTo>
                        <a:pt x="117345" y="235546"/>
                      </a:lnTo>
                      <a:lnTo>
                        <a:pt x="117206" y="235418"/>
                      </a:lnTo>
                      <a:lnTo>
                        <a:pt x="116974" y="235106"/>
                      </a:lnTo>
                      <a:lnTo>
                        <a:pt x="116905" y="234921"/>
                      </a:lnTo>
                      <a:lnTo>
                        <a:pt x="116778" y="234678"/>
                      </a:lnTo>
                      <a:lnTo>
                        <a:pt x="116372" y="234203"/>
                      </a:lnTo>
                      <a:lnTo>
                        <a:pt x="116187" y="233913"/>
                      </a:lnTo>
                      <a:lnTo>
                        <a:pt x="116396" y="233775"/>
                      </a:lnTo>
                      <a:lnTo>
                        <a:pt x="116720" y="233532"/>
                      </a:lnTo>
                      <a:lnTo>
                        <a:pt x="116998" y="233346"/>
                      </a:lnTo>
                      <a:lnTo>
                        <a:pt x="117217" y="233196"/>
                      </a:lnTo>
                      <a:lnTo>
                        <a:pt x="117484" y="232965"/>
                      </a:lnTo>
                      <a:lnTo>
                        <a:pt x="117692" y="232814"/>
                      </a:lnTo>
                      <a:lnTo>
                        <a:pt x="118039" y="232594"/>
                      </a:lnTo>
                      <a:lnTo>
                        <a:pt x="118711" y="232142"/>
                      </a:lnTo>
                      <a:lnTo>
                        <a:pt x="118885" y="232015"/>
                      </a:lnTo>
                      <a:lnTo>
                        <a:pt x="119278" y="231610"/>
                      </a:lnTo>
                      <a:lnTo>
                        <a:pt x="119313" y="231494"/>
                      </a:lnTo>
                      <a:lnTo>
                        <a:pt x="119429" y="231124"/>
                      </a:lnTo>
                      <a:lnTo>
                        <a:pt x="119451" y="231089"/>
                      </a:lnTo>
                      <a:lnTo>
                        <a:pt x="119544" y="231008"/>
                      </a:lnTo>
                      <a:lnTo>
                        <a:pt x="119567" y="230985"/>
                      </a:lnTo>
                      <a:lnTo>
                        <a:pt x="119787" y="230823"/>
                      </a:lnTo>
                      <a:lnTo>
                        <a:pt x="119973" y="230684"/>
                      </a:lnTo>
                      <a:lnTo>
                        <a:pt x="120795" y="229908"/>
                      </a:lnTo>
                      <a:lnTo>
                        <a:pt x="120945" y="229804"/>
                      </a:lnTo>
                      <a:lnTo>
                        <a:pt x="121188" y="229700"/>
                      </a:lnTo>
                      <a:lnTo>
                        <a:pt x="121431" y="229584"/>
                      </a:lnTo>
                      <a:lnTo>
                        <a:pt x="121605" y="229168"/>
                      </a:lnTo>
                      <a:lnTo>
                        <a:pt x="121350" y="229144"/>
                      </a:lnTo>
                      <a:lnTo>
                        <a:pt x="121211" y="229063"/>
                      </a:lnTo>
                      <a:lnTo>
                        <a:pt x="121026" y="228913"/>
                      </a:lnTo>
                      <a:lnTo>
                        <a:pt x="120667" y="228670"/>
                      </a:lnTo>
                      <a:lnTo>
                        <a:pt x="120494" y="228519"/>
                      </a:lnTo>
                      <a:lnTo>
                        <a:pt x="120193" y="228253"/>
                      </a:lnTo>
                      <a:lnTo>
                        <a:pt x="120019" y="228033"/>
                      </a:lnTo>
                      <a:lnTo>
                        <a:pt x="120019" y="227952"/>
                      </a:lnTo>
                      <a:lnTo>
                        <a:pt x="120007" y="227825"/>
                      </a:lnTo>
                      <a:lnTo>
                        <a:pt x="119996" y="227130"/>
                      </a:lnTo>
                      <a:lnTo>
                        <a:pt x="119961" y="226575"/>
                      </a:lnTo>
                      <a:lnTo>
                        <a:pt x="119764" y="226447"/>
                      </a:lnTo>
                      <a:lnTo>
                        <a:pt x="119672" y="226355"/>
                      </a:lnTo>
                      <a:lnTo>
                        <a:pt x="119660" y="225984"/>
                      </a:lnTo>
                      <a:lnTo>
                        <a:pt x="119741" y="225382"/>
                      </a:lnTo>
                      <a:lnTo>
                        <a:pt x="119926" y="224838"/>
                      </a:lnTo>
                      <a:lnTo>
                        <a:pt x="119949" y="224283"/>
                      </a:lnTo>
                      <a:lnTo>
                        <a:pt x="119973" y="224086"/>
                      </a:lnTo>
                      <a:lnTo>
                        <a:pt x="119973" y="223842"/>
                      </a:lnTo>
                      <a:lnTo>
                        <a:pt x="119949" y="223646"/>
                      </a:lnTo>
                      <a:lnTo>
                        <a:pt x="119949" y="223611"/>
                      </a:lnTo>
                      <a:lnTo>
                        <a:pt x="119915" y="223449"/>
                      </a:lnTo>
                      <a:lnTo>
                        <a:pt x="119764" y="222766"/>
                      </a:lnTo>
                      <a:lnTo>
                        <a:pt x="119787" y="222569"/>
                      </a:lnTo>
                      <a:lnTo>
                        <a:pt x="119776" y="222477"/>
                      </a:lnTo>
                      <a:lnTo>
                        <a:pt x="119567" y="222222"/>
                      </a:lnTo>
                      <a:lnTo>
                        <a:pt x="118850" y="221400"/>
                      </a:lnTo>
                      <a:lnTo>
                        <a:pt x="118016" y="220671"/>
                      </a:lnTo>
                      <a:lnTo>
                        <a:pt x="117715" y="220335"/>
                      </a:lnTo>
                      <a:lnTo>
                        <a:pt x="117518" y="220069"/>
                      </a:lnTo>
                      <a:lnTo>
                        <a:pt x="117032" y="219397"/>
                      </a:lnTo>
                      <a:lnTo>
                        <a:pt x="116928" y="219166"/>
                      </a:lnTo>
                      <a:lnTo>
                        <a:pt x="116731" y="218680"/>
                      </a:lnTo>
                      <a:lnTo>
                        <a:pt x="116650" y="218506"/>
                      </a:lnTo>
                      <a:lnTo>
                        <a:pt x="116708" y="218448"/>
                      </a:lnTo>
                      <a:lnTo>
                        <a:pt x="116812" y="218333"/>
                      </a:lnTo>
                      <a:lnTo>
                        <a:pt x="117299" y="217881"/>
                      </a:lnTo>
                      <a:lnTo>
                        <a:pt x="117403" y="217869"/>
                      </a:lnTo>
                      <a:lnTo>
                        <a:pt x="117600" y="217881"/>
                      </a:lnTo>
                      <a:lnTo>
                        <a:pt x="117831" y="217719"/>
                      </a:lnTo>
                      <a:lnTo>
                        <a:pt x="118051" y="217522"/>
                      </a:lnTo>
                      <a:lnTo>
                        <a:pt x="118155" y="217441"/>
                      </a:lnTo>
                      <a:lnTo>
                        <a:pt x="118734" y="217418"/>
                      </a:lnTo>
                      <a:lnTo>
                        <a:pt x="119104" y="217406"/>
                      </a:lnTo>
                      <a:lnTo>
                        <a:pt x="119220" y="217314"/>
                      </a:lnTo>
                      <a:lnTo>
                        <a:pt x="119463" y="217059"/>
                      </a:lnTo>
                      <a:lnTo>
                        <a:pt x="119741" y="216955"/>
                      </a:lnTo>
                      <a:lnTo>
                        <a:pt x="120378" y="216839"/>
                      </a:lnTo>
                      <a:lnTo>
                        <a:pt x="120412" y="216804"/>
                      </a:lnTo>
                      <a:lnTo>
                        <a:pt x="120621" y="216191"/>
                      </a:lnTo>
                      <a:lnTo>
                        <a:pt x="120494" y="215149"/>
                      </a:lnTo>
                      <a:lnTo>
                        <a:pt x="119799" y="213297"/>
                      </a:lnTo>
                      <a:lnTo>
                        <a:pt x="120609" y="212707"/>
                      </a:lnTo>
                      <a:lnTo>
                        <a:pt x="121466" y="212487"/>
                      </a:lnTo>
                      <a:lnTo>
                        <a:pt x="121512" y="212579"/>
                      </a:lnTo>
                      <a:lnTo>
                        <a:pt x="121709" y="212822"/>
                      </a:lnTo>
                      <a:lnTo>
                        <a:pt x="122010" y="213135"/>
                      </a:lnTo>
                      <a:lnTo>
                        <a:pt x="122195" y="213285"/>
                      </a:lnTo>
                      <a:lnTo>
                        <a:pt x="122392" y="213390"/>
                      </a:lnTo>
                      <a:lnTo>
                        <a:pt x="122577" y="213448"/>
                      </a:lnTo>
                      <a:lnTo>
                        <a:pt x="123330" y="213540"/>
                      </a:lnTo>
                      <a:lnTo>
                        <a:pt x="123654" y="213621"/>
                      </a:lnTo>
                      <a:lnTo>
                        <a:pt x="124348" y="213621"/>
                      </a:lnTo>
                      <a:lnTo>
                        <a:pt x="124510" y="213528"/>
                      </a:lnTo>
                      <a:lnTo>
                        <a:pt x="125344" y="213749"/>
                      </a:lnTo>
                      <a:lnTo>
                        <a:pt x="125772" y="213818"/>
                      </a:lnTo>
                      <a:lnTo>
                        <a:pt x="126548" y="213887"/>
                      </a:lnTo>
                      <a:lnTo>
                        <a:pt x="126883" y="213992"/>
                      </a:lnTo>
                      <a:lnTo>
                        <a:pt x="127127" y="214096"/>
                      </a:lnTo>
                      <a:lnTo>
                        <a:pt x="127277" y="214165"/>
                      </a:lnTo>
                      <a:lnTo>
                        <a:pt x="127497" y="212545"/>
                      </a:lnTo>
                      <a:lnTo>
                        <a:pt x="127531" y="212359"/>
                      </a:lnTo>
                      <a:lnTo>
                        <a:pt x="127636" y="212336"/>
                      </a:lnTo>
                      <a:lnTo>
                        <a:pt x="128180" y="212232"/>
                      </a:lnTo>
                      <a:lnTo>
                        <a:pt x="128458" y="212081"/>
                      </a:lnTo>
                      <a:lnTo>
                        <a:pt x="129129" y="211688"/>
                      </a:lnTo>
                      <a:lnTo>
                        <a:pt x="129407" y="211584"/>
                      </a:lnTo>
                      <a:lnTo>
                        <a:pt x="129546" y="211503"/>
                      </a:lnTo>
                      <a:lnTo>
                        <a:pt x="129592" y="211468"/>
                      </a:lnTo>
                      <a:lnTo>
                        <a:pt x="129835" y="211202"/>
                      </a:lnTo>
                      <a:lnTo>
                        <a:pt x="130356" y="210658"/>
                      </a:lnTo>
                      <a:lnTo>
                        <a:pt x="130483" y="210588"/>
                      </a:lnTo>
                      <a:lnTo>
                        <a:pt x="130912" y="210322"/>
                      </a:lnTo>
                      <a:lnTo>
                        <a:pt x="131004" y="210241"/>
                      </a:lnTo>
                      <a:lnTo>
                        <a:pt x="131109" y="210160"/>
                      </a:lnTo>
                      <a:lnTo>
                        <a:pt x="131132" y="210137"/>
                      </a:lnTo>
                      <a:lnTo>
                        <a:pt x="131699" y="210044"/>
                      </a:lnTo>
                      <a:lnTo>
                        <a:pt x="132012" y="209882"/>
                      </a:lnTo>
                      <a:lnTo>
                        <a:pt x="132915" y="209569"/>
                      </a:lnTo>
                      <a:lnTo>
                        <a:pt x="133007" y="209512"/>
                      </a:lnTo>
                      <a:lnTo>
                        <a:pt x="133019" y="209500"/>
                      </a:lnTo>
                      <a:lnTo>
                        <a:pt x="133111" y="209384"/>
                      </a:lnTo>
                      <a:lnTo>
                        <a:pt x="133192" y="209280"/>
                      </a:lnTo>
                      <a:lnTo>
                        <a:pt x="133227" y="209222"/>
                      </a:lnTo>
                      <a:lnTo>
                        <a:pt x="133262" y="209095"/>
                      </a:lnTo>
                      <a:lnTo>
                        <a:pt x="133273" y="209025"/>
                      </a:lnTo>
                      <a:lnTo>
                        <a:pt x="133308" y="208771"/>
                      </a:lnTo>
                      <a:lnTo>
                        <a:pt x="133459" y="208088"/>
                      </a:lnTo>
                      <a:lnTo>
                        <a:pt x="133609" y="207718"/>
                      </a:lnTo>
                      <a:lnTo>
                        <a:pt x="133655" y="207625"/>
                      </a:lnTo>
                      <a:lnTo>
                        <a:pt x="133586" y="206143"/>
                      </a:lnTo>
                      <a:lnTo>
                        <a:pt x="133806" y="206062"/>
                      </a:lnTo>
                      <a:lnTo>
                        <a:pt x="135079" y="205576"/>
                      </a:lnTo>
                      <a:lnTo>
                        <a:pt x="137035" y="204800"/>
                      </a:lnTo>
                      <a:lnTo>
                        <a:pt x="137244" y="204650"/>
                      </a:lnTo>
                      <a:lnTo>
                        <a:pt x="137452" y="204303"/>
                      </a:lnTo>
                      <a:lnTo>
                        <a:pt x="137834" y="203585"/>
                      </a:lnTo>
                      <a:lnTo>
                        <a:pt x="137915" y="203492"/>
                      </a:lnTo>
                      <a:lnTo>
                        <a:pt x="138228" y="203226"/>
                      </a:lnTo>
                      <a:lnTo>
                        <a:pt x="138309" y="203145"/>
                      </a:lnTo>
                      <a:lnTo>
                        <a:pt x="138795" y="202844"/>
                      </a:lnTo>
                      <a:lnTo>
                        <a:pt x="138992" y="202751"/>
                      </a:lnTo>
                      <a:lnTo>
                        <a:pt x="140485" y="202925"/>
                      </a:lnTo>
                      <a:lnTo>
                        <a:pt x="141029" y="201710"/>
                      </a:lnTo>
                      <a:lnTo>
                        <a:pt x="141145" y="201455"/>
                      </a:lnTo>
                      <a:lnTo>
                        <a:pt x="141434" y="201015"/>
                      </a:lnTo>
                      <a:lnTo>
                        <a:pt x="141805" y="200737"/>
                      </a:lnTo>
                      <a:lnTo>
                        <a:pt x="141886" y="200714"/>
                      </a:lnTo>
                      <a:lnTo>
                        <a:pt x="142245" y="200610"/>
                      </a:lnTo>
                      <a:lnTo>
                        <a:pt x="142476" y="200610"/>
                      </a:lnTo>
                      <a:lnTo>
                        <a:pt x="143205" y="201050"/>
                      </a:lnTo>
                      <a:lnTo>
                        <a:pt x="143448" y="201200"/>
                      </a:lnTo>
                      <a:lnTo>
                        <a:pt x="143530" y="201235"/>
                      </a:lnTo>
                      <a:lnTo>
                        <a:pt x="143946" y="201374"/>
                      </a:lnTo>
                      <a:lnTo>
                        <a:pt x="144398" y="201223"/>
                      </a:lnTo>
                      <a:lnTo>
                        <a:pt x="144479" y="200876"/>
                      </a:lnTo>
                      <a:lnTo>
                        <a:pt x="144664" y="200621"/>
                      </a:lnTo>
                      <a:lnTo>
                        <a:pt x="144687" y="200448"/>
                      </a:lnTo>
                      <a:lnTo>
                        <a:pt x="144710" y="200205"/>
                      </a:lnTo>
                      <a:lnTo>
                        <a:pt x="144722" y="200170"/>
                      </a:lnTo>
                      <a:lnTo>
                        <a:pt x="144768" y="199996"/>
                      </a:lnTo>
                      <a:lnTo>
                        <a:pt x="144780" y="199776"/>
                      </a:lnTo>
                      <a:lnTo>
                        <a:pt x="144791" y="199464"/>
                      </a:lnTo>
                      <a:lnTo>
                        <a:pt x="144942" y="198908"/>
                      </a:lnTo>
                      <a:lnTo>
                        <a:pt x="144953" y="198862"/>
                      </a:lnTo>
                      <a:lnTo>
                        <a:pt x="145162" y="198978"/>
                      </a:lnTo>
                      <a:lnTo>
                        <a:pt x="145243" y="199047"/>
                      </a:lnTo>
                      <a:lnTo>
                        <a:pt x="145347" y="199140"/>
                      </a:lnTo>
                      <a:lnTo>
                        <a:pt x="145497" y="199232"/>
                      </a:lnTo>
                      <a:lnTo>
                        <a:pt x="146597" y="199313"/>
                      </a:lnTo>
                      <a:lnTo>
                        <a:pt x="147060" y="199418"/>
                      </a:lnTo>
                      <a:lnTo>
                        <a:pt x="147893" y="199406"/>
                      </a:lnTo>
                      <a:lnTo>
                        <a:pt x="151193" y="199418"/>
                      </a:lnTo>
                      <a:lnTo>
                        <a:pt x="151517" y="199510"/>
                      </a:lnTo>
                      <a:lnTo>
                        <a:pt x="151806" y="199637"/>
                      </a:lnTo>
                      <a:lnTo>
                        <a:pt x="151887" y="199672"/>
                      </a:lnTo>
                      <a:lnTo>
                        <a:pt x="152188" y="199776"/>
                      </a:lnTo>
                      <a:lnTo>
                        <a:pt x="152617" y="199915"/>
                      </a:lnTo>
                      <a:lnTo>
                        <a:pt x="152721" y="199950"/>
                      </a:lnTo>
                      <a:lnTo>
                        <a:pt x="153022" y="200089"/>
                      </a:lnTo>
                      <a:lnTo>
                        <a:pt x="153207" y="200343"/>
                      </a:lnTo>
                      <a:lnTo>
                        <a:pt x="153334" y="200540"/>
                      </a:lnTo>
                      <a:lnTo>
                        <a:pt x="153462" y="200679"/>
                      </a:lnTo>
                      <a:lnTo>
                        <a:pt x="153612" y="200783"/>
                      </a:lnTo>
                      <a:lnTo>
                        <a:pt x="153890" y="201050"/>
                      </a:lnTo>
                      <a:lnTo>
                        <a:pt x="153982" y="201108"/>
                      </a:lnTo>
                      <a:lnTo>
                        <a:pt x="154839" y="201328"/>
                      </a:lnTo>
                      <a:lnTo>
                        <a:pt x="155163" y="200378"/>
                      </a:lnTo>
                      <a:lnTo>
                        <a:pt x="155418" y="200332"/>
                      </a:lnTo>
                      <a:lnTo>
                        <a:pt x="155985" y="200343"/>
                      </a:lnTo>
                      <a:lnTo>
                        <a:pt x="156795" y="200077"/>
                      </a:lnTo>
                      <a:lnTo>
                        <a:pt x="157096" y="199973"/>
                      </a:lnTo>
                      <a:lnTo>
                        <a:pt x="157189" y="199938"/>
                      </a:lnTo>
                      <a:lnTo>
                        <a:pt x="157432" y="199753"/>
                      </a:lnTo>
                      <a:lnTo>
                        <a:pt x="157502" y="199313"/>
                      </a:lnTo>
                      <a:lnTo>
                        <a:pt x="158092" y="198839"/>
                      </a:lnTo>
                      <a:lnTo>
                        <a:pt x="158219" y="198746"/>
                      </a:lnTo>
                      <a:lnTo>
                        <a:pt x="158439" y="198642"/>
                      </a:lnTo>
                      <a:lnTo>
                        <a:pt x="158474" y="198630"/>
                      </a:lnTo>
                      <a:lnTo>
                        <a:pt x="159585" y="198086"/>
                      </a:lnTo>
                      <a:lnTo>
                        <a:pt x="159921" y="197901"/>
                      </a:lnTo>
                      <a:lnTo>
                        <a:pt x="160673" y="197542"/>
                      </a:lnTo>
                      <a:lnTo>
                        <a:pt x="160812" y="197473"/>
                      </a:lnTo>
                      <a:lnTo>
                        <a:pt x="162097" y="196825"/>
                      </a:lnTo>
                      <a:lnTo>
                        <a:pt x="163382" y="196165"/>
                      </a:lnTo>
                      <a:lnTo>
                        <a:pt x="163394" y="196142"/>
                      </a:lnTo>
                      <a:lnTo>
                        <a:pt x="163452" y="195991"/>
                      </a:lnTo>
                      <a:lnTo>
                        <a:pt x="163579" y="195922"/>
                      </a:lnTo>
                      <a:lnTo>
                        <a:pt x="163753" y="195806"/>
                      </a:lnTo>
                      <a:lnTo>
                        <a:pt x="164007" y="195551"/>
                      </a:lnTo>
                      <a:lnTo>
                        <a:pt x="164204" y="195192"/>
                      </a:lnTo>
                      <a:lnTo>
                        <a:pt x="164424" y="194776"/>
                      </a:lnTo>
                      <a:lnTo>
                        <a:pt x="164528" y="194567"/>
                      </a:lnTo>
                      <a:lnTo>
                        <a:pt x="164609" y="194417"/>
                      </a:lnTo>
                      <a:lnTo>
                        <a:pt x="164737" y="194301"/>
                      </a:lnTo>
                      <a:lnTo>
                        <a:pt x="164783" y="194278"/>
                      </a:lnTo>
                      <a:lnTo>
                        <a:pt x="164933" y="194174"/>
                      </a:lnTo>
                      <a:lnTo>
                        <a:pt x="165304" y="193873"/>
                      </a:lnTo>
                      <a:lnTo>
                        <a:pt x="165906" y="193387"/>
                      </a:lnTo>
                      <a:lnTo>
                        <a:pt x="166033" y="193236"/>
                      </a:lnTo>
                      <a:lnTo>
                        <a:pt x="166519" y="192646"/>
                      </a:lnTo>
                      <a:lnTo>
                        <a:pt x="166693" y="192414"/>
                      </a:lnTo>
                      <a:lnTo>
                        <a:pt x="166936" y="192113"/>
                      </a:lnTo>
                      <a:lnTo>
                        <a:pt x="166982" y="192044"/>
                      </a:lnTo>
                      <a:lnTo>
                        <a:pt x="167109" y="191824"/>
                      </a:lnTo>
                      <a:lnTo>
                        <a:pt x="167191" y="191650"/>
                      </a:lnTo>
                      <a:lnTo>
                        <a:pt x="167387" y="190921"/>
                      </a:lnTo>
                      <a:lnTo>
                        <a:pt x="167468" y="190643"/>
                      </a:lnTo>
                      <a:lnTo>
                        <a:pt x="167480" y="190215"/>
                      </a:lnTo>
                      <a:lnTo>
                        <a:pt x="167480" y="189821"/>
                      </a:lnTo>
                      <a:lnTo>
                        <a:pt x="167434" y="189173"/>
                      </a:lnTo>
                      <a:lnTo>
                        <a:pt x="167468" y="188883"/>
                      </a:lnTo>
                      <a:lnTo>
                        <a:pt x="167631" y="188525"/>
                      </a:lnTo>
                      <a:lnTo>
                        <a:pt x="167700" y="188154"/>
                      </a:lnTo>
                      <a:lnTo>
                        <a:pt x="167862" y="187379"/>
                      </a:lnTo>
                      <a:lnTo>
                        <a:pt x="168742" y="186013"/>
                      </a:lnTo>
                      <a:lnTo>
                        <a:pt x="168927" y="185654"/>
                      </a:lnTo>
                      <a:lnTo>
                        <a:pt x="168985" y="185515"/>
                      </a:lnTo>
                      <a:lnTo>
                        <a:pt x="169112" y="185202"/>
                      </a:lnTo>
                      <a:lnTo>
                        <a:pt x="169054" y="184763"/>
                      </a:lnTo>
                      <a:lnTo>
                        <a:pt x="168892" y="183778"/>
                      </a:lnTo>
                      <a:lnTo>
                        <a:pt x="168707" y="182413"/>
                      </a:lnTo>
                      <a:lnTo>
                        <a:pt x="168719" y="182366"/>
                      </a:lnTo>
                      <a:lnTo>
                        <a:pt x="168939" y="182146"/>
                      </a:lnTo>
                      <a:lnTo>
                        <a:pt x="169205" y="181834"/>
                      </a:lnTo>
                      <a:lnTo>
                        <a:pt x="169355" y="181695"/>
                      </a:lnTo>
                      <a:lnTo>
                        <a:pt x="169842" y="181220"/>
                      </a:lnTo>
                      <a:lnTo>
                        <a:pt x="170154" y="180954"/>
                      </a:lnTo>
                      <a:lnTo>
                        <a:pt x="170420" y="180676"/>
                      </a:lnTo>
                      <a:lnTo>
                        <a:pt x="170640" y="180572"/>
                      </a:lnTo>
                      <a:lnTo>
                        <a:pt x="170964" y="180468"/>
                      </a:lnTo>
                      <a:lnTo>
                        <a:pt x="171091" y="180422"/>
                      </a:lnTo>
                      <a:lnTo>
                        <a:pt x="171149" y="180387"/>
                      </a:lnTo>
                      <a:lnTo>
                        <a:pt x="171555" y="180202"/>
                      </a:lnTo>
                      <a:lnTo>
                        <a:pt x="171983" y="180063"/>
                      </a:lnTo>
                      <a:lnTo>
                        <a:pt x="172643" y="179854"/>
                      </a:lnTo>
                      <a:lnTo>
                        <a:pt x="173117" y="179727"/>
                      </a:lnTo>
                      <a:lnTo>
                        <a:pt x="173742" y="179472"/>
                      </a:lnTo>
                      <a:lnTo>
                        <a:pt x="173962" y="179391"/>
                      </a:lnTo>
                      <a:lnTo>
                        <a:pt x="174286" y="179287"/>
                      </a:lnTo>
                      <a:lnTo>
                        <a:pt x="174553" y="179206"/>
                      </a:lnTo>
                      <a:lnTo>
                        <a:pt x="174865" y="179113"/>
                      </a:lnTo>
                      <a:lnTo>
                        <a:pt x="175143" y="179021"/>
                      </a:lnTo>
                      <a:lnTo>
                        <a:pt x="175490" y="178917"/>
                      </a:lnTo>
                      <a:lnTo>
                        <a:pt x="175849" y="178812"/>
                      </a:lnTo>
                      <a:lnTo>
                        <a:pt x="176058" y="178755"/>
                      </a:lnTo>
                      <a:lnTo>
                        <a:pt x="176810" y="178106"/>
                      </a:lnTo>
                      <a:lnTo>
                        <a:pt x="176579" y="177921"/>
                      </a:lnTo>
                      <a:lnTo>
                        <a:pt x="176324" y="177805"/>
                      </a:lnTo>
                      <a:lnTo>
                        <a:pt x="175896" y="177713"/>
                      </a:lnTo>
                      <a:lnTo>
                        <a:pt x="175745" y="177620"/>
                      </a:lnTo>
                      <a:lnTo>
                        <a:pt x="175224" y="177065"/>
                      </a:lnTo>
                      <a:lnTo>
                        <a:pt x="174912" y="176729"/>
                      </a:lnTo>
                      <a:lnTo>
                        <a:pt x="174727" y="176520"/>
                      </a:lnTo>
                      <a:lnTo>
                        <a:pt x="174275" y="176034"/>
                      </a:lnTo>
                      <a:lnTo>
                        <a:pt x="174101" y="175849"/>
                      </a:lnTo>
                      <a:lnTo>
                        <a:pt x="173835" y="175780"/>
                      </a:lnTo>
                      <a:lnTo>
                        <a:pt x="172967" y="175687"/>
                      </a:lnTo>
                      <a:lnTo>
                        <a:pt x="172620" y="175606"/>
                      </a:lnTo>
                      <a:lnTo>
                        <a:pt x="172585" y="175606"/>
                      </a:lnTo>
                      <a:lnTo>
                        <a:pt x="171045" y="175224"/>
                      </a:lnTo>
                      <a:lnTo>
                        <a:pt x="170397" y="175143"/>
                      </a:lnTo>
                      <a:lnTo>
                        <a:pt x="169876" y="175050"/>
                      </a:lnTo>
                      <a:lnTo>
                        <a:pt x="169494" y="174946"/>
                      </a:lnTo>
                      <a:lnTo>
                        <a:pt x="169031" y="174853"/>
                      </a:lnTo>
                      <a:lnTo>
                        <a:pt x="168533" y="174726"/>
                      </a:lnTo>
                      <a:lnTo>
                        <a:pt x="167075" y="174124"/>
                      </a:lnTo>
                      <a:lnTo>
                        <a:pt x="166878" y="174032"/>
                      </a:lnTo>
                      <a:lnTo>
                        <a:pt x="166392" y="174020"/>
                      </a:lnTo>
                      <a:lnTo>
                        <a:pt x="165720" y="174113"/>
                      </a:lnTo>
                      <a:lnTo>
                        <a:pt x="164980" y="174171"/>
                      </a:lnTo>
                      <a:lnTo>
                        <a:pt x="164887" y="174066"/>
                      </a:lnTo>
                      <a:lnTo>
                        <a:pt x="164748" y="173835"/>
                      </a:lnTo>
                      <a:lnTo>
                        <a:pt x="164366" y="172666"/>
                      </a:lnTo>
                      <a:lnTo>
                        <a:pt x="164250" y="172284"/>
                      </a:lnTo>
                      <a:lnTo>
                        <a:pt x="164146" y="172006"/>
                      </a:lnTo>
                      <a:lnTo>
                        <a:pt x="164100" y="171902"/>
                      </a:lnTo>
                      <a:lnTo>
                        <a:pt x="163949" y="171670"/>
                      </a:lnTo>
                      <a:lnTo>
                        <a:pt x="163625" y="171311"/>
                      </a:lnTo>
                      <a:lnTo>
                        <a:pt x="163614" y="171288"/>
                      </a:lnTo>
                      <a:lnTo>
                        <a:pt x="163208" y="169957"/>
                      </a:lnTo>
                      <a:lnTo>
                        <a:pt x="163220" y="169853"/>
                      </a:lnTo>
                      <a:lnTo>
                        <a:pt x="163266" y="169610"/>
                      </a:lnTo>
                      <a:lnTo>
                        <a:pt x="163301" y="169494"/>
                      </a:lnTo>
                      <a:lnTo>
                        <a:pt x="163428" y="169239"/>
                      </a:lnTo>
                      <a:lnTo>
                        <a:pt x="163625" y="168846"/>
                      </a:lnTo>
                      <a:lnTo>
                        <a:pt x="163741" y="168591"/>
                      </a:lnTo>
                      <a:lnTo>
                        <a:pt x="164065" y="167781"/>
                      </a:lnTo>
                      <a:lnTo>
                        <a:pt x="164193" y="167456"/>
                      </a:lnTo>
                      <a:lnTo>
                        <a:pt x="164482" y="165801"/>
                      </a:lnTo>
                      <a:lnTo>
                        <a:pt x="164470" y="165743"/>
                      </a:lnTo>
                      <a:lnTo>
                        <a:pt x="164366" y="165512"/>
                      </a:lnTo>
                      <a:lnTo>
                        <a:pt x="164158" y="165246"/>
                      </a:lnTo>
                      <a:lnTo>
                        <a:pt x="164088" y="165176"/>
                      </a:lnTo>
                      <a:lnTo>
                        <a:pt x="163834" y="164863"/>
                      </a:lnTo>
                      <a:lnTo>
                        <a:pt x="163741" y="164736"/>
                      </a:lnTo>
                      <a:lnTo>
                        <a:pt x="163579" y="164516"/>
                      </a:lnTo>
                      <a:lnTo>
                        <a:pt x="163452" y="164169"/>
                      </a:lnTo>
                      <a:lnTo>
                        <a:pt x="163370" y="163960"/>
                      </a:lnTo>
                      <a:lnTo>
                        <a:pt x="163301" y="163741"/>
                      </a:lnTo>
                      <a:lnTo>
                        <a:pt x="162410" y="162398"/>
                      </a:lnTo>
                      <a:lnTo>
                        <a:pt x="162421" y="162004"/>
                      </a:lnTo>
                      <a:lnTo>
                        <a:pt x="162410" y="161981"/>
                      </a:lnTo>
                      <a:lnTo>
                        <a:pt x="162028" y="161275"/>
                      </a:lnTo>
                      <a:lnTo>
                        <a:pt x="161565" y="160256"/>
                      </a:lnTo>
                      <a:lnTo>
                        <a:pt x="160755" y="159157"/>
                      </a:lnTo>
                      <a:lnTo>
                        <a:pt x="160581" y="158971"/>
                      </a:lnTo>
                      <a:lnTo>
                        <a:pt x="160187" y="158439"/>
                      </a:lnTo>
                      <a:lnTo>
                        <a:pt x="160106" y="158335"/>
                      </a:lnTo>
                      <a:lnTo>
                        <a:pt x="159782" y="157918"/>
                      </a:lnTo>
                      <a:lnTo>
                        <a:pt x="159458" y="157293"/>
                      </a:lnTo>
                      <a:lnTo>
                        <a:pt x="159122" y="156598"/>
                      </a:lnTo>
                      <a:lnTo>
                        <a:pt x="158914" y="156193"/>
                      </a:lnTo>
                      <a:lnTo>
                        <a:pt x="158590" y="155811"/>
                      </a:lnTo>
                      <a:lnTo>
                        <a:pt x="158509" y="155753"/>
                      </a:lnTo>
                      <a:lnTo>
                        <a:pt x="158162" y="155672"/>
                      </a:lnTo>
                      <a:lnTo>
                        <a:pt x="157455" y="155545"/>
                      </a:lnTo>
                      <a:lnTo>
                        <a:pt x="157201" y="155464"/>
                      </a:lnTo>
                      <a:lnTo>
                        <a:pt x="156263" y="155024"/>
                      </a:lnTo>
                      <a:lnTo>
                        <a:pt x="155858" y="154260"/>
                      </a:lnTo>
                      <a:lnTo>
                        <a:pt x="155730" y="153415"/>
                      </a:lnTo>
                      <a:lnTo>
                        <a:pt x="155927" y="152257"/>
                      </a:lnTo>
                      <a:lnTo>
                        <a:pt x="155927" y="152188"/>
                      </a:lnTo>
                      <a:lnTo>
                        <a:pt x="155997" y="151713"/>
                      </a:lnTo>
                      <a:lnTo>
                        <a:pt x="156101" y="151401"/>
                      </a:lnTo>
                      <a:lnTo>
                        <a:pt x="156147" y="151216"/>
                      </a:lnTo>
                      <a:lnTo>
                        <a:pt x="156136" y="150949"/>
                      </a:lnTo>
                      <a:lnTo>
                        <a:pt x="156113" y="150776"/>
                      </a:lnTo>
                      <a:lnTo>
                        <a:pt x="156136" y="150648"/>
                      </a:lnTo>
                      <a:lnTo>
                        <a:pt x="156159" y="150509"/>
                      </a:lnTo>
                      <a:lnTo>
                        <a:pt x="156437" y="148773"/>
                      </a:lnTo>
                      <a:lnTo>
                        <a:pt x="156448" y="148356"/>
                      </a:lnTo>
                      <a:lnTo>
                        <a:pt x="156460" y="148264"/>
                      </a:lnTo>
                      <a:lnTo>
                        <a:pt x="156483" y="147974"/>
                      </a:lnTo>
                      <a:lnTo>
                        <a:pt x="156506" y="147905"/>
                      </a:lnTo>
                      <a:lnTo>
                        <a:pt x="156564" y="147708"/>
                      </a:lnTo>
                      <a:lnTo>
                        <a:pt x="156761" y="147303"/>
                      </a:lnTo>
                      <a:lnTo>
                        <a:pt x="156946" y="147048"/>
                      </a:lnTo>
                      <a:lnTo>
                        <a:pt x="157085" y="146435"/>
                      </a:lnTo>
                      <a:lnTo>
                        <a:pt x="157189" y="146249"/>
                      </a:lnTo>
                      <a:lnTo>
                        <a:pt x="157224" y="146180"/>
                      </a:lnTo>
                      <a:lnTo>
                        <a:pt x="157189" y="145844"/>
                      </a:lnTo>
                      <a:lnTo>
                        <a:pt x="156981" y="145289"/>
                      </a:lnTo>
                      <a:lnTo>
                        <a:pt x="156784" y="144664"/>
                      </a:lnTo>
                      <a:lnTo>
                        <a:pt x="156726" y="144455"/>
                      </a:lnTo>
                      <a:lnTo>
                        <a:pt x="156205" y="142823"/>
                      </a:lnTo>
                      <a:lnTo>
                        <a:pt x="156182" y="142742"/>
                      </a:lnTo>
                      <a:lnTo>
                        <a:pt x="156043" y="142684"/>
                      </a:lnTo>
                      <a:lnTo>
                        <a:pt x="154434" y="142071"/>
                      </a:lnTo>
                      <a:lnTo>
                        <a:pt x="154307" y="142024"/>
                      </a:lnTo>
                      <a:lnTo>
                        <a:pt x="154283" y="141665"/>
                      </a:lnTo>
                      <a:lnTo>
                        <a:pt x="154249" y="141272"/>
                      </a:lnTo>
                      <a:lnTo>
                        <a:pt x="154179" y="140404"/>
                      </a:lnTo>
                      <a:lnTo>
                        <a:pt x="154168" y="140380"/>
                      </a:lnTo>
                      <a:lnTo>
                        <a:pt x="154156" y="139987"/>
                      </a:lnTo>
                      <a:lnTo>
                        <a:pt x="154249" y="139975"/>
                      </a:lnTo>
                      <a:lnTo>
                        <a:pt x="154237" y="139651"/>
                      </a:lnTo>
                      <a:lnTo>
                        <a:pt x="154237" y="139408"/>
                      </a:lnTo>
                      <a:lnTo>
                        <a:pt x="154214" y="138586"/>
                      </a:lnTo>
                      <a:lnTo>
                        <a:pt x="154168" y="136352"/>
                      </a:lnTo>
                      <a:lnTo>
                        <a:pt x="154145" y="135924"/>
                      </a:lnTo>
                      <a:lnTo>
                        <a:pt x="154249" y="135114"/>
                      </a:lnTo>
                      <a:lnTo>
                        <a:pt x="154307" y="135044"/>
                      </a:lnTo>
                      <a:lnTo>
                        <a:pt x="154353" y="134998"/>
                      </a:lnTo>
                      <a:lnTo>
                        <a:pt x="154423" y="134801"/>
                      </a:lnTo>
                      <a:lnTo>
                        <a:pt x="154399" y="134616"/>
                      </a:lnTo>
                      <a:lnTo>
                        <a:pt x="154365" y="134465"/>
                      </a:lnTo>
                      <a:lnTo>
                        <a:pt x="154365" y="134025"/>
                      </a:lnTo>
                      <a:lnTo>
                        <a:pt x="154480" y="133910"/>
                      </a:lnTo>
                      <a:lnTo>
                        <a:pt x="154550" y="133852"/>
                      </a:lnTo>
                      <a:lnTo>
                        <a:pt x="154573" y="133828"/>
                      </a:lnTo>
                      <a:lnTo>
                        <a:pt x="154631" y="133609"/>
                      </a:lnTo>
                      <a:lnTo>
                        <a:pt x="154654" y="133470"/>
                      </a:lnTo>
                      <a:lnTo>
                        <a:pt x="154619" y="132972"/>
                      </a:lnTo>
                      <a:lnTo>
                        <a:pt x="154538" y="132810"/>
                      </a:lnTo>
                      <a:lnTo>
                        <a:pt x="154029" y="132000"/>
                      </a:lnTo>
                      <a:lnTo>
                        <a:pt x="153821" y="131398"/>
                      </a:lnTo>
                      <a:lnTo>
                        <a:pt x="153716" y="131062"/>
                      </a:lnTo>
                      <a:lnTo>
                        <a:pt x="153693" y="131004"/>
                      </a:lnTo>
                      <a:lnTo>
                        <a:pt x="153404" y="130668"/>
                      </a:lnTo>
                      <a:lnTo>
                        <a:pt x="153114" y="130275"/>
                      </a:lnTo>
                      <a:lnTo>
                        <a:pt x="152709" y="129650"/>
                      </a:lnTo>
                      <a:lnTo>
                        <a:pt x="152651" y="129557"/>
                      </a:lnTo>
                      <a:lnTo>
                        <a:pt x="152339" y="129094"/>
                      </a:lnTo>
                      <a:lnTo>
                        <a:pt x="152269" y="129048"/>
                      </a:lnTo>
                      <a:lnTo>
                        <a:pt x="151945" y="127404"/>
                      </a:lnTo>
                      <a:lnTo>
                        <a:pt x="152003" y="126860"/>
                      </a:lnTo>
                      <a:lnTo>
                        <a:pt x="152003" y="126709"/>
                      </a:lnTo>
                      <a:lnTo>
                        <a:pt x="151598" y="126466"/>
                      </a:lnTo>
                      <a:lnTo>
                        <a:pt x="151459" y="126397"/>
                      </a:lnTo>
                      <a:lnTo>
                        <a:pt x="150602" y="126027"/>
                      </a:lnTo>
                      <a:lnTo>
                        <a:pt x="149792" y="126107"/>
                      </a:lnTo>
                      <a:lnTo>
                        <a:pt x="149781" y="126107"/>
                      </a:lnTo>
                      <a:lnTo>
                        <a:pt x="149213" y="125598"/>
                      </a:lnTo>
                      <a:lnTo>
                        <a:pt x="148982" y="125216"/>
                      </a:lnTo>
                      <a:lnTo>
                        <a:pt x="148889" y="125089"/>
                      </a:lnTo>
                      <a:lnTo>
                        <a:pt x="148854" y="125054"/>
                      </a:lnTo>
                      <a:lnTo>
                        <a:pt x="148380" y="124209"/>
                      </a:lnTo>
                      <a:lnTo>
                        <a:pt x="148391" y="124186"/>
                      </a:lnTo>
                      <a:lnTo>
                        <a:pt x="148310" y="124058"/>
                      </a:lnTo>
                      <a:lnTo>
                        <a:pt x="148137" y="123862"/>
                      </a:lnTo>
                      <a:lnTo>
                        <a:pt x="147778" y="123352"/>
                      </a:lnTo>
                      <a:lnTo>
                        <a:pt x="147720" y="123271"/>
                      </a:lnTo>
                      <a:lnTo>
                        <a:pt x="147489" y="123156"/>
                      </a:lnTo>
                      <a:lnTo>
                        <a:pt x="147060" y="123040"/>
                      </a:lnTo>
                      <a:lnTo>
                        <a:pt x="146944" y="122994"/>
                      </a:lnTo>
                      <a:lnTo>
                        <a:pt x="146667" y="122843"/>
                      </a:lnTo>
                      <a:lnTo>
                        <a:pt x="146643" y="122832"/>
                      </a:lnTo>
                      <a:lnTo>
                        <a:pt x="146285" y="122611"/>
                      </a:lnTo>
                      <a:lnTo>
                        <a:pt x="146273" y="122611"/>
                      </a:lnTo>
                      <a:lnTo>
                        <a:pt x="146018" y="122415"/>
                      </a:lnTo>
                      <a:lnTo>
                        <a:pt x="145497" y="121952"/>
                      </a:lnTo>
                      <a:lnTo>
                        <a:pt x="145509" y="121801"/>
                      </a:lnTo>
                      <a:lnTo>
                        <a:pt x="145578" y="121465"/>
                      </a:lnTo>
                      <a:lnTo>
                        <a:pt x="145532" y="121164"/>
                      </a:lnTo>
                      <a:lnTo>
                        <a:pt x="145497" y="121130"/>
                      </a:lnTo>
                      <a:lnTo>
                        <a:pt x="145382" y="121026"/>
                      </a:lnTo>
                      <a:lnTo>
                        <a:pt x="145312" y="120956"/>
                      </a:lnTo>
                      <a:lnTo>
                        <a:pt x="145162" y="120806"/>
                      </a:lnTo>
                      <a:lnTo>
                        <a:pt x="145081" y="120725"/>
                      </a:lnTo>
                      <a:lnTo>
                        <a:pt x="144930" y="120667"/>
                      </a:lnTo>
                      <a:lnTo>
                        <a:pt x="144768" y="120563"/>
                      </a:lnTo>
                      <a:lnTo>
                        <a:pt x="144479" y="120412"/>
                      </a:lnTo>
                      <a:lnTo>
                        <a:pt x="144143" y="120215"/>
                      </a:lnTo>
                      <a:lnTo>
                        <a:pt x="143958" y="120076"/>
                      </a:lnTo>
                      <a:lnTo>
                        <a:pt x="143796" y="119903"/>
                      </a:lnTo>
                      <a:lnTo>
                        <a:pt x="143240" y="119266"/>
                      </a:lnTo>
                      <a:lnTo>
                        <a:pt x="143113" y="119139"/>
                      </a:lnTo>
                      <a:lnTo>
                        <a:pt x="142962" y="118965"/>
                      </a:lnTo>
                      <a:lnTo>
                        <a:pt x="142163" y="118213"/>
                      </a:lnTo>
                      <a:lnTo>
                        <a:pt x="142083" y="118120"/>
                      </a:lnTo>
                      <a:lnTo>
                        <a:pt x="141990" y="117993"/>
                      </a:lnTo>
                      <a:lnTo>
                        <a:pt x="141862" y="117819"/>
                      </a:lnTo>
                      <a:lnTo>
                        <a:pt x="141527" y="117333"/>
                      </a:lnTo>
                      <a:lnTo>
                        <a:pt x="141492" y="117275"/>
                      </a:lnTo>
                      <a:lnTo>
                        <a:pt x="141400" y="117136"/>
                      </a:lnTo>
                      <a:lnTo>
                        <a:pt x="141284" y="116951"/>
                      </a:lnTo>
                      <a:lnTo>
                        <a:pt x="141191" y="116847"/>
                      </a:lnTo>
                      <a:lnTo>
                        <a:pt x="141064" y="116685"/>
                      </a:lnTo>
                      <a:lnTo>
                        <a:pt x="140867" y="116279"/>
                      </a:lnTo>
                      <a:lnTo>
                        <a:pt x="140798" y="116129"/>
                      </a:lnTo>
                      <a:lnTo>
                        <a:pt x="140497" y="115655"/>
                      </a:lnTo>
                      <a:lnTo>
                        <a:pt x="140404" y="115446"/>
                      </a:lnTo>
                      <a:lnTo>
                        <a:pt x="140311" y="115226"/>
                      </a:lnTo>
                      <a:lnTo>
                        <a:pt x="140114" y="115006"/>
                      </a:lnTo>
                      <a:lnTo>
                        <a:pt x="139953" y="114856"/>
                      </a:lnTo>
                      <a:lnTo>
                        <a:pt x="139223" y="114277"/>
                      </a:lnTo>
                      <a:lnTo>
                        <a:pt x="138760" y="113907"/>
                      </a:lnTo>
                      <a:lnTo>
                        <a:pt x="138123" y="113825"/>
                      </a:lnTo>
                      <a:lnTo>
                        <a:pt x="137545" y="113733"/>
                      </a:lnTo>
                      <a:lnTo>
                        <a:pt x="137001" y="113652"/>
                      </a:lnTo>
                      <a:lnTo>
                        <a:pt x="135878" y="112112"/>
                      </a:lnTo>
                      <a:lnTo>
                        <a:pt x="135276" y="110572"/>
                      </a:lnTo>
                      <a:lnTo>
                        <a:pt x="135207" y="110364"/>
                      </a:lnTo>
                      <a:lnTo>
                        <a:pt x="134952" y="109600"/>
                      </a:lnTo>
                      <a:lnTo>
                        <a:pt x="134848" y="109299"/>
                      </a:lnTo>
                      <a:lnTo>
                        <a:pt x="134709" y="108871"/>
                      </a:lnTo>
                      <a:lnTo>
                        <a:pt x="134720" y="108790"/>
                      </a:lnTo>
                      <a:lnTo>
                        <a:pt x="134766" y="108663"/>
                      </a:lnTo>
                      <a:lnTo>
                        <a:pt x="134871" y="108373"/>
                      </a:lnTo>
                      <a:lnTo>
                        <a:pt x="135010" y="108107"/>
                      </a:lnTo>
                      <a:lnTo>
                        <a:pt x="135172" y="107528"/>
                      </a:lnTo>
                      <a:lnTo>
                        <a:pt x="135183" y="107447"/>
                      </a:lnTo>
                      <a:lnTo>
                        <a:pt x="135322" y="106891"/>
                      </a:lnTo>
                      <a:lnTo>
                        <a:pt x="135368" y="106753"/>
                      </a:lnTo>
                      <a:lnTo>
                        <a:pt x="135577" y="106324"/>
                      </a:lnTo>
                      <a:lnTo>
                        <a:pt x="135681" y="106128"/>
                      </a:lnTo>
                      <a:lnTo>
                        <a:pt x="136040" y="105722"/>
                      </a:lnTo>
                      <a:lnTo>
                        <a:pt x="136121" y="105641"/>
                      </a:lnTo>
                      <a:lnTo>
                        <a:pt x="136167" y="105271"/>
                      </a:lnTo>
                      <a:lnTo>
                        <a:pt x="136167" y="105016"/>
                      </a:lnTo>
                      <a:lnTo>
                        <a:pt x="136225" y="104796"/>
                      </a:lnTo>
                      <a:lnTo>
                        <a:pt x="136179" y="104565"/>
                      </a:lnTo>
                      <a:lnTo>
                        <a:pt x="136132" y="104356"/>
                      </a:lnTo>
                      <a:lnTo>
                        <a:pt x="136052" y="104113"/>
                      </a:lnTo>
                      <a:lnTo>
                        <a:pt x="136028" y="104009"/>
                      </a:lnTo>
                      <a:lnTo>
                        <a:pt x="135994" y="103523"/>
                      </a:lnTo>
                      <a:lnTo>
                        <a:pt x="136028" y="103477"/>
                      </a:lnTo>
                      <a:lnTo>
                        <a:pt x="136156" y="103384"/>
                      </a:lnTo>
                      <a:lnTo>
                        <a:pt x="136225" y="103326"/>
                      </a:lnTo>
                      <a:lnTo>
                        <a:pt x="136850" y="102620"/>
                      </a:lnTo>
                      <a:lnTo>
                        <a:pt x="136885" y="102585"/>
                      </a:lnTo>
                      <a:lnTo>
                        <a:pt x="136213" y="101729"/>
                      </a:lnTo>
                      <a:lnTo>
                        <a:pt x="136063" y="101717"/>
                      </a:lnTo>
                      <a:lnTo>
                        <a:pt x="136028" y="101740"/>
                      </a:lnTo>
                      <a:lnTo>
                        <a:pt x="135889" y="101520"/>
                      </a:lnTo>
                      <a:lnTo>
                        <a:pt x="135970" y="101092"/>
                      </a:lnTo>
                      <a:lnTo>
                        <a:pt x="136063" y="100872"/>
                      </a:lnTo>
                      <a:lnTo>
                        <a:pt x="136063" y="100490"/>
                      </a:lnTo>
                      <a:lnTo>
                        <a:pt x="136132" y="100386"/>
                      </a:lnTo>
                      <a:lnTo>
                        <a:pt x="136225" y="100201"/>
                      </a:lnTo>
                      <a:lnTo>
                        <a:pt x="136283" y="100015"/>
                      </a:lnTo>
                      <a:lnTo>
                        <a:pt x="136271" y="99900"/>
                      </a:lnTo>
                      <a:lnTo>
                        <a:pt x="136156" y="99772"/>
                      </a:lnTo>
                      <a:lnTo>
                        <a:pt x="136098" y="99703"/>
                      </a:lnTo>
                      <a:lnTo>
                        <a:pt x="136028" y="99622"/>
                      </a:lnTo>
                      <a:lnTo>
                        <a:pt x="135450" y="98904"/>
                      </a:lnTo>
                      <a:lnTo>
                        <a:pt x="135438" y="98881"/>
                      </a:lnTo>
                      <a:lnTo>
                        <a:pt x="135450" y="98846"/>
                      </a:lnTo>
                      <a:lnTo>
                        <a:pt x="135693" y="98499"/>
                      </a:lnTo>
                      <a:lnTo>
                        <a:pt x="135809" y="98337"/>
                      </a:lnTo>
                      <a:lnTo>
                        <a:pt x="135681" y="98279"/>
                      </a:lnTo>
                      <a:lnTo>
                        <a:pt x="135600" y="98244"/>
                      </a:lnTo>
                      <a:lnTo>
                        <a:pt x="135322" y="98105"/>
                      </a:lnTo>
                      <a:lnTo>
                        <a:pt x="135229" y="98059"/>
                      </a:lnTo>
                      <a:lnTo>
                        <a:pt x="134975" y="97943"/>
                      </a:lnTo>
                      <a:lnTo>
                        <a:pt x="134859" y="97874"/>
                      </a:lnTo>
                      <a:lnTo>
                        <a:pt x="134431" y="97874"/>
                      </a:lnTo>
                      <a:lnTo>
                        <a:pt x="133725" y="95605"/>
                      </a:lnTo>
                      <a:lnTo>
                        <a:pt x="133806" y="95443"/>
                      </a:lnTo>
                      <a:lnTo>
                        <a:pt x="133574" y="95316"/>
                      </a:lnTo>
                      <a:lnTo>
                        <a:pt x="132891" y="94899"/>
                      </a:lnTo>
                      <a:lnTo>
                        <a:pt x="132810" y="94853"/>
                      </a:lnTo>
                      <a:lnTo>
                        <a:pt x="131363" y="94042"/>
                      </a:lnTo>
                      <a:lnTo>
                        <a:pt x="130310" y="93440"/>
                      </a:lnTo>
                      <a:lnTo>
                        <a:pt x="130264" y="93417"/>
                      </a:lnTo>
                      <a:lnTo>
                        <a:pt x="130136" y="93556"/>
                      </a:lnTo>
                      <a:lnTo>
                        <a:pt x="130125" y="93579"/>
                      </a:lnTo>
                      <a:lnTo>
                        <a:pt x="129812" y="93996"/>
                      </a:lnTo>
                      <a:lnTo>
                        <a:pt x="129673" y="93764"/>
                      </a:lnTo>
                      <a:lnTo>
                        <a:pt x="128978" y="92433"/>
                      </a:lnTo>
                      <a:lnTo>
                        <a:pt x="128875" y="92236"/>
                      </a:lnTo>
                      <a:lnTo>
                        <a:pt x="128516" y="91554"/>
                      </a:lnTo>
                      <a:lnTo>
                        <a:pt x="127740" y="90049"/>
                      </a:lnTo>
                      <a:lnTo>
                        <a:pt x="127717" y="90014"/>
                      </a:lnTo>
                      <a:lnTo>
                        <a:pt x="127207" y="89053"/>
                      </a:lnTo>
                      <a:lnTo>
                        <a:pt x="127393" y="88231"/>
                      </a:lnTo>
                      <a:lnTo>
                        <a:pt x="127416" y="88219"/>
                      </a:lnTo>
                      <a:lnTo>
                        <a:pt x="128110" y="87884"/>
                      </a:lnTo>
                      <a:lnTo>
                        <a:pt x="128226" y="87826"/>
                      </a:lnTo>
                      <a:lnTo>
                        <a:pt x="128411" y="87722"/>
                      </a:lnTo>
                      <a:lnTo>
                        <a:pt x="129291" y="87120"/>
                      </a:lnTo>
                      <a:lnTo>
                        <a:pt x="129291" y="86194"/>
                      </a:lnTo>
                      <a:lnTo>
                        <a:pt x="129349" y="85198"/>
                      </a:lnTo>
                      <a:lnTo>
                        <a:pt x="129361" y="84805"/>
                      </a:lnTo>
                      <a:lnTo>
                        <a:pt x="128261" y="83751"/>
                      </a:lnTo>
                      <a:lnTo>
                        <a:pt x="128168" y="83809"/>
                      </a:lnTo>
                      <a:lnTo>
                        <a:pt x="127809" y="83983"/>
                      </a:lnTo>
                      <a:lnTo>
                        <a:pt x="127740" y="84018"/>
                      </a:lnTo>
                      <a:lnTo>
                        <a:pt x="127381" y="84099"/>
                      </a:lnTo>
                      <a:lnTo>
                        <a:pt x="127265" y="84110"/>
                      </a:lnTo>
                      <a:lnTo>
                        <a:pt x="126467" y="83936"/>
                      </a:lnTo>
                      <a:lnTo>
                        <a:pt x="126073" y="84006"/>
                      </a:lnTo>
                      <a:lnTo>
                        <a:pt x="125818" y="84122"/>
                      </a:lnTo>
                      <a:lnTo>
                        <a:pt x="125494" y="84480"/>
                      </a:lnTo>
                      <a:lnTo>
                        <a:pt x="125483" y="84504"/>
                      </a:lnTo>
                      <a:lnTo>
                        <a:pt x="125448" y="84550"/>
                      </a:lnTo>
                      <a:lnTo>
                        <a:pt x="125402" y="84689"/>
                      </a:lnTo>
                      <a:lnTo>
                        <a:pt x="125344" y="84781"/>
                      </a:lnTo>
                      <a:lnTo>
                        <a:pt x="125297" y="84828"/>
                      </a:lnTo>
                      <a:lnTo>
                        <a:pt x="125297" y="84851"/>
                      </a:lnTo>
                      <a:lnTo>
                        <a:pt x="125239" y="84967"/>
                      </a:lnTo>
                      <a:lnTo>
                        <a:pt x="125159" y="85036"/>
                      </a:lnTo>
                      <a:lnTo>
                        <a:pt x="125078" y="85094"/>
                      </a:lnTo>
                      <a:lnTo>
                        <a:pt x="125031" y="85117"/>
                      </a:lnTo>
                      <a:lnTo>
                        <a:pt x="124615" y="85117"/>
                      </a:lnTo>
                      <a:lnTo>
                        <a:pt x="124128" y="85071"/>
                      </a:lnTo>
                      <a:lnTo>
                        <a:pt x="123920" y="84944"/>
                      </a:lnTo>
                      <a:lnTo>
                        <a:pt x="123341" y="84643"/>
                      </a:lnTo>
                      <a:lnTo>
                        <a:pt x="122959" y="84411"/>
                      </a:lnTo>
                      <a:lnTo>
                        <a:pt x="122786" y="84145"/>
                      </a:lnTo>
                      <a:lnTo>
                        <a:pt x="122542" y="83786"/>
                      </a:lnTo>
                      <a:lnTo>
                        <a:pt x="122508" y="83728"/>
                      </a:lnTo>
                      <a:lnTo>
                        <a:pt x="122427" y="83474"/>
                      </a:lnTo>
                      <a:lnTo>
                        <a:pt x="122392" y="83416"/>
                      </a:lnTo>
                      <a:lnTo>
                        <a:pt x="122230" y="83219"/>
                      </a:lnTo>
                      <a:lnTo>
                        <a:pt x="122207" y="83196"/>
                      </a:lnTo>
                      <a:lnTo>
                        <a:pt x="121964" y="83091"/>
                      </a:lnTo>
                      <a:lnTo>
                        <a:pt x="121778" y="82987"/>
                      </a:lnTo>
                      <a:lnTo>
                        <a:pt x="121674" y="82999"/>
                      </a:lnTo>
                      <a:lnTo>
                        <a:pt x="121616" y="82999"/>
                      </a:lnTo>
                      <a:lnTo>
                        <a:pt x="121396" y="82802"/>
                      </a:lnTo>
                      <a:lnTo>
                        <a:pt x="121095" y="82466"/>
                      </a:lnTo>
                      <a:lnTo>
                        <a:pt x="120980" y="82328"/>
                      </a:lnTo>
                      <a:lnTo>
                        <a:pt x="120783" y="82061"/>
                      </a:lnTo>
                      <a:lnTo>
                        <a:pt x="120760" y="82027"/>
                      </a:lnTo>
                      <a:lnTo>
                        <a:pt x="120586" y="81702"/>
                      </a:lnTo>
                      <a:lnTo>
                        <a:pt x="120320" y="81401"/>
                      </a:lnTo>
                      <a:lnTo>
                        <a:pt x="120331" y="81320"/>
                      </a:lnTo>
                      <a:lnTo>
                        <a:pt x="120586" y="80985"/>
                      </a:lnTo>
                      <a:lnTo>
                        <a:pt x="120609" y="80892"/>
                      </a:lnTo>
                      <a:lnTo>
                        <a:pt x="120597" y="80776"/>
                      </a:lnTo>
                      <a:lnTo>
                        <a:pt x="120540" y="80707"/>
                      </a:lnTo>
                      <a:lnTo>
                        <a:pt x="120528" y="80672"/>
                      </a:lnTo>
                      <a:lnTo>
                        <a:pt x="120540" y="80626"/>
                      </a:lnTo>
                      <a:lnTo>
                        <a:pt x="120563" y="80556"/>
                      </a:lnTo>
                      <a:lnTo>
                        <a:pt x="120597" y="80325"/>
                      </a:lnTo>
                      <a:lnTo>
                        <a:pt x="120922" y="80151"/>
                      </a:lnTo>
                      <a:lnTo>
                        <a:pt x="121049" y="80128"/>
                      </a:lnTo>
                      <a:lnTo>
                        <a:pt x="121269" y="80151"/>
                      </a:lnTo>
                      <a:lnTo>
                        <a:pt x="121443" y="80047"/>
                      </a:lnTo>
                      <a:lnTo>
                        <a:pt x="122357" y="79595"/>
                      </a:lnTo>
                      <a:lnTo>
                        <a:pt x="122542" y="79549"/>
                      </a:lnTo>
                      <a:lnTo>
                        <a:pt x="123225" y="79214"/>
                      </a:lnTo>
                      <a:lnTo>
                        <a:pt x="123272" y="79156"/>
                      </a:lnTo>
                      <a:lnTo>
                        <a:pt x="123306" y="79098"/>
                      </a:lnTo>
                      <a:lnTo>
                        <a:pt x="123376" y="79017"/>
                      </a:lnTo>
                      <a:lnTo>
                        <a:pt x="123411" y="78971"/>
                      </a:lnTo>
                      <a:lnTo>
                        <a:pt x="123445" y="78924"/>
                      </a:lnTo>
                      <a:lnTo>
                        <a:pt x="123503" y="78843"/>
                      </a:lnTo>
                      <a:lnTo>
                        <a:pt x="123642" y="78577"/>
                      </a:lnTo>
                      <a:lnTo>
                        <a:pt x="123769" y="78102"/>
                      </a:lnTo>
                      <a:lnTo>
                        <a:pt x="123758" y="77767"/>
                      </a:lnTo>
                      <a:lnTo>
                        <a:pt x="123723" y="77581"/>
                      </a:lnTo>
                      <a:lnTo>
                        <a:pt x="123654" y="77014"/>
                      </a:lnTo>
                      <a:lnTo>
                        <a:pt x="123677" y="76794"/>
                      </a:lnTo>
                      <a:lnTo>
                        <a:pt x="123700" y="76551"/>
                      </a:lnTo>
                      <a:lnTo>
                        <a:pt x="123920" y="75289"/>
                      </a:lnTo>
                      <a:lnTo>
                        <a:pt x="123955" y="75243"/>
                      </a:lnTo>
                      <a:lnTo>
                        <a:pt x="126420" y="75139"/>
                      </a:lnTo>
                      <a:lnTo>
                        <a:pt x="127474" y="74803"/>
                      </a:lnTo>
                      <a:lnTo>
                        <a:pt x="127601" y="74688"/>
                      </a:lnTo>
                      <a:lnTo>
                        <a:pt x="128886" y="73426"/>
                      </a:lnTo>
                      <a:lnTo>
                        <a:pt x="130148" y="72916"/>
                      </a:lnTo>
                      <a:lnTo>
                        <a:pt x="131062" y="72766"/>
                      </a:lnTo>
                      <a:lnTo>
                        <a:pt x="131247" y="72754"/>
                      </a:lnTo>
                      <a:lnTo>
                        <a:pt x="133227" y="73032"/>
                      </a:lnTo>
                      <a:lnTo>
                        <a:pt x="133933" y="73437"/>
                      </a:lnTo>
                      <a:lnTo>
                        <a:pt x="134211" y="73599"/>
                      </a:lnTo>
                      <a:lnTo>
                        <a:pt x="134732" y="73935"/>
                      </a:lnTo>
                      <a:lnTo>
                        <a:pt x="135102" y="74329"/>
                      </a:lnTo>
                      <a:lnTo>
                        <a:pt x="135392" y="74560"/>
                      </a:lnTo>
                      <a:lnTo>
                        <a:pt x="139339" y="75417"/>
                      </a:lnTo>
                      <a:lnTo>
                        <a:pt x="139478" y="75428"/>
                      </a:lnTo>
                      <a:lnTo>
                        <a:pt x="141839" y="75359"/>
                      </a:lnTo>
                      <a:lnTo>
                        <a:pt x="142384" y="75266"/>
                      </a:lnTo>
                      <a:lnTo>
                        <a:pt x="143414" y="74919"/>
                      </a:lnTo>
                      <a:lnTo>
                        <a:pt x="143495" y="74896"/>
                      </a:lnTo>
                      <a:lnTo>
                        <a:pt x="146562" y="74352"/>
                      </a:lnTo>
                      <a:lnTo>
                        <a:pt x="147037" y="74433"/>
                      </a:lnTo>
                      <a:lnTo>
                        <a:pt x="147303" y="74514"/>
                      </a:lnTo>
                      <a:lnTo>
                        <a:pt x="147755" y="74757"/>
                      </a:lnTo>
                      <a:lnTo>
                        <a:pt x="148264" y="75035"/>
                      </a:lnTo>
                      <a:lnTo>
                        <a:pt x="148472" y="75185"/>
                      </a:lnTo>
                      <a:lnTo>
                        <a:pt x="149005" y="76146"/>
                      </a:lnTo>
                      <a:lnTo>
                        <a:pt x="149039" y="76181"/>
                      </a:lnTo>
                      <a:lnTo>
                        <a:pt x="149097" y="76320"/>
                      </a:lnTo>
                      <a:lnTo>
                        <a:pt x="151471" y="77060"/>
                      </a:lnTo>
                      <a:lnTo>
                        <a:pt x="154573" y="75868"/>
                      </a:lnTo>
                      <a:lnTo>
                        <a:pt x="155036" y="74896"/>
                      </a:lnTo>
                      <a:lnTo>
                        <a:pt x="154353" y="73680"/>
                      </a:lnTo>
                      <a:lnTo>
                        <a:pt x="153959" y="73402"/>
                      </a:lnTo>
                      <a:lnTo>
                        <a:pt x="153797" y="73310"/>
                      </a:lnTo>
                      <a:lnTo>
                        <a:pt x="153438" y="73194"/>
                      </a:lnTo>
                      <a:lnTo>
                        <a:pt x="153195" y="73136"/>
                      </a:lnTo>
                      <a:lnTo>
                        <a:pt x="152559" y="73032"/>
                      </a:lnTo>
                      <a:lnTo>
                        <a:pt x="152061" y="72928"/>
                      </a:lnTo>
                      <a:lnTo>
                        <a:pt x="151933" y="72858"/>
                      </a:lnTo>
                      <a:lnTo>
                        <a:pt x="151459" y="72557"/>
                      </a:lnTo>
                      <a:lnTo>
                        <a:pt x="151042" y="72222"/>
                      </a:lnTo>
                      <a:lnTo>
                        <a:pt x="150857" y="72060"/>
                      </a:lnTo>
                      <a:lnTo>
                        <a:pt x="149491" y="70451"/>
                      </a:lnTo>
                      <a:lnTo>
                        <a:pt x="150417" y="69397"/>
                      </a:lnTo>
                      <a:lnTo>
                        <a:pt x="151471" y="68714"/>
                      </a:lnTo>
                      <a:lnTo>
                        <a:pt x="151818" y="68494"/>
                      </a:lnTo>
                      <a:lnTo>
                        <a:pt x="151899" y="68448"/>
                      </a:lnTo>
                      <a:lnTo>
                        <a:pt x="151945" y="68425"/>
                      </a:lnTo>
                      <a:lnTo>
                        <a:pt x="152200" y="68309"/>
                      </a:lnTo>
                      <a:lnTo>
                        <a:pt x="152397" y="68216"/>
                      </a:lnTo>
                      <a:lnTo>
                        <a:pt x="152443" y="68182"/>
                      </a:lnTo>
                      <a:lnTo>
                        <a:pt x="153763" y="66989"/>
                      </a:lnTo>
                      <a:lnTo>
                        <a:pt x="153948" y="66804"/>
                      </a:lnTo>
                      <a:lnTo>
                        <a:pt x="154526" y="65866"/>
                      </a:lnTo>
                      <a:lnTo>
                        <a:pt x="154608" y="65565"/>
                      </a:lnTo>
                      <a:lnTo>
                        <a:pt x="154654" y="65473"/>
                      </a:lnTo>
                      <a:lnTo>
                        <a:pt x="154700" y="65357"/>
                      </a:lnTo>
                      <a:lnTo>
                        <a:pt x="155047" y="64559"/>
                      </a:lnTo>
                      <a:lnTo>
                        <a:pt x="155152" y="64419"/>
                      </a:lnTo>
                      <a:lnTo>
                        <a:pt x="156911" y="63459"/>
                      </a:lnTo>
                      <a:lnTo>
                        <a:pt x="157490" y="63413"/>
                      </a:lnTo>
                      <a:lnTo>
                        <a:pt x="158671" y="63297"/>
                      </a:lnTo>
                      <a:lnTo>
                        <a:pt x="158740" y="63273"/>
                      </a:lnTo>
                      <a:lnTo>
                        <a:pt x="159111" y="63123"/>
                      </a:lnTo>
                      <a:lnTo>
                        <a:pt x="159145" y="63112"/>
                      </a:lnTo>
                      <a:lnTo>
                        <a:pt x="159423" y="62903"/>
                      </a:lnTo>
                      <a:lnTo>
                        <a:pt x="159527" y="62776"/>
                      </a:lnTo>
                      <a:lnTo>
                        <a:pt x="159655" y="62568"/>
                      </a:lnTo>
                      <a:lnTo>
                        <a:pt x="159770" y="62290"/>
                      </a:lnTo>
                      <a:lnTo>
                        <a:pt x="159817" y="62151"/>
                      </a:lnTo>
                      <a:lnTo>
                        <a:pt x="159956" y="61352"/>
                      </a:lnTo>
                      <a:lnTo>
                        <a:pt x="159956" y="61213"/>
                      </a:lnTo>
                      <a:lnTo>
                        <a:pt x="159956" y="61097"/>
                      </a:lnTo>
                      <a:lnTo>
                        <a:pt x="159863" y="60692"/>
                      </a:lnTo>
                      <a:lnTo>
                        <a:pt x="159840" y="60588"/>
                      </a:lnTo>
                      <a:lnTo>
                        <a:pt x="159655" y="59662"/>
                      </a:lnTo>
                      <a:lnTo>
                        <a:pt x="159423" y="58990"/>
                      </a:lnTo>
                      <a:lnTo>
                        <a:pt x="159296" y="58713"/>
                      </a:lnTo>
                      <a:lnTo>
                        <a:pt x="159203" y="58400"/>
                      </a:lnTo>
                      <a:lnTo>
                        <a:pt x="159087" y="57485"/>
                      </a:lnTo>
                      <a:lnTo>
                        <a:pt x="159145" y="56872"/>
                      </a:lnTo>
                      <a:lnTo>
                        <a:pt x="159192" y="56618"/>
                      </a:lnTo>
                      <a:lnTo>
                        <a:pt x="159226" y="56455"/>
                      </a:lnTo>
                      <a:lnTo>
                        <a:pt x="159319" y="56201"/>
                      </a:lnTo>
                      <a:lnTo>
                        <a:pt x="159435" y="55992"/>
                      </a:lnTo>
                      <a:lnTo>
                        <a:pt x="159805" y="55587"/>
                      </a:lnTo>
                      <a:lnTo>
                        <a:pt x="159875" y="55518"/>
                      </a:lnTo>
                      <a:lnTo>
                        <a:pt x="160396" y="55147"/>
                      </a:lnTo>
                      <a:lnTo>
                        <a:pt x="161148" y="54476"/>
                      </a:lnTo>
                      <a:lnTo>
                        <a:pt x="162051" y="53654"/>
                      </a:lnTo>
                      <a:lnTo>
                        <a:pt x="162560" y="53353"/>
                      </a:lnTo>
                      <a:lnTo>
                        <a:pt x="162583" y="53330"/>
                      </a:lnTo>
                      <a:lnTo>
                        <a:pt x="162688" y="53226"/>
                      </a:lnTo>
                      <a:lnTo>
                        <a:pt x="162734" y="53052"/>
                      </a:lnTo>
                      <a:lnTo>
                        <a:pt x="162757" y="52948"/>
                      </a:lnTo>
                      <a:lnTo>
                        <a:pt x="162792" y="52844"/>
                      </a:lnTo>
                      <a:lnTo>
                        <a:pt x="162861" y="52392"/>
                      </a:lnTo>
                      <a:lnTo>
                        <a:pt x="162884" y="51744"/>
                      </a:lnTo>
                      <a:lnTo>
                        <a:pt x="162896" y="51686"/>
                      </a:lnTo>
                      <a:lnTo>
                        <a:pt x="162965" y="51408"/>
                      </a:lnTo>
                      <a:lnTo>
                        <a:pt x="164297" y="49614"/>
                      </a:lnTo>
                      <a:lnTo>
                        <a:pt x="164702" y="49475"/>
                      </a:lnTo>
                      <a:lnTo>
                        <a:pt x="165281" y="49383"/>
                      </a:lnTo>
                      <a:lnTo>
                        <a:pt x="165755" y="49209"/>
                      </a:lnTo>
                      <a:lnTo>
                        <a:pt x="166507" y="48503"/>
                      </a:lnTo>
                      <a:lnTo>
                        <a:pt x="166565" y="48387"/>
                      </a:lnTo>
                      <a:lnTo>
                        <a:pt x="166751" y="47959"/>
                      </a:lnTo>
                      <a:lnTo>
                        <a:pt x="166913" y="47658"/>
                      </a:lnTo>
                      <a:lnTo>
                        <a:pt x="166924" y="47646"/>
                      </a:lnTo>
                      <a:lnTo>
                        <a:pt x="167352" y="46627"/>
                      </a:lnTo>
                      <a:lnTo>
                        <a:pt x="167607" y="46060"/>
                      </a:lnTo>
                      <a:lnTo>
                        <a:pt x="168070" y="44833"/>
                      </a:lnTo>
                      <a:lnTo>
                        <a:pt x="168128" y="44717"/>
                      </a:lnTo>
                      <a:lnTo>
                        <a:pt x="168255" y="44474"/>
                      </a:lnTo>
                      <a:lnTo>
                        <a:pt x="168406" y="44243"/>
                      </a:lnTo>
                      <a:lnTo>
                        <a:pt x="168626" y="44023"/>
                      </a:lnTo>
                      <a:lnTo>
                        <a:pt x="168857" y="44150"/>
                      </a:lnTo>
                      <a:lnTo>
                        <a:pt x="169610" y="43745"/>
                      </a:lnTo>
                      <a:lnTo>
                        <a:pt x="169633" y="43699"/>
                      </a:lnTo>
                      <a:lnTo>
                        <a:pt x="169726" y="43479"/>
                      </a:lnTo>
                      <a:lnTo>
                        <a:pt x="169842" y="43212"/>
                      </a:lnTo>
                      <a:lnTo>
                        <a:pt x="170050" y="42808"/>
                      </a:lnTo>
                      <a:lnTo>
                        <a:pt x="170096" y="42703"/>
                      </a:lnTo>
                      <a:lnTo>
                        <a:pt x="170073" y="42564"/>
                      </a:lnTo>
                      <a:lnTo>
                        <a:pt x="170027" y="42437"/>
                      </a:lnTo>
                      <a:lnTo>
                        <a:pt x="170582" y="41407"/>
                      </a:lnTo>
                      <a:lnTo>
                        <a:pt x="171115" y="40782"/>
                      </a:lnTo>
                      <a:lnTo>
                        <a:pt x="171138" y="40759"/>
                      </a:lnTo>
                      <a:lnTo>
                        <a:pt x="171590" y="40318"/>
                      </a:lnTo>
                      <a:lnTo>
                        <a:pt x="171809" y="40133"/>
                      </a:lnTo>
                      <a:lnTo>
                        <a:pt x="171948" y="40029"/>
                      </a:lnTo>
                      <a:lnTo>
                        <a:pt x="172307" y="39879"/>
                      </a:lnTo>
                      <a:lnTo>
                        <a:pt x="172851" y="39774"/>
                      </a:lnTo>
                      <a:lnTo>
                        <a:pt x="173187" y="39717"/>
                      </a:lnTo>
                      <a:lnTo>
                        <a:pt x="173800" y="39520"/>
                      </a:lnTo>
                      <a:lnTo>
                        <a:pt x="173928" y="39473"/>
                      </a:lnTo>
                      <a:lnTo>
                        <a:pt x="174946" y="39126"/>
                      </a:lnTo>
                      <a:lnTo>
                        <a:pt x="175329" y="39011"/>
                      </a:lnTo>
                      <a:lnTo>
                        <a:pt x="175490" y="38964"/>
                      </a:lnTo>
                      <a:lnTo>
                        <a:pt x="175653" y="38895"/>
                      </a:lnTo>
                      <a:lnTo>
                        <a:pt x="175873" y="38791"/>
                      </a:lnTo>
                      <a:lnTo>
                        <a:pt x="176174" y="38594"/>
                      </a:lnTo>
                      <a:lnTo>
                        <a:pt x="176498" y="38385"/>
                      </a:lnTo>
                      <a:lnTo>
                        <a:pt x="176567" y="38316"/>
                      </a:lnTo>
                      <a:lnTo>
                        <a:pt x="176590" y="38270"/>
                      </a:lnTo>
                      <a:lnTo>
                        <a:pt x="176787" y="37830"/>
                      </a:lnTo>
                      <a:lnTo>
                        <a:pt x="176764" y="37645"/>
                      </a:lnTo>
                      <a:lnTo>
                        <a:pt x="176741" y="37552"/>
                      </a:lnTo>
                      <a:lnTo>
                        <a:pt x="176729" y="37494"/>
                      </a:lnTo>
                      <a:lnTo>
                        <a:pt x="176694" y="37367"/>
                      </a:lnTo>
                      <a:lnTo>
                        <a:pt x="176671" y="37297"/>
                      </a:lnTo>
                      <a:lnTo>
                        <a:pt x="176532" y="37054"/>
                      </a:lnTo>
                      <a:lnTo>
                        <a:pt x="176405" y="36927"/>
                      </a:lnTo>
                      <a:lnTo>
                        <a:pt x="176197" y="36788"/>
                      </a:lnTo>
                      <a:lnTo>
                        <a:pt x="176116" y="36730"/>
                      </a:lnTo>
                      <a:lnTo>
                        <a:pt x="175884" y="36464"/>
                      </a:lnTo>
                      <a:lnTo>
                        <a:pt x="174831" y="35503"/>
                      </a:lnTo>
                      <a:lnTo>
                        <a:pt x="174020" y="33940"/>
                      </a:lnTo>
                      <a:lnTo>
                        <a:pt x="173789" y="33454"/>
                      </a:lnTo>
                      <a:lnTo>
                        <a:pt x="173650" y="33107"/>
                      </a:lnTo>
                      <a:lnTo>
                        <a:pt x="173557" y="32840"/>
                      </a:lnTo>
                      <a:lnTo>
                        <a:pt x="173441" y="32505"/>
                      </a:lnTo>
                      <a:lnTo>
                        <a:pt x="173372" y="32331"/>
                      </a:lnTo>
                      <a:lnTo>
                        <a:pt x="173337" y="32216"/>
                      </a:lnTo>
                      <a:lnTo>
                        <a:pt x="173326" y="31127"/>
                      </a:lnTo>
                      <a:lnTo>
                        <a:pt x="173384" y="30988"/>
                      </a:lnTo>
                      <a:lnTo>
                        <a:pt x="173824" y="30375"/>
                      </a:lnTo>
                      <a:lnTo>
                        <a:pt x="173974" y="30178"/>
                      </a:lnTo>
                      <a:lnTo>
                        <a:pt x="174020" y="30143"/>
                      </a:lnTo>
                      <a:lnTo>
                        <a:pt x="174645" y="29576"/>
                      </a:lnTo>
                      <a:lnTo>
                        <a:pt x="174727" y="29518"/>
                      </a:lnTo>
                      <a:lnTo>
                        <a:pt x="174900" y="29414"/>
                      </a:lnTo>
                      <a:lnTo>
                        <a:pt x="175004" y="29345"/>
                      </a:lnTo>
                      <a:lnTo>
                        <a:pt x="175398" y="29125"/>
                      </a:lnTo>
                      <a:lnTo>
                        <a:pt x="175583" y="29021"/>
                      </a:lnTo>
                      <a:lnTo>
                        <a:pt x="175838" y="28870"/>
                      </a:lnTo>
                      <a:lnTo>
                        <a:pt x="175977" y="28812"/>
                      </a:lnTo>
                      <a:lnTo>
                        <a:pt x="176243" y="28720"/>
                      </a:lnTo>
                      <a:lnTo>
                        <a:pt x="176579" y="28627"/>
                      </a:lnTo>
                      <a:lnTo>
                        <a:pt x="177100" y="28546"/>
                      </a:lnTo>
                      <a:lnTo>
                        <a:pt x="178083" y="28430"/>
                      </a:lnTo>
                      <a:lnTo>
                        <a:pt x="179392" y="28430"/>
                      </a:lnTo>
                      <a:lnTo>
                        <a:pt x="179947" y="28708"/>
                      </a:lnTo>
                      <a:lnTo>
                        <a:pt x="180375" y="28812"/>
                      </a:lnTo>
                      <a:lnTo>
                        <a:pt x="181209" y="28801"/>
                      </a:lnTo>
                      <a:lnTo>
                        <a:pt x="181603" y="28708"/>
                      </a:lnTo>
                      <a:lnTo>
                        <a:pt x="181707" y="28650"/>
                      </a:lnTo>
                      <a:lnTo>
                        <a:pt x="181869" y="28511"/>
                      </a:lnTo>
                      <a:lnTo>
                        <a:pt x="182112" y="28280"/>
                      </a:lnTo>
                      <a:lnTo>
                        <a:pt x="182147" y="28234"/>
                      </a:lnTo>
                      <a:lnTo>
                        <a:pt x="182263" y="28071"/>
                      </a:lnTo>
                      <a:lnTo>
                        <a:pt x="182332" y="27967"/>
                      </a:lnTo>
                      <a:lnTo>
                        <a:pt x="182610" y="27388"/>
                      </a:lnTo>
                      <a:lnTo>
                        <a:pt x="182714" y="27088"/>
                      </a:lnTo>
                      <a:lnTo>
                        <a:pt x="182911" y="26543"/>
                      </a:lnTo>
                      <a:lnTo>
                        <a:pt x="183061" y="26046"/>
                      </a:lnTo>
                      <a:lnTo>
                        <a:pt x="183061" y="25999"/>
                      </a:lnTo>
                      <a:lnTo>
                        <a:pt x="183073" y="25710"/>
                      </a:lnTo>
                      <a:lnTo>
                        <a:pt x="183073" y="25663"/>
                      </a:lnTo>
                      <a:lnTo>
                        <a:pt x="183061" y="25571"/>
                      </a:lnTo>
                      <a:lnTo>
                        <a:pt x="182968" y="24529"/>
                      </a:lnTo>
                      <a:lnTo>
                        <a:pt x="182783" y="23800"/>
                      </a:lnTo>
                      <a:lnTo>
                        <a:pt x="182517" y="22851"/>
                      </a:lnTo>
                      <a:lnTo>
                        <a:pt x="182390" y="22399"/>
                      </a:lnTo>
                      <a:lnTo>
                        <a:pt x="182367" y="22272"/>
                      </a:lnTo>
                      <a:lnTo>
                        <a:pt x="182355" y="21936"/>
                      </a:lnTo>
                      <a:lnTo>
                        <a:pt x="182367" y="21415"/>
                      </a:lnTo>
                      <a:lnTo>
                        <a:pt x="182436" y="21126"/>
                      </a:lnTo>
                      <a:lnTo>
                        <a:pt x="182494" y="20929"/>
                      </a:lnTo>
                      <a:lnTo>
                        <a:pt x="183108" y="19910"/>
                      </a:lnTo>
                      <a:lnTo>
                        <a:pt x="183351" y="19610"/>
                      </a:lnTo>
                      <a:lnTo>
                        <a:pt x="183709" y="19193"/>
                      </a:lnTo>
                      <a:lnTo>
                        <a:pt x="183756" y="19135"/>
                      </a:lnTo>
                      <a:lnTo>
                        <a:pt x="183883" y="19031"/>
                      </a:lnTo>
                      <a:lnTo>
                        <a:pt x="184242" y="18787"/>
                      </a:lnTo>
                      <a:lnTo>
                        <a:pt x="184809" y="18510"/>
                      </a:lnTo>
                      <a:lnTo>
                        <a:pt x="185087" y="18382"/>
                      </a:lnTo>
                      <a:lnTo>
                        <a:pt x="185330" y="18290"/>
                      </a:lnTo>
                      <a:lnTo>
                        <a:pt x="185677" y="18174"/>
                      </a:lnTo>
                      <a:lnTo>
                        <a:pt x="186001" y="18093"/>
                      </a:lnTo>
                      <a:lnTo>
                        <a:pt x="186349" y="18093"/>
                      </a:lnTo>
                      <a:lnTo>
                        <a:pt x="186858" y="18163"/>
                      </a:lnTo>
                      <a:lnTo>
                        <a:pt x="190516" y="20096"/>
                      </a:lnTo>
                      <a:lnTo>
                        <a:pt x="191002" y="19945"/>
                      </a:lnTo>
                      <a:lnTo>
                        <a:pt x="191303" y="19945"/>
                      </a:lnTo>
                      <a:lnTo>
                        <a:pt x="191581" y="19853"/>
                      </a:lnTo>
                      <a:lnTo>
                        <a:pt x="191743" y="19771"/>
                      </a:lnTo>
                      <a:lnTo>
                        <a:pt x="192102" y="19667"/>
                      </a:lnTo>
                      <a:lnTo>
                        <a:pt x="192461" y="19552"/>
                      </a:lnTo>
                      <a:lnTo>
                        <a:pt x="192634" y="19482"/>
                      </a:lnTo>
                      <a:lnTo>
                        <a:pt x="192681" y="19447"/>
                      </a:lnTo>
                      <a:lnTo>
                        <a:pt x="193190" y="19297"/>
                      </a:lnTo>
                      <a:lnTo>
                        <a:pt x="193607" y="14527"/>
                      </a:lnTo>
                      <a:lnTo>
                        <a:pt x="196327" y="13752"/>
                      </a:lnTo>
                      <a:lnTo>
                        <a:pt x="196501" y="13752"/>
                      </a:lnTo>
                      <a:lnTo>
                        <a:pt x="196605" y="13671"/>
                      </a:lnTo>
                      <a:lnTo>
                        <a:pt x="196952" y="13578"/>
                      </a:lnTo>
                      <a:lnTo>
                        <a:pt x="196906" y="12872"/>
                      </a:lnTo>
                      <a:lnTo>
                        <a:pt x="196917" y="12791"/>
                      </a:lnTo>
                      <a:lnTo>
                        <a:pt x="196952" y="12629"/>
                      </a:lnTo>
                      <a:lnTo>
                        <a:pt x="196964" y="12513"/>
                      </a:lnTo>
                      <a:lnTo>
                        <a:pt x="196964" y="12177"/>
                      </a:lnTo>
                      <a:lnTo>
                        <a:pt x="196964" y="12131"/>
                      </a:lnTo>
                      <a:lnTo>
                        <a:pt x="196952" y="11738"/>
                      </a:lnTo>
                      <a:lnTo>
                        <a:pt x="196871" y="11472"/>
                      </a:lnTo>
                      <a:lnTo>
                        <a:pt x="196802" y="11321"/>
                      </a:lnTo>
                      <a:lnTo>
                        <a:pt x="196536" y="6934"/>
                      </a:lnTo>
                      <a:lnTo>
                        <a:pt x="203423" y="5730"/>
                      </a:lnTo>
                      <a:lnTo>
                        <a:pt x="216851" y="7814"/>
                      </a:lnTo>
                      <a:lnTo>
                        <a:pt x="219467" y="6563"/>
                      </a:lnTo>
                      <a:lnTo>
                        <a:pt x="221620" y="891"/>
                      </a:lnTo>
                      <a:lnTo>
                        <a:pt x="223762" y="0"/>
                      </a:lnTo>
                      <a:lnTo>
                        <a:pt x="223750" y="243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CDBC8DC8-E50D-FAB4-DA9A-A0C28EEA3CA8}"/>
                    </a:ext>
                  </a:extLst>
                </p:cNvPr>
                <p:cNvSpPr/>
                <p:nvPr/>
              </p:nvSpPr>
              <p:spPr>
                <a:xfrm>
                  <a:off x="9450243" y="4280811"/>
                  <a:ext cx="34449" cy="30513"/>
                </a:xfrm>
                <a:custGeom>
                  <a:avLst/>
                  <a:gdLst>
                    <a:gd name="connsiteX0" fmla="*/ 17943 w 34449"/>
                    <a:gd name="connsiteY0" fmla="*/ 0 h 30513"/>
                    <a:gd name="connsiteX1" fmla="*/ 19019 w 34449"/>
                    <a:gd name="connsiteY1" fmla="*/ 4028 h 30513"/>
                    <a:gd name="connsiteX2" fmla="*/ 24506 w 34449"/>
                    <a:gd name="connsiteY2" fmla="*/ 9747 h 30513"/>
                    <a:gd name="connsiteX3" fmla="*/ 25317 w 34449"/>
                    <a:gd name="connsiteY3" fmla="*/ 11390 h 30513"/>
                    <a:gd name="connsiteX4" fmla="*/ 27227 w 34449"/>
                    <a:gd name="connsiteY4" fmla="*/ 12583 h 30513"/>
                    <a:gd name="connsiteX5" fmla="*/ 28824 w 34449"/>
                    <a:gd name="connsiteY5" fmla="*/ 14238 h 30513"/>
                    <a:gd name="connsiteX6" fmla="*/ 29345 w 34449"/>
                    <a:gd name="connsiteY6" fmla="*/ 14794 h 30513"/>
                    <a:gd name="connsiteX7" fmla="*/ 31996 w 34449"/>
                    <a:gd name="connsiteY7" fmla="*/ 25733 h 30513"/>
                    <a:gd name="connsiteX8" fmla="*/ 33651 w 34449"/>
                    <a:gd name="connsiteY8" fmla="*/ 26705 h 30513"/>
                    <a:gd name="connsiteX9" fmla="*/ 34450 w 34449"/>
                    <a:gd name="connsiteY9" fmla="*/ 27168 h 30513"/>
                    <a:gd name="connsiteX10" fmla="*/ 34427 w 34449"/>
                    <a:gd name="connsiteY10" fmla="*/ 27203 h 30513"/>
                    <a:gd name="connsiteX11" fmla="*/ 32135 w 34449"/>
                    <a:gd name="connsiteY11" fmla="*/ 26312 h 30513"/>
                    <a:gd name="connsiteX12" fmla="*/ 31730 w 34449"/>
                    <a:gd name="connsiteY12" fmla="*/ 25583 h 30513"/>
                    <a:gd name="connsiteX13" fmla="*/ 28824 w 34449"/>
                    <a:gd name="connsiteY13" fmla="*/ 26532 h 30513"/>
                    <a:gd name="connsiteX14" fmla="*/ 27944 w 34449"/>
                    <a:gd name="connsiteY14" fmla="*/ 26821 h 30513"/>
                    <a:gd name="connsiteX15" fmla="*/ 23847 w 34449"/>
                    <a:gd name="connsiteY15" fmla="*/ 21427 h 30513"/>
                    <a:gd name="connsiteX16" fmla="*/ 16461 w 34449"/>
                    <a:gd name="connsiteY16" fmla="*/ 24680 h 30513"/>
                    <a:gd name="connsiteX17" fmla="*/ 15917 w 34449"/>
                    <a:gd name="connsiteY17" fmla="*/ 29669 h 30513"/>
                    <a:gd name="connsiteX18" fmla="*/ 7837 w 34449"/>
                    <a:gd name="connsiteY18" fmla="*/ 28025 h 30513"/>
                    <a:gd name="connsiteX19" fmla="*/ 14331 w 34449"/>
                    <a:gd name="connsiteY19" fmla="*/ 30514 h 30513"/>
                    <a:gd name="connsiteX20" fmla="*/ 7108 w 34449"/>
                    <a:gd name="connsiteY20" fmla="*/ 29252 h 30513"/>
                    <a:gd name="connsiteX21" fmla="*/ 926 w 34449"/>
                    <a:gd name="connsiteY21" fmla="*/ 28419 h 30513"/>
                    <a:gd name="connsiteX22" fmla="*/ 915 w 34449"/>
                    <a:gd name="connsiteY22" fmla="*/ 27817 h 30513"/>
                    <a:gd name="connsiteX23" fmla="*/ 903 w 34449"/>
                    <a:gd name="connsiteY23" fmla="*/ 27539 h 30513"/>
                    <a:gd name="connsiteX24" fmla="*/ 822 w 34449"/>
                    <a:gd name="connsiteY24" fmla="*/ 27365 h 30513"/>
                    <a:gd name="connsiteX25" fmla="*/ 799 w 34449"/>
                    <a:gd name="connsiteY25" fmla="*/ 27203 h 30513"/>
                    <a:gd name="connsiteX26" fmla="*/ 787 w 34449"/>
                    <a:gd name="connsiteY26" fmla="*/ 26763 h 30513"/>
                    <a:gd name="connsiteX27" fmla="*/ 845 w 34449"/>
                    <a:gd name="connsiteY27" fmla="*/ 26752 h 30513"/>
                    <a:gd name="connsiteX28" fmla="*/ 938 w 34449"/>
                    <a:gd name="connsiteY28" fmla="*/ 26682 h 30513"/>
                    <a:gd name="connsiteX29" fmla="*/ 961 w 34449"/>
                    <a:gd name="connsiteY29" fmla="*/ 26624 h 30513"/>
                    <a:gd name="connsiteX30" fmla="*/ 973 w 34449"/>
                    <a:gd name="connsiteY30" fmla="*/ 26590 h 30513"/>
                    <a:gd name="connsiteX31" fmla="*/ 903 w 34449"/>
                    <a:gd name="connsiteY31" fmla="*/ 25698 h 30513"/>
                    <a:gd name="connsiteX32" fmla="*/ 903 w 34449"/>
                    <a:gd name="connsiteY32" fmla="*/ 25675 h 30513"/>
                    <a:gd name="connsiteX33" fmla="*/ 926 w 34449"/>
                    <a:gd name="connsiteY33" fmla="*/ 25351 h 30513"/>
                    <a:gd name="connsiteX34" fmla="*/ 915 w 34449"/>
                    <a:gd name="connsiteY34" fmla="*/ 25316 h 30513"/>
                    <a:gd name="connsiteX35" fmla="*/ 915 w 34449"/>
                    <a:gd name="connsiteY35" fmla="*/ 25282 h 30513"/>
                    <a:gd name="connsiteX36" fmla="*/ 799 w 34449"/>
                    <a:gd name="connsiteY36" fmla="*/ 24888 h 30513"/>
                    <a:gd name="connsiteX37" fmla="*/ 752 w 34449"/>
                    <a:gd name="connsiteY37" fmla="*/ 24784 h 30513"/>
                    <a:gd name="connsiteX38" fmla="*/ 718 w 34449"/>
                    <a:gd name="connsiteY38" fmla="*/ 24691 h 30513"/>
                    <a:gd name="connsiteX39" fmla="*/ 660 w 34449"/>
                    <a:gd name="connsiteY39" fmla="*/ 24564 h 30513"/>
                    <a:gd name="connsiteX40" fmla="*/ 544 w 34449"/>
                    <a:gd name="connsiteY40" fmla="*/ 24182 h 30513"/>
                    <a:gd name="connsiteX41" fmla="*/ 371 w 34449"/>
                    <a:gd name="connsiteY41" fmla="*/ 23672 h 30513"/>
                    <a:gd name="connsiteX42" fmla="*/ 440 w 34449"/>
                    <a:gd name="connsiteY42" fmla="*/ 23476 h 30513"/>
                    <a:gd name="connsiteX43" fmla="*/ 440 w 34449"/>
                    <a:gd name="connsiteY43" fmla="*/ 23441 h 30513"/>
                    <a:gd name="connsiteX44" fmla="*/ 417 w 34449"/>
                    <a:gd name="connsiteY44" fmla="*/ 23406 h 30513"/>
                    <a:gd name="connsiteX45" fmla="*/ 348 w 34449"/>
                    <a:gd name="connsiteY45" fmla="*/ 23291 h 30513"/>
                    <a:gd name="connsiteX46" fmla="*/ 336 w 34449"/>
                    <a:gd name="connsiteY46" fmla="*/ 23048 h 30513"/>
                    <a:gd name="connsiteX47" fmla="*/ 336 w 34449"/>
                    <a:gd name="connsiteY47" fmla="*/ 22723 h 30513"/>
                    <a:gd name="connsiteX48" fmla="*/ 348 w 34449"/>
                    <a:gd name="connsiteY48" fmla="*/ 22642 h 30513"/>
                    <a:gd name="connsiteX49" fmla="*/ 451 w 34449"/>
                    <a:gd name="connsiteY49" fmla="*/ 21959 h 30513"/>
                    <a:gd name="connsiteX50" fmla="*/ 649 w 34449"/>
                    <a:gd name="connsiteY50" fmla="*/ 21172 h 30513"/>
                    <a:gd name="connsiteX51" fmla="*/ 649 w 34449"/>
                    <a:gd name="connsiteY51" fmla="*/ 21079 h 30513"/>
                    <a:gd name="connsiteX52" fmla="*/ 649 w 34449"/>
                    <a:gd name="connsiteY52" fmla="*/ 20779 h 30513"/>
                    <a:gd name="connsiteX53" fmla="*/ 637 w 34449"/>
                    <a:gd name="connsiteY53" fmla="*/ 20698 h 30513"/>
                    <a:gd name="connsiteX54" fmla="*/ 625 w 34449"/>
                    <a:gd name="connsiteY54" fmla="*/ 20593 h 30513"/>
                    <a:gd name="connsiteX55" fmla="*/ 556 w 34449"/>
                    <a:gd name="connsiteY55" fmla="*/ 19957 h 30513"/>
                    <a:gd name="connsiteX56" fmla="*/ 567 w 34449"/>
                    <a:gd name="connsiteY56" fmla="*/ 19343 h 30513"/>
                    <a:gd name="connsiteX57" fmla="*/ 660 w 34449"/>
                    <a:gd name="connsiteY57" fmla="*/ 18996 h 30513"/>
                    <a:gd name="connsiteX58" fmla="*/ 741 w 34449"/>
                    <a:gd name="connsiteY58" fmla="*/ 18591 h 30513"/>
                    <a:gd name="connsiteX59" fmla="*/ 857 w 34449"/>
                    <a:gd name="connsiteY59" fmla="*/ 17468 h 30513"/>
                    <a:gd name="connsiteX60" fmla="*/ 868 w 34449"/>
                    <a:gd name="connsiteY60" fmla="*/ 17213 h 30513"/>
                    <a:gd name="connsiteX61" fmla="*/ 70 w 34449"/>
                    <a:gd name="connsiteY61" fmla="*/ 14886 h 30513"/>
                    <a:gd name="connsiteX62" fmla="*/ 0 w 34449"/>
                    <a:gd name="connsiteY62" fmla="*/ 14366 h 30513"/>
                    <a:gd name="connsiteX63" fmla="*/ 0 w 34449"/>
                    <a:gd name="connsiteY63" fmla="*/ 14319 h 30513"/>
                    <a:gd name="connsiteX64" fmla="*/ 93 w 34449"/>
                    <a:gd name="connsiteY64" fmla="*/ 13208 h 30513"/>
                    <a:gd name="connsiteX65" fmla="*/ 93 w 34449"/>
                    <a:gd name="connsiteY65" fmla="*/ 12583 h 30513"/>
                    <a:gd name="connsiteX66" fmla="*/ 70 w 34449"/>
                    <a:gd name="connsiteY66" fmla="*/ 12479 h 30513"/>
                    <a:gd name="connsiteX67" fmla="*/ 81 w 34449"/>
                    <a:gd name="connsiteY67" fmla="*/ 12398 h 30513"/>
                    <a:gd name="connsiteX68" fmla="*/ 81 w 34449"/>
                    <a:gd name="connsiteY68" fmla="*/ 12259 h 30513"/>
                    <a:gd name="connsiteX69" fmla="*/ 150 w 34449"/>
                    <a:gd name="connsiteY69" fmla="*/ 11958 h 30513"/>
                    <a:gd name="connsiteX70" fmla="*/ 185 w 34449"/>
                    <a:gd name="connsiteY70" fmla="*/ 11888 h 30513"/>
                    <a:gd name="connsiteX71" fmla="*/ 243 w 34449"/>
                    <a:gd name="connsiteY71" fmla="*/ 11807 h 30513"/>
                    <a:gd name="connsiteX72" fmla="*/ 579 w 34449"/>
                    <a:gd name="connsiteY72" fmla="*/ 11344 h 30513"/>
                    <a:gd name="connsiteX73" fmla="*/ 799 w 34449"/>
                    <a:gd name="connsiteY73" fmla="*/ 10592 h 30513"/>
                    <a:gd name="connsiteX74" fmla="*/ 938 w 34449"/>
                    <a:gd name="connsiteY74" fmla="*/ 10673 h 30513"/>
                    <a:gd name="connsiteX75" fmla="*/ 1412 w 34449"/>
                    <a:gd name="connsiteY75" fmla="*/ 10638 h 30513"/>
                    <a:gd name="connsiteX76" fmla="*/ 1505 w 34449"/>
                    <a:gd name="connsiteY76" fmla="*/ 10592 h 30513"/>
                    <a:gd name="connsiteX77" fmla="*/ 1806 w 34449"/>
                    <a:gd name="connsiteY77" fmla="*/ 10384 h 30513"/>
                    <a:gd name="connsiteX78" fmla="*/ 2072 w 34449"/>
                    <a:gd name="connsiteY78" fmla="*/ 10152 h 30513"/>
                    <a:gd name="connsiteX79" fmla="*/ 2130 w 34449"/>
                    <a:gd name="connsiteY79" fmla="*/ 10117 h 30513"/>
                    <a:gd name="connsiteX80" fmla="*/ 2350 w 34449"/>
                    <a:gd name="connsiteY80" fmla="*/ 10129 h 30513"/>
                    <a:gd name="connsiteX81" fmla="*/ 3311 w 34449"/>
                    <a:gd name="connsiteY81" fmla="*/ 10129 h 30513"/>
                    <a:gd name="connsiteX82" fmla="*/ 3380 w 34449"/>
                    <a:gd name="connsiteY82" fmla="*/ 10106 h 30513"/>
                    <a:gd name="connsiteX83" fmla="*/ 3832 w 34449"/>
                    <a:gd name="connsiteY83" fmla="*/ 9955 h 30513"/>
                    <a:gd name="connsiteX84" fmla="*/ 3947 w 34449"/>
                    <a:gd name="connsiteY84" fmla="*/ 9747 h 30513"/>
                    <a:gd name="connsiteX85" fmla="*/ 4005 w 34449"/>
                    <a:gd name="connsiteY85" fmla="*/ 9666 h 30513"/>
                    <a:gd name="connsiteX86" fmla="*/ 4029 w 34449"/>
                    <a:gd name="connsiteY86" fmla="*/ 9631 h 30513"/>
                    <a:gd name="connsiteX87" fmla="*/ 4376 w 34449"/>
                    <a:gd name="connsiteY87" fmla="*/ 9399 h 30513"/>
                    <a:gd name="connsiteX88" fmla="*/ 4491 w 34449"/>
                    <a:gd name="connsiteY88" fmla="*/ 9295 h 30513"/>
                    <a:gd name="connsiteX89" fmla="*/ 4885 w 34449"/>
                    <a:gd name="connsiteY89" fmla="*/ 8867 h 30513"/>
                    <a:gd name="connsiteX90" fmla="*/ 5360 w 34449"/>
                    <a:gd name="connsiteY90" fmla="*/ 8195 h 30513"/>
                    <a:gd name="connsiteX91" fmla="*/ 7108 w 34449"/>
                    <a:gd name="connsiteY91" fmla="*/ 7374 h 30513"/>
                    <a:gd name="connsiteX92" fmla="*/ 7085 w 34449"/>
                    <a:gd name="connsiteY92" fmla="*/ 7061 h 30513"/>
                    <a:gd name="connsiteX93" fmla="*/ 7270 w 34449"/>
                    <a:gd name="connsiteY93" fmla="*/ 6100 h 30513"/>
                    <a:gd name="connsiteX94" fmla="*/ 7733 w 34449"/>
                    <a:gd name="connsiteY94" fmla="*/ 5510 h 30513"/>
                    <a:gd name="connsiteX95" fmla="*/ 7791 w 34449"/>
                    <a:gd name="connsiteY95" fmla="*/ 5464 h 30513"/>
                    <a:gd name="connsiteX96" fmla="*/ 7837 w 34449"/>
                    <a:gd name="connsiteY96" fmla="*/ 5417 h 30513"/>
                    <a:gd name="connsiteX97" fmla="*/ 8358 w 34449"/>
                    <a:gd name="connsiteY97" fmla="*/ 5093 h 30513"/>
                    <a:gd name="connsiteX98" fmla="*/ 8381 w 34449"/>
                    <a:gd name="connsiteY98" fmla="*/ 5082 h 30513"/>
                    <a:gd name="connsiteX99" fmla="*/ 8682 w 34449"/>
                    <a:gd name="connsiteY99" fmla="*/ 4920 h 30513"/>
                    <a:gd name="connsiteX100" fmla="*/ 9296 w 34449"/>
                    <a:gd name="connsiteY100" fmla="*/ 4943 h 30513"/>
                    <a:gd name="connsiteX101" fmla="*/ 11078 w 34449"/>
                    <a:gd name="connsiteY101" fmla="*/ 4862 h 30513"/>
                    <a:gd name="connsiteX102" fmla="*/ 11808 w 34449"/>
                    <a:gd name="connsiteY102" fmla="*/ 4954 h 30513"/>
                    <a:gd name="connsiteX103" fmla="*/ 11842 w 34449"/>
                    <a:gd name="connsiteY103" fmla="*/ 4978 h 30513"/>
                    <a:gd name="connsiteX104" fmla="*/ 12201 w 34449"/>
                    <a:gd name="connsiteY104" fmla="*/ 4781 h 30513"/>
                    <a:gd name="connsiteX105" fmla="*/ 12433 w 34449"/>
                    <a:gd name="connsiteY105" fmla="*/ 4642 h 30513"/>
                    <a:gd name="connsiteX106" fmla="*/ 12664 w 34449"/>
                    <a:gd name="connsiteY106" fmla="*/ 4503 h 30513"/>
                    <a:gd name="connsiteX107" fmla="*/ 12896 w 34449"/>
                    <a:gd name="connsiteY107" fmla="*/ 4376 h 30513"/>
                    <a:gd name="connsiteX108" fmla="*/ 13185 w 34449"/>
                    <a:gd name="connsiteY108" fmla="*/ 4167 h 30513"/>
                    <a:gd name="connsiteX109" fmla="*/ 13417 w 34449"/>
                    <a:gd name="connsiteY109" fmla="*/ 4017 h 30513"/>
                    <a:gd name="connsiteX110" fmla="*/ 13532 w 34449"/>
                    <a:gd name="connsiteY110" fmla="*/ 3912 h 30513"/>
                    <a:gd name="connsiteX111" fmla="*/ 13648 w 34449"/>
                    <a:gd name="connsiteY111" fmla="*/ 3797 h 30513"/>
                    <a:gd name="connsiteX112" fmla="*/ 13729 w 34449"/>
                    <a:gd name="connsiteY112" fmla="*/ 3727 h 30513"/>
                    <a:gd name="connsiteX113" fmla="*/ 13845 w 34449"/>
                    <a:gd name="connsiteY113" fmla="*/ 3646 h 30513"/>
                    <a:gd name="connsiteX114" fmla="*/ 13880 w 34449"/>
                    <a:gd name="connsiteY114" fmla="*/ 3635 h 30513"/>
                    <a:gd name="connsiteX115" fmla="*/ 13903 w 34449"/>
                    <a:gd name="connsiteY115" fmla="*/ 3623 h 30513"/>
                    <a:gd name="connsiteX116" fmla="*/ 14250 w 34449"/>
                    <a:gd name="connsiteY116" fmla="*/ 3357 h 30513"/>
                    <a:gd name="connsiteX117" fmla="*/ 14493 w 34449"/>
                    <a:gd name="connsiteY117" fmla="*/ 3079 h 30513"/>
                    <a:gd name="connsiteX118" fmla="*/ 14748 w 34449"/>
                    <a:gd name="connsiteY118" fmla="*/ 2813 h 30513"/>
                    <a:gd name="connsiteX119" fmla="*/ 14817 w 34449"/>
                    <a:gd name="connsiteY119" fmla="*/ 2755 h 30513"/>
                    <a:gd name="connsiteX120" fmla="*/ 14875 w 34449"/>
                    <a:gd name="connsiteY120" fmla="*/ 2697 h 30513"/>
                    <a:gd name="connsiteX121" fmla="*/ 15442 w 34449"/>
                    <a:gd name="connsiteY121" fmla="*/ 2257 h 30513"/>
                    <a:gd name="connsiteX122" fmla="*/ 15477 w 34449"/>
                    <a:gd name="connsiteY122" fmla="*/ 2222 h 30513"/>
                    <a:gd name="connsiteX123" fmla="*/ 15466 w 34449"/>
                    <a:gd name="connsiteY123" fmla="*/ 2211 h 30513"/>
                    <a:gd name="connsiteX124" fmla="*/ 15361 w 34449"/>
                    <a:gd name="connsiteY124" fmla="*/ 2095 h 30513"/>
                    <a:gd name="connsiteX125" fmla="*/ 15523 w 34449"/>
                    <a:gd name="connsiteY125" fmla="*/ 1921 h 30513"/>
                    <a:gd name="connsiteX126" fmla="*/ 15593 w 34449"/>
                    <a:gd name="connsiteY126" fmla="*/ 1945 h 30513"/>
                    <a:gd name="connsiteX127" fmla="*/ 15755 w 34449"/>
                    <a:gd name="connsiteY127" fmla="*/ 1783 h 30513"/>
                    <a:gd name="connsiteX128" fmla="*/ 16392 w 34449"/>
                    <a:gd name="connsiteY128" fmla="*/ 1181 h 30513"/>
                    <a:gd name="connsiteX129" fmla="*/ 16461 w 34449"/>
                    <a:gd name="connsiteY129" fmla="*/ 1123 h 30513"/>
                    <a:gd name="connsiteX130" fmla="*/ 16866 w 34449"/>
                    <a:gd name="connsiteY130" fmla="*/ 833 h 30513"/>
                    <a:gd name="connsiteX131" fmla="*/ 17121 w 34449"/>
                    <a:gd name="connsiteY131" fmla="*/ 706 h 30513"/>
                    <a:gd name="connsiteX132" fmla="*/ 17260 w 34449"/>
                    <a:gd name="connsiteY132" fmla="*/ 613 h 30513"/>
                    <a:gd name="connsiteX133" fmla="*/ 17781 w 34449"/>
                    <a:gd name="connsiteY133" fmla="*/ 150 h 30513"/>
                    <a:gd name="connsiteX134" fmla="*/ 17885 w 34449"/>
                    <a:gd name="connsiteY134" fmla="*/ 35 h 30513"/>
                    <a:gd name="connsiteX135" fmla="*/ 17943 w 34449"/>
                    <a:gd name="connsiteY135" fmla="*/ 0 h 305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</a:cxnLst>
                  <a:rect l="l" t="t" r="r" b="b"/>
                  <a:pathLst>
                    <a:path w="34449" h="30513">
                      <a:moveTo>
                        <a:pt x="17943" y="0"/>
                      </a:moveTo>
                      <a:lnTo>
                        <a:pt x="19019" y="4028"/>
                      </a:lnTo>
                      <a:lnTo>
                        <a:pt x="24506" y="9747"/>
                      </a:lnTo>
                      <a:lnTo>
                        <a:pt x="25317" y="11390"/>
                      </a:lnTo>
                      <a:lnTo>
                        <a:pt x="27227" y="12583"/>
                      </a:lnTo>
                      <a:lnTo>
                        <a:pt x="28824" y="14238"/>
                      </a:lnTo>
                      <a:lnTo>
                        <a:pt x="29345" y="14794"/>
                      </a:lnTo>
                      <a:lnTo>
                        <a:pt x="31996" y="25733"/>
                      </a:lnTo>
                      <a:lnTo>
                        <a:pt x="33651" y="26705"/>
                      </a:lnTo>
                      <a:lnTo>
                        <a:pt x="34450" y="27168"/>
                      </a:lnTo>
                      <a:lnTo>
                        <a:pt x="34427" y="27203"/>
                      </a:lnTo>
                      <a:lnTo>
                        <a:pt x="32135" y="26312"/>
                      </a:lnTo>
                      <a:lnTo>
                        <a:pt x="31730" y="25583"/>
                      </a:lnTo>
                      <a:lnTo>
                        <a:pt x="28824" y="26532"/>
                      </a:lnTo>
                      <a:lnTo>
                        <a:pt x="27944" y="26821"/>
                      </a:lnTo>
                      <a:lnTo>
                        <a:pt x="23847" y="21427"/>
                      </a:lnTo>
                      <a:lnTo>
                        <a:pt x="16461" y="24680"/>
                      </a:lnTo>
                      <a:lnTo>
                        <a:pt x="15917" y="29669"/>
                      </a:lnTo>
                      <a:lnTo>
                        <a:pt x="7837" y="28025"/>
                      </a:lnTo>
                      <a:lnTo>
                        <a:pt x="14331" y="30514"/>
                      </a:lnTo>
                      <a:lnTo>
                        <a:pt x="7108" y="29252"/>
                      </a:lnTo>
                      <a:lnTo>
                        <a:pt x="926" y="28419"/>
                      </a:lnTo>
                      <a:lnTo>
                        <a:pt x="915" y="27817"/>
                      </a:lnTo>
                      <a:lnTo>
                        <a:pt x="903" y="27539"/>
                      </a:lnTo>
                      <a:lnTo>
                        <a:pt x="822" y="27365"/>
                      </a:lnTo>
                      <a:lnTo>
                        <a:pt x="799" y="27203"/>
                      </a:lnTo>
                      <a:lnTo>
                        <a:pt x="787" y="26763"/>
                      </a:lnTo>
                      <a:lnTo>
                        <a:pt x="845" y="26752"/>
                      </a:lnTo>
                      <a:lnTo>
                        <a:pt x="938" y="26682"/>
                      </a:lnTo>
                      <a:lnTo>
                        <a:pt x="961" y="26624"/>
                      </a:lnTo>
                      <a:lnTo>
                        <a:pt x="973" y="26590"/>
                      </a:lnTo>
                      <a:lnTo>
                        <a:pt x="903" y="25698"/>
                      </a:lnTo>
                      <a:lnTo>
                        <a:pt x="903" y="25675"/>
                      </a:lnTo>
                      <a:lnTo>
                        <a:pt x="926" y="25351"/>
                      </a:lnTo>
                      <a:lnTo>
                        <a:pt x="915" y="25316"/>
                      </a:lnTo>
                      <a:lnTo>
                        <a:pt x="915" y="25282"/>
                      </a:lnTo>
                      <a:lnTo>
                        <a:pt x="799" y="24888"/>
                      </a:lnTo>
                      <a:lnTo>
                        <a:pt x="752" y="24784"/>
                      </a:lnTo>
                      <a:lnTo>
                        <a:pt x="718" y="24691"/>
                      </a:lnTo>
                      <a:lnTo>
                        <a:pt x="660" y="24564"/>
                      </a:lnTo>
                      <a:lnTo>
                        <a:pt x="544" y="24182"/>
                      </a:lnTo>
                      <a:lnTo>
                        <a:pt x="371" y="23672"/>
                      </a:lnTo>
                      <a:lnTo>
                        <a:pt x="440" y="23476"/>
                      </a:lnTo>
                      <a:lnTo>
                        <a:pt x="440" y="23441"/>
                      </a:lnTo>
                      <a:lnTo>
                        <a:pt x="417" y="23406"/>
                      </a:lnTo>
                      <a:lnTo>
                        <a:pt x="348" y="23291"/>
                      </a:lnTo>
                      <a:lnTo>
                        <a:pt x="336" y="23048"/>
                      </a:lnTo>
                      <a:lnTo>
                        <a:pt x="336" y="22723"/>
                      </a:lnTo>
                      <a:lnTo>
                        <a:pt x="348" y="22642"/>
                      </a:lnTo>
                      <a:lnTo>
                        <a:pt x="451" y="21959"/>
                      </a:lnTo>
                      <a:lnTo>
                        <a:pt x="649" y="21172"/>
                      </a:lnTo>
                      <a:lnTo>
                        <a:pt x="649" y="21079"/>
                      </a:lnTo>
                      <a:lnTo>
                        <a:pt x="649" y="20779"/>
                      </a:lnTo>
                      <a:lnTo>
                        <a:pt x="637" y="20698"/>
                      </a:lnTo>
                      <a:lnTo>
                        <a:pt x="625" y="20593"/>
                      </a:lnTo>
                      <a:lnTo>
                        <a:pt x="556" y="19957"/>
                      </a:lnTo>
                      <a:lnTo>
                        <a:pt x="567" y="19343"/>
                      </a:lnTo>
                      <a:lnTo>
                        <a:pt x="660" y="18996"/>
                      </a:lnTo>
                      <a:lnTo>
                        <a:pt x="741" y="18591"/>
                      </a:lnTo>
                      <a:lnTo>
                        <a:pt x="857" y="17468"/>
                      </a:lnTo>
                      <a:lnTo>
                        <a:pt x="868" y="17213"/>
                      </a:lnTo>
                      <a:lnTo>
                        <a:pt x="70" y="14886"/>
                      </a:lnTo>
                      <a:lnTo>
                        <a:pt x="0" y="14366"/>
                      </a:lnTo>
                      <a:lnTo>
                        <a:pt x="0" y="14319"/>
                      </a:lnTo>
                      <a:lnTo>
                        <a:pt x="93" y="13208"/>
                      </a:lnTo>
                      <a:lnTo>
                        <a:pt x="93" y="12583"/>
                      </a:lnTo>
                      <a:lnTo>
                        <a:pt x="70" y="12479"/>
                      </a:lnTo>
                      <a:lnTo>
                        <a:pt x="81" y="12398"/>
                      </a:lnTo>
                      <a:lnTo>
                        <a:pt x="81" y="12259"/>
                      </a:lnTo>
                      <a:lnTo>
                        <a:pt x="150" y="11958"/>
                      </a:lnTo>
                      <a:lnTo>
                        <a:pt x="185" y="11888"/>
                      </a:lnTo>
                      <a:lnTo>
                        <a:pt x="243" y="11807"/>
                      </a:lnTo>
                      <a:lnTo>
                        <a:pt x="579" y="11344"/>
                      </a:lnTo>
                      <a:lnTo>
                        <a:pt x="799" y="10592"/>
                      </a:lnTo>
                      <a:lnTo>
                        <a:pt x="938" y="10673"/>
                      </a:lnTo>
                      <a:lnTo>
                        <a:pt x="1412" y="10638"/>
                      </a:lnTo>
                      <a:lnTo>
                        <a:pt x="1505" y="10592"/>
                      </a:lnTo>
                      <a:lnTo>
                        <a:pt x="1806" y="10384"/>
                      </a:lnTo>
                      <a:lnTo>
                        <a:pt x="2072" y="10152"/>
                      </a:lnTo>
                      <a:lnTo>
                        <a:pt x="2130" y="10117"/>
                      </a:lnTo>
                      <a:lnTo>
                        <a:pt x="2350" y="10129"/>
                      </a:lnTo>
                      <a:lnTo>
                        <a:pt x="3311" y="10129"/>
                      </a:lnTo>
                      <a:lnTo>
                        <a:pt x="3380" y="10106"/>
                      </a:lnTo>
                      <a:lnTo>
                        <a:pt x="3832" y="9955"/>
                      </a:lnTo>
                      <a:lnTo>
                        <a:pt x="3947" y="9747"/>
                      </a:lnTo>
                      <a:lnTo>
                        <a:pt x="4005" y="9666"/>
                      </a:lnTo>
                      <a:lnTo>
                        <a:pt x="4029" y="9631"/>
                      </a:lnTo>
                      <a:lnTo>
                        <a:pt x="4376" y="9399"/>
                      </a:lnTo>
                      <a:lnTo>
                        <a:pt x="4491" y="9295"/>
                      </a:lnTo>
                      <a:lnTo>
                        <a:pt x="4885" y="8867"/>
                      </a:lnTo>
                      <a:lnTo>
                        <a:pt x="5360" y="8195"/>
                      </a:lnTo>
                      <a:lnTo>
                        <a:pt x="7108" y="7374"/>
                      </a:lnTo>
                      <a:lnTo>
                        <a:pt x="7085" y="7061"/>
                      </a:lnTo>
                      <a:lnTo>
                        <a:pt x="7270" y="6100"/>
                      </a:lnTo>
                      <a:lnTo>
                        <a:pt x="7733" y="5510"/>
                      </a:lnTo>
                      <a:lnTo>
                        <a:pt x="7791" y="5464"/>
                      </a:lnTo>
                      <a:lnTo>
                        <a:pt x="7837" y="5417"/>
                      </a:lnTo>
                      <a:lnTo>
                        <a:pt x="8358" y="5093"/>
                      </a:lnTo>
                      <a:lnTo>
                        <a:pt x="8381" y="5082"/>
                      </a:lnTo>
                      <a:lnTo>
                        <a:pt x="8682" y="4920"/>
                      </a:lnTo>
                      <a:lnTo>
                        <a:pt x="9296" y="4943"/>
                      </a:lnTo>
                      <a:lnTo>
                        <a:pt x="11078" y="4862"/>
                      </a:lnTo>
                      <a:lnTo>
                        <a:pt x="11808" y="4954"/>
                      </a:lnTo>
                      <a:lnTo>
                        <a:pt x="11842" y="4978"/>
                      </a:lnTo>
                      <a:lnTo>
                        <a:pt x="12201" y="4781"/>
                      </a:lnTo>
                      <a:lnTo>
                        <a:pt x="12433" y="4642"/>
                      </a:lnTo>
                      <a:lnTo>
                        <a:pt x="12664" y="4503"/>
                      </a:lnTo>
                      <a:lnTo>
                        <a:pt x="12896" y="4376"/>
                      </a:lnTo>
                      <a:lnTo>
                        <a:pt x="13185" y="4167"/>
                      </a:lnTo>
                      <a:lnTo>
                        <a:pt x="13417" y="4017"/>
                      </a:lnTo>
                      <a:lnTo>
                        <a:pt x="13532" y="3912"/>
                      </a:lnTo>
                      <a:lnTo>
                        <a:pt x="13648" y="3797"/>
                      </a:lnTo>
                      <a:lnTo>
                        <a:pt x="13729" y="3727"/>
                      </a:lnTo>
                      <a:lnTo>
                        <a:pt x="13845" y="3646"/>
                      </a:lnTo>
                      <a:lnTo>
                        <a:pt x="13880" y="3635"/>
                      </a:lnTo>
                      <a:lnTo>
                        <a:pt x="13903" y="3623"/>
                      </a:lnTo>
                      <a:lnTo>
                        <a:pt x="14250" y="3357"/>
                      </a:lnTo>
                      <a:lnTo>
                        <a:pt x="14493" y="3079"/>
                      </a:lnTo>
                      <a:lnTo>
                        <a:pt x="14748" y="2813"/>
                      </a:lnTo>
                      <a:lnTo>
                        <a:pt x="14817" y="2755"/>
                      </a:lnTo>
                      <a:lnTo>
                        <a:pt x="14875" y="2697"/>
                      </a:lnTo>
                      <a:lnTo>
                        <a:pt x="15442" y="2257"/>
                      </a:lnTo>
                      <a:lnTo>
                        <a:pt x="15477" y="2222"/>
                      </a:lnTo>
                      <a:lnTo>
                        <a:pt x="15466" y="2211"/>
                      </a:lnTo>
                      <a:lnTo>
                        <a:pt x="15361" y="2095"/>
                      </a:lnTo>
                      <a:lnTo>
                        <a:pt x="15523" y="1921"/>
                      </a:lnTo>
                      <a:lnTo>
                        <a:pt x="15593" y="1945"/>
                      </a:lnTo>
                      <a:lnTo>
                        <a:pt x="15755" y="1783"/>
                      </a:lnTo>
                      <a:lnTo>
                        <a:pt x="16392" y="1181"/>
                      </a:lnTo>
                      <a:lnTo>
                        <a:pt x="16461" y="1123"/>
                      </a:lnTo>
                      <a:lnTo>
                        <a:pt x="16866" y="833"/>
                      </a:lnTo>
                      <a:lnTo>
                        <a:pt x="17121" y="706"/>
                      </a:lnTo>
                      <a:lnTo>
                        <a:pt x="17260" y="613"/>
                      </a:lnTo>
                      <a:lnTo>
                        <a:pt x="17781" y="150"/>
                      </a:lnTo>
                      <a:lnTo>
                        <a:pt x="17885" y="35"/>
                      </a:lnTo>
                      <a:lnTo>
                        <a:pt x="17943" y="0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B5280683-35B0-EBC6-BAC7-36C121C6802E}"/>
                    </a:ext>
                  </a:extLst>
                </p:cNvPr>
                <p:cNvSpPr/>
                <p:nvPr/>
              </p:nvSpPr>
              <p:spPr>
                <a:xfrm>
                  <a:off x="9527789" y="4352338"/>
                  <a:ext cx="25316" cy="12675"/>
                </a:xfrm>
                <a:custGeom>
                  <a:avLst/>
                  <a:gdLst>
                    <a:gd name="connsiteX0" fmla="*/ 17850 w 25316"/>
                    <a:gd name="connsiteY0" fmla="*/ 0 h 12675"/>
                    <a:gd name="connsiteX1" fmla="*/ 19123 w 25316"/>
                    <a:gd name="connsiteY1" fmla="*/ 1227 h 12675"/>
                    <a:gd name="connsiteX2" fmla="*/ 20756 w 25316"/>
                    <a:gd name="connsiteY2" fmla="*/ 324 h 12675"/>
                    <a:gd name="connsiteX3" fmla="*/ 21797 w 25316"/>
                    <a:gd name="connsiteY3" fmla="*/ 2500 h 12675"/>
                    <a:gd name="connsiteX4" fmla="*/ 25166 w 25316"/>
                    <a:gd name="connsiteY4" fmla="*/ 2153 h 12675"/>
                    <a:gd name="connsiteX5" fmla="*/ 25189 w 25316"/>
                    <a:gd name="connsiteY5" fmla="*/ 3693 h 12675"/>
                    <a:gd name="connsiteX6" fmla="*/ 24541 w 25316"/>
                    <a:gd name="connsiteY6" fmla="*/ 7362 h 12675"/>
                    <a:gd name="connsiteX7" fmla="*/ 25282 w 25316"/>
                    <a:gd name="connsiteY7" fmla="*/ 10511 h 12675"/>
                    <a:gd name="connsiteX8" fmla="*/ 25317 w 25316"/>
                    <a:gd name="connsiteY8" fmla="*/ 12676 h 12675"/>
                    <a:gd name="connsiteX9" fmla="*/ 20536 w 25316"/>
                    <a:gd name="connsiteY9" fmla="*/ 10997 h 12675"/>
                    <a:gd name="connsiteX10" fmla="*/ 19980 w 25316"/>
                    <a:gd name="connsiteY10" fmla="*/ 12467 h 12675"/>
                    <a:gd name="connsiteX11" fmla="*/ 17480 w 25316"/>
                    <a:gd name="connsiteY11" fmla="*/ 12375 h 12675"/>
                    <a:gd name="connsiteX12" fmla="*/ 16253 w 25316"/>
                    <a:gd name="connsiteY12" fmla="*/ 6552 h 12675"/>
                    <a:gd name="connsiteX13" fmla="*/ 13081 w 25316"/>
                    <a:gd name="connsiteY13" fmla="*/ 4075 h 12675"/>
                    <a:gd name="connsiteX14" fmla="*/ 7953 w 25316"/>
                    <a:gd name="connsiteY14" fmla="*/ 3484 h 12675"/>
                    <a:gd name="connsiteX15" fmla="*/ 4179 w 25316"/>
                    <a:gd name="connsiteY15" fmla="*/ 6274 h 12675"/>
                    <a:gd name="connsiteX16" fmla="*/ 961 w 25316"/>
                    <a:gd name="connsiteY16" fmla="*/ 4642 h 12675"/>
                    <a:gd name="connsiteX17" fmla="*/ 0 w 25316"/>
                    <a:gd name="connsiteY17" fmla="*/ 2211 h 12675"/>
                    <a:gd name="connsiteX18" fmla="*/ 1030 w 25316"/>
                    <a:gd name="connsiteY18" fmla="*/ 718 h 12675"/>
                    <a:gd name="connsiteX19" fmla="*/ 9423 w 25316"/>
                    <a:gd name="connsiteY19" fmla="*/ 2755 h 12675"/>
                    <a:gd name="connsiteX20" fmla="*/ 13822 w 25316"/>
                    <a:gd name="connsiteY20" fmla="*/ 2512 h 12675"/>
                    <a:gd name="connsiteX21" fmla="*/ 17850 w 25316"/>
                    <a:gd name="connsiteY21" fmla="*/ 0 h 12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316" h="12675">
                      <a:moveTo>
                        <a:pt x="17850" y="0"/>
                      </a:moveTo>
                      <a:lnTo>
                        <a:pt x="19123" y="1227"/>
                      </a:lnTo>
                      <a:lnTo>
                        <a:pt x="20756" y="324"/>
                      </a:lnTo>
                      <a:lnTo>
                        <a:pt x="21797" y="2500"/>
                      </a:lnTo>
                      <a:lnTo>
                        <a:pt x="25166" y="2153"/>
                      </a:lnTo>
                      <a:lnTo>
                        <a:pt x="25189" y="3693"/>
                      </a:lnTo>
                      <a:lnTo>
                        <a:pt x="24541" y="7362"/>
                      </a:lnTo>
                      <a:lnTo>
                        <a:pt x="25282" y="10511"/>
                      </a:lnTo>
                      <a:lnTo>
                        <a:pt x="25317" y="12676"/>
                      </a:lnTo>
                      <a:lnTo>
                        <a:pt x="20536" y="10997"/>
                      </a:lnTo>
                      <a:lnTo>
                        <a:pt x="19980" y="12467"/>
                      </a:lnTo>
                      <a:lnTo>
                        <a:pt x="17480" y="12375"/>
                      </a:lnTo>
                      <a:lnTo>
                        <a:pt x="16253" y="6552"/>
                      </a:lnTo>
                      <a:lnTo>
                        <a:pt x="13081" y="4075"/>
                      </a:lnTo>
                      <a:lnTo>
                        <a:pt x="7953" y="3484"/>
                      </a:lnTo>
                      <a:lnTo>
                        <a:pt x="4179" y="6274"/>
                      </a:lnTo>
                      <a:lnTo>
                        <a:pt x="961" y="4642"/>
                      </a:lnTo>
                      <a:lnTo>
                        <a:pt x="0" y="2211"/>
                      </a:lnTo>
                      <a:lnTo>
                        <a:pt x="1030" y="718"/>
                      </a:lnTo>
                      <a:lnTo>
                        <a:pt x="9423" y="2755"/>
                      </a:lnTo>
                      <a:lnTo>
                        <a:pt x="13822" y="2512"/>
                      </a:lnTo>
                      <a:lnTo>
                        <a:pt x="17850" y="0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F27645A-050C-3225-F6C7-1EBEDA890CBE}"/>
                    </a:ext>
                  </a:extLst>
                </p:cNvPr>
                <p:cNvSpPr/>
                <p:nvPr/>
              </p:nvSpPr>
              <p:spPr>
                <a:xfrm>
                  <a:off x="9547665" y="4370674"/>
                  <a:ext cx="2801" cy="6505"/>
                </a:xfrm>
                <a:custGeom>
                  <a:avLst/>
                  <a:gdLst>
                    <a:gd name="connsiteX0" fmla="*/ 2720 w 2801"/>
                    <a:gd name="connsiteY0" fmla="*/ 2813 h 6505"/>
                    <a:gd name="connsiteX1" fmla="*/ 2801 w 2801"/>
                    <a:gd name="connsiteY1" fmla="*/ 6505 h 6505"/>
                    <a:gd name="connsiteX2" fmla="*/ 1158 w 2801"/>
                    <a:gd name="connsiteY2" fmla="*/ 2813 h 6505"/>
                    <a:gd name="connsiteX3" fmla="*/ 0 w 2801"/>
                    <a:gd name="connsiteY3" fmla="*/ 197 h 6505"/>
                    <a:gd name="connsiteX4" fmla="*/ 1181 w 2801"/>
                    <a:gd name="connsiteY4" fmla="*/ 0 h 6505"/>
                    <a:gd name="connsiteX5" fmla="*/ 2697 w 2801"/>
                    <a:gd name="connsiteY5" fmla="*/ 1540 h 6505"/>
                    <a:gd name="connsiteX6" fmla="*/ 2720 w 2801"/>
                    <a:gd name="connsiteY6" fmla="*/ 2813 h 65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01" h="6505">
                      <a:moveTo>
                        <a:pt x="2720" y="2813"/>
                      </a:moveTo>
                      <a:lnTo>
                        <a:pt x="2801" y="6505"/>
                      </a:lnTo>
                      <a:lnTo>
                        <a:pt x="1158" y="2813"/>
                      </a:lnTo>
                      <a:lnTo>
                        <a:pt x="0" y="197"/>
                      </a:lnTo>
                      <a:lnTo>
                        <a:pt x="1181" y="0"/>
                      </a:lnTo>
                      <a:lnTo>
                        <a:pt x="2697" y="1540"/>
                      </a:lnTo>
                      <a:lnTo>
                        <a:pt x="2720" y="2813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85341D9F-5592-259A-9252-E71B9F27B7BC}"/>
                    </a:ext>
                  </a:extLst>
                </p:cNvPr>
                <p:cNvSpPr/>
                <p:nvPr/>
              </p:nvSpPr>
              <p:spPr>
                <a:xfrm>
                  <a:off x="9444455" y="4309206"/>
                  <a:ext cx="5672" cy="1261"/>
                </a:xfrm>
                <a:custGeom>
                  <a:avLst/>
                  <a:gdLst>
                    <a:gd name="connsiteX0" fmla="*/ 5672 w 5672"/>
                    <a:gd name="connsiteY0" fmla="*/ 220 h 1261"/>
                    <a:gd name="connsiteX1" fmla="*/ 0 w 5672"/>
                    <a:gd name="connsiteY1" fmla="*/ 1262 h 1261"/>
                    <a:gd name="connsiteX2" fmla="*/ 139 w 5672"/>
                    <a:gd name="connsiteY2" fmla="*/ 1169 h 1261"/>
                    <a:gd name="connsiteX3" fmla="*/ 1088 w 5672"/>
                    <a:gd name="connsiteY3" fmla="*/ 567 h 1261"/>
                    <a:gd name="connsiteX4" fmla="*/ 1401 w 5672"/>
                    <a:gd name="connsiteY4" fmla="*/ 440 h 1261"/>
                    <a:gd name="connsiteX5" fmla="*/ 1586 w 5672"/>
                    <a:gd name="connsiteY5" fmla="*/ 382 h 1261"/>
                    <a:gd name="connsiteX6" fmla="*/ 1956 w 5672"/>
                    <a:gd name="connsiteY6" fmla="*/ 278 h 1261"/>
                    <a:gd name="connsiteX7" fmla="*/ 2431 w 5672"/>
                    <a:gd name="connsiteY7" fmla="*/ 185 h 1261"/>
                    <a:gd name="connsiteX8" fmla="*/ 3033 w 5672"/>
                    <a:gd name="connsiteY8" fmla="*/ 69 h 1261"/>
                    <a:gd name="connsiteX9" fmla="*/ 3473 w 5672"/>
                    <a:gd name="connsiteY9" fmla="*/ 0 h 1261"/>
                    <a:gd name="connsiteX10" fmla="*/ 3635 w 5672"/>
                    <a:gd name="connsiteY10" fmla="*/ 0 h 1261"/>
                    <a:gd name="connsiteX11" fmla="*/ 4839 w 5672"/>
                    <a:gd name="connsiteY11" fmla="*/ 81 h 1261"/>
                    <a:gd name="connsiteX12" fmla="*/ 5672 w 5672"/>
                    <a:gd name="connsiteY12" fmla="*/ 220 h 12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72" h="1261">
                      <a:moveTo>
                        <a:pt x="5672" y="220"/>
                      </a:moveTo>
                      <a:lnTo>
                        <a:pt x="0" y="1262"/>
                      </a:lnTo>
                      <a:lnTo>
                        <a:pt x="139" y="1169"/>
                      </a:lnTo>
                      <a:lnTo>
                        <a:pt x="1088" y="567"/>
                      </a:lnTo>
                      <a:lnTo>
                        <a:pt x="1401" y="440"/>
                      </a:lnTo>
                      <a:lnTo>
                        <a:pt x="1586" y="382"/>
                      </a:lnTo>
                      <a:lnTo>
                        <a:pt x="1956" y="278"/>
                      </a:lnTo>
                      <a:lnTo>
                        <a:pt x="2431" y="185"/>
                      </a:lnTo>
                      <a:lnTo>
                        <a:pt x="3033" y="69"/>
                      </a:lnTo>
                      <a:lnTo>
                        <a:pt x="3473" y="0"/>
                      </a:lnTo>
                      <a:lnTo>
                        <a:pt x="3635" y="0"/>
                      </a:lnTo>
                      <a:lnTo>
                        <a:pt x="4839" y="81"/>
                      </a:lnTo>
                      <a:lnTo>
                        <a:pt x="5672" y="220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041C8B4C-C187-3EB6-0666-BA962E10A0B7}"/>
                    </a:ext>
                  </a:extLst>
                </p:cNvPr>
                <p:cNvSpPr/>
                <p:nvPr/>
              </p:nvSpPr>
              <p:spPr>
                <a:xfrm>
                  <a:off x="9443239" y="4310966"/>
                  <a:ext cx="764" cy="3808"/>
                </a:xfrm>
                <a:custGeom>
                  <a:avLst/>
                  <a:gdLst>
                    <a:gd name="connsiteX0" fmla="*/ 614 w 764"/>
                    <a:gd name="connsiteY0" fmla="*/ 0 h 3808"/>
                    <a:gd name="connsiteX1" fmla="*/ 764 w 764"/>
                    <a:gd name="connsiteY1" fmla="*/ 3809 h 3808"/>
                    <a:gd name="connsiteX2" fmla="*/ 729 w 764"/>
                    <a:gd name="connsiteY2" fmla="*/ 3704 h 3808"/>
                    <a:gd name="connsiteX3" fmla="*/ 486 w 764"/>
                    <a:gd name="connsiteY3" fmla="*/ 3137 h 3808"/>
                    <a:gd name="connsiteX4" fmla="*/ 231 w 764"/>
                    <a:gd name="connsiteY4" fmla="*/ 2570 h 3808"/>
                    <a:gd name="connsiteX5" fmla="*/ 220 w 764"/>
                    <a:gd name="connsiteY5" fmla="*/ 2512 h 3808"/>
                    <a:gd name="connsiteX6" fmla="*/ 185 w 764"/>
                    <a:gd name="connsiteY6" fmla="*/ 2338 h 3808"/>
                    <a:gd name="connsiteX7" fmla="*/ 58 w 764"/>
                    <a:gd name="connsiteY7" fmla="*/ 1818 h 3808"/>
                    <a:gd name="connsiteX8" fmla="*/ 23 w 764"/>
                    <a:gd name="connsiteY8" fmla="*/ 1621 h 3808"/>
                    <a:gd name="connsiteX9" fmla="*/ 0 w 764"/>
                    <a:gd name="connsiteY9" fmla="*/ 1517 h 3808"/>
                    <a:gd name="connsiteX10" fmla="*/ 0 w 764"/>
                    <a:gd name="connsiteY10" fmla="*/ 1401 h 3808"/>
                    <a:gd name="connsiteX11" fmla="*/ 0 w 764"/>
                    <a:gd name="connsiteY11" fmla="*/ 1274 h 3808"/>
                    <a:gd name="connsiteX12" fmla="*/ 0 w 764"/>
                    <a:gd name="connsiteY12" fmla="*/ 1227 h 3808"/>
                    <a:gd name="connsiteX13" fmla="*/ 0 w 764"/>
                    <a:gd name="connsiteY13" fmla="*/ 1158 h 3808"/>
                    <a:gd name="connsiteX14" fmla="*/ 12 w 764"/>
                    <a:gd name="connsiteY14" fmla="*/ 1100 h 3808"/>
                    <a:gd name="connsiteX15" fmla="*/ 69 w 764"/>
                    <a:gd name="connsiteY15" fmla="*/ 915 h 3808"/>
                    <a:gd name="connsiteX16" fmla="*/ 116 w 764"/>
                    <a:gd name="connsiteY16" fmla="*/ 822 h 3808"/>
                    <a:gd name="connsiteX17" fmla="*/ 243 w 764"/>
                    <a:gd name="connsiteY17" fmla="*/ 637 h 3808"/>
                    <a:gd name="connsiteX18" fmla="*/ 289 w 764"/>
                    <a:gd name="connsiteY18" fmla="*/ 556 h 3808"/>
                    <a:gd name="connsiteX19" fmla="*/ 521 w 764"/>
                    <a:gd name="connsiteY19" fmla="*/ 128 h 3808"/>
                    <a:gd name="connsiteX20" fmla="*/ 614 w 764"/>
                    <a:gd name="connsiteY20" fmla="*/ 0 h 3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764" h="3808">
                      <a:moveTo>
                        <a:pt x="614" y="0"/>
                      </a:moveTo>
                      <a:lnTo>
                        <a:pt x="764" y="3809"/>
                      </a:lnTo>
                      <a:lnTo>
                        <a:pt x="729" y="3704"/>
                      </a:lnTo>
                      <a:lnTo>
                        <a:pt x="486" y="3137"/>
                      </a:lnTo>
                      <a:lnTo>
                        <a:pt x="231" y="2570"/>
                      </a:lnTo>
                      <a:lnTo>
                        <a:pt x="220" y="2512"/>
                      </a:lnTo>
                      <a:lnTo>
                        <a:pt x="185" y="2338"/>
                      </a:lnTo>
                      <a:lnTo>
                        <a:pt x="58" y="1818"/>
                      </a:lnTo>
                      <a:lnTo>
                        <a:pt x="23" y="1621"/>
                      </a:lnTo>
                      <a:lnTo>
                        <a:pt x="0" y="1517"/>
                      </a:lnTo>
                      <a:lnTo>
                        <a:pt x="0" y="1401"/>
                      </a:lnTo>
                      <a:lnTo>
                        <a:pt x="0" y="1274"/>
                      </a:lnTo>
                      <a:lnTo>
                        <a:pt x="0" y="1227"/>
                      </a:lnTo>
                      <a:lnTo>
                        <a:pt x="0" y="1158"/>
                      </a:lnTo>
                      <a:lnTo>
                        <a:pt x="12" y="1100"/>
                      </a:lnTo>
                      <a:lnTo>
                        <a:pt x="69" y="915"/>
                      </a:lnTo>
                      <a:lnTo>
                        <a:pt x="116" y="822"/>
                      </a:lnTo>
                      <a:lnTo>
                        <a:pt x="243" y="637"/>
                      </a:lnTo>
                      <a:lnTo>
                        <a:pt x="289" y="556"/>
                      </a:lnTo>
                      <a:lnTo>
                        <a:pt x="521" y="128"/>
                      </a:lnTo>
                      <a:lnTo>
                        <a:pt x="614" y="0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2E9C6BF-B6E3-F271-D7EE-E3A968D8C3FF}"/>
                    </a:ext>
                  </a:extLst>
                </p:cNvPr>
                <p:cNvSpPr/>
                <p:nvPr/>
              </p:nvSpPr>
              <p:spPr>
                <a:xfrm>
                  <a:off x="9633558" y="4559569"/>
                  <a:ext cx="1041" cy="1933"/>
                </a:xfrm>
                <a:custGeom>
                  <a:avLst/>
                  <a:gdLst>
                    <a:gd name="connsiteX0" fmla="*/ 891 w 1041"/>
                    <a:gd name="connsiteY0" fmla="*/ 556 h 1933"/>
                    <a:gd name="connsiteX1" fmla="*/ 1042 w 1041"/>
                    <a:gd name="connsiteY1" fmla="*/ 1933 h 1933"/>
                    <a:gd name="connsiteX2" fmla="*/ 0 w 1041"/>
                    <a:gd name="connsiteY2" fmla="*/ 903 h 1933"/>
                    <a:gd name="connsiteX3" fmla="*/ 590 w 1041"/>
                    <a:gd name="connsiteY3" fmla="*/ 0 h 1933"/>
                    <a:gd name="connsiteX4" fmla="*/ 891 w 1041"/>
                    <a:gd name="connsiteY4" fmla="*/ 556 h 1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1" h="1933">
                      <a:moveTo>
                        <a:pt x="891" y="556"/>
                      </a:moveTo>
                      <a:lnTo>
                        <a:pt x="1042" y="1933"/>
                      </a:lnTo>
                      <a:lnTo>
                        <a:pt x="0" y="903"/>
                      </a:lnTo>
                      <a:lnTo>
                        <a:pt x="590" y="0"/>
                      </a:lnTo>
                      <a:lnTo>
                        <a:pt x="891" y="556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9F8193-D5CF-92D0-11F4-8D399389C293}"/>
                    </a:ext>
                  </a:extLst>
                </p:cNvPr>
                <p:cNvSpPr/>
                <p:nvPr/>
              </p:nvSpPr>
              <p:spPr>
                <a:xfrm>
                  <a:off x="9603797" y="4384322"/>
                  <a:ext cx="2384" cy="1192"/>
                </a:xfrm>
                <a:custGeom>
                  <a:avLst/>
                  <a:gdLst>
                    <a:gd name="connsiteX0" fmla="*/ 2385 w 2384"/>
                    <a:gd name="connsiteY0" fmla="*/ 1007 h 1192"/>
                    <a:gd name="connsiteX1" fmla="*/ 1065 w 2384"/>
                    <a:gd name="connsiteY1" fmla="*/ 1192 h 1192"/>
                    <a:gd name="connsiteX2" fmla="*/ 12 w 2384"/>
                    <a:gd name="connsiteY2" fmla="*/ 58 h 1192"/>
                    <a:gd name="connsiteX3" fmla="*/ 0 w 2384"/>
                    <a:gd name="connsiteY3" fmla="*/ 0 h 1192"/>
                    <a:gd name="connsiteX4" fmla="*/ 2385 w 2384"/>
                    <a:gd name="connsiteY4" fmla="*/ 1007 h 1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84" h="1192">
                      <a:moveTo>
                        <a:pt x="2385" y="1007"/>
                      </a:moveTo>
                      <a:lnTo>
                        <a:pt x="1065" y="1192"/>
                      </a:lnTo>
                      <a:lnTo>
                        <a:pt x="12" y="58"/>
                      </a:lnTo>
                      <a:lnTo>
                        <a:pt x="0" y="0"/>
                      </a:lnTo>
                      <a:lnTo>
                        <a:pt x="2385" y="1007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0331B418-D9B3-D9B7-67BF-575502D11CB1}"/>
                    </a:ext>
                  </a:extLst>
                </p:cNvPr>
                <p:cNvSpPr/>
                <p:nvPr/>
              </p:nvSpPr>
              <p:spPr>
                <a:xfrm>
                  <a:off x="9604572" y="4385897"/>
                  <a:ext cx="822" cy="1562"/>
                </a:xfrm>
                <a:custGeom>
                  <a:avLst/>
                  <a:gdLst>
                    <a:gd name="connsiteX0" fmla="*/ 822 w 822"/>
                    <a:gd name="connsiteY0" fmla="*/ 278 h 1562"/>
                    <a:gd name="connsiteX1" fmla="*/ 81 w 822"/>
                    <a:gd name="connsiteY1" fmla="*/ 1563 h 1562"/>
                    <a:gd name="connsiteX2" fmla="*/ 0 w 822"/>
                    <a:gd name="connsiteY2" fmla="*/ 1262 h 1562"/>
                    <a:gd name="connsiteX3" fmla="*/ 0 w 822"/>
                    <a:gd name="connsiteY3" fmla="*/ 0 h 1562"/>
                    <a:gd name="connsiteX4" fmla="*/ 822 w 822"/>
                    <a:gd name="connsiteY4" fmla="*/ 278 h 1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2" h="1562">
                      <a:moveTo>
                        <a:pt x="822" y="278"/>
                      </a:moveTo>
                      <a:lnTo>
                        <a:pt x="81" y="1563"/>
                      </a:lnTo>
                      <a:lnTo>
                        <a:pt x="0" y="1262"/>
                      </a:lnTo>
                      <a:lnTo>
                        <a:pt x="0" y="0"/>
                      </a:lnTo>
                      <a:lnTo>
                        <a:pt x="822" y="278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04784376-F54A-B87D-2702-52004743F2B5}"/>
                    </a:ext>
                  </a:extLst>
                </p:cNvPr>
                <p:cNvSpPr/>
                <p:nvPr/>
              </p:nvSpPr>
              <p:spPr>
                <a:xfrm>
                  <a:off x="9455568" y="4310179"/>
                  <a:ext cx="2720" cy="497"/>
                </a:xfrm>
                <a:custGeom>
                  <a:avLst/>
                  <a:gdLst>
                    <a:gd name="connsiteX0" fmla="*/ 1852 w 2720"/>
                    <a:gd name="connsiteY0" fmla="*/ 35 h 497"/>
                    <a:gd name="connsiteX1" fmla="*/ 2720 w 2720"/>
                    <a:gd name="connsiteY1" fmla="*/ 498 h 497"/>
                    <a:gd name="connsiteX2" fmla="*/ 0 w 2720"/>
                    <a:gd name="connsiteY2" fmla="*/ 116 h 497"/>
                    <a:gd name="connsiteX3" fmla="*/ 1678 w 2720"/>
                    <a:gd name="connsiteY3" fmla="*/ 0 h 497"/>
                    <a:gd name="connsiteX4" fmla="*/ 1783 w 2720"/>
                    <a:gd name="connsiteY4" fmla="*/ 0 h 497"/>
                    <a:gd name="connsiteX5" fmla="*/ 1852 w 2720"/>
                    <a:gd name="connsiteY5" fmla="*/ 35 h 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20" h="497">
                      <a:moveTo>
                        <a:pt x="1852" y="35"/>
                      </a:moveTo>
                      <a:lnTo>
                        <a:pt x="2720" y="498"/>
                      </a:lnTo>
                      <a:lnTo>
                        <a:pt x="0" y="116"/>
                      </a:lnTo>
                      <a:lnTo>
                        <a:pt x="1678" y="0"/>
                      </a:lnTo>
                      <a:lnTo>
                        <a:pt x="1783" y="0"/>
                      </a:lnTo>
                      <a:lnTo>
                        <a:pt x="1852" y="35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F7C3F67-06A7-CB36-FEB1-1475FD20C4E9}"/>
                    </a:ext>
                  </a:extLst>
                </p:cNvPr>
                <p:cNvSpPr/>
                <p:nvPr/>
              </p:nvSpPr>
              <p:spPr>
                <a:xfrm>
                  <a:off x="9769262" y="4970710"/>
                  <a:ext cx="509" cy="1886"/>
                </a:xfrm>
                <a:custGeom>
                  <a:avLst/>
                  <a:gdLst>
                    <a:gd name="connsiteX0" fmla="*/ 509 w 509"/>
                    <a:gd name="connsiteY0" fmla="*/ 278 h 1886"/>
                    <a:gd name="connsiteX1" fmla="*/ 0 w 509"/>
                    <a:gd name="connsiteY1" fmla="*/ 1887 h 1886"/>
                    <a:gd name="connsiteX2" fmla="*/ 127 w 509"/>
                    <a:gd name="connsiteY2" fmla="*/ 0 h 1886"/>
                    <a:gd name="connsiteX3" fmla="*/ 509 w 509"/>
                    <a:gd name="connsiteY3" fmla="*/ 278 h 1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9" h="1886">
                      <a:moveTo>
                        <a:pt x="509" y="278"/>
                      </a:moveTo>
                      <a:lnTo>
                        <a:pt x="0" y="1887"/>
                      </a:lnTo>
                      <a:lnTo>
                        <a:pt x="127" y="0"/>
                      </a:lnTo>
                      <a:lnTo>
                        <a:pt x="509" y="278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90882910-7ECC-70A6-E060-B0A76AEB44EB}"/>
                    </a:ext>
                  </a:extLst>
                </p:cNvPr>
                <p:cNvSpPr/>
                <p:nvPr/>
              </p:nvSpPr>
              <p:spPr>
                <a:xfrm>
                  <a:off x="9602512" y="4380942"/>
                  <a:ext cx="752" cy="1018"/>
                </a:xfrm>
                <a:custGeom>
                  <a:avLst/>
                  <a:gdLst>
                    <a:gd name="connsiteX0" fmla="*/ 313 w 752"/>
                    <a:gd name="connsiteY0" fmla="*/ 243 h 1018"/>
                    <a:gd name="connsiteX1" fmla="*/ 752 w 752"/>
                    <a:gd name="connsiteY1" fmla="*/ 1018 h 1018"/>
                    <a:gd name="connsiteX2" fmla="*/ 139 w 752"/>
                    <a:gd name="connsiteY2" fmla="*/ 775 h 1018"/>
                    <a:gd name="connsiteX3" fmla="*/ 0 w 752"/>
                    <a:gd name="connsiteY3" fmla="*/ 208 h 1018"/>
                    <a:gd name="connsiteX4" fmla="*/ 69 w 752"/>
                    <a:gd name="connsiteY4" fmla="*/ 0 h 1018"/>
                    <a:gd name="connsiteX5" fmla="*/ 313 w 752"/>
                    <a:gd name="connsiteY5" fmla="*/ 243 h 1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52" h="1018">
                      <a:moveTo>
                        <a:pt x="313" y="243"/>
                      </a:moveTo>
                      <a:lnTo>
                        <a:pt x="752" y="1018"/>
                      </a:lnTo>
                      <a:lnTo>
                        <a:pt x="139" y="775"/>
                      </a:lnTo>
                      <a:lnTo>
                        <a:pt x="0" y="208"/>
                      </a:lnTo>
                      <a:lnTo>
                        <a:pt x="69" y="0"/>
                      </a:lnTo>
                      <a:lnTo>
                        <a:pt x="313" y="243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16F1D9CA-91B3-7691-0202-19D2A55AD3CF}"/>
                    </a:ext>
                  </a:extLst>
                </p:cNvPr>
                <p:cNvSpPr/>
                <p:nvPr/>
              </p:nvSpPr>
              <p:spPr>
                <a:xfrm>
                  <a:off x="9596863" y="4414130"/>
                  <a:ext cx="983" cy="995"/>
                </a:xfrm>
                <a:custGeom>
                  <a:avLst/>
                  <a:gdLst>
                    <a:gd name="connsiteX0" fmla="*/ 984 w 983"/>
                    <a:gd name="connsiteY0" fmla="*/ 637 h 995"/>
                    <a:gd name="connsiteX1" fmla="*/ 764 w 983"/>
                    <a:gd name="connsiteY1" fmla="*/ 996 h 995"/>
                    <a:gd name="connsiteX2" fmla="*/ 0 w 983"/>
                    <a:gd name="connsiteY2" fmla="*/ 23 h 995"/>
                    <a:gd name="connsiteX3" fmla="*/ 46 w 983"/>
                    <a:gd name="connsiteY3" fmla="*/ 0 h 995"/>
                    <a:gd name="connsiteX4" fmla="*/ 984 w 983"/>
                    <a:gd name="connsiteY4" fmla="*/ 637 h 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" h="995">
                      <a:moveTo>
                        <a:pt x="984" y="637"/>
                      </a:moveTo>
                      <a:lnTo>
                        <a:pt x="764" y="996"/>
                      </a:lnTo>
                      <a:lnTo>
                        <a:pt x="0" y="23"/>
                      </a:lnTo>
                      <a:lnTo>
                        <a:pt x="46" y="0"/>
                      </a:lnTo>
                      <a:lnTo>
                        <a:pt x="984" y="637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78A14FD-2FB8-5DAD-2683-3C866AE18207}"/>
                    </a:ext>
                  </a:extLst>
                </p:cNvPr>
                <p:cNvSpPr/>
                <p:nvPr/>
              </p:nvSpPr>
              <p:spPr>
                <a:xfrm>
                  <a:off x="9593309" y="4394463"/>
                  <a:ext cx="1123" cy="428"/>
                </a:xfrm>
                <a:custGeom>
                  <a:avLst/>
                  <a:gdLst>
                    <a:gd name="connsiteX0" fmla="*/ 1123 w 1123"/>
                    <a:gd name="connsiteY0" fmla="*/ 0 h 428"/>
                    <a:gd name="connsiteX1" fmla="*/ 1088 w 1123"/>
                    <a:gd name="connsiteY1" fmla="*/ 428 h 428"/>
                    <a:gd name="connsiteX2" fmla="*/ 23 w 1123"/>
                    <a:gd name="connsiteY2" fmla="*/ 301 h 428"/>
                    <a:gd name="connsiteX3" fmla="*/ 0 w 1123"/>
                    <a:gd name="connsiteY3" fmla="*/ 266 h 428"/>
                    <a:gd name="connsiteX4" fmla="*/ 903 w 1123"/>
                    <a:gd name="connsiteY4" fmla="*/ 23 h 428"/>
                    <a:gd name="connsiteX5" fmla="*/ 1123 w 1123"/>
                    <a:gd name="connsiteY5" fmla="*/ 0 h 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23" h="428">
                      <a:moveTo>
                        <a:pt x="1123" y="0"/>
                      </a:moveTo>
                      <a:lnTo>
                        <a:pt x="1088" y="428"/>
                      </a:lnTo>
                      <a:lnTo>
                        <a:pt x="23" y="301"/>
                      </a:lnTo>
                      <a:lnTo>
                        <a:pt x="0" y="266"/>
                      </a:lnTo>
                      <a:lnTo>
                        <a:pt x="903" y="23"/>
                      </a:lnTo>
                      <a:lnTo>
                        <a:pt x="1123" y="0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D322C657-22DE-F7B1-D55B-BDBBBF30BEF2}"/>
                    </a:ext>
                  </a:extLst>
                </p:cNvPr>
                <p:cNvSpPr/>
                <p:nvPr/>
              </p:nvSpPr>
              <p:spPr>
                <a:xfrm>
                  <a:off x="9596134" y="4394520"/>
                  <a:ext cx="856" cy="648"/>
                </a:xfrm>
                <a:custGeom>
                  <a:avLst/>
                  <a:gdLst>
                    <a:gd name="connsiteX0" fmla="*/ 856 w 856"/>
                    <a:gd name="connsiteY0" fmla="*/ 243 h 648"/>
                    <a:gd name="connsiteX1" fmla="*/ 567 w 856"/>
                    <a:gd name="connsiteY1" fmla="*/ 648 h 648"/>
                    <a:gd name="connsiteX2" fmla="*/ 474 w 856"/>
                    <a:gd name="connsiteY2" fmla="*/ 637 h 648"/>
                    <a:gd name="connsiteX3" fmla="*/ 0 w 856"/>
                    <a:gd name="connsiteY3" fmla="*/ 0 h 648"/>
                    <a:gd name="connsiteX4" fmla="*/ 856 w 856"/>
                    <a:gd name="connsiteY4" fmla="*/ 243 h 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6" h="648">
                      <a:moveTo>
                        <a:pt x="856" y="243"/>
                      </a:moveTo>
                      <a:lnTo>
                        <a:pt x="567" y="648"/>
                      </a:lnTo>
                      <a:lnTo>
                        <a:pt x="474" y="637"/>
                      </a:lnTo>
                      <a:lnTo>
                        <a:pt x="0" y="0"/>
                      </a:lnTo>
                      <a:lnTo>
                        <a:pt x="856" y="243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5F62067E-0725-CA77-D531-308FE9DD9513}"/>
                    </a:ext>
                  </a:extLst>
                </p:cNvPr>
                <p:cNvSpPr/>
                <p:nvPr/>
              </p:nvSpPr>
              <p:spPr>
                <a:xfrm>
                  <a:off x="9605128" y="4381173"/>
                  <a:ext cx="984" cy="463"/>
                </a:xfrm>
                <a:custGeom>
                  <a:avLst/>
                  <a:gdLst>
                    <a:gd name="connsiteX0" fmla="*/ 973 w 984"/>
                    <a:gd name="connsiteY0" fmla="*/ 324 h 463"/>
                    <a:gd name="connsiteX1" fmla="*/ 498 w 984"/>
                    <a:gd name="connsiteY1" fmla="*/ 463 h 463"/>
                    <a:gd name="connsiteX2" fmla="*/ 0 w 984"/>
                    <a:gd name="connsiteY2" fmla="*/ 440 h 463"/>
                    <a:gd name="connsiteX3" fmla="*/ 104 w 984"/>
                    <a:gd name="connsiteY3" fmla="*/ 347 h 463"/>
                    <a:gd name="connsiteX4" fmla="*/ 984 w 984"/>
                    <a:gd name="connsiteY4" fmla="*/ 0 h 463"/>
                    <a:gd name="connsiteX5" fmla="*/ 973 w 984"/>
                    <a:gd name="connsiteY5" fmla="*/ 324 h 4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84" h="463">
                      <a:moveTo>
                        <a:pt x="973" y="324"/>
                      </a:moveTo>
                      <a:lnTo>
                        <a:pt x="498" y="463"/>
                      </a:lnTo>
                      <a:lnTo>
                        <a:pt x="0" y="440"/>
                      </a:lnTo>
                      <a:lnTo>
                        <a:pt x="104" y="347"/>
                      </a:lnTo>
                      <a:lnTo>
                        <a:pt x="984" y="0"/>
                      </a:lnTo>
                      <a:lnTo>
                        <a:pt x="973" y="324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3D3290D8-ABFF-4BD1-E5E5-99F65D406B6A}"/>
                    </a:ext>
                  </a:extLst>
                </p:cNvPr>
                <p:cNvSpPr/>
                <p:nvPr/>
              </p:nvSpPr>
              <p:spPr>
                <a:xfrm>
                  <a:off x="9440218" y="4318247"/>
                  <a:ext cx="914" cy="2349"/>
                </a:xfrm>
                <a:custGeom>
                  <a:avLst/>
                  <a:gdLst>
                    <a:gd name="connsiteX0" fmla="*/ 915 w 914"/>
                    <a:gd name="connsiteY0" fmla="*/ 0 h 2349"/>
                    <a:gd name="connsiteX1" fmla="*/ 0 w 914"/>
                    <a:gd name="connsiteY1" fmla="*/ 2350 h 2349"/>
                    <a:gd name="connsiteX2" fmla="*/ 128 w 914"/>
                    <a:gd name="connsiteY2" fmla="*/ 1760 h 2349"/>
                    <a:gd name="connsiteX3" fmla="*/ 579 w 914"/>
                    <a:gd name="connsiteY3" fmla="*/ 591 h 2349"/>
                    <a:gd name="connsiteX4" fmla="*/ 915 w 914"/>
                    <a:gd name="connsiteY4" fmla="*/ 0 h 2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4" h="2349">
                      <a:moveTo>
                        <a:pt x="915" y="0"/>
                      </a:moveTo>
                      <a:lnTo>
                        <a:pt x="0" y="2350"/>
                      </a:lnTo>
                      <a:lnTo>
                        <a:pt x="128" y="1760"/>
                      </a:lnTo>
                      <a:lnTo>
                        <a:pt x="579" y="591"/>
                      </a:lnTo>
                      <a:lnTo>
                        <a:pt x="915" y="0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DAC61710-ACF5-3189-0195-9AB48947DC9B}"/>
                    </a:ext>
                  </a:extLst>
                </p:cNvPr>
                <p:cNvSpPr/>
                <p:nvPr/>
              </p:nvSpPr>
              <p:spPr>
                <a:xfrm>
                  <a:off x="9609631" y="4378604"/>
                  <a:ext cx="706" cy="405"/>
                </a:xfrm>
                <a:custGeom>
                  <a:avLst/>
                  <a:gdLst>
                    <a:gd name="connsiteX0" fmla="*/ 706 w 706"/>
                    <a:gd name="connsiteY0" fmla="*/ 312 h 405"/>
                    <a:gd name="connsiteX1" fmla="*/ 116 w 706"/>
                    <a:gd name="connsiteY1" fmla="*/ 405 h 405"/>
                    <a:gd name="connsiteX2" fmla="*/ 0 w 706"/>
                    <a:gd name="connsiteY2" fmla="*/ 231 h 405"/>
                    <a:gd name="connsiteX3" fmla="*/ 382 w 706"/>
                    <a:gd name="connsiteY3" fmla="*/ 0 h 405"/>
                    <a:gd name="connsiteX4" fmla="*/ 648 w 706"/>
                    <a:gd name="connsiteY4" fmla="*/ 150 h 405"/>
                    <a:gd name="connsiteX5" fmla="*/ 706 w 706"/>
                    <a:gd name="connsiteY5" fmla="*/ 312 h 4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6" h="405">
                      <a:moveTo>
                        <a:pt x="706" y="312"/>
                      </a:moveTo>
                      <a:lnTo>
                        <a:pt x="116" y="405"/>
                      </a:lnTo>
                      <a:lnTo>
                        <a:pt x="0" y="231"/>
                      </a:lnTo>
                      <a:lnTo>
                        <a:pt x="382" y="0"/>
                      </a:lnTo>
                      <a:lnTo>
                        <a:pt x="648" y="150"/>
                      </a:lnTo>
                      <a:lnTo>
                        <a:pt x="706" y="312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E78219-E17A-6DCF-5350-C23B4561BA90}"/>
                    </a:ext>
                  </a:extLst>
                </p:cNvPr>
                <p:cNvSpPr/>
                <p:nvPr/>
              </p:nvSpPr>
              <p:spPr>
                <a:xfrm>
                  <a:off x="9439998" y="4321060"/>
                  <a:ext cx="312" cy="798"/>
                </a:xfrm>
                <a:custGeom>
                  <a:avLst/>
                  <a:gdLst>
                    <a:gd name="connsiteX0" fmla="*/ 46 w 312"/>
                    <a:gd name="connsiteY0" fmla="*/ 0 h 798"/>
                    <a:gd name="connsiteX1" fmla="*/ 313 w 312"/>
                    <a:gd name="connsiteY1" fmla="*/ 799 h 798"/>
                    <a:gd name="connsiteX2" fmla="*/ 162 w 312"/>
                    <a:gd name="connsiteY2" fmla="*/ 706 h 798"/>
                    <a:gd name="connsiteX3" fmla="*/ 69 w 312"/>
                    <a:gd name="connsiteY3" fmla="*/ 614 h 798"/>
                    <a:gd name="connsiteX4" fmla="*/ 35 w 312"/>
                    <a:gd name="connsiteY4" fmla="*/ 556 h 798"/>
                    <a:gd name="connsiteX5" fmla="*/ 0 w 312"/>
                    <a:gd name="connsiteY5" fmla="*/ 243 h 798"/>
                    <a:gd name="connsiteX6" fmla="*/ 46 w 312"/>
                    <a:gd name="connsiteY6" fmla="*/ 0 h 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2" h="798">
                      <a:moveTo>
                        <a:pt x="46" y="0"/>
                      </a:moveTo>
                      <a:lnTo>
                        <a:pt x="313" y="799"/>
                      </a:lnTo>
                      <a:lnTo>
                        <a:pt x="162" y="706"/>
                      </a:lnTo>
                      <a:lnTo>
                        <a:pt x="69" y="614"/>
                      </a:lnTo>
                      <a:lnTo>
                        <a:pt x="35" y="556"/>
                      </a:lnTo>
                      <a:lnTo>
                        <a:pt x="0" y="243"/>
                      </a:lnTo>
                      <a:lnTo>
                        <a:pt x="46" y="0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309D8599-5206-E39B-FCC1-FE5FBB594479}"/>
                    </a:ext>
                  </a:extLst>
                </p:cNvPr>
                <p:cNvSpPr/>
                <p:nvPr/>
              </p:nvSpPr>
              <p:spPr>
                <a:xfrm>
                  <a:off x="9434453" y="4322391"/>
                  <a:ext cx="937" cy="266"/>
                </a:xfrm>
                <a:custGeom>
                  <a:avLst/>
                  <a:gdLst>
                    <a:gd name="connsiteX0" fmla="*/ 833 w 937"/>
                    <a:gd name="connsiteY0" fmla="*/ 197 h 266"/>
                    <a:gd name="connsiteX1" fmla="*/ 938 w 937"/>
                    <a:gd name="connsiteY1" fmla="*/ 266 h 266"/>
                    <a:gd name="connsiteX2" fmla="*/ 0 w 937"/>
                    <a:gd name="connsiteY2" fmla="*/ 0 h 266"/>
                    <a:gd name="connsiteX3" fmla="*/ 417 w 937"/>
                    <a:gd name="connsiteY3" fmla="*/ 58 h 266"/>
                    <a:gd name="connsiteX4" fmla="*/ 521 w 937"/>
                    <a:gd name="connsiteY4" fmla="*/ 93 h 266"/>
                    <a:gd name="connsiteX5" fmla="*/ 833 w 937"/>
                    <a:gd name="connsiteY5" fmla="*/ 197 h 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37" h="266">
                      <a:moveTo>
                        <a:pt x="833" y="197"/>
                      </a:moveTo>
                      <a:lnTo>
                        <a:pt x="938" y="266"/>
                      </a:lnTo>
                      <a:lnTo>
                        <a:pt x="0" y="0"/>
                      </a:lnTo>
                      <a:lnTo>
                        <a:pt x="417" y="58"/>
                      </a:lnTo>
                      <a:lnTo>
                        <a:pt x="521" y="93"/>
                      </a:lnTo>
                      <a:lnTo>
                        <a:pt x="833" y="197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5BFB49E1-7196-98E9-04E8-6B36630A39AA}"/>
                    </a:ext>
                  </a:extLst>
                </p:cNvPr>
                <p:cNvSpPr/>
                <p:nvPr/>
              </p:nvSpPr>
              <p:spPr>
                <a:xfrm>
                  <a:off x="9598333" y="4395076"/>
                  <a:ext cx="300" cy="312"/>
                </a:xfrm>
                <a:custGeom>
                  <a:avLst/>
                  <a:gdLst>
                    <a:gd name="connsiteX0" fmla="*/ 301 w 300"/>
                    <a:gd name="connsiteY0" fmla="*/ 266 h 312"/>
                    <a:gd name="connsiteX1" fmla="*/ 278 w 300"/>
                    <a:gd name="connsiteY1" fmla="*/ 312 h 312"/>
                    <a:gd name="connsiteX2" fmla="*/ 0 w 300"/>
                    <a:gd name="connsiteY2" fmla="*/ 0 h 312"/>
                    <a:gd name="connsiteX3" fmla="*/ 301 w 300"/>
                    <a:gd name="connsiteY3" fmla="*/ 266 h 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0" h="312">
                      <a:moveTo>
                        <a:pt x="301" y="266"/>
                      </a:moveTo>
                      <a:lnTo>
                        <a:pt x="278" y="312"/>
                      </a:lnTo>
                      <a:lnTo>
                        <a:pt x="0" y="0"/>
                      </a:lnTo>
                      <a:lnTo>
                        <a:pt x="301" y="266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D2557DCF-E05A-72A4-20B7-DF97690348A5}"/>
                    </a:ext>
                  </a:extLst>
                </p:cNvPr>
                <p:cNvSpPr/>
                <p:nvPr/>
              </p:nvSpPr>
              <p:spPr>
                <a:xfrm>
                  <a:off x="9602963" y="4382586"/>
                  <a:ext cx="161" cy="127"/>
                </a:xfrm>
                <a:custGeom>
                  <a:avLst/>
                  <a:gdLst>
                    <a:gd name="connsiteX0" fmla="*/ 162 w 161"/>
                    <a:gd name="connsiteY0" fmla="*/ 0 h 127"/>
                    <a:gd name="connsiteX1" fmla="*/ 93 w 161"/>
                    <a:gd name="connsiteY1" fmla="*/ 127 h 127"/>
                    <a:gd name="connsiteX2" fmla="*/ 0 w 161"/>
                    <a:gd name="connsiteY2" fmla="*/ 104 h 127"/>
                    <a:gd name="connsiteX3" fmla="*/ 162 w 161"/>
                    <a:gd name="connsiteY3" fmla="*/ 0 h 1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1" h="127">
                      <a:moveTo>
                        <a:pt x="162" y="0"/>
                      </a:moveTo>
                      <a:lnTo>
                        <a:pt x="93" y="127"/>
                      </a:lnTo>
                      <a:lnTo>
                        <a:pt x="0" y="104"/>
                      </a:lnTo>
                      <a:lnTo>
                        <a:pt x="162" y="0"/>
                      </a:lnTo>
                    </a:path>
                  </a:pathLst>
                </a:custGeom>
                <a:solidFill>
                  <a:srgbClr val="CCDFF1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C36805A2-2E7E-3BBE-11C3-7ED6B913DBB7}"/>
                    </a:ext>
                  </a:extLst>
                </p:cNvPr>
                <p:cNvSpPr/>
                <p:nvPr/>
              </p:nvSpPr>
              <p:spPr>
                <a:xfrm>
                  <a:off x="8918875" y="4645578"/>
                  <a:ext cx="592360" cy="1318781"/>
                </a:xfrm>
                <a:custGeom>
                  <a:avLst/>
                  <a:gdLst>
                    <a:gd name="connsiteX0" fmla="*/ 333640 w 592360"/>
                    <a:gd name="connsiteY0" fmla="*/ 7756 h 1318781"/>
                    <a:gd name="connsiteX1" fmla="*/ 330665 w 592360"/>
                    <a:gd name="connsiteY1" fmla="*/ 13173 h 1318781"/>
                    <a:gd name="connsiteX2" fmla="*/ 332598 w 592360"/>
                    <a:gd name="connsiteY2" fmla="*/ 19737 h 1318781"/>
                    <a:gd name="connsiteX3" fmla="*/ 335492 w 592360"/>
                    <a:gd name="connsiteY3" fmla="*/ 24576 h 1318781"/>
                    <a:gd name="connsiteX4" fmla="*/ 337830 w 592360"/>
                    <a:gd name="connsiteY4" fmla="*/ 25154 h 1318781"/>
                    <a:gd name="connsiteX5" fmla="*/ 339359 w 592360"/>
                    <a:gd name="connsiteY5" fmla="*/ 31197 h 1318781"/>
                    <a:gd name="connsiteX6" fmla="*/ 347496 w 592360"/>
                    <a:gd name="connsiteY6" fmla="*/ 36198 h 1318781"/>
                    <a:gd name="connsiteX7" fmla="*/ 351340 w 592360"/>
                    <a:gd name="connsiteY7" fmla="*/ 35364 h 1318781"/>
                    <a:gd name="connsiteX8" fmla="*/ 358852 w 592360"/>
                    <a:gd name="connsiteY8" fmla="*/ 38166 h 1318781"/>
                    <a:gd name="connsiteX9" fmla="*/ 358285 w 592360"/>
                    <a:gd name="connsiteY9" fmla="*/ 42518 h 1318781"/>
                    <a:gd name="connsiteX10" fmla="*/ 360635 w 592360"/>
                    <a:gd name="connsiteY10" fmla="*/ 45088 h 1318781"/>
                    <a:gd name="connsiteX11" fmla="*/ 360566 w 592360"/>
                    <a:gd name="connsiteY11" fmla="*/ 49637 h 1318781"/>
                    <a:gd name="connsiteX12" fmla="*/ 363969 w 592360"/>
                    <a:gd name="connsiteY12" fmla="*/ 51652 h 1318781"/>
                    <a:gd name="connsiteX13" fmla="*/ 363841 w 592360"/>
                    <a:gd name="connsiteY13" fmla="*/ 54418 h 1318781"/>
                    <a:gd name="connsiteX14" fmla="*/ 368993 w 592360"/>
                    <a:gd name="connsiteY14" fmla="*/ 54905 h 1318781"/>
                    <a:gd name="connsiteX15" fmla="*/ 369548 w 592360"/>
                    <a:gd name="connsiteY15" fmla="*/ 57440 h 1318781"/>
                    <a:gd name="connsiteX16" fmla="*/ 372373 w 592360"/>
                    <a:gd name="connsiteY16" fmla="*/ 59315 h 1318781"/>
                    <a:gd name="connsiteX17" fmla="*/ 371053 w 592360"/>
                    <a:gd name="connsiteY17" fmla="*/ 62452 h 1318781"/>
                    <a:gd name="connsiteX18" fmla="*/ 374804 w 592360"/>
                    <a:gd name="connsiteY18" fmla="*/ 63992 h 1318781"/>
                    <a:gd name="connsiteX19" fmla="*/ 376575 w 592360"/>
                    <a:gd name="connsiteY19" fmla="*/ 62313 h 1318781"/>
                    <a:gd name="connsiteX20" fmla="*/ 381124 w 592360"/>
                    <a:gd name="connsiteY20" fmla="*/ 62938 h 1318781"/>
                    <a:gd name="connsiteX21" fmla="*/ 381738 w 592360"/>
                    <a:gd name="connsiteY21" fmla="*/ 61514 h 1318781"/>
                    <a:gd name="connsiteX22" fmla="*/ 386009 w 592360"/>
                    <a:gd name="connsiteY22" fmla="*/ 61642 h 1318781"/>
                    <a:gd name="connsiteX23" fmla="*/ 386484 w 592360"/>
                    <a:gd name="connsiteY23" fmla="*/ 59245 h 1318781"/>
                    <a:gd name="connsiteX24" fmla="*/ 391172 w 592360"/>
                    <a:gd name="connsiteY24" fmla="*/ 58308 h 1318781"/>
                    <a:gd name="connsiteX25" fmla="*/ 396705 w 592360"/>
                    <a:gd name="connsiteY25" fmla="*/ 63239 h 1318781"/>
                    <a:gd name="connsiteX26" fmla="*/ 393811 w 592360"/>
                    <a:gd name="connsiteY26" fmla="*/ 63563 h 1318781"/>
                    <a:gd name="connsiteX27" fmla="*/ 391566 w 592360"/>
                    <a:gd name="connsiteY27" fmla="*/ 67453 h 1318781"/>
                    <a:gd name="connsiteX28" fmla="*/ 394575 w 592360"/>
                    <a:gd name="connsiteY28" fmla="*/ 71631 h 1318781"/>
                    <a:gd name="connsiteX29" fmla="*/ 390582 w 592360"/>
                    <a:gd name="connsiteY29" fmla="*/ 74966 h 1318781"/>
                    <a:gd name="connsiteX30" fmla="*/ 391936 w 592360"/>
                    <a:gd name="connsiteY30" fmla="*/ 75209 h 1318781"/>
                    <a:gd name="connsiteX31" fmla="*/ 391670 w 592360"/>
                    <a:gd name="connsiteY31" fmla="*/ 78427 h 1318781"/>
                    <a:gd name="connsiteX32" fmla="*/ 393672 w 592360"/>
                    <a:gd name="connsiteY32" fmla="*/ 80464 h 1318781"/>
                    <a:gd name="connsiteX33" fmla="*/ 395015 w 592360"/>
                    <a:gd name="connsiteY33" fmla="*/ 79654 h 1318781"/>
                    <a:gd name="connsiteX34" fmla="*/ 393788 w 592360"/>
                    <a:gd name="connsiteY34" fmla="*/ 81888 h 1318781"/>
                    <a:gd name="connsiteX35" fmla="*/ 397597 w 592360"/>
                    <a:gd name="connsiteY35" fmla="*/ 86032 h 1318781"/>
                    <a:gd name="connsiteX36" fmla="*/ 397550 w 592360"/>
                    <a:gd name="connsiteY36" fmla="*/ 88196 h 1318781"/>
                    <a:gd name="connsiteX37" fmla="*/ 390038 w 592360"/>
                    <a:gd name="connsiteY37" fmla="*/ 90002 h 1318781"/>
                    <a:gd name="connsiteX38" fmla="*/ 390292 w 592360"/>
                    <a:gd name="connsiteY38" fmla="*/ 92167 h 1318781"/>
                    <a:gd name="connsiteX39" fmla="*/ 388382 w 592360"/>
                    <a:gd name="connsiteY39" fmla="*/ 90292 h 1318781"/>
                    <a:gd name="connsiteX40" fmla="*/ 387653 w 592360"/>
                    <a:gd name="connsiteY40" fmla="*/ 91762 h 1318781"/>
                    <a:gd name="connsiteX41" fmla="*/ 382710 w 592360"/>
                    <a:gd name="connsiteY41" fmla="*/ 92260 h 1318781"/>
                    <a:gd name="connsiteX42" fmla="*/ 382455 w 592360"/>
                    <a:gd name="connsiteY42" fmla="*/ 94517 h 1318781"/>
                    <a:gd name="connsiteX43" fmla="*/ 378416 w 592360"/>
                    <a:gd name="connsiteY43" fmla="*/ 94610 h 1318781"/>
                    <a:gd name="connsiteX44" fmla="*/ 373970 w 592360"/>
                    <a:gd name="connsiteY44" fmla="*/ 99182 h 1318781"/>
                    <a:gd name="connsiteX45" fmla="*/ 367106 w 592360"/>
                    <a:gd name="connsiteY45" fmla="*/ 101868 h 1318781"/>
                    <a:gd name="connsiteX46" fmla="*/ 366793 w 592360"/>
                    <a:gd name="connsiteY46" fmla="*/ 107552 h 1318781"/>
                    <a:gd name="connsiteX47" fmla="*/ 367939 w 592360"/>
                    <a:gd name="connsiteY47" fmla="*/ 107690 h 1318781"/>
                    <a:gd name="connsiteX48" fmla="*/ 366597 w 592360"/>
                    <a:gd name="connsiteY48" fmla="*/ 109323 h 1318781"/>
                    <a:gd name="connsiteX49" fmla="*/ 368784 w 592360"/>
                    <a:gd name="connsiteY49" fmla="*/ 109901 h 1318781"/>
                    <a:gd name="connsiteX50" fmla="*/ 366816 w 592360"/>
                    <a:gd name="connsiteY50" fmla="*/ 118780 h 1318781"/>
                    <a:gd name="connsiteX51" fmla="*/ 364791 w 592360"/>
                    <a:gd name="connsiteY51" fmla="*/ 121547 h 1318781"/>
                    <a:gd name="connsiteX52" fmla="*/ 362290 w 592360"/>
                    <a:gd name="connsiteY52" fmla="*/ 122033 h 1318781"/>
                    <a:gd name="connsiteX53" fmla="*/ 360566 w 592360"/>
                    <a:gd name="connsiteY53" fmla="*/ 126663 h 1318781"/>
                    <a:gd name="connsiteX54" fmla="*/ 357602 w 592360"/>
                    <a:gd name="connsiteY54" fmla="*/ 126918 h 1318781"/>
                    <a:gd name="connsiteX55" fmla="*/ 357220 w 592360"/>
                    <a:gd name="connsiteY55" fmla="*/ 128284 h 1318781"/>
                    <a:gd name="connsiteX56" fmla="*/ 359165 w 592360"/>
                    <a:gd name="connsiteY56" fmla="*/ 132926 h 1318781"/>
                    <a:gd name="connsiteX57" fmla="*/ 368310 w 592360"/>
                    <a:gd name="connsiteY57" fmla="*/ 136005 h 1318781"/>
                    <a:gd name="connsiteX58" fmla="*/ 367314 w 592360"/>
                    <a:gd name="connsiteY58" fmla="*/ 141874 h 1318781"/>
                    <a:gd name="connsiteX59" fmla="*/ 368507 w 592360"/>
                    <a:gd name="connsiteY59" fmla="*/ 146308 h 1318781"/>
                    <a:gd name="connsiteX60" fmla="*/ 373947 w 592360"/>
                    <a:gd name="connsiteY60" fmla="*/ 153079 h 1318781"/>
                    <a:gd name="connsiteX61" fmla="*/ 376031 w 592360"/>
                    <a:gd name="connsiteY61" fmla="*/ 153242 h 1318781"/>
                    <a:gd name="connsiteX62" fmla="*/ 368889 w 592360"/>
                    <a:gd name="connsiteY62" fmla="*/ 159029 h 1318781"/>
                    <a:gd name="connsiteX63" fmla="*/ 368379 w 592360"/>
                    <a:gd name="connsiteY63" fmla="*/ 165037 h 1318781"/>
                    <a:gd name="connsiteX64" fmla="*/ 365323 w 592360"/>
                    <a:gd name="connsiteY64" fmla="*/ 172237 h 1318781"/>
                    <a:gd name="connsiteX65" fmla="*/ 355426 w 592360"/>
                    <a:gd name="connsiteY65" fmla="*/ 179414 h 1318781"/>
                    <a:gd name="connsiteX66" fmla="*/ 360519 w 592360"/>
                    <a:gd name="connsiteY66" fmla="*/ 185689 h 1318781"/>
                    <a:gd name="connsiteX67" fmla="*/ 366157 w 592360"/>
                    <a:gd name="connsiteY67" fmla="*/ 197647 h 1318781"/>
                    <a:gd name="connsiteX68" fmla="*/ 362962 w 592360"/>
                    <a:gd name="connsiteY68" fmla="*/ 202126 h 1318781"/>
                    <a:gd name="connsiteX69" fmla="*/ 367881 w 592360"/>
                    <a:gd name="connsiteY69" fmla="*/ 215288 h 1318781"/>
                    <a:gd name="connsiteX70" fmla="*/ 371088 w 592360"/>
                    <a:gd name="connsiteY70" fmla="*/ 219340 h 1318781"/>
                    <a:gd name="connsiteX71" fmla="*/ 379272 w 592360"/>
                    <a:gd name="connsiteY71" fmla="*/ 225232 h 1318781"/>
                    <a:gd name="connsiteX72" fmla="*/ 382733 w 592360"/>
                    <a:gd name="connsiteY72" fmla="*/ 225718 h 1318781"/>
                    <a:gd name="connsiteX73" fmla="*/ 392422 w 592360"/>
                    <a:gd name="connsiteY73" fmla="*/ 223275 h 1318781"/>
                    <a:gd name="connsiteX74" fmla="*/ 404345 w 592360"/>
                    <a:gd name="connsiteY74" fmla="*/ 209315 h 1318781"/>
                    <a:gd name="connsiteX75" fmla="*/ 407170 w 592360"/>
                    <a:gd name="connsiteY75" fmla="*/ 210600 h 1318781"/>
                    <a:gd name="connsiteX76" fmla="*/ 417102 w 592360"/>
                    <a:gd name="connsiteY76" fmla="*/ 204418 h 1318781"/>
                    <a:gd name="connsiteX77" fmla="*/ 421049 w 592360"/>
                    <a:gd name="connsiteY77" fmla="*/ 196327 h 1318781"/>
                    <a:gd name="connsiteX78" fmla="*/ 424418 w 592360"/>
                    <a:gd name="connsiteY78" fmla="*/ 199256 h 1318781"/>
                    <a:gd name="connsiteX79" fmla="*/ 428308 w 592360"/>
                    <a:gd name="connsiteY79" fmla="*/ 210646 h 1318781"/>
                    <a:gd name="connsiteX80" fmla="*/ 434165 w 592360"/>
                    <a:gd name="connsiteY80" fmla="*/ 213494 h 1318781"/>
                    <a:gd name="connsiteX81" fmla="*/ 435114 w 592360"/>
                    <a:gd name="connsiteY81" fmla="*/ 217268 h 1318781"/>
                    <a:gd name="connsiteX82" fmla="*/ 442338 w 592360"/>
                    <a:gd name="connsiteY82" fmla="*/ 225475 h 1318781"/>
                    <a:gd name="connsiteX83" fmla="*/ 449491 w 592360"/>
                    <a:gd name="connsiteY83" fmla="*/ 226528 h 1318781"/>
                    <a:gd name="connsiteX84" fmla="*/ 450846 w 592360"/>
                    <a:gd name="connsiteY84" fmla="*/ 232617 h 1318781"/>
                    <a:gd name="connsiteX85" fmla="*/ 454643 w 592360"/>
                    <a:gd name="connsiteY85" fmla="*/ 234979 h 1318781"/>
                    <a:gd name="connsiteX86" fmla="*/ 453994 w 592360"/>
                    <a:gd name="connsiteY86" fmla="*/ 240801 h 1318781"/>
                    <a:gd name="connsiteX87" fmla="*/ 455824 w 592360"/>
                    <a:gd name="connsiteY87" fmla="*/ 245258 h 1318781"/>
                    <a:gd name="connsiteX88" fmla="*/ 451042 w 592360"/>
                    <a:gd name="connsiteY88" fmla="*/ 250872 h 1318781"/>
                    <a:gd name="connsiteX89" fmla="*/ 451575 w 592360"/>
                    <a:gd name="connsiteY89" fmla="*/ 256140 h 1318781"/>
                    <a:gd name="connsiteX90" fmla="*/ 447604 w 592360"/>
                    <a:gd name="connsiteY90" fmla="*/ 269660 h 1318781"/>
                    <a:gd name="connsiteX91" fmla="*/ 449827 w 592360"/>
                    <a:gd name="connsiteY91" fmla="*/ 272820 h 1318781"/>
                    <a:gd name="connsiteX92" fmla="*/ 444236 w 592360"/>
                    <a:gd name="connsiteY92" fmla="*/ 278967 h 1318781"/>
                    <a:gd name="connsiteX93" fmla="*/ 443414 w 592360"/>
                    <a:gd name="connsiteY93" fmla="*/ 287418 h 1318781"/>
                    <a:gd name="connsiteX94" fmla="*/ 439524 w 592360"/>
                    <a:gd name="connsiteY94" fmla="*/ 289814 h 1318781"/>
                    <a:gd name="connsiteX95" fmla="*/ 440844 w 592360"/>
                    <a:gd name="connsiteY95" fmla="*/ 296713 h 1318781"/>
                    <a:gd name="connsiteX96" fmla="*/ 446320 w 592360"/>
                    <a:gd name="connsiteY96" fmla="*/ 302976 h 1318781"/>
                    <a:gd name="connsiteX97" fmla="*/ 449214 w 592360"/>
                    <a:gd name="connsiteY97" fmla="*/ 303971 h 1318781"/>
                    <a:gd name="connsiteX98" fmla="*/ 449144 w 592360"/>
                    <a:gd name="connsiteY98" fmla="*/ 305696 h 1318781"/>
                    <a:gd name="connsiteX99" fmla="*/ 457317 w 592360"/>
                    <a:gd name="connsiteY99" fmla="*/ 306379 h 1318781"/>
                    <a:gd name="connsiteX100" fmla="*/ 457282 w 592360"/>
                    <a:gd name="connsiteY100" fmla="*/ 308034 h 1318781"/>
                    <a:gd name="connsiteX101" fmla="*/ 460859 w 592360"/>
                    <a:gd name="connsiteY101" fmla="*/ 309771 h 1318781"/>
                    <a:gd name="connsiteX102" fmla="*/ 462503 w 592360"/>
                    <a:gd name="connsiteY102" fmla="*/ 317665 h 1318781"/>
                    <a:gd name="connsiteX103" fmla="*/ 449838 w 592360"/>
                    <a:gd name="connsiteY103" fmla="*/ 328686 h 1318781"/>
                    <a:gd name="connsiteX104" fmla="*/ 455314 w 592360"/>
                    <a:gd name="connsiteY104" fmla="*/ 340331 h 1318781"/>
                    <a:gd name="connsiteX105" fmla="*/ 456726 w 592360"/>
                    <a:gd name="connsiteY105" fmla="*/ 349568 h 1318781"/>
                    <a:gd name="connsiteX106" fmla="*/ 468152 w 592360"/>
                    <a:gd name="connsiteY106" fmla="*/ 357845 h 1318781"/>
                    <a:gd name="connsiteX107" fmla="*/ 476648 w 592360"/>
                    <a:gd name="connsiteY107" fmla="*/ 367951 h 1318781"/>
                    <a:gd name="connsiteX108" fmla="*/ 489093 w 592360"/>
                    <a:gd name="connsiteY108" fmla="*/ 375845 h 1318781"/>
                    <a:gd name="connsiteX109" fmla="*/ 488849 w 592360"/>
                    <a:gd name="connsiteY109" fmla="*/ 380580 h 1318781"/>
                    <a:gd name="connsiteX110" fmla="*/ 493144 w 592360"/>
                    <a:gd name="connsiteY110" fmla="*/ 387039 h 1318781"/>
                    <a:gd name="connsiteX111" fmla="*/ 498365 w 592360"/>
                    <a:gd name="connsiteY111" fmla="*/ 385199 h 1318781"/>
                    <a:gd name="connsiteX112" fmla="*/ 501745 w 592360"/>
                    <a:gd name="connsiteY112" fmla="*/ 387213 h 1318781"/>
                    <a:gd name="connsiteX113" fmla="*/ 501016 w 592360"/>
                    <a:gd name="connsiteY113" fmla="*/ 393510 h 1318781"/>
                    <a:gd name="connsiteX114" fmla="*/ 502995 w 592360"/>
                    <a:gd name="connsiteY114" fmla="*/ 394738 h 1318781"/>
                    <a:gd name="connsiteX115" fmla="*/ 505125 w 592360"/>
                    <a:gd name="connsiteY115" fmla="*/ 403987 h 1318781"/>
                    <a:gd name="connsiteX116" fmla="*/ 503713 w 592360"/>
                    <a:gd name="connsiteY116" fmla="*/ 412229 h 1318781"/>
                    <a:gd name="connsiteX117" fmla="*/ 506248 w 592360"/>
                    <a:gd name="connsiteY117" fmla="*/ 422751 h 1318781"/>
                    <a:gd name="connsiteX118" fmla="*/ 502381 w 592360"/>
                    <a:gd name="connsiteY118" fmla="*/ 430878 h 1318781"/>
                    <a:gd name="connsiteX119" fmla="*/ 502266 w 592360"/>
                    <a:gd name="connsiteY119" fmla="*/ 429153 h 1318781"/>
                    <a:gd name="connsiteX120" fmla="*/ 499893 w 592360"/>
                    <a:gd name="connsiteY120" fmla="*/ 428852 h 1318781"/>
                    <a:gd name="connsiteX121" fmla="*/ 495830 w 592360"/>
                    <a:gd name="connsiteY121" fmla="*/ 436283 h 1318781"/>
                    <a:gd name="connsiteX122" fmla="*/ 479959 w 592360"/>
                    <a:gd name="connsiteY122" fmla="*/ 436677 h 1318781"/>
                    <a:gd name="connsiteX123" fmla="*/ 475190 w 592360"/>
                    <a:gd name="connsiteY123" fmla="*/ 434477 h 1318781"/>
                    <a:gd name="connsiteX124" fmla="*/ 468893 w 592360"/>
                    <a:gd name="connsiteY124" fmla="*/ 437221 h 1318781"/>
                    <a:gd name="connsiteX125" fmla="*/ 469749 w 592360"/>
                    <a:gd name="connsiteY125" fmla="*/ 439756 h 1318781"/>
                    <a:gd name="connsiteX126" fmla="*/ 467689 w 592360"/>
                    <a:gd name="connsiteY126" fmla="*/ 440937 h 1318781"/>
                    <a:gd name="connsiteX127" fmla="*/ 460315 w 592360"/>
                    <a:gd name="connsiteY127" fmla="*/ 441851 h 1318781"/>
                    <a:gd name="connsiteX128" fmla="*/ 460639 w 592360"/>
                    <a:gd name="connsiteY128" fmla="*/ 446470 h 1318781"/>
                    <a:gd name="connsiteX129" fmla="*/ 456680 w 592360"/>
                    <a:gd name="connsiteY129" fmla="*/ 449503 h 1318781"/>
                    <a:gd name="connsiteX130" fmla="*/ 455025 w 592360"/>
                    <a:gd name="connsiteY130" fmla="*/ 453300 h 1318781"/>
                    <a:gd name="connsiteX131" fmla="*/ 455870 w 592360"/>
                    <a:gd name="connsiteY131" fmla="*/ 466647 h 1318781"/>
                    <a:gd name="connsiteX132" fmla="*/ 460569 w 592360"/>
                    <a:gd name="connsiteY132" fmla="*/ 470316 h 1318781"/>
                    <a:gd name="connsiteX133" fmla="*/ 458590 w 592360"/>
                    <a:gd name="connsiteY133" fmla="*/ 478547 h 1318781"/>
                    <a:gd name="connsiteX134" fmla="*/ 451864 w 592360"/>
                    <a:gd name="connsiteY134" fmla="*/ 478859 h 1318781"/>
                    <a:gd name="connsiteX135" fmla="*/ 448727 w 592360"/>
                    <a:gd name="connsiteY135" fmla="*/ 483675 h 1318781"/>
                    <a:gd name="connsiteX136" fmla="*/ 442338 w 592360"/>
                    <a:gd name="connsiteY136" fmla="*/ 488629 h 1318781"/>
                    <a:gd name="connsiteX137" fmla="*/ 436793 w 592360"/>
                    <a:gd name="connsiteY137" fmla="*/ 491350 h 1318781"/>
                    <a:gd name="connsiteX138" fmla="*/ 434396 w 592360"/>
                    <a:gd name="connsiteY138" fmla="*/ 490678 h 1318781"/>
                    <a:gd name="connsiteX139" fmla="*/ 445336 w 592360"/>
                    <a:gd name="connsiteY139" fmla="*/ 499928 h 1318781"/>
                    <a:gd name="connsiteX140" fmla="*/ 445660 w 592360"/>
                    <a:gd name="connsiteY140" fmla="*/ 503157 h 1318781"/>
                    <a:gd name="connsiteX141" fmla="*/ 450661 w 592360"/>
                    <a:gd name="connsiteY141" fmla="*/ 505067 h 1318781"/>
                    <a:gd name="connsiteX142" fmla="*/ 454203 w 592360"/>
                    <a:gd name="connsiteY142" fmla="*/ 509455 h 1318781"/>
                    <a:gd name="connsiteX143" fmla="*/ 452409 w 592360"/>
                    <a:gd name="connsiteY143" fmla="*/ 515752 h 1318781"/>
                    <a:gd name="connsiteX144" fmla="*/ 449630 w 592360"/>
                    <a:gd name="connsiteY144" fmla="*/ 517210 h 1318781"/>
                    <a:gd name="connsiteX145" fmla="*/ 450522 w 592360"/>
                    <a:gd name="connsiteY145" fmla="*/ 519757 h 1318781"/>
                    <a:gd name="connsiteX146" fmla="*/ 449098 w 592360"/>
                    <a:gd name="connsiteY146" fmla="*/ 521852 h 1318781"/>
                    <a:gd name="connsiteX147" fmla="*/ 450498 w 592360"/>
                    <a:gd name="connsiteY147" fmla="*/ 524295 h 1318781"/>
                    <a:gd name="connsiteX148" fmla="*/ 449190 w 592360"/>
                    <a:gd name="connsiteY148" fmla="*/ 527490 h 1318781"/>
                    <a:gd name="connsiteX149" fmla="*/ 451575 w 592360"/>
                    <a:gd name="connsiteY149" fmla="*/ 531286 h 1318781"/>
                    <a:gd name="connsiteX150" fmla="*/ 448554 w 592360"/>
                    <a:gd name="connsiteY150" fmla="*/ 535662 h 1318781"/>
                    <a:gd name="connsiteX151" fmla="*/ 452108 w 592360"/>
                    <a:gd name="connsiteY151" fmla="*/ 541219 h 1318781"/>
                    <a:gd name="connsiteX152" fmla="*/ 450834 w 592360"/>
                    <a:gd name="connsiteY152" fmla="*/ 548928 h 1318781"/>
                    <a:gd name="connsiteX153" fmla="*/ 448542 w 592360"/>
                    <a:gd name="connsiteY153" fmla="*/ 558166 h 1318781"/>
                    <a:gd name="connsiteX154" fmla="*/ 444387 w 592360"/>
                    <a:gd name="connsiteY154" fmla="*/ 560400 h 1318781"/>
                    <a:gd name="connsiteX155" fmla="*/ 440809 w 592360"/>
                    <a:gd name="connsiteY155" fmla="*/ 560261 h 1318781"/>
                    <a:gd name="connsiteX156" fmla="*/ 435936 w 592360"/>
                    <a:gd name="connsiteY156" fmla="*/ 553211 h 1318781"/>
                    <a:gd name="connsiteX157" fmla="*/ 432486 w 592360"/>
                    <a:gd name="connsiteY157" fmla="*/ 554091 h 1318781"/>
                    <a:gd name="connsiteX158" fmla="*/ 432220 w 592360"/>
                    <a:gd name="connsiteY158" fmla="*/ 558872 h 1318781"/>
                    <a:gd name="connsiteX159" fmla="*/ 424036 w 592360"/>
                    <a:gd name="connsiteY159" fmla="*/ 559254 h 1318781"/>
                    <a:gd name="connsiteX160" fmla="*/ 420934 w 592360"/>
                    <a:gd name="connsiteY160" fmla="*/ 567739 h 1318781"/>
                    <a:gd name="connsiteX161" fmla="*/ 418757 w 592360"/>
                    <a:gd name="connsiteY161" fmla="*/ 566686 h 1318781"/>
                    <a:gd name="connsiteX162" fmla="*/ 410654 w 592360"/>
                    <a:gd name="connsiteY162" fmla="*/ 568873 h 1318781"/>
                    <a:gd name="connsiteX163" fmla="*/ 408605 w 592360"/>
                    <a:gd name="connsiteY163" fmla="*/ 567183 h 1318781"/>
                    <a:gd name="connsiteX164" fmla="*/ 401903 w 592360"/>
                    <a:gd name="connsiteY164" fmla="*/ 566558 h 1318781"/>
                    <a:gd name="connsiteX165" fmla="*/ 397435 w 592360"/>
                    <a:gd name="connsiteY165" fmla="*/ 573261 h 1318781"/>
                    <a:gd name="connsiteX166" fmla="*/ 395235 w 592360"/>
                    <a:gd name="connsiteY166" fmla="*/ 580866 h 1318781"/>
                    <a:gd name="connsiteX167" fmla="*/ 378277 w 592360"/>
                    <a:gd name="connsiteY167" fmla="*/ 600036 h 1318781"/>
                    <a:gd name="connsiteX168" fmla="*/ 376413 w 592360"/>
                    <a:gd name="connsiteY168" fmla="*/ 606969 h 1318781"/>
                    <a:gd name="connsiteX169" fmla="*/ 373056 w 592360"/>
                    <a:gd name="connsiteY169" fmla="*/ 607004 h 1318781"/>
                    <a:gd name="connsiteX170" fmla="*/ 371817 w 592360"/>
                    <a:gd name="connsiteY170" fmla="*/ 609516 h 1318781"/>
                    <a:gd name="connsiteX171" fmla="*/ 367233 w 592360"/>
                    <a:gd name="connsiteY171" fmla="*/ 609632 h 1318781"/>
                    <a:gd name="connsiteX172" fmla="*/ 368090 w 592360"/>
                    <a:gd name="connsiteY172" fmla="*/ 615339 h 1318781"/>
                    <a:gd name="connsiteX173" fmla="*/ 366168 w 592360"/>
                    <a:gd name="connsiteY173" fmla="*/ 617064 h 1318781"/>
                    <a:gd name="connsiteX174" fmla="*/ 366816 w 592360"/>
                    <a:gd name="connsiteY174" fmla="*/ 623245 h 1318781"/>
                    <a:gd name="connsiteX175" fmla="*/ 365647 w 592360"/>
                    <a:gd name="connsiteY175" fmla="*/ 624924 h 1318781"/>
                    <a:gd name="connsiteX176" fmla="*/ 366110 w 592360"/>
                    <a:gd name="connsiteY176" fmla="*/ 627471 h 1318781"/>
                    <a:gd name="connsiteX177" fmla="*/ 372500 w 592360"/>
                    <a:gd name="connsiteY177" fmla="*/ 630804 h 1318781"/>
                    <a:gd name="connsiteX178" fmla="*/ 372118 w 592360"/>
                    <a:gd name="connsiteY178" fmla="*/ 632425 h 1318781"/>
                    <a:gd name="connsiteX179" fmla="*/ 375417 w 592360"/>
                    <a:gd name="connsiteY179" fmla="*/ 635828 h 1318781"/>
                    <a:gd name="connsiteX180" fmla="*/ 375209 w 592360"/>
                    <a:gd name="connsiteY180" fmla="*/ 638479 h 1318781"/>
                    <a:gd name="connsiteX181" fmla="*/ 379573 w 592360"/>
                    <a:gd name="connsiteY181" fmla="*/ 639671 h 1318781"/>
                    <a:gd name="connsiteX182" fmla="*/ 379573 w 592360"/>
                    <a:gd name="connsiteY182" fmla="*/ 644093 h 1318781"/>
                    <a:gd name="connsiteX183" fmla="*/ 384585 w 592360"/>
                    <a:gd name="connsiteY183" fmla="*/ 643654 h 1318781"/>
                    <a:gd name="connsiteX184" fmla="*/ 385685 w 592360"/>
                    <a:gd name="connsiteY184" fmla="*/ 645981 h 1318781"/>
                    <a:gd name="connsiteX185" fmla="*/ 394494 w 592360"/>
                    <a:gd name="connsiteY185" fmla="*/ 649627 h 1318781"/>
                    <a:gd name="connsiteX186" fmla="*/ 397921 w 592360"/>
                    <a:gd name="connsiteY186" fmla="*/ 654836 h 1318781"/>
                    <a:gd name="connsiteX187" fmla="*/ 400120 w 592360"/>
                    <a:gd name="connsiteY187" fmla="*/ 655612 h 1318781"/>
                    <a:gd name="connsiteX188" fmla="*/ 398210 w 592360"/>
                    <a:gd name="connsiteY188" fmla="*/ 672686 h 1318781"/>
                    <a:gd name="connsiteX189" fmla="*/ 401915 w 592360"/>
                    <a:gd name="connsiteY189" fmla="*/ 676078 h 1318781"/>
                    <a:gd name="connsiteX190" fmla="*/ 410932 w 592360"/>
                    <a:gd name="connsiteY190" fmla="*/ 675487 h 1318781"/>
                    <a:gd name="connsiteX191" fmla="*/ 413317 w 592360"/>
                    <a:gd name="connsiteY191" fmla="*/ 677559 h 1318781"/>
                    <a:gd name="connsiteX192" fmla="*/ 431259 w 592360"/>
                    <a:gd name="connsiteY192" fmla="*/ 671193 h 1318781"/>
                    <a:gd name="connsiteX193" fmla="*/ 435415 w 592360"/>
                    <a:gd name="connsiteY193" fmla="*/ 676170 h 1318781"/>
                    <a:gd name="connsiteX194" fmla="*/ 436966 w 592360"/>
                    <a:gd name="connsiteY194" fmla="*/ 688846 h 1318781"/>
                    <a:gd name="connsiteX195" fmla="*/ 441736 w 592360"/>
                    <a:gd name="connsiteY195" fmla="*/ 689922 h 1318781"/>
                    <a:gd name="connsiteX196" fmla="*/ 443090 w 592360"/>
                    <a:gd name="connsiteY196" fmla="*/ 694576 h 1318781"/>
                    <a:gd name="connsiteX197" fmla="*/ 442673 w 592360"/>
                    <a:gd name="connsiteY197" fmla="*/ 695733 h 1318781"/>
                    <a:gd name="connsiteX198" fmla="*/ 439386 w 592360"/>
                    <a:gd name="connsiteY198" fmla="*/ 692932 h 1318781"/>
                    <a:gd name="connsiteX199" fmla="*/ 438679 w 592360"/>
                    <a:gd name="connsiteY199" fmla="*/ 693904 h 1318781"/>
                    <a:gd name="connsiteX200" fmla="*/ 438610 w 592360"/>
                    <a:gd name="connsiteY200" fmla="*/ 703235 h 1318781"/>
                    <a:gd name="connsiteX201" fmla="*/ 442905 w 592360"/>
                    <a:gd name="connsiteY201" fmla="*/ 706337 h 1318781"/>
                    <a:gd name="connsiteX202" fmla="*/ 450117 w 592360"/>
                    <a:gd name="connsiteY202" fmla="*/ 703779 h 1318781"/>
                    <a:gd name="connsiteX203" fmla="*/ 457849 w 592360"/>
                    <a:gd name="connsiteY203" fmla="*/ 711627 h 1318781"/>
                    <a:gd name="connsiteX204" fmla="*/ 457108 w 592360"/>
                    <a:gd name="connsiteY204" fmla="*/ 713965 h 1318781"/>
                    <a:gd name="connsiteX205" fmla="*/ 458671 w 592360"/>
                    <a:gd name="connsiteY205" fmla="*/ 715227 h 1318781"/>
                    <a:gd name="connsiteX206" fmla="*/ 480862 w 592360"/>
                    <a:gd name="connsiteY206" fmla="*/ 711141 h 1318781"/>
                    <a:gd name="connsiteX207" fmla="*/ 484080 w 592360"/>
                    <a:gd name="connsiteY207" fmla="*/ 713259 h 1318781"/>
                    <a:gd name="connsiteX208" fmla="*/ 480272 w 592360"/>
                    <a:gd name="connsiteY208" fmla="*/ 717195 h 1318781"/>
                    <a:gd name="connsiteX209" fmla="*/ 482367 w 592360"/>
                    <a:gd name="connsiteY209" fmla="*/ 719533 h 1318781"/>
                    <a:gd name="connsiteX210" fmla="*/ 482425 w 592360"/>
                    <a:gd name="connsiteY210" fmla="*/ 723157 h 1318781"/>
                    <a:gd name="connsiteX211" fmla="*/ 486361 w 592360"/>
                    <a:gd name="connsiteY211" fmla="*/ 720819 h 1318781"/>
                    <a:gd name="connsiteX212" fmla="*/ 488016 w 592360"/>
                    <a:gd name="connsiteY212" fmla="*/ 722115 h 1318781"/>
                    <a:gd name="connsiteX213" fmla="*/ 491141 w 592360"/>
                    <a:gd name="connsiteY213" fmla="*/ 717878 h 1318781"/>
                    <a:gd name="connsiteX214" fmla="*/ 492750 w 592360"/>
                    <a:gd name="connsiteY214" fmla="*/ 718202 h 1318781"/>
                    <a:gd name="connsiteX215" fmla="*/ 496709 w 592360"/>
                    <a:gd name="connsiteY215" fmla="*/ 728389 h 1318781"/>
                    <a:gd name="connsiteX216" fmla="*/ 498446 w 592360"/>
                    <a:gd name="connsiteY216" fmla="*/ 732093 h 1318781"/>
                    <a:gd name="connsiteX217" fmla="*/ 496350 w 592360"/>
                    <a:gd name="connsiteY217" fmla="*/ 734490 h 1318781"/>
                    <a:gd name="connsiteX218" fmla="*/ 497450 w 592360"/>
                    <a:gd name="connsiteY218" fmla="*/ 738321 h 1318781"/>
                    <a:gd name="connsiteX219" fmla="*/ 499650 w 592360"/>
                    <a:gd name="connsiteY219" fmla="*/ 738992 h 1318781"/>
                    <a:gd name="connsiteX220" fmla="*/ 501791 w 592360"/>
                    <a:gd name="connsiteY220" fmla="*/ 737372 h 1318781"/>
                    <a:gd name="connsiteX221" fmla="*/ 504465 w 592360"/>
                    <a:gd name="connsiteY221" fmla="*/ 739965 h 1318781"/>
                    <a:gd name="connsiteX222" fmla="*/ 504176 w 592360"/>
                    <a:gd name="connsiteY222" fmla="*/ 743114 h 1318781"/>
                    <a:gd name="connsiteX223" fmla="*/ 508054 w 592360"/>
                    <a:gd name="connsiteY223" fmla="*/ 741817 h 1318781"/>
                    <a:gd name="connsiteX224" fmla="*/ 508841 w 592360"/>
                    <a:gd name="connsiteY224" fmla="*/ 743854 h 1318781"/>
                    <a:gd name="connsiteX225" fmla="*/ 511492 w 592360"/>
                    <a:gd name="connsiteY225" fmla="*/ 744063 h 1318781"/>
                    <a:gd name="connsiteX226" fmla="*/ 512128 w 592360"/>
                    <a:gd name="connsiteY226" fmla="*/ 742500 h 1318781"/>
                    <a:gd name="connsiteX227" fmla="*/ 514814 w 592360"/>
                    <a:gd name="connsiteY227" fmla="*/ 743577 h 1318781"/>
                    <a:gd name="connsiteX228" fmla="*/ 517546 w 592360"/>
                    <a:gd name="connsiteY228" fmla="*/ 745533 h 1318781"/>
                    <a:gd name="connsiteX229" fmla="*/ 518437 w 592360"/>
                    <a:gd name="connsiteY229" fmla="*/ 748982 h 1318781"/>
                    <a:gd name="connsiteX230" fmla="*/ 521354 w 592360"/>
                    <a:gd name="connsiteY230" fmla="*/ 749990 h 1318781"/>
                    <a:gd name="connsiteX231" fmla="*/ 523392 w 592360"/>
                    <a:gd name="connsiteY231" fmla="*/ 754446 h 1318781"/>
                    <a:gd name="connsiteX232" fmla="*/ 521401 w 592360"/>
                    <a:gd name="connsiteY232" fmla="*/ 756472 h 1318781"/>
                    <a:gd name="connsiteX233" fmla="*/ 524920 w 592360"/>
                    <a:gd name="connsiteY233" fmla="*/ 764506 h 1318781"/>
                    <a:gd name="connsiteX234" fmla="*/ 532398 w 592360"/>
                    <a:gd name="connsiteY234" fmla="*/ 773500 h 1318781"/>
                    <a:gd name="connsiteX235" fmla="*/ 529458 w 592360"/>
                    <a:gd name="connsiteY235" fmla="*/ 777899 h 1318781"/>
                    <a:gd name="connsiteX236" fmla="*/ 532490 w 592360"/>
                    <a:gd name="connsiteY236" fmla="*/ 776857 h 1318781"/>
                    <a:gd name="connsiteX237" fmla="*/ 534690 w 592360"/>
                    <a:gd name="connsiteY237" fmla="*/ 781326 h 1318781"/>
                    <a:gd name="connsiteX238" fmla="*/ 544668 w 592360"/>
                    <a:gd name="connsiteY238" fmla="*/ 788526 h 1318781"/>
                    <a:gd name="connsiteX239" fmla="*/ 544379 w 592360"/>
                    <a:gd name="connsiteY239" fmla="*/ 800657 h 1318781"/>
                    <a:gd name="connsiteX240" fmla="*/ 539401 w 592360"/>
                    <a:gd name="connsiteY240" fmla="*/ 802926 h 1318781"/>
                    <a:gd name="connsiteX241" fmla="*/ 521621 w 592360"/>
                    <a:gd name="connsiteY241" fmla="*/ 814629 h 1318781"/>
                    <a:gd name="connsiteX242" fmla="*/ 516018 w 592360"/>
                    <a:gd name="connsiteY242" fmla="*/ 818542 h 1318781"/>
                    <a:gd name="connsiteX243" fmla="*/ 515543 w 592360"/>
                    <a:gd name="connsiteY243" fmla="*/ 822895 h 1318781"/>
                    <a:gd name="connsiteX244" fmla="*/ 517245 w 592360"/>
                    <a:gd name="connsiteY244" fmla="*/ 825001 h 1318781"/>
                    <a:gd name="connsiteX245" fmla="*/ 513216 w 592360"/>
                    <a:gd name="connsiteY245" fmla="*/ 829666 h 1318781"/>
                    <a:gd name="connsiteX246" fmla="*/ 515254 w 592360"/>
                    <a:gd name="connsiteY246" fmla="*/ 834204 h 1318781"/>
                    <a:gd name="connsiteX247" fmla="*/ 514988 w 592360"/>
                    <a:gd name="connsiteY247" fmla="*/ 846463 h 1318781"/>
                    <a:gd name="connsiteX248" fmla="*/ 511330 w 592360"/>
                    <a:gd name="connsiteY248" fmla="*/ 849866 h 1318781"/>
                    <a:gd name="connsiteX249" fmla="*/ 510010 w 592360"/>
                    <a:gd name="connsiteY249" fmla="*/ 855562 h 1318781"/>
                    <a:gd name="connsiteX250" fmla="*/ 508725 w 592360"/>
                    <a:gd name="connsiteY250" fmla="*/ 856835 h 1318781"/>
                    <a:gd name="connsiteX251" fmla="*/ 506283 w 592360"/>
                    <a:gd name="connsiteY251" fmla="*/ 855990 h 1318781"/>
                    <a:gd name="connsiteX252" fmla="*/ 500263 w 592360"/>
                    <a:gd name="connsiteY252" fmla="*/ 863213 h 1318781"/>
                    <a:gd name="connsiteX253" fmla="*/ 504002 w 592360"/>
                    <a:gd name="connsiteY253" fmla="*/ 872486 h 1318781"/>
                    <a:gd name="connsiteX254" fmla="*/ 503968 w 592360"/>
                    <a:gd name="connsiteY254" fmla="*/ 877208 h 1318781"/>
                    <a:gd name="connsiteX255" fmla="*/ 510033 w 592360"/>
                    <a:gd name="connsiteY255" fmla="*/ 881353 h 1318781"/>
                    <a:gd name="connsiteX256" fmla="*/ 509628 w 592360"/>
                    <a:gd name="connsiteY256" fmla="*/ 887210 h 1318781"/>
                    <a:gd name="connsiteX257" fmla="*/ 511040 w 592360"/>
                    <a:gd name="connsiteY257" fmla="*/ 889699 h 1318781"/>
                    <a:gd name="connsiteX258" fmla="*/ 513888 w 592360"/>
                    <a:gd name="connsiteY258" fmla="*/ 885161 h 1318781"/>
                    <a:gd name="connsiteX259" fmla="*/ 519468 w 592360"/>
                    <a:gd name="connsiteY259" fmla="*/ 893693 h 1318781"/>
                    <a:gd name="connsiteX260" fmla="*/ 526818 w 592360"/>
                    <a:gd name="connsiteY260" fmla="*/ 892894 h 1318781"/>
                    <a:gd name="connsiteX261" fmla="*/ 528265 w 592360"/>
                    <a:gd name="connsiteY261" fmla="*/ 894341 h 1318781"/>
                    <a:gd name="connsiteX262" fmla="*/ 530580 w 592360"/>
                    <a:gd name="connsiteY262" fmla="*/ 893773 h 1318781"/>
                    <a:gd name="connsiteX263" fmla="*/ 531668 w 592360"/>
                    <a:gd name="connsiteY263" fmla="*/ 889687 h 1318781"/>
                    <a:gd name="connsiteX264" fmla="*/ 535083 w 592360"/>
                    <a:gd name="connsiteY264" fmla="*/ 890023 h 1318781"/>
                    <a:gd name="connsiteX265" fmla="*/ 539123 w 592360"/>
                    <a:gd name="connsiteY265" fmla="*/ 886897 h 1318781"/>
                    <a:gd name="connsiteX266" fmla="*/ 542816 w 592360"/>
                    <a:gd name="connsiteY266" fmla="*/ 886400 h 1318781"/>
                    <a:gd name="connsiteX267" fmla="*/ 543627 w 592360"/>
                    <a:gd name="connsiteY267" fmla="*/ 888437 h 1318781"/>
                    <a:gd name="connsiteX268" fmla="*/ 541693 w 592360"/>
                    <a:gd name="connsiteY268" fmla="*/ 890474 h 1318781"/>
                    <a:gd name="connsiteX269" fmla="*/ 541855 w 592360"/>
                    <a:gd name="connsiteY269" fmla="*/ 893311 h 1318781"/>
                    <a:gd name="connsiteX270" fmla="*/ 547747 w 592360"/>
                    <a:gd name="connsiteY270" fmla="*/ 898959 h 1318781"/>
                    <a:gd name="connsiteX271" fmla="*/ 546266 w 592360"/>
                    <a:gd name="connsiteY271" fmla="*/ 911276 h 1318781"/>
                    <a:gd name="connsiteX272" fmla="*/ 550225 w 592360"/>
                    <a:gd name="connsiteY272" fmla="*/ 914344 h 1318781"/>
                    <a:gd name="connsiteX273" fmla="*/ 551325 w 592360"/>
                    <a:gd name="connsiteY273" fmla="*/ 921405 h 1318781"/>
                    <a:gd name="connsiteX274" fmla="*/ 552644 w 592360"/>
                    <a:gd name="connsiteY274" fmla="*/ 926302 h 1318781"/>
                    <a:gd name="connsiteX275" fmla="*/ 557390 w 592360"/>
                    <a:gd name="connsiteY275" fmla="*/ 925746 h 1318781"/>
                    <a:gd name="connsiteX276" fmla="*/ 568318 w 592360"/>
                    <a:gd name="connsiteY276" fmla="*/ 943388 h 1318781"/>
                    <a:gd name="connsiteX277" fmla="*/ 579199 w 592360"/>
                    <a:gd name="connsiteY277" fmla="*/ 951977 h 1318781"/>
                    <a:gd name="connsiteX278" fmla="*/ 580750 w 592360"/>
                    <a:gd name="connsiteY278" fmla="*/ 958170 h 1318781"/>
                    <a:gd name="connsiteX279" fmla="*/ 587024 w 592360"/>
                    <a:gd name="connsiteY279" fmla="*/ 963483 h 1318781"/>
                    <a:gd name="connsiteX280" fmla="*/ 591203 w 592360"/>
                    <a:gd name="connsiteY280" fmla="*/ 964039 h 1318781"/>
                    <a:gd name="connsiteX281" fmla="*/ 592361 w 592360"/>
                    <a:gd name="connsiteY281" fmla="*/ 971830 h 1318781"/>
                    <a:gd name="connsiteX282" fmla="*/ 587869 w 592360"/>
                    <a:gd name="connsiteY282" fmla="*/ 976287 h 1318781"/>
                    <a:gd name="connsiteX283" fmla="*/ 586364 w 592360"/>
                    <a:gd name="connsiteY283" fmla="*/ 982086 h 1318781"/>
                    <a:gd name="connsiteX284" fmla="*/ 589872 w 592360"/>
                    <a:gd name="connsiteY284" fmla="*/ 985883 h 1318781"/>
                    <a:gd name="connsiteX285" fmla="*/ 588055 w 592360"/>
                    <a:gd name="connsiteY285" fmla="*/ 988557 h 1318781"/>
                    <a:gd name="connsiteX286" fmla="*/ 577764 w 592360"/>
                    <a:gd name="connsiteY286" fmla="*/ 991949 h 1318781"/>
                    <a:gd name="connsiteX287" fmla="*/ 573538 w 592360"/>
                    <a:gd name="connsiteY287" fmla="*/ 988638 h 1318781"/>
                    <a:gd name="connsiteX288" fmla="*/ 570263 w 592360"/>
                    <a:gd name="connsiteY288" fmla="*/ 992956 h 1318781"/>
                    <a:gd name="connsiteX289" fmla="*/ 569603 w 592360"/>
                    <a:gd name="connsiteY289" fmla="*/ 1001510 h 1318781"/>
                    <a:gd name="connsiteX290" fmla="*/ 564972 w 592360"/>
                    <a:gd name="connsiteY290" fmla="*/ 1005527 h 1318781"/>
                    <a:gd name="connsiteX291" fmla="*/ 564729 w 592360"/>
                    <a:gd name="connsiteY291" fmla="*/ 1012044 h 1318781"/>
                    <a:gd name="connsiteX292" fmla="*/ 567507 w 592360"/>
                    <a:gd name="connsiteY292" fmla="*/ 1016050 h 1318781"/>
                    <a:gd name="connsiteX293" fmla="*/ 564856 w 592360"/>
                    <a:gd name="connsiteY293" fmla="*/ 1017589 h 1318781"/>
                    <a:gd name="connsiteX294" fmla="*/ 565690 w 592360"/>
                    <a:gd name="connsiteY294" fmla="*/ 1020750 h 1318781"/>
                    <a:gd name="connsiteX295" fmla="*/ 562495 w 592360"/>
                    <a:gd name="connsiteY295" fmla="*/ 1023389 h 1318781"/>
                    <a:gd name="connsiteX296" fmla="*/ 562125 w 592360"/>
                    <a:gd name="connsiteY296" fmla="*/ 1026190 h 1318781"/>
                    <a:gd name="connsiteX297" fmla="*/ 557807 w 592360"/>
                    <a:gd name="connsiteY297" fmla="*/ 1028783 h 1318781"/>
                    <a:gd name="connsiteX298" fmla="*/ 559219 w 592360"/>
                    <a:gd name="connsiteY298" fmla="*/ 1032094 h 1318781"/>
                    <a:gd name="connsiteX299" fmla="*/ 555712 w 592360"/>
                    <a:gd name="connsiteY299" fmla="*/ 1029836 h 1318781"/>
                    <a:gd name="connsiteX300" fmla="*/ 551151 w 592360"/>
                    <a:gd name="connsiteY300" fmla="*/ 1034108 h 1318781"/>
                    <a:gd name="connsiteX301" fmla="*/ 551486 w 592360"/>
                    <a:gd name="connsiteY301" fmla="*/ 1035659 h 1318781"/>
                    <a:gd name="connsiteX302" fmla="*/ 553778 w 592360"/>
                    <a:gd name="connsiteY302" fmla="*/ 1038449 h 1318781"/>
                    <a:gd name="connsiteX303" fmla="*/ 552378 w 592360"/>
                    <a:gd name="connsiteY303" fmla="*/ 1041135 h 1318781"/>
                    <a:gd name="connsiteX304" fmla="*/ 555885 w 592360"/>
                    <a:gd name="connsiteY304" fmla="*/ 1043878 h 1318781"/>
                    <a:gd name="connsiteX305" fmla="*/ 563398 w 592360"/>
                    <a:gd name="connsiteY305" fmla="*/ 1044283 h 1318781"/>
                    <a:gd name="connsiteX306" fmla="*/ 558941 w 592360"/>
                    <a:gd name="connsiteY306" fmla="*/ 1057422 h 1318781"/>
                    <a:gd name="connsiteX307" fmla="*/ 559069 w 592360"/>
                    <a:gd name="connsiteY307" fmla="*/ 1061253 h 1318781"/>
                    <a:gd name="connsiteX308" fmla="*/ 553767 w 592360"/>
                    <a:gd name="connsiteY308" fmla="*/ 1064622 h 1318781"/>
                    <a:gd name="connsiteX309" fmla="*/ 554693 w 592360"/>
                    <a:gd name="connsiteY309" fmla="*/ 1066254 h 1318781"/>
                    <a:gd name="connsiteX310" fmla="*/ 553153 w 592360"/>
                    <a:gd name="connsiteY310" fmla="*/ 1067886 h 1318781"/>
                    <a:gd name="connsiteX311" fmla="*/ 548824 w 592360"/>
                    <a:gd name="connsiteY311" fmla="*/ 1067597 h 1318781"/>
                    <a:gd name="connsiteX312" fmla="*/ 549785 w 592360"/>
                    <a:gd name="connsiteY312" fmla="*/ 1070699 h 1318781"/>
                    <a:gd name="connsiteX313" fmla="*/ 548720 w 592360"/>
                    <a:gd name="connsiteY313" fmla="*/ 1072181 h 1318781"/>
                    <a:gd name="connsiteX314" fmla="*/ 551162 w 592360"/>
                    <a:gd name="connsiteY314" fmla="*/ 1074519 h 1318781"/>
                    <a:gd name="connsiteX315" fmla="*/ 553026 w 592360"/>
                    <a:gd name="connsiteY315" fmla="*/ 1072760 h 1318781"/>
                    <a:gd name="connsiteX316" fmla="*/ 557541 w 592360"/>
                    <a:gd name="connsiteY316" fmla="*/ 1075561 h 1318781"/>
                    <a:gd name="connsiteX317" fmla="*/ 556950 w 592360"/>
                    <a:gd name="connsiteY317" fmla="*/ 1079266 h 1318781"/>
                    <a:gd name="connsiteX318" fmla="*/ 558316 w 592360"/>
                    <a:gd name="connsiteY318" fmla="*/ 1079925 h 1318781"/>
                    <a:gd name="connsiteX319" fmla="*/ 559069 w 592360"/>
                    <a:gd name="connsiteY319" fmla="*/ 1084961 h 1318781"/>
                    <a:gd name="connsiteX320" fmla="*/ 555666 w 592360"/>
                    <a:gd name="connsiteY320" fmla="*/ 1088468 h 1318781"/>
                    <a:gd name="connsiteX321" fmla="*/ 555897 w 592360"/>
                    <a:gd name="connsiteY321" fmla="*/ 1092960 h 1318781"/>
                    <a:gd name="connsiteX322" fmla="*/ 557436 w 592360"/>
                    <a:gd name="connsiteY322" fmla="*/ 1093562 h 1318781"/>
                    <a:gd name="connsiteX323" fmla="*/ 556927 w 592360"/>
                    <a:gd name="connsiteY323" fmla="*/ 1098169 h 1318781"/>
                    <a:gd name="connsiteX324" fmla="*/ 560157 w 592360"/>
                    <a:gd name="connsiteY324" fmla="*/ 1100889 h 1318781"/>
                    <a:gd name="connsiteX325" fmla="*/ 557413 w 592360"/>
                    <a:gd name="connsiteY325" fmla="*/ 1110659 h 1318781"/>
                    <a:gd name="connsiteX326" fmla="*/ 558872 w 592360"/>
                    <a:gd name="connsiteY326" fmla="*/ 1130223 h 1318781"/>
                    <a:gd name="connsiteX327" fmla="*/ 557356 w 592360"/>
                    <a:gd name="connsiteY327" fmla="*/ 1135154 h 1318781"/>
                    <a:gd name="connsiteX328" fmla="*/ 560585 w 592360"/>
                    <a:gd name="connsiteY328" fmla="*/ 1138221 h 1318781"/>
                    <a:gd name="connsiteX329" fmla="*/ 560794 w 592360"/>
                    <a:gd name="connsiteY329" fmla="*/ 1144334 h 1318781"/>
                    <a:gd name="connsiteX330" fmla="*/ 567091 w 592360"/>
                    <a:gd name="connsiteY330" fmla="*/ 1148131 h 1318781"/>
                    <a:gd name="connsiteX331" fmla="*/ 569568 w 592360"/>
                    <a:gd name="connsiteY331" fmla="*/ 1152552 h 1318781"/>
                    <a:gd name="connsiteX332" fmla="*/ 569151 w 592360"/>
                    <a:gd name="connsiteY332" fmla="*/ 1154624 h 1318781"/>
                    <a:gd name="connsiteX333" fmla="*/ 564139 w 592360"/>
                    <a:gd name="connsiteY333" fmla="*/ 1157299 h 1318781"/>
                    <a:gd name="connsiteX334" fmla="*/ 565146 w 592360"/>
                    <a:gd name="connsiteY334" fmla="*/ 1162832 h 1318781"/>
                    <a:gd name="connsiteX335" fmla="*/ 560631 w 592360"/>
                    <a:gd name="connsiteY335" fmla="*/ 1174500 h 1318781"/>
                    <a:gd name="connsiteX336" fmla="*/ 554276 w 592360"/>
                    <a:gd name="connsiteY336" fmla="*/ 1177255 h 1318781"/>
                    <a:gd name="connsiteX337" fmla="*/ 550618 w 592360"/>
                    <a:gd name="connsiteY337" fmla="*/ 1174720 h 1318781"/>
                    <a:gd name="connsiteX338" fmla="*/ 544275 w 592360"/>
                    <a:gd name="connsiteY338" fmla="*/ 1175137 h 1318781"/>
                    <a:gd name="connsiteX339" fmla="*/ 541265 w 592360"/>
                    <a:gd name="connsiteY339" fmla="*/ 1178783 h 1318781"/>
                    <a:gd name="connsiteX340" fmla="*/ 542237 w 592360"/>
                    <a:gd name="connsiteY340" fmla="*/ 1180242 h 1318781"/>
                    <a:gd name="connsiteX341" fmla="*/ 539783 w 592360"/>
                    <a:gd name="connsiteY341" fmla="*/ 1182036 h 1318781"/>
                    <a:gd name="connsiteX342" fmla="*/ 540304 w 592360"/>
                    <a:gd name="connsiteY342" fmla="*/ 1184548 h 1318781"/>
                    <a:gd name="connsiteX343" fmla="*/ 536623 w 592360"/>
                    <a:gd name="connsiteY343" fmla="*/ 1185683 h 1318781"/>
                    <a:gd name="connsiteX344" fmla="*/ 535894 w 592360"/>
                    <a:gd name="connsiteY344" fmla="*/ 1187454 h 1318781"/>
                    <a:gd name="connsiteX345" fmla="*/ 529886 w 592360"/>
                    <a:gd name="connsiteY345" fmla="*/ 1188519 h 1318781"/>
                    <a:gd name="connsiteX346" fmla="*/ 527895 w 592360"/>
                    <a:gd name="connsiteY346" fmla="*/ 1186724 h 1318781"/>
                    <a:gd name="connsiteX347" fmla="*/ 524758 w 592360"/>
                    <a:gd name="connsiteY347" fmla="*/ 1189074 h 1318781"/>
                    <a:gd name="connsiteX348" fmla="*/ 521100 w 592360"/>
                    <a:gd name="connsiteY348" fmla="*/ 1189213 h 1318781"/>
                    <a:gd name="connsiteX349" fmla="*/ 518472 w 592360"/>
                    <a:gd name="connsiteY349" fmla="*/ 1185694 h 1318781"/>
                    <a:gd name="connsiteX350" fmla="*/ 515022 w 592360"/>
                    <a:gd name="connsiteY350" fmla="*/ 1185208 h 1318781"/>
                    <a:gd name="connsiteX351" fmla="*/ 513437 w 592360"/>
                    <a:gd name="connsiteY351" fmla="*/ 1180728 h 1318781"/>
                    <a:gd name="connsiteX352" fmla="*/ 511098 w 592360"/>
                    <a:gd name="connsiteY352" fmla="*/ 1180288 h 1318781"/>
                    <a:gd name="connsiteX353" fmla="*/ 509524 w 592360"/>
                    <a:gd name="connsiteY353" fmla="*/ 1186192 h 1318781"/>
                    <a:gd name="connsiteX354" fmla="*/ 510728 w 592360"/>
                    <a:gd name="connsiteY354" fmla="*/ 1196251 h 1318781"/>
                    <a:gd name="connsiteX355" fmla="*/ 505704 w 592360"/>
                    <a:gd name="connsiteY355" fmla="*/ 1194503 h 1318781"/>
                    <a:gd name="connsiteX356" fmla="*/ 504315 w 592360"/>
                    <a:gd name="connsiteY356" fmla="*/ 1198439 h 1318781"/>
                    <a:gd name="connsiteX357" fmla="*/ 498284 w 592360"/>
                    <a:gd name="connsiteY357" fmla="*/ 1202769 h 1318781"/>
                    <a:gd name="connsiteX358" fmla="*/ 485944 w 592360"/>
                    <a:gd name="connsiteY358" fmla="*/ 1220202 h 1318781"/>
                    <a:gd name="connsiteX359" fmla="*/ 481765 w 592360"/>
                    <a:gd name="connsiteY359" fmla="*/ 1227252 h 1318781"/>
                    <a:gd name="connsiteX360" fmla="*/ 476498 w 592360"/>
                    <a:gd name="connsiteY360" fmla="*/ 1228861 h 1318781"/>
                    <a:gd name="connsiteX361" fmla="*/ 473129 w 592360"/>
                    <a:gd name="connsiteY361" fmla="*/ 1235424 h 1318781"/>
                    <a:gd name="connsiteX362" fmla="*/ 471069 w 592360"/>
                    <a:gd name="connsiteY362" fmla="*/ 1232993 h 1318781"/>
                    <a:gd name="connsiteX363" fmla="*/ 469691 w 592360"/>
                    <a:gd name="connsiteY363" fmla="*/ 1235320 h 1318781"/>
                    <a:gd name="connsiteX364" fmla="*/ 462607 w 592360"/>
                    <a:gd name="connsiteY364" fmla="*/ 1237704 h 1318781"/>
                    <a:gd name="connsiteX365" fmla="*/ 462399 w 592360"/>
                    <a:gd name="connsiteY365" fmla="*/ 1240460 h 1318781"/>
                    <a:gd name="connsiteX366" fmla="*/ 456830 w 592360"/>
                    <a:gd name="connsiteY366" fmla="*/ 1242138 h 1318781"/>
                    <a:gd name="connsiteX367" fmla="*/ 453288 w 592360"/>
                    <a:gd name="connsiteY367" fmla="*/ 1239406 h 1318781"/>
                    <a:gd name="connsiteX368" fmla="*/ 448102 w 592360"/>
                    <a:gd name="connsiteY368" fmla="*/ 1240321 h 1318781"/>
                    <a:gd name="connsiteX369" fmla="*/ 444213 w 592360"/>
                    <a:gd name="connsiteY369" fmla="*/ 1243110 h 1318781"/>
                    <a:gd name="connsiteX370" fmla="*/ 443657 w 592360"/>
                    <a:gd name="connsiteY370" fmla="*/ 1246479 h 1318781"/>
                    <a:gd name="connsiteX371" fmla="*/ 437568 w 592360"/>
                    <a:gd name="connsiteY371" fmla="*/ 1255080 h 1318781"/>
                    <a:gd name="connsiteX372" fmla="*/ 435404 w 592360"/>
                    <a:gd name="connsiteY372" fmla="*/ 1253494 h 1318781"/>
                    <a:gd name="connsiteX373" fmla="*/ 434026 w 592360"/>
                    <a:gd name="connsiteY373" fmla="*/ 1255913 h 1318781"/>
                    <a:gd name="connsiteX374" fmla="*/ 425634 w 592360"/>
                    <a:gd name="connsiteY374" fmla="*/ 1257152 h 1318781"/>
                    <a:gd name="connsiteX375" fmla="*/ 423839 w 592360"/>
                    <a:gd name="connsiteY375" fmla="*/ 1268299 h 1318781"/>
                    <a:gd name="connsiteX376" fmla="*/ 426073 w 592360"/>
                    <a:gd name="connsiteY376" fmla="*/ 1271830 h 1318781"/>
                    <a:gd name="connsiteX377" fmla="*/ 424499 w 592360"/>
                    <a:gd name="connsiteY377" fmla="*/ 1272652 h 1318781"/>
                    <a:gd name="connsiteX378" fmla="*/ 429338 w 592360"/>
                    <a:gd name="connsiteY378" fmla="*/ 1279493 h 1318781"/>
                    <a:gd name="connsiteX379" fmla="*/ 424858 w 592360"/>
                    <a:gd name="connsiteY379" fmla="*/ 1283464 h 1318781"/>
                    <a:gd name="connsiteX380" fmla="*/ 425634 w 592360"/>
                    <a:gd name="connsiteY380" fmla="*/ 1288986 h 1318781"/>
                    <a:gd name="connsiteX381" fmla="*/ 422450 w 592360"/>
                    <a:gd name="connsiteY381" fmla="*/ 1290745 h 1318781"/>
                    <a:gd name="connsiteX382" fmla="*/ 416326 w 592360"/>
                    <a:gd name="connsiteY382" fmla="*/ 1290398 h 1318781"/>
                    <a:gd name="connsiteX383" fmla="*/ 417206 w 592360"/>
                    <a:gd name="connsiteY383" fmla="*/ 1292910 h 1318781"/>
                    <a:gd name="connsiteX384" fmla="*/ 414891 w 592360"/>
                    <a:gd name="connsiteY384" fmla="*/ 1295098 h 1318781"/>
                    <a:gd name="connsiteX385" fmla="*/ 405734 w 592360"/>
                    <a:gd name="connsiteY385" fmla="*/ 1296012 h 1318781"/>
                    <a:gd name="connsiteX386" fmla="*/ 406441 w 592360"/>
                    <a:gd name="connsiteY386" fmla="*/ 1305863 h 1318781"/>
                    <a:gd name="connsiteX387" fmla="*/ 403477 w 592360"/>
                    <a:gd name="connsiteY387" fmla="*/ 1305122 h 1318781"/>
                    <a:gd name="connsiteX388" fmla="*/ 400873 w 592360"/>
                    <a:gd name="connsiteY388" fmla="*/ 1307866 h 1318781"/>
                    <a:gd name="connsiteX389" fmla="*/ 392040 w 592360"/>
                    <a:gd name="connsiteY389" fmla="*/ 1309903 h 1318781"/>
                    <a:gd name="connsiteX390" fmla="*/ 389876 w 592360"/>
                    <a:gd name="connsiteY390" fmla="*/ 1312045 h 1318781"/>
                    <a:gd name="connsiteX391" fmla="*/ 386160 w 592360"/>
                    <a:gd name="connsiteY391" fmla="*/ 1306812 h 1318781"/>
                    <a:gd name="connsiteX392" fmla="*/ 383567 w 592360"/>
                    <a:gd name="connsiteY392" fmla="*/ 1306350 h 1318781"/>
                    <a:gd name="connsiteX393" fmla="*/ 380765 w 592360"/>
                    <a:gd name="connsiteY393" fmla="*/ 1308399 h 1318781"/>
                    <a:gd name="connsiteX394" fmla="*/ 375637 w 592360"/>
                    <a:gd name="connsiteY394" fmla="*/ 1302865 h 1318781"/>
                    <a:gd name="connsiteX395" fmla="*/ 374896 w 592360"/>
                    <a:gd name="connsiteY395" fmla="*/ 1314568 h 1318781"/>
                    <a:gd name="connsiteX396" fmla="*/ 372651 w 592360"/>
                    <a:gd name="connsiteY396" fmla="*/ 1318782 h 1318781"/>
                    <a:gd name="connsiteX397" fmla="*/ 366712 w 592360"/>
                    <a:gd name="connsiteY397" fmla="*/ 1313040 h 1318781"/>
                    <a:gd name="connsiteX398" fmla="*/ 364108 w 592360"/>
                    <a:gd name="connsiteY398" fmla="*/ 1312658 h 1318781"/>
                    <a:gd name="connsiteX399" fmla="*/ 361457 w 592360"/>
                    <a:gd name="connsiteY399" fmla="*/ 1308236 h 1318781"/>
                    <a:gd name="connsiteX400" fmla="*/ 357104 w 592360"/>
                    <a:gd name="connsiteY400" fmla="*/ 1309510 h 1318781"/>
                    <a:gd name="connsiteX401" fmla="*/ 358239 w 592360"/>
                    <a:gd name="connsiteY401" fmla="*/ 1311258 h 1318781"/>
                    <a:gd name="connsiteX402" fmla="*/ 355900 w 592360"/>
                    <a:gd name="connsiteY402" fmla="*/ 1313388 h 1318781"/>
                    <a:gd name="connsiteX403" fmla="*/ 352486 w 592360"/>
                    <a:gd name="connsiteY403" fmla="*/ 1313793 h 1318781"/>
                    <a:gd name="connsiteX404" fmla="*/ 348515 w 592360"/>
                    <a:gd name="connsiteY404" fmla="*/ 1309278 h 1318781"/>
                    <a:gd name="connsiteX405" fmla="*/ 348295 w 592360"/>
                    <a:gd name="connsiteY405" fmla="*/ 1304150 h 1318781"/>
                    <a:gd name="connsiteX406" fmla="*/ 350321 w 592360"/>
                    <a:gd name="connsiteY406" fmla="*/ 1302726 h 1318781"/>
                    <a:gd name="connsiteX407" fmla="*/ 347890 w 592360"/>
                    <a:gd name="connsiteY407" fmla="*/ 1301962 h 1318781"/>
                    <a:gd name="connsiteX408" fmla="*/ 349592 w 592360"/>
                    <a:gd name="connsiteY408" fmla="*/ 1299520 h 1318781"/>
                    <a:gd name="connsiteX409" fmla="*/ 345771 w 592360"/>
                    <a:gd name="connsiteY409" fmla="*/ 1299612 h 1318781"/>
                    <a:gd name="connsiteX410" fmla="*/ 345077 w 592360"/>
                    <a:gd name="connsiteY410" fmla="*/ 1294334 h 1318781"/>
                    <a:gd name="connsiteX411" fmla="*/ 340030 w 592360"/>
                    <a:gd name="connsiteY411" fmla="*/ 1295248 h 1318781"/>
                    <a:gd name="connsiteX412" fmla="*/ 336279 w 592360"/>
                    <a:gd name="connsiteY412" fmla="*/ 1289368 h 1318781"/>
                    <a:gd name="connsiteX413" fmla="*/ 332668 w 592360"/>
                    <a:gd name="connsiteY413" fmla="*/ 1291220 h 1318781"/>
                    <a:gd name="connsiteX414" fmla="*/ 329288 w 592360"/>
                    <a:gd name="connsiteY414" fmla="*/ 1290294 h 1318781"/>
                    <a:gd name="connsiteX415" fmla="*/ 321323 w 592360"/>
                    <a:gd name="connsiteY415" fmla="*/ 1295711 h 1318781"/>
                    <a:gd name="connsiteX416" fmla="*/ 316924 w 592360"/>
                    <a:gd name="connsiteY416" fmla="*/ 1294982 h 1318781"/>
                    <a:gd name="connsiteX417" fmla="*/ 312641 w 592360"/>
                    <a:gd name="connsiteY417" fmla="*/ 1289877 h 1318781"/>
                    <a:gd name="connsiteX418" fmla="*/ 308115 w 592360"/>
                    <a:gd name="connsiteY418" fmla="*/ 1295329 h 1318781"/>
                    <a:gd name="connsiteX419" fmla="*/ 302790 w 592360"/>
                    <a:gd name="connsiteY419" fmla="*/ 1296938 h 1318781"/>
                    <a:gd name="connsiteX420" fmla="*/ 296817 w 592360"/>
                    <a:gd name="connsiteY420" fmla="*/ 1294600 h 1318781"/>
                    <a:gd name="connsiteX421" fmla="*/ 291064 w 592360"/>
                    <a:gd name="connsiteY421" fmla="*/ 1294959 h 1318781"/>
                    <a:gd name="connsiteX422" fmla="*/ 288158 w 592360"/>
                    <a:gd name="connsiteY422" fmla="*/ 1289970 h 1318781"/>
                    <a:gd name="connsiteX423" fmla="*/ 284083 w 592360"/>
                    <a:gd name="connsiteY423" fmla="*/ 1290791 h 1318781"/>
                    <a:gd name="connsiteX424" fmla="*/ 283679 w 592360"/>
                    <a:gd name="connsiteY424" fmla="*/ 1289159 h 1318781"/>
                    <a:gd name="connsiteX425" fmla="*/ 282255 w 592360"/>
                    <a:gd name="connsiteY425" fmla="*/ 1290467 h 1318781"/>
                    <a:gd name="connsiteX426" fmla="*/ 280460 w 592360"/>
                    <a:gd name="connsiteY426" fmla="*/ 1289379 h 1318781"/>
                    <a:gd name="connsiteX427" fmla="*/ 279696 w 592360"/>
                    <a:gd name="connsiteY427" fmla="*/ 1292134 h 1318781"/>
                    <a:gd name="connsiteX428" fmla="*/ 275703 w 592360"/>
                    <a:gd name="connsiteY428" fmla="*/ 1292933 h 1318781"/>
                    <a:gd name="connsiteX429" fmla="*/ 264162 w 592360"/>
                    <a:gd name="connsiteY429" fmla="*/ 1288349 h 1318781"/>
                    <a:gd name="connsiteX430" fmla="*/ 262506 w 592360"/>
                    <a:gd name="connsiteY430" fmla="*/ 1281693 h 1318781"/>
                    <a:gd name="connsiteX431" fmla="*/ 263618 w 592360"/>
                    <a:gd name="connsiteY431" fmla="*/ 1280396 h 1318781"/>
                    <a:gd name="connsiteX432" fmla="*/ 261441 w 592360"/>
                    <a:gd name="connsiteY432" fmla="*/ 1276252 h 1318781"/>
                    <a:gd name="connsiteX433" fmla="*/ 258756 w 592360"/>
                    <a:gd name="connsiteY433" fmla="*/ 1276622 h 1318781"/>
                    <a:gd name="connsiteX434" fmla="*/ 255456 w 592360"/>
                    <a:gd name="connsiteY434" fmla="*/ 1273138 h 1318781"/>
                    <a:gd name="connsiteX435" fmla="*/ 257447 w 592360"/>
                    <a:gd name="connsiteY435" fmla="*/ 1264688 h 1318781"/>
                    <a:gd name="connsiteX436" fmla="*/ 253616 w 592360"/>
                    <a:gd name="connsiteY436" fmla="*/ 1262836 h 1318781"/>
                    <a:gd name="connsiteX437" fmla="*/ 255283 w 592360"/>
                    <a:gd name="connsiteY437" fmla="*/ 1260671 h 1318781"/>
                    <a:gd name="connsiteX438" fmla="*/ 252400 w 592360"/>
                    <a:gd name="connsiteY438" fmla="*/ 1259861 h 1318781"/>
                    <a:gd name="connsiteX439" fmla="*/ 254901 w 592360"/>
                    <a:gd name="connsiteY439" fmla="*/ 1257974 h 1318781"/>
                    <a:gd name="connsiteX440" fmla="*/ 254820 w 592360"/>
                    <a:gd name="connsiteY440" fmla="*/ 1255913 h 1318781"/>
                    <a:gd name="connsiteX441" fmla="*/ 253060 w 592360"/>
                    <a:gd name="connsiteY441" fmla="*/ 1257106 h 1318781"/>
                    <a:gd name="connsiteX442" fmla="*/ 253871 w 592360"/>
                    <a:gd name="connsiteY442" fmla="*/ 1255543 h 1318781"/>
                    <a:gd name="connsiteX443" fmla="*/ 256313 w 592360"/>
                    <a:gd name="connsiteY443" fmla="*/ 1254686 h 1318781"/>
                    <a:gd name="connsiteX444" fmla="*/ 253431 w 592360"/>
                    <a:gd name="connsiteY444" fmla="*/ 1253899 h 1318781"/>
                    <a:gd name="connsiteX445" fmla="*/ 255318 w 592360"/>
                    <a:gd name="connsiteY445" fmla="*/ 1252209 h 1318781"/>
                    <a:gd name="connsiteX446" fmla="*/ 251625 w 592360"/>
                    <a:gd name="connsiteY446" fmla="*/ 1252059 h 1318781"/>
                    <a:gd name="connsiteX447" fmla="*/ 255572 w 592360"/>
                    <a:gd name="connsiteY447" fmla="*/ 1250913 h 1318781"/>
                    <a:gd name="connsiteX448" fmla="*/ 252424 w 592360"/>
                    <a:gd name="connsiteY448" fmla="*/ 1248794 h 1318781"/>
                    <a:gd name="connsiteX449" fmla="*/ 254172 w 592360"/>
                    <a:gd name="connsiteY449" fmla="*/ 1247741 h 1318781"/>
                    <a:gd name="connsiteX450" fmla="*/ 252840 w 592360"/>
                    <a:gd name="connsiteY450" fmla="*/ 1245530 h 1318781"/>
                    <a:gd name="connsiteX451" fmla="*/ 249900 w 592360"/>
                    <a:gd name="connsiteY451" fmla="*/ 1245981 h 1318781"/>
                    <a:gd name="connsiteX452" fmla="*/ 250745 w 592360"/>
                    <a:gd name="connsiteY452" fmla="*/ 1243411 h 1318781"/>
                    <a:gd name="connsiteX453" fmla="*/ 248522 w 592360"/>
                    <a:gd name="connsiteY453" fmla="*/ 1242752 h 1318781"/>
                    <a:gd name="connsiteX454" fmla="*/ 250676 w 592360"/>
                    <a:gd name="connsiteY454" fmla="*/ 1238584 h 1318781"/>
                    <a:gd name="connsiteX455" fmla="*/ 245293 w 592360"/>
                    <a:gd name="connsiteY455" fmla="*/ 1234996 h 1318781"/>
                    <a:gd name="connsiteX456" fmla="*/ 244471 w 592360"/>
                    <a:gd name="connsiteY456" fmla="*/ 1232634 h 1318781"/>
                    <a:gd name="connsiteX457" fmla="*/ 241415 w 592360"/>
                    <a:gd name="connsiteY457" fmla="*/ 1232275 h 1318781"/>
                    <a:gd name="connsiteX458" fmla="*/ 242503 w 592360"/>
                    <a:gd name="connsiteY458" fmla="*/ 1228721 h 1318781"/>
                    <a:gd name="connsiteX459" fmla="*/ 244263 w 592360"/>
                    <a:gd name="connsiteY459" fmla="*/ 1228548 h 1318781"/>
                    <a:gd name="connsiteX460" fmla="*/ 243406 w 592360"/>
                    <a:gd name="connsiteY460" fmla="*/ 1230423 h 1318781"/>
                    <a:gd name="connsiteX461" fmla="*/ 245629 w 592360"/>
                    <a:gd name="connsiteY461" fmla="*/ 1227842 h 1318781"/>
                    <a:gd name="connsiteX462" fmla="*/ 246763 w 592360"/>
                    <a:gd name="connsiteY462" fmla="*/ 1224508 h 1318781"/>
                    <a:gd name="connsiteX463" fmla="*/ 244587 w 592360"/>
                    <a:gd name="connsiteY463" fmla="*/ 1225179 h 1318781"/>
                    <a:gd name="connsiteX464" fmla="*/ 245177 w 592360"/>
                    <a:gd name="connsiteY464" fmla="*/ 1222193 h 1318781"/>
                    <a:gd name="connsiteX465" fmla="*/ 248002 w 592360"/>
                    <a:gd name="connsiteY465" fmla="*/ 1221012 h 1318781"/>
                    <a:gd name="connsiteX466" fmla="*/ 249055 w 592360"/>
                    <a:gd name="connsiteY466" fmla="*/ 1214993 h 1318781"/>
                    <a:gd name="connsiteX467" fmla="*/ 241102 w 592360"/>
                    <a:gd name="connsiteY467" fmla="*/ 1220653 h 1318781"/>
                    <a:gd name="connsiteX468" fmla="*/ 238683 w 592360"/>
                    <a:gd name="connsiteY468" fmla="*/ 1220132 h 1318781"/>
                    <a:gd name="connsiteX469" fmla="*/ 234979 w 592360"/>
                    <a:gd name="connsiteY469" fmla="*/ 1216683 h 1318781"/>
                    <a:gd name="connsiteX470" fmla="*/ 226922 w 592360"/>
                    <a:gd name="connsiteY470" fmla="*/ 1214692 h 1318781"/>
                    <a:gd name="connsiteX471" fmla="*/ 225822 w 592360"/>
                    <a:gd name="connsiteY471" fmla="*/ 1211358 h 1318781"/>
                    <a:gd name="connsiteX472" fmla="*/ 219895 w 592360"/>
                    <a:gd name="connsiteY472" fmla="*/ 1208059 h 1318781"/>
                    <a:gd name="connsiteX473" fmla="*/ 214489 w 592360"/>
                    <a:gd name="connsiteY473" fmla="*/ 1197478 h 1318781"/>
                    <a:gd name="connsiteX474" fmla="*/ 212672 w 592360"/>
                    <a:gd name="connsiteY474" fmla="*/ 1199122 h 1318781"/>
                    <a:gd name="connsiteX475" fmla="*/ 209002 w 592360"/>
                    <a:gd name="connsiteY475" fmla="*/ 1195302 h 1318781"/>
                    <a:gd name="connsiteX476" fmla="*/ 210843 w 592360"/>
                    <a:gd name="connsiteY476" fmla="*/ 1193357 h 1318781"/>
                    <a:gd name="connsiteX477" fmla="*/ 216006 w 592360"/>
                    <a:gd name="connsiteY477" fmla="*/ 1193531 h 1318781"/>
                    <a:gd name="connsiteX478" fmla="*/ 217603 w 592360"/>
                    <a:gd name="connsiteY478" fmla="*/ 1191540 h 1318781"/>
                    <a:gd name="connsiteX479" fmla="*/ 219236 w 592360"/>
                    <a:gd name="connsiteY479" fmla="*/ 1192107 h 1318781"/>
                    <a:gd name="connsiteX480" fmla="*/ 226262 w 592360"/>
                    <a:gd name="connsiteY480" fmla="*/ 1187940 h 1318781"/>
                    <a:gd name="connsiteX481" fmla="*/ 227130 w 592360"/>
                    <a:gd name="connsiteY481" fmla="*/ 1189051 h 1318781"/>
                    <a:gd name="connsiteX482" fmla="*/ 232907 w 592360"/>
                    <a:gd name="connsiteY482" fmla="*/ 1185497 h 1318781"/>
                    <a:gd name="connsiteX483" fmla="*/ 235500 w 592360"/>
                    <a:gd name="connsiteY483" fmla="*/ 1181643 h 1318781"/>
                    <a:gd name="connsiteX484" fmla="*/ 235002 w 592360"/>
                    <a:gd name="connsiteY484" fmla="*/ 1175010 h 1318781"/>
                    <a:gd name="connsiteX485" fmla="*/ 229770 w 592360"/>
                    <a:gd name="connsiteY485" fmla="*/ 1170043 h 1318781"/>
                    <a:gd name="connsiteX486" fmla="*/ 225556 w 592360"/>
                    <a:gd name="connsiteY486" fmla="*/ 1161952 h 1318781"/>
                    <a:gd name="connsiteX487" fmla="*/ 208516 w 592360"/>
                    <a:gd name="connsiteY487" fmla="*/ 1147274 h 1318781"/>
                    <a:gd name="connsiteX488" fmla="*/ 195366 w 592360"/>
                    <a:gd name="connsiteY488" fmla="*/ 1137712 h 1318781"/>
                    <a:gd name="connsiteX489" fmla="*/ 183709 w 592360"/>
                    <a:gd name="connsiteY489" fmla="*/ 1136832 h 1318781"/>
                    <a:gd name="connsiteX490" fmla="*/ 182146 w 592360"/>
                    <a:gd name="connsiteY490" fmla="*/ 1136219 h 1318781"/>
                    <a:gd name="connsiteX491" fmla="*/ 183084 w 592360"/>
                    <a:gd name="connsiteY491" fmla="*/ 1134401 h 1318781"/>
                    <a:gd name="connsiteX492" fmla="*/ 181961 w 592360"/>
                    <a:gd name="connsiteY492" fmla="*/ 1136149 h 1318781"/>
                    <a:gd name="connsiteX493" fmla="*/ 178049 w 592360"/>
                    <a:gd name="connsiteY493" fmla="*/ 1134610 h 1318781"/>
                    <a:gd name="connsiteX494" fmla="*/ 177632 w 592360"/>
                    <a:gd name="connsiteY494" fmla="*/ 1134332 h 1318781"/>
                    <a:gd name="connsiteX495" fmla="*/ 176069 w 592360"/>
                    <a:gd name="connsiteY495" fmla="*/ 1132445 h 1318781"/>
                    <a:gd name="connsiteX496" fmla="*/ 176764 w 592360"/>
                    <a:gd name="connsiteY496" fmla="*/ 1131774 h 1318781"/>
                    <a:gd name="connsiteX497" fmla="*/ 175988 w 592360"/>
                    <a:gd name="connsiteY497" fmla="*/ 1132353 h 1318781"/>
                    <a:gd name="connsiteX498" fmla="*/ 175664 w 592360"/>
                    <a:gd name="connsiteY498" fmla="*/ 1131959 h 1318781"/>
                    <a:gd name="connsiteX499" fmla="*/ 176578 w 592360"/>
                    <a:gd name="connsiteY499" fmla="*/ 1131102 h 1318781"/>
                    <a:gd name="connsiteX500" fmla="*/ 179392 w 592360"/>
                    <a:gd name="connsiteY500" fmla="*/ 1132665 h 1318781"/>
                    <a:gd name="connsiteX501" fmla="*/ 176567 w 592360"/>
                    <a:gd name="connsiteY501" fmla="*/ 1131033 h 1318781"/>
                    <a:gd name="connsiteX502" fmla="*/ 175606 w 592360"/>
                    <a:gd name="connsiteY502" fmla="*/ 1131889 h 1318781"/>
                    <a:gd name="connsiteX503" fmla="*/ 172596 w 592360"/>
                    <a:gd name="connsiteY503" fmla="*/ 1128255 h 1318781"/>
                    <a:gd name="connsiteX504" fmla="*/ 174171 w 592360"/>
                    <a:gd name="connsiteY504" fmla="*/ 1125326 h 1318781"/>
                    <a:gd name="connsiteX505" fmla="*/ 175618 w 592360"/>
                    <a:gd name="connsiteY505" fmla="*/ 1126854 h 1318781"/>
                    <a:gd name="connsiteX506" fmla="*/ 175838 w 592360"/>
                    <a:gd name="connsiteY506" fmla="*/ 1129933 h 1318781"/>
                    <a:gd name="connsiteX507" fmla="*/ 178500 w 592360"/>
                    <a:gd name="connsiteY507" fmla="*/ 1131264 h 1318781"/>
                    <a:gd name="connsiteX508" fmla="*/ 175896 w 592360"/>
                    <a:gd name="connsiteY508" fmla="*/ 1129852 h 1318781"/>
                    <a:gd name="connsiteX509" fmla="*/ 176625 w 592360"/>
                    <a:gd name="connsiteY509" fmla="*/ 1128289 h 1318781"/>
                    <a:gd name="connsiteX510" fmla="*/ 179565 w 592360"/>
                    <a:gd name="connsiteY510" fmla="*/ 1130801 h 1318781"/>
                    <a:gd name="connsiteX511" fmla="*/ 176185 w 592360"/>
                    <a:gd name="connsiteY511" fmla="*/ 1127490 h 1318781"/>
                    <a:gd name="connsiteX512" fmla="*/ 176879 w 592360"/>
                    <a:gd name="connsiteY512" fmla="*/ 1125939 h 1318781"/>
                    <a:gd name="connsiteX513" fmla="*/ 178489 w 592360"/>
                    <a:gd name="connsiteY513" fmla="*/ 1128475 h 1318781"/>
                    <a:gd name="connsiteX514" fmla="*/ 178292 w 592360"/>
                    <a:gd name="connsiteY514" fmla="*/ 1126090 h 1318781"/>
                    <a:gd name="connsiteX515" fmla="*/ 180699 w 592360"/>
                    <a:gd name="connsiteY515" fmla="*/ 1127317 h 1318781"/>
                    <a:gd name="connsiteX516" fmla="*/ 177250 w 592360"/>
                    <a:gd name="connsiteY516" fmla="*/ 1125198 h 1318781"/>
                    <a:gd name="connsiteX517" fmla="*/ 175722 w 592360"/>
                    <a:gd name="connsiteY517" fmla="*/ 1123103 h 1318781"/>
                    <a:gd name="connsiteX518" fmla="*/ 178326 w 592360"/>
                    <a:gd name="connsiteY518" fmla="*/ 1124099 h 1318781"/>
                    <a:gd name="connsiteX519" fmla="*/ 178419 w 592360"/>
                    <a:gd name="connsiteY519" fmla="*/ 1124006 h 1318781"/>
                    <a:gd name="connsiteX520" fmla="*/ 175930 w 592360"/>
                    <a:gd name="connsiteY520" fmla="*/ 1121818 h 1318781"/>
                    <a:gd name="connsiteX521" fmla="*/ 180445 w 592360"/>
                    <a:gd name="connsiteY521" fmla="*/ 1121946 h 1318781"/>
                    <a:gd name="connsiteX522" fmla="*/ 181093 w 592360"/>
                    <a:gd name="connsiteY522" fmla="*/ 1124423 h 1318781"/>
                    <a:gd name="connsiteX523" fmla="*/ 180688 w 592360"/>
                    <a:gd name="connsiteY523" fmla="*/ 1121703 h 1318781"/>
                    <a:gd name="connsiteX524" fmla="*/ 180977 w 592360"/>
                    <a:gd name="connsiteY524" fmla="*/ 1121402 h 1318781"/>
                    <a:gd name="connsiteX525" fmla="*/ 185631 w 592360"/>
                    <a:gd name="connsiteY525" fmla="*/ 1124955 h 1318781"/>
                    <a:gd name="connsiteX526" fmla="*/ 181197 w 592360"/>
                    <a:gd name="connsiteY526" fmla="*/ 1121182 h 1318781"/>
                    <a:gd name="connsiteX527" fmla="*/ 179565 w 592360"/>
                    <a:gd name="connsiteY527" fmla="*/ 1120117 h 1318781"/>
                    <a:gd name="connsiteX528" fmla="*/ 178743 w 592360"/>
                    <a:gd name="connsiteY528" fmla="*/ 1121205 h 1318781"/>
                    <a:gd name="connsiteX529" fmla="*/ 176405 w 592360"/>
                    <a:gd name="connsiteY529" fmla="*/ 1118172 h 1318781"/>
                    <a:gd name="connsiteX530" fmla="*/ 178882 w 592360"/>
                    <a:gd name="connsiteY530" fmla="*/ 1114965 h 1318781"/>
                    <a:gd name="connsiteX531" fmla="*/ 174402 w 592360"/>
                    <a:gd name="connsiteY531" fmla="*/ 1118265 h 1318781"/>
                    <a:gd name="connsiteX532" fmla="*/ 175479 w 592360"/>
                    <a:gd name="connsiteY532" fmla="*/ 1116077 h 1318781"/>
                    <a:gd name="connsiteX533" fmla="*/ 173511 w 592360"/>
                    <a:gd name="connsiteY533" fmla="*/ 1116806 h 1318781"/>
                    <a:gd name="connsiteX534" fmla="*/ 173962 w 592360"/>
                    <a:gd name="connsiteY534" fmla="*/ 1114827 h 1318781"/>
                    <a:gd name="connsiteX535" fmla="*/ 172712 w 592360"/>
                    <a:gd name="connsiteY535" fmla="*/ 1116725 h 1318781"/>
                    <a:gd name="connsiteX536" fmla="*/ 171543 w 592360"/>
                    <a:gd name="connsiteY536" fmla="*/ 1115649 h 1318781"/>
                    <a:gd name="connsiteX537" fmla="*/ 172701 w 592360"/>
                    <a:gd name="connsiteY537" fmla="*/ 1114479 h 1318781"/>
                    <a:gd name="connsiteX538" fmla="*/ 170189 w 592360"/>
                    <a:gd name="connsiteY538" fmla="*/ 1114676 h 1318781"/>
                    <a:gd name="connsiteX539" fmla="*/ 171983 w 592360"/>
                    <a:gd name="connsiteY539" fmla="*/ 1114039 h 1318781"/>
                    <a:gd name="connsiteX540" fmla="*/ 169807 w 592360"/>
                    <a:gd name="connsiteY540" fmla="*/ 1113009 h 1318781"/>
                    <a:gd name="connsiteX541" fmla="*/ 174460 w 592360"/>
                    <a:gd name="connsiteY541" fmla="*/ 1112454 h 1318781"/>
                    <a:gd name="connsiteX542" fmla="*/ 171879 w 592360"/>
                    <a:gd name="connsiteY542" fmla="*/ 1111782 h 1318781"/>
                    <a:gd name="connsiteX543" fmla="*/ 174402 w 592360"/>
                    <a:gd name="connsiteY543" fmla="*/ 1110717 h 1318781"/>
                    <a:gd name="connsiteX544" fmla="*/ 171091 w 592360"/>
                    <a:gd name="connsiteY544" fmla="*/ 1111817 h 1318781"/>
                    <a:gd name="connsiteX545" fmla="*/ 171994 w 592360"/>
                    <a:gd name="connsiteY545" fmla="*/ 1109513 h 1318781"/>
                    <a:gd name="connsiteX546" fmla="*/ 170374 w 592360"/>
                    <a:gd name="connsiteY546" fmla="*/ 1110416 h 1318781"/>
                    <a:gd name="connsiteX547" fmla="*/ 170050 w 592360"/>
                    <a:gd name="connsiteY547" fmla="*/ 1110601 h 1318781"/>
                    <a:gd name="connsiteX548" fmla="*/ 169888 w 592360"/>
                    <a:gd name="connsiteY548" fmla="*/ 1110740 h 1318781"/>
                    <a:gd name="connsiteX549" fmla="*/ 169436 w 592360"/>
                    <a:gd name="connsiteY549" fmla="*/ 1111157 h 1318781"/>
                    <a:gd name="connsiteX550" fmla="*/ 167503 w 592360"/>
                    <a:gd name="connsiteY550" fmla="*/ 1107024 h 1318781"/>
                    <a:gd name="connsiteX551" fmla="*/ 170814 w 592360"/>
                    <a:gd name="connsiteY551" fmla="*/ 1107742 h 1318781"/>
                    <a:gd name="connsiteX552" fmla="*/ 167711 w 592360"/>
                    <a:gd name="connsiteY552" fmla="*/ 1106098 h 1318781"/>
                    <a:gd name="connsiteX553" fmla="*/ 166287 w 592360"/>
                    <a:gd name="connsiteY553" fmla="*/ 1103123 h 1318781"/>
                    <a:gd name="connsiteX554" fmla="*/ 166183 w 592360"/>
                    <a:gd name="connsiteY554" fmla="*/ 1102058 h 1318781"/>
                    <a:gd name="connsiteX555" fmla="*/ 165593 w 592360"/>
                    <a:gd name="connsiteY555" fmla="*/ 1095657 h 1318781"/>
                    <a:gd name="connsiteX556" fmla="*/ 171091 w 592360"/>
                    <a:gd name="connsiteY556" fmla="*/ 1102058 h 1318781"/>
                    <a:gd name="connsiteX557" fmla="*/ 174726 w 592360"/>
                    <a:gd name="connsiteY557" fmla="*/ 1106283 h 1318781"/>
                    <a:gd name="connsiteX558" fmla="*/ 174830 w 592360"/>
                    <a:gd name="connsiteY558" fmla="*/ 1106411 h 1318781"/>
                    <a:gd name="connsiteX559" fmla="*/ 178593 w 592360"/>
                    <a:gd name="connsiteY559" fmla="*/ 1111354 h 1318781"/>
                    <a:gd name="connsiteX560" fmla="*/ 174969 w 592360"/>
                    <a:gd name="connsiteY560" fmla="*/ 1106295 h 1318781"/>
                    <a:gd name="connsiteX561" fmla="*/ 174865 w 592360"/>
                    <a:gd name="connsiteY561" fmla="*/ 1106168 h 1318781"/>
                    <a:gd name="connsiteX562" fmla="*/ 171358 w 592360"/>
                    <a:gd name="connsiteY562" fmla="*/ 1102058 h 1318781"/>
                    <a:gd name="connsiteX563" fmla="*/ 160222 w 592360"/>
                    <a:gd name="connsiteY563" fmla="*/ 1088989 h 1318781"/>
                    <a:gd name="connsiteX564" fmla="*/ 142013 w 592360"/>
                    <a:gd name="connsiteY564" fmla="*/ 1068396 h 1318781"/>
                    <a:gd name="connsiteX565" fmla="*/ 139292 w 592360"/>
                    <a:gd name="connsiteY565" fmla="*/ 1063939 h 1318781"/>
                    <a:gd name="connsiteX566" fmla="*/ 138760 w 592360"/>
                    <a:gd name="connsiteY566" fmla="*/ 1057005 h 1318781"/>
                    <a:gd name="connsiteX567" fmla="*/ 146875 w 592360"/>
                    <a:gd name="connsiteY567" fmla="*/ 1049967 h 1318781"/>
                    <a:gd name="connsiteX568" fmla="*/ 159875 w 592360"/>
                    <a:gd name="connsiteY568" fmla="*/ 1043045 h 1318781"/>
                    <a:gd name="connsiteX569" fmla="*/ 167676 w 592360"/>
                    <a:gd name="connsiteY569" fmla="*/ 1040486 h 1318781"/>
                    <a:gd name="connsiteX570" fmla="*/ 177956 w 592360"/>
                    <a:gd name="connsiteY570" fmla="*/ 1034455 h 1318781"/>
                    <a:gd name="connsiteX571" fmla="*/ 189717 w 592360"/>
                    <a:gd name="connsiteY571" fmla="*/ 1026896 h 1318781"/>
                    <a:gd name="connsiteX572" fmla="*/ 195493 w 592360"/>
                    <a:gd name="connsiteY572" fmla="*/ 1025334 h 1318781"/>
                    <a:gd name="connsiteX573" fmla="*/ 198943 w 592360"/>
                    <a:gd name="connsiteY573" fmla="*/ 1034652 h 1318781"/>
                    <a:gd name="connsiteX574" fmla="*/ 200934 w 592360"/>
                    <a:gd name="connsiteY574" fmla="*/ 1039282 h 1318781"/>
                    <a:gd name="connsiteX575" fmla="*/ 204800 w 592360"/>
                    <a:gd name="connsiteY575" fmla="*/ 1049793 h 1318781"/>
                    <a:gd name="connsiteX576" fmla="*/ 206873 w 592360"/>
                    <a:gd name="connsiteY576" fmla="*/ 1059320 h 1318781"/>
                    <a:gd name="connsiteX577" fmla="*/ 210669 w 592360"/>
                    <a:gd name="connsiteY577" fmla="*/ 1069588 h 1318781"/>
                    <a:gd name="connsiteX578" fmla="*/ 218344 w 592360"/>
                    <a:gd name="connsiteY578" fmla="*/ 1078501 h 1318781"/>
                    <a:gd name="connsiteX579" fmla="*/ 223426 w 592360"/>
                    <a:gd name="connsiteY579" fmla="*/ 1090563 h 1318781"/>
                    <a:gd name="connsiteX580" fmla="*/ 231576 w 592360"/>
                    <a:gd name="connsiteY580" fmla="*/ 1102058 h 1318781"/>
                    <a:gd name="connsiteX581" fmla="*/ 233624 w 592360"/>
                    <a:gd name="connsiteY581" fmla="*/ 1104952 h 1318781"/>
                    <a:gd name="connsiteX582" fmla="*/ 233694 w 592360"/>
                    <a:gd name="connsiteY582" fmla="*/ 1105045 h 1318781"/>
                    <a:gd name="connsiteX583" fmla="*/ 238532 w 592360"/>
                    <a:gd name="connsiteY583" fmla="*/ 1106631 h 1318781"/>
                    <a:gd name="connsiteX584" fmla="*/ 243082 w 592360"/>
                    <a:gd name="connsiteY584" fmla="*/ 1111377 h 1318781"/>
                    <a:gd name="connsiteX585" fmla="*/ 243452 w 592360"/>
                    <a:gd name="connsiteY585" fmla="*/ 1111770 h 1318781"/>
                    <a:gd name="connsiteX586" fmla="*/ 251243 w 592360"/>
                    <a:gd name="connsiteY586" fmla="*/ 1115533 h 1318781"/>
                    <a:gd name="connsiteX587" fmla="*/ 259288 w 592360"/>
                    <a:gd name="connsiteY587" fmla="*/ 1114907 h 1318781"/>
                    <a:gd name="connsiteX588" fmla="*/ 259879 w 592360"/>
                    <a:gd name="connsiteY588" fmla="*/ 1112998 h 1318781"/>
                    <a:gd name="connsiteX589" fmla="*/ 264960 w 592360"/>
                    <a:gd name="connsiteY589" fmla="*/ 1111018 h 1318781"/>
                    <a:gd name="connsiteX590" fmla="*/ 261916 w 592360"/>
                    <a:gd name="connsiteY590" fmla="*/ 1109004 h 1318781"/>
                    <a:gd name="connsiteX591" fmla="*/ 262136 w 592360"/>
                    <a:gd name="connsiteY591" fmla="*/ 1106561 h 1318781"/>
                    <a:gd name="connsiteX592" fmla="*/ 263826 w 592360"/>
                    <a:gd name="connsiteY592" fmla="*/ 1105832 h 1318781"/>
                    <a:gd name="connsiteX593" fmla="*/ 273341 w 592360"/>
                    <a:gd name="connsiteY593" fmla="*/ 1106747 h 1318781"/>
                    <a:gd name="connsiteX594" fmla="*/ 282776 w 592360"/>
                    <a:gd name="connsiteY594" fmla="*/ 1113159 h 1318781"/>
                    <a:gd name="connsiteX595" fmla="*/ 295636 w 592360"/>
                    <a:gd name="connsiteY595" fmla="*/ 1102058 h 1318781"/>
                    <a:gd name="connsiteX596" fmla="*/ 295741 w 592360"/>
                    <a:gd name="connsiteY596" fmla="*/ 1101954 h 1318781"/>
                    <a:gd name="connsiteX597" fmla="*/ 295764 w 592360"/>
                    <a:gd name="connsiteY597" fmla="*/ 1101943 h 1318781"/>
                    <a:gd name="connsiteX598" fmla="*/ 291990 w 592360"/>
                    <a:gd name="connsiteY598" fmla="*/ 1094384 h 1318781"/>
                    <a:gd name="connsiteX599" fmla="*/ 294340 w 592360"/>
                    <a:gd name="connsiteY599" fmla="*/ 1088561 h 1318781"/>
                    <a:gd name="connsiteX600" fmla="*/ 293391 w 592360"/>
                    <a:gd name="connsiteY600" fmla="*/ 1089429 h 1318781"/>
                    <a:gd name="connsiteX601" fmla="*/ 293680 w 592360"/>
                    <a:gd name="connsiteY601" fmla="*/ 1088005 h 1318781"/>
                    <a:gd name="connsiteX602" fmla="*/ 295463 w 592360"/>
                    <a:gd name="connsiteY602" fmla="*/ 1085065 h 1318781"/>
                    <a:gd name="connsiteX603" fmla="*/ 299144 w 592360"/>
                    <a:gd name="connsiteY603" fmla="*/ 1084000 h 1318781"/>
                    <a:gd name="connsiteX604" fmla="*/ 306657 w 592360"/>
                    <a:gd name="connsiteY604" fmla="*/ 1084567 h 1318781"/>
                    <a:gd name="connsiteX605" fmla="*/ 314632 w 592360"/>
                    <a:gd name="connsiteY605" fmla="*/ 1077483 h 1318781"/>
                    <a:gd name="connsiteX606" fmla="*/ 321960 w 592360"/>
                    <a:gd name="connsiteY606" fmla="*/ 1078675 h 1318781"/>
                    <a:gd name="connsiteX607" fmla="*/ 323175 w 592360"/>
                    <a:gd name="connsiteY607" fmla="*/ 1078872 h 1318781"/>
                    <a:gd name="connsiteX608" fmla="*/ 326382 w 592360"/>
                    <a:gd name="connsiteY608" fmla="*/ 1076997 h 1318781"/>
                    <a:gd name="connsiteX609" fmla="*/ 327192 w 592360"/>
                    <a:gd name="connsiteY609" fmla="*/ 1071394 h 1318781"/>
                    <a:gd name="connsiteX610" fmla="*/ 329762 w 592360"/>
                    <a:gd name="connsiteY610" fmla="*/ 1067389 h 1318781"/>
                    <a:gd name="connsiteX611" fmla="*/ 334832 w 592360"/>
                    <a:gd name="connsiteY611" fmla="*/ 1068396 h 1318781"/>
                    <a:gd name="connsiteX612" fmla="*/ 336048 w 592360"/>
                    <a:gd name="connsiteY612" fmla="*/ 1064911 h 1318781"/>
                    <a:gd name="connsiteX613" fmla="*/ 333663 w 592360"/>
                    <a:gd name="connsiteY613" fmla="*/ 1067516 h 1318781"/>
                    <a:gd name="connsiteX614" fmla="*/ 330642 w 592360"/>
                    <a:gd name="connsiteY614" fmla="*/ 1066382 h 1318781"/>
                    <a:gd name="connsiteX615" fmla="*/ 328570 w 592360"/>
                    <a:gd name="connsiteY615" fmla="*/ 1067481 h 1318781"/>
                    <a:gd name="connsiteX616" fmla="*/ 323442 w 592360"/>
                    <a:gd name="connsiteY616" fmla="*/ 1077518 h 1318781"/>
                    <a:gd name="connsiteX617" fmla="*/ 317318 w 592360"/>
                    <a:gd name="connsiteY617" fmla="*/ 1074716 h 1318781"/>
                    <a:gd name="connsiteX618" fmla="*/ 316820 w 592360"/>
                    <a:gd name="connsiteY618" fmla="*/ 1074485 h 1318781"/>
                    <a:gd name="connsiteX619" fmla="*/ 312502 w 592360"/>
                    <a:gd name="connsiteY619" fmla="*/ 1074647 h 1318781"/>
                    <a:gd name="connsiteX620" fmla="*/ 310106 w 592360"/>
                    <a:gd name="connsiteY620" fmla="*/ 1076765 h 1318781"/>
                    <a:gd name="connsiteX621" fmla="*/ 304434 w 592360"/>
                    <a:gd name="connsiteY621" fmla="*/ 1078652 h 1318781"/>
                    <a:gd name="connsiteX622" fmla="*/ 302339 w 592360"/>
                    <a:gd name="connsiteY622" fmla="*/ 1082599 h 1318781"/>
                    <a:gd name="connsiteX623" fmla="*/ 297720 w 592360"/>
                    <a:gd name="connsiteY623" fmla="*/ 1080863 h 1318781"/>
                    <a:gd name="connsiteX624" fmla="*/ 293784 w 592360"/>
                    <a:gd name="connsiteY624" fmla="*/ 1081465 h 1318781"/>
                    <a:gd name="connsiteX625" fmla="*/ 290126 w 592360"/>
                    <a:gd name="connsiteY625" fmla="*/ 1083769 h 1318781"/>
                    <a:gd name="connsiteX626" fmla="*/ 287163 w 592360"/>
                    <a:gd name="connsiteY626" fmla="*/ 1089614 h 1318781"/>
                    <a:gd name="connsiteX627" fmla="*/ 286769 w 592360"/>
                    <a:gd name="connsiteY627" fmla="*/ 1091351 h 1318781"/>
                    <a:gd name="connsiteX628" fmla="*/ 284685 w 592360"/>
                    <a:gd name="connsiteY628" fmla="*/ 1089082 h 1318781"/>
                    <a:gd name="connsiteX629" fmla="*/ 286954 w 592360"/>
                    <a:gd name="connsiteY629" fmla="*/ 1093342 h 1318781"/>
                    <a:gd name="connsiteX630" fmla="*/ 282648 w 592360"/>
                    <a:gd name="connsiteY630" fmla="*/ 1097336 h 1318781"/>
                    <a:gd name="connsiteX631" fmla="*/ 272427 w 592360"/>
                    <a:gd name="connsiteY631" fmla="*/ 1090969 h 1318781"/>
                    <a:gd name="connsiteX632" fmla="*/ 270054 w 592360"/>
                    <a:gd name="connsiteY632" fmla="*/ 1091629 h 1318781"/>
                    <a:gd name="connsiteX633" fmla="*/ 269741 w 592360"/>
                    <a:gd name="connsiteY633" fmla="*/ 1091721 h 1318781"/>
                    <a:gd name="connsiteX634" fmla="*/ 266280 w 592360"/>
                    <a:gd name="connsiteY634" fmla="*/ 1094407 h 1318781"/>
                    <a:gd name="connsiteX635" fmla="*/ 259751 w 592360"/>
                    <a:gd name="connsiteY635" fmla="*/ 1094059 h 1318781"/>
                    <a:gd name="connsiteX636" fmla="*/ 251637 w 592360"/>
                    <a:gd name="connsiteY636" fmla="*/ 1090008 h 1318781"/>
                    <a:gd name="connsiteX637" fmla="*/ 243082 w 592360"/>
                    <a:gd name="connsiteY637" fmla="*/ 1082912 h 1318781"/>
                    <a:gd name="connsiteX638" fmla="*/ 240593 w 592360"/>
                    <a:gd name="connsiteY638" fmla="*/ 1080851 h 1318781"/>
                    <a:gd name="connsiteX639" fmla="*/ 236217 w 592360"/>
                    <a:gd name="connsiteY639" fmla="*/ 1076256 h 1318781"/>
                    <a:gd name="connsiteX640" fmla="*/ 228103 w 592360"/>
                    <a:gd name="connsiteY640" fmla="*/ 1070306 h 1318781"/>
                    <a:gd name="connsiteX641" fmla="*/ 219884 w 592360"/>
                    <a:gd name="connsiteY641" fmla="*/ 1065131 h 1318781"/>
                    <a:gd name="connsiteX642" fmla="*/ 214466 w 592360"/>
                    <a:gd name="connsiteY642" fmla="*/ 1058765 h 1318781"/>
                    <a:gd name="connsiteX643" fmla="*/ 211040 w 592360"/>
                    <a:gd name="connsiteY643" fmla="*/ 1050233 h 1318781"/>
                    <a:gd name="connsiteX644" fmla="*/ 208759 w 592360"/>
                    <a:gd name="connsiteY644" fmla="*/ 1044249 h 1318781"/>
                    <a:gd name="connsiteX645" fmla="*/ 206572 w 592360"/>
                    <a:gd name="connsiteY645" fmla="*/ 1028436 h 1318781"/>
                    <a:gd name="connsiteX646" fmla="*/ 206537 w 592360"/>
                    <a:gd name="connsiteY646" fmla="*/ 1028146 h 1318781"/>
                    <a:gd name="connsiteX647" fmla="*/ 201490 w 592360"/>
                    <a:gd name="connsiteY647" fmla="*/ 1017578 h 1318781"/>
                    <a:gd name="connsiteX648" fmla="*/ 199927 w 592360"/>
                    <a:gd name="connsiteY648" fmla="*/ 1018237 h 1318781"/>
                    <a:gd name="connsiteX649" fmla="*/ 199858 w 592360"/>
                    <a:gd name="connsiteY649" fmla="*/ 1018226 h 1318781"/>
                    <a:gd name="connsiteX650" fmla="*/ 198191 w 592360"/>
                    <a:gd name="connsiteY650" fmla="*/ 1016003 h 1318781"/>
                    <a:gd name="connsiteX651" fmla="*/ 195320 w 592360"/>
                    <a:gd name="connsiteY651" fmla="*/ 1011917 h 1318781"/>
                    <a:gd name="connsiteX652" fmla="*/ 196674 w 592360"/>
                    <a:gd name="connsiteY652" fmla="*/ 1010308 h 1318781"/>
                    <a:gd name="connsiteX653" fmla="*/ 194718 w 592360"/>
                    <a:gd name="connsiteY653" fmla="*/ 1004763 h 1318781"/>
                    <a:gd name="connsiteX654" fmla="*/ 190828 w 592360"/>
                    <a:gd name="connsiteY654" fmla="*/ 996348 h 1318781"/>
                    <a:gd name="connsiteX655" fmla="*/ 187356 w 592360"/>
                    <a:gd name="connsiteY655" fmla="*/ 988812 h 1318781"/>
                    <a:gd name="connsiteX656" fmla="*/ 187726 w 592360"/>
                    <a:gd name="connsiteY656" fmla="*/ 985443 h 1318781"/>
                    <a:gd name="connsiteX657" fmla="*/ 188374 w 592360"/>
                    <a:gd name="connsiteY657" fmla="*/ 975546 h 1318781"/>
                    <a:gd name="connsiteX658" fmla="*/ 187923 w 592360"/>
                    <a:gd name="connsiteY658" fmla="*/ 973636 h 1318781"/>
                    <a:gd name="connsiteX659" fmla="*/ 188143 w 592360"/>
                    <a:gd name="connsiteY659" fmla="*/ 976066 h 1318781"/>
                    <a:gd name="connsiteX660" fmla="*/ 185445 w 592360"/>
                    <a:gd name="connsiteY660" fmla="*/ 978937 h 1318781"/>
                    <a:gd name="connsiteX661" fmla="*/ 182609 w 592360"/>
                    <a:gd name="connsiteY661" fmla="*/ 976182 h 1318781"/>
                    <a:gd name="connsiteX662" fmla="*/ 180480 w 592360"/>
                    <a:gd name="connsiteY662" fmla="*/ 971679 h 1318781"/>
                    <a:gd name="connsiteX663" fmla="*/ 174911 w 592360"/>
                    <a:gd name="connsiteY663" fmla="*/ 967442 h 1318781"/>
                    <a:gd name="connsiteX664" fmla="*/ 173615 w 592360"/>
                    <a:gd name="connsiteY664" fmla="*/ 961122 h 1318781"/>
                    <a:gd name="connsiteX665" fmla="*/ 175513 w 592360"/>
                    <a:gd name="connsiteY665" fmla="*/ 950634 h 1318781"/>
                    <a:gd name="connsiteX666" fmla="*/ 180723 w 592360"/>
                    <a:gd name="connsiteY666" fmla="*/ 940123 h 1318781"/>
                    <a:gd name="connsiteX667" fmla="*/ 189312 w 592360"/>
                    <a:gd name="connsiteY667" fmla="*/ 926869 h 1318781"/>
                    <a:gd name="connsiteX668" fmla="*/ 196316 w 592360"/>
                    <a:gd name="connsiteY668" fmla="*/ 911589 h 1318781"/>
                    <a:gd name="connsiteX669" fmla="*/ 200459 w 592360"/>
                    <a:gd name="connsiteY669" fmla="*/ 904991 h 1318781"/>
                    <a:gd name="connsiteX670" fmla="*/ 205183 w 592360"/>
                    <a:gd name="connsiteY670" fmla="*/ 901205 h 1318781"/>
                    <a:gd name="connsiteX671" fmla="*/ 212452 w 592360"/>
                    <a:gd name="connsiteY671" fmla="*/ 890648 h 1318781"/>
                    <a:gd name="connsiteX672" fmla="*/ 219050 w 592360"/>
                    <a:gd name="connsiteY672" fmla="*/ 881075 h 1318781"/>
                    <a:gd name="connsiteX673" fmla="*/ 220821 w 592360"/>
                    <a:gd name="connsiteY673" fmla="*/ 879767 h 1318781"/>
                    <a:gd name="connsiteX674" fmla="*/ 219722 w 592360"/>
                    <a:gd name="connsiteY674" fmla="*/ 876514 h 1318781"/>
                    <a:gd name="connsiteX675" fmla="*/ 223877 w 592360"/>
                    <a:gd name="connsiteY675" fmla="*/ 875588 h 1318781"/>
                    <a:gd name="connsiteX676" fmla="*/ 224074 w 592360"/>
                    <a:gd name="connsiteY676" fmla="*/ 878366 h 1318781"/>
                    <a:gd name="connsiteX677" fmla="*/ 221655 w 592360"/>
                    <a:gd name="connsiteY677" fmla="*/ 879107 h 1318781"/>
                    <a:gd name="connsiteX678" fmla="*/ 224642 w 592360"/>
                    <a:gd name="connsiteY678" fmla="*/ 878725 h 1318781"/>
                    <a:gd name="connsiteX679" fmla="*/ 226216 w 592360"/>
                    <a:gd name="connsiteY679" fmla="*/ 881862 h 1318781"/>
                    <a:gd name="connsiteX680" fmla="*/ 227825 w 592360"/>
                    <a:gd name="connsiteY680" fmla="*/ 879859 h 1318781"/>
                    <a:gd name="connsiteX681" fmla="*/ 227651 w 592360"/>
                    <a:gd name="connsiteY681" fmla="*/ 885127 h 1318781"/>
                    <a:gd name="connsiteX682" fmla="*/ 230846 w 592360"/>
                    <a:gd name="connsiteY682" fmla="*/ 887106 h 1318781"/>
                    <a:gd name="connsiteX683" fmla="*/ 230997 w 592360"/>
                    <a:gd name="connsiteY683" fmla="*/ 886955 h 1318781"/>
                    <a:gd name="connsiteX684" fmla="*/ 227732 w 592360"/>
                    <a:gd name="connsiteY684" fmla="*/ 885034 h 1318781"/>
                    <a:gd name="connsiteX685" fmla="*/ 229040 w 592360"/>
                    <a:gd name="connsiteY685" fmla="*/ 879558 h 1318781"/>
                    <a:gd name="connsiteX686" fmla="*/ 228994 w 592360"/>
                    <a:gd name="connsiteY686" fmla="*/ 879477 h 1318781"/>
                    <a:gd name="connsiteX687" fmla="*/ 228983 w 592360"/>
                    <a:gd name="connsiteY687" fmla="*/ 879454 h 1318781"/>
                    <a:gd name="connsiteX688" fmla="*/ 226586 w 592360"/>
                    <a:gd name="connsiteY688" fmla="*/ 879825 h 1318781"/>
                    <a:gd name="connsiteX689" fmla="*/ 224885 w 592360"/>
                    <a:gd name="connsiteY689" fmla="*/ 878169 h 1318781"/>
                    <a:gd name="connsiteX690" fmla="*/ 227362 w 592360"/>
                    <a:gd name="connsiteY690" fmla="*/ 876630 h 1318781"/>
                    <a:gd name="connsiteX691" fmla="*/ 227281 w 592360"/>
                    <a:gd name="connsiteY691" fmla="*/ 876491 h 1318781"/>
                    <a:gd name="connsiteX692" fmla="*/ 227026 w 592360"/>
                    <a:gd name="connsiteY692" fmla="*/ 876051 h 1318781"/>
                    <a:gd name="connsiteX693" fmla="*/ 228265 w 592360"/>
                    <a:gd name="connsiteY693" fmla="*/ 874708 h 1318781"/>
                    <a:gd name="connsiteX694" fmla="*/ 232143 w 592360"/>
                    <a:gd name="connsiteY694" fmla="*/ 876676 h 1318781"/>
                    <a:gd name="connsiteX695" fmla="*/ 228820 w 592360"/>
                    <a:gd name="connsiteY695" fmla="*/ 874766 h 1318781"/>
                    <a:gd name="connsiteX696" fmla="*/ 231795 w 592360"/>
                    <a:gd name="connsiteY696" fmla="*/ 874546 h 1318781"/>
                    <a:gd name="connsiteX697" fmla="*/ 227964 w 592360"/>
                    <a:gd name="connsiteY697" fmla="*/ 873192 h 1318781"/>
                    <a:gd name="connsiteX698" fmla="*/ 230186 w 592360"/>
                    <a:gd name="connsiteY698" fmla="*/ 872161 h 1318781"/>
                    <a:gd name="connsiteX699" fmla="*/ 227466 w 592360"/>
                    <a:gd name="connsiteY699" fmla="*/ 871964 h 1318781"/>
                    <a:gd name="connsiteX700" fmla="*/ 231448 w 592360"/>
                    <a:gd name="connsiteY700" fmla="*/ 869835 h 1318781"/>
                    <a:gd name="connsiteX701" fmla="*/ 233752 w 592360"/>
                    <a:gd name="connsiteY701" fmla="*/ 871999 h 1318781"/>
                    <a:gd name="connsiteX702" fmla="*/ 236634 w 592360"/>
                    <a:gd name="connsiteY702" fmla="*/ 872046 h 1318781"/>
                    <a:gd name="connsiteX703" fmla="*/ 233439 w 592360"/>
                    <a:gd name="connsiteY703" fmla="*/ 871467 h 1318781"/>
                    <a:gd name="connsiteX704" fmla="*/ 232687 w 592360"/>
                    <a:gd name="connsiteY704" fmla="*/ 867925 h 1318781"/>
                    <a:gd name="connsiteX705" fmla="*/ 230430 w 592360"/>
                    <a:gd name="connsiteY705" fmla="*/ 868561 h 1318781"/>
                    <a:gd name="connsiteX706" fmla="*/ 232316 w 592360"/>
                    <a:gd name="connsiteY706" fmla="*/ 866836 h 1318781"/>
                    <a:gd name="connsiteX707" fmla="*/ 229920 w 592360"/>
                    <a:gd name="connsiteY707" fmla="*/ 867681 h 1318781"/>
                    <a:gd name="connsiteX708" fmla="*/ 234331 w 592360"/>
                    <a:gd name="connsiteY708" fmla="*/ 859717 h 1318781"/>
                    <a:gd name="connsiteX709" fmla="*/ 235534 w 592360"/>
                    <a:gd name="connsiteY709" fmla="*/ 863665 h 1318781"/>
                    <a:gd name="connsiteX710" fmla="*/ 235384 w 592360"/>
                    <a:gd name="connsiteY710" fmla="*/ 860250 h 1318781"/>
                    <a:gd name="connsiteX711" fmla="*/ 236912 w 592360"/>
                    <a:gd name="connsiteY711" fmla="*/ 861720 h 1318781"/>
                    <a:gd name="connsiteX712" fmla="*/ 236924 w 592360"/>
                    <a:gd name="connsiteY712" fmla="*/ 865216 h 1318781"/>
                    <a:gd name="connsiteX713" fmla="*/ 237340 w 592360"/>
                    <a:gd name="connsiteY713" fmla="*/ 862530 h 1318781"/>
                    <a:gd name="connsiteX714" fmla="*/ 241357 w 592360"/>
                    <a:gd name="connsiteY714" fmla="*/ 866918 h 1318781"/>
                    <a:gd name="connsiteX715" fmla="*/ 239991 w 592360"/>
                    <a:gd name="connsiteY715" fmla="*/ 864718 h 1318781"/>
                    <a:gd name="connsiteX716" fmla="*/ 241276 w 592360"/>
                    <a:gd name="connsiteY716" fmla="*/ 864822 h 1318781"/>
                    <a:gd name="connsiteX717" fmla="*/ 236611 w 592360"/>
                    <a:gd name="connsiteY717" fmla="*/ 860493 h 1318781"/>
                    <a:gd name="connsiteX718" fmla="*/ 241589 w 592360"/>
                    <a:gd name="connsiteY718" fmla="*/ 859416 h 1318781"/>
                    <a:gd name="connsiteX719" fmla="*/ 242839 w 592360"/>
                    <a:gd name="connsiteY719" fmla="*/ 864926 h 1318781"/>
                    <a:gd name="connsiteX720" fmla="*/ 243082 w 592360"/>
                    <a:gd name="connsiteY720" fmla="*/ 864359 h 1318781"/>
                    <a:gd name="connsiteX721" fmla="*/ 243499 w 592360"/>
                    <a:gd name="connsiteY721" fmla="*/ 863375 h 1318781"/>
                    <a:gd name="connsiteX722" fmla="*/ 245409 w 592360"/>
                    <a:gd name="connsiteY722" fmla="*/ 866373 h 1318781"/>
                    <a:gd name="connsiteX723" fmla="*/ 243603 w 592360"/>
                    <a:gd name="connsiteY723" fmla="*/ 863132 h 1318781"/>
                    <a:gd name="connsiteX724" fmla="*/ 243082 w 592360"/>
                    <a:gd name="connsiteY724" fmla="*/ 862461 h 1318781"/>
                    <a:gd name="connsiteX725" fmla="*/ 242225 w 592360"/>
                    <a:gd name="connsiteY725" fmla="*/ 861373 h 1318781"/>
                    <a:gd name="connsiteX726" fmla="*/ 243082 w 592360"/>
                    <a:gd name="connsiteY726" fmla="*/ 861234 h 1318781"/>
                    <a:gd name="connsiteX727" fmla="*/ 243093 w 592360"/>
                    <a:gd name="connsiteY727" fmla="*/ 861234 h 1318781"/>
                    <a:gd name="connsiteX728" fmla="*/ 243916 w 592360"/>
                    <a:gd name="connsiteY728" fmla="*/ 861222 h 1318781"/>
                    <a:gd name="connsiteX729" fmla="*/ 248569 w 592360"/>
                    <a:gd name="connsiteY729" fmla="*/ 869626 h 1318781"/>
                    <a:gd name="connsiteX730" fmla="*/ 248199 w 592360"/>
                    <a:gd name="connsiteY730" fmla="*/ 868561 h 1318781"/>
                    <a:gd name="connsiteX731" fmla="*/ 247770 w 592360"/>
                    <a:gd name="connsiteY731" fmla="*/ 867438 h 1318781"/>
                    <a:gd name="connsiteX732" fmla="*/ 247550 w 592360"/>
                    <a:gd name="connsiteY732" fmla="*/ 866906 h 1318781"/>
                    <a:gd name="connsiteX733" fmla="*/ 246948 w 592360"/>
                    <a:gd name="connsiteY733" fmla="*/ 865262 h 1318781"/>
                    <a:gd name="connsiteX734" fmla="*/ 248175 w 592360"/>
                    <a:gd name="connsiteY734" fmla="*/ 865193 h 1318781"/>
                    <a:gd name="connsiteX735" fmla="*/ 246717 w 592360"/>
                    <a:gd name="connsiteY735" fmla="*/ 864672 h 1318781"/>
                    <a:gd name="connsiteX736" fmla="*/ 246427 w 592360"/>
                    <a:gd name="connsiteY736" fmla="*/ 864012 h 1318781"/>
                    <a:gd name="connsiteX737" fmla="*/ 246080 w 592360"/>
                    <a:gd name="connsiteY737" fmla="*/ 862970 h 1318781"/>
                    <a:gd name="connsiteX738" fmla="*/ 243985 w 592360"/>
                    <a:gd name="connsiteY738" fmla="*/ 860921 h 1318781"/>
                    <a:gd name="connsiteX739" fmla="*/ 243082 w 592360"/>
                    <a:gd name="connsiteY739" fmla="*/ 860424 h 1318781"/>
                    <a:gd name="connsiteX740" fmla="*/ 242642 w 592360"/>
                    <a:gd name="connsiteY740" fmla="*/ 860192 h 1318781"/>
                    <a:gd name="connsiteX741" fmla="*/ 243082 w 592360"/>
                    <a:gd name="connsiteY741" fmla="*/ 859625 h 1318781"/>
                    <a:gd name="connsiteX742" fmla="*/ 244263 w 592360"/>
                    <a:gd name="connsiteY742" fmla="*/ 858085 h 1318781"/>
                    <a:gd name="connsiteX743" fmla="*/ 245374 w 592360"/>
                    <a:gd name="connsiteY743" fmla="*/ 857807 h 1318781"/>
                    <a:gd name="connsiteX744" fmla="*/ 244714 w 592360"/>
                    <a:gd name="connsiteY744" fmla="*/ 859301 h 1318781"/>
                    <a:gd name="connsiteX745" fmla="*/ 244679 w 592360"/>
                    <a:gd name="connsiteY745" fmla="*/ 859509 h 1318781"/>
                    <a:gd name="connsiteX746" fmla="*/ 245004 w 592360"/>
                    <a:gd name="connsiteY746" fmla="*/ 860632 h 1318781"/>
                    <a:gd name="connsiteX747" fmla="*/ 245247 w 592360"/>
                    <a:gd name="connsiteY747" fmla="*/ 860725 h 1318781"/>
                    <a:gd name="connsiteX748" fmla="*/ 247145 w 592360"/>
                    <a:gd name="connsiteY748" fmla="*/ 862172 h 1318781"/>
                    <a:gd name="connsiteX749" fmla="*/ 245165 w 592360"/>
                    <a:gd name="connsiteY749" fmla="*/ 860504 h 1318781"/>
                    <a:gd name="connsiteX750" fmla="*/ 245038 w 592360"/>
                    <a:gd name="connsiteY750" fmla="*/ 860470 h 1318781"/>
                    <a:gd name="connsiteX751" fmla="*/ 244807 w 592360"/>
                    <a:gd name="connsiteY751" fmla="*/ 859544 h 1318781"/>
                    <a:gd name="connsiteX752" fmla="*/ 248129 w 592360"/>
                    <a:gd name="connsiteY752" fmla="*/ 861315 h 1318781"/>
                    <a:gd name="connsiteX753" fmla="*/ 246659 w 592360"/>
                    <a:gd name="connsiteY753" fmla="*/ 859336 h 1318781"/>
                    <a:gd name="connsiteX754" fmla="*/ 248777 w 592360"/>
                    <a:gd name="connsiteY754" fmla="*/ 857171 h 1318781"/>
                    <a:gd name="connsiteX755" fmla="*/ 250595 w 592360"/>
                    <a:gd name="connsiteY755" fmla="*/ 856858 h 1318781"/>
                    <a:gd name="connsiteX756" fmla="*/ 249946 w 592360"/>
                    <a:gd name="connsiteY756" fmla="*/ 859764 h 1318781"/>
                    <a:gd name="connsiteX757" fmla="*/ 250803 w 592360"/>
                    <a:gd name="connsiteY757" fmla="*/ 856812 h 1318781"/>
                    <a:gd name="connsiteX758" fmla="*/ 251706 w 592360"/>
                    <a:gd name="connsiteY758" fmla="*/ 859092 h 1318781"/>
                    <a:gd name="connsiteX759" fmla="*/ 252424 w 592360"/>
                    <a:gd name="connsiteY759" fmla="*/ 856685 h 1318781"/>
                    <a:gd name="connsiteX760" fmla="*/ 258733 w 592360"/>
                    <a:gd name="connsiteY760" fmla="*/ 855156 h 1318781"/>
                    <a:gd name="connsiteX761" fmla="*/ 259230 w 592360"/>
                    <a:gd name="connsiteY761" fmla="*/ 855029 h 1318781"/>
                    <a:gd name="connsiteX762" fmla="*/ 260839 w 592360"/>
                    <a:gd name="connsiteY762" fmla="*/ 855677 h 1318781"/>
                    <a:gd name="connsiteX763" fmla="*/ 263953 w 592360"/>
                    <a:gd name="connsiteY763" fmla="*/ 856916 h 1318781"/>
                    <a:gd name="connsiteX764" fmla="*/ 268514 w 592360"/>
                    <a:gd name="connsiteY764" fmla="*/ 860875 h 1318781"/>
                    <a:gd name="connsiteX765" fmla="*/ 268873 w 592360"/>
                    <a:gd name="connsiteY765" fmla="*/ 861187 h 1318781"/>
                    <a:gd name="connsiteX766" fmla="*/ 268919 w 592360"/>
                    <a:gd name="connsiteY766" fmla="*/ 861269 h 1318781"/>
                    <a:gd name="connsiteX767" fmla="*/ 270910 w 592360"/>
                    <a:gd name="connsiteY767" fmla="*/ 864707 h 1318781"/>
                    <a:gd name="connsiteX768" fmla="*/ 272461 w 592360"/>
                    <a:gd name="connsiteY768" fmla="*/ 867380 h 1318781"/>
                    <a:gd name="connsiteX769" fmla="*/ 272369 w 592360"/>
                    <a:gd name="connsiteY769" fmla="*/ 865806 h 1318781"/>
                    <a:gd name="connsiteX770" fmla="*/ 275784 w 592360"/>
                    <a:gd name="connsiteY770" fmla="*/ 864741 h 1318781"/>
                    <a:gd name="connsiteX771" fmla="*/ 272207 w 592360"/>
                    <a:gd name="connsiteY771" fmla="*/ 865598 h 1318781"/>
                    <a:gd name="connsiteX772" fmla="*/ 271246 w 592360"/>
                    <a:gd name="connsiteY772" fmla="*/ 863619 h 1318781"/>
                    <a:gd name="connsiteX773" fmla="*/ 272369 w 592360"/>
                    <a:gd name="connsiteY773" fmla="*/ 863306 h 1318781"/>
                    <a:gd name="connsiteX774" fmla="*/ 269359 w 592360"/>
                    <a:gd name="connsiteY774" fmla="*/ 860794 h 1318781"/>
                    <a:gd name="connsiteX775" fmla="*/ 273249 w 592360"/>
                    <a:gd name="connsiteY775" fmla="*/ 857032 h 1318781"/>
                    <a:gd name="connsiteX776" fmla="*/ 269232 w 592360"/>
                    <a:gd name="connsiteY776" fmla="*/ 860539 h 1318781"/>
                    <a:gd name="connsiteX777" fmla="*/ 266755 w 592360"/>
                    <a:gd name="connsiteY777" fmla="*/ 858039 h 1318781"/>
                    <a:gd name="connsiteX778" fmla="*/ 267773 w 592360"/>
                    <a:gd name="connsiteY778" fmla="*/ 858155 h 1318781"/>
                    <a:gd name="connsiteX779" fmla="*/ 269787 w 592360"/>
                    <a:gd name="connsiteY779" fmla="*/ 857194 h 1318781"/>
                    <a:gd name="connsiteX780" fmla="*/ 267576 w 592360"/>
                    <a:gd name="connsiteY780" fmla="*/ 857807 h 1318781"/>
                    <a:gd name="connsiteX781" fmla="*/ 266106 w 592360"/>
                    <a:gd name="connsiteY781" fmla="*/ 855238 h 1318781"/>
                    <a:gd name="connsiteX782" fmla="*/ 269834 w 592360"/>
                    <a:gd name="connsiteY782" fmla="*/ 852946 h 1318781"/>
                    <a:gd name="connsiteX783" fmla="*/ 265956 w 592360"/>
                    <a:gd name="connsiteY783" fmla="*/ 854983 h 1318781"/>
                    <a:gd name="connsiteX784" fmla="*/ 266176 w 592360"/>
                    <a:gd name="connsiteY784" fmla="*/ 857367 h 1318781"/>
                    <a:gd name="connsiteX785" fmla="*/ 262668 w 592360"/>
                    <a:gd name="connsiteY785" fmla="*/ 854242 h 1318781"/>
                    <a:gd name="connsiteX786" fmla="*/ 274059 w 592360"/>
                    <a:gd name="connsiteY786" fmla="*/ 849461 h 1318781"/>
                    <a:gd name="connsiteX787" fmla="*/ 275321 w 592360"/>
                    <a:gd name="connsiteY787" fmla="*/ 851707 h 1318781"/>
                    <a:gd name="connsiteX788" fmla="*/ 270632 w 592360"/>
                    <a:gd name="connsiteY788" fmla="*/ 853374 h 1318781"/>
                    <a:gd name="connsiteX789" fmla="*/ 271674 w 592360"/>
                    <a:gd name="connsiteY789" fmla="*/ 855527 h 1318781"/>
                    <a:gd name="connsiteX790" fmla="*/ 270737 w 592360"/>
                    <a:gd name="connsiteY790" fmla="*/ 853397 h 1318781"/>
                    <a:gd name="connsiteX791" fmla="*/ 275610 w 592360"/>
                    <a:gd name="connsiteY791" fmla="*/ 851938 h 1318781"/>
                    <a:gd name="connsiteX792" fmla="*/ 274858 w 592360"/>
                    <a:gd name="connsiteY792" fmla="*/ 849102 h 1318781"/>
                    <a:gd name="connsiteX793" fmla="*/ 290230 w 592360"/>
                    <a:gd name="connsiteY793" fmla="*/ 843893 h 1318781"/>
                    <a:gd name="connsiteX794" fmla="*/ 290740 w 592360"/>
                    <a:gd name="connsiteY794" fmla="*/ 846938 h 1318781"/>
                    <a:gd name="connsiteX795" fmla="*/ 290821 w 592360"/>
                    <a:gd name="connsiteY795" fmla="*/ 843939 h 1318781"/>
                    <a:gd name="connsiteX796" fmla="*/ 296840 w 592360"/>
                    <a:gd name="connsiteY796" fmla="*/ 842238 h 1318781"/>
                    <a:gd name="connsiteX797" fmla="*/ 298253 w 592360"/>
                    <a:gd name="connsiteY797" fmla="*/ 841937 h 1318781"/>
                    <a:gd name="connsiteX798" fmla="*/ 299074 w 592360"/>
                    <a:gd name="connsiteY798" fmla="*/ 841844 h 1318781"/>
                    <a:gd name="connsiteX799" fmla="*/ 300070 w 592360"/>
                    <a:gd name="connsiteY799" fmla="*/ 841728 h 1318781"/>
                    <a:gd name="connsiteX800" fmla="*/ 306205 w 592360"/>
                    <a:gd name="connsiteY800" fmla="*/ 841555 h 1318781"/>
                    <a:gd name="connsiteX801" fmla="*/ 309296 w 592360"/>
                    <a:gd name="connsiteY801" fmla="*/ 842458 h 1318781"/>
                    <a:gd name="connsiteX802" fmla="*/ 309539 w 592360"/>
                    <a:gd name="connsiteY802" fmla="*/ 842099 h 1318781"/>
                    <a:gd name="connsiteX803" fmla="*/ 306182 w 592360"/>
                    <a:gd name="connsiteY803" fmla="*/ 841080 h 1318781"/>
                    <a:gd name="connsiteX804" fmla="*/ 299341 w 592360"/>
                    <a:gd name="connsiteY804" fmla="*/ 840999 h 1318781"/>
                    <a:gd name="connsiteX805" fmla="*/ 294375 w 592360"/>
                    <a:gd name="connsiteY805" fmla="*/ 842215 h 1318781"/>
                    <a:gd name="connsiteX806" fmla="*/ 286121 w 592360"/>
                    <a:gd name="connsiteY806" fmla="*/ 843963 h 1318781"/>
                    <a:gd name="connsiteX807" fmla="*/ 285484 w 592360"/>
                    <a:gd name="connsiteY807" fmla="*/ 842122 h 1318781"/>
                    <a:gd name="connsiteX808" fmla="*/ 285287 w 592360"/>
                    <a:gd name="connsiteY808" fmla="*/ 841682 h 1318781"/>
                    <a:gd name="connsiteX809" fmla="*/ 284234 w 592360"/>
                    <a:gd name="connsiteY809" fmla="*/ 839228 h 1318781"/>
                    <a:gd name="connsiteX810" fmla="*/ 284061 w 592360"/>
                    <a:gd name="connsiteY810" fmla="*/ 839228 h 1318781"/>
                    <a:gd name="connsiteX811" fmla="*/ 284558 w 592360"/>
                    <a:gd name="connsiteY811" fmla="*/ 840443 h 1318781"/>
                    <a:gd name="connsiteX812" fmla="*/ 285345 w 592360"/>
                    <a:gd name="connsiteY812" fmla="*/ 842365 h 1318781"/>
                    <a:gd name="connsiteX813" fmla="*/ 285357 w 592360"/>
                    <a:gd name="connsiteY813" fmla="*/ 842377 h 1318781"/>
                    <a:gd name="connsiteX814" fmla="*/ 285913 w 592360"/>
                    <a:gd name="connsiteY814" fmla="*/ 843986 h 1318781"/>
                    <a:gd name="connsiteX815" fmla="*/ 284269 w 592360"/>
                    <a:gd name="connsiteY815" fmla="*/ 844599 h 1318781"/>
                    <a:gd name="connsiteX816" fmla="*/ 284003 w 592360"/>
                    <a:gd name="connsiteY816" fmla="*/ 844692 h 1318781"/>
                    <a:gd name="connsiteX817" fmla="*/ 281097 w 592360"/>
                    <a:gd name="connsiteY817" fmla="*/ 845699 h 1318781"/>
                    <a:gd name="connsiteX818" fmla="*/ 279754 w 592360"/>
                    <a:gd name="connsiteY818" fmla="*/ 844541 h 1318781"/>
                    <a:gd name="connsiteX819" fmla="*/ 280634 w 592360"/>
                    <a:gd name="connsiteY819" fmla="*/ 845942 h 1318781"/>
                    <a:gd name="connsiteX820" fmla="*/ 274800 w 592360"/>
                    <a:gd name="connsiteY820" fmla="*/ 847921 h 1318781"/>
                    <a:gd name="connsiteX821" fmla="*/ 274105 w 592360"/>
                    <a:gd name="connsiteY821" fmla="*/ 846185 h 1318781"/>
                    <a:gd name="connsiteX822" fmla="*/ 273932 w 592360"/>
                    <a:gd name="connsiteY822" fmla="*/ 848431 h 1318781"/>
                    <a:gd name="connsiteX823" fmla="*/ 262379 w 592360"/>
                    <a:gd name="connsiteY823" fmla="*/ 852367 h 1318781"/>
                    <a:gd name="connsiteX824" fmla="*/ 261418 w 592360"/>
                    <a:gd name="connsiteY824" fmla="*/ 845248 h 1318781"/>
                    <a:gd name="connsiteX825" fmla="*/ 262055 w 592360"/>
                    <a:gd name="connsiteY825" fmla="*/ 852402 h 1318781"/>
                    <a:gd name="connsiteX826" fmla="*/ 259855 w 592360"/>
                    <a:gd name="connsiteY826" fmla="*/ 852969 h 1318781"/>
                    <a:gd name="connsiteX827" fmla="*/ 255306 w 592360"/>
                    <a:gd name="connsiteY827" fmla="*/ 852818 h 1318781"/>
                    <a:gd name="connsiteX828" fmla="*/ 248592 w 592360"/>
                    <a:gd name="connsiteY828" fmla="*/ 855087 h 1318781"/>
                    <a:gd name="connsiteX829" fmla="*/ 246971 w 592360"/>
                    <a:gd name="connsiteY829" fmla="*/ 853929 h 1318781"/>
                    <a:gd name="connsiteX830" fmla="*/ 248337 w 592360"/>
                    <a:gd name="connsiteY830" fmla="*/ 855133 h 1318781"/>
                    <a:gd name="connsiteX831" fmla="*/ 246867 w 592360"/>
                    <a:gd name="connsiteY831" fmla="*/ 855504 h 1318781"/>
                    <a:gd name="connsiteX832" fmla="*/ 246208 w 592360"/>
                    <a:gd name="connsiteY832" fmla="*/ 853362 h 1318781"/>
                    <a:gd name="connsiteX833" fmla="*/ 246578 w 592360"/>
                    <a:gd name="connsiteY833" fmla="*/ 855539 h 1318781"/>
                    <a:gd name="connsiteX834" fmla="*/ 243082 w 592360"/>
                    <a:gd name="connsiteY834" fmla="*/ 855770 h 1318781"/>
                    <a:gd name="connsiteX835" fmla="*/ 236727 w 592360"/>
                    <a:gd name="connsiteY835" fmla="*/ 856164 h 1318781"/>
                    <a:gd name="connsiteX836" fmla="*/ 236576 w 592360"/>
                    <a:gd name="connsiteY836" fmla="*/ 855608 h 1318781"/>
                    <a:gd name="connsiteX837" fmla="*/ 238197 w 592360"/>
                    <a:gd name="connsiteY837" fmla="*/ 855064 h 1318781"/>
                    <a:gd name="connsiteX838" fmla="*/ 236553 w 592360"/>
                    <a:gd name="connsiteY838" fmla="*/ 855539 h 1318781"/>
                    <a:gd name="connsiteX839" fmla="*/ 235129 w 592360"/>
                    <a:gd name="connsiteY839" fmla="*/ 855897 h 1318781"/>
                    <a:gd name="connsiteX840" fmla="*/ 236483 w 592360"/>
                    <a:gd name="connsiteY840" fmla="*/ 855307 h 1318781"/>
                    <a:gd name="connsiteX841" fmla="*/ 236472 w 592360"/>
                    <a:gd name="connsiteY841" fmla="*/ 855249 h 1318781"/>
                    <a:gd name="connsiteX842" fmla="*/ 234180 w 592360"/>
                    <a:gd name="connsiteY842" fmla="*/ 855677 h 1318781"/>
                    <a:gd name="connsiteX843" fmla="*/ 236333 w 592360"/>
                    <a:gd name="connsiteY843" fmla="*/ 854786 h 1318781"/>
                    <a:gd name="connsiteX844" fmla="*/ 239250 w 592360"/>
                    <a:gd name="connsiteY844" fmla="*/ 854161 h 1318781"/>
                    <a:gd name="connsiteX845" fmla="*/ 236322 w 592360"/>
                    <a:gd name="connsiteY845" fmla="*/ 854694 h 1318781"/>
                    <a:gd name="connsiteX846" fmla="*/ 234875 w 592360"/>
                    <a:gd name="connsiteY846" fmla="*/ 854508 h 1318781"/>
                    <a:gd name="connsiteX847" fmla="*/ 235766 w 592360"/>
                    <a:gd name="connsiteY847" fmla="*/ 852783 h 1318781"/>
                    <a:gd name="connsiteX848" fmla="*/ 235754 w 592360"/>
                    <a:gd name="connsiteY848" fmla="*/ 852737 h 1318781"/>
                    <a:gd name="connsiteX849" fmla="*/ 233925 w 592360"/>
                    <a:gd name="connsiteY849" fmla="*/ 855585 h 1318781"/>
                    <a:gd name="connsiteX850" fmla="*/ 233138 w 592360"/>
                    <a:gd name="connsiteY850" fmla="*/ 854971 h 1318781"/>
                    <a:gd name="connsiteX851" fmla="*/ 232687 w 592360"/>
                    <a:gd name="connsiteY851" fmla="*/ 855666 h 1318781"/>
                    <a:gd name="connsiteX852" fmla="*/ 229689 w 592360"/>
                    <a:gd name="connsiteY852" fmla="*/ 855376 h 1318781"/>
                    <a:gd name="connsiteX853" fmla="*/ 229619 w 592360"/>
                    <a:gd name="connsiteY853" fmla="*/ 854450 h 1318781"/>
                    <a:gd name="connsiteX854" fmla="*/ 233740 w 592360"/>
                    <a:gd name="connsiteY854" fmla="*/ 853235 h 1318781"/>
                    <a:gd name="connsiteX855" fmla="*/ 231981 w 592360"/>
                    <a:gd name="connsiteY855" fmla="*/ 853536 h 1318781"/>
                    <a:gd name="connsiteX856" fmla="*/ 235234 w 592360"/>
                    <a:gd name="connsiteY856" fmla="*/ 850827 h 1318781"/>
                    <a:gd name="connsiteX857" fmla="*/ 236426 w 592360"/>
                    <a:gd name="connsiteY857" fmla="*/ 851209 h 1318781"/>
                    <a:gd name="connsiteX858" fmla="*/ 235071 w 592360"/>
                    <a:gd name="connsiteY858" fmla="*/ 850353 h 1318781"/>
                    <a:gd name="connsiteX859" fmla="*/ 234782 w 592360"/>
                    <a:gd name="connsiteY859" fmla="*/ 849912 h 1318781"/>
                    <a:gd name="connsiteX860" fmla="*/ 234180 w 592360"/>
                    <a:gd name="connsiteY860" fmla="*/ 848419 h 1318781"/>
                    <a:gd name="connsiteX861" fmla="*/ 234597 w 592360"/>
                    <a:gd name="connsiteY861" fmla="*/ 850213 h 1318781"/>
                    <a:gd name="connsiteX862" fmla="*/ 231332 w 592360"/>
                    <a:gd name="connsiteY862" fmla="*/ 850213 h 1318781"/>
                    <a:gd name="connsiteX863" fmla="*/ 234458 w 592360"/>
                    <a:gd name="connsiteY863" fmla="*/ 850434 h 1318781"/>
                    <a:gd name="connsiteX864" fmla="*/ 232872 w 592360"/>
                    <a:gd name="connsiteY864" fmla="*/ 852552 h 1318781"/>
                    <a:gd name="connsiteX865" fmla="*/ 229596 w 592360"/>
                    <a:gd name="connsiteY865" fmla="*/ 854103 h 1318781"/>
                    <a:gd name="connsiteX866" fmla="*/ 219004 w 592360"/>
                    <a:gd name="connsiteY866" fmla="*/ 854219 h 1318781"/>
                    <a:gd name="connsiteX867" fmla="*/ 211792 w 592360"/>
                    <a:gd name="connsiteY867" fmla="*/ 852772 h 1318781"/>
                    <a:gd name="connsiteX868" fmla="*/ 202763 w 592360"/>
                    <a:gd name="connsiteY868" fmla="*/ 848906 h 1318781"/>
                    <a:gd name="connsiteX869" fmla="*/ 200054 w 592360"/>
                    <a:gd name="connsiteY869" fmla="*/ 845919 h 1318781"/>
                    <a:gd name="connsiteX870" fmla="*/ 198561 w 592360"/>
                    <a:gd name="connsiteY870" fmla="*/ 846243 h 1318781"/>
                    <a:gd name="connsiteX871" fmla="*/ 194625 w 592360"/>
                    <a:gd name="connsiteY871" fmla="*/ 839251 h 1318781"/>
                    <a:gd name="connsiteX872" fmla="*/ 193109 w 592360"/>
                    <a:gd name="connsiteY872" fmla="*/ 837642 h 1318781"/>
                    <a:gd name="connsiteX873" fmla="*/ 192599 w 592360"/>
                    <a:gd name="connsiteY873" fmla="*/ 829041 h 1318781"/>
                    <a:gd name="connsiteX874" fmla="*/ 191998 w 592360"/>
                    <a:gd name="connsiteY874" fmla="*/ 824654 h 1318781"/>
                    <a:gd name="connsiteX875" fmla="*/ 192820 w 592360"/>
                    <a:gd name="connsiteY875" fmla="*/ 818148 h 1318781"/>
                    <a:gd name="connsiteX876" fmla="*/ 191315 w 592360"/>
                    <a:gd name="connsiteY876" fmla="*/ 817998 h 1318781"/>
                    <a:gd name="connsiteX877" fmla="*/ 192750 w 592360"/>
                    <a:gd name="connsiteY877" fmla="*/ 817917 h 1318781"/>
                    <a:gd name="connsiteX878" fmla="*/ 192623 w 592360"/>
                    <a:gd name="connsiteY878" fmla="*/ 816146 h 1318781"/>
                    <a:gd name="connsiteX879" fmla="*/ 193097 w 592360"/>
                    <a:gd name="connsiteY879" fmla="*/ 808587 h 1318781"/>
                    <a:gd name="connsiteX880" fmla="*/ 193051 w 592360"/>
                    <a:gd name="connsiteY880" fmla="*/ 804003 h 1318781"/>
                    <a:gd name="connsiteX881" fmla="*/ 193190 w 592360"/>
                    <a:gd name="connsiteY881" fmla="*/ 798377 h 1318781"/>
                    <a:gd name="connsiteX882" fmla="*/ 193560 w 592360"/>
                    <a:gd name="connsiteY882" fmla="*/ 791049 h 1318781"/>
                    <a:gd name="connsiteX883" fmla="*/ 194625 w 592360"/>
                    <a:gd name="connsiteY883" fmla="*/ 784937 h 1318781"/>
                    <a:gd name="connsiteX884" fmla="*/ 195204 w 592360"/>
                    <a:gd name="connsiteY884" fmla="*/ 781673 h 1318781"/>
                    <a:gd name="connsiteX885" fmla="*/ 196037 w 592360"/>
                    <a:gd name="connsiteY885" fmla="*/ 776498 h 1318781"/>
                    <a:gd name="connsiteX886" fmla="*/ 196559 w 592360"/>
                    <a:gd name="connsiteY886" fmla="*/ 770884 h 1318781"/>
                    <a:gd name="connsiteX887" fmla="*/ 196559 w 592360"/>
                    <a:gd name="connsiteY887" fmla="*/ 770791 h 1318781"/>
                    <a:gd name="connsiteX888" fmla="*/ 196952 w 592360"/>
                    <a:gd name="connsiteY888" fmla="*/ 761415 h 1318781"/>
                    <a:gd name="connsiteX889" fmla="*/ 196176 w 592360"/>
                    <a:gd name="connsiteY889" fmla="*/ 745209 h 1318781"/>
                    <a:gd name="connsiteX890" fmla="*/ 198920 w 592360"/>
                    <a:gd name="connsiteY890" fmla="*/ 742442 h 1318781"/>
                    <a:gd name="connsiteX891" fmla="*/ 205518 w 592360"/>
                    <a:gd name="connsiteY891" fmla="*/ 741203 h 1318781"/>
                    <a:gd name="connsiteX892" fmla="*/ 211549 w 592360"/>
                    <a:gd name="connsiteY892" fmla="*/ 740231 h 1318781"/>
                    <a:gd name="connsiteX893" fmla="*/ 212255 w 592360"/>
                    <a:gd name="connsiteY893" fmla="*/ 742616 h 1318781"/>
                    <a:gd name="connsiteX894" fmla="*/ 210797 w 592360"/>
                    <a:gd name="connsiteY894" fmla="*/ 744607 h 1318781"/>
                    <a:gd name="connsiteX895" fmla="*/ 209245 w 592360"/>
                    <a:gd name="connsiteY895" fmla="*/ 745047 h 1318781"/>
                    <a:gd name="connsiteX896" fmla="*/ 211595 w 592360"/>
                    <a:gd name="connsiteY896" fmla="*/ 745765 h 1318781"/>
                    <a:gd name="connsiteX897" fmla="*/ 211387 w 592360"/>
                    <a:gd name="connsiteY897" fmla="*/ 754875 h 1318781"/>
                    <a:gd name="connsiteX898" fmla="*/ 210449 w 592360"/>
                    <a:gd name="connsiteY898" fmla="*/ 755743 h 1318781"/>
                    <a:gd name="connsiteX899" fmla="*/ 210565 w 592360"/>
                    <a:gd name="connsiteY899" fmla="*/ 752270 h 1318781"/>
                    <a:gd name="connsiteX900" fmla="*/ 210253 w 592360"/>
                    <a:gd name="connsiteY900" fmla="*/ 755511 h 1318781"/>
                    <a:gd name="connsiteX901" fmla="*/ 208227 w 592360"/>
                    <a:gd name="connsiteY901" fmla="*/ 754076 h 1318781"/>
                    <a:gd name="connsiteX902" fmla="*/ 210264 w 592360"/>
                    <a:gd name="connsiteY902" fmla="*/ 755882 h 1318781"/>
                    <a:gd name="connsiteX903" fmla="*/ 211364 w 592360"/>
                    <a:gd name="connsiteY903" fmla="*/ 756287 h 1318781"/>
                    <a:gd name="connsiteX904" fmla="*/ 212279 w 592360"/>
                    <a:gd name="connsiteY904" fmla="*/ 760836 h 1318781"/>
                    <a:gd name="connsiteX905" fmla="*/ 219189 w 592360"/>
                    <a:gd name="connsiteY905" fmla="*/ 768430 h 1318781"/>
                    <a:gd name="connsiteX906" fmla="*/ 221632 w 592360"/>
                    <a:gd name="connsiteY906" fmla="*/ 768696 h 1318781"/>
                    <a:gd name="connsiteX907" fmla="*/ 224051 w 592360"/>
                    <a:gd name="connsiteY907" fmla="*/ 772215 h 1318781"/>
                    <a:gd name="connsiteX908" fmla="*/ 220486 w 592360"/>
                    <a:gd name="connsiteY908" fmla="*/ 774033 h 1318781"/>
                    <a:gd name="connsiteX909" fmla="*/ 221204 w 592360"/>
                    <a:gd name="connsiteY909" fmla="*/ 778964 h 1318781"/>
                    <a:gd name="connsiteX910" fmla="*/ 220764 w 592360"/>
                    <a:gd name="connsiteY910" fmla="*/ 779230 h 1318781"/>
                    <a:gd name="connsiteX911" fmla="*/ 219617 w 592360"/>
                    <a:gd name="connsiteY911" fmla="*/ 781140 h 1318781"/>
                    <a:gd name="connsiteX912" fmla="*/ 219398 w 592360"/>
                    <a:gd name="connsiteY912" fmla="*/ 781499 h 1318781"/>
                    <a:gd name="connsiteX913" fmla="*/ 219861 w 592360"/>
                    <a:gd name="connsiteY913" fmla="*/ 780851 h 1318781"/>
                    <a:gd name="connsiteX914" fmla="*/ 220995 w 592360"/>
                    <a:gd name="connsiteY914" fmla="*/ 779254 h 1318781"/>
                    <a:gd name="connsiteX915" fmla="*/ 221192 w 592360"/>
                    <a:gd name="connsiteY915" fmla="*/ 779277 h 1318781"/>
                    <a:gd name="connsiteX916" fmla="*/ 227014 w 592360"/>
                    <a:gd name="connsiteY916" fmla="*/ 779855 h 1318781"/>
                    <a:gd name="connsiteX917" fmla="*/ 228647 w 592360"/>
                    <a:gd name="connsiteY917" fmla="*/ 781800 h 1318781"/>
                    <a:gd name="connsiteX918" fmla="*/ 231170 w 592360"/>
                    <a:gd name="connsiteY918" fmla="*/ 784798 h 1318781"/>
                    <a:gd name="connsiteX919" fmla="*/ 231286 w 592360"/>
                    <a:gd name="connsiteY919" fmla="*/ 784937 h 1318781"/>
                    <a:gd name="connsiteX920" fmla="*/ 232501 w 592360"/>
                    <a:gd name="connsiteY920" fmla="*/ 786373 h 1318781"/>
                    <a:gd name="connsiteX921" fmla="*/ 233161 w 592360"/>
                    <a:gd name="connsiteY921" fmla="*/ 785759 h 1318781"/>
                    <a:gd name="connsiteX922" fmla="*/ 234018 w 592360"/>
                    <a:gd name="connsiteY922" fmla="*/ 784937 h 1318781"/>
                    <a:gd name="connsiteX923" fmla="*/ 234967 w 592360"/>
                    <a:gd name="connsiteY923" fmla="*/ 784046 h 1318781"/>
                    <a:gd name="connsiteX924" fmla="*/ 236217 w 592360"/>
                    <a:gd name="connsiteY924" fmla="*/ 782853 h 1318781"/>
                    <a:gd name="connsiteX925" fmla="*/ 238567 w 592360"/>
                    <a:gd name="connsiteY925" fmla="*/ 782772 h 1318781"/>
                    <a:gd name="connsiteX926" fmla="*/ 239760 w 592360"/>
                    <a:gd name="connsiteY926" fmla="*/ 782726 h 1318781"/>
                    <a:gd name="connsiteX927" fmla="*/ 240639 w 592360"/>
                    <a:gd name="connsiteY927" fmla="*/ 782703 h 1318781"/>
                    <a:gd name="connsiteX928" fmla="*/ 242931 w 592360"/>
                    <a:gd name="connsiteY928" fmla="*/ 781198 h 1318781"/>
                    <a:gd name="connsiteX929" fmla="*/ 243082 w 592360"/>
                    <a:gd name="connsiteY929" fmla="*/ 781036 h 1318781"/>
                    <a:gd name="connsiteX930" fmla="*/ 245686 w 592360"/>
                    <a:gd name="connsiteY930" fmla="*/ 778131 h 1318781"/>
                    <a:gd name="connsiteX931" fmla="*/ 249217 w 592360"/>
                    <a:gd name="connsiteY931" fmla="*/ 780492 h 1318781"/>
                    <a:gd name="connsiteX932" fmla="*/ 249784 w 592360"/>
                    <a:gd name="connsiteY932" fmla="*/ 780203 h 1318781"/>
                    <a:gd name="connsiteX933" fmla="*/ 252470 w 592360"/>
                    <a:gd name="connsiteY933" fmla="*/ 778825 h 1318781"/>
                    <a:gd name="connsiteX934" fmla="*/ 252898 w 592360"/>
                    <a:gd name="connsiteY934" fmla="*/ 779114 h 1318781"/>
                    <a:gd name="connsiteX935" fmla="*/ 254287 w 592360"/>
                    <a:gd name="connsiteY935" fmla="*/ 780041 h 1318781"/>
                    <a:gd name="connsiteX936" fmla="*/ 254635 w 592360"/>
                    <a:gd name="connsiteY936" fmla="*/ 780272 h 1318781"/>
                    <a:gd name="connsiteX937" fmla="*/ 254693 w 592360"/>
                    <a:gd name="connsiteY937" fmla="*/ 780191 h 1318781"/>
                    <a:gd name="connsiteX938" fmla="*/ 253871 w 592360"/>
                    <a:gd name="connsiteY938" fmla="*/ 779624 h 1318781"/>
                    <a:gd name="connsiteX939" fmla="*/ 253049 w 592360"/>
                    <a:gd name="connsiteY939" fmla="*/ 779068 h 1318781"/>
                    <a:gd name="connsiteX940" fmla="*/ 252528 w 592360"/>
                    <a:gd name="connsiteY940" fmla="*/ 778709 h 1318781"/>
                    <a:gd name="connsiteX941" fmla="*/ 249148 w 592360"/>
                    <a:gd name="connsiteY941" fmla="*/ 780342 h 1318781"/>
                    <a:gd name="connsiteX942" fmla="*/ 247469 w 592360"/>
                    <a:gd name="connsiteY942" fmla="*/ 778015 h 1318781"/>
                    <a:gd name="connsiteX943" fmla="*/ 246451 w 592360"/>
                    <a:gd name="connsiteY943" fmla="*/ 777934 h 1318781"/>
                    <a:gd name="connsiteX944" fmla="*/ 246173 w 592360"/>
                    <a:gd name="connsiteY944" fmla="*/ 777922 h 1318781"/>
                    <a:gd name="connsiteX945" fmla="*/ 244621 w 592360"/>
                    <a:gd name="connsiteY945" fmla="*/ 777795 h 1318781"/>
                    <a:gd name="connsiteX946" fmla="*/ 244332 w 592360"/>
                    <a:gd name="connsiteY946" fmla="*/ 778258 h 1318781"/>
                    <a:gd name="connsiteX947" fmla="*/ 243591 w 592360"/>
                    <a:gd name="connsiteY947" fmla="*/ 779415 h 1318781"/>
                    <a:gd name="connsiteX948" fmla="*/ 243082 w 592360"/>
                    <a:gd name="connsiteY948" fmla="*/ 780214 h 1318781"/>
                    <a:gd name="connsiteX949" fmla="*/ 242665 w 592360"/>
                    <a:gd name="connsiteY949" fmla="*/ 780862 h 1318781"/>
                    <a:gd name="connsiteX950" fmla="*/ 239320 w 592360"/>
                    <a:gd name="connsiteY950" fmla="*/ 782610 h 1318781"/>
                    <a:gd name="connsiteX951" fmla="*/ 235083 w 592360"/>
                    <a:gd name="connsiteY951" fmla="*/ 781950 h 1318781"/>
                    <a:gd name="connsiteX952" fmla="*/ 232363 w 592360"/>
                    <a:gd name="connsiteY952" fmla="*/ 784937 h 1318781"/>
                    <a:gd name="connsiteX953" fmla="*/ 232247 w 592360"/>
                    <a:gd name="connsiteY953" fmla="*/ 785064 h 1318781"/>
                    <a:gd name="connsiteX954" fmla="*/ 232143 w 592360"/>
                    <a:gd name="connsiteY954" fmla="*/ 784937 h 1318781"/>
                    <a:gd name="connsiteX955" fmla="*/ 229538 w 592360"/>
                    <a:gd name="connsiteY955" fmla="*/ 781812 h 1318781"/>
                    <a:gd name="connsiteX956" fmla="*/ 228323 w 592360"/>
                    <a:gd name="connsiteY956" fmla="*/ 780087 h 1318781"/>
                    <a:gd name="connsiteX957" fmla="*/ 228045 w 592360"/>
                    <a:gd name="connsiteY957" fmla="*/ 779693 h 1318781"/>
                    <a:gd name="connsiteX958" fmla="*/ 227524 w 592360"/>
                    <a:gd name="connsiteY958" fmla="*/ 778953 h 1318781"/>
                    <a:gd name="connsiteX959" fmla="*/ 222766 w 592360"/>
                    <a:gd name="connsiteY959" fmla="*/ 777702 h 1318781"/>
                    <a:gd name="connsiteX960" fmla="*/ 226100 w 592360"/>
                    <a:gd name="connsiteY960" fmla="*/ 769819 h 1318781"/>
                    <a:gd name="connsiteX961" fmla="*/ 218483 w 592360"/>
                    <a:gd name="connsiteY961" fmla="*/ 762827 h 1318781"/>
                    <a:gd name="connsiteX962" fmla="*/ 218981 w 592360"/>
                    <a:gd name="connsiteY962" fmla="*/ 759424 h 1318781"/>
                    <a:gd name="connsiteX963" fmla="*/ 218136 w 592360"/>
                    <a:gd name="connsiteY963" fmla="*/ 761172 h 1318781"/>
                    <a:gd name="connsiteX964" fmla="*/ 216944 w 592360"/>
                    <a:gd name="connsiteY964" fmla="*/ 760142 h 1318781"/>
                    <a:gd name="connsiteX965" fmla="*/ 218020 w 592360"/>
                    <a:gd name="connsiteY965" fmla="*/ 759459 h 1318781"/>
                    <a:gd name="connsiteX966" fmla="*/ 216434 w 592360"/>
                    <a:gd name="connsiteY966" fmla="*/ 759424 h 1318781"/>
                    <a:gd name="connsiteX967" fmla="*/ 215346 w 592360"/>
                    <a:gd name="connsiteY967" fmla="*/ 753486 h 1318781"/>
                    <a:gd name="connsiteX968" fmla="*/ 215925 w 592360"/>
                    <a:gd name="connsiteY968" fmla="*/ 753543 h 1318781"/>
                    <a:gd name="connsiteX969" fmla="*/ 217036 w 592360"/>
                    <a:gd name="connsiteY969" fmla="*/ 752687 h 1318781"/>
                    <a:gd name="connsiteX970" fmla="*/ 218691 w 592360"/>
                    <a:gd name="connsiteY970" fmla="*/ 754342 h 1318781"/>
                    <a:gd name="connsiteX971" fmla="*/ 217152 w 592360"/>
                    <a:gd name="connsiteY971" fmla="*/ 752606 h 1318781"/>
                    <a:gd name="connsiteX972" fmla="*/ 216249 w 592360"/>
                    <a:gd name="connsiteY972" fmla="*/ 751900 h 1318781"/>
                    <a:gd name="connsiteX973" fmla="*/ 216075 w 592360"/>
                    <a:gd name="connsiteY973" fmla="*/ 752617 h 1318781"/>
                    <a:gd name="connsiteX974" fmla="*/ 214640 w 592360"/>
                    <a:gd name="connsiteY974" fmla="*/ 751517 h 1318781"/>
                    <a:gd name="connsiteX975" fmla="*/ 214837 w 592360"/>
                    <a:gd name="connsiteY975" fmla="*/ 738495 h 1318781"/>
                    <a:gd name="connsiteX976" fmla="*/ 238833 w 592360"/>
                    <a:gd name="connsiteY976" fmla="*/ 727637 h 1318781"/>
                    <a:gd name="connsiteX977" fmla="*/ 243082 w 592360"/>
                    <a:gd name="connsiteY977" fmla="*/ 726907 h 1318781"/>
                    <a:gd name="connsiteX978" fmla="*/ 243337 w 592360"/>
                    <a:gd name="connsiteY978" fmla="*/ 726872 h 1318781"/>
                    <a:gd name="connsiteX979" fmla="*/ 243626 w 592360"/>
                    <a:gd name="connsiteY979" fmla="*/ 730253 h 1318781"/>
                    <a:gd name="connsiteX980" fmla="*/ 243082 w 592360"/>
                    <a:gd name="connsiteY980" fmla="*/ 730183 h 1318781"/>
                    <a:gd name="connsiteX981" fmla="*/ 240906 w 592360"/>
                    <a:gd name="connsiteY981" fmla="*/ 729952 h 1318781"/>
                    <a:gd name="connsiteX982" fmla="*/ 243082 w 592360"/>
                    <a:gd name="connsiteY982" fmla="*/ 730507 h 1318781"/>
                    <a:gd name="connsiteX983" fmla="*/ 243823 w 592360"/>
                    <a:gd name="connsiteY983" fmla="*/ 730704 h 1318781"/>
                    <a:gd name="connsiteX984" fmla="*/ 243082 w 592360"/>
                    <a:gd name="connsiteY984" fmla="*/ 731237 h 1318781"/>
                    <a:gd name="connsiteX985" fmla="*/ 241901 w 592360"/>
                    <a:gd name="connsiteY985" fmla="*/ 732093 h 1318781"/>
                    <a:gd name="connsiteX986" fmla="*/ 243082 w 592360"/>
                    <a:gd name="connsiteY986" fmla="*/ 731677 h 1318781"/>
                    <a:gd name="connsiteX987" fmla="*/ 244182 w 592360"/>
                    <a:gd name="connsiteY987" fmla="*/ 731283 h 1318781"/>
                    <a:gd name="connsiteX988" fmla="*/ 246752 w 592360"/>
                    <a:gd name="connsiteY988" fmla="*/ 734559 h 1318781"/>
                    <a:gd name="connsiteX989" fmla="*/ 246612 w 592360"/>
                    <a:gd name="connsiteY989" fmla="*/ 733344 h 1318781"/>
                    <a:gd name="connsiteX990" fmla="*/ 248418 w 592360"/>
                    <a:gd name="connsiteY990" fmla="*/ 734628 h 1318781"/>
                    <a:gd name="connsiteX991" fmla="*/ 248743 w 592360"/>
                    <a:gd name="connsiteY991" fmla="*/ 733066 h 1318781"/>
                    <a:gd name="connsiteX992" fmla="*/ 248789 w 592360"/>
                    <a:gd name="connsiteY992" fmla="*/ 734605 h 1318781"/>
                    <a:gd name="connsiteX993" fmla="*/ 249588 w 592360"/>
                    <a:gd name="connsiteY993" fmla="*/ 733043 h 1318781"/>
                    <a:gd name="connsiteX994" fmla="*/ 251498 w 592360"/>
                    <a:gd name="connsiteY994" fmla="*/ 734049 h 1318781"/>
                    <a:gd name="connsiteX995" fmla="*/ 251197 w 592360"/>
                    <a:gd name="connsiteY995" fmla="*/ 732487 h 1318781"/>
                    <a:gd name="connsiteX996" fmla="*/ 253084 w 592360"/>
                    <a:gd name="connsiteY996" fmla="*/ 732811 h 1318781"/>
                    <a:gd name="connsiteX997" fmla="*/ 253477 w 592360"/>
                    <a:gd name="connsiteY997" fmla="*/ 731422 h 1318781"/>
                    <a:gd name="connsiteX998" fmla="*/ 250305 w 592360"/>
                    <a:gd name="connsiteY998" fmla="*/ 730484 h 1318781"/>
                    <a:gd name="connsiteX999" fmla="*/ 252424 w 592360"/>
                    <a:gd name="connsiteY999" fmla="*/ 729581 h 1318781"/>
                    <a:gd name="connsiteX1000" fmla="*/ 252597 w 592360"/>
                    <a:gd name="connsiteY1000" fmla="*/ 729628 h 1318781"/>
                    <a:gd name="connsiteX1001" fmla="*/ 254264 w 592360"/>
                    <a:gd name="connsiteY1001" fmla="*/ 730056 h 1318781"/>
                    <a:gd name="connsiteX1002" fmla="*/ 254206 w 592360"/>
                    <a:gd name="connsiteY1002" fmla="*/ 730322 h 1318781"/>
                    <a:gd name="connsiteX1003" fmla="*/ 253998 w 592360"/>
                    <a:gd name="connsiteY1003" fmla="*/ 731503 h 1318781"/>
                    <a:gd name="connsiteX1004" fmla="*/ 254484 w 592360"/>
                    <a:gd name="connsiteY1004" fmla="*/ 730368 h 1318781"/>
                    <a:gd name="connsiteX1005" fmla="*/ 254611 w 592360"/>
                    <a:gd name="connsiteY1005" fmla="*/ 730079 h 1318781"/>
                    <a:gd name="connsiteX1006" fmla="*/ 257378 w 592360"/>
                    <a:gd name="connsiteY1006" fmla="*/ 730392 h 1318781"/>
                    <a:gd name="connsiteX1007" fmla="*/ 256012 w 592360"/>
                    <a:gd name="connsiteY1007" fmla="*/ 729454 h 1318781"/>
                    <a:gd name="connsiteX1008" fmla="*/ 256788 w 592360"/>
                    <a:gd name="connsiteY1008" fmla="*/ 727173 h 1318781"/>
                    <a:gd name="connsiteX1009" fmla="*/ 260399 w 592360"/>
                    <a:gd name="connsiteY1009" fmla="*/ 726340 h 1318781"/>
                    <a:gd name="connsiteX1010" fmla="*/ 257066 w 592360"/>
                    <a:gd name="connsiteY1010" fmla="*/ 726514 h 1318781"/>
                    <a:gd name="connsiteX1011" fmla="*/ 260689 w 592360"/>
                    <a:gd name="connsiteY1011" fmla="*/ 724963 h 1318781"/>
                    <a:gd name="connsiteX1012" fmla="*/ 261881 w 592360"/>
                    <a:gd name="connsiteY1012" fmla="*/ 720853 h 1318781"/>
                    <a:gd name="connsiteX1013" fmla="*/ 263282 w 592360"/>
                    <a:gd name="connsiteY1013" fmla="*/ 722960 h 1318781"/>
                    <a:gd name="connsiteX1014" fmla="*/ 263455 w 592360"/>
                    <a:gd name="connsiteY1014" fmla="*/ 719013 h 1318781"/>
                    <a:gd name="connsiteX1015" fmla="*/ 270876 w 592360"/>
                    <a:gd name="connsiteY1015" fmla="*/ 725576 h 1318781"/>
                    <a:gd name="connsiteX1016" fmla="*/ 264532 w 592360"/>
                    <a:gd name="connsiteY1016" fmla="*/ 719001 h 1318781"/>
                    <a:gd name="connsiteX1017" fmla="*/ 266477 w 592360"/>
                    <a:gd name="connsiteY1017" fmla="*/ 719151 h 1318781"/>
                    <a:gd name="connsiteX1018" fmla="*/ 269023 w 592360"/>
                    <a:gd name="connsiteY1018" fmla="*/ 718700 h 1318781"/>
                    <a:gd name="connsiteX1019" fmla="*/ 267229 w 592360"/>
                    <a:gd name="connsiteY1019" fmla="*/ 718770 h 1318781"/>
                    <a:gd name="connsiteX1020" fmla="*/ 268086 w 592360"/>
                    <a:gd name="connsiteY1020" fmla="*/ 717357 h 1318781"/>
                    <a:gd name="connsiteX1021" fmla="*/ 266095 w 592360"/>
                    <a:gd name="connsiteY1021" fmla="*/ 718793 h 1318781"/>
                    <a:gd name="connsiteX1022" fmla="*/ 265203 w 592360"/>
                    <a:gd name="connsiteY1022" fmla="*/ 717878 h 1318781"/>
                    <a:gd name="connsiteX1023" fmla="*/ 263814 w 592360"/>
                    <a:gd name="connsiteY1023" fmla="*/ 718364 h 1318781"/>
                    <a:gd name="connsiteX1024" fmla="*/ 260110 w 592360"/>
                    <a:gd name="connsiteY1024" fmla="*/ 717091 h 1318781"/>
                    <a:gd name="connsiteX1025" fmla="*/ 256012 w 592360"/>
                    <a:gd name="connsiteY1025" fmla="*/ 710794 h 1318781"/>
                    <a:gd name="connsiteX1026" fmla="*/ 259288 w 592360"/>
                    <a:gd name="connsiteY1026" fmla="*/ 708189 h 1318781"/>
                    <a:gd name="connsiteX1027" fmla="*/ 259890 w 592360"/>
                    <a:gd name="connsiteY1027" fmla="*/ 702586 h 1318781"/>
                    <a:gd name="connsiteX1028" fmla="*/ 261696 w 592360"/>
                    <a:gd name="connsiteY1028" fmla="*/ 701302 h 1318781"/>
                    <a:gd name="connsiteX1029" fmla="*/ 262321 w 592360"/>
                    <a:gd name="connsiteY1029" fmla="*/ 702934 h 1318781"/>
                    <a:gd name="connsiteX1030" fmla="*/ 263733 w 592360"/>
                    <a:gd name="connsiteY1030" fmla="*/ 702390 h 1318781"/>
                    <a:gd name="connsiteX1031" fmla="*/ 261916 w 592360"/>
                    <a:gd name="connsiteY1031" fmla="*/ 701313 h 1318781"/>
                    <a:gd name="connsiteX1032" fmla="*/ 264115 w 592360"/>
                    <a:gd name="connsiteY1032" fmla="*/ 698859 h 1318781"/>
                    <a:gd name="connsiteX1033" fmla="*/ 269579 w 592360"/>
                    <a:gd name="connsiteY1033" fmla="*/ 700445 h 1318781"/>
                    <a:gd name="connsiteX1034" fmla="*/ 271732 w 592360"/>
                    <a:gd name="connsiteY1034" fmla="*/ 699484 h 1318781"/>
                    <a:gd name="connsiteX1035" fmla="*/ 272311 w 592360"/>
                    <a:gd name="connsiteY1035" fmla="*/ 701741 h 1318781"/>
                    <a:gd name="connsiteX1036" fmla="*/ 272994 w 592360"/>
                    <a:gd name="connsiteY1036" fmla="*/ 700341 h 1318781"/>
                    <a:gd name="connsiteX1037" fmla="*/ 275460 w 592360"/>
                    <a:gd name="connsiteY1037" fmla="*/ 701834 h 1318781"/>
                    <a:gd name="connsiteX1038" fmla="*/ 272195 w 592360"/>
                    <a:gd name="connsiteY1038" fmla="*/ 699577 h 1318781"/>
                    <a:gd name="connsiteX1039" fmla="*/ 273446 w 592360"/>
                    <a:gd name="connsiteY1039" fmla="*/ 689610 h 1318781"/>
                    <a:gd name="connsiteX1040" fmla="*/ 273631 w 592360"/>
                    <a:gd name="connsiteY1040" fmla="*/ 679238 h 1318781"/>
                    <a:gd name="connsiteX1041" fmla="*/ 273642 w 592360"/>
                    <a:gd name="connsiteY1041" fmla="*/ 678543 h 1318781"/>
                    <a:gd name="connsiteX1042" fmla="*/ 273388 w 592360"/>
                    <a:gd name="connsiteY1042" fmla="*/ 676564 h 1318781"/>
                    <a:gd name="connsiteX1043" fmla="*/ 273434 w 592360"/>
                    <a:gd name="connsiteY1043" fmla="*/ 678520 h 1318781"/>
                    <a:gd name="connsiteX1044" fmla="*/ 272982 w 592360"/>
                    <a:gd name="connsiteY1044" fmla="*/ 679238 h 1318781"/>
                    <a:gd name="connsiteX1045" fmla="*/ 272728 w 592360"/>
                    <a:gd name="connsiteY1045" fmla="*/ 679643 h 1318781"/>
                    <a:gd name="connsiteX1046" fmla="*/ 272577 w 592360"/>
                    <a:gd name="connsiteY1046" fmla="*/ 679238 h 1318781"/>
                    <a:gd name="connsiteX1047" fmla="*/ 272300 w 592360"/>
                    <a:gd name="connsiteY1047" fmla="*/ 678532 h 1318781"/>
                    <a:gd name="connsiteX1048" fmla="*/ 272230 w 592360"/>
                    <a:gd name="connsiteY1048" fmla="*/ 678532 h 1318781"/>
                    <a:gd name="connsiteX1049" fmla="*/ 271778 w 592360"/>
                    <a:gd name="connsiteY1049" fmla="*/ 678532 h 1318781"/>
                    <a:gd name="connsiteX1050" fmla="*/ 271223 w 592360"/>
                    <a:gd name="connsiteY1050" fmla="*/ 676807 h 1318781"/>
                    <a:gd name="connsiteX1051" fmla="*/ 273272 w 592360"/>
                    <a:gd name="connsiteY1051" fmla="*/ 676784 h 1318781"/>
                    <a:gd name="connsiteX1052" fmla="*/ 272438 w 592360"/>
                    <a:gd name="connsiteY1052" fmla="*/ 675476 h 1318781"/>
                    <a:gd name="connsiteX1053" fmla="*/ 270713 w 592360"/>
                    <a:gd name="connsiteY1053" fmla="*/ 676934 h 1318781"/>
                    <a:gd name="connsiteX1054" fmla="*/ 272322 w 592360"/>
                    <a:gd name="connsiteY1054" fmla="*/ 675302 h 1318781"/>
                    <a:gd name="connsiteX1055" fmla="*/ 270505 w 592360"/>
                    <a:gd name="connsiteY1055" fmla="*/ 676657 h 1318781"/>
                    <a:gd name="connsiteX1056" fmla="*/ 271512 w 592360"/>
                    <a:gd name="connsiteY1056" fmla="*/ 674862 h 1318781"/>
                    <a:gd name="connsiteX1057" fmla="*/ 269984 w 592360"/>
                    <a:gd name="connsiteY1057" fmla="*/ 675927 h 1318781"/>
                    <a:gd name="connsiteX1058" fmla="*/ 271026 w 592360"/>
                    <a:gd name="connsiteY1058" fmla="*/ 674665 h 1318781"/>
                    <a:gd name="connsiteX1059" fmla="*/ 269498 w 592360"/>
                    <a:gd name="connsiteY1059" fmla="*/ 675117 h 1318781"/>
                    <a:gd name="connsiteX1060" fmla="*/ 270771 w 592360"/>
                    <a:gd name="connsiteY1060" fmla="*/ 673971 h 1318781"/>
                    <a:gd name="connsiteX1061" fmla="*/ 269232 w 592360"/>
                    <a:gd name="connsiteY1061" fmla="*/ 674515 h 1318781"/>
                    <a:gd name="connsiteX1062" fmla="*/ 269486 w 592360"/>
                    <a:gd name="connsiteY1062" fmla="*/ 671806 h 1318781"/>
                    <a:gd name="connsiteX1063" fmla="*/ 279800 w 592360"/>
                    <a:gd name="connsiteY1063" fmla="*/ 666829 h 1318781"/>
                    <a:gd name="connsiteX1064" fmla="*/ 282579 w 592360"/>
                    <a:gd name="connsiteY1064" fmla="*/ 667812 h 1318781"/>
                    <a:gd name="connsiteX1065" fmla="*/ 284141 w 592360"/>
                    <a:gd name="connsiteY1065" fmla="*/ 668218 h 1318781"/>
                    <a:gd name="connsiteX1066" fmla="*/ 285322 w 592360"/>
                    <a:gd name="connsiteY1066" fmla="*/ 667025 h 1318781"/>
                    <a:gd name="connsiteX1067" fmla="*/ 286711 w 592360"/>
                    <a:gd name="connsiteY1067" fmla="*/ 663043 h 1318781"/>
                    <a:gd name="connsiteX1068" fmla="*/ 286295 w 592360"/>
                    <a:gd name="connsiteY1068" fmla="*/ 661862 h 1318781"/>
                    <a:gd name="connsiteX1069" fmla="*/ 285762 w 592360"/>
                    <a:gd name="connsiteY1069" fmla="*/ 662858 h 1318781"/>
                    <a:gd name="connsiteX1070" fmla="*/ 284906 w 592360"/>
                    <a:gd name="connsiteY1070" fmla="*/ 666643 h 1318781"/>
                    <a:gd name="connsiteX1071" fmla="*/ 283898 w 592360"/>
                    <a:gd name="connsiteY1071" fmla="*/ 667639 h 1318781"/>
                    <a:gd name="connsiteX1072" fmla="*/ 280866 w 592360"/>
                    <a:gd name="connsiteY1072" fmla="*/ 666111 h 1318781"/>
                    <a:gd name="connsiteX1073" fmla="*/ 270667 w 592360"/>
                    <a:gd name="connsiteY1073" fmla="*/ 669815 h 1318781"/>
                    <a:gd name="connsiteX1074" fmla="*/ 270644 w 592360"/>
                    <a:gd name="connsiteY1074" fmla="*/ 669861 h 1318781"/>
                    <a:gd name="connsiteX1075" fmla="*/ 270552 w 592360"/>
                    <a:gd name="connsiteY1075" fmla="*/ 669873 h 1318781"/>
                    <a:gd name="connsiteX1076" fmla="*/ 270494 w 592360"/>
                    <a:gd name="connsiteY1076" fmla="*/ 669884 h 1318781"/>
                    <a:gd name="connsiteX1077" fmla="*/ 270343 w 592360"/>
                    <a:gd name="connsiteY1077" fmla="*/ 669966 h 1318781"/>
                    <a:gd name="connsiteX1078" fmla="*/ 266396 w 592360"/>
                    <a:gd name="connsiteY1078" fmla="*/ 674469 h 1318781"/>
                    <a:gd name="connsiteX1079" fmla="*/ 268063 w 592360"/>
                    <a:gd name="connsiteY1079" fmla="*/ 673380 h 1318781"/>
                    <a:gd name="connsiteX1080" fmla="*/ 268503 w 592360"/>
                    <a:gd name="connsiteY1080" fmla="*/ 675418 h 1318781"/>
                    <a:gd name="connsiteX1081" fmla="*/ 267194 w 592360"/>
                    <a:gd name="connsiteY1081" fmla="*/ 674272 h 1318781"/>
                    <a:gd name="connsiteX1082" fmla="*/ 266917 w 592360"/>
                    <a:gd name="connsiteY1082" fmla="*/ 675707 h 1318781"/>
                    <a:gd name="connsiteX1083" fmla="*/ 269741 w 592360"/>
                    <a:gd name="connsiteY1083" fmla="*/ 677513 h 1318781"/>
                    <a:gd name="connsiteX1084" fmla="*/ 269290 w 592360"/>
                    <a:gd name="connsiteY1084" fmla="*/ 679238 h 1318781"/>
                    <a:gd name="connsiteX1085" fmla="*/ 269070 w 592360"/>
                    <a:gd name="connsiteY1085" fmla="*/ 680083 h 1318781"/>
                    <a:gd name="connsiteX1086" fmla="*/ 269324 w 592360"/>
                    <a:gd name="connsiteY1086" fmla="*/ 679238 h 1318781"/>
                    <a:gd name="connsiteX1087" fmla="*/ 269776 w 592360"/>
                    <a:gd name="connsiteY1087" fmla="*/ 677756 h 1318781"/>
                    <a:gd name="connsiteX1088" fmla="*/ 270829 w 592360"/>
                    <a:gd name="connsiteY1088" fmla="*/ 679238 h 1318781"/>
                    <a:gd name="connsiteX1089" fmla="*/ 271084 w 592360"/>
                    <a:gd name="connsiteY1089" fmla="*/ 679608 h 1318781"/>
                    <a:gd name="connsiteX1090" fmla="*/ 269463 w 592360"/>
                    <a:gd name="connsiteY1090" fmla="*/ 681889 h 1318781"/>
                    <a:gd name="connsiteX1091" fmla="*/ 270957 w 592360"/>
                    <a:gd name="connsiteY1091" fmla="*/ 680002 h 1318781"/>
                    <a:gd name="connsiteX1092" fmla="*/ 272149 w 592360"/>
                    <a:gd name="connsiteY1092" fmla="*/ 681935 h 1318781"/>
                    <a:gd name="connsiteX1093" fmla="*/ 271975 w 592360"/>
                    <a:gd name="connsiteY1093" fmla="*/ 685002 h 1318781"/>
                    <a:gd name="connsiteX1094" fmla="*/ 269151 w 592360"/>
                    <a:gd name="connsiteY1094" fmla="*/ 683312 h 1318781"/>
                    <a:gd name="connsiteX1095" fmla="*/ 269984 w 592360"/>
                    <a:gd name="connsiteY1095" fmla="*/ 685049 h 1318781"/>
                    <a:gd name="connsiteX1096" fmla="*/ 269012 w 592360"/>
                    <a:gd name="connsiteY1096" fmla="*/ 683753 h 1318781"/>
                    <a:gd name="connsiteX1097" fmla="*/ 268537 w 592360"/>
                    <a:gd name="connsiteY1097" fmla="*/ 686068 h 1318781"/>
                    <a:gd name="connsiteX1098" fmla="*/ 269984 w 592360"/>
                    <a:gd name="connsiteY1098" fmla="*/ 686739 h 1318781"/>
                    <a:gd name="connsiteX1099" fmla="*/ 269475 w 592360"/>
                    <a:gd name="connsiteY1099" fmla="*/ 686079 h 1318781"/>
                    <a:gd name="connsiteX1100" fmla="*/ 270447 w 592360"/>
                    <a:gd name="connsiteY1100" fmla="*/ 685200 h 1318781"/>
                    <a:gd name="connsiteX1101" fmla="*/ 271917 w 592360"/>
                    <a:gd name="connsiteY1101" fmla="*/ 685524 h 1318781"/>
                    <a:gd name="connsiteX1102" fmla="*/ 271431 w 592360"/>
                    <a:gd name="connsiteY1102" fmla="*/ 688614 h 1318781"/>
                    <a:gd name="connsiteX1103" fmla="*/ 270598 w 592360"/>
                    <a:gd name="connsiteY1103" fmla="*/ 687526 h 1318781"/>
                    <a:gd name="connsiteX1104" fmla="*/ 270876 w 592360"/>
                    <a:gd name="connsiteY1104" fmla="*/ 688892 h 1318781"/>
                    <a:gd name="connsiteX1105" fmla="*/ 271373 w 592360"/>
                    <a:gd name="connsiteY1105" fmla="*/ 689297 h 1318781"/>
                    <a:gd name="connsiteX1106" fmla="*/ 270077 w 592360"/>
                    <a:gd name="connsiteY1106" fmla="*/ 690490 h 1318781"/>
                    <a:gd name="connsiteX1107" fmla="*/ 271420 w 592360"/>
                    <a:gd name="connsiteY1107" fmla="*/ 689656 h 1318781"/>
                    <a:gd name="connsiteX1108" fmla="*/ 271420 w 592360"/>
                    <a:gd name="connsiteY1108" fmla="*/ 692319 h 1318781"/>
                    <a:gd name="connsiteX1109" fmla="*/ 269220 w 592360"/>
                    <a:gd name="connsiteY1109" fmla="*/ 692944 h 1318781"/>
                    <a:gd name="connsiteX1110" fmla="*/ 270389 w 592360"/>
                    <a:gd name="connsiteY1110" fmla="*/ 693731 h 1318781"/>
                    <a:gd name="connsiteX1111" fmla="*/ 268954 w 592360"/>
                    <a:gd name="connsiteY1111" fmla="*/ 695166 h 1318781"/>
                    <a:gd name="connsiteX1112" fmla="*/ 265122 w 592360"/>
                    <a:gd name="connsiteY1112" fmla="*/ 695351 h 1318781"/>
                    <a:gd name="connsiteX1113" fmla="*/ 268063 w 592360"/>
                    <a:gd name="connsiteY1113" fmla="*/ 689922 h 1318781"/>
                    <a:gd name="connsiteX1114" fmla="*/ 262518 w 592360"/>
                    <a:gd name="connsiteY1114" fmla="*/ 696312 h 1318781"/>
                    <a:gd name="connsiteX1115" fmla="*/ 260457 w 592360"/>
                    <a:gd name="connsiteY1115" fmla="*/ 692538 h 1318781"/>
                    <a:gd name="connsiteX1116" fmla="*/ 259091 w 592360"/>
                    <a:gd name="connsiteY1116" fmla="*/ 690015 h 1318781"/>
                    <a:gd name="connsiteX1117" fmla="*/ 259207 w 592360"/>
                    <a:gd name="connsiteY1117" fmla="*/ 692828 h 1318781"/>
                    <a:gd name="connsiteX1118" fmla="*/ 260341 w 592360"/>
                    <a:gd name="connsiteY1118" fmla="*/ 692654 h 1318781"/>
                    <a:gd name="connsiteX1119" fmla="*/ 259358 w 592360"/>
                    <a:gd name="connsiteY1119" fmla="*/ 693603 h 1318781"/>
                    <a:gd name="connsiteX1120" fmla="*/ 260955 w 592360"/>
                    <a:gd name="connsiteY1120" fmla="*/ 694229 h 1318781"/>
                    <a:gd name="connsiteX1121" fmla="*/ 259763 w 592360"/>
                    <a:gd name="connsiteY1121" fmla="*/ 695016 h 1318781"/>
                    <a:gd name="connsiteX1122" fmla="*/ 261129 w 592360"/>
                    <a:gd name="connsiteY1122" fmla="*/ 695652 h 1318781"/>
                    <a:gd name="connsiteX1123" fmla="*/ 259207 w 592360"/>
                    <a:gd name="connsiteY1123" fmla="*/ 696243 h 1318781"/>
                    <a:gd name="connsiteX1124" fmla="*/ 258432 w 592360"/>
                    <a:gd name="connsiteY1124" fmla="*/ 694043 h 1318781"/>
                    <a:gd name="connsiteX1125" fmla="*/ 257436 w 592360"/>
                    <a:gd name="connsiteY1125" fmla="*/ 695664 h 1318781"/>
                    <a:gd name="connsiteX1126" fmla="*/ 258651 w 592360"/>
                    <a:gd name="connsiteY1126" fmla="*/ 696903 h 1318781"/>
                    <a:gd name="connsiteX1127" fmla="*/ 257100 w 592360"/>
                    <a:gd name="connsiteY1127" fmla="*/ 697701 h 1318781"/>
                    <a:gd name="connsiteX1128" fmla="*/ 255387 w 592360"/>
                    <a:gd name="connsiteY1128" fmla="*/ 704705 h 1318781"/>
                    <a:gd name="connsiteX1129" fmla="*/ 253292 w 592360"/>
                    <a:gd name="connsiteY1129" fmla="*/ 697481 h 1318781"/>
                    <a:gd name="connsiteX1130" fmla="*/ 253917 w 592360"/>
                    <a:gd name="connsiteY1130" fmla="*/ 699762 h 1318781"/>
                    <a:gd name="connsiteX1131" fmla="*/ 251972 w 592360"/>
                    <a:gd name="connsiteY1131" fmla="*/ 698836 h 1318781"/>
                    <a:gd name="connsiteX1132" fmla="*/ 253986 w 592360"/>
                    <a:gd name="connsiteY1132" fmla="*/ 700051 h 1318781"/>
                    <a:gd name="connsiteX1133" fmla="*/ 254415 w 592360"/>
                    <a:gd name="connsiteY1133" fmla="*/ 701591 h 1318781"/>
                    <a:gd name="connsiteX1134" fmla="*/ 252678 w 592360"/>
                    <a:gd name="connsiteY1134" fmla="*/ 700862 h 1318781"/>
                    <a:gd name="connsiteX1135" fmla="*/ 254322 w 592360"/>
                    <a:gd name="connsiteY1135" fmla="*/ 701822 h 1318781"/>
                    <a:gd name="connsiteX1136" fmla="*/ 253651 w 592360"/>
                    <a:gd name="connsiteY1136" fmla="*/ 703756 h 1318781"/>
                    <a:gd name="connsiteX1137" fmla="*/ 248766 w 592360"/>
                    <a:gd name="connsiteY1137" fmla="*/ 703107 h 1318781"/>
                    <a:gd name="connsiteX1138" fmla="*/ 247585 w 592360"/>
                    <a:gd name="connsiteY1138" fmla="*/ 699322 h 1318781"/>
                    <a:gd name="connsiteX1139" fmla="*/ 249969 w 592360"/>
                    <a:gd name="connsiteY1139" fmla="*/ 698002 h 1318781"/>
                    <a:gd name="connsiteX1140" fmla="*/ 248661 w 592360"/>
                    <a:gd name="connsiteY1140" fmla="*/ 698488 h 1318781"/>
                    <a:gd name="connsiteX1141" fmla="*/ 246543 w 592360"/>
                    <a:gd name="connsiteY1141" fmla="*/ 694263 h 1318781"/>
                    <a:gd name="connsiteX1142" fmla="*/ 247874 w 592360"/>
                    <a:gd name="connsiteY1142" fmla="*/ 686311 h 1318781"/>
                    <a:gd name="connsiteX1143" fmla="*/ 243082 w 592360"/>
                    <a:gd name="connsiteY1143" fmla="*/ 682028 h 1318781"/>
                    <a:gd name="connsiteX1144" fmla="*/ 240674 w 592360"/>
                    <a:gd name="connsiteY1144" fmla="*/ 679886 h 1318781"/>
                    <a:gd name="connsiteX1145" fmla="*/ 242654 w 592360"/>
                    <a:gd name="connsiteY1145" fmla="*/ 679238 h 1318781"/>
                    <a:gd name="connsiteX1146" fmla="*/ 243082 w 592360"/>
                    <a:gd name="connsiteY1146" fmla="*/ 679099 h 1318781"/>
                    <a:gd name="connsiteX1147" fmla="*/ 244899 w 592360"/>
                    <a:gd name="connsiteY1147" fmla="*/ 678485 h 1318781"/>
                    <a:gd name="connsiteX1148" fmla="*/ 241426 w 592360"/>
                    <a:gd name="connsiteY1148" fmla="*/ 678427 h 1318781"/>
                    <a:gd name="connsiteX1149" fmla="*/ 243082 w 592360"/>
                    <a:gd name="connsiteY1149" fmla="*/ 677154 h 1318781"/>
                    <a:gd name="connsiteX1150" fmla="*/ 244841 w 592360"/>
                    <a:gd name="connsiteY1150" fmla="*/ 675788 h 1318781"/>
                    <a:gd name="connsiteX1151" fmla="*/ 247133 w 592360"/>
                    <a:gd name="connsiteY1151" fmla="*/ 675036 h 1318781"/>
                    <a:gd name="connsiteX1152" fmla="*/ 247261 w 592360"/>
                    <a:gd name="connsiteY1152" fmla="*/ 670012 h 1318781"/>
                    <a:gd name="connsiteX1153" fmla="*/ 249726 w 592360"/>
                    <a:gd name="connsiteY1153" fmla="*/ 670000 h 1318781"/>
                    <a:gd name="connsiteX1154" fmla="*/ 252713 w 592360"/>
                    <a:gd name="connsiteY1154" fmla="*/ 662348 h 1318781"/>
                    <a:gd name="connsiteX1155" fmla="*/ 254993 w 592360"/>
                    <a:gd name="connsiteY1155" fmla="*/ 659964 h 1318781"/>
                    <a:gd name="connsiteX1156" fmla="*/ 257517 w 592360"/>
                    <a:gd name="connsiteY1156" fmla="*/ 656688 h 1318781"/>
                    <a:gd name="connsiteX1157" fmla="*/ 257031 w 592360"/>
                    <a:gd name="connsiteY1157" fmla="*/ 654547 h 1318781"/>
                    <a:gd name="connsiteX1158" fmla="*/ 260330 w 592360"/>
                    <a:gd name="connsiteY1158" fmla="*/ 655600 h 1318781"/>
                    <a:gd name="connsiteX1159" fmla="*/ 265446 w 592360"/>
                    <a:gd name="connsiteY1159" fmla="*/ 653042 h 1318781"/>
                    <a:gd name="connsiteX1160" fmla="*/ 269984 w 592360"/>
                    <a:gd name="connsiteY1160" fmla="*/ 652139 h 1318781"/>
                    <a:gd name="connsiteX1161" fmla="*/ 275066 w 592360"/>
                    <a:gd name="connsiteY1161" fmla="*/ 647636 h 1318781"/>
                    <a:gd name="connsiteX1162" fmla="*/ 277057 w 592360"/>
                    <a:gd name="connsiteY1162" fmla="*/ 646675 h 1318781"/>
                    <a:gd name="connsiteX1163" fmla="*/ 274244 w 592360"/>
                    <a:gd name="connsiteY1163" fmla="*/ 646015 h 1318781"/>
                    <a:gd name="connsiteX1164" fmla="*/ 274059 w 592360"/>
                    <a:gd name="connsiteY1164" fmla="*/ 643735 h 1318781"/>
                    <a:gd name="connsiteX1165" fmla="*/ 276826 w 592360"/>
                    <a:gd name="connsiteY1165" fmla="*/ 643364 h 1318781"/>
                    <a:gd name="connsiteX1166" fmla="*/ 274638 w 592360"/>
                    <a:gd name="connsiteY1166" fmla="*/ 643190 h 1318781"/>
                    <a:gd name="connsiteX1167" fmla="*/ 274893 w 592360"/>
                    <a:gd name="connsiteY1167" fmla="*/ 639938 h 1318781"/>
                    <a:gd name="connsiteX1168" fmla="*/ 277752 w 592360"/>
                    <a:gd name="connsiteY1168" fmla="*/ 637414 h 1318781"/>
                    <a:gd name="connsiteX1169" fmla="*/ 281305 w 592360"/>
                    <a:gd name="connsiteY1169" fmla="*/ 635203 h 1318781"/>
                    <a:gd name="connsiteX1170" fmla="*/ 284859 w 592360"/>
                    <a:gd name="connsiteY1170" fmla="*/ 626857 h 1318781"/>
                    <a:gd name="connsiteX1171" fmla="*/ 286816 w 592360"/>
                    <a:gd name="connsiteY1171" fmla="*/ 623847 h 1318781"/>
                    <a:gd name="connsiteX1172" fmla="*/ 289594 w 592360"/>
                    <a:gd name="connsiteY1172" fmla="*/ 619483 h 1318781"/>
                    <a:gd name="connsiteX1173" fmla="*/ 286248 w 592360"/>
                    <a:gd name="connsiteY1173" fmla="*/ 623731 h 1318781"/>
                    <a:gd name="connsiteX1174" fmla="*/ 282764 w 592360"/>
                    <a:gd name="connsiteY1174" fmla="*/ 621567 h 1318781"/>
                    <a:gd name="connsiteX1175" fmla="*/ 283748 w 592360"/>
                    <a:gd name="connsiteY1175" fmla="*/ 624762 h 1318781"/>
                    <a:gd name="connsiteX1176" fmla="*/ 282313 w 592360"/>
                    <a:gd name="connsiteY1176" fmla="*/ 626718 h 1318781"/>
                    <a:gd name="connsiteX1177" fmla="*/ 277207 w 592360"/>
                    <a:gd name="connsiteY1177" fmla="*/ 626440 h 1318781"/>
                    <a:gd name="connsiteX1178" fmla="*/ 273908 w 592360"/>
                    <a:gd name="connsiteY1178" fmla="*/ 619541 h 1318781"/>
                    <a:gd name="connsiteX1179" fmla="*/ 274534 w 592360"/>
                    <a:gd name="connsiteY1179" fmla="*/ 616034 h 1318781"/>
                    <a:gd name="connsiteX1180" fmla="*/ 273723 w 592360"/>
                    <a:gd name="connsiteY1180" fmla="*/ 615837 h 1318781"/>
                    <a:gd name="connsiteX1181" fmla="*/ 274614 w 592360"/>
                    <a:gd name="connsiteY1181" fmla="*/ 615513 h 1318781"/>
                    <a:gd name="connsiteX1182" fmla="*/ 274835 w 592360"/>
                    <a:gd name="connsiteY1182" fmla="*/ 614332 h 1318781"/>
                    <a:gd name="connsiteX1183" fmla="*/ 271721 w 592360"/>
                    <a:gd name="connsiteY1183" fmla="*/ 615061 h 1318781"/>
                    <a:gd name="connsiteX1184" fmla="*/ 270088 w 592360"/>
                    <a:gd name="connsiteY1184" fmla="*/ 610651 h 1318781"/>
                    <a:gd name="connsiteX1185" fmla="*/ 271778 w 592360"/>
                    <a:gd name="connsiteY1185" fmla="*/ 610107 h 1318781"/>
                    <a:gd name="connsiteX1186" fmla="*/ 271883 w 592360"/>
                    <a:gd name="connsiteY1186" fmla="*/ 610060 h 1318781"/>
                    <a:gd name="connsiteX1187" fmla="*/ 262842 w 592360"/>
                    <a:gd name="connsiteY1187" fmla="*/ 607143 h 1318781"/>
                    <a:gd name="connsiteX1188" fmla="*/ 261835 w 592360"/>
                    <a:gd name="connsiteY1188" fmla="*/ 604319 h 1318781"/>
                    <a:gd name="connsiteX1189" fmla="*/ 263293 w 592360"/>
                    <a:gd name="connsiteY1189" fmla="*/ 600232 h 1318781"/>
                    <a:gd name="connsiteX1190" fmla="*/ 260747 w 592360"/>
                    <a:gd name="connsiteY1190" fmla="*/ 594664 h 1318781"/>
                    <a:gd name="connsiteX1191" fmla="*/ 262113 w 592360"/>
                    <a:gd name="connsiteY1191" fmla="*/ 592338 h 1318781"/>
                    <a:gd name="connsiteX1192" fmla="*/ 264925 w 592360"/>
                    <a:gd name="connsiteY1192" fmla="*/ 593356 h 1318781"/>
                    <a:gd name="connsiteX1193" fmla="*/ 262448 w 592360"/>
                    <a:gd name="connsiteY1193" fmla="*/ 590520 h 1318781"/>
                    <a:gd name="connsiteX1194" fmla="*/ 262715 w 592360"/>
                    <a:gd name="connsiteY1194" fmla="*/ 585647 h 1318781"/>
                    <a:gd name="connsiteX1195" fmla="*/ 266396 w 592360"/>
                    <a:gd name="connsiteY1195" fmla="*/ 585276 h 1318781"/>
                    <a:gd name="connsiteX1196" fmla="*/ 272404 w 592360"/>
                    <a:gd name="connsiteY1196" fmla="*/ 580171 h 1318781"/>
                    <a:gd name="connsiteX1197" fmla="*/ 272705 w 592360"/>
                    <a:gd name="connsiteY1197" fmla="*/ 578018 h 1318781"/>
                    <a:gd name="connsiteX1198" fmla="*/ 275738 w 592360"/>
                    <a:gd name="connsiteY1198" fmla="*/ 578447 h 1318781"/>
                    <a:gd name="connsiteX1199" fmla="*/ 278574 w 592360"/>
                    <a:gd name="connsiteY1199" fmla="*/ 576421 h 1318781"/>
                    <a:gd name="connsiteX1200" fmla="*/ 277543 w 592360"/>
                    <a:gd name="connsiteY1200" fmla="*/ 575622 h 1318781"/>
                    <a:gd name="connsiteX1201" fmla="*/ 279395 w 592360"/>
                    <a:gd name="connsiteY1201" fmla="*/ 573538 h 1318781"/>
                    <a:gd name="connsiteX1202" fmla="*/ 282370 w 592360"/>
                    <a:gd name="connsiteY1202" fmla="*/ 570193 h 1318781"/>
                    <a:gd name="connsiteX1203" fmla="*/ 288193 w 592360"/>
                    <a:gd name="connsiteY1203" fmla="*/ 565389 h 1318781"/>
                    <a:gd name="connsiteX1204" fmla="*/ 289791 w 592360"/>
                    <a:gd name="connsiteY1204" fmla="*/ 565829 h 1318781"/>
                    <a:gd name="connsiteX1205" fmla="*/ 288783 w 592360"/>
                    <a:gd name="connsiteY1205" fmla="*/ 562842 h 1318781"/>
                    <a:gd name="connsiteX1206" fmla="*/ 286943 w 592360"/>
                    <a:gd name="connsiteY1206" fmla="*/ 561349 h 1318781"/>
                    <a:gd name="connsiteX1207" fmla="*/ 284986 w 592360"/>
                    <a:gd name="connsiteY1207" fmla="*/ 554149 h 1318781"/>
                    <a:gd name="connsiteX1208" fmla="*/ 283817 w 592360"/>
                    <a:gd name="connsiteY1208" fmla="*/ 553559 h 1318781"/>
                    <a:gd name="connsiteX1209" fmla="*/ 282035 w 592360"/>
                    <a:gd name="connsiteY1209" fmla="*/ 554137 h 1318781"/>
                    <a:gd name="connsiteX1210" fmla="*/ 283088 w 592360"/>
                    <a:gd name="connsiteY1210" fmla="*/ 554218 h 1318781"/>
                    <a:gd name="connsiteX1211" fmla="*/ 280750 w 592360"/>
                    <a:gd name="connsiteY1211" fmla="*/ 554913 h 1318781"/>
                    <a:gd name="connsiteX1212" fmla="*/ 280785 w 592360"/>
                    <a:gd name="connsiteY1212" fmla="*/ 552864 h 1318781"/>
                    <a:gd name="connsiteX1213" fmla="*/ 280796 w 592360"/>
                    <a:gd name="connsiteY1213" fmla="*/ 551880 h 1318781"/>
                    <a:gd name="connsiteX1214" fmla="*/ 281769 w 592360"/>
                    <a:gd name="connsiteY1214" fmla="*/ 551961 h 1318781"/>
                    <a:gd name="connsiteX1215" fmla="*/ 284373 w 592360"/>
                    <a:gd name="connsiteY1215" fmla="*/ 552158 h 1318781"/>
                    <a:gd name="connsiteX1216" fmla="*/ 284986 w 592360"/>
                    <a:gd name="connsiteY1216" fmla="*/ 551301 h 1318781"/>
                    <a:gd name="connsiteX1217" fmla="*/ 283736 w 592360"/>
                    <a:gd name="connsiteY1217" fmla="*/ 551776 h 1318781"/>
                    <a:gd name="connsiteX1218" fmla="*/ 280113 w 592360"/>
                    <a:gd name="connsiteY1218" fmla="*/ 548338 h 1318781"/>
                    <a:gd name="connsiteX1219" fmla="*/ 280900 w 592360"/>
                    <a:gd name="connsiteY1219" fmla="*/ 545756 h 1318781"/>
                    <a:gd name="connsiteX1220" fmla="*/ 280044 w 592360"/>
                    <a:gd name="connsiteY1220" fmla="*/ 548384 h 1318781"/>
                    <a:gd name="connsiteX1221" fmla="*/ 282671 w 592360"/>
                    <a:gd name="connsiteY1221" fmla="*/ 551116 h 1318781"/>
                    <a:gd name="connsiteX1222" fmla="*/ 280634 w 592360"/>
                    <a:gd name="connsiteY1222" fmla="*/ 551660 h 1318781"/>
                    <a:gd name="connsiteX1223" fmla="*/ 279951 w 592360"/>
                    <a:gd name="connsiteY1223" fmla="*/ 552563 h 1318781"/>
                    <a:gd name="connsiteX1224" fmla="*/ 280171 w 592360"/>
                    <a:gd name="connsiteY1224" fmla="*/ 555052 h 1318781"/>
                    <a:gd name="connsiteX1225" fmla="*/ 281479 w 592360"/>
                    <a:gd name="connsiteY1225" fmla="*/ 556024 h 1318781"/>
                    <a:gd name="connsiteX1226" fmla="*/ 284685 w 592360"/>
                    <a:gd name="connsiteY1226" fmla="*/ 555121 h 1318781"/>
                    <a:gd name="connsiteX1227" fmla="*/ 284685 w 592360"/>
                    <a:gd name="connsiteY1227" fmla="*/ 563236 h 1318781"/>
                    <a:gd name="connsiteX1228" fmla="*/ 286989 w 592360"/>
                    <a:gd name="connsiteY1228" fmla="*/ 565123 h 1318781"/>
                    <a:gd name="connsiteX1229" fmla="*/ 283412 w 592360"/>
                    <a:gd name="connsiteY1229" fmla="*/ 566767 h 1318781"/>
                    <a:gd name="connsiteX1230" fmla="*/ 273908 w 592360"/>
                    <a:gd name="connsiteY1230" fmla="*/ 569799 h 1318781"/>
                    <a:gd name="connsiteX1231" fmla="*/ 272218 w 592360"/>
                    <a:gd name="connsiteY1231" fmla="*/ 573538 h 1318781"/>
                    <a:gd name="connsiteX1232" fmla="*/ 270274 w 592360"/>
                    <a:gd name="connsiteY1232" fmla="*/ 577810 h 1318781"/>
                    <a:gd name="connsiteX1233" fmla="*/ 261256 w 592360"/>
                    <a:gd name="connsiteY1233" fmla="*/ 579720 h 1318781"/>
                    <a:gd name="connsiteX1234" fmla="*/ 261673 w 592360"/>
                    <a:gd name="connsiteY1234" fmla="*/ 578134 h 1318781"/>
                    <a:gd name="connsiteX1235" fmla="*/ 260735 w 592360"/>
                    <a:gd name="connsiteY1235" fmla="*/ 579894 h 1318781"/>
                    <a:gd name="connsiteX1236" fmla="*/ 260226 w 592360"/>
                    <a:gd name="connsiteY1236" fmla="*/ 578563 h 1318781"/>
                    <a:gd name="connsiteX1237" fmla="*/ 257830 w 592360"/>
                    <a:gd name="connsiteY1237" fmla="*/ 580021 h 1318781"/>
                    <a:gd name="connsiteX1238" fmla="*/ 255237 w 592360"/>
                    <a:gd name="connsiteY1238" fmla="*/ 582302 h 1318781"/>
                    <a:gd name="connsiteX1239" fmla="*/ 254820 w 592360"/>
                    <a:gd name="connsiteY1239" fmla="*/ 581236 h 1318781"/>
                    <a:gd name="connsiteX1240" fmla="*/ 254716 w 592360"/>
                    <a:gd name="connsiteY1240" fmla="*/ 584072 h 1318781"/>
                    <a:gd name="connsiteX1241" fmla="*/ 254125 w 592360"/>
                    <a:gd name="connsiteY1241" fmla="*/ 581561 h 1318781"/>
                    <a:gd name="connsiteX1242" fmla="*/ 248638 w 592360"/>
                    <a:gd name="connsiteY1242" fmla="*/ 583887 h 1318781"/>
                    <a:gd name="connsiteX1243" fmla="*/ 246045 w 592360"/>
                    <a:gd name="connsiteY1243" fmla="*/ 588726 h 1318781"/>
                    <a:gd name="connsiteX1244" fmla="*/ 243475 w 592360"/>
                    <a:gd name="connsiteY1244" fmla="*/ 593924 h 1318781"/>
                    <a:gd name="connsiteX1245" fmla="*/ 243082 w 592360"/>
                    <a:gd name="connsiteY1245" fmla="*/ 594607 h 1318781"/>
                    <a:gd name="connsiteX1246" fmla="*/ 240014 w 592360"/>
                    <a:gd name="connsiteY1246" fmla="*/ 599793 h 1318781"/>
                    <a:gd name="connsiteX1247" fmla="*/ 237988 w 592360"/>
                    <a:gd name="connsiteY1247" fmla="*/ 600071 h 1318781"/>
                    <a:gd name="connsiteX1248" fmla="*/ 239042 w 592360"/>
                    <a:gd name="connsiteY1248" fmla="*/ 609250 h 1318781"/>
                    <a:gd name="connsiteX1249" fmla="*/ 237792 w 592360"/>
                    <a:gd name="connsiteY1249" fmla="*/ 605257 h 1318781"/>
                    <a:gd name="connsiteX1250" fmla="*/ 234979 w 592360"/>
                    <a:gd name="connsiteY1250" fmla="*/ 605279 h 1318781"/>
                    <a:gd name="connsiteX1251" fmla="*/ 234863 w 592360"/>
                    <a:gd name="connsiteY1251" fmla="*/ 604400 h 1318781"/>
                    <a:gd name="connsiteX1252" fmla="*/ 233763 w 592360"/>
                    <a:gd name="connsiteY1252" fmla="*/ 601899 h 1318781"/>
                    <a:gd name="connsiteX1253" fmla="*/ 234713 w 592360"/>
                    <a:gd name="connsiteY1253" fmla="*/ 604527 h 1318781"/>
                    <a:gd name="connsiteX1254" fmla="*/ 233474 w 592360"/>
                    <a:gd name="connsiteY1254" fmla="*/ 605488 h 1318781"/>
                    <a:gd name="connsiteX1255" fmla="*/ 236518 w 592360"/>
                    <a:gd name="connsiteY1255" fmla="*/ 606171 h 1318781"/>
                    <a:gd name="connsiteX1256" fmla="*/ 227420 w 592360"/>
                    <a:gd name="connsiteY1256" fmla="*/ 609783 h 1318781"/>
                    <a:gd name="connsiteX1257" fmla="*/ 226390 w 592360"/>
                    <a:gd name="connsiteY1257" fmla="*/ 612237 h 1318781"/>
                    <a:gd name="connsiteX1258" fmla="*/ 219745 w 592360"/>
                    <a:gd name="connsiteY1258" fmla="*/ 610686 h 1318781"/>
                    <a:gd name="connsiteX1259" fmla="*/ 216700 w 592360"/>
                    <a:gd name="connsiteY1259" fmla="*/ 609065 h 1318781"/>
                    <a:gd name="connsiteX1260" fmla="*/ 215693 w 592360"/>
                    <a:gd name="connsiteY1260" fmla="*/ 607838 h 1318781"/>
                    <a:gd name="connsiteX1261" fmla="*/ 216700 w 592360"/>
                    <a:gd name="connsiteY1261" fmla="*/ 606379 h 1318781"/>
                    <a:gd name="connsiteX1262" fmla="*/ 215474 w 592360"/>
                    <a:gd name="connsiteY1262" fmla="*/ 607491 h 1318781"/>
                    <a:gd name="connsiteX1263" fmla="*/ 213726 w 592360"/>
                    <a:gd name="connsiteY1263" fmla="*/ 606044 h 1318781"/>
                    <a:gd name="connsiteX1264" fmla="*/ 214154 w 592360"/>
                    <a:gd name="connsiteY1264" fmla="*/ 600151 h 1318781"/>
                    <a:gd name="connsiteX1265" fmla="*/ 215531 w 592360"/>
                    <a:gd name="connsiteY1265" fmla="*/ 598925 h 1318781"/>
                    <a:gd name="connsiteX1266" fmla="*/ 216643 w 592360"/>
                    <a:gd name="connsiteY1266" fmla="*/ 599908 h 1318781"/>
                    <a:gd name="connsiteX1267" fmla="*/ 216631 w 592360"/>
                    <a:gd name="connsiteY1267" fmla="*/ 596158 h 1318781"/>
                    <a:gd name="connsiteX1268" fmla="*/ 218101 w 592360"/>
                    <a:gd name="connsiteY1268" fmla="*/ 597871 h 1318781"/>
                    <a:gd name="connsiteX1269" fmla="*/ 217082 w 592360"/>
                    <a:gd name="connsiteY1269" fmla="*/ 593426 h 1318781"/>
                    <a:gd name="connsiteX1270" fmla="*/ 219398 w 592360"/>
                    <a:gd name="connsiteY1270" fmla="*/ 592465 h 1318781"/>
                    <a:gd name="connsiteX1271" fmla="*/ 217024 w 592360"/>
                    <a:gd name="connsiteY1271" fmla="*/ 593356 h 1318781"/>
                    <a:gd name="connsiteX1272" fmla="*/ 217094 w 592360"/>
                    <a:gd name="connsiteY1272" fmla="*/ 595405 h 1318781"/>
                    <a:gd name="connsiteX1273" fmla="*/ 215960 w 592360"/>
                    <a:gd name="connsiteY1273" fmla="*/ 594780 h 1318781"/>
                    <a:gd name="connsiteX1274" fmla="*/ 217024 w 592360"/>
                    <a:gd name="connsiteY1274" fmla="*/ 596077 h 1318781"/>
                    <a:gd name="connsiteX1275" fmla="*/ 215635 w 592360"/>
                    <a:gd name="connsiteY1275" fmla="*/ 595417 h 1318781"/>
                    <a:gd name="connsiteX1276" fmla="*/ 215369 w 592360"/>
                    <a:gd name="connsiteY1276" fmla="*/ 596748 h 1318781"/>
                    <a:gd name="connsiteX1277" fmla="*/ 214501 w 592360"/>
                    <a:gd name="connsiteY1277" fmla="*/ 594560 h 1318781"/>
                    <a:gd name="connsiteX1278" fmla="*/ 215161 w 592360"/>
                    <a:gd name="connsiteY1278" fmla="*/ 596655 h 1318781"/>
                    <a:gd name="connsiteX1279" fmla="*/ 213436 w 592360"/>
                    <a:gd name="connsiteY1279" fmla="*/ 596621 h 1318781"/>
                    <a:gd name="connsiteX1280" fmla="*/ 212382 w 592360"/>
                    <a:gd name="connsiteY1280" fmla="*/ 593924 h 1318781"/>
                    <a:gd name="connsiteX1281" fmla="*/ 214015 w 592360"/>
                    <a:gd name="connsiteY1281" fmla="*/ 591921 h 1318781"/>
                    <a:gd name="connsiteX1282" fmla="*/ 212174 w 592360"/>
                    <a:gd name="connsiteY1282" fmla="*/ 593854 h 1318781"/>
                    <a:gd name="connsiteX1283" fmla="*/ 212394 w 592360"/>
                    <a:gd name="connsiteY1283" fmla="*/ 590428 h 1318781"/>
                    <a:gd name="connsiteX1284" fmla="*/ 211387 w 592360"/>
                    <a:gd name="connsiteY1284" fmla="*/ 592210 h 1318781"/>
                    <a:gd name="connsiteX1285" fmla="*/ 208540 w 592360"/>
                    <a:gd name="connsiteY1285" fmla="*/ 588900 h 1318781"/>
                    <a:gd name="connsiteX1286" fmla="*/ 208875 w 592360"/>
                    <a:gd name="connsiteY1286" fmla="*/ 586364 h 1318781"/>
                    <a:gd name="connsiteX1287" fmla="*/ 208169 w 592360"/>
                    <a:gd name="connsiteY1287" fmla="*/ 588610 h 1318781"/>
                    <a:gd name="connsiteX1288" fmla="*/ 206525 w 592360"/>
                    <a:gd name="connsiteY1288" fmla="*/ 586307 h 1318781"/>
                    <a:gd name="connsiteX1289" fmla="*/ 207370 w 592360"/>
                    <a:gd name="connsiteY1289" fmla="*/ 585057 h 1318781"/>
                    <a:gd name="connsiteX1290" fmla="*/ 206271 w 592360"/>
                    <a:gd name="connsiteY1290" fmla="*/ 586052 h 1318781"/>
                    <a:gd name="connsiteX1291" fmla="*/ 205784 w 592360"/>
                    <a:gd name="connsiteY1291" fmla="*/ 583864 h 1318781"/>
                    <a:gd name="connsiteX1292" fmla="*/ 202532 w 592360"/>
                    <a:gd name="connsiteY1292" fmla="*/ 581804 h 1318781"/>
                    <a:gd name="connsiteX1293" fmla="*/ 204928 w 592360"/>
                    <a:gd name="connsiteY1293" fmla="*/ 583008 h 1318781"/>
                    <a:gd name="connsiteX1294" fmla="*/ 207984 w 592360"/>
                    <a:gd name="connsiteY1294" fmla="*/ 585057 h 1318781"/>
                    <a:gd name="connsiteX1295" fmla="*/ 205935 w 592360"/>
                    <a:gd name="connsiteY1295" fmla="*/ 583517 h 1318781"/>
                    <a:gd name="connsiteX1296" fmla="*/ 207590 w 592360"/>
                    <a:gd name="connsiteY1296" fmla="*/ 584142 h 1318781"/>
                    <a:gd name="connsiteX1297" fmla="*/ 203909 w 592360"/>
                    <a:gd name="connsiteY1297" fmla="*/ 582232 h 1318781"/>
                    <a:gd name="connsiteX1298" fmla="*/ 207127 w 592360"/>
                    <a:gd name="connsiteY1298" fmla="*/ 582081 h 1318781"/>
                    <a:gd name="connsiteX1299" fmla="*/ 208042 w 592360"/>
                    <a:gd name="connsiteY1299" fmla="*/ 579616 h 1318781"/>
                    <a:gd name="connsiteX1300" fmla="*/ 209002 w 592360"/>
                    <a:gd name="connsiteY1300" fmla="*/ 579766 h 1318781"/>
                    <a:gd name="connsiteX1301" fmla="*/ 210334 w 592360"/>
                    <a:gd name="connsiteY1301" fmla="*/ 579639 h 1318781"/>
                    <a:gd name="connsiteX1302" fmla="*/ 209095 w 592360"/>
                    <a:gd name="connsiteY1302" fmla="*/ 579627 h 1318781"/>
                    <a:gd name="connsiteX1303" fmla="*/ 210959 w 592360"/>
                    <a:gd name="connsiteY1303" fmla="*/ 576537 h 1318781"/>
                    <a:gd name="connsiteX1304" fmla="*/ 208609 w 592360"/>
                    <a:gd name="connsiteY1304" fmla="*/ 573538 h 1318781"/>
                    <a:gd name="connsiteX1305" fmla="*/ 208354 w 592360"/>
                    <a:gd name="connsiteY1305" fmla="*/ 573226 h 1318781"/>
                    <a:gd name="connsiteX1306" fmla="*/ 208088 w 592360"/>
                    <a:gd name="connsiteY1306" fmla="*/ 568827 h 1318781"/>
                    <a:gd name="connsiteX1307" fmla="*/ 206560 w 592360"/>
                    <a:gd name="connsiteY1307" fmla="*/ 568873 h 1318781"/>
                    <a:gd name="connsiteX1308" fmla="*/ 206583 w 592360"/>
                    <a:gd name="connsiteY1308" fmla="*/ 565540 h 1318781"/>
                    <a:gd name="connsiteX1309" fmla="*/ 206247 w 592360"/>
                    <a:gd name="connsiteY1309" fmla="*/ 568191 h 1318781"/>
                    <a:gd name="connsiteX1310" fmla="*/ 204581 w 592360"/>
                    <a:gd name="connsiteY1310" fmla="*/ 562970 h 1318781"/>
                    <a:gd name="connsiteX1311" fmla="*/ 200182 w 592360"/>
                    <a:gd name="connsiteY1311" fmla="*/ 564382 h 1318781"/>
                    <a:gd name="connsiteX1312" fmla="*/ 199395 w 592360"/>
                    <a:gd name="connsiteY1312" fmla="*/ 560562 h 1318781"/>
                    <a:gd name="connsiteX1313" fmla="*/ 204546 w 592360"/>
                    <a:gd name="connsiteY1313" fmla="*/ 556846 h 1318781"/>
                    <a:gd name="connsiteX1314" fmla="*/ 204835 w 592360"/>
                    <a:gd name="connsiteY1314" fmla="*/ 554438 h 1318781"/>
                    <a:gd name="connsiteX1315" fmla="*/ 206838 w 592360"/>
                    <a:gd name="connsiteY1315" fmla="*/ 555411 h 1318781"/>
                    <a:gd name="connsiteX1316" fmla="*/ 205807 w 592360"/>
                    <a:gd name="connsiteY1316" fmla="*/ 553778 h 1318781"/>
                    <a:gd name="connsiteX1317" fmla="*/ 206641 w 592360"/>
                    <a:gd name="connsiteY1317" fmla="*/ 552818 h 1318781"/>
                    <a:gd name="connsiteX1318" fmla="*/ 206028 w 592360"/>
                    <a:gd name="connsiteY1318" fmla="*/ 550873 h 1318781"/>
                    <a:gd name="connsiteX1319" fmla="*/ 205923 w 592360"/>
                    <a:gd name="connsiteY1319" fmla="*/ 550873 h 1318781"/>
                    <a:gd name="connsiteX1320" fmla="*/ 206514 w 592360"/>
                    <a:gd name="connsiteY1320" fmla="*/ 552829 h 1318781"/>
                    <a:gd name="connsiteX1321" fmla="*/ 203955 w 592360"/>
                    <a:gd name="connsiteY1321" fmla="*/ 554161 h 1318781"/>
                    <a:gd name="connsiteX1322" fmla="*/ 203515 w 592360"/>
                    <a:gd name="connsiteY1322" fmla="*/ 556591 h 1318781"/>
                    <a:gd name="connsiteX1323" fmla="*/ 199719 w 592360"/>
                    <a:gd name="connsiteY1323" fmla="*/ 555237 h 1318781"/>
                    <a:gd name="connsiteX1324" fmla="*/ 199244 w 592360"/>
                    <a:gd name="connsiteY1324" fmla="*/ 559335 h 1318781"/>
                    <a:gd name="connsiteX1325" fmla="*/ 198630 w 592360"/>
                    <a:gd name="connsiteY1325" fmla="*/ 559578 h 1318781"/>
                    <a:gd name="connsiteX1326" fmla="*/ 198249 w 592360"/>
                    <a:gd name="connsiteY1326" fmla="*/ 559034 h 1318781"/>
                    <a:gd name="connsiteX1327" fmla="*/ 198353 w 592360"/>
                    <a:gd name="connsiteY1327" fmla="*/ 559983 h 1318781"/>
                    <a:gd name="connsiteX1328" fmla="*/ 198445 w 592360"/>
                    <a:gd name="connsiteY1328" fmla="*/ 560666 h 1318781"/>
                    <a:gd name="connsiteX1329" fmla="*/ 197785 w 592360"/>
                    <a:gd name="connsiteY1329" fmla="*/ 567820 h 1318781"/>
                    <a:gd name="connsiteX1330" fmla="*/ 203793 w 592360"/>
                    <a:gd name="connsiteY1330" fmla="*/ 570992 h 1318781"/>
                    <a:gd name="connsiteX1331" fmla="*/ 204847 w 592360"/>
                    <a:gd name="connsiteY1331" fmla="*/ 573538 h 1318781"/>
                    <a:gd name="connsiteX1332" fmla="*/ 202520 w 592360"/>
                    <a:gd name="connsiteY1332" fmla="*/ 576780 h 1318781"/>
                    <a:gd name="connsiteX1333" fmla="*/ 204164 w 592360"/>
                    <a:gd name="connsiteY1333" fmla="*/ 573538 h 1318781"/>
                    <a:gd name="connsiteX1334" fmla="*/ 204210 w 592360"/>
                    <a:gd name="connsiteY1334" fmla="*/ 573457 h 1318781"/>
                    <a:gd name="connsiteX1335" fmla="*/ 204037 w 592360"/>
                    <a:gd name="connsiteY1335" fmla="*/ 573538 h 1318781"/>
                    <a:gd name="connsiteX1336" fmla="*/ 202636 w 592360"/>
                    <a:gd name="connsiteY1336" fmla="*/ 574187 h 1318781"/>
                    <a:gd name="connsiteX1337" fmla="*/ 200506 w 592360"/>
                    <a:gd name="connsiteY1337" fmla="*/ 580484 h 1318781"/>
                    <a:gd name="connsiteX1338" fmla="*/ 197589 w 592360"/>
                    <a:gd name="connsiteY1338" fmla="*/ 580739 h 1318781"/>
                    <a:gd name="connsiteX1339" fmla="*/ 196917 w 592360"/>
                    <a:gd name="connsiteY1339" fmla="*/ 583876 h 1318781"/>
                    <a:gd name="connsiteX1340" fmla="*/ 197438 w 592360"/>
                    <a:gd name="connsiteY1340" fmla="*/ 586851 h 1318781"/>
                    <a:gd name="connsiteX1341" fmla="*/ 195227 w 592360"/>
                    <a:gd name="connsiteY1341" fmla="*/ 586307 h 1318781"/>
                    <a:gd name="connsiteX1342" fmla="*/ 196547 w 592360"/>
                    <a:gd name="connsiteY1342" fmla="*/ 587615 h 1318781"/>
                    <a:gd name="connsiteX1343" fmla="*/ 194394 w 592360"/>
                    <a:gd name="connsiteY1343" fmla="*/ 591527 h 1318781"/>
                    <a:gd name="connsiteX1344" fmla="*/ 193942 w 592360"/>
                    <a:gd name="connsiteY1344" fmla="*/ 588136 h 1318781"/>
                    <a:gd name="connsiteX1345" fmla="*/ 194151 w 592360"/>
                    <a:gd name="connsiteY1345" fmla="*/ 592650 h 1318781"/>
                    <a:gd name="connsiteX1346" fmla="*/ 195308 w 592360"/>
                    <a:gd name="connsiteY1346" fmla="*/ 595891 h 1318781"/>
                    <a:gd name="connsiteX1347" fmla="*/ 194602 w 592360"/>
                    <a:gd name="connsiteY1347" fmla="*/ 602385 h 1318781"/>
                    <a:gd name="connsiteX1348" fmla="*/ 188629 w 592360"/>
                    <a:gd name="connsiteY1348" fmla="*/ 607016 h 1318781"/>
                    <a:gd name="connsiteX1349" fmla="*/ 185133 w 592360"/>
                    <a:gd name="connsiteY1349" fmla="*/ 617388 h 1318781"/>
                    <a:gd name="connsiteX1350" fmla="*/ 180572 w 592360"/>
                    <a:gd name="connsiteY1350" fmla="*/ 622169 h 1318781"/>
                    <a:gd name="connsiteX1351" fmla="*/ 179102 w 592360"/>
                    <a:gd name="connsiteY1351" fmla="*/ 626845 h 1318781"/>
                    <a:gd name="connsiteX1352" fmla="*/ 165952 w 592360"/>
                    <a:gd name="connsiteY1352" fmla="*/ 640169 h 1318781"/>
                    <a:gd name="connsiteX1353" fmla="*/ 163509 w 592360"/>
                    <a:gd name="connsiteY1353" fmla="*/ 642160 h 1318781"/>
                    <a:gd name="connsiteX1354" fmla="*/ 163498 w 592360"/>
                    <a:gd name="connsiteY1354" fmla="*/ 642172 h 1318781"/>
                    <a:gd name="connsiteX1355" fmla="*/ 157976 w 592360"/>
                    <a:gd name="connsiteY1355" fmla="*/ 648145 h 1318781"/>
                    <a:gd name="connsiteX1356" fmla="*/ 155325 w 592360"/>
                    <a:gd name="connsiteY1356" fmla="*/ 648944 h 1318781"/>
                    <a:gd name="connsiteX1357" fmla="*/ 162004 w 592360"/>
                    <a:gd name="connsiteY1357" fmla="*/ 657359 h 1318781"/>
                    <a:gd name="connsiteX1358" fmla="*/ 162352 w 592360"/>
                    <a:gd name="connsiteY1358" fmla="*/ 655866 h 1318781"/>
                    <a:gd name="connsiteX1359" fmla="*/ 162664 w 592360"/>
                    <a:gd name="connsiteY1359" fmla="*/ 659073 h 1318781"/>
                    <a:gd name="connsiteX1360" fmla="*/ 155638 w 592360"/>
                    <a:gd name="connsiteY1360" fmla="*/ 650217 h 1318781"/>
                    <a:gd name="connsiteX1361" fmla="*/ 154955 w 592360"/>
                    <a:gd name="connsiteY1361" fmla="*/ 653759 h 1318781"/>
                    <a:gd name="connsiteX1362" fmla="*/ 153334 w 592360"/>
                    <a:gd name="connsiteY1362" fmla="*/ 652972 h 1318781"/>
                    <a:gd name="connsiteX1363" fmla="*/ 154874 w 592360"/>
                    <a:gd name="connsiteY1363" fmla="*/ 647994 h 1318781"/>
                    <a:gd name="connsiteX1364" fmla="*/ 150417 w 592360"/>
                    <a:gd name="connsiteY1364" fmla="*/ 643781 h 1318781"/>
                    <a:gd name="connsiteX1365" fmla="*/ 151054 w 592360"/>
                    <a:gd name="connsiteY1365" fmla="*/ 640690 h 1318781"/>
                    <a:gd name="connsiteX1366" fmla="*/ 149097 w 592360"/>
                    <a:gd name="connsiteY1366" fmla="*/ 636592 h 1318781"/>
                    <a:gd name="connsiteX1367" fmla="*/ 146493 w 592360"/>
                    <a:gd name="connsiteY1367" fmla="*/ 636338 h 1318781"/>
                    <a:gd name="connsiteX1368" fmla="*/ 139339 w 592360"/>
                    <a:gd name="connsiteY1368" fmla="*/ 640551 h 1318781"/>
                    <a:gd name="connsiteX1369" fmla="*/ 138864 w 592360"/>
                    <a:gd name="connsiteY1369" fmla="*/ 644001 h 1318781"/>
                    <a:gd name="connsiteX1370" fmla="*/ 137371 w 592360"/>
                    <a:gd name="connsiteY1370" fmla="*/ 642010 h 1318781"/>
                    <a:gd name="connsiteX1371" fmla="*/ 132428 w 592360"/>
                    <a:gd name="connsiteY1371" fmla="*/ 635411 h 1318781"/>
                    <a:gd name="connsiteX1372" fmla="*/ 131641 w 592360"/>
                    <a:gd name="connsiteY1372" fmla="*/ 630747 h 1318781"/>
                    <a:gd name="connsiteX1373" fmla="*/ 131236 w 592360"/>
                    <a:gd name="connsiteY1373" fmla="*/ 620953 h 1318781"/>
                    <a:gd name="connsiteX1374" fmla="*/ 132463 w 592360"/>
                    <a:gd name="connsiteY1374" fmla="*/ 610130 h 1318781"/>
                    <a:gd name="connsiteX1375" fmla="*/ 133516 w 592360"/>
                    <a:gd name="connsiteY1375" fmla="*/ 604967 h 1318781"/>
                    <a:gd name="connsiteX1376" fmla="*/ 132567 w 592360"/>
                    <a:gd name="connsiteY1376" fmla="*/ 603509 h 1318781"/>
                    <a:gd name="connsiteX1377" fmla="*/ 129407 w 592360"/>
                    <a:gd name="connsiteY1377" fmla="*/ 605557 h 1318781"/>
                    <a:gd name="connsiteX1378" fmla="*/ 127150 w 592360"/>
                    <a:gd name="connsiteY1378" fmla="*/ 597338 h 1318781"/>
                    <a:gd name="connsiteX1379" fmla="*/ 130773 w 592360"/>
                    <a:gd name="connsiteY1379" fmla="*/ 595463 h 1318781"/>
                    <a:gd name="connsiteX1380" fmla="*/ 136873 w 592360"/>
                    <a:gd name="connsiteY1380" fmla="*/ 595938 h 1318781"/>
                    <a:gd name="connsiteX1381" fmla="*/ 137371 w 592360"/>
                    <a:gd name="connsiteY1381" fmla="*/ 595498 h 1318781"/>
                    <a:gd name="connsiteX1382" fmla="*/ 140821 w 592360"/>
                    <a:gd name="connsiteY1382" fmla="*/ 592430 h 1318781"/>
                    <a:gd name="connsiteX1383" fmla="*/ 141608 w 592360"/>
                    <a:gd name="connsiteY1383" fmla="*/ 588101 h 1318781"/>
                    <a:gd name="connsiteX1384" fmla="*/ 138922 w 592360"/>
                    <a:gd name="connsiteY1384" fmla="*/ 586318 h 1318781"/>
                    <a:gd name="connsiteX1385" fmla="*/ 141735 w 592360"/>
                    <a:gd name="connsiteY1385" fmla="*/ 587615 h 1318781"/>
                    <a:gd name="connsiteX1386" fmla="*/ 140288 w 592360"/>
                    <a:gd name="connsiteY1386" fmla="*/ 586515 h 1318781"/>
                    <a:gd name="connsiteX1387" fmla="*/ 142812 w 592360"/>
                    <a:gd name="connsiteY1387" fmla="*/ 579350 h 1318781"/>
                    <a:gd name="connsiteX1388" fmla="*/ 142534 w 592360"/>
                    <a:gd name="connsiteY1388" fmla="*/ 574962 h 1318781"/>
                    <a:gd name="connsiteX1389" fmla="*/ 145509 w 592360"/>
                    <a:gd name="connsiteY1389" fmla="*/ 573643 h 1318781"/>
                    <a:gd name="connsiteX1390" fmla="*/ 143587 w 592360"/>
                    <a:gd name="connsiteY1390" fmla="*/ 574164 h 1318781"/>
                    <a:gd name="connsiteX1391" fmla="*/ 143888 w 592360"/>
                    <a:gd name="connsiteY1391" fmla="*/ 573538 h 1318781"/>
                    <a:gd name="connsiteX1392" fmla="*/ 145208 w 592360"/>
                    <a:gd name="connsiteY1392" fmla="*/ 570818 h 1318781"/>
                    <a:gd name="connsiteX1393" fmla="*/ 145393 w 592360"/>
                    <a:gd name="connsiteY1393" fmla="*/ 570436 h 1318781"/>
                    <a:gd name="connsiteX1394" fmla="*/ 146458 w 592360"/>
                    <a:gd name="connsiteY1394" fmla="*/ 572728 h 1318781"/>
                    <a:gd name="connsiteX1395" fmla="*/ 145439 w 592360"/>
                    <a:gd name="connsiteY1395" fmla="*/ 568920 h 1318781"/>
                    <a:gd name="connsiteX1396" fmla="*/ 147558 w 592360"/>
                    <a:gd name="connsiteY1396" fmla="*/ 567542 h 1318781"/>
                    <a:gd name="connsiteX1397" fmla="*/ 151030 w 592360"/>
                    <a:gd name="connsiteY1397" fmla="*/ 559590 h 1318781"/>
                    <a:gd name="connsiteX1398" fmla="*/ 154341 w 592360"/>
                    <a:gd name="connsiteY1398" fmla="*/ 556464 h 1318781"/>
                    <a:gd name="connsiteX1399" fmla="*/ 151656 w 592360"/>
                    <a:gd name="connsiteY1399" fmla="*/ 558143 h 1318781"/>
                    <a:gd name="connsiteX1400" fmla="*/ 148090 w 592360"/>
                    <a:gd name="connsiteY1400" fmla="*/ 562356 h 1318781"/>
                    <a:gd name="connsiteX1401" fmla="*/ 147326 w 592360"/>
                    <a:gd name="connsiteY1401" fmla="*/ 557101 h 1318781"/>
                    <a:gd name="connsiteX1402" fmla="*/ 143078 w 592360"/>
                    <a:gd name="connsiteY1402" fmla="*/ 551243 h 1318781"/>
                    <a:gd name="connsiteX1403" fmla="*/ 143946 w 592360"/>
                    <a:gd name="connsiteY1403" fmla="*/ 547481 h 1318781"/>
                    <a:gd name="connsiteX1404" fmla="*/ 143390 w 592360"/>
                    <a:gd name="connsiteY1404" fmla="*/ 548732 h 1318781"/>
                    <a:gd name="connsiteX1405" fmla="*/ 141909 w 592360"/>
                    <a:gd name="connsiteY1405" fmla="*/ 545050 h 1318781"/>
                    <a:gd name="connsiteX1406" fmla="*/ 137684 w 592360"/>
                    <a:gd name="connsiteY1406" fmla="*/ 543904 h 1318781"/>
                    <a:gd name="connsiteX1407" fmla="*/ 137568 w 592360"/>
                    <a:gd name="connsiteY1407" fmla="*/ 543881 h 1318781"/>
                    <a:gd name="connsiteX1408" fmla="*/ 137776 w 592360"/>
                    <a:gd name="connsiteY1408" fmla="*/ 543754 h 1318781"/>
                    <a:gd name="connsiteX1409" fmla="*/ 140172 w 592360"/>
                    <a:gd name="connsiteY1409" fmla="*/ 542295 h 1318781"/>
                    <a:gd name="connsiteX1410" fmla="*/ 137985 w 592360"/>
                    <a:gd name="connsiteY1410" fmla="*/ 543569 h 1318781"/>
                    <a:gd name="connsiteX1411" fmla="*/ 138054 w 592360"/>
                    <a:gd name="connsiteY1411" fmla="*/ 543245 h 1318781"/>
                    <a:gd name="connsiteX1412" fmla="*/ 139339 w 592360"/>
                    <a:gd name="connsiteY1412" fmla="*/ 536322 h 1318781"/>
                    <a:gd name="connsiteX1413" fmla="*/ 140161 w 592360"/>
                    <a:gd name="connsiteY1413" fmla="*/ 531900 h 1318781"/>
                    <a:gd name="connsiteX1414" fmla="*/ 139559 w 592360"/>
                    <a:gd name="connsiteY1414" fmla="*/ 533903 h 1318781"/>
                    <a:gd name="connsiteX1415" fmla="*/ 138957 w 592360"/>
                    <a:gd name="connsiteY1415" fmla="*/ 533694 h 1318781"/>
                    <a:gd name="connsiteX1416" fmla="*/ 138181 w 592360"/>
                    <a:gd name="connsiteY1416" fmla="*/ 533440 h 1318781"/>
                    <a:gd name="connsiteX1417" fmla="*/ 139269 w 592360"/>
                    <a:gd name="connsiteY1417" fmla="*/ 534690 h 1318781"/>
                    <a:gd name="connsiteX1418" fmla="*/ 137938 w 592360"/>
                    <a:gd name="connsiteY1418" fmla="*/ 541450 h 1318781"/>
                    <a:gd name="connsiteX1419" fmla="*/ 137371 w 592360"/>
                    <a:gd name="connsiteY1419" fmla="*/ 542353 h 1318781"/>
                    <a:gd name="connsiteX1420" fmla="*/ 136503 w 592360"/>
                    <a:gd name="connsiteY1420" fmla="*/ 543777 h 1318781"/>
                    <a:gd name="connsiteX1421" fmla="*/ 136931 w 592360"/>
                    <a:gd name="connsiteY1421" fmla="*/ 540813 h 1318781"/>
                    <a:gd name="connsiteX1422" fmla="*/ 136075 w 592360"/>
                    <a:gd name="connsiteY1422" fmla="*/ 542446 h 1318781"/>
                    <a:gd name="connsiteX1423" fmla="*/ 135970 w 592360"/>
                    <a:gd name="connsiteY1423" fmla="*/ 543719 h 1318781"/>
                    <a:gd name="connsiteX1424" fmla="*/ 137371 w 592360"/>
                    <a:gd name="connsiteY1424" fmla="*/ 545687 h 1318781"/>
                    <a:gd name="connsiteX1425" fmla="*/ 139593 w 592360"/>
                    <a:gd name="connsiteY1425" fmla="*/ 548801 h 1318781"/>
                    <a:gd name="connsiteX1426" fmla="*/ 137371 w 592360"/>
                    <a:gd name="connsiteY1426" fmla="*/ 549692 h 1318781"/>
                    <a:gd name="connsiteX1427" fmla="*/ 132382 w 592360"/>
                    <a:gd name="connsiteY1427" fmla="*/ 551706 h 1318781"/>
                    <a:gd name="connsiteX1428" fmla="*/ 137371 w 592360"/>
                    <a:gd name="connsiteY1428" fmla="*/ 549820 h 1318781"/>
                    <a:gd name="connsiteX1429" fmla="*/ 139200 w 592360"/>
                    <a:gd name="connsiteY1429" fmla="*/ 551371 h 1318781"/>
                    <a:gd name="connsiteX1430" fmla="*/ 138540 w 592360"/>
                    <a:gd name="connsiteY1430" fmla="*/ 555712 h 1318781"/>
                    <a:gd name="connsiteX1431" fmla="*/ 137371 w 592360"/>
                    <a:gd name="connsiteY1431" fmla="*/ 557066 h 1318781"/>
                    <a:gd name="connsiteX1432" fmla="*/ 137000 w 592360"/>
                    <a:gd name="connsiteY1432" fmla="*/ 557494 h 1318781"/>
                    <a:gd name="connsiteX1433" fmla="*/ 137035 w 592360"/>
                    <a:gd name="connsiteY1433" fmla="*/ 555017 h 1318781"/>
                    <a:gd name="connsiteX1434" fmla="*/ 135449 w 592360"/>
                    <a:gd name="connsiteY1434" fmla="*/ 560064 h 1318781"/>
                    <a:gd name="connsiteX1435" fmla="*/ 134674 w 592360"/>
                    <a:gd name="connsiteY1435" fmla="*/ 557749 h 1318781"/>
                    <a:gd name="connsiteX1436" fmla="*/ 134106 w 592360"/>
                    <a:gd name="connsiteY1436" fmla="*/ 559277 h 1318781"/>
                    <a:gd name="connsiteX1437" fmla="*/ 133273 w 592360"/>
                    <a:gd name="connsiteY1437" fmla="*/ 558258 h 1318781"/>
                    <a:gd name="connsiteX1438" fmla="*/ 135067 w 592360"/>
                    <a:gd name="connsiteY1438" fmla="*/ 560597 h 1318781"/>
                    <a:gd name="connsiteX1439" fmla="*/ 132347 w 592360"/>
                    <a:gd name="connsiteY1439" fmla="*/ 558988 h 1318781"/>
                    <a:gd name="connsiteX1440" fmla="*/ 135843 w 592360"/>
                    <a:gd name="connsiteY1440" fmla="*/ 562159 h 1318781"/>
                    <a:gd name="connsiteX1441" fmla="*/ 134245 w 592360"/>
                    <a:gd name="connsiteY1441" fmla="*/ 564023 h 1318781"/>
                    <a:gd name="connsiteX1442" fmla="*/ 134720 w 592360"/>
                    <a:gd name="connsiteY1442" fmla="*/ 562669 h 1318781"/>
                    <a:gd name="connsiteX1443" fmla="*/ 131525 w 592360"/>
                    <a:gd name="connsiteY1443" fmla="*/ 560284 h 1318781"/>
                    <a:gd name="connsiteX1444" fmla="*/ 134280 w 592360"/>
                    <a:gd name="connsiteY1444" fmla="*/ 562727 h 1318781"/>
                    <a:gd name="connsiteX1445" fmla="*/ 132301 w 592360"/>
                    <a:gd name="connsiteY1445" fmla="*/ 564151 h 1318781"/>
                    <a:gd name="connsiteX1446" fmla="*/ 132069 w 592360"/>
                    <a:gd name="connsiteY1446" fmla="*/ 563259 h 1318781"/>
                    <a:gd name="connsiteX1447" fmla="*/ 130784 w 592360"/>
                    <a:gd name="connsiteY1447" fmla="*/ 561847 h 1318781"/>
                    <a:gd name="connsiteX1448" fmla="*/ 131942 w 592360"/>
                    <a:gd name="connsiteY1448" fmla="*/ 563595 h 1318781"/>
                    <a:gd name="connsiteX1449" fmla="*/ 131247 w 592360"/>
                    <a:gd name="connsiteY1449" fmla="*/ 565239 h 1318781"/>
                    <a:gd name="connsiteX1450" fmla="*/ 130854 w 592360"/>
                    <a:gd name="connsiteY1450" fmla="*/ 563132 h 1318781"/>
                    <a:gd name="connsiteX1451" fmla="*/ 129592 w 592360"/>
                    <a:gd name="connsiteY1451" fmla="*/ 567288 h 1318781"/>
                    <a:gd name="connsiteX1452" fmla="*/ 129511 w 592360"/>
                    <a:gd name="connsiteY1452" fmla="*/ 562403 h 1318781"/>
                    <a:gd name="connsiteX1453" fmla="*/ 128562 w 592360"/>
                    <a:gd name="connsiteY1453" fmla="*/ 567716 h 1318781"/>
                    <a:gd name="connsiteX1454" fmla="*/ 128180 w 592360"/>
                    <a:gd name="connsiteY1454" fmla="*/ 568908 h 1318781"/>
                    <a:gd name="connsiteX1455" fmla="*/ 127902 w 592360"/>
                    <a:gd name="connsiteY1455" fmla="*/ 567704 h 1318781"/>
                    <a:gd name="connsiteX1456" fmla="*/ 128307 w 592360"/>
                    <a:gd name="connsiteY1456" fmla="*/ 565864 h 1318781"/>
                    <a:gd name="connsiteX1457" fmla="*/ 127856 w 592360"/>
                    <a:gd name="connsiteY1457" fmla="*/ 567704 h 1318781"/>
                    <a:gd name="connsiteX1458" fmla="*/ 127381 w 592360"/>
                    <a:gd name="connsiteY1458" fmla="*/ 571073 h 1318781"/>
                    <a:gd name="connsiteX1459" fmla="*/ 126907 w 592360"/>
                    <a:gd name="connsiteY1459" fmla="*/ 570772 h 1318781"/>
                    <a:gd name="connsiteX1460" fmla="*/ 124533 w 592360"/>
                    <a:gd name="connsiteY1460" fmla="*/ 571316 h 1318781"/>
                    <a:gd name="connsiteX1461" fmla="*/ 127092 w 592360"/>
                    <a:gd name="connsiteY1461" fmla="*/ 571073 h 1318781"/>
                    <a:gd name="connsiteX1462" fmla="*/ 127520 w 592360"/>
                    <a:gd name="connsiteY1462" fmla="*/ 571744 h 1318781"/>
                    <a:gd name="connsiteX1463" fmla="*/ 126131 w 592360"/>
                    <a:gd name="connsiteY1463" fmla="*/ 571744 h 1318781"/>
                    <a:gd name="connsiteX1464" fmla="*/ 128457 w 592360"/>
                    <a:gd name="connsiteY1464" fmla="*/ 572879 h 1318781"/>
                    <a:gd name="connsiteX1465" fmla="*/ 127485 w 592360"/>
                    <a:gd name="connsiteY1465" fmla="*/ 570726 h 1318781"/>
                    <a:gd name="connsiteX1466" fmla="*/ 129384 w 592360"/>
                    <a:gd name="connsiteY1466" fmla="*/ 569661 h 1318781"/>
                    <a:gd name="connsiteX1467" fmla="*/ 129904 w 592360"/>
                    <a:gd name="connsiteY1467" fmla="*/ 573353 h 1318781"/>
                    <a:gd name="connsiteX1468" fmla="*/ 130066 w 592360"/>
                    <a:gd name="connsiteY1468" fmla="*/ 573538 h 1318781"/>
                    <a:gd name="connsiteX1469" fmla="*/ 133458 w 592360"/>
                    <a:gd name="connsiteY1469" fmla="*/ 577196 h 1318781"/>
                    <a:gd name="connsiteX1470" fmla="*/ 128272 w 592360"/>
                    <a:gd name="connsiteY1470" fmla="*/ 583864 h 1318781"/>
                    <a:gd name="connsiteX1471" fmla="*/ 123179 w 592360"/>
                    <a:gd name="connsiteY1471" fmla="*/ 584663 h 1318781"/>
                    <a:gd name="connsiteX1472" fmla="*/ 120076 w 592360"/>
                    <a:gd name="connsiteY1472" fmla="*/ 582336 h 1318781"/>
                    <a:gd name="connsiteX1473" fmla="*/ 116685 w 592360"/>
                    <a:gd name="connsiteY1473" fmla="*/ 580484 h 1318781"/>
                    <a:gd name="connsiteX1474" fmla="*/ 115632 w 592360"/>
                    <a:gd name="connsiteY1474" fmla="*/ 584188 h 1318781"/>
                    <a:gd name="connsiteX1475" fmla="*/ 107436 w 592360"/>
                    <a:gd name="connsiteY1475" fmla="*/ 585300 h 1318781"/>
                    <a:gd name="connsiteX1476" fmla="*/ 102099 w 592360"/>
                    <a:gd name="connsiteY1476" fmla="*/ 580623 h 1318781"/>
                    <a:gd name="connsiteX1477" fmla="*/ 98187 w 592360"/>
                    <a:gd name="connsiteY1477" fmla="*/ 573538 h 1318781"/>
                    <a:gd name="connsiteX1478" fmla="*/ 90477 w 592360"/>
                    <a:gd name="connsiteY1478" fmla="*/ 559566 h 1318781"/>
                    <a:gd name="connsiteX1479" fmla="*/ 80638 w 592360"/>
                    <a:gd name="connsiteY1479" fmla="*/ 546034 h 1318781"/>
                    <a:gd name="connsiteX1480" fmla="*/ 73032 w 592360"/>
                    <a:gd name="connsiteY1480" fmla="*/ 530222 h 1318781"/>
                    <a:gd name="connsiteX1481" fmla="*/ 71284 w 592360"/>
                    <a:gd name="connsiteY1481" fmla="*/ 523253 h 1318781"/>
                    <a:gd name="connsiteX1482" fmla="*/ 73808 w 592360"/>
                    <a:gd name="connsiteY1482" fmla="*/ 516990 h 1318781"/>
                    <a:gd name="connsiteX1483" fmla="*/ 70960 w 592360"/>
                    <a:gd name="connsiteY1483" fmla="*/ 502150 h 1318781"/>
                    <a:gd name="connsiteX1484" fmla="*/ 71909 w 592360"/>
                    <a:gd name="connsiteY1484" fmla="*/ 495656 h 1318781"/>
                    <a:gd name="connsiteX1485" fmla="*/ 76320 w 592360"/>
                    <a:gd name="connsiteY1485" fmla="*/ 489521 h 1318781"/>
                    <a:gd name="connsiteX1486" fmla="*/ 75556 w 592360"/>
                    <a:gd name="connsiteY1486" fmla="*/ 496756 h 1318781"/>
                    <a:gd name="connsiteX1487" fmla="*/ 79503 w 592360"/>
                    <a:gd name="connsiteY1487" fmla="*/ 498561 h 1318781"/>
                    <a:gd name="connsiteX1488" fmla="*/ 79399 w 592360"/>
                    <a:gd name="connsiteY1488" fmla="*/ 499140 h 1318781"/>
                    <a:gd name="connsiteX1489" fmla="*/ 79862 w 592360"/>
                    <a:gd name="connsiteY1489" fmla="*/ 500923 h 1318781"/>
                    <a:gd name="connsiteX1490" fmla="*/ 79573 w 592360"/>
                    <a:gd name="connsiteY1490" fmla="*/ 498967 h 1318781"/>
                    <a:gd name="connsiteX1491" fmla="*/ 82316 w 592360"/>
                    <a:gd name="connsiteY1491" fmla="*/ 496096 h 1318781"/>
                    <a:gd name="connsiteX1492" fmla="*/ 82571 w 592360"/>
                    <a:gd name="connsiteY1492" fmla="*/ 497797 h 1318781"/>
                    <a:gd name="connsiteX1493" fmla="*/ 85638 w 592360"/>
                    <a:gd name="connsiteY1493" fmla="*/ 489995 h 1318781"/>
                    <a:gd name="connsiteX1494" fmla="*/ 88382 w 592360"/>
                    <a:gd name="connsiteY1494" fmla="*/ 490261 h 1318781"/>
                    <a:gd name="connsiteX1495" fmla="*/ 88833 w 592360"/>
                    <a:gd name="connsiteY1495" fmla="*/ 486754 h 1318781"/>
                    <a:gd name="connsiteX1496" fmla="*/ 88810 w 592360"/>
                    <a:gd name="connsiteY1496" fmla="*/ 486557 h 1318781"/>
                    <a:gd name="connsiteX1497" fmla="*/ 88174 w 592360"/>
                    <a:gd name="connsiteY1497" fmla="*/ 489903 h 1318781"/>
                    <a:gd name="connsiteX1498" fmla="*/ 85384 w 592360"/>
                    <a:gd name="connsiteY1498" fmla="*/ 489706 h 1318781"/>
                    <a:gd name="connsiteX1499" fmla="*/ 83068 w 592360"/>
                    <a:gd name="connsiteY1499" fmla="*/ 494556 h 1318781"/>
                    <a:gd name="connsiteX1500" fmla="*/ 78809 w 592360"/>
                    <a:gd name="connsiteY1500" fmla="*/ 495320 h 1318781"/>
                    <a:gd name="connsiteX1501" fmla="*/ 78114 w 592360"/>
                    <a:gd name="connsiteY1501" fmla="*/ 496860 h 1318781"/>
                    <a:gd name="connsiteX1502" fmla="*/ 75903 w 592360"/>
                    <a:gd name="connsiteY1502" fmla="*/ 485446 h 1318781"/>
                    <a:gd name="connsiteX1503" fmla="*/ 78450 w 592360"/>
                    <a:gd name="connsiteY1503" fmla="*/ 482726 h 1318781"/>
                    <a:gd name="connsiteX1504" fmla="*/ 74618 w 592360"/>
                    <a:gd name="connsiteY1504" fmla="*/ 481788 h 1318781"/>
                    <a:gd name="connsiteX1505" fmla="*/ 75729 w 592360"/>
                    <a:gd name="connsiteY1505" fmla="*/ 485180 h 1318781"/>
                    <a:gd name="connsiteX1506" fmla="*/ 72106 w 592360"/>
                    <a:gd name="connsiteY1506" fmla="*/ 483964 h 1318781"/>
                    <a:gd name="connsiteX1507" fmla="*/ 69571 w 592360"/>
                    <a:gd name="connsiteY1507" fmla="*/ 486210 h 1318781"/>
                    <a:gd name="connsiteX1508" fmla="*/ 66839 w 592360"/>
                    <a:gd name="connsiteY1508" fmla="*/ 484196 h 1318781"/>
                    <a:gd name="connsiteX1509" fmla="*/ 68020 w 592360"/>
                    <a:gd name="connsiteY1509" fmla="*/ 481198 h 1318781"/>
                    <a:gd name="connsiteX1510" fmla="*/ 65427 w 592360"/>
                    <a:gd name="connsiteY1510" fmla="*/ 478061 h 1318781"/>
                    <a:gd name="connsiteX1511" fmla="*/ 65554 w 592360"/>
                    <a:gd name="connsiteY1511" fmla="*/ 476961 h 1318781"/>
                    <a:gd name="connsiteX1512" fmla="*/ 68992 w 592360"/>
                    <a:gd name="connsiteY1512" fmla="*/ 475965 h 1318781"/>
                    <a:gd name="connsiteX1513" fmla="*/ 69525 w 592360"/>
                    <a:gd name="connsiteY1513" fmla="*/ 473812 h 1318781"/>
                    <a:gd name="connsiteX1514" fmla="*/ 68923 w 592360"/>
                    <a:gd name="connsiteY1514" fmla="*/ 475907 h 1318781"/>
                    <a:gd name="connsiteX1515" fmla="*/ 65230 w 592360"/>
                    <a:gd name="connsiteY1515" fmla="*/ 476787 h 1318781"/>
                    <a:gd name="connsiteX1516" fmla="*/ 65103 w 592360"/>
                    <a:gd name="connsiteY1516" fmla="*/ 478084 h 1318781"/>
                    <a:gd name="connsiteX1517" fmla="*/ 66226 w 592360"/>
                    <a:gd name="connsiteY1517" fmla="*/ 485133 h 1318781"/>
                    <a:gd name="connsiteX1518" fmla="*/ 73785 w 592360"/>
                    <a:gd name="connsiteY1518" fmla="*/ 487761 h 1318781"/>
                    <a:gd name="connsiteX1519" fmla="*/ 73785 w 592360"/>
                    <a:gd name="connsiteY1519" fmla="*/ 490319 h 1318781"/>
                    <a:gd name="connsiteX1520" fmla="*/ 70474 w 592360"/>
                    <a:gd name="connsiteY1520" fmla="*/ 493700 h 1318781"/>
                    <a:gd name="connsiteX1521" fmla="*/ 67568 w 592360"/>
                    <a:gd name="connsiteY1521" fmla="*/ 493445 h 1318781"/>
                    <a:gd name="connsiteX1522" fmla="*/ 54870 w 592360"/>
                    <a:gd name="connsiteY1522" fmla="*/ 474298 h 1318781"/>
                    <a:gd name="connsiteX1523" fmla="*/ 53955 w 592360"/>
                    <a:gd name="connsiteY1523" fmla="*/ 467885 h 1318781"/>
                    <a:gd name="connsiteX1524" fmla="*/ 53920 w 592360"/>
                    <a:gd name="connsiteY1524" fmla="*/ 467828 h 1318781"/>
                    <a:gd name="connsiteX1525" fmla="*/ 46292 w 592360"/>
                    <a:gd name="connsiteY1525" fmla="*/ 456379 h 1318781"/>
                    <a:gd name="connsiteX1526" fmla="*/ 45632 w 592360"/>
                    <a:gd name="connsiteY1526" fmla="*/ 455615 h 1318781"/>
                    <a:gd name="connsiteX1527" fmla="*/ 31672 w 592360"/>
                    <a:gd name="connsiteY1527" fmla="*/ 436630 h 1318781"/>
                    <a:gd name="connsiteX1528" fmla="*/ 20188 w 592360"/>
                    <a:gd name="connsiteY1528" fmla="*/ 421015 h 1318781"/>
                    <a:gd name="connsiteX1529" fmla="*/ 15234 w 592360"/>
                    <a:gd name="connsiteY1529" fmla="*/ 410712 h 1318781"/>
                    <a:gd name="connsiteX1530" fmla="*/ 10210 w 592360"/>
                    <a:gd name="connsiteY1530" fmla="*/ 405399 h 1318781"/>
                    <a:gd name="connsiteX1531" fmla="*/ 6251 w 592360"/>
                    <a:gd name="connsiteY1531" fmla="*/ 405330 h 1318781"/>
                    <a:gd name="connsiteX1532" fmla="*/ 3855 w 592360"/>
                    <a:gd name="connsiteY1532" fmla="*/ 398766 h 1318781"/>
                    <a:gd name="connsiteX1533" fmla="*/ 1134 w 592360"/>
                    <a:gd name="connsiteY1533" fmla="*/ 395906 h 1318781"/>
                    <a:gd name="connsiteX1534" fmla="*/ 810 w 592360"/>
                    <a:gd name="connsiteY1534" fmla="*/ 395270 h 1318781"/>
                    <a:gd name="connsiteX1535" fmla="*/ 0 w 592360"/>
                    <a:gd name="connsiteY1535" fmla="*/ 389609 h 1318781"/>
                    <a:gd name="connsiteX1536" fmla="*/ 4364 w 592360"/>
                    <a:gd name="connsiteY1536" fmla="*/ 387804 h 1318781"/>
                    <a:gd name="connsiteX1537" fmla="*/ 8752 w 592360"/>
                    <a:gd name="connsiteY1537" fmla="*/ 385315 h 1318781"/>
                    <a:gd name="connsiteX1538" fmla="*/ 10557 w 592360"/>
                    <a:gd name="connsiteY1538" fmla="*/ 382224 h 1318781"/>
                    <a:gd name="connsiteX1539" fmla="*/ 10812 w 592360"/>
                    <a:gd name="connsiteY1539" fmla="*/ 381877 h 1318781"/>
                    <a:gd name="connsiteX1540" fmla="*/ 10858 w 592360"/>
                    <a:gd name="connsiteY1540" fmla="*/ 381715 h 1318781"/>
                    <a:gd name="connsiteX1541" fmla="*/ 11356 w 592360"/>
                    <a:gd name="connsiteY1541" fmla="*/ 380858 h 1318781"/>
                    <a:gd name="connsiteX1542" fmla="*/ 13717 w 592360"/>
                    <a:gd name="connsiteY1542" fmla="*/ 371933 h 1318781"/>
                    <a:gd name="connsiteX1543" fmla="*/ 14099 w 592360"/>
                    <a:gd name="connsiteY1543" fmla="*/ 369409 h 1318781"/>
                    <a:gd name="connsiteX1544" fmla="*/ 14389 w 592360"/>
                    <a:gd name="connsiteY1544" fmla="*/ 369375 h 1318781"/>
                    <a:gd name="connsiteX1545" fmla="*/ 15940 w 592360"/>
                    <a:gd name="connsiteY1545" fmla="*/ 371840 h 1318781"/>
                    <a:gd name="connsiteX1546" fmla="*/ 17179 w 592360"/>
                    <a:gd name="connsiteY1546" fmla="*/ 369792 h 1318781"/>
                    <a:gd name="connsiteX1547" fmla="*/ 15604 w 592360"/>
                    <a:gd name="connsiteY1547" fmla="*/ 369247 h 1318781"/>
                    <a:gd name="connsiteX1548" fmla="*/ 15685 w 592360"/>
                    <a:gd name="connsiteY1548" fmla="*/ 369236 h 1318781"/>
                    <a:gd name="connsiteX1549" fmla="*/ 16646 w 592360"/>
                    <a:gd name="connsiteY1549" fmla="*/ 369513 h 1318781"/>
                    <a:gd name="connsiteX1550" fmla="*/ 19239 w 592360"/>
                    <a:gd name="connsiteY1550" fmla="*/ 362510 h 1318781"/>
                    <a:gd name="connsiteX1551" fmla="*/ 19366 w 592360"/>
                    <a:gd name="connsiteY1551" fmla="*/ 362128 h 1318781"/>
                    <a:gd name="connsiteX1552" fmla="*/ 20732 w 592360"/>
                    <a:gd name="connsiteY1552" fmla="*/ 358007 h 1318781"/>
                    <a:gd name="connsiteX1553" fmla="*/ 20154 w 592360"/>
                    <a:gd name="connsiteY1553" fmla="*/ 346837 h 1318781"/>
                    <a:gd name="connsiteX1554" fmla="*/ 23777 w 592360"/>
                    <a:gd name="connsiteY1554" fmla="*/ 341129 h 1318781"/>
                    <a:gd name="connsiteX1555" fmla="*/ 24367 w 592360"/>
                    <a:gd name="connsiteY1555" fmla="*/ 334115 h 1318781"/>
                    <a:gd name="connsiteX1556" fmla="*/ 26208 w 592360"/>
                    <a:gd name="connsiteY1556" fmla="*/ 334404 h 1318781"/>
                    <a:gd name="connsiteX1557" fmla="*/ 25177 w 592360"/>
                    <a:gd name="connsiteY1557" fmla="*/ 332089 h 1318781"/>
                    <a:gd name="connsiteX1558" fmla="*/ 23603 w 592360"/>
                    <a:gd name="connsiteY1558" fmla="*/ 318395 h 1318781"/>
                    <a:gd name="connsiteX1559" fmla="*/ 21948 w 592360"/>
                    <a:gd name="connsiteY1559" fmla="*/ 310731 h 1318781"/>
                    <a:gd name="connsiteX1560" fmla="*/ 21971 w 592360"/>
                    <a:gd name="connsiteY1560" fmla="*/ 310720 h 1318781"/>
                    <a:gd name="connsiteX1561" fmla="*/ 27817 w 592360"/>
                    <a:gd name="connsiteY1561" fmla="*/ 314343 h 1318781"/>
                    <a:gd name="connsiteX1562" fmla="*/ 29623 w 592360"/>
                    <a:gd name="connsiteY1562" fmla="*/ 314459 h 1318781"/>
                    <a:gd name="connsiteX1563" fmla="*/ 27157 w 592360"/>
                    <a:gd name="connsiteY1563" fmla="*/ 313405 h 1318781"/>
                    <a:gd name="connsiteX1564" fmla="*/ 29229 w 592360"/>
                    <a:gd name="connsiteY1564" fmla="*/ 313475 h 1318781"/>
                    <a:gd name="connsiteX1565" fmla="*/ 27354 w 592360"/>
                    <a:gd name="connsiteY1565" fmla="*/ 313197 h 1318781"/>
                    <a:gd name="connsiteX1566" fmla="*/ 24726 w 592360"/>
                    <a:gd name="connsiteY1566" fmla="*/ 311657 h 1318781"/>
                    <a:gd name="connsiteX1567" fmla="*/ 31672 w 592360"/>
                    <a:gd name="connsiteY1567" fmla="*/ 301448 h 1318781"/>
                    <a:gd name="connsiteX1568" fmla="*/ 32111 w 592360"/>
                    <a:gd name="connsiteY1568" fmla="*/ 300788 h 1318781"/>
                    <a:gd name="connsiteX1569" fmla="*/ 38166 w 592360"/>
                    <a:gd name="connsiteY1569" fmla="*/ 293692 h 1318781"/>
                    <a:gd name="connsiteX1570" fmla="*/ 43247 w 592360"/>
                    <a:gd name="connsiteY1570" fmla="*/ 287279 h 1318781"/>
                    <a:gd name="connsiteX1571" fmla="*/ 45817 w 592360"/>
                    <a:gd name="connsiteY1571" fmla="*/ 279476 h 1318781"/>
                    <a:gd name="connsiteX1572" fmla="*/ 46662 w 592360"/>
                    <a:gd name="connsiteY1572" fmla="*/ 272844 h 1318781"/>
                    <a:gd name="connsiteX1573" fmla="*/ 49614 w 592360"/>
                    <a:gd name="connsiteY1573" fmla="*/ 274626 h 1318781"/>
                    <a:gd name="connsiteX1574" fmla="*/ 49637 w 592360"/>
                    <a:gd name="connsiteY1574" fmla="*/ 274267 h 1318781"/>
                    <a:gd name="connsiteX1575" fmla="*/ 47600 w 592360"/>
                    <a:gd name="connsiteY1575" fmla="*/ 272867 h 1318781"/>
                    <a:gd name="connsiteX1576" fmla="*/ 49637 w 592360"/>
                    <a:gd name="connsiteY1576" fmla="*/ 273191 h 1318781"/>
                    <a:gd name="connsiteX1577" fmla="*/ 52323 w 592360"/>
                    <a:gd name="connsiteY1577" fmla="*/ 268155 h 1318781"/>
                    <a:gd name="connsiteX1578" fmla="*/ 57358 w 592360"/>
                    <a:gd name="connsiteY1578" fmla="*/ 264381 h 1318781"/>
                    <a:gd name="connsiteX1579" fmla="*/ 65520 w 592360"/>
                    <a:gd name="connsiteY1579" fmla="*/ 256417 h 1318781"/>
                    <a:gd name="connsiteX1580" fmla="*/ 69027 w 592360"/>
                    <a:gd name="connsiteY1580" fmla="*/ 252991 h 1318781"/>
                    <a:gd name="connsiteX1581" fmla="*/ 73310 w 592360"/>
                    <a:gd name="connsiteY1581" fmla="*/ 244807 h 1318781"/>
                    <a:gd name="connsiteX1582" fmla="*/ 74097 w 592360"/>
                    <a:gd name="connsiteY1582" fmla="*/ 236079 h 1318781"/>
                    <a:gd name="connsiteX1583" fmla="*/ 72199 w 592360"/>
                    <a:gd name="connsiteY1583" fmla="*/ 223959 h 1318781"/>
                    <a:gd name="connsiteX1584" fmla="*/ 82004 w 592360"/>
                    <a:gd name="connsiteY1584" fmla="*/ 201745 h 1318781"/>
                    <a:gd name="connsiteX1585" fmla="*/ 86217 w 592360"/>
                    <a:gd name="connsiteY1585" fmla="*/ 184925 h 1318781"/>
                    <a:gd name="connsiteX1586" fmla="*/ 87780 w 592360"/>
                    <a:gd name="connsiteY1586" fmla="*/ 185214 h 1318781"/>
                    <a:gd name="connsiteX1587" fmla="*/ 86842 w 592360"/>
                    <a:gd name="connsiteY1587" fmla="*/ 184276 h 1318781"/>
                    <a:gd name="connsiteX1588" fmla="*/ 97307 w 592360"/>
                    <a:gd name="connsiteY1588" fmla="*/ 171613 h 1318781"/>
                    <a:gd name="connsiteX1589" fmla="*/ 106938 w 592360"/>
                    <a:gd name="connsiteY1589" fmla="*/ 166635 h 1318781"/>
                    <a:gd name="connsiteX1590" fmla="*/ 108177 w 592360"/>
                    <a:gd name="connsiteY1590" fmla="*/ 167584 h 1318781"/>
                    <a:gd name="connsiteX1591" fmla="*/ 100733 w 592360"/>
                    <a:gd name="connsiteY1591" fmla="*/ 170964 h 1318781"/>
                    <a:gd name="connsiteX1592" fmla="*/ 100016 w 592360"/>
                    <a:gd name="connsiteY1592" fmla="*/ 171682 h 1318781"/>
                    <a:gd name="connsiteX1593" fmla="*/ 99842 w 592360"/>
                    <a:gd name="connsiteY1593" fmla="*/ 174981 h 1318781"/>
                    <a:gd name="connsiteX1594" fmla="*/ 100768 w 592360"/>
                    <a:gd name="connsiteY1594" fmla="*/ 171312 h 1318781"/>
                    <a:gd name="connsiteX1595" fmla="*/ 102146 w 592360"/>
                    <a:gd name="connsiteY1595" fmla="*/ 174414 h 1318781"/>
                    <a:gd name="connsiteX1596" fmla="*/ 101995 w 592360"/>
                    <a:gd name="connsiteY1596" fmla="*/ 172677 h 1318781"/>
                    <a:gd name="connsiteX1597" fmla="*/ 103604 w 592360"/>
                    <a:gd name="connsiteY1597" fmla="*/ 173800 h 1318781"/>
                    <a:gd name="connsiteX1598" fmla="*/ 101439 w 592360"/>
                    <a:gd name="connsiteY1598" fmla="*/ 171971 h 1318781"/>
                    <a:gd name="connsiteX1599" fmla="*/ 103164 w 592360"/>
                    <a:gd name="connsiteY1599" fmla="*/ 170478 h 1318781"/>
                    <a:gd name="connsiteX1600" fmla="*/ 103477 w 592360"/>
                    <a:gd name="connsiteY1600" fmla="*/ 173164 h 1318781"/>
                    <a:gd name="connsiteX1601" fmla="*/ 106892 w 592360"/>
                    <a:gd name="connsiteY1601" fmla="*/ 175120 h 1318781"/>
                    <a:gd name="connsiteX1602" fmla="*/ 105931 w 592360"/>
                    <a:gd name="connsiteY1602" fmla="*/ 177065 h 1318781"/>
                    <a:gd name="connsiteX1603" fmla="*/ 107007 w 592360"/>
                    <a:gd name="connsiteY1603" fmla="*/ 175131 h 1318781"/>
                    <a:gd name="connsiteX1604" fmla="*/ 105838 w 592360"/>
                    <a:gd name="connsiteY1604" fmla="*/ 173221 h 1318781"/>
                    <a:gd name="connsiteX1605" fmla="*/ 103488 w 592360"/>
                    <a:gd name="connsiteY1605" fmla="*/ 172886 h 1318781"/>
                    <a:gd name="connsiteX1606" fmla="*/ 103974 w 592360"/>
                    <a:gd name="connsiteY1606" fmla="*/ 171774 h 1318781"/>
                    <a:gd name="connsiteX1607" fmla="*/ 108119 w 592360"/>
                    <a:gd name="connsiteY1607" fmla="*/ 173592 h 1318781"/>
                    <a:gd name="connsiteX1608" fmla="*/ 104519 w 592360"/>
                    <a:gd name="connsiteY1608" fmla="*/ 171821 h 1318781"/>
                    <a:gd name="connsiteX1609" fmla="*/ 104854 w 592360"/>
                    <a:gd name="connsiteY1609" fmla="*/ 169980 h 1318781"/>
                    <a:gd name="connsiteX1610" fmla="*/ 108130 w 592360"/>
                    <a:gd name="connsiteY1610" fmla="*/ 173476 h 1318781"/>
                    <a:gd name="connsiteX1611" fmla="*/ 104947 w 592360"/>
                    <a:gd name="connsiteY1611" fmla="*/ 169969 h 1318781"/>
                    <a:gd name="connsiteX1612" fmla="*/ 106591 w 592360"/>
                    <a:gd name="connsiteY1612" fmla="*/ 168962 h 1318781"/>
                    <a:gd name="connsiteX1613" fmla="*/ 108651 w 592360"/>
                    <a:gd name="connsiteY1613" fmla="*/ 173071 h 1318781"/>
                    <a:gd name="connsiteX1614" fmla="*/ 109543 w 592360"/>
                    <a:gd name="connsiteY1614" fmla="*/ 172353 h 1318781"/>
                    <a:gd name="connsiteX1615" fmla="*/ 108917 w 592360"/>
                    <a:gd name="connsiteY1615" fmla="*/ 173465 h 1318781"/>
                    <a:gd name="connsiteX1616" fmla="*/ 110353 w 592360"/>
                    <a:gd name="connsiteY1616" fmla="*/ 174356 h 1318781"/>
                    <a:gd name="connsiteX1617" fmla="*/ 109959 w 592360"/>
                    <a:gd name="connsiteY1617" fmla="*/ 171786 h 1318781"/>
                    <a:gd name="connsiteX1618" fmla="*/ 112367 w 592360"/>
                    <a:gd name="connsiteY1618" fmla="*/ 172978 h 1318781"/>
                    <a:gd name="connsiteX1619" fmla="*/ 110966 w 592360"/>
                    <a:gd name="connsiteY1619" fmla="*/ 174773 h 1318781"/>
                    <a:gd name="connsiteX1620" fmla="*/ 112876 w 592360"/>
                    <a:gd name="connsiteY1620" fmla="*/ 172967 h 1318781"/>
                    <a:gd name="connsiteX1621" fmla="*/ 113339 w 592360"/>
                    <a:gd name="connsiteY1621" fmla="*/ 174668 h 1318781"/>
                    <a:gd name="connsiteX1622" fmla="*/ 116071 w 592360"/>
                    <a:gd name="connsiteY1622" fmla="*/ 173847 h 1318781"/>
                    <a:gd name="connsiteX1623" fmla="*/ 116835 w 592360"/>
                    <a:gd name="connsiteY1623" fmla="*/ 175722 h 1318781"/>
                    <a:gd name="connsiteX1624" fmla="*/ 116986 w 592360"/>
                    <a:gd name="connsiteY1624" fmla="*/ 174356 h 1318781"/>
                    <a:gd name="connsiteX1625" fmla="*/ 117298 w 592360"/>
                    <a:gd name="connsiteY1625" fmla="*/ 176660 h 1318781"/>
                    <a:gd name="connsiteX1626" fmla="*/ 119197 w 592360"/>
                    <a:gd name="connsiteY1626" fmla="*/ 175757 h 1318781"/>
                    <a:gd name="connsiteX1627" fmla="*/ 123677 w 592360"/>
                    <a:gd name="connsiteY1627" fmla="*/ 183374 h 1318781"/>
                    <a:gd name="connsiteX1628" fmla="*/ 121743 w 592360"/>
                    <a:gd name="connsiteY1628" fmla="*/ 179554 h 1318781"/>
                    <a:gd name="connsiteX1629" fmla="*/ 124649 w 592360"/>
                    <a:gd name="connsiteY1629" fmla="*/ 181626 h 1318781"/>
                    <a:gd name="connsiteX1630" fmla="*/ 123411 w 592360"/>
                    <a:gd name="connsiteY1630" fmla="*/ 178732 h 1318781"/>
                    <a:gd name="connsiteX1631" fmla="*/ 125969 w 592360"/>
                    <a:gd name="connsiteY1631" fmla="*/ 181452 h 1318781"/>
                    <a:gd name="connsiteX1632" fmla="*/ 124128 w 592360"/>
                    <a:gd name="connsiteY1632" fmla="*/ 186325 h 1318781"/>
                    <a:gd name="connsiteX1633" fmla="*/ 125807 w 592360"/>
                    <a:gd name="connsiteY1633" fmla="*/ 189775 h 1318781"/>
                    <a:gd name="connsiteX1634" fmla="*/ 126397 w 592360"/>
                    <a:gd name="connsiteY1634" fmla="*/ 189555 h 1318781"/>
                    <a:gd name="connsiteX1635" fmla="*/ 124973 w 592360"/>
                    <a:gd name="connsiteY1635" fmla="*/ 186406 h 1318781"/>
                    <a:gd name="connsiteX1636" fmla="*/ 126744 w 592360"/>
                    <a:gd name="connsiteY1636" fmla="*/ 184843 h 1318781"/>
                    <a:gd name="connsiteX1637" fmla="*/ 125610 w 592360"/>
                    <a:gd name="connsiteY1637" fmla="*/ 184670 h 1318781"/>
                    <a:gd name="connsiteX1638" fmla="*/ 127393 w 592360"/>
                    <a:gd name="connsiteY1638" fmla="*/ 180225 h 1318781"/>
                    <a:gd name="connsiteX1639" fmla="*/ 125436 w 592360"/>
                    <a:gd name="connsiteY1639" fmla="*/ 178685 h 1318781"/>
                    <a:gd name="connsiteX1640" fmla="*/ 126316 w 592360"/>
                    <a:gd name="connsiteY1640" fmla="*/ 177018 h 1318781"/>
                    <a:gd name="connsiteX1641" fmla="*/ 124510 w 592360"/>
                    <a:gd name="connsiteY1641" fmla="*/ 173916 h 1318781"/>
                    <a:gd name="connsiteX1642" fmla="*/ 126721 w 592360"/>
                    <a:gd name="connsiteY1642" fmla="*/ 176544 h 1318781"/>
                    <a:gd name="connsiteX1643" fmla="*/ 124070 w 592360"/>
                    <a:gd name="connsiteY1643" fmla="*/ 171450 h 1318781"/>
                    <a:gd name="connsiteX1644" fmla="*/ 128446 w 592360"/>
                    <a:gd name="connsiteY1644" fmla="*/ 172041 h 1318781"/>
                    <a:gd name="connsiteX1645" fmla="*/ 127566 w 592360"/>
                    <a:gd name="connsiteY1645" fmla="*/ 172411 h 1318781"/>
                    <a:gd name="connsiteX1646" fmla="*/ 127427 w 592360"/>
                    <a:gd name="connsiteY1646" fmla="*/ 175213 h 1318781"/>
                    <a:gd name="connsiteX1647" fmla="*/ 128365 w 592360"/>
                    <a:gd name="connsiteY1647" fmla="*/ 172712 h 1318781"/>
                    <a:gd name="connsiteX1648" fmla="*/ 127682 w 592360"/>
                    <a:gd name="connsiteY1648" fmla="*/ 175641 h 1318781"/>
                    <a:gd name="connsiteX1649" fmla="*/ 129337 w 592360"/>
                    <a:gd name="connsiteY1649" fmla="*/ 172446 h 1318781"/>
                    <a:gd name="connsiteX1650" fmla="*/ 128990 w 592360"/>
                    <a:gd name="connsiteY1650" fmla="*/ 174680 h 1318781"/>
                    <a:gd name="connsiteX1651" fmla="*/ 131398 w 592360"/>
                    <a:gd name="connsiteY1651" fmla="*/ 172110 h 1318781"/>
                    <a:gd name="connsiteX1652" fmla="*/ 130819 w 592360"/>
                    <a:gd name="connsiteY1652" fmla="*/ 174182 h 1318781"/>
                    <a:gd name="connsiteX1653" fmla="*/ 132521 w 592360"/>
                    <a:gd name="connsiteY1653" fmla="*/ 174032 h 1318781"/>
                    <a:gd name="connsiteX1654" fmla="*/ 131421 w 592360"/>
                    <a:gd name="connsiteY1654" fmla="*/ 175664 h 1318781"/>
                    <a:gd name="connsiteX1655" fmla="*/ 133562 w 592360"/>
                    <a:gd name="connsiteY1655" fmla="*/ 172851 h 1318781"/>
                    <a:gd name="connsiteX1656" fmla="*/ 131375 w 592360"/>
                    <a:gd name="connsiteY1656" fmla="*/ 173082 h 1318781"/>
                    <a:gd name="connsiteX1657" fmla="*/ 133898 w 592360"/>
                    <a:gd name="connsiteY1657" fmla="*/ 171844 h 1318781"/>
                    <a:gd name="connsiteX1658" fmla="*/ 132035 w 592360"/>
                    <a:gd name="connsiteY1658" fmla="*/ 171936 h 1318781"/>
                    <a:gd name="connsiteX1659" fmla="*/ 133319 w 592360"/>
                    <a:gd name="connsiteY1659" fmla="*/ 169934 h 1318781"/>
                    <a:gd name="connsiteX1660" fmla="*/ 134361 w 592360"/>
                    <a:gd name="connsiteY1660" fmla="*/ 170571 h 1318781"/>
                    <a:gd name="connsiteX1661" fmla="*/ 134523 w 592360"/>
                    <a:gd name="connsiteY1661" fmla="*/ 168626 h 1318781"/>
                    <a:gd name="connsiteX1662" fmla="*/ 135843 w 592360"/>
                    <a:gd name="connsiteY1662" fmla="*/ 169992 h 1318781"/>
                    <a:gd name="connsiteX1663" fmla="*/ 135218 w 592360"/>
                    <a:gd name="connsiteY1663" fmla="*/ 166658 h 1318781"/>
                    <a:gd name="connsiteX1664" fmla="*/ 136526 w 592360"/>
                    <a:gd name="connsiteY1664" fmla="*/ 165593 h 1318781"/>
                    <a:gd name="connsiteX1665" fmla="*/ 136144 w 592360"/>
                    <a:gd name="connsiteY1665" fmla="*/ 168777 h 1318781"/>
                    <a:gd name="connsiteX1666" fmla="*/ 137371 w 592360"/>
                    <a:gd name="connsiteY1666" fmla="*/ 166450 h 1318781"/>
                    <a:gd name="connsiteX1667" fmla="*/ 137556 w 592360"/>
                    <a:gd name="connsiteY1667" fmla="*/ 166114 h 1318781"/>
                    <a:gd name="connsiteX1668" fmla="*/ 137371 w 592360"/>
                    <a:gd name="connsiteY1668" fmla="*/ 165940 h 1318781"/>
                    <a:gd name="connsiteX1669" fmla="*/ 135473 w 592360"/>
                    <a:gd name="connsiteY1669" fmla="*/ 164181 h 1318781"/>
                    <a:gd name="connsiteX1670" fmla="*/ 135334 w 592360"/>
                    <a:gd name="connsiteY1670" fmla="*/ 161356 h 1318781"/>
                    <a:gd name="connsiteX1671" fmla="*/ 136954 w 592360"/>
                    <a:gd name="connsiteY1671" fmla="*/ 160407 h 1318781"/>
                    <a:gd name="connsiteX1672" fmla="*/ 137371 w 592360"/>
                    <a:gd name="connsiteY1672" fmla="*/ 160812 h 1318781"/>
                    <a:gd name="connsiteX1673" fmla="*/ 140103 w 592360"/>
                    <a:gd name="connsiteY1673" fmla="*/ 163451 h 1318781"/>
                    <a:gd name="connsiteX1674" fmla="*/ 138934 w 592360"/>
                    <a:gd name="connsiteY1674" fmla="*/ 161264 h 1318781"/>
                    <a:gd name="connsiteX1675" fmla="*/ 143008 w 592360"/>
                    <a:gd name="connsiteY1675" fmla="*/ 162097 h 1318781"/>
                    <a:gd name="connsiteX1676" fmla="*/ 146701 w 592360"/>
                    <a:gd name="connsiteY1676" fmla="*/ 166450 h 1318781"/>
                    <a:gd name="connsiteX1677" fmla="*/ 150834 w 592360"/>
                    <a:gd name="connsiteY1677" fmla="*/ 165431 h 1318781"/>
                    <a:gd name="connsiteX1678" fmla="*/ 152477 w 592360"/>
                    <a:gd name="connsiteY1678" fmla="*/ 163972 h 1318781"/>
                    <a:gd name="connsiteX1679" fmla="*/ 152431 w 592360"/>
                    <a:gd name="connsiteY1679" fmla="*/ 163822 h 1318781"/>
                    <a:gd name="connsiteX1680" fmla="*/ 150741 w 592360"/>
                    <a:gd name="connsiteY1680" fmla="*/ 165281 h 1318781"/>
                    <a:gd name="connsiteX1681" fmla="*/ 149132 w 592360"/>
                    <a:gd name="connsiteY1681" fmla="*/ 164343 h 1318781"/>
                    <a:gd name="connsiteX1682" fmla="*/ 146817 w 592360"/>
                    <a:gd name="connsiteY1682" fmla="*/ 166102 h 1318781"/>
                    <a:gd name="connsiteX1683" fmla="*/ 142719 w 592360"/>
                    <a:gd name="connsiteY1683" fmla="*/ 160754 h 1318781"/>
                    <a:gd name="connsiteX1684" fmla="*/ 137996 w 592360"/>
                    <a:gd name="connsiteY1684" fmla="*/ 159180 h 1318781"/>
                    <a:gd name="connsiteX1685" fmla="*/ 137371 w 592360"/>
                    <a:gd name="connsiteY1685" fmla="*/ 159596 h 1318781"/>
                    <a:gd name="connsiteX1686" fmla="*/ 128747 w 592360"/>
                    <a:gd name="connsiteY1686" fmla="*/ 165361 h 1318781"/>
                    <a:gd name="connsiteX1687" fmla="*/ 119139 w 592360"/>
                    <a:gd name="connsiteY1687" fmla="*/ 161622 h 1318781"/>
                    <a:gd name="connsiteX1688" fmla="*/ 115632 w 592360"/>
                    <a:gd name="connsiteY1688" fmla="*/ 158173 h 1318781"/>
                    <a:gd name="connsiteX1689" fmla="*/ 115747 w 592360"/>
                    <a:gd name="connsiteY1689" fmla="*/ 155823 h 1318781"/>
                    <a:gd name="connsiteX1690" fmla="*/ 119718 w 592360"/>
                    <a:gd name="connsiteY1690" fmla="*/ 150718 h 1318781"/>
                    <a:gd name="connsiteX1691" fmla="*/ 126212 w 592360"/>
                    <a:gd name="connsiteY1691" fmla="*/ 142360 h 1318781"/>
                    <a:gd name="connsiteX1692" fmla="*/ 132312 w 592360"/>
                    <a:gd name="connsiteY1692" fmla="*/ 141932 h 1318781"/>
                    <a:gd name="connsiteX1693" fmla="*/ 131027 w 592360"/>
                    <a:gd name="connsiteY1693" fmla="*/ 145416 h 1318781"/>
                    <a:gd name="connsiteX1694" fmla="*/ 132451 w 592360"/>
                    <a:gd name="connsiteY1694" fmla="*/ 141874 h 1318781"/>
                    <a:gd name="connsiteX1695" fmla="*/ 137371 w 592360"/>
                    <a:gd name="connsiteY1695" fmla="*/ 141330 h 1318781"/>
                    <a:gd name="connsiteX1696" fmla="*/ 138239 w 592360"/>
                    <a:gd name="connsiteY1696" fmla="*/ 141226 h 1318781"/>
                    <a:gd name="connsiteX1697" fmla="*/ 143633 w 592360"/>
                    <a:gd name="connsiteY1697" fmla="*/ 136144 h 1318781"/>
                    <a:gd name="connsiteX1698" fmla="*/ 153056 w 592360"/>
                    <a:gd name="connsiteY1698" fmla="*/ 135924 h 1318781"/>
                    <a:gd name="connsiteX1699" fmla="*/ 159238 w 592360"/>
                    <a:gd name="connsiteY1699" fmla="*/ 138343 h 1318781"/>
                    <a:gd name="connsiteX1700" fmla="*/ 162317 w 592360"/>
                    <a:gd name="connsiteY1700" fmla="*/ 143171 h 1318781"/>
                    <a:gd name="connsiteX1701" fmla="*/ 168927 w 592360"/>
                    <a:gd name="connsiteY1701" fmla="*/ 145625 h 1318781"/>
                    <a:gd name="connsiteX1702" fmla="*/ 169506 w 592360"/>
                    <a:gd name="connsiteY1702" fmla="*/ 148854 h 1318781"/>
                    <a:gd name="connsiteX1703" fmla="*/ 173129 w 592360"/>
                    <a:gd name="connsiteY1703" fmla="*/ 150718 h 1318781"/>
                    <a:gd name="connsiteX1704" fmla="*/ 175282 w 592360"/>
                    <a:gd name="connsiteY1704" fmla="*/ 151829 h 1318781"/>
                    <a:gd name="connsiteX1705" fmla="*/ 179577 w 592360"/>
                    <a:gd name="connsiteY1705" fmla="*/ 151447 h 1318781"/>
                    <a:gd name="connsiteX1706" fmla="*/ 180792 w 592360"/>
                    <a:gd name="connsiteY1706" fmla="*/ 151331 h 1318781"/>
                    <a:gd name="connsiteX1707" fmla="*/ 180931 w 592360"/>
                    <a:gd name="connsiteY1707" fmla="*/ 151598 h 1318781"/>
                    <a:gd name="connsiteX1708" fmla="*/ 181510 w 592360"/>
                    <a:gd name="connsiteY1708" fmla="*/ 152744 h 1318781"/>
                    <a:gd name="connsiteX1709" fmla="*/ 181730 w 592360"/>
                    <a:gd name="connsiteY1709" fmla="*/ 153172 h 1318781"/>
                    <a:gd name="connsiteX1710" fmla="*/ 182007 w 592360"/>
                    <a:gd name="connsiteY1710" fmla="*/ 151771 h 1318781"/>
                    <a:gd name="connsiteX1711" fmla="*/ 188085 w 592360"/>
                    <a:gd name="connsiteY1711" fmla="*/ 151494 h 1318781"/>
                    <a:gd name="connsiteX1712" fmla="*/ 186696 w 592360"/>
                    <a:gd name="connsiteY1712" fmla="*/ 151401 h 1318781"/>
                    <a:gd name="connsiteX1713" fmla="*/ 187518 w 592360"/>
                    <a:gd name="connsiteY1713" fmla="*/ 150718 h 1318781"/>
                    <a:gd name="connsiteX1714" fmla="*/ 189127 w 592360"/>
                    <a:gd name="connsiteY1714" fmla="*/ 149398 h 1318781"/>
                    <a:gd name="connsiteX1715" fmla="*/ 197404 w 592360"/>
                    <a:gd name="connsiteY1715" fmla="*/ 146481 h 1318781"/>
                    <a:gd name="connsiteX1716" fmla="*/ 200865 w 592360"/>
                    <a:gd name="connsiteY1716" fmla="*/ 141758 h 1318781"/>
                    <a:gd name="connsiteX1717" fmla="*/ 205171 w 592360"/>
                    <a:gd name="connsiteY1717" fmla="*/ 141399 h 1318781"/>
                    <a:gd name="connsiteX1718" fmla="*/ 204476 w 592360"/>
                    <a:gd name="connsiteY1718" fmla="*/ 143194 h 1318781"/>
                    <a:gd name="connsiteX1719" fmla="*/ 206259 w 592360"/>
                    <a:gd name="connsiteY1719" fmla="*/ 141619 h 1318781"/>
                    <a:gd name="connsiteX1720" fmla="*/ 218912 w 592360"/>
                    <a:gd name="connsiteY1720" fmla="*/ 141492 h 1318781"/>
                    <a:gd name="connsiteX1721" fmla="*/ 221215 w 592360"/>
                    <a:gd name="connsiteY1721" fmla="*/ 146458 h 1318781"/>
                    <a:gd name="connsiteX1722" fmla="*/ 219872 w 592360"/>
                    <a:gd name="connsiteY1722" fmla="*/ 150498 h 1318781"/>
                    <a:gd name="connsiteX1723" fmla="*/ 223484 w 592360"/>
                    <a:gd name="connsiteY1723" fmla="*/ 147592 h 1318781"/>
                    <a:gd name="connsiteX1724" fmla="*/ 221817 w 592360"/>
                    <a:gd name="connsiteY1724" fmla="*/ 146597 h 1318781"/>
                    <a:gd name="connsiteX1725" fmla="*/ 219456 w 592360"/>
                    <a:gd name="connsiteY1725" fmla="*/ 140994 h 1318781"/>
                    <a:gd name="connsiteX1726" fmla="*/ 208609 w 592360"/>
                    <a:gd name="connsiteY1726" fmla="*/ 141388 h 1318781"/>
                    <a:gd name="connsiteX1727" fmla="*/ 207798 w 592360"/>
                    <a:gd name="connsiteY1727" fmla="*/ 139432 h 1318781"/>
                    <a:gd name="connsiteX1728" fmla="*/ 207208 w 592360"/>
                    <a:gd name="connsiteY1728" fmla="*/ 140554 h 1318781"/>
                    <a:gd name="connsiteX1729" fmla="*/ 203319 w 592360"/>
                    <a:gd name="connsiteY1729" fmla="*/ 138772 h 1318781"/>
                    <a:gd name="connsiteX1730" fmla="*/ 205275 w 592360"/>
                    <a:gd name="connsiteY1730" fmla="*/ 137602 h 1318781"/>
                    <a:gd name="connsiteX1731" fmla="*/ 203076 w 592360"/>
                    <a:gd name="connsiteY1731" fmla="*/ 138459 h 1318781"/>
                    <a:gd name="connsiteX1732" fmla="*/ 203620 w 592360"/>
                    <a:gd name="connsiteY1732" fmla="*/ 136873 h 1318781"/>
                    <a:gd name="connsiteX1733" fmla="*/ 199672 w 592360"/>
                    <a:gd name="connsiteY1733" fmla="*/ 139744 h 1318781"/>
                    <a:gd name="connsiteX1734" fmla="*/ 196165 w 592360"/>
                    <a:gd name="connsiteY1734" fmla="*/ 137649 h 1318781"/>
                    <a:gd name="connsiteX1735" fmla="*/ 198978 w 592360"/>
                    <a:gd name="connsiteY1735" fmla="*/ 139582 h 1318781"/>
                    <a:gd name="connsiteX1736" fmla="*/ 196917 w 592360"/>
                    <a:gd name="connsiteY1736" fmla="*/ 139698 h 1318781"/>
                    <a:gd name="connsiteX1737" fmla="*/ 197901 w 592360"/>
                    <a:gd name="connsiteY1737" fmla="*/ 141029 h 1318781"/>
                    <a:gd name="connsiteX1738" fmla="*/ 194058 w 592360"/>
                    <a:gd name="connsiteY1738" fmla="*/ 144768 h 1318781"/>
                    <a:gd name="connsiteX1739" fmla="*/ 188038 w 592360"/>
                    <a:gd name="connsiteY1739" fmla="*/ 145069 h 1318781"/>
                    <a:gd name="connsiteX1740" fmla="*/ 190018 w 592360"/>
                    <a:gd name="connsiteY1740" fmla="*/ 145902 h 1318781"/>
                    <a:gd name="connsiteX1741" fmla="*/ 184763 w 592360"/>
                    <a:gd name="connsiteY1741" fmla="*/ 148495 h 1318781"/>
                    <a:gd name="connsiteX1742" fmla="*/ 178118 w 592360"/>
                    <a:gd name="connsiteY1742" fmla="*/ 147789 h 1318781"/>
                    <a:gd name="connsiteX1743" fmla="*/ 182934 w 592360"/>
                    <a:gd name="connsiteY1743" fmla="*/ 145995 h 1318781"/>
                    <a:gd name="connsiteX1744" fmla="*/ 180063 w 592360"/>
                    <a:gd name="connsiteY1744" fmla="*/ 146516 h 1318781"/>
                    <a:gd name="connsiteX1745" fmla="*/ 181278 w 592360"/>
                    <a:gd name="connsiteY1745" fmla="*/ 144235 h 1318781"/>
                    <a:gd name="connsiteX1746" fmla="*/ 178535 w 592360"/>
                    <a:gd name="connsiteY1746" fmla="*/ 145659 h 1318781"/>
                    <a:gd name="connsiteX1747" fmla="*/ 179449 w 592360"/>
                    <a:gd name="connsiteY1747" fmla="*/ 144444 h 1318781"/>
                    <a:gd name="connsiteX1748" fmla="*/ 177794 w 592360"/>
                    <a:gd name="connsiteY1748" fmla="*/ 140022 h 1318781"/>
                    <a:gd name="connsiteX1749" fmla="*/ 181278 w 592360"/>
                    <a:gd name="connsiteY1749" fmla="*/ 137533 h 1318781"/>
                    <a:gd name="connsiteX1750" fmla="*/ 183223 w 592360"/>
                    <a:gd name="connsiteY1750" fmla="*/ 140427 h 1318781"/>
                    <a:gd name="connsiteX1751" fmla="*/ 182968 w 592360"/>
                    <a:gd name="connsiteY1751" fmla="*/ 137301 h 1318781"/>
                    <a:gd name="connsiteX1752" fmla="*/ 185388 w 592360"/>
                    <a:gd name="connsiteY1752" fmla="*/ 139258 h 1318781"/>
                    <a:gd name="connsiteX1753" fmla="*/ 183732 w 592360"/>
                    <a:gd name="connsiteY1753" fmla="*/ 136746 h 1318781"/>
                    <a:gd name="connsiteX1754" fmla="*/ 187263 w 592360"/>
                    <a:gd name="connsiteY1754" fmla="*/ 136063 h 1318781"/>
                    <a:gd name="connsiteX1755" fmla="*/ 183015 w 592360"/>
                    <a:gd name="connsiteY1755" fmla="*/ 134628 h 1318781"/>
                    <a:gd name="connsiteX1756" fmla="*/ 182945 w 592360"/>
                    <a:gd name="connsiteY1756" fmla="*/ 132428 h 1318781"/>
                    <a:gd name="connsiteX1757" fmla="*/ 185561 w 592360"/>
                    <a:gd name="connsiteY1757" fmla="*/ 129372 h 1318781"/>
                    <a:gd name="connsiteX1758" fmla="*/ 190192 w 592360"/>
                    <a:gd name="connsiteY1758" fmla="*/ 129268 h 1318781"/>
                    <a:gd name="connsiteX1759" fmla="*/ 185631 w 592360"/>
                    <a:gd name="connsiteY1759" fmla="*/ 128342 h 1318781"/>
                    <a:gd name="connsiteX1760" fmla="*/ 187089 w 592360"/>
                    <a:gd name="connsiteY1760" fmla="*/ 126327 h 1318781"/>
                    <a:gd name="connsiteX1761" fmla="*/ 192958 w 592360"/>
                    <a:gd name="connsiteY1761" fmla="*/ 127624 h 1318781"/>
                    <a:gd name="connsiteX1762" fmla="*/ 196732 w 592360"/>
                    <a:gd name="connsiteY1762" fmla="*/ 128562 h 1318781"/>
                    <a:gd name="connsiteX1763" fmla="*/ 198550 w 592360"/>
                    <a:gd name="connsiteY1763" fmla="*/ 126698 h 1318781"/>
                    <a:gd name="connsiteX1764" fmla="*/ 198584 w 592360"/>
                    <a:gd name="connsiteY1764" fmla="*/ 126652 h 1318781"/>
                    <a:gd name="connsiteX1765" fmla="*/ 198851 w 592360"/>
                    <a:gd name="connsiteY1765" fmla="*/ 126385 h 1318781"/>
                    <a:gd name="connsiteX1766" fmla="*/ 198445 w 592360"/>
                    <a:gd name="connsiteY1766" fmla="*/ 125471 h 1318781"/>
                    <a:gd name="connsiteX1767" fmla="*/ 198272 w 592360"/>
                    <a:gd name="connsiteY1767" fmla="*/ 123931 h 1318781"/>
                    <a:gd name="connsiteX1768" fmla="*/ 200772 w 592360"/>
                    <a:gd name="connsiteY1768" fmla="*/ 121153 h 1318781"/>
                    <a:gd name="connsiteX1769" fmla="*/ 201212 w 592360"/>
                    <a:gd name="connsiteY1769" fmla="*/ 122774 h 1318781"/>
                    <a:gd name="connsiteX1770" fmla="*/ 202717 w 592360"/>
                    <a:gd name="connsiteY1770" fmla="*/ 119556 h 1318781"/>
                    <a:gd name="connsiteX1771" fmla="*/ 201814 w 592360"/>
                    <a:gd name="connsiteY1771" fmla="*/ 122936 h 1318781"/>
                    <a:gd name="connsiteX1772" fmla="*/ 203330 w 592360"/>
                    <a:gd name="connsiteY1772" fmla="*/ 119706 h 1318781"/>
                    <a:gd name="connsiteX1773" fmla="*/ 205784 w 592360"/>
                    <a:gd name="connsiteY1773" fmla="*/ 123052 h 1318781"/>
                    <a:gd name="connsiteX1774" fmla="*/ 204233 w 592360"/>
                    <a:gd name="connsiteY1774" fmla="*/ 123723 h 1318781"/>
                    <a:gd name="connsiteX1775" fmla="*/ 208076 w 592360"/>
                    <a:gd name="connsiteY1775" fmla="*/ 124568 h 1318781"/>
                    <a:gd name="connsiteX1776" fmla="*/ 208736 w 592360"/>
                    <a:gd name="connsiteY1776" fmla="*/ 127312 h 1318781"/>
                    <a:gd name="connsiteX1777" fmla="*/ 209593 w 592360"/>
                    <a:gd name="connsiteY1777" fmla="*/ 124950 h 1318781"/>
                    <a:gd name="connsiteX1778" fmla="*/ 205229 w 592360"/>
                    <a:gd name="connsiteY1778" fmla="*/ 118479 h 1318781"/>
                    <a:gd name="connsiteX1779" fmla="*/ 208320 w 592360"/>
                    <a:gd name="connsiteY1779" fmla="*/ 121663 h 1318781"/>
                    <a:gd name="connsiteX1780" fmla="*/ 206630 w 592360"/>
                    <a:gd name="connsiteY1780" fmla="*/ 118653 h 1318781"/>
                    <a:gd name="connsiteX1781" fmla="*/ 203435 w 592360"/>
                    <a:gd name="connsiteY1781" fmla="*/ 117507 h 1318781"/>
                    <a:gd name="connsiteX1782" fmla="*/ 203377 w 592360"/>
                    <a:gd name="connsiteY1782" fmla="*/ 116928 h 1318781"/>
                    <a:gd name="connsiteX1783" fmla="*/ 203481 w 592360"/>
                    <a:gd name="connsiteY1783" fmla="*/ 116754 h 1318781"/>
                    <a:gd name="connsiteX1784" fmla="*/ 203458 w 592360"/>
                    <a:gd name="connsiteY1784" fmla="*/ 116720 h 1318781"/>
                    <a:gd name="connsiteX1785" fmla="*/ 203365 w 592360"/>
                    <a:gd name="connsiteY1785" fmla="*/ 116546 h 1318781"/>
                    <a:gd name="connsiteX1786" fmla="*/ 203319 w 592360"/>
                    <a:gd name="connsiteY1786" fmla="*/ 116511 h 1318781"/>
                    <a:gd name="connsiteX1787" fmla="*/ 203087 w 592360"/>
                    <a:gd name="connsiteY1787" fmla="*/ 114462 h 1318781"/>
                    <a:gd name="connsiteX1788" fmla="*/ 203967 w 592360"/>
                    <a:gd name="connsiteY1788" fmla="*/ 114080 h 1318781"/>
                    <a:gd name="connsiteX1789" fmla="*/ 204314 w 592360"/>
                    <a:gd name="connsiteY1789" fmla="*/ 113941 h 1318781"/>
                    <a:gd name="connsiteX1790" fmla="*/ 204488 w 592360"/>
                    <a:gd name="connsiteY1790" fmla="*/ 113849 h 1318781"/>
                    <a:gd name="connsiteX1791" fmla="*/ 204534 w 592360"/>
                    <a:gd name="connsiteY1791" fmla="*/ 113826 h 1318781"/>
                    <a:gd name="connsiteX1792" fmla="*/ 204974 w 592360"/>
                    <a:gd name="connsiteY1792" fmla="*/ 113421 h 1318781"/>
                    <a:gd name="connsiteX1793" fmla="*/ 204743 w 592360"/>
                    <a:gd name="connsiteY1793" fmla="*/ 112819 h 1318781"/>
                    <a:gd name="connsiteX1794" fmla="*/ 205680 w 592360"/>
                    <a:gd name="connsiteY1794" fmla="*/ 111788 h 1318781"/>
                    <a:gd name="connsiteX1795" fmla="*/ 205703 w 592360"/>
                    <a:gd name="connsiteY1795" fmla="*/ 111753 h 1318781"/>
                    <a:gd name="connsiteX1796" fmla="*/ 206108 w 592360"/>
                    <a:gd name="connsiteY1796" fmla="*/ 111267 h 1318781"/>
                    <a:gd name="connsiteX1797" fmla="*/ 206155 w 592360"/>
                    <a:gd name="connsiteY1797" fmla="*/ 111244 h 1318781"/>
                    <a:gd name="connsiteX1798" fmla="*/ 207347 w 592360"/>
                    <a:gd name="connsiteY1798" fmla="*/ 110793 h 1318781"/>
                    <a:gd name="connsiteX1799" fmla="*/ 207694 w 592360"/>
                    <a:gd name="connsiteY1799" fmla="*/ 110260 h 1318781"/>
                    <a:gd name="connsiteX1800" fmla="*/ 207197 w 592360"/>
                    <a:gd name="connsiteY1800" fmla="*/ 109994 h 1318781"/>
                    <a:gd name="connsiteX1801" fmla="*/ 207023 w 592360"/>
                    <a:gd name="connsiteY1801" fmla="*/ 109577 h 1318781"/>
                    <a:gd name="connsiteX1802" fmla="*/ 206919 w 592360"/>
                    <a:gd name="connsiteY1802" fmla="*/ 109265 h 1318781"/>
                    <a:gd name="connsiteX1803" fmla="*/ 206942 w 592360"/>
                    <a:gd name="connsiteY1803" fmla="*/ 108454 h 1318781"/>
                    <a:gd name="connsiteX1804" fmla="*/ 206861 w 592360"/>
                    <a:gd name="connsiteY1804" fmla="*/ 107169 h 1318781"/>
                    <a:gd name="connsiteX1805" fmla="*/ 206838 w 592360"/>
                    <a:gd name="connsiteY1805" fmla="*/ 106926 h 1318781"/>
                    <a:gd name="connsiteX1806" fmla="*/ 206838 w 592360"/>
                    <a:gd name="connsiteY1806" fmla="*/ 106822 h 1318781"/>
                    <a:gd name="connsiteX1807" fmla="*/ 207324 w 592360"/>
                    <a:gd name="connsiteY1807" fmla="*/ 106313 h 1318781"/>
                    <a:gd name="connsiteX1808" fmla="*/ 207347 w 592360"/>
                    <a:gd name="connsiteY1808" fmla="*/ 106266 h 1318781"/>
                    <a:gd name="connsiteX1809" fmla="*/ 207440 w 592360"/>
                    <a:gd name="connsiteY1809" fmla="*/ 106093 h 1318781"/>
                    <a:gd name="connsiteX1810" fmla="*/ 207451 w 592360"/>
                    <a:gd name="connsiteY1810" fmla="*/ 106058 h 1318781"/>
                    <a:gd name="connsiteX1811" fmla="*/ 207405 w 592360"/>
                    <a:gd name="connsiteY1811" fmla="*/ 105688 h 1318781"/>
                    <a:gd name="connsiteX1812" fmla="*/ 207370 w 592360"/>
                    <a:gd name="connsiteY1812" fmla="*/ 105491 h 1318781"/>
                    <a:gd name="connsiteX1813" fmla="*/ 207486 w 592360"/>
                    <a:gd name="connsiteY1813" fmla="*/ 105236 h 1318781"/>
                    <a:gd name="connsiteX1814" fmla="*/ 206699 w 592360"/>
                    <a:gd name="connsiteY1814" fmla="*/ 105479 h 1318781"/>
                    <a:gd name="connsiteX1815" fmla="*/ 206595 w 592360"/>
                    <a:gd name="connsiteY1815" fmla="*/ 105549 h 1318781"/>
                    <a:gd name="connsiteX1816" fmla="*/ 205877 w 592360"/>
                    <a:gd name="connsiteY1816" fmla="*/ 105016 h 1318781"/>
                    <a:gd name="connsiteX1817" fmla="*/ 205877 w 592360"/>
                    <a:gd name="connsiteY1817" fmla="*/ 104947 h 1318781"/>
                    <a:gd name="connsiteX1818" fmla="*/ 205877 w 592360"/>
                    <a:gd name="connsiteY1818" fmla="*/ 104924 h 1318781"/>
                    <a:gd name="connsiteX1819" fmla="*/ 205912 w 592360"/>
                    <a:gd name="connsiteY1819" fmla="*/ 104831 h 1318781"/>
                    <a:gd name="connsiteX1820" fmla="*/ 205958 w 592360"/>
                    <a:gd name="connsiteY1820" fmla="*/ 104634 h 1318781"/>
                    <a:gd name="connsiteX1821" fmla="*/ 206572 w 592360"/>
                    <a:gd name="connsiteY1821" fmla="*/ 103778 h 1318781"/>
                    <a:gd name="connsiteX1822" fmla="*/ 206572 w 592360"/>
                    <a:gd name="connsiteY1822" fmla="*/ 103708 h 1318781"/>
                    <a:gd name="connsiteX1823" fmla="*/ 207486 w 592360"/>
                    <a:gd name="connsiteY1823" fmla="*/ 102481 h 1318781"/>
                    <a:gd name="connsiteX1824" fmla="*/ 207428 w 592360"/>
                    <a:gd name="connsiteY1824" fmla="*/ 102342 h 1318781"/>
                    <a:gd name="connsiteX1825" fmla="*/ 208540 w 592360"/>
                    <a:gd name="connsiteY1825" fmla="*/ 101324 h 1318781"/>
                    <a:gd name="connsiteX1826" fmla="*/ 208377 w 592360"/>
                    <a:gd name="connsiteY1826" fmla="*/ 101208 h 1318781"/>
                    <a:gd name="connsiteX1827" fmla="*/ 208586 w 592360"/>
                    <a:gd name="connsiteY1827" fmla="*/ 100548 h 1318781"/>
                    <a:gd name="connsiteX1828" fmla="*/ 208632 w 592360"/>
                    <a:gd name="connsiteY1828" fmla="*/ 100421 h 1318781"/>
                    <a:gd name="connsiteX1829" fmla="*/ 209303 w 592360"/>
                    <a:gd name="connsiteY1829" fmla="*/ 100189 h 1318781"/>
                    <a:gd name="connsiteX1830" fmla="*/ 209327 w 592360"/>
                    <a:gd name="connsiteY1830" fmla="*/ 100178 h 1318781"/>
                    <a:gd name="connsiteX1831" fmla="*/ 209489 w 592360"/>
                    <a:gd name="connsiteY1831" fmla="*/ 99981 h 1318781"/>
                    <a:gd name="connsiteX1832" fmla="*/ 209037 w 592360"/>
                    <a:gd name="connsiteY1832" fmla="*/ 99171 h 1318781"/>
                    <a:gd name="connsiteX1833" fmla="*/ 209060 w 592360"/>
                    <a:gd name="connsiteY1833" fmla="*/ 99101 h 1318781"/>
                    <a:gd name="connsiteX1834" fmla="*/ 209060 w 592360"/>
                    <a:gd name="connsiteY1834" fmla="*/ 98870 h 1318781"/>
                    <a:gd name="connsiteX1835" fmla="*/ 209060 w 592360"/>
                    <a:gd name="connsiteY1835" fmla="*/ 98846 h 1318781"/>
                    <a:gd name="connsiteX1836" fmla="*/ 209072 w 592360"/>
                    <a:gd name="connsiteY1836" fmla="*/ 98708 h 1318781"/>
                    <a:gd name="connsiteX1837" fmla="*/ 209037 w 592360"/>
                    <a:gd name="connsiteY1837" fmla="*/ 98650 h 1318781"/>
                    <a:gd name="connsiteX1838" fmla="*/ 208632 w 592360"/>
                    <a:gd name="connsiteY1838" fmla="*/ 98360 h 1318781"/>
                    <a:gd name="connsiteX1839" fmla="*/ 208621 w 592360"/>
                    <a:gd name="connsiteY1839" fmla="*/ 98256 h 1318781"/>
                    <a:gd name="connsiteX1840" fmla="*/ 208482 w 592360"/>
                    <a:gd name="connsiteY1840" fmla="*/ 98106 h 1318781"/>
                    <a:gd name="connsiteX1841" fmla="*/ 208678 w 592360"/>
                    <a:gd name="connsiteY1841" fmla="*/ 97816 h 1318781"/>
                    <a:gd name="connsiteX1842" fmla="*/ 208748 w 592360"/>
                    <a:gd name="connsiteY1842" fmla="*/ 97747 h 1318781"/>
                    <a:gd name="connsiteX1843" fmla="*/ 209292 w 592360"/>
                    <a:gd name="connsiteY1843" fmla="*/ 97747 h 1318781"/>
                    <a:gd name="connsiteX1844" fmla="*/ 209350 w 592360"/>
                    <a:gd name="connsiteY1844" fmla="*/ 97712 h 1318781"/>
                    <a:gd name="connsiteX1845" fmla="*/ 209385 w 592360"/>
                    <a:gd name="connsiteY1845" fmla="*/ 97666 h 1318781"/>
                    <a:gd name="connsiteX1846" fmla="*/ 209385 w 592360"/>
                    <a:gd name="connsiteY1846" fmla="*/ 97654 h 1318781"/>
                    <a:gd name="connsiteX1847" fmla="*/ 209396 w 592360"/>
                    <a:gd name="connsiteY1847" fmla="*/ 97631 h 1318781"/>
                    <a:gd name="connsiteX1848" fmla="*/ 209026 w 592360"/>
                    <a:gd name="connsiteY1848" fmla="*/ 97319 h 1318781"/>
                    <a:gd name="connsiteX1849" fmla="*/ 209014 w 592360"/>
                    <a:gd name="connsiteY1849" fmla="*/ 97342 h 1318781"/>
                    <a:gd name="connsiteX1850" fmla="*/ 208979 w 592360"/>
                    <a:gd name="connsiteY1850" fmla="*/ 97376 h 1318781"/>
                    <a:gd name="connsiteX1851" fmla="*/ 208898 w 592360"/>
                    <a:gd name="connsiteY1851" fmla="*/ 97388 h 1318781"/>
                    <a:gd name="connsiteX1852" fmla="*/ 208887 w 592360"/>
                    <a:gd name="connsiteY1852" fmla="*/ 97376 h 1318781"/>
                    <a:gd name="connsiteX1853" fmla="*/ 208852 w 592360"/>
                    <a:gd name="connsiteY1853" fmla="*/ 97179 h 1318781"/>
                    <a:gd name="connsiteX1854" fmla="*/ 208991 w 592360"/>
                    <a:gd name="connsiteY1854" fmla="*/ 96913 h 1318781"/>
                    <a:gd name="connsiteX1855" fmla="*/ 209199 w 592360"/>
                    <a:gd name="connsiteY1855" fmla="*/ 96508 h 1318781"/>
                    <a:gd name="connsiteX1856" fmla="*/ 209234 w 592360"/>
                    <a:gd name="connsiteY1856" fmla="*/ 96404 h 1318781"/>
                    <a:gd name="connsiteX1857" fmla="*/ 209245 w 592360"/>
                    <a:gd name="connsiteY1857" fmla="*/ 96369 h 1318781"/>
                    <a:gd name="connsiteX1858" fmla="*/ 209373 w 592360"/>
                    <a:gd name="connsiteY1858" fmla="*/ 96277 h 1318781"/>
                    <a:gd name="connsiteX1859" fmla="*/ 209500 w 592360"/>
                    <a:gd name="connsiteY1859" fmla="*/ 96242 h 1318781"/>
                    <a:gd name="connsiteX1860" fmla="*/ 209570 w 592360"/>
                    <a:gd name="connsiteY1860" fmla="*/ 96242 h 1318781"/>
                    <a:gd name="connsiteX1861" fmla="*/ 209593 w 592360"/>
                    <a:gd name="connsiteY1861" fmla="*/ 96253 h 1318781"/>
                    <a:gd name="connsiteX1862" fmla="*/ 209940 w 592360"/>
                    <a:gd name="connsiteY1862" fmla="*/ 96624 h 1318781"/>
                    <a:gd name="connsiteX1863" fmla="*/ 209975 w 592360"/>
                    <a:gd name="connsiteY1863" fmla="*/ 96647 h 1318781"/>
                    <a:gd name="connsiteX1864" fmla="*/ 210287 w 592360"/>
                    <a:gd name="connsiteY1864" fmla="*/ 96809 h 1318781"/>
                    <a:gd name="connsiteX1865" fmla="*/ 210449 w 592360"/>
                    <a:gd name="connsiteY1865" fmla="*/ 96797 h 1318781"/>
                    <a:gd name="connsiteX1866" fmla="*/ 210970 w 592360"/>
                    <a:gd name="connsiteY1866" fmla="*/ 96358 h 1318781"/>
                    <a:gd name="connsiteX1867" fmla="*/ 211156 w 592360"/>
                    <a:gd name="connsiteY1867" fmla="*/ 96253 h 1318781"/>
                    <a:gd name="connsiteX1868" fmla="*/ 211214 w 592360"/>
                    <a:gd name="connsiteY1868" fmla="*/ 96184 h 1318781"/>
                    <a:gd name="connsiteX1869" fmla="*/ 211202 w 592360"/>
                    <a:gd name="connsiteY1869" fmla="*/ 95686 h 1318781"/>
                    <a:gd name="connsiteX1870" fmla="*/ 211677 w 592360"/>
                    <a:gd name="connsiteY1870" fmla="*/ 95431 h 1318781"/>
                    <a:gd name="connsiteX1871" fmla="*/ 211954 w 592360"/>
                    <a:gd name="connsiteY1871" fmla="*/ 95408 h 1318781"/>
                    <a:gd name="connsiteX1872" fmla="*/ 212105 w 592360"/>
                    <a:gd name="connsiteY1872" fmla="*/ 94112 h 1318781"/>
                    <a:gd name="connsiteX1873" fmla="*/ 212139 w 592360"/>
                    <a:gd name="connsiteY1873" fmla="*/ 93973 h 1318781"/>
                    <a:gd name="connsiteX1874" fmla="*/ 212082 w 592360"/>
                    <a:gd name="connsiteY1874" fmla="*/ 93683 h 1318781"/>
                    <a:gd name="connsiteX1875" fmla="*/ 211931 w 592360"/>
                    <a:gd name="connsiteY1875" fmla="*/ 93336 h 1318781"/>
                    <a:gd name="connsiteX1876" fmla="*/ 211966 w 592360"/>
                    <a:gd name="connsiteY1876" fmla="*/ 93244 h 1318781"/>
                    <a:gd name="connsiteX1877" fmla="*/ 211966 w 592360"/>
                    <a:gd name="connsiteY1877" fmla="*/ 93151 h 1318781"/>
                    <a:gd name="connsiteX1878" fmla="*/ 211850 w 592360"/>
                    <a:gd name="connsiteY1878" fmla="*/ 92920 h 1318781"/>
                    <a:gd name="connsiteX1879" fmla="*/ 211422 w 592360"/>
                    <a:gd name="connsiteY1879" fmla="*/ 92642 h 1318781"/>
                    <a:gd name="connsiteX1880" fmla="*/ 211364 w 592360"/>
                    <a:gd name="connsiteY1880" fmla="*/ 92595 h 1318781"/>
                    <a:gd name="connsiteX1881" fmla="*/ 211271 w 592360"/>
                    <a:gd name="connsiteY1881" fmla="*/ 92179 h 1318781"/>
                    <a:gd name="connsiteX1882" fmla="*/ 211271 w 592360"/>
                    <a:gd name="connsiteY1882" fmla="*/ 92133 h 1318781"/>
                    <a:gd name="connsiteX1883" fmla="*/ 211294 w 592360"/>
                    <a:gd name="connsiteY1883" fmla="*/ 92086 h 1318781"/>
                    <a:gd name="connsiteX1884" fmla="*/ 211480 w 592360"/>
                    <a:gd name="connsiteY1884" fmla="*/ 91913 h 1318781"/>
                    <a:gd name="connsiteX1885" fmla="*/ 211723 w 592360"/>
                    <a:gd name="connsiteY1885" fmla="*/ 91808 h 1318781"/>
                    <a:gd name="connsiteX1886" fmla="*/ 212001 w 592360"/>
                    <a:gd name="connsiteY1886" fmla="*/ 91426 h 1318781"/>
                    <a:gd name="connsiteX1887" fmla="*/ 212093 w 592360"/>
                    <a:gd name="connsiteY1887" fmla="*/ 91148 h 1318781"/>
                    <a:gd name="connsiteX1888" fmla="*/ 212151 w 592360"/>
                    <a:gd name="connsiteY1888" fmla="*/ 90581 h 1318781"/>
                    <a:gd name="connsiteX1889" fmla="*/ 212302 w 592360"/>
                    <a:gd name="connsiteY1889" fmla="*/ 90222 h 1318781"/>
                    <a:gd name="connsiteX1890" fmla="*/ 212637 w 592360"/>
                    <a:gd name="connsiteY1890" fmla="*/ 89921 h 1318781"/>
                    <a:gd name="connsiteX1891" fmla="*/ 212765 w 592360"/>
                    <a:gd name="connsiteY1891" fmla="*/ 89678 h 1318781"/>
                    <a:gd name="connsiteX1892" fmla="*/ 213459 w 592360"/>
                    <a:gd name="connsiteY1892" fmla="*/ 89586 h 1318781"/>
                    <a:gd name="connsiteX1893" fmla="*/ 214130 w 592360"/>
                    <a:gd name="connsiteY1893" fmla="*/ 88220 h 1318781"/>
                    <a:gd name="connsiteX1894" fmla="*/ 214096 w 592360"/>
                    <a:gd name="connsiteY1894" fmla="*/ 88208 h 1318781"/>
                    <a:gd name="connsiteX1895" fmla="*/ 213945 w 592360"/>
                    <a:gd name="connsiteY1895" fmla="*/ 88220 h 1318781"/>
                    <a:gd name="connsiteX1896" fmla="*/ 212047 w 592360"/>
                    <a:gd name="connsiteY1896" fmla="*/ 86275 h 1318781"/>
                    <a:gd name="connsiteX1897" fmla="*/ 211503 w 592360"/>
                    <a:gd name="connsiteY1897" fmla="*/ 86518 h 1318781"/>
                    <a:gd name="connsiteX1898" fmla="*/ 211491 w 592360"/>
                    <a:gd name="connsiteY1898" fmla="*/ 86611 h 1318781"/>
                    <a:gd name="connsiteX1899" fmla="*/ 211480 w 592360"/>
                    <a:gd name="connsiteY1899" fmla="*/ 86715 h 1318781"/>
                    <a:gd name="connsiteX1900" fmla="*/ 211364 w 592360"/>
                    <a:gd name="connsiteY1900" fmla="*/ 86807 h 1318781"/>
                    <a:gd name="connsiteX1901" fmla="*/ 211329 w 592360"/>
                    <a:gd name="connsiteY1901" fmla="*/ 86819 h 1318781"/>
                    <a:gd name="connsiteX1902" fmla="*/ 210774 w 592360"/>
                    <a:gd name="connsiteY1902" fmla="*/ 86564 h 1318781"/>
                    <a:gd name="connsiteX1903" fmla="*/ 210669 w 592360"/>
                    <a:gd name="connsiteY1903" fmla="*/ 86136 h 1318781"/>
                    <a:gd name="connsiteX1904" fmla="*/ 210588 w 592360"/>
                    <a:gd name="connsiteY1904" fmla="*/ 85962 h 1318781"/>
                    <a:gd name="connsiteX1905" fmla="*/ 210461 w 592360"/>
                    <a:gd name="connsiteY1905" fmla="*/ 85800 h 1318781"/>
                    <a:gd name="connsiteX1906" fmla="*/ 210311 w 592360"/>
                    <a:gd name="connsiteY1906" fmla="*/ 85603 h 1318781"/>
                    <a:gd name="connsiteX1907" fmla="*/ 210195 w 592360"/>
                    <a:gd name="connsiteY1907" fmla="*/ 85476 h 1318781"/>
                    <a:gd name="connsiteX1908" fmla="*/ 210183 w 592360"/>
                    <a:gd name="connsiteY1908" fmla="*/ 85465 h 1318781"/>
                    <a:gd name="connsiteX1909" fmla="*/ 210079 w 592360"/>
                    <a:gd name="connsiteY1909" fmla="*/ 85384 h 1318781"/>
                    <a:gd name="connsiteX1910" fmla="*/ 209616 w 592360"/>
                    <a:gd name="connsiteY1910" fmla="*/ 85511 h 1318781"/>
                    <a:gd name="connsiteX1911" fmla="*/ 209558 w 592360"/>
                    <a:gd name="connsiteY1911" fmla="*/ 85534 h 1318781"/>
                    <a:gd name="connsiteX1912" fmla="*/ 209408 w 592360"/>
                    <a:gd name="connsiteY1912" fmla="*/ 85488 h 1318781"/>
                    <a:gd name="connsiteX1913" fmla="*/ 209361 w 592360"/>
                    <a:gd name="connsiteY1913" fmla="*/ 85430 h 1318781"/>
                    <a:gd name="connsiteX1914" fmla="*/ 209350 w 592360"/>
                    <a:gd name="connsiteY1914" fmla="*/ 85314 h 1318781"/>
                    <a:gd name="connsiteX1915" fmla="*/ 209361 w 592360"/>
                    <a:gd name="connsiteY1915" fmla="*/ 85280 h 1318781"/>
                    <a:gd name="connsiteX1916" fmla="*/ 209385 w 592360"/>
                    <a:gd name="connsiteY1916" fmla="*/ 85233 h 1318781"/>
                    <a:gd name="connsiteX1917" fmla="*/ 209917 w 592360"/>
                    <a:gd name="connsiteY1917" fmla="*/ 84319 h 1318781"/>
                    <a:gd name="connsiteX1918" fmla="*/ 209917 w 592360"/>
                    <a:gd name="connsiteY1918" fmla="*/ 83821 h 1318781"/>
                    <a:gd name="connsiteX1919" fmla="*/ 209824 w 592360"/>
                    <a:gd name="connsiteY1919" fmla="*/ 83636 h 1318781"/>
                    <a:gd name="connsiteX1920" fmla="*/ 209604 w 592360"/>
                    <a:gd name="connsiteY1920" fmla="*/ 83427 h 1318781"/>
                    <a:gd name="connsiteX1921" fmla="*/ 209546 w 592360"/>
                    <a:gd name="connsiteY1921" fmla="*/ 83381 h 1318781"/>
                    <a:gd name="connsiteX1922" fmla="*/ 209396 w 592360"/>
                    <a:gd name="connsiteY1922" fmla="*/ 83323 h 1318781"/>
                    <a:gd name="connsiteX1923" fmla="*/ 209245 w 592360"/>
                    <a:gd name="connsiteY1923" fmla="*/ 83346 h 1318781"/>
                    <a:gd name="connsiteX1924" fmla="*/ 208864 w 592360"/>
                    <a:gd name="connsiteY1924" fmla="*/ 83474 h 1318781"/>
                    <a:gd name="connsiteX1925" fmla="*/ 208435 w 592360"/>
                    <a:gd name="connsiteY1925" fmla="*/ 83358 h 1318781"/>
                    <a:gd name="connsiteX1926" fmla="*/ 208169 w 592360"/>
                    <a:gd name="connsiteY1926" fmla="*/ 83300 h 1318781"/>
                    <a:gd name="connsiteX1927" fmla="*/ 208366 w 592360"/>
                    <a:gd name="connsiteY1927" fmla="*/ 82258 h 1318781"/>
                    <a:gd name="connsiteX1928" fmla="*/ 208447 w 592360"/>
                    <a:gd name="connsiteY1928" fmla="*/ 81957 h 1318781"/>
                    <a:gd name="connsiteX1929" fmla="*/ 208447 w 592360"/>
                    <a:gd name="connsiteY1929" fmla="*/ 81946 h 1318781"/>
                    <a:gd name="connsiteX1930" fmla="*/ 208424 w 592360"/>
                    <a:gd name="connsiteY1930" fmla="*/ 81876 h 1318781"/>
                    <a:gd name="connsiteX1931" fmla="*/ 207856 w 592360"/>
                    <a:gd name="connsiteY1931" fmla="*/ 81865 h 1318781"/>
                    <a:gd name="connsiteX1932" fmla="*/ 207440 w 592360"/>
                    <a:gd name="connsiteY1932" fmla="*/ 81830 h 1318781"/>
                    <a:gd name="connsiteX1933" fmla="*/ 207301 w 592360"/>
                    <a:gd name="connsiteY1933" fmla="*/ 81807 h 1318781"/>
                    <a:gd name="connsiteX1934" fmla="*/ 206977 w 592360"/>
                    <a:gd name="connsiteY1934" fmla="*/ 81587 h 1318781"/>
                    <a:gd name="connsiteX1935" fmla="*/ 206676 w 592360"/>
                    <a:gd name="connsiteY1935" fmla="*/ 81298 h 1318781"/>
                    <a:gd name="connsiteX1936" fmla="*/ 206652 w 592360"/>
                    <a:gd name="connsiteY1936" fmla="*/ 81286 h 1318781"/>
                    <a:gd name="connsiteX1937" fmla="*/ 206132 w 592360"/>
                    <a:gd name="connsiteY1937" fmla="*/ 81019 h 1318781"/>
                    <a:gd name="connsiteX1938" fmla="*/ 205831 w 592360"/>
                    <a:gd name="connsiteY1938" fmla="*/ 80939 h 1318781"/>
                    <a:gd name="connsiteX1939" fmla="*/ 205819 w 592360"/>
                    <a:gd name="connsiteY1939" fmla="*/ 80950 h 1318781"/>
                    <a:gd name="connsiteX1940" fmla="*/ 205807 w 592360"/>
                    <a:gd name="connsiteY1940" fmla="*/ 80973 h 1318781"/>
                    <a:gd name="connsiteX1941" fmla="*/ 205692 w 592360"/>
                    <a:gd name="connsiteY1941" fmla="*/ 81251 h 1318781"/>
                    <a:gd name="connsiteX1942" fmla="*/ 205646 w 592360"/>
                    <a:gd name="connsiteY1942" fmla="*/ 81459 h 1318781"/>
                    <a:gd name="connsiteX1943" fmla="*/ 205622 w 592360"/>
                    <a:gd name="connsiteY1943" fmla="*/ 81506 h 1318781"/>
                    <a:gd name="connsiteX1944" fmla="*/ 205599 w 592360"/>
                    <a:gd name="connsiteY1944" fmla="*/ 81564 h 1318781"/>
                    <a:gd name="connsiteX1945" fmla="*/ 205576 w 592360"/>
                    <a:gd name="connsiteY1945" fmla="*/ 81610 h 1318781"/>
                    <a:gd name="connsiteX1946" fmla="*/ 205564 w 592360"/>
                    <a:gd name="connsiteY1946" fmla="*/ 81633 h 1318781"/>
                    <a:gd name="connsiteX1947" fmla="*/ 205136 w 592360"/>
                    <a:gd name="connsiteY1947" fmla="*/ 81865 h 1318781"/>
                    <a:gd name="connsiteX1948" fmla="*/ 204962 w 592360"/>
                    <a:gd name="connsiteY1948" fmla="*/ 81795 h 1318781"/>
                    <a:gd name="connsiteX1949" fmla="*/ 204882 w 592360"/>
                    <a:gd name="connsiteY1949" fmla="*/ 81621 h 1318781"/>
                    <a:gd name="connsiteX1950" fmla="*/ 204916 w 592360"/>
                    <a:gd name="connsiteY1950" fmla="*/ 81182 h 1318781"/>
                    <a:gd name="connsiteX1951" fmla="*/ 204916 w 592360"/>
                    <a:gd name="connsiteY1951" fmla="*/ 81089 h 1318781"/>
                    <a:gd name="connsiteX1952" fmla="*/ 205009 w 592360"/>
                    <a:gd name="connsiteY1952" fmla="*/ 80869 h 1318781"/>
                    <a:gd name="connsiteX1953" fmla="*/ 204986 w 592360"/>
                    <a:gd name="connsiteY1953" fmla="*/ 80672 h 1318781"/>
                    <a:gd name="connsiteX1954" fmla="*/ 204986 w 592360"/>
                    <a:gd name="connsiteY1954" fmla="*/ 80626 h 1318781"/>
                    <a:gd name="connsiteX1955" fmla="*/ 205078 w 592360"/>
                    <a:gd name="connsiteY1955" fmla="*/ 80302 h 1318781"/>
                    <a:gd name="connsiteX1956" fmla="*/ 205171 w 592360"/>
                    <a:gd name="connsiteY1956" fmla="*/ 80186 h 1318781"/>
                    <a:gd name="connsiteX1957" fmla="*/ 205229 w 592360"/>
                    <a:gd name="connsiteY1957" fmla="*/ 80152 h 1318781"/>
                    <a:gd name="connsiteX1958" fmla="*/ 205333 w 592360"/>
                    <a:gd name="connsiteY1958" fmla="*/ 80059 h 1318781"/>
                    <a:gd name="connsiteX1959" fmla="*/ 205426 w 592360"/>
                    <a:gd name="connsiteY1959" fmla="*/ 79897 h 1318781"/>
                    <a:gd name="connsiteX1960" fmla="*/ 205669 w 592360"/>
                    <a:gd name="connsiteY1960" fmla="*/ 79584 h 1318781"/>
                    <a:gd name="connsiteX1961" fmla="*/ 205727 w 592360"/>
                    <a:gd name="connsiteY1961" fmla="*/ 78971 h 1318781"/>
                    <a:gd name="connsiteX1962" fmla="*/ 205784 w 592360"/>
                    <a:gd name="connsiteY1962" fmla="*/ 78670 h 1318781"/>
                    <a:gd name="connsiteX1963" fmla="*/ 205819 w 592360"/>
                    <a:gd name="connsiteY1963" fmla="*/ 78612 h 1318781"/>
                    <a:gd name="connsiteX1964" fmla="*/ 205842 w 592360"/>
                    <a:gd name="connsiteY1964" fmla="*/ 78589 h 1318781"/>
                    <a:gd name="connsiteX1965" fmla="*/ 205923 w 592360"/>
                    <a:gd name="connsiteY1965" fmla="*/ 78542 h 1318781"/>
                    <a:gd name="connsiteX1966" fmla="*/ 206201 w 592360"/>
                    <a:gd name="connsiteY1966" fmla="*/ 78496 h 1318781"/>
                    <a:gd name="connsiteX1967" fmla="*/ 206479 w 592360"/>
                    <a:gd name="connsiteY1967" fmla="*/ 78438 h 1318781"/>
                    <a:gd name="connsiteX1968" fmla="*/ 206838 w 592360"/>
                    <a:gd name="connsiteY1968" fmla="*/ 78438 h 1318781"/>
                    <a:gd name="connsiteX1969" fmla="*/ 207856 w 592360"/>
                    <a:gd name="connsiteY1969" fmla="*/ 77697 h 1318781"/>
                    <a:gd name="connsiteX1970" fmla="*/ 208181 w 592360"/>
                    <a:gd name="connsiteY1970" fmla="*/ 77466 h 1318781"/>
                    <a:gd name="connsiteX1971" fmla="*/ 208354 w 592360"/>
                    <a:gd name="connsiteY1971" fmla="*/ 77338 h 1318781"/>
                    <a:gd name="connsiteX1972" fmla="*/ 208748 w 592360"/>
                    <a:gd name="connsiteY1972" fmla="*/ 76991 h 1318781"/>
                    <a:gd name="connsiteX1973" fmla="*/ 209014 w 592360"/>
                    <a:gd name="connsiteY1973" fmla="*/ 77037 h 1318781"/>
                    <a:gd name="connsiteX1974" fmla="*/ 209188 w 592360"/>
                    <a:gd name="connsiteY1974" fmla="*/ 77072 h 1318781"/>
                    <a:gd name="connsiteX1975" fmla="*/ 209767 w 592360"/>
                    <a:gd name="connsiteY1975" fmla="*/ 77211 h 1318781"/>
                    <a:gd name="connsiteX1976" fmla="*/ 210021 w 592360"/>
                    <a:gd name="connsiteY1976" fmla="*/ 77211 h 1318781"/>
                    <a:gd name="connsiteX1977" fmla="*/ 211445 w 592360"/>
                    <a:gd name="connsiteY1977" fmla="*/ 77130 h 1318781"/>
                    <a:gd name="connsiteX1978" fmla="*/ 211781 w 592360"/>
                    <a:gd name="connsiteY1978" fmla="*/ 77142 h 1318781"/>
                    <a:gd name="connsiteX1979" fmla="*/ 213401 w 592360"/>
                    <a:gd name="connsiteY1979" fmla="*/ 77211 h 1318781"/>
                    <a:gd name="connsiteX1980" fmla="*/ 214270 w 592360"/>
                    <a:gd name="connsiteY1980" fmla="*/ 77292 h 1318781"/>
                    <a:gd name="connsiteX1981" fmla="*/ 215253 w 592360"/>
                    <a:gd name="connsiteY1981" fmla="*/ 77396 h 1318781"/>
                    <a:gd name="connsiteX1982" fmla="*/ 215740 w 592360"/>
                    <a:gd name="connsiteY1982" fmla="*/ 77477 h 1318781"/>
                    <a:gd name="connsiteX1983" fmla="*/ 216237 w 592360"/>
                    <a:gd name="connsiteY1983" fmla="*/ 77581 h 1318781"/>
                    <a:gd name="connsiteX1984" fmla="*/ 219687 w 592360"/>
                    <a:gd name="connsiteY1984" fmla="*/ 78288 h 1318781"/>
                    <a:gd name="connsiteX1985" fmla="*/ 219768 w 592360"/>
                    <a:gd name="connsiteY1985" fmla="*/ 78311 h 1318781"/>
                    <a:gd name="connsiteX1986" fmla="*/ 220463 w 592360"/>
                    <a:gd name="connsiteY1986" fmla="*/ 78427 h 1318781"/>
                    <a:gd name="connsiteX1987" fmla="*/ 221215 w 592360"/>
                    <a:gd name="connsiteY1987" fmla="*/ 78635 h 1318781"/>
                    <a:gd name="connsiteX1988" fmla="*/ 221817 w 592360"/>
                    <a:gd name="connsiteY1988" fmla="*/ 78751 h 1318781"/>
                    <a:gd name="connsiteX1989" fmla="*/ 222419 w 592360"/>
                    <a:gd name="connsiteY1989" fmla="*/ 78866 h 1318781"/>
                    <a:gd name="connsiteX1990" fmla="*/ 222917 w 592360"/>
                    <a:gd name="connsiteY1990" fmla="*/ 79006 h 1318781"/>
                    <a:gd name="connsiteX1991" fmla="*/ 223287 w 592360"/>
                    <a:gd name="connsiteY1991" fmla="*/ 79063 h 1318781"/>
                    <a:gd name="connsiteX1992" fmla="*/ 223739 w 592360"/>
                    <a:gd name="connsiteY1992" fmla="*/ 79133 h 1318781"/>
                    <a:gd name="connsiteX1993" fmla="*/ 224445 w 592360"/>
                    <a:gd name="connsiteY1993" fmla="*/ 79249 h 1318781"/>
                    <a:gd name="connsiteX1994" fmla="*/ 224908 w 592360"/>
                    <a:gd name="connsiteY1994" fmla="*/ 79329 h 1318781"/>
                    <a:gd name="connsiteX1995" fmla="*/ 224989 w 592360"/>
                    <a:gd name="connsiteY1995" fmla="*/ 79341 h 1318781"/>
                    <a:gd name="connsiteX1996" fmla="*/ 225197 w 592360"/>
                    <a:gd name="connsiteY1996" fmla="*/ 79341 h 1318781"/>
                    <a:gd name="connsiteX1997" fmla="*/ 230974 w 592360"/>
                    <a:gd name="connsiteY1997" fmla="*/ 80244 h 1318781"/>
                    <a:gd name="connsiteX1998" fmla="*/ 232305 w 592360"/>
                    <a:gd name="connsiteY1998" fmla="*/ 80452 h 1318781"/>
                    <a:gd name="connsiteX1999" fmla="*/ 233254 w 592360"/>
                    <a:gd name="connsiteY1999" fmla="*/ 80545 h 1318781"/>
                    <a:gd name="connsiteX2000" fmla="*/ 235094 w 592360"/>
                    <a:gd name="connsiteY2000" fmla="*/ 80626 h 1318781"/>
                    <a:gd name="connsiteX2001" fmla="*/ 235349 w 592360"/>
                    <a:gd name="connsiteY2001" fmla="*/ 80719 h 1318781"/>
                    <a:gd name="connsiteX2002" fmla="*/ 235523 w 592360"/>
                    <a:gd name="connsiteY2002" fmla="*/ 80811 h 1318781"/>
                    <a:gd name="connsiteX2003" fmla="*/ 235812 w 592360"/>
                    <a:gd name="connsiteY2003" fmla="*/ 80892 h 1318781"/>
                    <a:gd name="connsiteX2004" fmla="*/ 235882 w 592360"/>
                    <a:gd name="connsiteY2004" fmla="*/ 80915 h 1318781"/>
                    <a:gd name="connsiteX2005" fmla="*/ 236518 w 592360"/>
                    <a:gd name="connsiteY2005" fmla="*/ 80927 h 1318781"/>
                    <a:gd name="connsiteX2006" fmla="*/ 236611 w 592360"/>
                    <a:gd name="connsiteY2006" fmla="*/ 80904 h 1318781"/>
                    <a:gd name="connsiteX2007" fmla="*/ 236773 w 592360"/>
                    <a:gd name="connsiteY2007" fmla="*/ 81089 h 1318781"/>
                    <a:gd name="connsiteX2008" fmla="*/ 236796 w 592360"/>
                    <a:gd name="connsiteY2008" fmla="*/ 81101 h 1318781"/>
                    <a:gd name="connsiteX2009" fmla="*/ 237051 w 592360"/>
                    <a:gd name="connsiteY2009" fmla="*/ 80973 h 1318781"/>
                    <a:gd name="connsiteX2010" fmla="*/ 237271 w 592360"/>
                    <a:gd name="connsiteY2010" fmla="*/ 80244 h 1318781"/>
                    <a:gd name="connsiteX2011" fmla="*/ 237433 w 592360"/>
                    <a:gd name="connsiteY2011" fmla="*/ 79688 h 1318781"/>
                    <a:gd name="connsiteX2012" fmla="*/ 237664 w 592360"/>
                    <a:gd name="connsiteY2012" fmla="*/ 78855 h 1318781"/>
                    <a:gd name="connsiteX2013" fmla="*/ 237687 w 592360"/>
                    <a:gd name="connsiteY2013" fmla="*/ 78785 h 1318781"/>
                    <a:gd name="connsiteX2014" fmla="*/ 237780 w 592360"/>
                    <a:gd name="connsiteY2014" fmla="*/ 78531 h 1318781"/>
                    <a:gd name="connsiteX2015" fmla="*/ 237838 w 592360"/>
                    <a:gd name="connsiteY2015" fmla="*/ 78404 h 1318781"/>
                    <a:gd name="connsiteX2016" fmla="*/ 237873 w 592360"/>
                    <a:gd name="connsiteY2016" fmla="*/ 78334 h 1318781"/>
                    <a:gd name="connsiteX2017" fmla="*/ 238104 w 592360"/>
                    <a:gd name="connsiteY2017" fmla="*/ 77917 h 1318781"/>
                    <a:gd name="connsiteX2018" fmla="*/ 238266 w 592360"/>
                    <a:gd name="connsiteY2018" fmla="*/ 77813 h 1318781"/>
                    <a:gd name="connsiteX2019" fmla="*/ 238324 w 592360"/>
                    <a:gd name="connsiteY2019" fmla="*/ 77790 h 1318781"/>
                    <a:gd name="connsiteX2020" fmla="*/ 239343 w 592360"/>
                    <a:gd name="connsiteY2020" fmla="*/ 77581 h 1318781"/>
                    <a:gd name="connsiteX2021" fmla="*/ 240732 w 592360"/>
                    <a:gd name="connsiteY2021" fmla="*/ 77408 h 1318781"/>
                    <a:gd name="connsiteX2022" fmla="*/ 241299 w 592360"/>
                    <a:gd name="connsiteY2022" fmla="*/ 76818 h 1318781"/>
                    <a:gd name="connsiteX2023" fmla="*/ 241438 w 592360"/>
                    <a:gd name="connsiteY2023" fmla="*/ 76586 h 1318781"/>
                    <a:gd name="connsiteX2024" fmla="*/ 241727 w 592360"/>
                    <a:gd name="connsiteY2024" fmla="*/ 76204 h 1318781"/>
                    <a:gd name="connsiteX2025" fmla="*/ 242086 w 592360"/>
                    <a:gd name="connsiteY2025" fmla="*/ 75938 h 1318781"/>
                    <a:gd name="connsiteX2026" fmla="*/ 242411 w 592360"/>
                    <a:gd name="connsiteY2026" fmla="*/ 75822 h 1318781"/>
                    <a:gd name="connsiteX2027" fmla="*/ 242665 w 592360"/>
                    <a:gd name="connsiteY2027" fmla="*/ 75729 h 1318781"/>
                    <a:gd name="connsiteX2028" fmla="*/ 242908 w 592360"/>
                    <a:gd name="connsiteY2028" fmla="*/ 75625 h 1318781"/>
                    <a:gd name="connsiteX2029" fmla="*/ 243093 w 592360"/>
                    <a:gd name="connsiteY2029" fmla="*/ 75544 h 1318781"/>
                    <a:gd name="connsiteX2030" fmla="*/ 243429 w 592360"/>
                    <a:gd name="connsiteY2030" fmla="*/ 75417 h 1318781"/>
                    <a:gd name="connsiteX2031" fmla="*/ 243533 w 592360"/>
                    <a:gd name="connsiteY2031" fmla="*/ 75382 h 1318781"/>
                    <a:gd name="connsiteX2032" fmla="*/ 243962 w 592360"/>
                    <a:gd name="connsiteY2032" fmla="*/ 75336 h 1318781"/>
                    <a:gd name="connsiteX2033" fmla="*/ 244297 w 592360"/>
                    <a:gd name="connsiteY2033" fmla="*/ 75405 h 1318781"/>
                    <a:gd name="connsiteX2034" fmla="*/ 244344 w 592360"/>
                    <a:gd name="connsiteY2034" fmla="*/ 74572 h 1318781"/>
                    <a:gd name="connsiteX2035" fmla="*/ 244263 w 592360"/>
                    <a:gd name="connsiteY2035" fmla="*/ 74502 h 1318781"/>
                    <a:gd name="connsiteX2036" fmla="*/ 244135 w 592360"/>
                    <a:gd name="connsiteY2036" fmla="*/ 74410 h 1318781"/>
                    <a:gd name="connsiteX2037" fmla="*/ 244089 w 592360"/>
                    <a:gd name="connsiteY2037" fmla="*/ 74387 h 1318781"/>
                    <a:gd name="connsiteX2038" fmla="*/ 243082 w 592360"/>
                    <a:gd name="connsiteY2038" fmla="*/ 73680 h 1318781"/>
                    <a:gd name="connsiteX2039" fmla="*/ 242966 w 592360"/>
                    <a:gd name="connsiteY2039" fmla="*/ 73565 h 1318781"/>
                    <a:gd name="connsiteX2040" fmla="*/ 242469 w 592360"/>
                    <a:gd name="connsiteY2040" fmla="*/ 72662 h 1318781"/>
                    <a:gd name="connsiteX2041" fmla="*/ 242376 w 592360"/>
                    <a:gd name="connsiteY2041" fmla="*/ 72326 h 1318781"/>
                    <a:gd name="connsiteX2042" fmla="*/ 242364 w 592360"/>
                    <a:gd name="connsiteY2042" fmla="*/ 72233 h 1318781"/>
                    <a:gd name="connsiteX2043" fmla="*/ 242353 w 592360"/>
                    <a:gd name="connsiteY2043" fmla="*/ 72164 h 1318781"/>
                    <a:gd name="connsiteX2044" fmla="*/ 242364 w 592360"/>
                    <a:gd name="connsiteY2044" fmla="*/ 71898 h 1318781"/>
                    <a:gd name="connsiteX2045" fmla="*/ 242434 w 592360"/>
                    <a:gd name="connsiteY2045" fmla="*/ 71435 h 1318781"/>
                    <a:gd name="connsiteX2046" fmla="*/ 243707 w 592360"/>
                    <a:gd name="connsiteY2046" fmla="*/ 69120 h 1318781"/>
                    <a:gd name="connsiteX2047" fmla="*/ 243811 w 592360"/>
                    <a:gd name="connsiteY2047" fmla="*/ 69050 h 1318781"/>
                    <a:gd name="connsiteX2048" fmla="*/ 244251 w 592360"/>
                    <a:gd name="connsiteY2048" fmla="*/ 68772 h 1318781"/>
                    <a:gd name="connsiteX2049" fmla="*/ 244355 w 592360"/>
                    <a:gd name="connsiteY2049" fmla="*/ 68726 h 1318781"/>
                    <a:gd name="connsiteX2050" fmla="*/ 245142 w 592360"/>
                    <a:gd name="connsiteY2050" fmla="*/ 68379 h 1318781"/>
                    <a:gd name="connsiteX2051" fmla="*/ 245999 w 592360"/>
                    <a:gd name="connsiteY2051" fmla="*/ 68333 h 1318781"/>
                    <a:gd name="connsiteX2052" fmla="*/ 246092 w 592360"/>
                    <a:gd name="connsiteY2052" fmla="*/ 68367 h 1318781"/>
                    <a:gd name="connsiteX2053" fmla="*/ 246126 w 592360"/>
                    <a:gd name="connsiteY2053" fmla="*/ 68402 h 1318781"/>
                    <a:gd name="connsiteX2054" fmla="*/ 246485 w 592360"/>
                    <a:gd name="connsiteY2054" fmla="*/ 68610 h 1318781"/>
                    <a:gd name="connsiteX2055" fmla="*/ 246705 w 592360"/>
                    <a:gd name="connsiteY2055" fmla="*/ 68714 h 1318781"/>
                    <a:gd name="connsiteX2056" fmla="*/ 246867 w 592360"/>
                    <a:gd name="connsiteY2056" fmla="*/ 68795 h 1318781"/>
                    <a:gd name="connsiteX2057" fmla="*/ 247770 w 592360"/>
                    <a:gd name="connsiteY2057" fmla="*/ 68853 h 1318781"/>
                    <a:gd name="connsiteX2058" fmla="*/ 248117 w 592360"/>
                    <a:gd name="connsiteY2058" fmla="*/ 68726 h 1318781"/>
                    <a:gd name="connsiteX2059" fmla="*/ 248164 w 592360"/>
                    <a:gd name="connsiteY2059" fmla="*/ 68691 h 1318781"/>
                    <a:gd name="connsiteX2060" fmla="*/ 249634 w 592360"/>
                    <a:gd name="connsiteY2060" fmla="*/ 67731 h 1318781"/>
                    <a:gd name="connsiteX2061" fmla="*/ 249646 w 592360"/>
                    <a:gd name="connsiteY2061" fmla="*/ 67719 h 1318781"/>
                    <a:gd name="connsiteX2062" fmla="*/ 249865 w 592360"/>
                    <a:gd name="connsiteY2062" fmla="*/ 67557 h 1318781"/>
                    <a:gd name="connsiteX2063" fmla="*/ 250132 w 592360"/>
                    <a:gd name="connsiteY2063" fmla="*/ 67337 h 1318781"/>
                    <a:gd name="connsiteX2064" fmla="*/ 250757 w 592360"/>
                    <a:gd name="connsiteY2064" fmla="*/ 66608 h 1318781"/>
                    <a:gd name="connsiteX2065" fmla="*/ 250861 w 592360"/>
                    <a:gd name="connsiteY2065" fmla="*/ 66469 h 1318781"/>
                    <a:gd name="connsiteX2066" fmla="*/ 250919 w 592360"/>
                    <a:gd name="connsiteY2066" fmla="*/ 66399 h 1318781"/>
                    <a:gd name="connsiteX2067" fmla="*/ 251185 w 592360"/>
                    <a:gd name="connsiteY2067" fmla="*/ 66041 h 1318781"/>
                    <a:gd name="connsiteX2068" fmla="*/ 251278 w 592360"/>
                    <a:gd name="connsiteY2068" fmla="*/ 65867 h 1318781"/>
                    <a:gd name="connsiteX2069" fmla="*/ 251347 w 592360"/>
                    <a:gd name="connsiteY2069" fmla="*/ 65682 h 1318781"/>
                    <a:gd name="connsiteX2070" fmla="*/ 252736 w 592360"/>
                    <a:gd name="connsiteY2070" fmla="*/ 63829 h 1318781"/>
                    <a:gd name="connsiteX2071" fmla="*/ 253246 w 592360"/>
                    <a:gd name="connsiteY2071" fmla="*/ 64570 h 1318781"/>
                    <a:gd name="connsiteX2072" fmla="*/ 254102 w 592360"/>
                    <a:gd name="connsiteY2072" fmla="*/ 64871 h 1318781"/>
                    <a:gd name="connsiteX2073" fmla="*/ 255989 w 592360"/>
                    <a:gd name="connsiteY2073" fmla="*/ 64998 h 1318781"/>
                    <a:gd name="connsiteX2074" fmla="*/ 256186 w 592360"/>
                    <a:gd name="connsiteY2074" fmla="*/ 65033 h 1318781"/>
                    <a:gd name="connsiteX2075" fmla="*/ 256498 w 592360"/>
                    <a:gd name="connsiteY2075" fmla="*/ 65068 h 1318781"/>
                    <a:gd name="connsiteX2076" fmla="*/ 258015 w 592360"/>
                    <a:gd name="connsiteY2076" fmla="*/ 64559 h 1318781"/>
                    <a:gd name="connsiteX2077" fmla="*/ 258049 w 592360"/>
                    <a:gd name="connsiteY2077" fmla="*/ 64524 h 1318781"/>
                    <a:gd name="connsiteX2078" fmla="*/ 258223 w 592360"/>
                    <a:gd name="connsiteY2078" fmla="*/ 64316 h 1318781"/>
                    <a:gd name="connsiteX2079" fmla="*/ 258339 w 592360"/>
                    <a:gd name="connsiteY2079" fmla="*/ 63992 h 1318781"/>
                    <a:gd name="connsiteX2080" fmla="*/ 258455 w 592360"/>
                    <a:gd name="connsiteY2080" fmla="*/ 63366 h 1318781"/>
                    <a:gd name="connsiteX2081" fmla="*/ 258524 w 592360"/>
                    <a:gd name="connsiteY2081" fmla="*/ 63158 h 1318781"/>
                    <a:gd name="connsiteX2082" fmla="*/ 258605 w 592360"/>
                    <a:gd name="connsiteY2082" fmla="*/ 62857 h 1318781"/>
                    <a:gd name="connsiteX2083" fmla="*/ 258779 w 592360"/>
                    <a:gd name="connsiteY2083" fmla="*/ 62405 h 1318781"/>
                    <a:gd name="connsiteX2084" fmla="*/ 259091 w 592360"/>
                    <a:gd name="connsiteY2084" fmla="*/ 61595 h 1318781"/>
                    <a:gd name="connsiteX2085" fmla="*/ 259103 w 592360"/>
                    <a:gd name="connsiteY2085" fmla="*/ 61572 h 1318781"/>
                    <a:gd name="connsiteX2086" fmla="*/ 259554 w 592360"/>
                    <a:gd name="connsiteY2086" fmla="*/ 60368 h 1318781"/>
                    <a:gd name="connsiteX2087" fmla="*/ 259496 w 592360"/>
                    <a:gd name="connsiteY2087" fmla="*/ 60090 h 1318781"/>
                    <a:gd name="connsiteX2088" fmla="*/ 259473 w 592360"/>
                    <a:gd name="connsiteY2088" fmla="*/ 60067 h 1318781"/>
                    <a:gd name="connsiteX2089" fmla="*/ 259300 w 592360"/>
                    <a:gd name="connsiteY2089" fmla="*/ 59870 h 1318781"/>
                    <a:gd name="connsiteX2090" fmla="*/ 259277 w 592360"/>
                    <a:gd name="connsiteY2090" fmla="*/ 59824 h 1318781"/>
                    <a:gd name="connsiteX2091" fmla="*/ 259242 w 592360"/>
                    <a:gd name="connsiteY2091" fmla="*/ 59743 h 1318781"/>
                    <a:gd name="connsiteX2092" fmla="*/ 259392 w 592360"/>
                    <a:gd name="connsiteY2092" fmla="*/ 58666 h 1318781"/>
                    <a:gd name="connsiteX2093" fmla="*/ 259415 w 592360"/>
                    <a:gd name="connsiteY2093" fmla="*/ 58655 h 1318781"/>
                    <a:gd name="connsiteX2094" fmla="*/ 259786 w 592360"/>
                    <a:gd name="connsiteY2094" fmla="*/ 58528 h 1318781"/>
                    <a:gd name="connsiteX2095" fmla="*/ 260191 w 592360"/>
                    <a:gd name="connsiteY2095" fmla="*/ 58470 h 1318781"/>
                    <a:gd name="connsiteX2096" fmla="*/ 260365 w 592360"/>
                    <a:gd name="connsiteY2096" fmla="*/ 58551 h 1318781"/>
                    <a:gd name="connsiteX2097" fmla="*/ 260446 w 592360"/>
                    <a:gd name="connsiteY2097" fmla="*/ 58574 h 1318781"/>
                    <a:gd name="connsiteX2098" fmla="*/ 260446 w 592360"/>
                    <a:gd name="connsiteY2098" fmla="*/ 58597 h 1318781"/>
                    <a:gd name="connsiteX2099" fmla="*/ 260469 w 592360"/>
                    <a:gd name="connsiteY2099" fmla="*/ 58794 h 1318781"/>
                    <a:gd name="connsiteX2100" fmla="*/ 260481 w 592360"/>
                    <a:gd name="connsiteY2100" fmla="*/ 58817 h 1318781"/>
                    <a:gd name="connsiteX2101" fmla="*/ 260538 w 592360"/>
                    <a:gd name="connsiteY2101" fmla="*/ 58898 h 1318781"/>
                    <a:gd name="connsiteX2102" fmla="*/ 260527 w 592360"/>
                    <a:gd name="connsiteY2102" fmla="*/ 58967 h 1318781"/>
                    <a:gd name="connsiteX2103" fmla="*/ 260538 w 592360"/>
                    <a:gd name="connsiteY2103" fmla="*/ 59037 h 1318781"/>
                    <a:gd name="connsiteX2104" fmla="*/ 260561 w 592360"/>
                    <a:gd name="connsiteY2104" fmla="*/ 59130 h 1318781"/>
                    <a:gd name="connsiteX2105" fmla="*/ 260839 w 592360"/>
                    <a:gd name="connsiteY2105" fmla="*/ 59164 h 1318781"/>
                    <a:gd name="connsiteX2106" fmla="*/ 260943 w 592360"/>
                    <a:gd name="connsiteY2106" fmla="*/ 59188 h 1318781"/>
                    <a:gd name="connsiteX2107" fmla="*/ 262205 w 592360"/>
                    <a:gd name="connsiteY2107" fmla="*/ 59315 h 1318781"/>
                    <a:gd name="connsiteX2108" fmla="*/ 262228 w 592360"/>
                    <a:gd name="connsiteY2108" fmla="*/ 59303 h 1318781"/>
                    <a:gd name="connsiteX2109" fmla="*/ 262448 w 592360"/>
                    <a:gd name="connsiteY2109" fmla="*/ 59083 h 1318781"/>
                    <a:gd name="connsiteX2110" fmla="*/ 262495 w 592360"/>
                    <a:gd name="connsiteY2110" fmla="*/ 59025 h 1318781"/>
                    <a:gd name="connsiteX2111" fmla="*/ 262495 w 592360"/>
                    <a:gd name="connsiteY2111" fmla="*/ 59002 h 1318781"/>
                    <a:gd name="connsiteX2112" fmla="*/ 262367 w 592360"/>
                    <a:gd name="connsiteY2112" fmla="*/ 58400 h 1318781"/>
                    <a:gd name="connsiteX2113" fmla="*/ 261962 w 592360"/>
                    <a:gd name="connsiteY2113" fmla="*/ 58308 h 1318781"/>
                    <a:gd name="connsiteX2114" fmla="*/ 261823 w 592360"/>
                    <a:gd name="connsiteY2114" fmla="*/ 58157 h 1318781"/>
                    <a:gd name="connsiteX2115" fmla="*/ 261788 w 592360"/>
                    <a:gd name="connsiteY2115" fmla="*/ 58122 h 1318781"/>
                    <a:gd name="connsiteX2116" fmla="*/ 261754 w 592360"/>
                    <a:gd name="connsiteY2116" fmla="*/ 58030 h 1318781"/>
                    <a:gd name="connsiteX2117" fmla="*/ 261742 w 592360"/>
                    <a:gd name="connsiteY2117" fmla="*/ 57995 h 1318781"/>
                    <a:gd name="connsiteX2118" fmla="*/ 262900 w 592360"/>
                    <a:gd name="connsiteY2118" fmla="*/ 56896 h 1318781"/>
                    <a:gd name="connsiteX2119" fmla="*/ 262923 w 592360"/>
                    <a:gd name="connsiteY2119" fmla="*/ 56814 h 1318781"/>
                    <a:gd name="connsiteX2120" fmla="*/ 263074 w 592360"/>
                    <a:gd name="connsiteY2120" fmla="*/ 56224 h 1318781"/>
                    <a:gd name="connsiteX2121" fmla="*/ 263097 w 592360"/>
                    <a:gd name="connsiteY2121" fmla="*/ 56108 h 1318781"/>
                    <a:gd name="connsiteX2122" fmla="*/ 263108 w 592360"/>
                    <a:gd name="connsiteY2122" fmla="*/ 55923 h 1318781"/>
                    <a:gd name="connsiteX2123" fmla="*/ 263085 w 592360"/>
                    <a:gd name="connsiteY2123" fmla="*/ 55726 h 1318781"/>
                    <a:gd name="connsiteX2124" fmla="*/ 263074 w 592360"/>
                    <a:gd name="connsiteY2124" fmla="*/ 55680 h 1318781"/>
                    <a:gd name="connsiteX2125" fmla="*/ 263016 w 592360"/>
                    <a:gd name="connsiteY2125" fmla="*/ 55576 h 1318781"/>
                    <a:gd name="connsiteX2126" fmla="*/ 263004 w 592360"/>
                    <a:gd name="connsiteY2126" fmla="*/ 55553 h 1318781"/>
                    <a:gd name="connsiteX2127" fmla="*/ 262934 w 592360"/>
                    <a:gd name="connsiteY2127" fmla="*/ 55518 h 1318781"/>
                    <a:gd name="connsiteX2128" fmla="*/ 261928 w 592360"/>
                    <a:gd name="connsiteY2128" fmla="*/ 55425 h 1318781"/>
                    <a:gd name="connsiteX2129" fmla="*/ 261846 w 592360"/>
                    <a:gd name="connsiteY2129" fmla="*/ 55367 h 1318781"/>
                    <a:gd name="connsiteX2130" fmla="*/ 261765 w 592360"/>
                    <a:gd name="connsiteY2130" fmla="*/ 55263 h 1318781"/>
                    <a:gd name="connsiteX2131" fmla="*/ 261684 w 592360"/>
                    <a:gd name="connsiteY2131" fmla="*/ 54997 h 1318781"/>
                    <a:gd name="connsiteX2132" fmla="*/ 261684 w 592360"/>
                    <a:gd name="connsiteY2132" fmla="*/ 54905 h 1318781"/>
                    <a:gd name="connsiteX2133" fmla="*/ 261893 w 592360"/>
                    <a:gd name="connsiteY2133" fmla="*/ 54499 h 1318781"/>
                    <a:gd name="connsiteX2134" fmla="*/ 261962 w 592360"/>
                    <a:gd name="connsiteY2134" fmla="*/ 54441 h 1318781"/>
                    <a:gd name="connsiteX2135" fmla="*/ 262066 w 592360"/>
                    <a:gd name="connsiteY2135" fmla="*/ 54372 h 1318781"/>
                    <a:gd name="connsiteX2136" fmla="*/ 262645 w 592360"/>
                    <a:gd name="connsiteY2136" fmla="*/ 54279 h 1318781"/>
                    <a:gd name="connsiteX2137" fmla="*/ 263606 w 592360"/>
                    <a:gd name="connsiteY2137" fmla="*/ 54441 h 1318781"/>
                    <a:gd name="connsiteX2138" fmla="*/ 263779 w 592360"/>
                    <a:gd name="connsiteY2138" fmla="*/ 54522 h 1318781"/>
                    <a:gd name="connsiteX2139" fmla="*/ 264080 w 592360"/>
                    <a:gd name="connsiteY2139" fmla="*/ 54638 h 1318781"/>
                    <a:gd name="connsiteX2140" fmla="*/ 264682 w 592360"/>
                    <a:gd name="connsiteY2140" fmla="*/ 54615 h 1318781"/>
                    <a:gd name="connsiteX2141" fmla="*/ 265192 w 592360"/>
                    <a:gd name="connsiteY2141" fmla="*/ 53712 h 1318781"/>
                    <a:gd name="connsiteX2142" fmla="*/ 265203 w 592360"/>
                    <a:gd name="connsiteY2142" fmla="*/ 53666 h 1318781"/>
                    <a:gd name="connsiteX2143" fmla="*/ 265319 w 592360"/>
                    <a:gd name="connsiteY2143" fmla="*/ 53538 h 1318781"/>
                    <a:gd name="connsiteX2144" fmla="*/ 265331 w 592360"/>
                    <a:gd name="connsiteY2144" fmla="*/ 53527 h 1318781"/>
                    <a:gd name="connsiteX2145" fmla="*/ 265701 w 592360"/>
                    <a:gd name="connsiteY2145" fmla="*/ 53203 h 1318781"/>
                    <a:gd name="connsiteX2146" fmla="*/ 265759 w 592360"/>
                    <a:gd name="connsiteY2146" fmla="*/ 53145 h 1318781"/>
                    <a:gd name="connsiteX2147" fmla="*/ 266280 w 592360"/>
                    <a:gd name="connsiteY2147" fmla="*/ 52196 h 1318781"/>
                    <a:gd name="connsiteX2148" fmla="*/ 266303 w 592360"/>
                    <a:gd name="connsiteY2148" fmla="*/ 52172 h 1318781"/>
                    <a:gd name="connsiteX2149" fmla="*/ 266789 w 592360"/>
                    <a:gd name="connsiteY2149" fmla="*/ 51640 h 1318781"/>
                    <a:gd name="connsiteX2150" fmla="*/ 266859 w 592360"/>
                    <a:gd name="connsiteY2150" fmla="*/ 51478 h 1318781"/>
                    <a:gd name="connsiteX2151" fmla="*/ 266859 w 592360"/>
                    <a:gd name="connsiteY2151" fmla="*/ 51455 h 1318781"/>
                    <a:gd name="connsiteX2152" fmla="*/ 266859 w 592360"/>
                    <a:gd name="connsiteY2152" fmla="*/ 51432 h 1318781"/>
                    <a:gd name="connsiteX2153" fmla="*/ 266720 w 592360"/>
                    <a:gd name="connsiteY2153" fmla="*/ 51154 h 1318781"/>
                    <a:gd name="connsiteX2154" fmla="*/ 266627 w 592360"/>
                    <a:gd name="connsiteY2154" fmla="*/ 50980 h 1318781"/>
                    <a:gd name="connsiteX2155" fmla="*/ 266662 w 592360"/>
                    <a:gd name="connsiteY2155" fmla="*/ 50112 h 1318781"/>
                    <a:gd name="connsiteX2156" fmla="*/ 266673 w 592360"/>
                    <a:gd name="connsiteY2156" fmla="*/ 50089 h 1318781"/>
                    <a:gd name="connsiteX2157" fmla="*/ 267102 w 592360"/>
                    <a:gd name="connsiteY2157" fmla="*/ 47924 h 1318781"/>
                    <a:gd name="connsiteX2158" fmla="*/ 267206 w 592360"/>
                    <a:gd name="connsiteY2158" fmla="*/ 47831 h 1318781"/>
                    <a:gd name="connsiteX2159" fmla="*/ 267299 w 592360"/>
                    <a:gd name="connsiteY2159" fmla="*/ 47774 h 1318781"/>
                    <a:gd name="connsiteX2160" fmla="*/ 269521 w 592360"/>
                    <a:gd name="connsiteY2160" fmla="*/ 47704 h 1318781"/>
                    <a:gd name="connsiteX2161" fmla="*/ 269591 w 592360"/>
                    <a:gd name="connsiteY2161" fmla="*/ 47588 h 1318781"/>
                    <a:gd name="connsiteX2162" fmla="*/ 269950 w 592360"/>
                    <a:gd name="connsiteY2162" fmla="*/ 47091 h 1318781"/>
                    <a:gd name="connsiteX2163" fmla="*/ 270100 w 592360"/>
                    <a:gd name="connsiteY2163" fmla="*/ 47010 h 1318781"/>
                    <a:gd name="connsiteX2164" fmla="*/ 270216 w 592360"/>
                    <a:gd name="connsiteY2164" fmla="*/ 46952 h 1318781"/>
                    <a:gd name="connsiteX2165" fmla="*/ 270239 w 592360"/>
                    <a:gd name="connsiteY2165" fmla="*/ 46952 h 1318781"/>
                    <a:gd name="connsiteX2166" fmla="*/ 270632 w 592360"/>
                    <a:gd name="connsiteY2166" fmla="*/ 46859 h 1318781"/>
                    <a:gd name="connsiteX2167" fmla="*/ 271223 w 592360"/>
                    <a:gd name="connsiteY2167" fmla="*/ 46790 h 1318781"/>
                    <a:gd name="connsiteX2168" fmla="*/ 273399 w 592360"/>
                    <a:gd name="connsiteY2168" fmla="*/ 46732 h 1318781"/>
                    <a:gd name="connsiteX2169" fmla="*/ 273434 w 592360"/>
                    <a:gd name="connsiteY2169" fmla="*/ 46709 h 1318781"/>
                    <a:gd name="connsiteX2170" fmla="*/ 273526 w 592360"/>
                    <a:gd name="connsiteY2170" fmla="*/ 46558 h 1318781"/>
                    <a:gd name="connsiteX2171" fmla="*/ 273758 w 592360"/>
                    <a:gd name="connsiteY2171" fmla="*/ 45736 h 1318781"/>
                    <a:gd name="connsiteX2172" fmla="*/ 273793 w 592360"/>
                    <a:gd name="connsiteY2172" fmla="*/ 45632 h 1318781"/>
                    <a:gd name="connsiteX2173" fmla="*/ 273827 w 592360"/>
                    <a:gd name="connsiteY2173" fmla="*/ 45551 h 1318781"/>
                    <a:gd name="connsiteX2174" fmla="*/ 273908 w 592360"/>
                    <a:gd name="connsiteY2174" fmla="*/ 45424 h 1318781"/>
                    <a:gd name="connsiteX2175" fmla="*/ 274013 w 592360"/>
                    <a:gd name="connsiteY2175" fmla="*/ 45296 h 1318781"/>
                    <a:gd name="connsiteX2176" fmla="*/ 274128 w 592360"/>
                    <a:gd name="connsiteY2176" fmla="*/ 45215 h 1318781"/>
                    <a:gd name="connsiteX2177" fmla="*/ 274383 w 592360"/>
                    <a:gd name="connsiteY2177" fmla="*/ 45088 h 1318781"/>
                    <a:gd name="connsiteX2178" fmla="*/ 274626 w 592360"/>
                    <a:gd name="connsiteY2178" fmla="*/ 44984 h 1318781"/>
                    <a:gd name="connsiteX2179" fmla="*/ 275332 w 592360"/>
                    <a:gd name="connsiteY2179" fmla="*/ 44972 h 1318781"/>
                    <a:gd name="connsiteX2180" fmla="*/ 275830 w 592360"/>
                    <a:gd name="connsiteY2180" fmla="*/ 44961 h 1318781"/>
                    <a:gd name="connsiteX2181" fmla="*/ 275853 w 592360"/>
                    <a:gd name="connsiteY2181" fmla="*/ 44949 h 1318781"/>
                    <a:gd name="connsiteX2182" fmla="*/ 275876 w 592360"/>
                    <a:gd name="connsiteY2182" fmla="*/ 44926 h 1318781"/>
                    <a:gd name="connsiteX2183" fmla="*/ 275981 w 592360"/>
                    <a:gd name="connsiteY2183" fmla="*/ 44764 h 1318781"/>
                    <a:gd name="connsiteX2184" fmla="*/ 275981 w 592360"/>
                    <a:gd name="connsiteY2184" fmla="*/ 44729 h 1318781"/>
                    <a:gd name="connsiteX2185" fmla="*/ 275981 w 592360"/>
                    <a:gd name="connsiteY2185" fmla="*/ 44706 h 1318781"/>
                    <a:gd name="connsiteX2186" fmla="*/ 275969 w 592360"/>
                    <a:gd name="connsiteY2186" fmla="*/ 44613 h 1318781"/>
                    <a:gd name="connsiteX2187" fmla="*/ 275946 w 592360"/>
                    <a:gd name="connsiteY2187" fmla="*/ 44498 h 1318781"/>
                    <a:gd name="connsiteX2188" fmla="*/ 275934 w 592360"/>
                    <a:gd name="connsiteY2188" fmla="*/ 44475 h 1318781"/>
                    <a:gd name="connsiteX2189" fmla="*/ 275830 w 592360"/>
                    <a:gd name="connsiteY2189" fmla="*/ 44359 h 1318781"/>
                    <a:gd name="connsiteX2190" fmla="*/ 275738 w 592360"/>
                    <a:gd name="connsiteY2190" fmla="*/ 44255 h 1318781"/>
                    <a:gd name="connsiteX2191" fmla="*/ 275680 w 592360"/>
                    <a:gd name="connsiteY2191" fmla="*/ 44208 h 1318781"/>
                    <a:gd name="connsiteX2192" fmla="*/ 275460 w 592360"/>
                    <a:gd name="connsiteY2192" fmla="*/ 43988 h 1318781"/>
                    <a:gd name="connsiteX2193" fmla="*/ 275425 w 592360"/>
                    <a:gd name="connsiteY2193" fmla="*/ 43907 h 1318781"/>
                    <a:gd name="connsiteX2194" fmla="*/ 275413 w 592360"/>
                    <a:gd name="connsiteY2194" fmla="*/ 43838 h 1318781"/>
                    <a:gd name="connsiteX2195" fmla="*/ 275355 w 592360"/>
                    <a:gd name="connsiteY2195" fmla="*/ 43525 h 1318781"/>
                    <a:gd name="connsiteX2196" fmla="*/ 275332 w 592360"/>
                    <a:gd name="connsiteY2196" fmla="*/ 43433 h 1318781"/>
                    <a:gd name="connsiteX2197" fmla="*/ 275332 w 592360"/>
                    <a:gd name="connsiteY2197" fmla="*/ 43375 h 1318781"/>
                    <a:gd name="connsiteX2198" fmla="*/ 275355 w 592360"/>
                    <a:gd name="connsiteY2198" fmla="*/ 43224 h 1318781"/>
                    <a:gd name="connsiteX2199" fmla="*/ 275425 w 592360"/>
                    <a:gd name="connsiteY2199" fmla="*/ 43016 h 1318781"/>
                    <a:gd name="connsiteX2200" fmla="*/ 275448 w 592360"/>
                    <a:gd name="connsiteY2200" fmla="*/ 42981 h 1318781"/>
                    <a:gd name="connsiteX2201" fmla="*/ 275564 w 592360"/>
                    <a:gd name="connsiteY2201" fmla="*/ 42808 h 1318781"/>
                    <a:gd name="connsiteX2202" fmla="*/ 275680 w 592360"/>
                    <a:gd name="connsiteY2202" fmla="*/ 42645 h 1318781"/>
                    <a:gd name="connsiteX2203" fmla="*/ 275714 w 592360"/>
                    <a:gd name="connsiteY2203" fmla="*/ 42599 h 1318781"/>
                    <a:gd name="connsiteX2204" fmla="*/ 275900 w 592360"/>
                    <a:gd name="connsiteY2204" fmla="*/ 42402 h 1318781"/>
                    <a:gd name="connsiteX2205" fmla="*/ 275957 w 592360"/>
                    <a:gd name="connsiteY2205" fmla="*/ 42298 h 1318781"/>
                    <a:gd name="connsiteX2206" fmla="*/ 276027 w 592360"/>
                    <a:gd name="connsiteY2206" fmla="*/ 42229 h 1318781"/>
                    <a:gd name="connsiteX2207" fmla="*/ 276270 w 592360"/>
                    <a:gd name="connsiteY2207" fmla="*/ 41963 h 1318781"/>
                    <a:gd name="connsiteX2208" fmla="*/ 277219 w 592360"/>
                    <a:gd name="connsiteY2208" fmla="*/ 41164 h 1318781"/>
                    <a:gd name="connsiteX2209" fmla="*/ 277347 w 592360"/>
                    <a:gd name="connsiteY2209" fmla="*/ 41291 h 1318781"/>
                    <a:gd name="connsiteX2210" fmla="*/ 277624 w 592360"/>
                    <a:gd name="connsiteY2210" fmla="*/ 41592 h 1318781"/>
                    <a:gd name="connsiteX2211" fmla="*/ 277867 w 592360"/>
                    <a:gd name="connsiteY2211" fmla="*/ 41870 h 1318781"/>
                    <a:gd name="connsiteX2212" fmla="*/ 278041 w 592360"/>
                    <a:gd name="connsiteY2212" fmla="*/ 41858 h 1318781"/>
                    <a:gd name="connsiteX2213" fmla="*/ 278110 w 592360"/>
                    <a:gd name="connsiteY2213" fmla="*/ 41812 h 1318781"/>
                    <a:gd name="connsiteX2214" fmla="*/ 278157 w 592360"/>
                    <a:gd name="connsiteY2214" fmla="*/ 41777 h 1318781"/>
                    <a:gd name="connsiteX2215" fmla="*/ 278192 w 592360"/>
                    <a:gd name="connsiteY2215" fmla="*/ 41708 h 1318781"/>
                    <a:gd name="connsiteX2216" fmla="*/ 278215 w 592360"/>
                    <a:gd name="connsiteY2216" fmla="*/ 41222 h 1318781"/>
                    <a:gd name="connsiteX2217" fmla="*/ 277601 w 592360"/>
                    <a:gd name="connsiteY2217" fmla="*/ 40238 h 1318781"/>
                    <a:gd name="connsiteX2218" fmla="*/ 277543 w 592360"/>
                    <a:gd name="connsiteY2218" fmla="*/ 40180 h 1318781"/>
                    <a:gd name="connsiteX2219" fmla="*/ 276837 w 592360"/>
                    <a:gd name="connsiteY2219" fmla="*/ 39404 h 1318781"/>
                    <a:gd name="connsiteX2220" fmla="*/ 276826 w 592360"/>
                    <a:gd name="connsiteY2220" fmla="*/ 39231 h 1318781"/>
                    <a:gd name="connsiteX2221" fmla="*/ 276930 w 592360"/>
                    <a:gd name="connsiteY2221" fmla="*/ 38930 h 1318781"/>
                    <a:gd name="connsiteX2222" fmla="*/ 277057 w 592360"/>
                    <a:gd name="connsiteY2222" fmla="*/ 38652 h 1318781"/>
                    <a:gd name="connsiteX2223" fmla="*/ 277185 w 592360"/>
                    <a:gd name="connsiteY2223" fmla="*/ 38525 h 1318781"/>
                    <a:gd name="connsiteX2224" fmla="*/ 277462 w 592360"/>
                    <a:gd name="connsiteY2224" fmla="*/ 38525 h 1318781"/>
                    <a:gd name="connsiteX2225" fmla="*/ 278296 w 592360"/>
                    <a:gd name="connsiteY2225" fmla="*/ 38895 h 1318781"/>
                    <a:gd name="connsiteX2226" fmla="*/ 278527 w 592360"/>
                    <a:gd name="connsiteY2226" fmla="*/ 38988 h 1318781"/>
                    <a:gd name="connsiteX2227" fmla="*/ 278944 w 592360"/>
                    <a:gd name="connsiteY2227" fmla="*/ 39207 h 1318781"/>
                    <a:gd name="connsiteX2228" fmla="*/ 279083 w 592360"/>
                    <a:gd name="connsiteY2228" fmla="*/ 39254 h 1318781"/>
                    <a:gd name="connsiteX2229" fmla="*/ 279477 w 592360"/>
                    <a:gd name="connsiteY2229" fmla="*/ 39277 h 1318781"/>
                    <a:gd name="connsiteX2230" fmla="*/ 279523 w 592360"/>
                    <a:gd name="connsiteY2230" fmla="*/ 39277 h 1318781"/>
                    <a:gd name="connsiteX2231" fmla="*/ 279604 w 592360"/>
                    <a:gd name="connsiteY2231" fmla="*/ 39277 h 1318781"/>
                    <a:gd name="connsiteX2232" fmla="*/ 279743 w 592360"/>
                    <a:gd name="connsiteY2232" fmla="*/ 39254 h 1318781"/>
                    <a:gd name="connsiteX2233" fmla="*/ 280727 w 592360"/>
                    <a:gd name="connsiteY2233" fmla="*/ 38501 h 1318781"/>
                    <a:gd name="connsiteX2234" fmla="*/ 280738 w 592360"/>
                    <a:gd name="connsiteY2234" fmla="*/ 38490 h 1318781"/>
                    <a:gd name="connsiteX2235" fmla="*/ 281062 w 592360"/>
                    <a:gd name="connsiteY2235" fmla="*/ 38143 h 1318781"/>
                    <a:gd name="connsiteX2236" fmla="*/ 281560 w 592360"/>
                    <a:gd name="connsiteY2236" fmla="*/ 37506 h 1318781"/>
                    <a:gd name="connsiteX2237" fmla="*/ 281606 w 592360"/>
                    <a:gd name="connsiteY2237" fmla="*/ 37448 h 1318781"/>
                    <a:gd name="connsiteX2238" fmla="*/ 281757 w 592360"/>
                    <a:gd name="connsiteY2238" fmla="*/ 37240 h 1318781"/>
                    <a:gd name="connsiteX2239" fmla="*/ 281780 w 592360"/>
                    <a:gd name="connsiteY2239" fmla="*/ 37205 h 1318781"/>
                    <a:gd name="connsiteX2240" fmla="*/ 281988 w 592360"/>
                    <a:gd name="connsiteY2240" fmla="*/ 36742 h 1318781"/>
                    <a:gd name="connsiteX2241" fmla="*/ 282058 w 592360"/>
                    <a:gd name="connsiteY2241" fmla="*/ 36464 h 1318781"/>
                    <a:gd name="connsiteX2242" fmla="*/ 282058 w 592360"/>
                    <a:gd name="connsiteY2242" fmla="*/ 36441 h 1318781"/>
                    <a:gd name="connsiteX2243" fmla="*/ 282081 w 592360"/>
                    <a:gd name="connsiteY2243" fmla="*/ 36175 h 1318781"/>
                    <a:gd name="connsiteX2244" fmla="*/ 282081 w 592360"/>
                    <a:gd name="connsiteY2244" fmla="*/ 35978 h 1318781"/>
                    <a:gd name="connsiteX2245" fmla="*/ 280021 w 592360"/>
                    <a:gd name="connsiteY2245" fmla="*/ 32574 h 1318781"/>
                    <a:gd name="connsiteX2246" fmla="*/ 280090 w 592360"/>
                    <a:gd name="connsiteY2246" fmla="*/ 32447 h 1318781"/>
                    <a:gd name="connsiteX2247" fmla="*/ 280136 w 592360"/>
                    <a:gd name="connsiteY2247" fmla="*/ 32401 h 1318781"/>
                    <a:gd name="connsiteX2248" fmla="*/ 280426 w 592360"/>
                    <a:gd name="connsiteY2248" fmla="*/ 32077 h 1318781"/>
                    <a:gd name="connsiteX2249" fmla="*/ 280715 w 592360"/>
                    <a:gd name="connsiteY2249" fmla="*/ 31811 h 1318781"/>
                    <a:gd name="connsiteX2250" fmla="*/ 280819 w 592360"/>
                    <a:gd name="connsiteY2250" fmla="*/ 31729 h 1318781"/>
                    <a:gd name="connsiteX2251" fmla="*/ 280912 w 592360"/>
                    <a:gd name="connsiteY2251" fmla="*/ 31649 h 1318781"/>
                    <a:gd name="connsiteX2252" fmla="*/ 281213 w 592360"/>
                    <a:gd name="connsiteY2252" fmla="*/ 31336 h 1318781"/>
                    <a:gd name="connsiteX2253" fmla="*/ 281317 w 592360"/>
                    <a:gd name="connsiteY2253" fmla="*/ 31209 h 1318781"/>
                    <a:gd name="connsiteX2254" fmla="*/ 282579 w 592360"/>
                    <a:gd name="connsiteY2254" fmla="*/ 29310 h 1318781"/>
                    <a:gd name="connsiteX2255" fmla="*/ 283308 w 592360"/>
                    <a:gd name="connsiteY2255" fmla="*/ 29553 h 1318781"/>
                    <a:gd name="connsiteX2256" fmla="*/ 283887 w 592360"/>
                    <a:gd name="connsiteY2256" fmla="*/ 29403 h 1318781"/>
                    <a:gd name="connsiteX2257" fmla="*/ 284061 w 592360"/>
                    <a:gd name="connsiteY2257" fmla="*/ 29426 h 1318781"/>
                    <a:gd name="connsiteX2258" fmla="*/ 284570 w 592360"/>
                    <a:gd name="connsiteY2258" fmla="*/ 29229 h 1318781"/>
                    <a:gd name="connsiteX2259" fmla="*/ 285056 w 592360"/>
                    <a:gd name="connsiteY2259" fmla="*/ 29877 h 1318781"/>
                    <a:gd name="connsiteX2260" fmla="*/ 285450 w 592360"/>
                    <a:gd name="connsiteY2260" fmla="*/ 29588 h 1318781"/>
                    <a:gd name="connsiteX2261" fmla="*/ 285530 w 592360"/>
                    <a:gd name="connsiteY2261" fmla="*/ 29576 h 1318781"/>
                    <a:gd name="connsiteX2262" fmla="*/ 285565 w 592360"/>
                    <a:gd name="connsiteY2262" fmla="*/ 29588 h 1318781"/>
                    <a:gd name="connsiteX2263" fmla="*/ 285866 w 592360"/>
                    <a:gd name="connsiteY2263" fmla="*/ 29658 h 1318781"/>
                    <a:gd name="connsiteX2264" fmla="*/ 285959 w 592360"/>
                    <a:gd name="connsiteY2264" fmla="*/ 29692 h 1318781"/>
                    <a:gd name="connsiteX2265" fmla="*/ 286144 w 592360"/>
                    <a:gd name="connsiteY2265" fmla="*/ 29935 h 1318781"/>
                    <a:gd name="connsiteX2266" fmla="*/ 286341 w 592360"/>
                    <a:gd name="connsiteY2266" fmla="*/ 30051 h 1318781"/>
                    <a:gd name="connsiteX2267" fmla="*/ 286480 w 592360"/>
                    <a:gd name="connsiteY2267" fmla="*/ 30086 h 1318781"/>
                    <a:gd name="connsiteX2268" fmla="*/ 286584 w 592360"/>
                    <a:gd name="connsiteY2268" fmla="*/ 30225 h 1318781"/>
                    <a:gd name="connsiteX2269" fmla="*/ 286584 w 592360"/>
                    <a:gd name="connsiteY2269" fmla="*/ 30260 h 1318781"/>
                    <a:gd name="connsiteX2270" fmla="*/ 286665 w 592360"/>
                    <a:gd name="connsiteY2270" fmla="*/ 30572 h 1318781"/>
                    <a:gd name="connsiteX2271" fmla="*/ 287117 w 592360"/>
                    <a:gd name="connsiteY2271" fmla="*/ 30375 h 1318781"/>
                    <a:gd name="connsiteX2272" fmla="*/ 287394 w 592360"/>
                    <a:gd name="connsiteY2272" fmla="*/ 30329 h 1318781"/>
                    <a:gd name="connsiteX2273" fmla="*/ 287880 w 592360"/>
                    <a:gd name="connsiteY2273" fmla="*/ 30097 h 1318781"/>
                    <a:gd name="connsiteX2274" fmla="*/ 288008 w 592360"/>
                    <a:gd name="connsiteY2274" fmla="*/ 30074 h 1318781"/>
                    <a:gd name="connsiteX2275" fmla="*/ 288089 w 592360"/>
                    <a:gd name="connsiteY2275" fmla="*/ 30086 h 1318781"/>
                    <a:gd name="connsiteX2276" fmla="*/ 289883 w 592360"/>
                    <a:gd name="connsiteY2276" fmla="*/ 29762 h 1318781"/>
                    <a:gd name="connsiteX2277" fmla="*/ 290219 w 592360"/>
                    <a:gd name="connsiteY2277" fmla="*/ 29380 h 1318781"/>
                    <a:gd name="connsiteX2278" fmla="*/ 290242 w 592360"/>
                    <a:gd name="connsiteY2278" fmla="*/ 29368 h 1318781"/>
                    <a:gd name="connsiteX2279" fmla="*/ 290531 w 592360"/>
                    <a:gd name="connsiteY2279" fmla="*/ 29079 h 1318781"/>
                    <a:gd name="connsiteX2280" fmla="*/ 290636 w 592360"/>
                    <a:gd name="connsiteY2280" fmla="*/ 29102 h 1318781"/>
                    <a:gd name="connsiteX2281" fmla="*/ 290774 w 592360"/>
                    <a:gd name="connsiteY2281" fmla="*/ 29194 h 1318781"/>
                    <a:gd name="connsiteX2282" fmla="*/ 290914 w 592360"/>
                    <a:gd name="connsiteY2282" fmla="*/ 29299 h 1318781"/>
                    <a:gd name="connsiteX2283" fmla="*/ 291295 w 592360"/>
                    <a:gd name="connsiteY2283" fmla="*/ 29345 h 1318781"/>
                    <a:gd name="connsiteX2284" fmla="*/ 291527 w 592360"/>
                    <a:gd name="connsiteY2284" fmla="*/ 29275 h 1318781"/>
                    <a:gd name="connsiteX2285" fmla="*/ 292198 w 592360"/>
                    <a:gd name="connsiteY2285" fmla="*/ 29102 h 1318781"/>
                    <a:gd name="connsiteX2286" fmla="*/ 292465 w 592360"/>
                    <a:gd name="connsiteY2286" fmla="*/ 28974 h 1318781"/>
                    <a:gd name="connsiteX2287" fmla="*/ 292627 w 592360"/>
                    <a:gd name="connsiteY2287" fmla="*/ 28870 h 1318781"/>
                    <a:gd name="connsiteX2288" fmla="*/ 292650 w 592360"/>
                    <a:gd name="connsiteY2288" fmla="*/ 28859 h 1318781"/>
                    <a:gd name="connsiteX2289" fmla="*/ 292812 w 592360"/>
                    <a:gd name="connsiteY2289" fmla="*/ 28673 h 1318781"/>
                    <a:gd name="connsiteX2290" fmla="*/ 292835 w 592360"/>
                    <a:gd name="connsiteY2290" fmla="*/ 28650 h 1318781"/>
                    <a:gd name="connsiteX2291" fmla="*/ 293148 w 592360"/>
                    <a:gd name="connsiteY2291" fmla="*/ 28569 h 1318781"/>
                    <a:gd name="connsiteX2292" fmla="*/ 293206 w 592360"/>
                    <a:gd name="connsiteY2292" fmla="*/ 28569 h 1318781"/>
                    <a:gd name="connsiteX2293" fmla="*/ 293344 w 592360"/>
                    <a:gd name="connsiteY2293" fmla="*/ 28662 h 1318781"/>
                    <a:gd name="connsiteX2294" fmla="*/ 293402 w 592360"/>
                    <a:gd name="connsiteY2294" fmla="*/ 28673 h 1318781"/>
                    <a:gd name="connsiteX2295" fmla="*/ 293437 w 592360"/>
                    <a:gd name="connsiteY2295" fmla="*/ 28616 h 1318781"/>
                    <a:gd name="connsiteX2296" fmla="*/ 293553 w 592360"/>
                    <a:gd name="connsiteY2296" fmla="*/ 28338 h 1318781"/>
                    <a:gd name="connsiteX2297" fmla="*/ 293599 w 592360"/>
                    <a:gd name="connsiteY2297" fmla="*/ 28291 h 1318781"/>
                    <a:gd name="connsiteX2298" fmla="*/ 294027 w 592360"/>
                    <a:gd name="connsiteY2298" fmla="*/ 28372 h 1318781"/>
                    <a:gd name="connsiteX2299" fmla="*/ 294155 w 592360"/>
                    <a:gd name="connsiteY2299" fmla="*/ 28500 h 1318781"/>
                    <a:gd name="connsiteX2300" fmla="*/ 294317 w 592360"/>
                    <a:gd name="connsiteY2300" fmla="*/ 28407 h 1318781"/>
                    <a:gd name="connsiteX2301" fmla="*/ 294317 w 592360"/>
                    <a:gd name="connsiteY2301" fmla="*/ 28372 h 1318781"/>
                    <a:gd name="connsiteX2302" fmla="*/ 294317 w 592360"/>
                    <a:gd name="connsiteY2302" fmla="*/ 28014 h 1318781"/>
                    <a:gd name="connsiteX2303" fmla="*/ 294352 w 592360"/>
                    <a:gd name="connsiteY2303" fmla="*/ 27724 h 1318781"/>
                    <a:gd name="connsiteX2304" fmla="*/ 294919 w 592360"/>
                    <a:gd name="connsiteY2304" fmla="*/ 27412 h 1318781"/>
                    <a:gd name="connsiteX2305" fmla="*/ 295359 w 592360"/>
                    <a:gd name="connsiteY2305" fmla="*/ 27470 h 1318781"/>
                    <a:gd name="connsiteX2306" fmla="*/ 296134 w 592360"/>
                    <a:gd name="connsiteY2306" fmla="*/ 27481 h 1318781"/>
                    <a:gd name="connsiteX2307" fmla="*/ 296227 w 592360"/>
                    <a:gd name="connsiteY2307" fmla="*/ 27446 h 1318781"/>
                    <a:gd name="connsiteX2308" fmla="*/ 296412 w 592360"/>
                    <a:gd name="connsiteY2308" fmla="*/ 27273 h 1318781"/>
                    <a:gd name="connsiteX2309" fmla="*/ 296516 w 592360"/>
                    <a:gd name="connsiteY2309" fmla="*/ 27053 h 1318781"/>
                    <a:gd name="connsiteX2310" fmla="*/ 296551 w 592360"/>
                    <a:gd name="connsiteY2310" fmla="*/ 26937 h 1318781"/>
                    <a:gd name="connsiteX2311" fmla="*/ 296516 w 592360"/>
                    <a:gd name="connsiteY2311" fmla="*/ 26682 h 1318781"/>
                    <a:gd name="connsiteX2312" fmla="*/ 296470 w 592360"/>
                    <a:gd name="connsiteY2312" fmla="*/ 26463 h 1318781"/>
                    <a:gd name="connsiteX2313" fmla="*/ 296574 w 592360"/>
                    <a:gd name="connsiteY2313" fmla="*/ 26358 h 1318781"/>
                    <a:gd name="connsiteX2314" fmla="*/ 296852 w 592360"/>
                    <a:gd name="connsiteY2314" fmla="*/ 25930 h 1318781"/>
                    <a:gd name="connsiteX2315" fmla="*/ 296863 w 592360"/>
                    <a:gd name="connsiteY2315" fmla="*/ 25907 h 1318781"/>
                    <a:gd name="connsiteX2316" fmla="*/ 296979 w 592360"/>
                    <a:gd name="connsiteY2316" fmla="*/ 25594 h 1318781"/>
                    <a:gd name="connsiteX2317" fmla="*/ 297268 w 592360"/>
                    <a:gd name="connsiteY2317" fmla="*/ 25154 h 1318781"/>
                    <a:gd name="connsiteX2318" fmla="*/ 297350 w 592360"/>
                    <a:gd name="connsiteY2318" fmla="*/ 25074 h 1318781"/>
                    <a:gd name="connsiteX2319" fmla="*/ 297407 w 592360"/>
                    <a:gd name="connsiteY2319" fmla="*/ 25039 h 1318781"/>
                    <a:gd name="connsiteX2320" fmla="*/ 297685 w 592360"/>
                    <a:gd name="connsiteY2320" fmla="*/ 24958 h 1318781"/>
                    <a:gd name="connsiteX2321" fmla="*/ 298044 w 592360"/>
                    <a:gd name="connsiteY2321" fmla="*/ 24715 h 1318781"/>
                    <a:gd name="connsiteX2322" fmla="*/ 298067 w 592360"/>
                    <a:gd name="connsiteY2322" fmla="*/ 24668 h 1318781"/>
                    <a:gd name="connsiteX2323" fmla="*/ 298067 w 592360"/>
                    <a:gd name="connsiteY2323" fmla="*/ 24622 h 1318781"/>
                    <a:gd name="connsiteX2324" fmla="*/ 298125 w 592360"/>
                    <a:gd name="connsiteY2324" fmla="*/ 24529 h 1318781"/>
                    <a:gd name="connsiteX2325" fmla="*/ 298148 w 592360"/>
                    <a:gd name="connsiteY2325" fmla="*/ 24506 h 1318781"/>
                    <a:gd name="connsiteX2326" fmla="*/ 298241 w 592360"/>
                    <a:gd name="connsiteY2326" fmla="*/ 24448 h 1318781"/>
                    <a:gd name="connsiteX2327" fmla="*/ 298519 w 592360"/>
                    <a:gd name="connsiteY2327" fmla="*/ 24390 h 1318781"/>
                    <a:gd name="connsiteX2328" fmla="*/ 299352 w 592360"/>
                    <a:gd name="connsiteY2328" fmla="*/ 23893 h 1318781"/>
                    <a:gd name="connsiteX2329" fmla="*/ 299746 w 592360"/>
                    <a:gd name="connsiteY2329" fmla="*/ 23302 h 1318781"/>
                    <a:gd name="connsiteX2330" fmla="*/ 299734 w 592360"/>
                    <a:gd name="connsiteY2330" fmla="*/ 23268 h 1318781"/>
                    <a:gd name="connsiteX2331" fmla="*/ 299653 w 592360"/>
                    <a:gd name="connsiteY2331" fmla="*/ 23186 h 1318781"/>
                    <a:gd name="connsiteX2332" fmla="*/ 299908 w 592360"/>
                    <a:gd name="connsiteY2332" fmla="*/ 22990 h 1318781"/>
                    <a:gd name="connsiteX2333" fmla="*/ 300348 w 592360"/>
                    <a:gd name="connsiteY2333" fmla="*/ 22885 h 1318781"/>
                    <a:gd name="connsiteX2334" fmla="*/ 300684 w 592360"/>
                    <a:gd name="connsiteY2334" fmla="*/ 22828 h 1318781"/>
                    <a:gd name="connsiteX2335" fmla="*/ 300788 w 592360"/>
                    <a:gd name="connsiteY2335" fmla="*/ 22839 h 1318781"/>
                    <a:gd name="connsiteX2336" fmla="*/ 300857 w 592360"/>
                    <a:gd name="connsiteY2336" fmla="*/ 22862 h 1318781"/>
                    <a:gd name="connsiteX2337" fmla="*/ 300950 w 592360"/>
                    <a:gd name="connsiteY2337" fmla="*/ 22804 h 1318781"/>
                    <a:gd name="connsiteX2338" fmla="*/ 301042 w 592360"/>
                    <a:gd name="connsiteY2338" fmla="*/ 22735 h 1318781"/>
                    <a:gd name="connsiteX2339" fmla="*/ 301540 w 592360"/>
                    <a:gd name="connsiteY2339" fmla="*/ 22307 h 1318781"/>
                    <a:gd name="connsiteX2340" fmla="*/ 301702 w 592360"/>
                    <a:gd name="connsiteY2340" fmla="*/ 22168 h 1318781"/>
                    <a:gd name="connsiteX2341" fmla="*/ 301737 w 592360"/>
                    <a:gd name="connsiteY2341" fmla="*/ 22145 h 1318781"/>
                    <a:gd name="connsiteX2342" fmla="*/ 301852 w 592360"/>
                    <a:gd name="connsiteY2342" fmla="*/ 22098 h 1318781"/>
                    <a:gd name="connsiteX2343" fmla="*/ 302547 w 592360"/>
                    <a:gd name="connsiteY2343" fmla="*/ 22087 h 1318781"/>
                    <a:gd name="connsiteX2344" fmla="*/ 302663 w 592360"/>
                    <a:gd name="connsiteY2344" fmla="*/ 22075 h 1318781"/>
                    <a:gd name="connsiteX2345" fmla="*/ 302617 w 592360"/>
                    <a:gd name="connsiteY2345" fmla="*/ 21890 h 1318781"/>
                    <a:gd name="connsiteX2346" fmla="*/ 302547 w 592360"/>
                    <a:gd name="connsiteY2346" fmla="*/ 21879 h 1318781"/>
                    <a:gd name="connsiteX2347" fmla="*/ 302536 w 592360"/>
                    <a:gd name="connsiteY2347" fmla="*/ 21670 h 1318781"/>
                    <a:gd name="connsiteX2348" fmla="*/ 302675 w 592360"/>
                    <a:gd name="connsiteY2348" fmla="*/ 21438 h 1318781"/>
                    <a:gd name="connsiteX2349" fmla="*/ 302698 w 592360"/>
                    <a:gd name="connsiteY2349" fmla="*/ 21381 h 1318781"/>
                    <a:gd name="connsiteX2350" fmla="*/ 302976 w 592360"/>
                    <a:gd name="connsiteY2350" fmla="*/ 21057 h 1318781"/>
                    <a:gd name="connsiteX2351" fmla="*/ 303091 w 592360"/>
                    <a:gd name="connsiteY2351" fmla="*/ 21034 h 1318781"/>
                    <a:gd name="connsiteX2352" fmla="*/ 303450 w 592360"/>
                    <a:gd name="connsiteY2352" fmla="*/ 20964 h 1318781"/>
                    <a:gd name="connsiteX2353" fmla="*/ 303740 w 592360"/>
                    <a:gd name="connsiteY2353" fmla="*/ 20848 h 1318781"/>
                    <a:gd name="connsiteX2354" fmla="*/ 303994 w 592360"/>
                    <a:gd name="connsiteY2354" fmla="*/ 20744 h 1318781"/>
                    <a:gd name="connsiteX2355" fmla="*/ 304260 w 592360"/>
                    <a:gd name="connsiteY2355" fmla="*/ 20698 h 1318781"/>
                    <a:gd name="connsiteX2356" fmla="*/ 304272 w 592360"/>
                    <a:gd name="connsiteY2356" fmla="*/ 20686 h 1318781"/>
                    <a:gd name="connsiteX2357" fmla="*/ 304642 w 592360"/>
                    <a:gd name="connsiteY2357" fmla="*/ 20131 h 1318781"/>
                    <a:gd name="connsiteX2358" fmla="*/ 304608 w 592360"/>
                    <a:gd name="connsiteY2358" fmla="*/ 20038 h 1318781"/>
                    <a:gd name="connsiteX2359" fmla="*/ 304608 w 592360"/>
                    <a:gd name="connsiteY2359" fmla="*/ 19945 h 1318781"/>
                    <a:gd name="connsiteX2360" fmla="*/ 304828 w 592360"/>
                    <a:gd name="connsiteY2360" fmla="*/ 19864 h 1318781"/>
                    <a:gd name="connsiteX2361" fmla="*/ 304967 w 592360"/>
                    <a:gd name="connsiteY2361" fmla="*/ 19887 h 1318781"/>
                    <a:gd name="connsiteX2362" fmla="*/ 305221 w 592360"/>
                    <a:gd name="connsiteY2362" fmla="*/ 19876 h 1318781"/>
                    <a:gd name="connsiteX2363" fmla="*/ 305464 w 592360"/>
                    <a:gd name="connsiteY2363" fmla="*/ 19841 h 1318781"/>
                    <a:gd name="connsiteX2364" fmla="*/ 305777 w 592360"/>
                    <a:gd name="connsiteY2364" fmla="*/ 19737 h 1318781"/>
                    <a:gd name="connsiteX2365" fmla="*/ 306448 w 592360"/>
                    <a:gd name="connsiteY2365" fmla="*/ 19401 h 1318781"/>
                    <a:gd name="connsiteX2366" fmla="*/ 306795 w 592360"/>
                    <a:gd name="connsiteY2366" fmla="*/ 19239 h 1318781"/>
                    <a:gd name="connsiteX2367" fmla="*/ 306761 w 592360"/>
                    <a:gd name="connsiteY2367" fmla="*/ 19089 h 1318781"/>
                    <a:gd name="connsiteX2368" fmla="*/ 306691 w 592360"/>
                    <a:gd name="connsiteY2368" fmla="*/ 18869 h 1318781"/>
                    <a:gd name="connsiteX2369" fmla="*/ 306853 w 592360"/>
                    <a:gd name="connsiteY2369" fmla="*/ 18799 h 1318781"/>
                    <a:gd name="connsiteX2370" fmla="*/ 306923 w 592360"/>
                    <a:gd name="connsiteY2370" fmla="*/ 18799 h 1318781"/>
                    <a:gd name="connsiteX2371" fmla="*/ 306992 w 592360"/>
                    <a:gd name="connsiteY2371" fmla="*/ 18834 h 1318781"/>
                    <a:gd name="connsiteX2372" fmla="*/ 307085 w 592360"/>
                    <a:gd name="connsiteY2372" fmla="*/ 18857 h 1318781"/>
                    <a:gd name="connsiteX2373" fmla="*/ 307131 w 592360"/>
                    <a:gd name="connsiteY2373" fmla="*/ 18845 h 1318781"/>
                    <a:gd name="connsiteX2374" fmla="*/ 307259 w 592360"/>
                    <a:gd name="connsiteY2374" fmla="*/ 18765 h 1318781"/>
                    <a:gd name="connsiteX2375" fmla="*/ 307316 w 592360"/>
                    <a:gd name="connsiteY2375" fmla="*/ 18753 h 1318781"/>
                    <a:gd name="connsiteX2376" fmla="*/ 307386 w 592360"/>
                    <a:gd name="connsiteY2376" fmla="*/ 18765 h 1318781"/>
                    <a:gd name="connsiteX2377" fmla="*/ 307444 w 592360"/>
                    <a:gd name="connsiteY2377" fmla="*/ 18788 h 1318781"/>
                    <a:gd name="connsiteX2378" fmla="*/ 307467 w 592360"/>
                    <a:gd name="connsiteY2378" fmla="*/ 18822 h 1318781"/>
                    <a:gd name="connsiteX2379" fmla="*/ 307594 w 592360"/>
                    <a:gd name="connsiteY2379" fmla="*/ 18950 h 1318781"/>
                    <a:gd name="connsiteX2380" fmla="*/ 307640 w 592360"/>
                    <a:gd name="connsiteY2380" fmla="*/ 18950 h 1318781"/>
                    <a:gd name="connsiteX2381" fmla="*/ 307965 w 592360"/>
                    <a:gd name="connsiteY2381" fmla="*/ 18718 h 1318781"/>
                    <a:gd name="connsiteX2382" fmla="*/ 307895 w 592360"/>
                    <a:gd name="connsiteY2382" fmla="*/ 18614 h 1318781"/>
                    <a:gd name="connsiteX2383" fmla="*/ 307814 w 592360"/>
                    <a:gd name="connsiteY2383" fmla="*/ 18533 h 1318781"/>
                    <a:gd name="connsiteX2384" fmla="*/ 307814 w 592360"/>
                    <a:gd name="connsiteY2384" fmla="*/ 18498 h 1318781"/>
                    <a:gd name="connsiteX2385" fmla="*/ 307849 w 592360"/>
                    <a:gd name="connsiteY2385" fmla="*/ 18464 h 1318781"/>
                    <a:gd name="connsiteX2386" fmla="*/ 308046 w 592360"/>
                    <a:gd name="connsiteY2386" fmla="*/ 18359 h 1318781"/>
                    <a:gd name="connsiteX2387" fmla="*/ 308196 w 592360"/>
                    <a:gd name="connsiteY2387" fmla="*/ 18336 h 1318781"/>
                    <a:gd name="connsiteX2388" fmla="*/ 308509 w 592360"/>
                    <a:gd name="connsiteY2388" fmla="*/ 18429 h 1318781"/>
                    <a:gd name="connsiteX2389" fmla="*/ 308578 w 592360"/>
                    <a:gd name="connsiteY2389" fmla="*/ 18325 h 1318781"/>
                    <a:gd name="connsiteX2390" fmla="*/ 308497 w 592360"/>
                    <a:gd name="connsiteY2390" fmla="*/ 18116 h 1318781"/>
                    <a:gd name="connsiteX2391" fmla="*/ 308555 w 592360"/>
                    <a:gd name="connsiteY2391" fmla="*/ 17942 h 1318781"/>
                    <a:gd name="connsiteX2392" fmla="*/ 308636 w 592360"/>
                    <a:gd name="connsiteY2392" fmla="*/ 17873 h 1318781"/>
                    <a:gd name="connsiteX2393" fmla="*/ 309087 w 592360"/>
                    <a:gd name="connsiteY2393" fmla="*/ 17896 h 1318781"/>
                    <a:gd name="connsiteX2394" fmla="*/ 309134 w 592360"/>
                    <a:gd name="connsiteY2394" fmla="*/ 17896 h 1318781"/>
                    <a:gd name="connsiteX2395" fmla="*/ 309261 w 592360"/>
                    <a:gd name="connsiteY2395" fmla="*/ 17920 h 1318781"/>
                    <a:gd name="connsiteX2396" fmla="*/ 309319 w 592360"/>
                    <a:gd name="connsiteY2396" fmla="*/ 17920 h 1318781"/>
                    <a:gd name="connsiteX2397" fmla="*/ 309354 w 592360"/>
                    <a:gd name="connsiteY2397" fmla="*/ 17908 h 1318781"/>
                    <a:gd name="connsiteX2398" fmla="*/ 309528 w 592360"/>
                    <a:gd name="connsiteY2398" fmla="*/ 17757 h 1318781"/>
                    <a:gd name="connsiteX2399" fmla="*/ 309608 w 592360"/>
                    <a:gd name="connsiteY2399" fmla="*/ 17595 h 1318781"/>
                    <a:gd name="connsiteX2400" fmla="*/ 309620 w 592360"/>
                    <a:gd name="connsiteY2400" fmla="*/ 17468 h 1318781"/>
                    <a:gd name="connsiteX2401" fmla="*/ 309689 w 592360"/>
                    <a:gd name="connsiteY2401" fmla="*/ 16878 h 1318781"/>
                    <a:gd name="connsiteX2402" fmla="*/ 309886 w 592360"/>
                    <a:gd name="connsiteY2402" fmla="*/ 16693 h 1318781"/>
                    <a:gd name="connsiteX2403" fmla="*/ 310037 w 592360"/>
                    <a:gd name="connsiteY2403" fmla="*/ 16820 h 1318781"/>
                    <a:gd name="connsiteX2404" fmla="*/ 310048 w 592360"/>
                    <a:gd name="connsiteY2404" fmla="*/ 16831 h 1318781"/>
                    <a:gd name="connsiteX2405" fmla="*/ 310129 w 592360"/>
                    <a:gd name="connsiteY2405" fmla="*/ 17017 h 1318781"/>
                    <a:gd name="connsiteX2406" fmla="*/ 310303 w 592360"/>
                    <a:gd name="connsiteY2406" fmla="*/ 16843 h 1318781"/>
                    <a:gd name="connsiteX2407" fmla="*/ 310430 w 592360"/>
                    <a:gd name="connsiteY2407" fmla="*/ 16484 h 1318781"/>
                    <a:gd name="connsiteX2408" fmla="*/ 310592 w 592360"/>
                    <a:gd name="connsiteY2408" fmla="*/ 16229 h 1318781"/>
                    <a:gd name="connsiteX2409" fmla="*/ 310975 w 592360"/>
                    <a:gd name="connsiteY2409" fmla="*/ 16183 h 1318781"/>
                    <a:gd name="connsiteX2410" fmla="*/ 311264 w 592360"/>
                    <a:gd name="connsiteY2410" fmla="*/ 16102 h 1318781"/>
                    <a:gd name="connsiteX2411" fmla="*/ 311310 w 592360"/>
                    <a:gd name="connsiteY2411" fmla="*/ 16056 h 1318781"/>
                    <a:gd name="connsiteX2412" fmla="*/ 311310 w 592360"/>
                    <a:gd name="connsiteY2412" fmla="*/ 15986 h 1318781"/>
                    <a:gd name="connsiteX2413" fmla="*/ 311310 w 592360"/>
                    <a:gd name="connsiteY2413" fmla="*/ 15975 h 1318781"/>
                    <a:gd name="connsiteX2414" fmla="*/ 311194 w 592360"/>
                    <a:gd name="connsiteY2414" fmla="*/ 15928 h 1318781"/>
                    <a:gd name="connsiteX2415" fmla="*/ 311055 w 592360"/>
                    <a:gd name="connsiteY2415" fmla="*/ 15604 h 1318781"/>
                    <a:gd name="connsiteX2416" fmla="*/ 311379 w 592360"/>
                    <a:gd name="connsiteY2416" fmla="*/ 15396 h 1318781"/>
                    <a:gd name="connsiteX2417" fmla="*/ 311461 w 592360"/>
                    <a:gd name="connsiteY2417" fmla="*/ 15338 h 1318781"/>
                    <a:gd name="connsiteX2418" fmla="*/ 311831 w 592360"/>
                    <a:gd name="connsiteY2418" fmla="*/ 15269 h 1318781"/>
                    <a:gd name="connsiteX2419" fmla="*/ 312109 w 592360"/>
                    <a:gd name="connsiteY2419" fmla="*/ 15257 h 1318781"/>
                    <a:gd name="connsiteX2420" fmla="*/ 312514 w 592360"/>
                    <a:gd name="connsiteY2420" fmla="*/ 14945 h 1318781"/>
                    <a:gd name="connsiteX2421" fmla="*/ 312688 w 592360"/>
                    <a:gd name="connsiteY2421" fmla="*/ 14817 h 1318781"/>
                    <a:gd name="connsiteX2422" fmla="*/ 312711 w 592360"/>
                    <a:gd name="connsiteY2422" fmla="*/ 14817 h 1318781"/>
                    <a:gd name="connsiteX2423" fmla="*/ 312792 w 592360"/>
                    <a:gd name="connsiteY2423" fmla="*/ 14817 h 1318781"/>
                    <a:gd name="connsiteX2424" fmla="*/ 312989 w 592360"/>
                    <a:gd name="connsiteY2424" fmla="*/ 14504 h 1318781"/>
                    <a:gd name="connsiteX2425" fmla="*/ 312884 w 592360"/>
                    <a:gd name="connsiteY2425" fmla="*/ 14389 h 1318781"/>
                    <a:gd name="connsiteX2426" fmla="*/ 312977 w 592360"/>
                    <a:gd name="connsiteY2426" fmla="*/ 14238 h 1318781"/>
                    <a:gd name="connsiteX2427" fmla="*/ 313104 w 592360"/>
                    <a:gd name="connsiteY2427" fmla="*/ 14203 h 1318781"/>
                    <a:gd name="connsiteX2428" fmla="*/ 313197 w 592360"/>
                    <a:gd name="connsiteY2428" fmla="*/ 14238 h 1318781"/>
                    <a:gd name="connsiteX2429" fmla="*/ 313243 w 592360"/>
                    <a:gd name="connsiteY2429" fmla="*/ 14157 h 1318781"/>
                    <a:gd name="connsiteX2430" fmla="*/ 313243 w 592360"/>
                    <a:gd name="connsiteY2430" fmla="*/ 13972 h 1318781"/>
                    <a:gd name="connsiteX2431" fmla="*/ 313255 w 592360"/>
                    <a:gd name="connsiteY2431" fmla="*/ 13567 h 1318781"/>
                    <a:gd name="connsiteX2432" fmla="*/ 313371 w 592360"/>
                    <a:gd name="connsiteY2432" fmla="*/ 13532 h 1318781"/>
                    <a:gd name="connsiteX2433" fmla="*/ 313405 w 592360"/>
                    <a:gd name="connsiteY2433" fmla="*/ 13521 h 1318781"/>
                    <a:gd name="connsiteX2434" fmla="*/ 313498 w 592360"/>
                    <a:gd name="connsiteY2434" fmla="*/ 13509 h 1318781"/>
                    <a:gd name="connsiteX2435" fmla="*/ 313579 w 592360"/>
                    <a:gd name="connsiteY2435" fmla="*/ 13416 h 1318781"/>
                    <a:gd name="connsiteX2436" fmla="*/ 313602 w 592360"/>
                    <a:gd name="connsiteY2436" fmla="*/ 13301 h 1318781"/>
                    <a:gd name="connsiteX2437" fmla="*/ 313637 w 592360"/>
                    <a:gd name="connsiteY2437" fmla="*/ 12977 h 1318781"/>
                    <a:gd name="connsiteX2438" fmla="*/ 313660 w 592360"/>
                    <a:gd name="connsiteY2438" fmla="*/ 12953 h 1318781"/>
                    <a:gd name="connsiteX2439" fmla="*/ 317283 w 592360"/>
                    <a:gd name="connsiteY2439" fmla="*/ 11472 h 1318781"/>
                    <a:gd name="connsiteX2440" fmla="*/ 317573 w 592360"/>
                    <a:gd name="connsiteY2440" fmla="*/ 11356 h 1318781"/>
                    <a:gd name="connsiteX2441" fmla="*/ 317920 w 592360"/>
                    <a:gd name="connsiteY2441" fmla="*/ 11310 h 1318781"/>
                    <a:gd name="connsiteX2442" fmla="*/ 317966 w 592360"/>
                    <a:gd name="connsiteY2442" fmla="*/ 11287 h 1318781"/>
                    <a:gd name="connsiteX2443" fmla="*/ 318105 w 592360"/>
                    <a:gd name="connsiteY2443" fmla="*/ 11217 h 1318781"/>
                    <a:gd name="connsiteX2444" fmla="*/ 318186 w 592360"/>
                    <a:gd name="connsiteY2444" fmla="*/ 11148 h 1318781"/>
                    <a:gd name="connsiteX2445" fmla="*/ 319031 w 592360"/>
                    <a:gd name="connsiteY2445" fmla="*/ 10488 h 1318781"/>
                    <a:gd name="connsiteX2446" fmla="*/ 319170 w 592360"/>
                    <a:gd name="connsiteY2446" fmla="*/ 10418 h 1318781"/>
                    <a:gd name="connsiteX2447" fmla="*/ 319483 w 592360"/>
                    <a:gd name="connsiteY2447" fmla="*/ 10326 h 1318781"/>
                    <a:gd name="connsiteX2448" fmla="*/ 319517 w 592360"/>
                    <a:gd name="connsiteY2448" fmla="*/ 10303 h 1318781"/>
                    <a:gd name="connsiteX2449" fmla="*/ 320316 w 592360"/>
                    <a:gd name="connsiteY2449" fmla="*/ 9944 h 1318781"/>
                    <a:gd name="connsiteX2450" fmla="*/ 320467 w 592360"/>
                    <a:gd name="connsiteY2450" fmla="*/ 9828 h 1318781"/>
                    <a:gd name="connsiteX2451" fmla="*/ 320652 w 592360"/>
                    <a:gd name="connsiteY2451" fmla="*/ 9863 h 1318781"/>
                    <a:gd name="connsiteX2452" fmla="*/ 322353 w 592360"/>
                    <a:gd name="connsiteY2452" fmla="*/ 9851 h 1318781"/>
                    <a:gd name="connsiteX2453" fmla="*/ 322411 w 592360"/>
                    <a:gd name="connsiteY2453" fmla="*/ 9909 h 1318781"/>
                    <a:gd name="connsiteX2454" fmla="*/ 322550 w 592360"/>
                    <a:gd name="connsiteY2454" fmla="*/ 9863 h 1318781"/>
                    <a:gd name="connsiteX2455" fmla="*/ 322585 w 592360"/>
                    <a:gd name="connsiteY2455" fmla="*/ 9828 h 1318781"/>
                    <a:gd name="connsiteX2456" fmla="*/ 322701 w 592360"/>
                    <a:gd name="connsiteY2456" fmla="*/ 9701 h 1318781"/>
                    <a:gd name="connsiteX2457" fmla="*/ 322712 w 592360"/>
                    <a:gd name="connsiteY2457" fmla="*/ 9689 h 1318781"/>
                    <a:gd name="connsiteX2458" fmla="*/ 322805 w 592360"/>
                    <a:gd name="connsiteY2458" fmla="*/ 9677 h 1318781"/>
                    <a:gd name="connsiteX2459" fmla="*/ 322874 w 592360"/>
                    <a:gd name="connsiteY2459" fmla="*/ 9677 h 1318781"/>
                    <a:gd name="connsiteX2460" fmla="*/ 322967 w 592360"/>
                    <a:gd name="connsiteY2460" fmla="*/ 9701 h 1318781"/>
                    <a:gd name="connsiteX2461" fmla="*/ 322979 w 592360"/>
                    <a:gd name="connsiteY2461" fmla="*/ 9712 h 1318781"/>
                    <a:gd name="connsiteX2462" fmla="*/ 323060 w 592360"/>
                    <a:gd name="connsiteY2462" fmla="*/ 9758 h 1318781"/>
                    <a:gd name="connsiteX2463" fmla="*/ 323117 w 592360"/>
                    <a:gd name="connsiteY2463" fmla="*/ 9782 h 1318781"/>
                    <a:gd name="connsiteX2464" fmla="*/ 323256 w 592360"/>
                    <a:gd name="connsiteY2464" fmla="*/ 9724 h 1318781"/>
                    <a:gd name="connsiteX2465" fmla="*/ 323338 w 592360"/>
                    <a:gd name="connsiteY2465" fmla="*/ 9643 h 1318781"/>
                    <a:gd name="connsiteX2466" fmla="*/ 323661 w 592360"/>
                    <a:gd name="connsiteY2466" fmla="*/ 9307 h 1318781"/>
                    <a:gd name="connsiteX2467" fmla="*/ 323812 w 592360"/>
                    <a:gd name="connsiteY2467" fmla="*/ 9296 h 1318781"/>
                    <a:gd name="connsiteX2468" fmla="*/ 323858 w 592360"/>
                    <a:gd name="connsiteY2468" fmla="*/ 9272 h 1318781"/>
                    <a:gd name="connsiteX2469" fmla="*/ 324044 w 592360"/>
                    <a:gd name="connsiteY2469" fmla="*/ 8763 h 1318781"/>
                    <a:gd name="connsiteX2470" fmla="*/ 324078 w 592360"/>
                    <a:gd name="connsiteY2470" fmla="*/ 8670 h 1318781"/>
                    <a:gd name="connsiteX2471" fmla="*/ 324101 w 592360"/>
                    <a:gd name="connsiteY2471" fmla="*/ 8636 h 1318781"/>
                    <a:gd name="connsiteX2472" fmla="*/ 324518 w 592360"/>
                    <a:gd name="connsiteY2472" fmla="*/ 8103 h 1318781"/>
                    <a:gd name="connsiteX2473" fmla="*/ 324692 w 592360"/>
                    <a:gd name="connsiteY2473" fmla="*/ 7999 h 1318781"/>
                    <a:gd name="connsiteX2474" fmla="*/ 324738 w 592360"/>
                    <a:gd name="connsiteY2474" fmla="*/ 7860 h 1318781"/>
                    <a:gd name="connsiteX2475" fmla="*/ 324715 w 592360"/>
                    <a:gd name="connsiteY2475" fmla="*/ 7825 h 1318781"/>
                    <a:gd name="connsiteX2476" fmla="*/ 324785 w 592360"/>
                    <a:gd name="connsiteY2476" fmla="*/ 7710 h 1318781"/>
                    <a:gd name="connsiteX2477" fmla="*/ 324796 w 592360"/>
                    <a:gd name="connsiteY2477" fmla="*/ 7698 h 1318781"/>
                    <a:gd name="connsiteX2478" fmla="*/ 324831 w 592360"/>
                    <a:gd name="connsiteY2478" fmla="*/ 7628 h 1318781"/>
                    <a:gd name="connsiteX2479" fmla="*/ 324842 w 592360"/>
                    <a:gd name="connsiteY2479" fmla="*/ 7548 h 1318781"/>
                    <a:gd name="connsiteX2480" fmla="*/ 324923 w 592360"/>
                    <a:gd name="connsiteY2480" fmla="*/ 7327 h 1318781"/>
                    <a:gd name="connsiteX2481" fmla="*/ 324993 w 592360"/>
                    <a:gd name="connsiteY2481" fmla="*/ 7270 h 1318781"/>
                    <a:gd name="connsiteX2482" fmla="*/ 325062 w 592360"/>
                    <a:gd name="connsiteY2482" fmla="*/ 7200 h 1318781"/>
                    <a:gd name="connsiteX2483" fmla="*/ 325108 w 592360"/>
                    <a:gd name="connsiteY2483" fmla="*/ 7142 h 1318781"/>
                    <a:gd name="connsiteX2484" fmla="*/ 325190 w 592360"/>
                    <a:gd name="connsiteY2484" fmla="*/ 6980 h 1318781"/>
                    <a:gd name="connsiteX2485" fmla="*/ 325143 w 592360"/>
                    <a:gd name="connsiteY2485" fmla="*/ 6737 h 1318781"/>
                    <a:gd name="connsiteX2486" fmla="*/ 325282 w 592360"/>
                    <a:gd name="connsiteY2486" fmla="*/ 6320 h 1318781"/>
                    <a:gd name="connsiteX2487" fmla="*/ 325340 w 592360"/>
                    <a:gd name="connsiteY2487" fmla="*/ 6263 h 1318781"/>
                    <a:gd name="connsiteX2488" fmla="*/ 325409 w 592360"/>
                    <a:gd name="connsiteY2488" fmla="*/ 6135 h 1318781"/>
                    <a:gd name="connsiteX2489" fmla="*/ 325572 w 592360"/>
                    <a:gd name="connsiteY2489" fmla="*/ 5742 h 1318781"/>
                    <a:gd name="connsiteX2490" fmla="*/ 325803 w 592360"/>
                    <a:gd name="connsiteY2490" fmla="*/ 5441 h 1318781"/>
                    <a:gd name="connsiteX2491" fmla="*/ 325815 w 592360"/>
                    <a:gd name="connsiteY2491" fmla="*/ 5417 h 1318781"/>
                    <a:gd name="connsiteX2492" fmla="*/ 325919 w 592360"/>
                    <a:gd name="connsiteY2492" fmla="*/ 5186 h 1318781"/>
                    <a:gd name="connsiteX2493" fmla="*/ 325942 w 592360"/>
                    <a:gd name="connsiteY2493" fmla="*/ 5059 h 1318781"/>
                    <a:gd name="connsiteX2494" fmla="*/ 325907 w 592360"/>
                    <a:gd name="connsiteY2494" fmla="*/ 4885 h 1318781"/>
                    <a:gd name="connsiteX2495" fmla="*/ 325931 w 592360"/>
                    <a:gd name="connsiteY2495" fmla="*/ 4769 h 1318781"/>
                    <a:gd name="connsiteX2496" fmla="*/ 326127 w 592360"/>
                    <a:gd name="connsiteY2496" fmla="*/ 4642 h 1318781"/>
                    <a:gd name="connsiteX2497" fmla="*/ 326266 w 592360"/>
                    <a:gd name="connsiteY2497" fmla="*/ 4561 h 1318781"/>
                    <a:gd name="connsiteX2498" fmla="*/ 326301 w 592360"/>
                    <a:gd name="connsiteY2498" fmla="*/ 4318 h 1318781"/>
                    <a:gd name="connsiteX2499" fmla="*/ 326301 w 592360"/>
                    <a:gd name="connsiteY2499" fmla="*/ 4225 h 1318781"/>
                    <a:gd name="connsiteX2500" fmla="*/ 326312 w 592360"/>
                    <a:gd name="connsiteY2500" fmla="*/ 4110 h 1318781"/>
                    <a:gd name="connsiteX2501" fmla="*/ 326336 w 592360"/>
                    <a:gd name="connsiteY2501" fmla="*/ 3994 h 1318781"/>
                    <a:gd name="connsiteX2502" fmla="*/ 326359 w 592360"/>
                    <a:gd name="connsiteY2502" fmla="*/ 3913 h 1318781"/>
                    <a:gd name="connsiteX2503" fmla="*/ 326440 w 592360"/>
                    <a:gd name="connsiteY2503" fmla="*/ 3809 h 1318781"/>
                    <a:gd name="connsiteX2504" fmla="*/ 326555 w 592360"/>
                    <a:gd name="connsiteY2504" fmla="*/ 3727 h 1318781"/>
                    <a:gd name="connsiteX2505" fmla="*/ 326637 w 592360"/>
                    <a:gd name="connsiteY2505" fmla="*/ 3670 h 1318781"/>
                    <a:gd name="connsiteX2506" fmla="*/ 326683 w 592360"/>
                    <a:gd name="connsiteY2506" fmla="*/ 3623 h 1318781"/>
                    <a:gd name="connsiteX2507" fmla="*/ 326706 w 592360"/>
                    <a:gd name="connsiteY2507" fmla="*/ 3577 h 1318781"/>
                    <a:gd name="connsiteX2508" fmla="*/ 326995 w 592360"/>
                    <a:gd name="connsiteY2508" fmla="*/ 2987 h 1318781"/>
                    <a:gd name="connsiteX2509" fmla="*/ 327088 w 592360"/>
                    <a:gd name="connsiteY2509" fmla="*/ 2778 h 1318781"/>
                    <a:gd name="connsiteX2510" fmla="*/ 327215 w 592360"/>
                    <a:gd name="connsiteY2510" fmla="*/ 2639 h 1318781"/>
                    <a:gd name="connsiteX2511" fmla="*/ 327320 w 592360"/>
                    <a:gd name="connsiteY2511" fmla="*/ 2130 h 1318781"/>
                    <a:gd name="connsiteX2512" fmla="*/ 327366 w 592360"/>
                    <a:gd name="connsiteY2512" fmla="*/ 2014 h 1318781"/>
                    <a:gd name="connsiteX2513" fmla="*/ 327366 w 592360"/>
                    <a:gd name="connsiteY2513" fmla="*/ 1979 h 1318781"/>
                    <a:gd name="connsiteX2514" fmla="*/ 327435 w 592360"/>
                    <a:gd name="connsiteY2514" fmla="*/ 1887 h 1318781"/>
                    <a:gd name="connsiteX2515" fmla="*/ 327528 w 592360"/>
                    <a:gd name="connsiteY2515" fmla="*/ 1852 h 1318781"/>
                    <a:gd name="connsiteX2516" fmla="*/ 327551 w 592360"/>
                    <a:gd name="connsiteY2516" fmla="*/ 1829 h 1318781"/>
                    <a:gd name="connsiteX2517" fmla="*/ 327540 w 592360"/>
                    <a:gd name="connsiteY2517" fmla="*/ 1806 h 1318781"/>
                    <a:gd name="connsiteX2518" fmla="*/ 327540 w 592360"/>
                    <a:gd name="connsiteY2518" fmla="*/ 1760 h 1318781"/>
                    <a:gd name="connsiteX2519" fmla="*/ 327551 w 592360"/>
                    <a:gd name="connsiteY2519" fmla="*/ 1655 h 1318781"/>
                    <a:gd name="connsiteX2520" fmla="*/ 327586 w 592360"/>
                    <a:gd name="connsiteY2520" fmla="*/ 1586 h 1318781"/>
                    <a:gd name="connsiteX2521" fmla="*/ 327667 w 592360"/>
                    <a:gd name="connsiteY2521" fmla="*/ 1505 h 1318781"/>
                    <a:gd name="connsiteX2522" fmla="*/ 327817 w 592360"/>
                    <a:gd name="connsiteY2522" fmla="*/ 1435 h 1318781"/>
                    <a:gd name="connsiteX2523" fmla="*/ 327841 w 592360"/>
                    <a:gd name="connsiteY2523" fmla="*/ 1366 h 1318781"/>
                    <a:gd name="connsiteX2524" fmla="*/ 327910 w 592360"/>
                    <a:gd name="connsiteY2524" fmla="*/ 1239 h 1318781"/>
                    <a:gd name="connsiteX2525" fmla="*/ 328014 w 592360"/>
                    <a:gd name="connsiteY2525" fmla="*/ 1088 h 1318781"/>
                    <a:gd name="connsiteX2526" fmla="*/ 328049 w 592360"/>
                    <a:gd name="connsiteY2526" fmla="*/ 1030 h 1318781"/>
                    <a:gd name="connsiteX2527" fmla="*/ 328223 w 592360"/>
                    <a:gd name="connsiteY2527" fmla="*/ 695 h 1318781"/>
                    <a:gd name="connsiteX2528" fmla="*/ 328234 w 592360"/>
                    <a:gd name="connsiteY2528" fmla="*/ 683 h 1318781"/>
                    <a:gd name="connsiteX2529" fmla="*/ 328315 w 592360"/>
                    <a:gd name="connsiteY2529" fmla="*/ 579 h 1318781"/>
                    <a:gd name="connsiteX2530" fmla="*/ 328385 w 592360"/>
                    <a:gd name="connsiteY2530" fmla="*/ 498 h 1318781"/>
                    <a:gd name="connsiteX2531" fmla="*/ 328500 w 592360"/>
                    <a:gd name="connsiteY2531" fmla="*/ 417 h 1318781"/>
                    <a:gd name="connsiteX2532" fmla="*/ 328546 w 592360"/>
                    <a:gd name="connsiteY2532" fmla="*/ 371 h 1318781"/>
                    <a:gd name="connsiteX2533" fmla="*/ 328546 w 592360"/>
                    <a:gd name="connsiteY2533" fmla="*/ 324 h 1318781"/>
                    <a:gd name="connsiteX2534" fmla="*/ 328535 w 592360"/>
                    <a:gd name="connsiteY2534" fmla="*/ 278 h 1318781"/>
                    <a:gd name="connsiteX2535" fmla="*/ 328524 w 592360"/>
                    <a:gd name="connsiteY2535" fmla="*/ 243 h 1318781"/>
                    <a:gd name="connsiteX2536" fmla="*/ 328512 w 592360"/>
                    <a:gd name="connsiteY2536" fmla="*/ 185 h 1318781"/>
                    <a:gd name="connsiteX2537" fmla="*/ 328524 w 592360"/>
                    <a:gd name="connsiteY2537" fmla="*/ 150 h 1318781"/>
                    <a:gd name="connsiteX2538" fmla="*/ 328593 w 592360"/>
                    <a:gd name="connsiteY2538" fmla="*/ 0 h 1318781"/>
                    <a:gd name="connsiteX2539" fmla="*/ 328628 w 592360"/>
                    <a:gd name="connsiteY2539" fmla="*/ 58 h 1318781"/>
                    <a:gd name="connsiteX2540" fmla="*/ 333640 w 592360"/>
                    <a:gd name="connsiteY2540" fmla="*/ 7756 h 1318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  <a:cxn ang="0">
                      <a:pos x="connsiteX1420" y="connsiteY1420"/>
                    </a:cxn>
                    <a:cxn ang="0">
                      <a:pos x="connsiteX1421" y="connsiteY1421"/>
                    </a:cxn>
                    <a:cxn ang="0">
                      <a:pos x="connsiteX1422" y="connsiteY1422"/>
                    </a:cxn>
                    <a:cxn ang="0">
                      <a:pos x="connsiteX1423" y="connsiteY1423"/>
                    </a:cxn>
                    <a:cxn ang="0">
                      <a:pos x="connsiteX1424" y="connsiteY1424"/>
                    </a:cxn>
                    <a:cxn ang="0">
                      <a:pos x="connsiteX1425" y="connsiteY1425"/>
                    </a:cxn>
                    <a:cxn ang="0">
                      <a:pos x="connsiteX1426" y="connsiteY1426"/>
                    </a:cxn>
                    <a:cxn ang="0">
                      <a:pos x="connsiteX1427" y="connsiteY1427"/>
                    </a:cxn>
                    <a:cxn ang="0">
                      <a:pos x="connsiteX1428" y="connsiteY1428"/>
                    </a:cxn>
                    <a:cxn ang="0">
                      <a:pos x="connsiteX1429" y="connsiteY1429"/>
                    </a:cxn>
                    <a:cxn ang="0">
                      <a:pos x="connsiteX1430" y="connsiteY1430"/>
                    </a:cxn>
                    <a:cxn ang="0">
                      <a:pos x="connsiteX1431" y="connsiteY1431"/>
                    </a:cxn>
                    <a:cxn ang="0">
                      <a:pos x="connsiteX1432" y="connsiteY1432"/>
                    </a:cxn>
                    <a:cxn ang="0">
                      <a:pos x="connsiteX1433" y="connsiteY1433"/>
                    </a:cxn>
                    <a:cxn ang="0">
                      <a:pos x="connsiteX1434" y="connsiteY1434"/>
                    </a:cxn>
                    <a:cxn ang="0">
                      <a:pos x="connsiteX1435" y="connsiteY1435"/>
                    </a:cxn>
                    <a:cxn ang="0">
                      <a:pos x="connsiteX1436" y="connsiteY1436"/>
                    </a:cxn>
                    <a:cxn ang="0">
                      <a:pos x="connsiteX1437" y="connsiteY1437"/>
                    </a:cxn>
                    <a:cxn ang="0">
                      <a:pos x="connsiteX1438" y="connsiteY1438"/>
                    </a:cxn>
                    <a:cxn ang="0">
                      <a:pos x="connsiteX1439" y="connsiteY1439"/>
                    </a:cxn>
                    <a:cxn ang="0">
                      <a:pos x="connsiteX1440" y="connsiteY1440"/>
                    </a:cxn>
                    <a:cxn ang="0">
                      <a:pos x="connsiteX1441" y="connsiteY1441"/>
                    </a:cxn>
                    <a:cxn ang="0">
                      <a:pos x="connsiteX1442" y="connsiteY1442"/>
                    </a:cxn>
                    <a:cxn ang="0">
                      <a:pos x="connsiteX1443" y="connsiteY1443"/>
                    </a:cxn>
                    <a:cxn ang="0">
                      <a:pos x="connsiteX1444" y="connsiteY1444"/>
                    </a:cxn>
                    <a:cxn ang="0">
                      <a:pos x="connsiteX1445" y="connsiteY1445"/>
                    </a:cxn>
                    <a:cxn ang="0">
                      <a:pos x="connsiteX1446" y="connsiteY1446"/>
                    </a:cxn>
                    <a:cxn ang="0">
                      <a:pos x="connsiteX1447" y="connsiteY1447"/>
                    </a:cxn>
                    <a:cxn ang="0">
                      <a:pos x="connsiteX1448" y="connsiteY1448"/>
                    </a:cxn>
                    <a:cxn ang="0">
                      <a:pos x="connsiteX1449" y="connsiteY1449"/>
                    </a:cxn>
                    <a:cxn ang="0">
                      <a:pos x="connsiteX1450" y="connsiteY1450"/>
                    </a:cxn>
                    <a:cxn ang="0">
                      <a:pos x="connsiteX1451" y="connsiteY1451"/>
                    </a:cxn>
                    <a:cxn ang="0">
                      <a:pos x="connsiteX1452" y="connsiteY1452"/>
                    </a:cxn>
                    <a:cxn ang="0">
                      <a:pos x="connsiteX1453" y="connsiteY1453"/>
                    </a:cxn>
                    <a:cxn ang="0">
                      <a:pos x="connsiteX1454" y="connsiteY1454"/>
                    </a:cxn>
                    <a:cxn ang="0">
                      <a:pos x="connsiteX1455" y="connsiteY1455"/>
                    </a:cxn>
                    <a:cxn ang="0">
                      <a:pos x="connsiteX1456" y="connsiteY1456"/>
                    </a:cxn>
                    <a:cxn ang="0">
                      <a:pos x="connsiteX1457" y="connsiteY1457"/>
                    </a:cxn>
                    <a:cxn ang="0">
                      <a:pos x="connsiteX1458" y="connsiteY1458"/>
                    </a:cxn>
                    <a:cxn ang="0">
                      <a:pos x="connsiteX1459" y="connsiteY1459"/>
                    </a:cxn>
                    <a:cxn ang="0">
                      <a:pos x="connsiteX1460" y="connsiteY1460"/>
                    </a:cxn>
                    <a:cxn ang="0">
                      <a:pos x="connsiteX1461" y="connsiteY1461"/>
                    </a:cxn>
                    <a:cxn ang="0">
                      <a:pos x="connsiteX1462" y="connsiteY1462"/>
                    </a:cxn>
                    <a:cxn ang="0">
                      <a:pos x="connsiteX1463" y="connsiteY1463"/>
                    </a:cxn>
                    <a:cxn ang="0">
                      <a:pos x="connsiteX1464" y="connsiteY1464"/>
                    </a:cxn>
                    <a:cxn ang="0">
                      <a:pos x="connsiteX1465" y="connsiteY1465"/>
                    </a:cxn>
                    <a:cxn ang="0">
                      <a:pos x="connsiteX1466" y="connsiteY1466"/>
                    </a:cxn>
                    <a:cxn ang="0">
                      <a:pos x="connsiteX1467" y="connsiteY1467"/>
                    </a:cxn>
                    <a:cxn ang="0">
                      <a:pos x="connsiteX1468" y="connsiteY1468"/>
                    </a:cxn>
                    <a:cxn ang="0">
                      <a:pos x="connsiteX1469" y="connsiteY1469"/>
                    </a:cxn>
                    <a:cxn ang="0">
                      <a:pos x="connsiteX1470" y="connsiteY1470"/>
                    </a:cxn>
                    <a:cxn ang="0">
                      <a:pos x="connsiteX1471" y="connsiteY1471"/>
                    </a:cxn>
                    <a:cxn ang="0">
                      <a:pos x="connsiteX1472" y="connsiteY1472"/>
                    </a:cxn>
                    <a:cxn ang="0">
                      <a:pos x="connsiteX1473" y="connsiteY1473"/>
                    </a:cxn>
                    <a:cxn ang="0">
                      <a:pos x="connsiteX1474" y="connsiteY1474"/>
                    </a:cxn>
                    <a:cxn ang="0">
                      <a:pos x="connsiteX1475" y="connsiteY1475"/>
                    </a:cxn>
                    <a:cxn ang="0">
                      <a:pos x="connsiteX1476" y="connsiteY1476"/>
                    </a:cxn>
                    <a:cxn ang="0">
                      <a:pos x="connsiteX1477" y="connsiteY1477"/>
                    </a:cxn>
                    <a:cxn ang="0">
                      <a:pos x="connsiteX1478" y="connsiteY1478"/>
                    </a:cxn>
                    <a:cxn ang="0">
                      <a:pos x="connsiteX1479" y="connsiteY1479"/>
                    </a:cxn>
                    <a:cxn ang="0">
                      <a:pos x="connsiteX1480" y="connsiteY1480"/>
                    </a:cxn>
                    <a:cxn ang="0">
                      <a:pos x="connsiteX1481" y="connsiteY1481"/>
                    </a:cxn>
                    <a:cxn ang="0">
                      <a:pos x="connsiteX1482" y="connsiteY1482"/>
                    </a:cxn>
                    <a:cxn ang="0">
                      <a:pos x="connsiteX1483" y="connsiteY1483"/>
                    </a:cxn>
                    <a:cxn ang="0">
                      <a:pos x="connsiteX1484" y="connsiteY1484"/>
                    </a:cxn>
                    <a:cxn ang="0">
                      <a:pos x="connsiteX1485" y="connsiteY1485"/>
                    </a:cxn>
                    <a:cxn ang="0">
                      <a:pos x="connsiteX1486" y="connsiteY1486"/>
                    </a:cxn>
                    <a:cxn ang="0">
                      <a:pos x="connsiteX1487" y="connsiteY1487"/>
                    </a:cxn>
                    <a:cxn ang="0">
                      <a:pos x="connsiteX1488" y="connsiteY1488"/>
                    </a:cxn>
                    <a:cxn ang="0">
                      <a:pos x="connsiteX1489" y="connsiteY1489"/>
                    </a:cxn>
                    <a:cxn ang="0">
                      <a:pos x="connsiteX1490" y="connsiteY1490"/>
                    </a:cxn>
                    <a:cxn ang="0">
                      <a:pos x="connsiteX1491" y="connsiteY1491"/>
                    </a:cxn>
                    <a:cxn ang="0">
                      <a:pos x="connsiteX1492" y="connsiteY1492"/>
                    </a:cxn>
                    <a:cxn ang="0">
                      <a:pos x="connsiteX1493" y="connsiteY1493"/>
                    </a:cxn>
                    <a:cxn ang="0">
                      <a:pos x="connsiteX1494" y="connsiteY1494"/>
                    </a:cxn>
                    <a:cxn ang="0">
                      <a:pos x="connsiteX1495" y="connsiteY1495"/>
                    </a:cxn>
                    <a:cxn ang="0">
                      <a:pos x="connsiteX1496" y="connsiteY1496"/>
                    </a:cxn>
                    <a:cxn ang="0">
                      <a:pos x="connsiteX1497" y="connsiteY1497"/>
                    </a:cxn>
                    <a:cxn ang="0">
                      <a:pos x="connsiteX1498" y="connsiteY1498"/>
                    </a:cxn>
                    <a:cxn ang="0">
                      <a:pos x="connsiteX1499" y="connsiteY1499"/>
                    </a:cxn>
                    <a:cxn ang="0">
                      <a:pos x="connsiteX1500" y="connsiteY1500"/>
                    </a:cxn>
                    <a:cxn ang="0">
                      <a:pos x="connsiteX1501" y="connsiteY1501"/>
                    </a:cxn>
                    <a:cxn ang="0">
                      <a:pos x="connsiteX1502" y="connsiteY1502"/>
                    </a:cxn>
                    <a:cxn ang="0">
                      <a:pos x="connsiteX1503" y="connsiteY1503"/>
                    </a:cxn>
                    <a:cxn ang="0">
                      <a:pos x="connsiteX1504" y="connsiteY1504"/>
                    </a:cxn>
                    <a:cxn ang="0">
                      <a:pos x="connsiteX1505" y="connsiteY1505"/>
                    </a:cxn>
                    <a:cxn ang="0">
                      <a:pos x="connsiteX1506" y="connsiteY1506"/>
                    </a:cxn>
                    <a:cxn ang="0">
                      <a:pos x="connsiteX1507" y="connsiteY1507"/>
                    </a:cxn>
                    <a:cxn ang="0">
                      <a:pos x="connsiteX1508" y="connsiteY1508"/>
                    </a:cxn>
                    <a:cxn ang="0">
                      <a:pos x="connsiteX1509" y="connsiteY1509"/>
                    </a:cxn>
                    <a:cxn ang="0">
                      <a:pos x="connsiteX1510" y="connsiteY1510"/>
                    </a:cxn>
                    <a:cxn ang="0">
                      <a:pos x="connsiteX1511" y="connsiteY1511"/>
                    </a:cxn>
                    <a:cxn ang="0">
                      <a:pos x="connsiteX1512" y="connsiteY1512"/>
                    </a:cxn>
                    <a:cxn ang="0">
                      <a:pos x="connsiteX1513" y="connsiteY1513"/>
                    </a:cxn>
                    <a:cxn ang="0">
                      <a:pos x="connsiteX1514" y="connsiteY1514"/>
                    </a:cxn>
                    <a:cxn ang="0">
                      <a:pos x="connsiteX1515" y="connsiteY1515"/>
                    </a:cxn>
                    <a:cxn ang="0">
                      <a:pos x="connsiteX1516" y="connsiteY1516"/>
                    </a:cxn>
                    <a:cxn ang="0">
                      <a:pos x="connsiteX1517" y="connsiteY1517"/>
                    </a:cxn>
                    <a:cxn ang="0">
                      <a:pos x="connsiteX1518" y="connsiteY1518"/>
                    </a:cxn>
                    <a:cxn ang="0">
                      <a:pos x="connsiteX1519" y="connsiteY1519"/>
                    </a:cxn>
                    <a:cxn ang="0">
                      <a:pos x="connsiteX1520" y="connsiteY1520"/>
                    </a:cxn>
                    <a:cxn ang="0">
                      <a:pos x="connsiteX1521" y="connsiteY1521"/>
                    </a:cxn>
                    <a:cxn ang="0">
                      <a:pos x="connsiteX1522" y="connsiteY1522"/>
                    </a:cxn>
                    <a:cxn ang="0">
                      <a:pos x="connsiteX1523" y="connsiteY1523"/>
                    </a:cxn>
                    <a:cxn ang="0">
                      <a:pos x="connsiteX1524" y="connsiteY1524"/>
                    </a:cxn>
                    <a:cxn ang="0">
                      <a:pos x="connsiteX1525" y="connsiteY1525"/>
                    </a:cxn>
                    <a:cxn ang="0">
                      <a:pos x="connsiteX1526" y="connsiteY1526"/>
                    </a:cxn>
                    <a:cxn ang="0">
                      <a:pos x="connsiteX1527" y="connsiteY1527"/>
                    </a:cxn>
                    <a:cxn ang="0">
                      <a:pos x="connsiteX1528" y="connsiteY1528"/>
                    </a:cxn>
                    <a:cxn ang="0">
                      <a:pos x="connsiteX1529" y="connsiteY1529"/>
                    </a:cxn>
                    <a:cxn ang="0">
                      <a:pos x="connsiteX1530" y="connsiteY1530"/>
                    </a:cxn>
                    <a:cxn ang="0">
                      <a:pos x="connsiteX1531" y="connsiteY1531"/>
                    </a:cxn>
                    <a:cxn ang="0">
                      <a:pos x="connsiteX1532" y="connsiteY1532"/>
                    </a:cxn>
                    <a:cxn ang="0">
                      <a:pos x="connsiteX1533" y="connsiteY1533"/>
                    </a:cxn>
                    <a:cxn ang="0">
                      <a:pos x="connsiteX1534" y="connsiteY1534"/>
                    </a:cxn>
                    <a:cxn ang="0">
                      <a:pos x="connsiteX1535" y="connsiteY1535"/>
                    </a:cxn>
                    <a:cxn ang="0">
                      <a:pos x="connsiteX1536" y="connsiteY1536"/>
                    </a:cxn>
                    <a:cxn ang="0">
                      <a:pos x="connsiteX1537" y="connsiteY1537"/>
                    </a:cxn>
                    <a:cxn ang="0">
                      <a:pos x="connsiteX1538" y="connsiteY1538"/>
                    </a:cxn>
                    <a:cxn ang="0">
                      <a:pos x="connsiteX1539" y="connsiteY1539"/>
                    </a:cxn>
                    <a:cxn ang="0">
                      <a:pos x="connsiteX1540" y="connsiteY1540"/>
                    </a:cxn>
                    <a:cxn ang="0">
                      <a:pos x="connsiteX1541" y="connsiteY1541"/>
                    </a:cxn>
                    <a:cxn ang="0">
                      <a:pos x="connsiteX1542" y="connsiteY1542"/>
                    </a:cxn>
                    <a:cxn ang="0">
                      <a:pos x="connsiteX1543" y="connsiteY1543"/>
                    </a:cxn>
                    <a:cxn ang="0">
                      <a:pos x="connsiteX1544" y="connsiteY1544"/>
                    </a:cxn>
                    <a:cxn ang="0">
                      <a:pos x="connsiteX1545" y="connsiteY1545"/>
                    </a:cxn>
                    <a:cxn ang="0">
                      <a:pos x="connsiteX1546" y="connsiteY1546"/>
                    </a:cxn>
                    <a:cxn ang="0">
                      <a:pos x="connsiteX1547" y="connsiteY1547"/>
                    </a:cxn>
                    <a:cxn ang="0">
                      <a:pos x="connsiteX1548" y="connsiteY1548"/>
                    </a:cxn>
                    <a:cxn ang="0">
                      <a:pos x="connsiteX1549" y="connsiteY1549"/>
                    </a:cxn>
                    <a:cxn ang="0">
                      <a:pos x="connsiteX1550" y="connsiteY1550"/>
                    </a:cxn>
                    <a:cxn ang="0">
                      <a:pos x="connsiteX1551" y="connsiteY1551"/>
                    </a:cxn>
                    <a:cxn ang="0">
                      <a:pos x="connsiteX1552" y="connsiteY1552"/>
                    </a:cxn>
                    <a:cxn ang="0">
                      <a:pos x="connsiteX1553" y="connsiteY1553"/>
                    </a:cxn>
                    <a:cxn ang="0">
                      <a:pos x="connsiteX1554" y="connsiteY1554"/>
                    </a:cxn>
                    <a:cxn ang="0">
                      <a:pos x="connsiteX1555" y="connsiteY1555"/>
                    </a:cxn>
                    <a:cxn ang="0">
                      <a:pos x="connsiteX1556" y="connsiteY1556"/>
                    </a:cxn>
                    <a:cxn ang="0">
                      <a:pos x="connsiteX1557" y="connsiteY1557"/>
                    </a:cxn>
                    <a:cxn ang="0">
                      <a:pos x="connsiteX1558" y="connsiteY1558"/>
                    </a:cxn>
                    <a:cxn ang="0">
                      <a:pos x="connsiteX1559" y="connsiteY1559"/>
                    </a:cxn>
                    <a:cxn ang="0">
                      <a:pos x="connsiteX1560" y="connsiteY1560"/>
                    </a:cxn>
                    <a:cxn ang="0">
                      <a:pos x="connsiteX1561" y="connsiteY1561"/>
                    </a:cxn>
                    <a:cxn ang="0">
                      <a:pos x="connsiteX1562" y="connsiteY1562"/>
                    </a:cxn>
                    <a:cxn ang="0">
                      <a:pos x="connsiteX1563" y="connsiteY1563"/>
                    </a:cxn>
                    <a:cxn ang="0">
                      <a:pos x="connsiteX1564" y="connsiteY1564"/>
                    </a:cxn>
                    <a:cxn ang="0">
                      <a:pos x="connsiteX1565" y="connsiteY1565"/>
                    </a:cxn>
                    <a:cxn ang="0">
                      <a:pos x="connsiteX1566" y="connsiteY1566"/>
                    </a:cxn>
                    <a:cxn ang="0">
                      <a:pos x="connsiteX1567" y="connsiteY1567"/>
                    </a:cxn>
                    <a:cxn ang="0">
                      <a:pos x="connsiteX1568" y="connsiteY1568"/>
                    </a:cxn>
                    <a:cxn ang="0">
                      <a:pos x="connsiteX1569" y="connsiteY1569"/>
                    </a:cxn>
                    <a:cxn ang="0">
                      <a:pos x="connsiteX1570" y="connsiteY1570"/>
                    </a:cxn>
                    <a:cxn ang="0">
                      <a:pos x="connsiteX1571" y="connsiteY1571"/>
                    </a:cxn>
                    <a:cxn ang="0">
                      <a:pos x="connsiteX1572" y="connsiteY1572"/>
                    </a:cxn>
                    <a:cxn ang="0">
                      <a:pos x="connsiteX1573" y="connsiteY1573"/>
                    </a:cxn>
                    <a:cxn ang="0">
                      <a:pos x="connsiteX1574" y="connsiteY1574"/>
                    </a:cxn>
                    <a:cxn ang="0">
                      <a:pos x="connsiteX1575" y="connsiteY1575"/>
                    </a:cxn>
                    <a:cxn ang="0">
                      <a:pos x="connsiteX1576" y="connsiteY1576"/>
                    </a:cxn>
                    <a:cxn ang="0">
                      <a:pos x="connsiteX1577" y="connsiteY1577"/>
                    </a:cxn>
                    <a:cxn ang="0">
                      <a:pos x="connsiteX1578" y="connsiteY1578"/>
                    </a:cxn>
                    <a:cxn ang="0">
                      <a:pos x="connsiteX1579" y="connsiteY1579"/>
                    </a:cxn>
                    <a:cxn ang="0">
                      <a:pos x="connsiteX1580" y="connsiteY1580"/>
                    </a:cxn>
                    <a:cxn ang="0">
                      <a:pos x="connsiteX1581" y="connsiteY1581"/>
                    </a:cxn>
                    <a:cxn ang="0">
                      <a:pos x="connsiteX1582" y="connsiteY1582"/>
                    </a:cxn>
                    <a:cxn ang="0">
                      <a:pos x="connsiteX1583" y="connsiteY1583"/>
                    </a:cxn>
                    <a:cxn ang="0">
                      <a:pos x="connsiteX1584" y="connsiteY1584"/>
                    </a:cxn>
                    <a:cxn ang="0">
                      <a:pos x="connsiteX1585" y="connsiteY1585"/>
                    </a:cxn>
                    <a:cxn ang="0">
                      <a:pos x="connsiteX1586" y="connsiteY1586"/>
                    </a:cxn>
                    <a:cxn ang="0">
                      <a:pos x="connsiteX1587" y="connsiteY1587"/>
                    </a:cxn>
                    <a:cxn ang="0">
                      <a:pos x="connsiteX1588" y="connsiteY1588"/>
                    </a:cxn>
                    <a:cxn ang="0">
                      <a:pos x="connsiteX1589" y="connsiteY1589"/>
                    </a:cxn>
                    <a:cxn ang="0">
                      <a:pos x="connsiteX1590" y="connsiteY1590"/>
                    </a:cxn>
                    <a:cxn ang="0">
                      <a:pos x="connsiteX1591" y="connsiteY1591"/>
                    </a:cxn>
                    <a:cxn ang="0">
                      <a:pos x="connsiteX1592" y="connsiteY1592"/>
                    </a:cxn>
                    <a:cxn ang="0">
                      <a:pos x="connsiteX1593" y="connsiteY1593"/>
                    </a:cxn>
                    <a:cxn ang="0">
                      <a:pos x="connsiteX1594" y="connsiteY1594"/>
                    </a:cxn>
                    <a:cxn ang="0">
                      <a:pos x="connsiteX1595" y="connsiteY1595"/>
                    </a:cxn>
                    <a:cxn ang="0">
                      <a:pos x="connsiteX1596" y="connsiteY1596"/>
                    </a:cxn>
                    <a:cxn ang="0">
                      <a:pos x="connsiteX1597" y="connsiteY1597"/>
                    </a:cxn>
                    <a:cxn ang="0">
                      <a:pos x="connsiteX1598" y="connsiteY1598"/>
                    </a:cxn>
                    <a:cxn ang="0">
                      <a:pos x="connsiteX1599" y="connsiteY1599"/>
                    </a:cxn>
                    <a:cxn ang="0">
                      <a:pos x="connsiteX1600" y="connsiteY1600"/>
                    </a:cxn>
                    <a:cxn ang="0">
                      <a:pos x="connsiteX1601" y="connsiteY1601"/>
                    </a:cxn>
                    <a:cxn ang="0">
                      <a:pos x="connsiteX1602" y="connsiteY1602"/>
                    </a:cxn>
                    <a:cxn ang="0">
                      <a:pos x="connsiteX1603" y="connsiteY1603"/>
                    </a:cxn>
                    <a:cxn ang="0">
                      <a:pos x="connsiteX1604" y="connsiteY1604"/>
                    </a:cxn>
                    <a:cxn ang="0">
                      <a:pos x="connsiteX1605" y="connsiteY1605"/>
                    </a:cxn>
                    <a:cxn ang="0">
                      <a:pos x="connsiteX1606" y="connsiteY1606"/>
                    </a:cxn>
                    <a:cxn ang="0">
                      <a:pos x="connsiteX1607" y="connsiteY1607"/>
                    </a:cxn>
                    <a:cxn ang="0">
                      <a:pos x="connsiteX1608" y="connsiteY1608"/>
                    </a:cxn>
                    <a:cxn ang="0">
                      <a:pos x="connsiteX1609" y="connsiteY1609"/>
                    </a:cxn>
                    <a:cxn ang="0">
                      <a:pos x="connsiteX1610" y="connsiteY1610"/>
                    </a:cxn>
                    <a:cxn ang="0">
                      <a:pos x="connsiteX1611" y="connsiteY1611"/>
                    </a:cxn>
                    <a:cxn ang="0">
                      <a:pos x="connsiteX1612" y="connsiteY1612"/>
                    </a:cxn>
                    <a:cxn ang="0">
                      <a:pos x="connsiteX1613" y="connsiteY1613"/>
                    </a:cxn>
                    <a:cxn ang="0">
                      <a:pos x="connsiteX1614" y="connsiteY1614"/>
                    </a:cxn>
                    <a:cxn ang="0">
                      <a:pos x="connsiteX1615" y="connsiteY1615"/>
                    </a:cxn>
                    <a:cxn ang="0">
                      <a:pos x="connsiteX1616" y="connsiteY1616"/>
                    </a:cxn>
                    <a:cxn ang="0">
                      <a:pos x="connsiteX1617" y="connsiteY1617"/>
                    </a:cxn>
                    <a:cxn ang="0">
                      <a:pos x="connsiteX1618" y="connsiteY1618"/>
                    </a:cxn>
                    <a:cxn ang="0">
                      <a:pos x="connsiteX1619" y="connsiteY1619"/>
                    </a:cxn>
                    <a:cxn ang="0">
                      <a:pos x="connsiteX1620" y="connsiteY1620"/>
                    </a:cxn>
                    <a:cxn ang="0">
                      <a:pos x="connsiteX1621" y="connsiteY1621"/>
                    </a:cxn>
                    <a:cxn ang="0">
                      <a:pos x="connsiteX1622" y="connsiteY1622"/>
                    </a:cxn>
                    <a:cxn ang="0">
                      <a:pos x="connsiteX1623" y="connsiteY1623"/>
                    </a:cxn>
                    <a:cxn ang="0">
                      <a:pos x="connsiteX1624" y="connsiteY1624"/>
                    </a:cxn>
                    <a:cxn ang="0">
                      <a:pos x="connsiteX1625" y="connsiteY1625"/>
                    </a:cxn>
                    <a:cxn ang="0">
                      <a:pos x="connsiteX1626" y="connsiteY1626"/>
                    </a:cxn>
                    <a:cxn ang="0">
                      <a:pos x="connsiteX1627" y="connsiteY1627"/>
                    </a:cxn>
                    <a:cxn ang="0">
                      <a:pos x="connsiteX1628" y="connsiteY1628"/>
                    </a:cxn>
                    <a:cxn ang="0">
                      <a:pos x="connsiteX1629" y="connsiteY1629"/>
                    </a:cxn>
                    <a:cxn ang="0">
                      <a:pos x="connsiteX1630" y="connsiteY1630"/>
                    </a:cxn>
                    <a:cxn ang="0">
                      <a:pos x="connsiteX1631" y="connsiteY1631"/>
                    </a:cxn>
                    <a:cxn ang="0">
                      <a:pos x="connsiteX1632" y="connsiteY1632"/>
                    </a:cxn>
                    <a:cxn ang="0">
                      <a:pos x="connsiteX1633" y="connsiteY1633"/>
                    </a:cxn>
                    <a:cxn ang="0">
                      <a:pos x="connsiteX1634" y="connsiteY1634"/>
                    </a:cxn>
                    <a:cxn ang="0">
                      <a:pos x="connsiteX1635" y="connsiteY1635"/>
                    </a:cxn>
                    <a:cxn ang="0">
                      <a:pos x="connsiteX1636" y="connsiteY1636"/>
                    </a:cxn>
                    <a:cxn ang="0">
                      <a:pos x="connsiteX1637" y="connsiteY1637"/>
                    </a:cxn>
                    <a:cxn ang="0">
                      <a:pos x="connsiteX1638" y="connsiteY1638"/>
                    </a:cxn>
                    <a:cxn ang="0">
                      <a:pos x="connsiteX1639" y="connsiteY1639"/>
                    </a:cxn>
                    <a:cxn ang="0">
                      <a:pos x="connsiteX1640" y="connsiteY1640"/>
                    </a:cxn>
                    <a:cxn ang="0">
                      <a:pos x="connsiteX1641" y="connsiteY1641"/>
                    </a:cxn>
                    <a:cxn ang="0">
                      <a:pos x="connsiteX1642" y="connsiteY1642"/>
                    </a:cxn>
                    <a:cxn ang="0">
                      <a:pos x="connsiteX1643" y="connsiteY1643"/>
                    </a:cxn>
                    <a:cxn ang="0">
                      <a:pos x="connsiteX1644" y="connsiteY1644"/>
                    </a:cxn>
                    <a:cxn ang="0">
                      <a:pos x="connsiteX1645" y="connsiteY1645"/>
                    </a:cxn>
                    <a:cxn ang="0">
                      <a:pos x="connsiteX1646" y="connsiteY1646"/>
                    </a:cxn>
                    <a:cxn ang="0">
                      <a:pos x="connsiteX1647" y="connsiteY1647"/>
                    </a:cxn>
                    <a:cxn ang="0">
                      <a:pos x="connsiteX1648" y="connsiteY1648"/>
                    </a:cxn>
                    <a:cxn ang="0">
                      <a:pos x="connsiteX1649" y="connsiteY1649"/>
                    </a:cxn>
                    <a:cxn ang="0">
                      <a:pos x="connsiteX1650" y="connsiteY1650"/>
                    </a:cxn>
                    <a:cxn ang="0">
                      <a:pos x="connsiteX1651" y="connsiteY1651"/>
                    </a:cxn>
                    <a:cxn ang="0">
                      <a:pos x="connsiteX1652" y="connsiteY1652"/>
                    </a:cxn>
                    <a:cxn ang="0">
                      <a:pos x="connsiteX1653" y="connsiteY1653"/>
                    </a:cxn>
                    <a:cxn ang="0">
                      <a:pos x="connsiteX1654" y="connsiteY1654"/>
                    </a:cxn>
                    <a:cxn ang="0">
                      <a:pos x="connsiteX1655" y="connsiteY1655"/>
                    </a:cxn>
                    <a:cxn ang="0">
                      <a:pos x="connsiteX1656" y="connsiteY1656"/>
                    </a:cxn>
                    <a:cxn ang="0">
                      <a:pos x="connsiteX1657" y="connsiteY1657"/>
                    </a:cxn>
                    <a:cxn ang="0">
                      <a:pos x="connsiteX1658" y="connsiteY1658"/>
                    </a:cxn>
                    <a:cxn ang="0">
                      <a:pos x="connsiteX1659" y="connsiteY1659"/>
                    </a:cxn>
                    <a:cxn ang="0">
                      <a:pos x="connsiteX1660" y="connsiteY1660"/>
                    </a:cxn>
                    <a:cxn ang="0">
                      <a:pos x="connsiteX1661" y="connsiteY1661"/>
                    </a:cxn>
                    <a:cxn ang="0">
                      <a:pos x="connsiteX1662" y="connsiteY1662"/>
                    </a:cxn>
                    <a:cxn ang="0">
                      <a:pos x="connsiteX1663" y="connsiteY1663"/>
                    </a:cxn>
                    <a:cxn ang="0">
                      <a:pos x="connsiteX1664" y="connsiteY1664"/>
                    </a:cxn>
                    <a:cxn ang="0">
                      <a:pos x="connsiteX1665" y="connsiteY1665"/>
                    </a:cxn>
                    <a:cxn ang="0">
                      <a:pos x="connsiteX1666" y="connsiteY1666"/>
                    </a:cxn>
                    <a:cxn ang="0">
                      <a:pos x="connsiteX1667" y="connsiteY1667"/>
                    </a:cxn>
                    <a:cxn ang="0">
                      <a:pos x="connsiteX1668" y="connsiteY1668"/>
                    </a:cxn>
                    <a:cxn ang="0">
                      <a:pos x="connsiteX1669" y="connsiteY1669"/>
                    </a:cxn>
                    <a:cxn ang="0">
                      <a:pos x="connsiteX1670" y="connsiteY1670"/>
                    </a:cxn>
                    <a:cxn ang="0">
                      <a:pos x="connsiteX1671" y="connsiteY1671"/>
                    </a:cxn>
                    <a:cxn ang="0">
                      <a:pos x="connsiteX1672" y="connsiteY1672"/>
                    </a:cxn>
                    <a:cxn ang="0">
                      <a:pos x="connsiteX1673" y="connsiteY1673"/>
                    </a:cxn>
                    <a:cxn ang="0">
                      <a:pos x="connsiteX1674" y="connsiteY1674"/>
                    </a:cxn>
                    <a:cxn ang="0">
                      <a:pos x="connsiteX1675" y="connsiteY1675"/>
                    </a:cxn>
                    <a:cxn ang="0">
                      <a:pos x="connsiteX1676" y="connsiteY1676"/>
                    </a:cxn>
                    <a:cxn ang="0">
                      <a:pos x="connsiteX1677" y="connsiteY1677"/>
                    </a:cxn>
                    <a:cxn ang="0">
                      <a:pos x="connsiteX1678" y="connsiteY1678"/>
                    </a:cxn>
                    <a:cxn ang="0">
                      <a:pos x="connsiteX1679" y="connsiteY1679"/>
                    </a:cxn>
                    <a:cxn ang="0">
                      <a:pos x="connsiteX1680" y="connsiteY1680"/>
                    </a:cxn>
                    <a:cxn ang="0">
                      <a:pos x="connsiteX1681" y="connsiteY1681"/>
                    </a:cxn>
                    <a:cxn ang="0">
                      <a:pos x="connsiteX1682" y="connsiteY1682"/>
                    </a:cxn>
                    <a:cxn ang="0">
                      <a:pos x="connsiteX1683" y="connsiteY1683"/>
                    </a:cxn>
                    <a:cxn ang="0">
                      <a:pos x="connsiteX1684" y="connsiteY1684"/>
                    </a:cxn>
                    <a:cxn ang="0">
                      <a:pos x="connsiteX1685" y="connsiteY1685"/>
                    </a:cxn>
                    <a:cxn ang="0">
                      <a:pos x="connsiteX1686" y="connsiteY1686"/>
                    </a:cxn>
                    <a:cxn ang="0">
                      <a:pos x="connsiteX1687" y="connsiteY1687"/>
                    </a:cxn>
                    <a:cxn ang="0">
                      <a:pos x="connsiteX1688" y="connsiteY1688"/>
                    </a:cxn>
                    <a:cxn ang="0">
                      <a:pos x="connsiteX1689" y="connsiteY1689"/>
                    </a:cxn>
                    <a:cxn ang="0">
                      <a:pos x="connsiteX1690" y="connsiteY1690"/>
                    </a:cxn>
                    <a:cxn ang="0">
                      <a:pos x="connsiteX1691" y="connsiteY1691"/>
                    </a:cxn>
                    <a:cxn ang="0">
                      <a:pos x="connsiteX1692" y="connsiteY1692"/>
                    </a:cxn>
                    <a:cxn ang="0">
                      <a:pos x="connsiteX1693" y="connsiteY1693"/>
                    </a:cxn>
                    <a:cxn ang="0">
                      <a:pos x="connsiteX1694" y="connsiteY1694"/>
                    </a:cxn>
                    <a:cxn ang="0">
                      <a:pos x="connsiteX1695" y="connsiteY1695"/>
                    </a:cxn>
                    <a:cxn ang="0">
                      <a:pos x="connsiteX1696" y="connsiteY1696"/>
                    </a:cxn>
                    <a:cxn ang="0">
                      <a:pos x="connsiteX1697" y="connsiteY1697"/>
                    </a:cxn>
                    <a:cxn ang="0">
                      <a:pos x="connsiteX1698" y="connsiteY1698"/>
                    </a:cxn>
                    <a:cxn ang="0">
                      <a:pos x="connsiteX1699" y="connsiteY1699"/>
                    </a:cxn>
                    <a:cxn ang="0">
                      <a:pos x="connsiteX1700" y="connsiteY1700"/>
                    </a:cxn>
                    <a:cxn ang="0">
                      <a:pos x="connsiteX1701" y="connsiteY1701"/>
                    </a:cxn>
                    <a:cxn ang="0">
                      <a:pos x="connsiteX1702" y="connsiteY1702"/>
                    </a:cxn>
                    <a:cxn ang="0">
                      <a:pos x="connsiteX1703" y="connsiteY1703"/>
                    </a:cxn>
                    <a:cxn ang="0">
                      <a:pos x="connsiteX1704" y="connsiteY1704"/>
                    </a:cxn>
                    <a:cxn ang="0">
                      <a:pos x="connsiteX1705" y="connsiteY1705"/>
                    </a:cxn>
                    <a:cxn ang="0">
                      <a:pos x="connsiteX1706" y="connsiteY1706"/>
                    </a:cxn>
                    <a:cxn ang="0">
                      <a:pos x="connsiteX1707" y="connsiteY1707"/>
                    </a:cxn>
                    <a:cxn ang="0">
                      <a:pos x="connsiteX1708" y="connsiteY1708"/>
                    </a:cxn>
                    <a:cxn ang="0">
                      <a:pos x="connsiteX1709" y="connsiteY1709"/>
                    </a:cxn>
                    <a:cxn ang="0">
                      <a:pos x="connsiteX1710" y="connsiteY1710"/>
                    </a:cxn>
                    <a:cxn ang="0">
                      <a:pos x="connsiteX1711" y="connsiteY1711"/>
                    </a:cxn>
                    <a:cxn ang="0">
                      <a:pos x="connsiteX1712" y="connsiteY1712"/>
                    </a:cxn>
                    <a:cxn ang="0">
                      <a:pos x="connsiteX1713" y="connsiteY1713"/>
                    </a:cxn>
                    <a:cxn ang="0">
                      <a:pos x="connsiteX1714" y="connsiteY1714"/>
                    </a:cxn>
                    <a:cxn ang="0">
                      <a:pos x="connsiteX1715" y="connsiteY1715"/>
                    </a:cxn>
                    <a:cxn ang="0">
                      <a:pos x="connsiteX1716" y="connsiteY1716"/>
                    </a:cxn>
                    <a:cxn ang="0">
                      <a:pos x="connsiteX1717" y="connsiteY1717"/>
                    </a:cxn>
                    <a:cxn ang="0">
                      <a:pos x="connsiteX1718" y="connsiteY1718"/>
                    </a:cxn>
                    <a:cxn ang="0">
                      <a:pos x="connsiteX1719" y="connsiteY1719"/>
                    </a:cxn>
                    <a:cxn ang="0">
                      <a:pos x="connsiteX1720" y="connsiteY1720"/>
                    </a:cxn>
                    <a:cxn ang="0">
                      <a:pos x="connsiteX1721" y="connsiteY1721"/>
                    </a:cxn>
                    <a:cxn ang="0">
                      <a:pos x="connsiteX1722" y="connsiteY1722"/>
                    </a:cxn>
                    <a:cxn ang="0">
                      <a:pos x="connsiteX1723" y="connsiteY1723"/>
                    </a:cxn>
                    <a:cxn ang="0">
                      <a:pos x="connsiteX1724" y="connsiteY1724"/>
                    </a:cxn>
                    <a:cxn ang="0">
                      <a:pos x="connsiteX1725" y="connsiteY1725"/>
                    </a:cxn>
                    <a:cxn ang="0">
                      <a:pos x="connsiteX1726" y="connsiteY1726"/>
                    </a:cxn>
                    <a:cxn ang="0">
                      <a:pos x="connsiteX1727" y="connsiteY1727"/>
                    </a:cxn>
                    <a:cxn ang="0">
                      <a:pos x="connsiteX1728" y="connsiteY1728"/>
                    </a:cxn>
                    <a:cxn ang="0">
                      <a:pos x="connsiteX1729" y="connsiteY1729"/>
                    </a:cxn>
                    <a:cxn ang="0">
                      <a:pos x="connsiteX1730" y="connsiteY1730"/>
                    </a:cxn>
                    <a:cxn ang="0">
                      <a:pos x="connsiteX1731" y="connsiteY1731"/>
                    </a:cxn>
                    <a:cxn ang="0">
                      <a:pos x="connsiteX1732" y="connsiteY1732"/>
                    </a:cxn>
                    <a:cxn ang="0">
                      <a:pos x="connsiteX1733" y="connsiteY1733"/>
                    </a:cxn>
                    <a:cxn ang="0">
                      <a:pos x="connsiteX1734" y="connsiteY1734"/>
                    </a:cxn>
                    <a:cxn ang="0">
                      <a:pos x="connsiteX1735" y="connsiteY1735"/>
                    </a:cxn>
                    <a:cxn ang="0">
                      <a:pos x="connsiteX1736" y="connsiteY1736"/>
                    </a:cxn>
                    <a:cxn ang="0">
                      <a:pos x="connsiteX1737" y="connsiteY1737"/>
                    </a:cxn>
                    <a:cxn ang="0">
                      <a:pos x="connsiteX1738" y="connsiteY1738"/>
                    </a:cxn>
                    <a:cxn ang="0">
                      <a:pos x="connsiteX1739" y="connsiteY1739"/>
                    </a:cxn>
                    <a:cxn ang="0">
                      <a:pos x="connsiteX1740" y="connsiteY1740"/>
                    </a:cxn>
                    <a:cxn ang="0">
                      <a:pos x="connsiteX1741" y="connsiteY1741"/>
                    </a:cxn>
                    <a:cxn ang="0">
                      <a:pos x="connsiteX1742" y="connsiteY1742"/>
                    </a:cxn>
                    <a:cxn ang="0">
                      <a:pos x="connsiteX1743" y="connsiteY1743"/>
                    </a:cxn>
                    <a:cxn ang="0">
                      <a:pos x="connsiteX1744" y="connsiteY1744"/>
                    </a:cxn>
                    <a:cxn ang="0">
                      <a:pos x="connsiteX1745" y="connsiteY1745"/>
                    </a:cxn>
                    <a:cxn ang="0">
                      <a:pos x="connsiteX1746" y="connsiteY1746"/>
                    </a:cxn>
                    <a:cxn ang="0">
                      <a:pos x="connsiteX1747" y="connsiteY1747"/>
                    </a:cxn>
                    <a:cxn ang="0">
                      <a:pos x="connsiteX1748" y="connsiteY1748"/>
                    </a:cxn>
                    <a:cxn ang="0">
                      <a:pos x="connsiteX1749" y="connsiteY1749"/>
                    </a:cxn>
                    <a:cxn ang="0">
                      <a:pos x="connsiteX1750" y="connsiteY1750"/>
                    </a:cxn>
                    <a:cxn ang="0">
                      <a:pos x="connsiteX1751" y="connsiteY1751"/>
                    </a:cxn>
                    <a:cxn ang="0">
                      <a:pos x="connsiteX1752" y="connsiteY1752"/>
                    </a:cxn>
                    <a:cxn ang="0">
                      <a:pos x="connsiteX1753" y="connsiteY1753"/>
                    </a:cxn>
                    <a:cxn ang="0">
                      <a:pos x="connsiteX1754" y="connsiteY1754"/>
                    </a:cxn>
                    <a:cxn ang="0">
                      <a:pos x="connsiteX1755" y="connsiteY1755"/>
                    </a:cxn>
                    <a:cxn ang="0">
                      <a:pos x="connsiteX1756" y="connsiteY1756"/>
                    </a:cxn>
                    <a:cxn ang="0">
                      <a:pos x="connsiteX1757" y="connsiteY1757"/>
                    </a:cxn>
                    <a:cxn ang="0">
                      <a:pos x="connsiteX1758" y="connsiteY1758"/>
                    </a:cxn>
                    <a:cxn ang="0">
                      <a:pos x="connsiteX1759" y="connsiteY1759"/>
                    </a:cxn>
                    <a:cxn ang="0">
                      <a:pos x="connsiteX1760" y="connsiteY1760"/>
                    </a:cxn>
                    <a:cxn ang="0">
                      <a:pos x="connsiteX1761" y="connsiteY1761"/>
                    </a:cxn>
                    <a:cxn ang="0">
                      <a:pos x="connsiteX1762" y="connsiteY1762"/>
                    </a:cxn>
                    <a:cxn ang="0">
                      <a:pos x="connsiteX1763" y="connsiteY1763"/>
                    </a:cxn>
                    <a:cxn ang="0">
                      <a:pos x="connsiteX1764" y="connsiteY1764"/>
                    </a:cxn>
                    <a:cxn ang="0">
                      <a:pos x="connsiteX1765" y="connsiteY1765"/>
                    </a:cxn>
                    <a:cxn ang="0">
                      <a:pos x="connsiteX1766" y="connsiteY1766"/>
                    </a:cxn>
                    <a:cxn ang="0">
                      <a:pos x="connsiteX1767" y="connsiteY1767"/>
                    </a:cxn>
                    <a:cxn ang="0">
                      <a:pos x="connsiteX1768" y="connsiteY1768"/>
                    </a:cxn>
                    <a:cxn ang="0">
                      <a:pos x="connsiteX1769" y="connsiteY1769"/>
                    </a:cxn>
                    <a:cxn ang="0">
                      <a:pos x="connsiteX1770" y="connsiteY1770"/>
                    </a:cxn>
                    <a:cxn ang="0">
                      <a:pos x="connsiteX1771" y="connsiteY1771"/>
                    </a:cxn>
                    <a:cxn ang="0">
                      <a:pos x="connsiteX1772" y="connsiteY1772"/>
                    </a:cxn>
                    <a:cxn ang="0">
                      <a:pos x="connsiteX1773" y="connsiteY1773"/>
                    </a:cxn>
                    <a:cxn ang="0">
                      <a:pos x="connsiteX1774" y="connsiteY1774"/>
                    </a:cxn>
                    <a:cxn ang="0">
                      <a:pos x="connsiteX1775" y="connsiteY1775"/>
                    </a:cxn>
                    <a:cxn ang="0">
                      <a:pos x="connsiteX1776" y="connsiteY1776"/>
                    </a:cxn>
                    <a:cxn ang="0">
                      <a:pos x="connsiteX1777" y="connsiteY1777"/>
                    </a:cxn>
                    <a:cxn ang="0">
                      <a:pos x="connsiteX1778" y="connsiteY1778"/>
                    </a:cxn>
                    <a:cxn ang="0">
                      <a:pos x="connsiteX1779" y="connsiteY1779"/>
                    </a:cxn>
                    <a:cxn ang="0">
                      <a:pos x="connsiteX1780" y="connsiteY1780"/>
                    </a:cxn>
                    <a:cxn ang="0">
                      <a:pos x="connsiteX1781" y="connsiteY1781"/>
                    </a:cxn>
                    <a:cxn ang="0">
                      <a:pos x="connsiteX1782" y="connsiteY1782"/>
                    </a:cxn>
                    <a:cxn ang="0">
                      <a:pos x="connsiteX1783" y="connsiteY1783"/>
                    </a:cxn>
                    <a:cxn ang="0">
                      <a:pos x="connsiteX1784" y="connsiteY1784"/>
                    </a:cxn>
                    <a:cxn ang="0">
                      <a:pos x="connsiteX1785" y="connsiteY1785"/>
                    </a:cxn>
                    <a:cxn ang="0">
                      <a:pos x="connsiteX1786" y="connsiteY1786"/>
                    </a:cxn>
                    <a:cxn ang="0">
                      <a:pos x="connsiteX1787" y="connsiteY1787"/>
                    </a:cxn>
                    <a:cxn ang="0">
                      <a:pos x="connsiteX1788" y="connsiteY1788"/>
                    </a:cxn>
                    <a:cxn ang="0">
                      <a:pos x="connsiteX1789" y="connsiteY1789"/>
                    </a:cxn>
                    <a:cxn ang="0">
                      <a:pos x="connsiteX1790" y="connsiteY1790"/>
                    </a:cxn>
                    <a:cxn ang="0">
                      <a:pos x="connsiteX1791" y="connsiteY1791"/>
                    </a:cxn>
                    <a:cxn ang="0">
                      <a:pos x="connsiteX1792" y="connsiteY1792"/>
                    </a:cxn>
                    <a:cxn ang="0">
                      <a:pos x="connsiteX1793" y="connsiteY1793"/>
                    </a:cxn>
                    <a:cxn ang="0">
                      <a:pos x="connsiteX1794" y="connsiteY1794"/>
                    </a:cxn>
                    <a:cxn ang="0">
                      <a:pos x="connsiteX1795" y="connsiteY1795"/>
                    </a:cxn>
                    <a:cxn ang="0">
                      <a:pos x="connsiteX1796" y="connsiteY1796"/>
                    </a:cxn>
                    <a:cxn ang="0">
                      <a:pos x="connsiteX1797" y="connsiteY1797"/>
                    </a:cxn>
                    <a:cxn ang="0">
                      <a:pos x="connsiteX1798" y="connsiteY1798"/>
                    </a:cxn>
                    <a:cxn ang="0">
                      <a:pos x="connsiteX1799" y="connsiteY1799"/>
                    </a:cxn>
                    <a:cxn ang="0">
                      <a:pos x="connsiteX1800" y="connsiteY1800"/>
                    </a:cxn>
                    <a:cxn ang="0">
                      <a:pos x="connsiteX1801" y="connsiteY1801"/>
                    </a:cxn>
                    <a:cxn ang="0">
                      <a:pos x="connsiteX1802" y="connsiteY1802"/>
                    </a:cxn>
                    <a:cxn ang="0">
                      <a:pos x="connsiteX1803" y="connsiteY1803"/>
                    </a:cxn>
                    <a:cxn ang="0">
                      <a:pos x="connsiteX1804" y="connsiteY1804"/>
                    </a:cxn>
                    <a:cxn ang="0">
                      <a:pos x="connsiteX1805" y="connsiteY1805"/>
                    </a:cxn>
                    <a:cxn ang="0">
                      <a:pos x="connsiteX1806" y="connsiteY1806"/>
                    </a:cxn>
                    <a:cxn ang="0">
                      <a:pos x="connsiteX1807" y="connsiteY1807"/>
                    </a:cxn>
                    <a:cxn ang="0">
                      <a:pos x="connsiteX1808" y="connsiteY1808"/>
                    </a:cxn>
                    <a:cxn ang="0">
                      <a:pos x="connsiteX1809" y="connsiteY1809"/>
                    </a:cxn>
                    <a:cxn ang="0">
                      <a:pos x="connsiteX1810" y="connsiteY1810"/>
                    </a:cxn>
                    <a:cxn ang="0">
                      <a:pos x="connsiteX1811" y="connsiteY1811"/>
                    </a:cxn>
                    <a:cxn ang="0">
                      <a:pos x="connsiteX1812" y="connsiteY1812"/>
                    </a:cxn>
                    <a:cxn ang="0">
                      <a:pos x="connsiteX1813" y="connsiteY1813"/>
                    </a:cxn>
                    <a:cxn ang="0">
                      <a:pos x="connsiteX1814" y="connsiteY1814"/>
                    </a:cxn>
                    <a:cxn ang="0">
                      <a:pos x="connsiteX1815" y="connsiteY1815"/>
                    </a:cxn>
                    <a:cxn ang="0">
                      <a:pos x="connsiteX1816" y="connsiteY1816"/>
                    </a:cxn>
                    <a:cxn ang="0">
                      <a:pos x="connsiteX1817" y="connsiteY1817"/>
                    </a:cxn>
                    <a:cxn ang="0">
                      <a:pos x="connsiteX1818" y="connsiteY1818"/>
                    </a:cxn>
                    <a:cxn ang="0">
                      <a:pos x="connsiteX1819" y="connsiteY1819"/>
                    </a:cxn>
                    <a:cxn ang="0">
                      <a:pos x="connsiteX1820" y="connsiteY1820"/>
                    </a:cxn>
                    <a:cxn ang="0">
                      <a:pos x="connsiteX1821" y="connsiteY1821"/>
                    </a:cxn>
                    <a:cxn ang="0">
                      <a:pos x="connsiteX1822" y="connsiteY1822"/>
                    </a:cxn>
                    <a:cxn ang="0">
                      <a:pos x="connsiteX1823" y="connsiteY1823"/>
                    </a:cxn>
                    <a:cxn ang="0">
                      <a:pos x="connsiteX1824" y="connsiteY1824"/>
                    </a:cxn>
                    <a:cxn ang="0">
                      <a:pos x="connsiteX1825" y="connsiteY1825"/>
                    </a:cxn>
                    <a:cxn ang="0">
                      <a:pos x="connsiteX1826" y="connsiteY1826"/>
                    </a:cxn>
                    <a:cxn ang="0">
                      <a:pos x="connsiteX1827" y="connsiteY1827"/>
                    </a:cxn>
                    <a:cxn ang="0">
                      <a:pos x="connsiteX1828" y="connsiteY1828"/>
                    </a:cxn>
                    <a:cxn ang="0">
                      <a:pos x="connsiteX1829" y="connsiteY1829"/>
                    </a:cxn>
                    <a:cxn ang="0">
                      <a:pos x="connsiteX1830" y="connsiteY1830"/>
                    </a:cxn>
                    <a:cxn ang="0">
                      <a:pos x="connsiteX1831" y="connsiteY1831"/>
                    </a:cxn>
                    <a:cxn ang="0">
                      <a:pos x="connsiteX1832" y="connsiteY1832"/>
                    </a:cxn>
                    <a:cxn ang="0">
                      <a:pos x="connsiteX1833" y="connsiteY1833"/>
                    </a:cxn>
                    <a:cxn ang="0">
                      <a:pos x="connsiteX1834" y="connsiteY1834"/>
                    </a:cxn>
                    <a:cxn ang="0">
                      <a:pos x="connsiteX1835" y="connsiteY1835"/>
                    </a:cxn>
                    <a:cxn ang="0">
                      <a:pos x="connsiteX1836" y="connsiteY1836"/>
                    </a:cxn>
                    <a:cxn ang="0">
                      <a:pos x="connsiteX1837" y="connsiteY1837"/>
                    </a:cxn>
                    <a:cxn ang="0">
                      <a:pos x="connsiteX1838" y="connsiteY1838"/>
                    </a:cxn>
                    <a:cxn ang="0">
                      <a:pos x="connsiteX1839" y="connsiteY1839"/>
                    </a:cxn>
                    <a:cxn ang="0">
                      <a:pos x="connsiteX1840" y="connsiteY1840"/>
                    </a:cxn>
                    <a:cxn ang="0">
                      <a:pos x="connsiteX1841" y="connsiteY1841"/>
                    </a:cxn>
                    <a:cxn ang="0">
                      <a:pos x="connsiteX1842" y="connsiteY1842"/>
                    </a:cxn>
                    <a:cxn ang="0">
                      <a:pos x="connsiteX1843" y="connsiteY1843"/>
                    </a:cxn>
                    <a:cxn ang="0">
                      <a:pos x="connsiteX1844" y="connsiteY1844"/>
                    </a:cxn>
                    <a:cxn ang="0">
                      <a:pos x="connsiteX1845" y="connsiteY1845"/>
                    </a:cxn>
                    <a:cxn ang="0">
                      <a:pos x="connsiteX1846" y="connsiteY1846"/>
                    </a:cxn>
                    <a:cxn ang="0">
                      <a:pos x="connsiteX1847" y="connsiteY1847"/>
                    </a:cxn>
                    <a:cxn ang="0">
                      <a:pos x="connsiteX1848" y="connsiteY1848"/>
                    </a:cxn>
                    <a:cxn ang="0">
                      <a:pos x="connsiteX1849" y="connsiteY1849"/>
                    </a:cxn>
                    <a:cxn ang="0">
                      <a:pos x="connsiteX1850" y="connsiteY1850"/>
                    </a:cxn>
                    <a:cxn ang="0">
                      <a:pos x="connsiteX1851" y="connsiteY1851"/>
                    </a:cxn>
                    <a:cxn ang="0">
                      <a:pos x="connsiteX1852" y="connsiteY1852"/>
                    </a:cxn>
                    <a:cxn ang="0">
                      <a:pos x="connsiteX1853" y="connsiteY1853"/>
                    </a:cxn>
                    <a:cxn ang="0">
                      <a:pos x="connsiteX1854" y="connsiteY1854"/>
                    </a:cxn>
                    <a:cxn ang="0">
                      <a:pos x="connsiteX1855" y="connsiteY1855"/>
                    </a:cxn>
                    <a:cxn ang="0">
                      <a:pos x="connsiteX1856" y="connsiteY1856"/>
                    </a:cxn>
                    <a:cxn ang="0">
                      <a:pos x="connsiteX1857" y="connsiteY1857"/>
                    </a:cxn>
                    <a:cxn ang="0">
                      <a:pos x="connsiteX1858" y="connsiteY1858"/>
                    </a:cxn>
                    <a:cxn ang="0">
                      <a:pos x="connsiteX1859" y="connsiteY1859"/>
                    </a:cxn>
                    <a:cxn ang="0">
                      <a:pos x="connsiteX1860" y="connsiteY1860"/>
                    </a:cxn>
                    <a:cxn ang="0">
                      <a:pos x="connsiteX1861" y="connsiteY1861"/>
                    </a:cxn>
                    <a:cxn ang="0">
                      <a:pos x="connsiteX1862" y="connsiteY1862"/>
                    </a:cxn>
                    <a:cxn ang="0">
                      <a:pos x="connsiteX1863" y="connsiteY1863"/>
                    </a:cxn>
                    <a:cxn ang="0">
                      <a:pos x="connsiteX1864" y="connsiteY1864"/>
                    </a:cxn>
                    <a:cxn ang="0">
                      <a:pos x="connsiteX1865" y="connsiteY1865"/>
                    </a:cxn>
                    <a:cxn ang="0">
                      <a:pos x="connsiteX1866" y="connsiteY1866"/>
                    </a:cxn>
                    <a:cxn ang="0">
                      <a:pos x="connsiteX1867" y="connsiteY1867"/>
                    </a:cxn>
                    <a:cxn ang="0">
                      <a:pos x="connsiteX1868" y="connsiteY1868"/>
                    </a:cxn>
                    <a:cxn ang="0">
                      <a:pos x="connsiteX1869" y="connsiteY1869"/>
                    </a:cxn>
                    <a:cxn ang="0">
                      <a:pos x="connsiteX1870" y="connsiteY1870"/>
                    </a:cxn>
                    <a:cxn ang="0">
                      <a:pos x="connsiteX1871" y="connsiteY1871"/>
                    </a:cxn>
                    <a:cxn ang="0">
                      <a:pos x="connsiteX1872" y="connsiteY1872"/>
                    </a:cxn>
                    <a:cxn ang="0">
                      <a:pos x="connsiteX1873" y="connsiteY1873"/>
                    </a:cxn>
                    <a:cxn ang="0">
                      <a:pos x="connsiteX1874" y="connsiteY1874"/>
                    </a:cxn>
                    <a:cxn ang="0">
                      <a:pos x="connsiteX1875" y="connsiteY1875"/>
                    </a:cxn>
                    <a:cxn ang="0">
                      <a:pos x="connsiteX1876" y="connsiteY1876"/>
                    </a:cxn>
                    <a:cxn ang="0">
                      <a:pos x="connsiteX1877" y="connsiteY1877"/>
                    </a:cxn>
                    <a:cxn ang="0">
                      <a:pos x="connsiteX1878" y="connsiteY1878"/>
                    </a:cxn>
                    <a:cxn ang="0">
                      <a:pos x="connsiteX1879" y="connsiteY1879"/>
                    </a:cxn>
                    <a:cxn ang="0">
                      <a:pos x="connsiteX1880" y="connsiteY1880"/>
                    </a:cxn>
                    <a:cxn ang="0">
                      <a:pos x="connsiteX1881" y="connsiteY1881"/>
                    </a:cxn>
                    <a:cxn ang="0">
                      <a:pos x="connsiteX1882" y="connsiteY1882"/>
                    </a:cxn>
                    <a:cxn ang="0">
                      <a:pos x="connsiteX1883" y="connsiteY1883"/>
                    </a:cxn>
                    <a:cxn ang="0">
                      <a:pos x="connsiteX1884" y="connsiteY1884"/>
                    </a:cxn>
                    <a:cxn ang="0">
                      <a:pos x="connsiteX1885" y="connsiteY1885"/>
                    </a:cxn>
                    <a:cxn ang="0">
                      <a:pos x="connsiteX1886" y="connsiteY1886"/>
                    </a:cxn>
                    <a:cxn ang="0">
                      <a:pos x="connsiteX1887" y="connsiteY1887"/>
                    </a:cxn>
                    <a:cxn ang="0">
                      <a:pos x="connsiteX1888" y="connsiteY1888"/>
                    </a:cxn>
                    <a:cxn ang="0">
                      <a:pos x="connsiteX1889" y="connsiteY1889"/>
                    </a:cxn>
                    <a:cxn ang="0">
                      <a:pos x="connsiteX1890" y="connsiteY1890"/>
                    </a:cxn>
                    <a:cxn ang="0">
                      <a:pos x="connsiteX1891" y="connsiteY1891"/>
                    </a:cxn>
                    <a:cxn ang="0">
                      <a:pos x="connsiteX1892" y="connsiteY1892"/>
                    </a:cxn>
                    <a:cxn ang="0">
                      <a:pos x="connsiteX1893" y="connsiteY1893"/>
                    </a:cxn>
                    <a:cxn ang="0">
                      <a:pos x="connsiteX1894" y="connsiteY1894"/>
                    </a:cxn>
                    <a:cxn ang="0">
                      <a:pos x="connsiteX1895" y="connsiteY1895"/>
                    </a:cxn>
                    <a:cxn ang="0">
                      <a:pos x="connsiteX1896" y="connsiteY1896"/>
                    </a:cxn>
                    <a:cxn ang="0">
                      <a:pos x="connsiteX1897" y="connsiteY1897"/>
                    </a:cxn>
                    <a:cxn ang="0">
                      <a:pos x="connsiteX1898" y="connsiteY1898"/>
                    </a:cxn>
                    <a:cxn ang="0">
                      <a:pos x="connsiteX1899" y="connsiteY1899"/>
                    </a:cxn>
                    <a:cxn ang="0">
                      <a:pos x="connsiteX1900" y="connsiteY1900"/>
                    </a:cxn>
                    <a:cxn ang="0">
                      <a:pos x="connsiteX1901" y="connsiteY1901"/>
                    </a:cxn>
                    <a:cxn ang="0">
                      <a:pos x="connsiteX1902" y="connsiteY1902"/>
                    </a:cxn>
                    <a:cxn ang="0">
                      <a:pos x="connsiteX1903" y="connsiteY1903"/>
                    </a:cxn>
                    <a:cxn ang="0">
                      <a:pos x="connsiteX1904" y="connsiteY1904"/>
                    </a:cxn>
                    <a:cxn ang="0">
                      <a:pos x="connsiteX1905" y="connsiteY1905"/>
                    </a:cxn>
                    <a:cxn ang="0">
                      <a:pos x="connsiteX1906" y="connsiteY1906"/>
                    </a:cxn>
                    <a:cxn ang="0">
                      <a:pos x="connsiteX1907" y="connsiteY1907"/>
                    </a:cxn>
                    <a:cxn ang="0">
                      <a:pos x="connsiteX1908" y="connsiteY1908"/>
                    </a:cxn>
                    <a:cxn ang="0">
                      <a:pos x="connsiteX1909" y="connsiteY1909"/>
                    </a:cxn>
                    <a:cxn ang="0">
                      <a:pos x="connsiteX1910" y="connsiteY1910"/>
                    </a:cxn>
                    <a:cxn ang="0">
                      <a:pos x="connsiteX1911" y="connsiteY1911"/>
                    </a:cxn>
                    <a:cxn ang="0">
                      <a:pos x="connsiteX1912" y="connsiteY1912"/>
                    </a:cxn>
                    <a:cxn ang="0">
                      <a:pos x="connsiteX1913" y="connsiteY1913"/>
                    </a:cxn>
                    <a:cxn ang="0">
                      <a:pos x="connsiteX1914" y="connsiteY1914"/>
                    </a:cxn>
                    <a:cxn ang="0">
                      <a:pos x="connsiteX1915" y="connsiteY1915"/>
                    </a:cxn>
                    <a:cxn ang="0">
                      <a:pos x="connsiteX1916" y="connsiteY1916"/>
                    </a:cxn>
                    <a:cxn ang="0">
                      <a:pos x="connsiteX1917" y="connsiteY1917"/>
                    </a:cxn>
                    <a:cxn ang="0">
                      <a:pos x="connsiteX1918" y="connsiteY1918"/>
                    </a:cxn>
                    <a:cxn ang="0">
                      <a:pos x="connsiteX1919" y="connsiteY1919"/>
                    </a:cxn>
                    <a:cxn ang="0">
                      <a:pos x="connsiteX1920" y="connsiteY1920"/>
                    </a:cxn>
                    <a:cxn ang="0">
                      <a:pos x="connsiteX1921" y="connsiteY1921"/>
                    </a:cxn>
                    <a:cxn ang="0">
                      <a:pos x="connsiteX1922" y="connsiteY1922"/>
                    </a:cxn>
                    <a:cxn ang="0">
                      <a:pos x="connsiteX1923" y="connsiteY1923"/>
                    </a:cxn>
                    <a:cxn ang="0">
                      <a:pos x="connsiteX1924" y="connsiteY1924"/>
                    </a:cxn>
                    <a:cxn ang="0">
                      <a:pos x="connsiteX1925" y="connsiteY1925"/>
                    </a:cxn>
                    <a:cxn ang="0">
                      <a:pos x="connsiteX1926" y="connsiteY1926"/>
                    </a:cxn>
                    <a:cxn ang="0">
                      <a:pos x="connsiteX1927" y="connsiteY1927"/>
                    </a:cxn>
                    <a:cxn ang="0">
                      <a:pos x="connsiteX1928" y="connsiteY1928"/>
                    </a:cxn>
                    <a:cxn ang="0">
                      <a:pos x="connsiteX1929" y="connsiteY1929"/>
                    </a:cxn>
                    <a:cxn ang="0">
                      <a:pos x="connsiteX1930" y="connsiteY1930"/>
                    </a:cxn>
                    <a:cxn ang="0">
                      <a:pos x="connsiteX1931" y="connsiteY1931"/>
                    </a:cxn>
                    <a:cxn ang="0">
                      <a:pos x="connsiteX1932" y="connsiteY1932"/>
                    </a:cxn>
                    <a:cxn ang="0">
                      <a:pos x="connsiteX1933" y="connsiteY1933"/>
                    </a:cxn>
                    <a:cxn ang="0">
                      <a:pos x="connsiteX1934" y="connsiteY1934"/>
                    </a:cxn>
                    <a:cxn ang="0">
                      <a:pos x="connsiteX1935" y="connsiteY1935"/>
                    </a:cxn>
                    <a:cxn ang="0">
                      <a:pos x="connsiteX1936" y="connsiteY1936"/>
                    </a:cxn>
                    <a:cxn ang="0">
                      <a:pos x="connsiteX1937" y="connsiteY1937"/>
                    </a:cxn>
                    <a:cxn ang="0">
                      <a:pos x="connsiteX1938" y="connsiteY1938"/>
                    </a:cxn>
                    <a:cxn ang="0">
                      <a:pos x="connsiteX1939" y="connsiteY1939"/>
                    </a:cxn>
                    <a:cxn ang="0">
                      <a:pos x="connsiteX1940" y="connsiteY1940"/>
                    </a:cxn>
                    <a:cxn ang="0">
                      <a:pos x="connsiteX1941" y="connsiteY1941"/>
                    </a:cxn>
                    <a:cxn ang="0">
                      <a:pos x="connsiteX1942" y="connsiteY1942"/>
                    </a:cxn>
                    <a:cxn ang="0">
                      <a:pos x="connsiteX1943" y="connsiteY1943"/>
                    </a:cxn>
                    <a:cxn ang="0">
                      <a:pos x="connsiteX1944" y="connsiteY1944"/>
                    </a:cxn>
                    <a:cxn ang="0">
                      <a:pos x="connsiteX1945" y="connsiteY1945"/>
                    </a:cxn>
                    <a:cxn ang="0">
                      <a:pos x="connsiteX1946" y="connsiteY1946"/>
                    </a:cxn>
                    <a:cxn ang="0">
                      <a:pos x="connsiteX1947" y="connsiteY1947"/>
                    </a:cxn>
                    <a:cxn ang="0">
                      <a:pos x="connsiteX1948" y="connsiteY1948"/>
                    </a:cxn>
                    <a:cxn ang="0">
                      <a:pos x="connsiteX1949" y="connsiteY1949"/>
                    </a:cxn>
                    <a:cxn ang="0">
                      <a:pos x="connsiteX1950" y="connsiteY1950"/>
                    </a:cxn>
                    <a:cxn ang="0">
                      <a:pos x="connsiteX1951" y="connsiteY1951"/>
                    </a:cxn>
                    <a:cxn ang="0">
                      <a:pos x="connsiteX1952" y="connsiteY1952"/>
                    </a:cxn>
                    <a:cxn ang="0">
                      <a:pos x="connsiteX1953" y="connsiteY1953"/>
                    </a:cxn>
                    <a:cxn ang="0">
                      <a:pos x="connsiteX1954" y="connsiteY1954"/>
                    </a:cxn>
                    <a:cxn ang="0">
                      <a:pos x="connsiteX1955" y="connsiteY1955"/>
                    </a:cxn>
                    <a:cxn ang="0">
                      <a:pos x="connsiteX1956" y="connsiteY1956"/>
                    </a:cxn>
                    <a:cxn ang="0">
                      <a:pos x="connsiteX1957" y="connsiteY1957"/>
                    </a:cxn>
                    <a:cxn ang="0">
                      <a:pos x="connsiteX1958" y="connsiteY1958"/>
                    </a:cxn>
                    <a:cxn ang="0">
                      <a:pos x="connsiteX1959" y="connsiteY1959"/>
                    </a:cxn>
                    <a:cxn ang="0">
                      <a:pos x="connsiteX1960" y="connsiteY1960"/>
                    </a:cxn>
                    <a:cxn ang="0">
                      <a:pos x="connsiteX1961" y="connsiteY1961"/>
                    </a:cxn>
                    <a:cxn ang="0">
                      <a:pos x="connsiteX1962" y="connsiteY1962"/>
                    </a:cxn>
                    <a:cxn ang="0">
                      <a:pos x="connsiteX1963" y="connsiteY1963"/>
                    </a:cxn>
                    <a:cxn ang="0">
                      <a:pos x="connsiteX1964" y="connsiteY1964"/>
                    </a:cxn>
                    <a:cxn ang="0">
                      <a:pos x="connsiteX1965" y="connsiteY1965"/>
                    </a:cxn>
                    <a:cxn ang="0">
                      <a:pos x="connsiteX1966" y="connsiteY1966"/>
                    </a:cxn>
                    <a:cxn ang="0">
                      <a:pos x="connsiteX1967" y="connsiteY1967"/>
                    </a:cxn>
                    <a:cxn ang="0">
                      <a:pos x="connsiteX1968" y="connsiteY1968"/>
                    </a:cxn>
                    <a:cxn ang="0">
                      <a:pos x="connsiteX1969" y="connsiteY1969"/>
                    </a:cxn>
                    <a:cxn ang="0">
                      <a:pos x="connsiteX1970" y="connsiteY1970"/>
                    </a:cxn>
                    <a:cxn ang="0">
                      <a:pos x="connsiteX1971" y="connsiteY1971"/>
                    </a:cxn>
                    <a:cxn ang="0">
                      <a:pos x="connsiteX1972" y="connsiteY1972"/>
                    </a:cxn>
                    <a:cxn ang="0">
                      <a:pos x="connsiteX1973" y="connsiteY1973"/>
                    </a:cxn>
                    <a:cxn ang="0">
                      <a:pos x="connsiteX1974" y="connsiteY1974"/>
                    </a:cxn>
                    <a:cxn ang="0">
                      <a:pos x="connsiteX1975" y="connsiteY1975"/>
                    </a:cxn>
                    <a:cxn ang="0">
                      <a:pos x="connsiteX1976" y="connsiteY1976"/>
                    </a:cxn>
                    <a:cxn ang="0">
                      <a:pos x="connsiteX1977" y="connsiteY1977"/>
                    </a:cxn>
                    <a:cxn ang="0">
                      <a:pos x="connsiteX1978" y="connsiteY1978"/>
                    </a:cxn>
                    <a:cxn ang="0">
                      <a:pos x="connsiteX1979" y="connsiteY1979"/>
                    </a:cxn>
                    <a:cxn ang="0">
                      <a:pos x="connsiteX1980" y="connsiteY1980"/>
                    </a:cxn>
                    <a:cxn ang="0">
                      <a:pos x="connsiteX1981" y="connsiteY1981"/>
                    </a:cxn>
                    <a:cxn ang="0">
                      <a:pos x="connsiteX1982" y="connsiteY1982"/>
                    </a:cxn>
                    <a:cxn ang="0">
                      <a:pos x="connsiteX1983" y="connsiteY1983"/>
                    </a:cxn>
                    <a:cxn ang="0">
                      <a:pos x="connsiteX1984" y="connsiteY1984"/>
                    </a:cxn>
                    <a:cxn ang="0">
                      <a:pos x="connsiteX1985" y="connsiteY1985"/>
                    </a:cxn>
                    <a:cxn ang="0">
                      <a:pos x="connsiteX1986" y="connsiteY1986"/>
                    </a:cxn>
                    <a:cxn ang="0">
                      <a:pos x="connsiteX1987" y="connsiteY1987"/>
                    </a:cxn>
                    <a:cxn ang="0">
                      <a:pos x="connsiteX1988" y="connsiteY1988"/>
                    </a:cxn>
                    <a:cxn ang="0">
                      <a:pos x="connsiteX1989" y="connsiteY1989"/>
                    </a:cxn>
                    <a:cxn ang="0">
                      <a:pos x="connsiteX1990" y="connsiteY1990"/>
                    </a:cxn>
                    <a:cxn ang="0">
                      <a:pos x="connsiteX1991" y="connsiteY1991"/>
                    </a:cxn>
                    <a:cxn ang="0">
                      <a:pos x="connsiteX1992" y="connsiteY1992"/>
                    </a:cxn>
                    <a:cxn ang="0">
                      <a:pos x="connsiteX1993" y="connsiteY1993"/>
                    </a:cxn>
                    <a:cxn ang="0">
                      <a:pos x="connsiteX1994" y="connsiteY1994"/>
                    </a:cxn>
                    <a:cxn ang="0">
                      <a:pos x="connsiteX1995" y="connsiteY1995"/>
                    </a:cxn>
                    <a:cxn ang="0">
                      <a:pos x="connsiteX1996" y="connsiteY1996"/>
                    </a:cxn>
                    <a:cxn ang="0">
                      <a:pos x="connsiteX1997" y="connsiteY1997"/>
                    </a:cxn>
                    <a:cxn ang="0">
                      <a:pos x="connsiteX1998" y="connsiteY1998"/>
                    </a:cxn>
                    <a:cxn ang="0">
                      <a:pos x="connsiteX1999" y="connsiteY1999"/>
                    </a:cxn>
                    <a:cxn ang="0">
                      <a:pos x="connsiteX2000" y="connsiteY2000"/>
                    </a:cxn>
                    <a:cxn ang="0">
                      <a:pos x="connsiteX2001" y="connsiteY2001"/>
                    </a:cxn>
                    <a:cxn ang="0">
                      <a:pos x="connsiteX2002" y="connsiteY2002"/>
                    </a:cxn>
                    <a:cxn ang="0">
                      <a:pos x="connsiteX2003" y="connsiteY2003"/>
                    </a:cxn>
                    <a:cxn ang="0">
                      <a:pos x="connsiteX2004" y="connsiteY2004"/>
                    </a:cxn>
                    <a:cxn ang="0">
                      <a:pos x="connsiteX2005" y="connsiteY2005"/>
                    </a:cxn>
                    <a:cxn ang="0">
                      <a:pos x="connsiteX2006" y="connsiteY2006"/>
                    </a:cxn>
                    <a:cxn ang="0">
                      <a:pos x="connsiteX2007" y="connsiteY2007"/>
                    </a:cxn>
                    <a:cxn ang="0">
                      <a:pos x="connsiteX2008" y="connsiteY2008"/>
                    </a:cxn>
                    <a:cxn ang="0">
                      <a:pos x="connsiteX2009" y="connsiteY2009"/>
                    </a:cxn>
                    <a:cxn ang="0">
                      <a:pos x="connsiteX2010" y="connsiteY2010"/>
                    </a:cxn>
                    <a:cxn ang="0">
                      <a:pos x="connsiteX2011" y="connsiteY2011"/>
                    </a:cxn>
                    <a:cxn ang="0">
                      <a:pos x="connsiteX2012" y="connsiteY2012"/>
                    </a:cxn>
                    <a:cxn ang="0">
                      <a:pos x="connsiteX2013" y="connsiteY2013"/>
                    </a:cxn>
                    <a:cxn ang="0">
                      <a:pos x="connsiteX2014" y="connsiteY2014"/>
                    </a:cxn>
                    <a:cxn ang="0">
                      <a:pos x="connsiteX2015" y="connsiteY2015"/>
                    </a:cxn>
                    <a:cxn ang="0">
                      <a:pos x="connsiteX2016" y="connsiteY2016"/>
                    </a:cxn>
                    <a:cxn ang="0">
                      <a:pos x="connsiteX2017" y="connsiteY2017"/>
                    </a:cxn>
                    <a:cxn ang="0">
                      <a:pos x="connsiteX2018" y="connsiteY2018"/>
                    </a:cxn>
                    <a:cxn ang="0">
                      <a:pos x="connsiteX2019" y="connsiteY2019"/>
                    </a:cxn>
                    <a:cxn ang="0">
                      <a:pos x="connsiteX2020" y="connsiteY2020"/>
                    </a:cxn>
                    <a:cxn ang="0">
                      <a:pos x="connsiteX2021" y="connsiteY2021"/>
                    </a:cxn>
                    <a:cxn ang="0">
                      <a:pos x="connsiteX2022" y="connsiteY2022"/>
                    </a:cxn>
                    <a:cxn ang="0">
                      <a:pos x="connsiteX2023" y="connsiteY2023"/>
                    </a:cxn>
                    <a:cxn ang="0">
                      <a:pos x="connsiteX2024" y="connsiteY2024"/>
                    </a:cxn>
                    <a:cxn ang="0">
                      <a:pos x="connsiteX2025" y="connsiteY2025"/>
                    </a:cxn>
                    <a:cxn ang="0">
                      <a:pos x="connsiteX2026" y="connsiteY2026"/>
                    </a:cxn>
                    <a:cxn ang="0">
                      <a:pos x="connsiteX2027" y="connsiteY2027"/>
                    </a:cxn>
                    <a:cxn ang="0">
                      <a:pos x="connsiteX2028" y="connsiteY2028"/>
                    </a:cxn>
                    <a:cxn ang="0">
                      <a:pos x="connsiteX2029" y="connsiteY2029"/>
                    </a:cxn>
                    <a:cxn ang="0">
                      <a:pos x="connsiteX2030" y="connsiteY2030"/>
                    </a:cxn>
                    <a:cxn ang="0">
                      <a:pos x="connsiteX2031" y="connsiteY2031"/>
                    </a:cxn>
                    <a:cxn ang="0">
                      <a:pos x="connsiteX2032" y="connsiteY2032"/>
                    </a:cxn>
                    <a:cxn ang="0">
                      <a:pos x="connsiteX2033" y="connsiteY2033"/>
                    </a:cxn>
                    <a:cxn ang="0">
                      <a:pos x="connsiteX2034" y="connsiteY2034"/>
                    </a:cxn>
                    <a:cxn ang="0">
                      <a:pos x="connsiteX2035" y="connsiteY2035"/>
                    </a:cxn>
                    <a:cxn ang="0">
                      <a:pos x="connsiteX2036" y="connsiteY2036"/>
                    </a:cxn>
                    <a:cxn ang="0">
                      <a:pos x="connsiteX2037" y="connsiteY2037"/>
                    </a:cxn>
                    <a:cxn ang="0">
                      <a:pos x="connsiteX2038" y="connsiteY2038"/>
                    </a:cxn>
                    <a:cxn ang="0">
                      <a:pos x="connsiteX2039" y="connsiteY2039"/>
                    </a:cxn>
                    <a:cxn ang="0">
                      <a:pos x="connsiteX2040" y="connsiteY2040"/>
                    </a:cxn>
                    <a:cxn ang="0">
                      <a:pos x="connsiteX2041" y="connsiteY2041"/>
                    </a:cxn>
                    <a:cxn ang="0">
                      <a:pos x="connsiteX2042" y="connsiteY2042"/>
                    </a:cxn>
                    <a:cxn ang="0">
                      <a:pos x="connsiteX2043" y="connsiteY2043"/>
                    </a:cxn>
                    <a:cxn ang="0">
                      <a:pos x="connsiteX2044" y="connsiteY2044"/>
                    </a:cxn>
                    <a:cxn ang="0">
                      <a:pos x="connsiteX2045" y="connsiteY2045"/>
                    </a:cxn>
                    <a:cxn ang="0">
                      <a:pos x="connsiteX2046" y="connsiteY2046"/>
                    </a:cxn>
                    <a:cxn ang="0">
                      <a:pos x="connsiteX2047" y="connsiteY2047"/>
                    </a:cxn>
                    <a:cxn ang="0">
                      <a:pos x="connsiteX2048" y="connsiteY2048"/>
                    </a:cxn>
                    <a:cxn ang="0">
                      <a:pos x="connsiteX2049" y="connsiteY2049"/>
                    </a:cxn>
                    <a:cxn ang="0">
                      <a:pos x="connsiteX2050" y="connsiteY2050"/>
                    </a:cxn>
                    <a:cxn ang="0">
                      <a:pos x="connsiteX2051" y="connsiteY2051"/>
                    </a:cxn>
                    <a:cxn ang="0">
                      <a:pos x="connsiteX2052" y="connsiteY2052"/>
                    </a:cxn>
                    <a:cxn ang="0">
                      <a:pos x="connsiteX2053" y="connsiteY2053"/>
                    </a:cxn>
                    <a:cxn ang="0">
                      <a:pos x="connsiteX2054" y="connsiteY2054"/>
                    </a:cxn>
                    <a:cxn ang="0">
                      <a:pos x="connsiteX2055" y="connsiteY2055"/>
                    </a:cxn>
                    <a:cxn ang="0">
                      <a:pos x="connsiteX2056" y="connsiteY2056"/>
                    </a:cxn>
                    <a:cxn ang="0">
                      <a:pos x="connsiteX2057" y="connsiteY2057"/>
                    </a:cxn>
                    <a:cxn ang="0">
                      <a:pos x="connsiteX2058" y="connsiteY2058"/>
                    </a:cxn>
                    <a:cxn ang="0">
                      <a:pos x="connsiteX2059" y="connsiteY2059"/>
                    </a:cxn>
                    <a:cxn ang="0">
                      <a:pos x="connsiteX2060" y="connsiteY2060"/>
                    </a:cxn>
                    <a:cxn ang="0">
                      <a:pos x="connsiteX2061" y="connsiteY2061"/>
                    </a:cxn>
                    <a:cxn ang="0">
                      <a:pos x="connsiteX2062" y="connsiteY2062"/>
                    </a:cxn>
                    <a:cxn ang="0">
                      <a:pos x="connsiteX2063" y="connsiteY2063"/>
                    </a:cxn>
                    <a:cxn ang="0">
                      <a:pos x="connsiteX2064" y="connsiteY2064"/>
                    </a:cxn>
                    <a:cxn ang="0">
                      <a:pos x="connsiteX2065" y="connsiteY2065"/>
                    </a:cxn>
                    <a:cxn ang="0">
                      <a:pos x="connsiteX2066" y="connsiteY2066"/>
                    </a:cxn>
                    <a:cxn ang="0">
                      <a:pos x="connsiteX2067" y="connsiteY2067"/>
                    </a:cxn>
                    <a:cxn ang="0">
                      <a:pos x="connsiteX2068" y="connsiteY2068"/>
                    </a:cxn>
                    <a:cxn ang="0">
                      <a:pos x="connsiteX2069" y="connsiteY2069"/>
                    </a:cxn>
                    <a:cxn ang="0">
                      <a:pos x="connsiteX2070" y="connsiteY2070"/>
                    </a:cxn>
                    <a:cxn ang="0">
                      <a:pos x="connsiteX2071" y="connsiteY2071"/>
                    </a:cxn>
                    <a:cxn ang="0">
                      <a:pos x="connsiteX2072" y="connsiteY2072"/>
                    </a:cxn>
                    <a:cxn ang="0">
                      <a:pos x="connsiteX2073" y="connsiteY2073"/>
                    </a:cxn>
                    <a:cxn ang="0">
                      <a:pos x="connsiteX2074" y="connsiteY2074"/>
                    </a:cxn>
                    <a:cxn ang="0">
                      <a:pos x="connsiteX2075" y="connsiteY2075"/>
                    </a:cxn>
                    <a:cxn ang="0">
                      <a:pos x="connsiteX2076" y="connsiteY2076"/>
                    </a:cxn>
                    <a:cxn ang="0">
                      <a:pos x="connsiteX2077" y="connsiteY2077"/>
                    </a:cxn>
                    <a:cxn ang="0">
                      <a:pos x="connsiteX2078" y="connsiteY2078"/>
                    </a:cxn>
                    <a:cxn ang="0">
                      <a:pos x="connsiteX2079" y="connsiteY2079"/>
                    </a:cxn>
                    <a:cxn ang="0">
                      <a:pos x="connsiteX2080" y="connsiteY2080"/>
                    </a:cxn>
                    <a:cxn ang="0">
                      <a:pos x="connsiteX2081" y="connsiteY2081"/>
                    </a:cxn>
                    <a:cxn ang="0">
                      <a:pos x="connsiteX2082" y="connsiteY2082"/>
                    </a:cxn>
                    <a:cxn ang="0">
                      <a:pos x="connsiteX2083" y="connsiteY2083"/>
                    </a:cxn>
                    <a:cxn ang="0">
                      <a:pos x="connsiteX2084" y="connsiteY2084"/>
                    </a:cxn>
                    <a:cxn ang="0">
                      <a:pos x="connsiteX2085" y="connsiteY2085"/>
                    </a:cxn>
                    <a:cxn ang="0">
                      <a:pos x="connsiteX2086" y="connsiteY2086"/>
                    </a:cxn>
                    <a:cxn ang="0">
                      <a:pos x="connsiteX2087" y="connsiteY2087"/>
                    </a:cxn>
                    <a:cxn ang="0">
                      <a:pos x="connsiteX2088" y="connsiteY2088"/>
                    </a:cxn>
                    <a:cxn ang="0">
                      <a:pos x="connsiteX2089" y="connsiteY2089"/>
                    </a:cxn>
                    <a:cxn ang="0">
                      <a:pos x="connsiteX2090" y="connsiteY2090"/>
                    </a:cxn>
                    <a:cxn ang="0">
                      <a:pos x="connsiteX2091" y="connsiteY2091"/>
                    </a:cxn>
                    <a:cxn ang="0">
                      <a:pos x="connsiteX2092" y="connsiteY2092"/>
                    </a:cxn>
                    <a:cxn ang="0">
                      <a:pos x="connsiteX2093" y="connsiteY2093"/>
                    </a:cxn>
                    <a:cxn ang="0">
                      <a:pos x="connsiteX2094" y="connsiteY2094"/>
                    </a:cxn>
                    <a:cxn ang="0">
                      <a:pos x="connsiteX2095" y="connsiteY2095"/>
                    </a:cxn>
                    <a:cxn ang="0">
                      <a:pos x="connsiteX2096" y="connsiteY2096"/>
                    </a:cxn>
                    <a:cxn ang="0">
                      <a:pos x="connsiteX2097" y="connsiteY2097"/>
                    </a:cxn>
                    <a:cxn ang="0">
                      <a:pos x="connsiteX2098" y="connsiteY2098"/>
                    </a:cxn>
                    <a:cxn ang="0">
                      <a:pos x="connsiteX2099" y="connsiteY2099"/>
                    </a:cxn>
                    <a:cxn ang="0">
                      <a:pos x="connsiteX2100" y="connsiteY2100"/>
                    </a:cxn>
                    <a:cxn ang="0">
                      <a:pos x="connsiteX2101" y="connsiteY2101"/>
                    </a:cxn>
                    <a:cxn ang="0">
                      <a:pos x="connsiteX2102" y="connsiteY2102"/>
                    </a:cxn>
                    <a:cxn ang="0">
                      <a:pos x="connsiteX2103" y="connsiteY2103"/>
                    </a:cxn>
                    <a:cxn ang="0">
                      <a:pos x="connsiteX2104" y="connsiteY2104"/>
                    </a:cxn>
                    <a:cxn ang="0">
                      <a:pos x="connsiteX2105" y="connsiteY2105"/>
                    </a:cxn>
                    <a:cxn ang="0">
                      <a:pos x="connsiteX2106" y="connsiteY2106"/>
                    </a:cxn>
                    <a:cxn ang="0">
                      <a:pos x="connsiteX2107" y="connsiteY2107"/>
                    </a:cxn>
                    <a:cxn ang="0">
                      <a:pos x="connsiteX2108" y="connsiteY2108"/>
                    </a:cxn>
                    <a:cxn ang="0">
                      <a:pos x="connsiteX2109" y="connsiteY2109"/>
                    </a:cxn>
                    <a:cxn ang="0">
                      <a:pos x="connsiteX2110" y="connsiteY2110"/>
                    </a:cxn>
                    <a:cxn ang="0">
                      <a:pos x="connsiteX2111" y="connsiteY2111"/>
                    </a:cxn>
                    <a:cxn ang="0">
                      <a:pos x="connsiteX2112" y="connsiteY2112"/>
                    </a:cxn>
                    <a:cxn ang="0">
                      <a:pos x="connsiteX2113" y="connsiteY2113"/>
                    </a:cxn>
                    <a:cxn ang="0">
                      <a:pos x="connsiteX2114" y="connsiteY2114"/>
                    </a:cxn>
                    <a:cxn ang="0">
                      <a:pos x="connsiteX2115" y="connsiteY2115"/>
                    </a:cxn>
                    <a:cxn ang="0">
                      <a:pos x="connsiteX2116" y="connsiteY2116"/>
                    </a:cxn>
                    <a:cxn ang="0">
                      <a:pos x="connsiteX2117" y="connsiteY2117"/>
                    </a:cxn>
                    <a:cxn ang="0">
                      <a:pos x="connsiteX2118" y="connsiteY2118"/>
                    </a:cxn>
                    <a:cxn ang="0">
                      <a:pos x="connsiteX2119" y="connsiteY2119"/>
                    </a:cxn>
                    <a:cxn ang="0">
                      <a:pos x="connsiteX2120" y="connsiteY2120"/>
                    </a:cxn>
                    <a:cxn ang="0">
                      <a:pos x="connsiteX2121" y="connsiteY2121"/>
                    </a:cxn>
                    <a:cxn ang="0">
                      <a:pos x="connsiteX2122" y="connsiteY2122"/>
                    </a:cxn>
                    <a:cxn ang="0">
                      <a:pos x="connsiteX2123" y="connsiteY2123"/>
                    </a:cxn>
                    <a:cxn ang="0">
                      <a:pos x="connsiteX2124" y="connsiteY2124"/>
                    </a:cxn>
                    <a:cxn ang="0">
                      <a:pos x="connsiteX2125" y="connsiteY2125"/>
                    </a:cxn>
                    <a:cxn ang="0">
                      <a:pos x="connsiteX2126" y="connsiteY2126"/>
                    </a:cxn>
                    <a:cxn ang="0">
                      <a:pos x="connsiteX2127" y="connsiteY2127"/>
                    </a:cxn>
                    <a:cxn ang="0">
                      <a:pos x="connsiteX2128" y="connsiteY2128"/>
                    </a:cxn>
                    <a:cxn ang="0">
                      <a:pos x="connsiteX2129" y="connsiteY2129"/>
                    </a:cxn>
                    <a:cxn ang="0">
                      <a:pos x="connsiteX2130" y="connsiteY2130"/>
                    </a:cxn>
                    <a:cxn ang="0">
                      <a:pos x="connsiteX2131" y="connsiteY2131"/>
                    </a:cxn>
                    <a:cxn ang="0">
                      <a:pos x="connsiteX2132" y="connsiteY2132"/>
                    </a:cxn>
                    <a:cxn ang="0">
                      <a:pos x="connsiteX2133" y="connsiteY2133"/>
                    </a:cxn>
                    <a:cxn ang="0">
                      <a:pos x="connsiteX2134" y="connsiteY2134"/>
                    </a:cxn>
                    <a:cxn ang="0">
                      <a:pos x="connsiteX2135" y="connsiteY2135"/>
                    </a:cxn>
                    <a:cxn ang="0">
                      <a:pos x="connsiteX2136" y="connsiteY2136"/>
                    </a:cxn>
                    <a:cxn ang="0">
                      <a:pos x="connsiteX2137" y="connsiteY2137"/>
                    </a:cxn>
                    <a:cxn ang="0">
                      <a:pos x="connsiteX2138" y="connsiteY2138"/>
                    </a:cxn>
                    <a:cxn ang="0">
                      <a:pos x="connsiteX2139" y="connsiteY2139"/>
                    </a:cxn>
                    <a:cxn ang="0">
                      <a:pos x="connsiteX2140" y="connsiteY2140"/>
                    </a:cxn>
                    <a:cxn ang="0">
                      <a:pos x="connsiteX2141" y="connsiteY2141"/>
                    </a:cxn>
                    <a:cxn ang="0">
                      <a:pos x="connsiteX2142" y="connsiteY2142"/>
                    </a:cxn>
                    <a:cxn ang="0">
                      <a:pos x="connsiteX2143" y="connsiteY2143"/>
                    </a:cxn>
                    <a:cxn ang="0">
                      <a:pos x="connsiteX2144" y="connsiteY2144"/>
                    </a:cxn>
                    <a:cxn ang="0">
                      <a:pos x="connsiteX2145" y="connsiteY2145"/>
                    </a:cxn>
                    <a:cxn ang="0">
                      <a:pos x="connsiteX2146" y="connsiteY2146"/>
                    </a:cxn>
                    <a:cxn ang="0">
                      <a:pos x="connsiteX2147" y="connsiteY2147"/>
                    </a:cxn>
                    <a:cxn ang="0">
                      <a:pos x="connsiteX2148" y="connsiteY2148"/>
                    </a:cxn>
                    <a:cxn ang="0">
                      <a:pos x="connsiteX2149" y="connsiteY2149"/>
                    </a:cxn>
                    <a:cxn ang="0">
                      <a:pos x="connsiteX2150" y="connsiteY2150"/>
                    </a:cxn>
                    <a:cxn ang="0">
                      <a:pos x="connsiteX2151" y="connsiteY2151"/>
                    </a:cxn>
                    <a:cxn ang="0">
                      <a:pos x="connsiteX2152" y="connsiteY2152"/>
                    </a:cxn>
                    <a:cxn ang="0">
                      <a:pos x="connsiteX2153" y="connsiteY2153"/>
                    </a:cxn>
                    <a:cxn ang="0">
                      <a:pos x="connsiteX2154" y="connsiteY2154"/>
                    </a:cxn>
                    <a:cxn ang="0">
                      <a:pos x="connsiteX2155" y="connsiteY2155"/>
                    </a:cxn>
                    <a:cxn ang="0">
                      <a:pos x="connsiteX2156" y="connsiteY2156"/>
                    </a:cxn>
                    <a:cxn ang="0">
                      <a:pos x="connsiteX2157" y="connsiteY2157"/>
                    </a:cxn>
                    <a:cxn ang="0">
                      <a:pos x="connsiteX2158" y="connsiteY2158"/>
                    </a:cxn>
                    <a:cxn ang="0">
                      <a:pos x="connsiteX2159" y="connsiteY2159"/>
                    </a:cxn>
                    <a:cxn ang="0">
                      <a:pos x="connsiteX2160" y="connsiteY2160"/>
                    </a:cxn>
                    <a:cxn ang="0">
                      <a:pos x="connsiteX2161" y="connsiteY2161"/>
                    </a:cxn>
                    <a:cxn ang="0">
                      <a:pos x="connsiteX2162" y="connsiteY2162"/>
                    </a:cxn>
                    <a:cxn ang="0">
                      <a:pos x="connsiteX2163" y="connsiteY2163"/>
                    </a:cxn>
                    <a:cxn ang="0">
                      <a:pos x="connsiteX2164" y="connsiteY2164"/>
                    </a:cxn>
                    <a:cxn ang="0">
                      <a:pos x="connsiteX2165" y="connsiteY2165"/>
                    </a:cxn>
                    <a:cxn ang="0">
                      <a:pos x="connsiteX2166" y="connsiteY2166"/>
                    </a:cxn>
                    <a:cxn ang="0">
                      <a:pos x="connsiteX2167" y="connsiteY2167"/>
                    </a:cxn>
                    <a:cxn ang="0">
                      <a:pos x="connsiteX2168" y="connsiteY2168"/>
                    </a:cxn>
                    <a:cxn ang="0">
                      <a:pos x="connsiteX2169" y="connsiteY2169"/>
                    </a:cxn>
                    <a:cxn ang="0">
                      <a:pos x="connsiteX2170" y="connsiteY2170"/>
                    </a:cxn>
                    <a:cxn ang="0">
                      <a:pos x="connsiteX2171" y="connsiteY2171"/>
                    </a:cxn>
                    <a:cxn ang="0">
                      <a:pos x="connsiteX2172" y="connsiteY2172"/>
                    </a:cxn>
                    <a:cxn ang="0">
                      <a:pos x="connsiteX2173" y="connsiteY2173"/>
                    </a:cxn>
                    <a:cxn ang="0">
                      <a:pos x="connsiteX2174" y="connsiteY2174"/>
                    </a:cxn>
                    <a:cxn ang="0">
                      <a:pos x="connsiteX2175" y="connsiteY2175"/>
                    </a:cxn>
                    <a:cxn ang="0">
                      <a:pos x="connsiteX2176" y="connsiteY2176"/>
                    </a:cxn>
                    <a:cxn ang="0">
                      <a:pos x="connsiteX2177" y="connsiteY2177"/>
                    </a:cxn>
                    <a:cxn ang="0">
                      <a:pos x="connsiteX2178" y="connsiteY2178"/>
                    </a:cxn>
                    <a:cxn ang="0">
                      <a:pos x="connsiteX2179" y="connsiteY2179"/>
                    </a:cxn>
                    <a:cxn ang="0">
                      <a:pos x="connsiteX2180" y="connsiteY2180"/>
                    </a:cxn>
                    <a:cxn ang="0">
                      <a:pos x="connsiteX2181" y="connsiteY2181"/>
                    </a:cxn>
                    <a:cxn ang="0">
                      <a:pos x="connsiteX2182" y="connsiteY2182"/>
                    </a:cxn>
                    <a:cxn ang="0">
                      <a:pos x="connsiteX2183" y="connsiteY2183"/>
                    </a:cxn>
                    <a:cxn ang="0">
                      <a:pos x="connsiteX2184" y="connsiteY2184"/>
                    </a:cxn>
                    <a:cxn ang="0">
                      <a:pos x="connsiteX2185" y="connsiteY2185"/>
                    </a:cxn>
                    <a:cxn ang="0">
                      <a:pos x="connsiteX2186" y="connsiteY2186"/>
                    </a:cxn>
                    <a:cxn ang="0">
                      <a:pos x="connsiteX2187" y="connsiteY2187"/>
                    </a:cxn>
                    <a:cxn ang="0">
                      <a:pos x="connsiteX2188" y="connsiteY2188"/>
                    </a:cxn>
                    <a:cxn ang="0">
                      <a:pos x="connsiteX2189" y="connsiteY2189"/>
                    </a:cxn>
                    <a:cxn ang="0">
                      <a:pos x="connsiteX2190" y="connsiteY2190"/>
                    </a:cxn>
                    <a:cxn ang="0">
                      <a:pos x="connsiteX2191" y="connsiteY2191"/>
                    </a:cxn>
                    <a:cxn ang="0">
                      <a:pos x="connsiteX2192" y="connsiteY2192"/>
                    </a:cxn>
                    <a:cxn ang="0">
                      <a:pos x="connsiteX2193" y="connsiteY2193"/>
                    </a:cxn>
                    <a:cxn ang="0">
                      <a:pos x="connsiteX2194" y="connsiteY2194"/>
                    </a:cxn>
                    <a:cxn ang="0">
                      <a:pos x="connsiteX2195" y="connsiteY2195"/>
                    </a:cxn>
                    <a:cxn ang="0">
                      <a:pos x="connsiteX2196" y="connsiteY2196"/>
                    </a:cxn>
                    <a:cxn ang="0">
                      <a:pos x="connsiteX2197" y="connsiteY2197"/>
                    </a:cxn>
                    <a:cxn ang="0">
                      <a:pos x="connsiteX2198" y="connsiteY2198"/>
                    </a:cxn>
                    <a:cxn ang="0">
                      <a:pos x="connsiteX2199" y="connsiteY2199"/>
                    </a:cxn>
                    <a:cxn ang="0">
                      <a:pos x="connsiteX2200" y="connsiteY2200"/>
                    </a:cxn>
                    <a:cxn ang="0">
                      <a:pos x="connsiteX2201" y="connsiteY2201"/>
                    </a:cxn>
                    <a:cxn ang="0">
                      <a:pos x="connsiteX2202" y="connsiteY2202"/>
                    </a:cxn>
                    <a:cxn ang="0">
                      <a:pos x="connsiteX2203" y="connsiteY2203"/>
                    </a:cxn>
                    <a:cxn ang="0">
                      <a:pos x="connsiteX2204" y="connsiteY2204"/>
                    </a:cxn>
                    <a:cxn ang="0">
                      <a:pos x="connsiteX2205" y="connsiteY2205"/>
                    </a:cxn>
                    <a:cxn ang="0">
                      <a:pos x="connsiteX2206" y="connsiteY2206"/>
                    </a:cxn>
                    <a:cxn ang="0">
                      <a:pos x="connsiteX2207" y="connsiteY2207"/>
                    </a:cxn>
                    <a:cxn ang="0">
                      <a:pos x="connsiteX2208" y="connsiteY2208"/>
                    </a:cxn>
                    <a:cxn ang="0">
                      <a:pos x="connsiteX2209" y="connsiteY2209"/>
                    </a:cxn>
                    <a:cxn ang="0">
                      <a:pos x="connsiteX2210" y="connsiteY2210"/>
                    </a:cxn>
                    <a:cxn ang="0">
                      <a:pos x="connsiteX2211" y="connsiteY2211"/>
                    </a:cxn>
                    <a:cxn ang="0">
                      <a:pos x="connsiteX2212" y="connsiteY2212"/>
                    </a:cxn>
                    <a:cxn ang="0">
                      <a:pos x="connsiteX2213" y="connsiteY2213"/>
                    </a:cxn>
                    <a:cxn ang="0">
                      <a:pos x="connsiteX2214" y="connsiteY2214"/>
                    </a:cxn>
                    <a:cxn ang="0">
                      <a:pos x="connsiteX2215" y="connsiteY2215"/>
                    </a:cxn>
                    <a:cxn ang="0">
                      <a:pos x="connsiteX2216" y="connsiteY2216"/>
                    </a:cxn>
                    <a:cxn ang="0">
                      <a:pos x="connsiteX2217" y="connsiteY2217"/>
                    </a:cxn>
                    <a:cxn ang="0">
                      <a:pos x="connsiteX2218" y="connsiteY2218"/>
                    </a:cxn>
                    <a:cxn ang="0">
                      <a:pos x="connsiteX2219" y="connsiteY2219"/>
                    </a:cxn>
                    <a:cxn ang="0">
                      <a:pos x="connsiteX2220" y="connsiteY2220"/>
                    </a:cxn>
                    <a:cxn ang="0">
                      <a:pos x="connsiteX2221" y="connsiteY2221"/>
                    </a:cxn>
                    <a:cxn ang="0">
                      <a:pos x="connsiteX2222" y="connsiteY2222"/>
                    </a:cxn>
                    <a:cxn ang="0">
                      <a:pos x="connsiteX2223" y="connsiteY2223"/>
                    </a:cxn>
                    <a:cxn ang="0">
                      <a:pos x="connsiteX2224" y="connsiteY2224"/>
                    </a:cxn>
                    <a:cxn ang="0">
                      <a:pos x="connsiteX2225" y="connsiteY2225"/>
                    </a:cxn>
                    <a:cxn ang="0">
                      <a:pos x="connsiteX2226" y="connsiteY2226"/>
                    </a:cxn>
                    <a:cxn ang="0">
                      <a:pos x="connsiteX2227" y="connsiteY2227"/>
                    </a:cxn>
                    <a:cxn ang="0">
                      <a:pos x="connsiteX2228" y="connsiteY2228"/>
                    </a:cxn>
                    <a:cxn ang="0">
                      <a:pos x="connsiteX2229" y="connsiteY2229"/>
                    </a:cxn>
                    <a:cxn ang="0">
                      <a:pos x="connsiteX2230" y="connsiteY2230"/>
                    </a:cxn>
                    <a:cxn ang="0">
                      <a:pos x="connsiteX2231" y="connsiteY2231"/>
                    </a:cxn>
                    <a:cxn ang="0">
                      <a:pos x="connsiteX2232" y="connsiteY2232"/>
                    </a:cxn>
                    <a:cxn ang="0">
                      <a:pos x="connsiteX2233" y="connsiteY2233"/>
                    </a:cxn>
                    <a:cxn ang="0">
                      <a:pos x="connsiteX2234" y="connsiteY2234"/>
                    </a:cxn>
                    <a:cxn ang="0">
                      <a:pos x="connsiteX2235" y="connsiteY2235"/>
                    </a:cxn>
                    <a:cxn ang="0">
                      <a:pos x="connsiteX2236" y="connsiteY2236"/>
                    </a:cxn>
                    <a:cxn ang="0">
                      <a:pos x="connsiteX2237" y="connsiteY2237"/>
                    </a:cxn>
                    <a:cxn ang="0">
                      <a:pos x="connsiteX2238" y="connsiteY2238"/>
                    </a:cxn>
                    <a:cxn ang="0">
                      <a:pos x="connsiteX2239" y="connsiteY2239"/>
                    </a:cxn>
                    <a:cxn ang="0">
                      <a:pos x="connsiteX2240" y="connsiteY2240"/>
                    </a:cxn>
                    <a:cxn ang="0">
                      <a:pos x="connsiteX2241" y="connsiteY2241"/>
                    </a:cxn>
                    <a:cxn ang="0">
                      <a:pos x="connsiteX2242" y="connsiteY2242"/>
                    </a:cxn>
                    <a:cxn ang="0">
                      <a:pos x="connsiteX2243" y="connsiteY2243"/>
                    </a:cxn>
                    <a:cxn ang="0">
                      <a:pos x="connsiteX2244" y="connsiteY2244"/>
                    </a:cxn>
                    <a:cxn ang="0">
                      <a:pos x="connsiteX2245" y="connsiteY2245"/>
                    </a:cxn>
                    <a:cxn ang="0">
                      <a:pos x="connsiteX2246" y="connsiteY2246"/>
                    </a:cxn>
                    <a:cxn ang="0">
                      <a:pos x="connsiteX2247" y="connsiteY2247"/>
                    </a:cxn>
                    <a:cxn ang="0">
                      <a:pos x="connsiteX2248" y="connsiteY2248"/>
                    </a:cxn>
                    <a:cxn ang="0">
                      <a:pos x="connsiteX2249" y="connsiteY2249"/>
                    </a:cxn>
                    <a:cxn ang="0">
                      <a:pos x="connsiteX2250" y="connsiteY2250"/>
                    </a:cxn>
                    <a:cxn ang="0">
                      <a:pos x="connsiteX2251" y="connsiteY2251"/>
                    </a:cxn>
                    <a:cxn ang="0">
                      <a:pos x="connsiteX2252" y="connsiteY2252"/>
                    </a:cxn>
                    <a:cxn ang="0">
                      <a:pos x="connsiteX2253" y="connsiteY2253"/>
                    </a:cxn>
                    <a:cxn ang="0">
                      <a:pos x="connsiteX2254" y="connsiteY2254"/>
                    </a:cxn>
                    <a:cxn ang="0">
                      <a:pos x="connsiteX2255" y="connsiteY2255"/>
                    </a:cxn>
                    <a:cxn ang="0">
                      <a:pos x="connsiteX2256" y="connsiteY2256"/>
                    </a:cxn>
                    <a:cxn ang="0">
                      <a:pos x="connsiteX2257" y="connsiteY2257"/>
                    </a:cxn>
                    <a:cxn ang="0">
                      <a:pos x="connsiteX2258" y="connsiteY2258"/>
                    </a:cxn>
                    <a:cxn ang="0">
                      <a:pos x="connsiteX2259" y="connsiteY2259"/>
                    </a:cxn>
                    <a:cxn ang="0">
                      <a:pos x="connsiteX2260" y="connsiteY2260"/>
                    </a:cxn>
                    <a:cxn ang="0">
                      <a:pos x="connsiteX2261" y="connsiteY2261"/>
                    </a:cxn>
                    <a:cxn ang="0">
                      <a:pos x="connsiteX2262" y="connsiteY2262"/>
                    </a:cxn>
                    <a:cxn ang="0">
                      <a:pos x="connsiteX2263" y="connsiteY2263"/>
                    </a:cxn>
                    <a:cxn ang="0">
                      <a:pos x="connsiteX2264" y="connsiteY2264"/>
                    </a:cxn>
                    <a:cxn ang="0">
                      <a:pos x="connsiteX2265" y="connsiteY2265"/>
                    </a:cxn>
                    <a:cxn ang="0">
                      <a:pos x="connsiteX2266" y="connsiteY2266"/>
                    </a:cxn>
                    <a:cxn ang="0">
                      <a:pos x="connsiteX2267" y="connsiteY2267"/>
                    </a:cxn>
                    <a:cxn ang="0">
                      <a:pos x="connsiteX2268" y="connsiteY2268"/>
                    </a:cxn>
                    <a:cxn ang="0">
                      <a:pos x="connsiteX2269" y="connsiteY2269"/>
                    </a:cxn>
                    <a:cxn ang="0">
                      <a:pos x="connsiteX2270" y="connsiteY2270"/>
                    </a:cxn>
                    <a:cxn ang="0">
                      <a:pos x="connsiteX2271" y="connsiteY2271"/>
                    </a:cxn>
                    <a:cxn ang="0">
                      <a:pos x="connsiteX2272" y="connsiteY2272"/>
                    </a:cxn>
                    <a:cxn ang="0">
                      <a:pos x="connsiteX2273" y="connsiteY2273"/>
                    </a:cxn>
                    <a:cxn ang="0">
                      <a:pos x="connsiteX2274" y="connsiteY2274"/>
                    </a:cxn>
                    <a:cxn ang="0">
                      <a:pos x="connsiteX2275" y="connsiteY2275"/>
                    </a:cxn>
                    <a:cxn ang="0">
                      <a:pos x="connsiteX2276" y="connsiteY2276"/>
                    </a:cxn>
                    <a:cxn ang="0">
                      <a:pos x="connsiteX2277" y="connsiteY2277"/>
                    </a:cxn>
                    <a:cxn ang="0">
                      <a:pos x="connsiteX2278" y="connsiteY2278"/>
                    </a:cxn>
                    <a:cxn ang="0">
                      <a:pos x="connsiteX2279" y="connsiteY2279"/>
                    </a:cxn>
                    <a:cxn ang="0">
                      <a:pos x="connsiteX2280" y="connsiteY2280"/>
                    </a:cxn>
                    <a:cxn ang="0">
                      <a:pos x="connsiteX2281" y="connsiteY2281"/>
                    </a:cxn>
                    <a:cxn ang="0">
                      <a:pos x="connsiteX2282" y="connsiteY2282"/>
                    </a:cxn>
                    <a:cxn ang="0">
                      <a:pos x="connsiteX2283" y="connsiteY2283"/>
                    </a:cxn>
                    <a:cxn ang="0">
                      <a:pos x="connsiteX2284" y="connsiteY2284"/>
                    </a:cxn>
                    <a:cxn ang="0">
                      <a:pos x="connsiteX2285" y="connsiteY2285"/>
                    </a:cxn>
                    <a:cxn ang="0">
                      <a:pos x="connsiteX2286" y="connsiteY2286"/>
                    </a:cxn>
                    <a:cxn ang="0">
                      <a:pos x="connsiteX2287" y="connsiteY2287"/>
                    </a:cxn>
                    <a:cxn ang="0">
                      <a:pos x="connsiteX2288" y="connsiteY2288"/>
                    </a:cxn>
                    <a:cxn ang="0">
                      <a:pos x="connsiteX2289" y="connsiteY2289"/>
                    </a:cxn>
                    <a:cxn ang="0">
                      <a:pos x="connsiteX2290" y="connsiteY2290"/>
                    </a:cxn>
                    <a:cxn ang="0">
                      <a:pos x="connsiteX2291" y="connsiteY2291"/>
                    </a:cxn>
                    <a:cxn ang="0">
                      <a:pos x="connsiteX2292" y="connsiteY2292"/>
                    </a:cxn>
                    <a:cxn ang="0">
                      <a:pos x="connsiteX2293" y="connsiteY2293"/>
                    </a:cxn>
                    <a:cxn ang="0">
                      <a:pos x="connsiteX2294" y="connsiteY2294"/>
                    </a:cxn>
                    <a:cxn ang="0">
                      <a:pos x="connsiteX2295" y="connsiteY2295"/>
                    </a:cxn>
                    <a:cxn ang="0">
                      <a:pos x="connsiteX2296" y="connsiteY2296"/>
                    </a:cxn>
                    <a:cxn ang="0">
                      <a:pos x="connsiteX2297" y="connsiteY2297"/>
                    </a:cxn>
                    <a:cxn ang="0">
                      <a:pos x="connsiteX2298" y="connsiteY2298"/>
                    </a:cxn>
                    <a:cxn ang="0">
                      <a:pos x="connsiteX2299" y="connsiteY2299"/>
                    </a:cxn>
                    <a:cxn ang="0">
                      <a:pos x="connsiteX2300" y="connsiteY2300"/>
                    </a:cxn>
                    <a:cxn ang="0">
                      <a:pos x="connsiteX2301" y="connsiteY2301"/>
                    </a:cxn>
                    <a:cxn ang="0">
                      <a:pos x="connsiteX2302" y="connsiteY2302"/>
                    </a:cxn>
                    <a:cxn ang="0">
                      <a:pos x="connsiteX2303" y="connsiteY2303"/>
                    </a:cxn>
                    <a:cxn ang="0">
                      <a:pos x="connsiteX2304" y="connsiteY2304"/>
                    </a:cxn>
                    <a:cxn ang="0">
                      <a:pos x="connsiteX2305" y="connsiteY2305"/>
                    </a:cxn>
                    <a:cxn ang="0">
                      <a:pos x="connsiteX2306" y="connsiteY2306"/>
                    </a:cxn>
                    <a:cxn ang="0">
                      <a:pos x="connsiteX2307" y="connsiteY2307"/>
                    </a:cxn>
                    <a:cxn ang="0">
                      <a:pos x="connsiteX2308" y="connsiteY2308"/>
                    </a:cxn>
                    <a:cxn ang="0">
                      <a:pos x="connsiteX2309" y="connsiteY2309"/>
                    </a:cxn>
                    <a:cxn ang="0">
                      <a:pos x="connsiteX2310" y="connsiteY2310"/>
                    </a:cxn>
                    <a:cxn ang="0">
                      <a:pos x="connsiteX2311" y="connsiteY2311"/>
                    </a:cxn>
                    <a:cxn ang="0">
                      <a:pos x="connsiteX2312" y="connsiteY2312"/>
                    </a:cxn>
                    <a:cxn ang="0">
                      <a:pos x="connsiteX2313" y="connsiteY2313"/>
                    </a:cxn>
                    <a:cxn ang="0">
                      <a:pos x="connsiteX2314" y="connsiteY2314"/>
                    </a:cxn>
                    <a:cxn ang="0">
                      <a:pos x="connsiteX2315" y="connsiteY2315"/>
                    </a:cxn>
                    <a:cxn ang="0">
                      <a:pos x="connsiteX2316" y="connsiteY2316"/>
                    </a:cxn>
                    <a:cxn ang="0">
                      <a:pos x="connsiteX2317" y="connsiteY2317"/>
                    </a:cxn>
                    <a:cxn ang="0">
                      <a:pos x="connsiteX2318" y="connsiteY2318"/>
                    </a:cxn>
                    <a:cxn ang="0">
                      <a:pos x="connsiteX2319" y="connsiteY2319"/>
                    </a:cxn>
                    <a:cxn ang="0">
                      <a:pos x="connsiteX2320" y="connsiteY2320"/>
                    </a:cxn>
                    <a:cxn ang="0">
                      <a:pos x="connsiteX2321" y="connsiteY2321"/>
                    </a:cxn>
                    <a:cxn ang="0">
                      <a:pos x="connsiteX2322" y="connsiteY2322"/>
                    </a:cxn>
                    <a:cxn ang="0">
                      <a:pos x="connsiteX2323" y="connsiteY2323"/>
                    </a:cxn>
                    <a:cxn ang="0">
                      <a:pos x="connsiteX2324" y="connsiteY2324"/>
                    </a:cxn>
                    <a:cxn ang="0">
                      <a:pos x="connsiteX2325" y="connsiteY2325"/>
                    </a:cxn>
                    <a:cxn ang="0">
                      <a:pos x="connsiteX2326" y="connsiteY2326"/>
                    </a:cxn>
                    <a:cxn ang="0">
                      <a:pos x="connsiteX2327" y="connsiteY2327"/>
                    </a:cxn>
                    <a:cxn ang="0">
                      <a:pos x="connsiteX2328" y="connsiteY2328"/>
                    </a:cxn>
                    <a:cxn ang="0">
                      <a:pos x="connsiteX2329" y="connsiteY2329"/>
                    </a:cxn>
                    <a:cxn ang="0">
                      <a:pos x="connsiteX2330" y="connsiteY2330"/>
                    </a:cxn>
                    <a:cxn ang="0">
                      <a:pos x="connsiteX2331" y="connsiteY2331"/>
                    </a:cxn>
                    <a:cxn ang="0">
                      <a:pos x="connsiteX2332" y="connsiteY2332"/>
                    </a:cxn>
                    <a:cxn ang="0">
                      <a:pos x="connsiteX2333" y="connsiteY2333"/>
                    </a:cxn>
                    <a:cxn ang="0">
                      <a:pos x="connsiteX2334" y="connsiteY2334"/>
                    </a:cxn>
                    <a:cxn ang="0">
                      <a:pos x="connsiteX2335" y="connsiteY2335"/>
                    </a:cxn>
                    <a:cxn ang="0">
                      <a:pos x="connsiteX2336" y="connsiteY2336"/>
                    </a:cxn>
                    <a:cxn ang="0">
                      <a:pos x="connsiteX2337" y="connsiteY2337"/>
                    </a:cxn>
                    <a:cxn ang="0">
                      <a:pos x="connsiteX2338" y="connsiteY2338"/>
                    </a:cxn>
                    <a:cxn ang="0">
                      <a:pos x="connsiteX2339" y="connsiteY2339"/>
                    </a:cxn>
                    <a:cxn ang="0">
                      <a:pos x="connsiteX2340" y="connsiteY2340"/>
                    </a:cxn>
                    <a:cxn ang="0">
                      <a:pos x="connsiteX2341" y="connsiteY2341"/>
                    </a:cxn>
                    <a:cxn ang="0">
                      <a:pos x="connsiteX2342" y="connsiteY2342"/>
                    </a:cxn>
                    <a:cxn ang="0">
                      <a:pos x="connsiteX2343" y="connsiteY2343"/>
                    </a:cxn>
                    <a:cxn ang="0">
                      <a:pos x="connsiteX2344" y="connsiteY2344"/>
                    </a:cxn>
                    <a:cxn ang="0">
                      <a:pos x="connsiteX2345" y="connsiteY2345"/>
                    </a:cxn>
                    <a:cxn ang="0">
                      <a:pos x="connsiteX2346" y="connsiteY2346"/>
                    </a:cxn>
                    <a:cxn ang="0">
                      <a:pos x="connsiteX2347" y="connsiteY2347"/>
                    </a:cxn>
                    <a:cxn ang="0">
                      <a:pos x="connsiteX2348" y="connsiteY2348"/>
                    </a:cxn>
                    <a:cxn ang="0">
                      <a:pos x="connsiteX2349" y="connsiteY2349"/>
                    </a:cxn>
                    <a:cxn ang="0">
                      <a:pos x="connsiteX2350" y="connsiteY2350"/>
                    </a:cxn>
                    <a:cxn ang="0">
                      <a:pos x="connsiteX2351" y="connsiteY2351"/>
                    </a:cxn>
                    <a:cxn ang="0">
                      <a:pos x="connsiteX2352" y="connsiteY2352"/>
                    </a:cxn>
                    <a:cxn ang="0">
                      <a:pos x="connsiteX2353" y="connsiteY2353"/>
                    </a:cxn>
                    <a:cxn ang="0">
                      <a:pos x="connsiteX2354" y="connsiteY2354"/>
                    </a:cxn>
                    <a:cxn ang="0">
                      <a:pos x="connsiteX2355" y="connsiteY2355"/>
                    </a:cxn>
                    <a:cxn ang="0">
                      <a:pos x="connsiteX2356" y="connsiteY2356"/>
                    </a:cxn>
                    <a:cxn ang="0">
                      <a:pos x="connsiteX2357" y="connsiteY2357"/>
                    </a:cxn>
                    <a:cxn ang="0">
                      <a:pos x="connsiteX2358" y="connsiteY2358"/>
                    </a:cxn>
                    <a:cxn ang="0">
                      <a:pos x="connsiteX2359" y="connsiteY2359"/>
                    </a:cxn>
                    <a:cxn ang="0">
                      <a:pos x="connsiteX2360" y="connsiteY2360"/>
                    </a:cxn>
                    <a:cxn ang="0">
                      <a:pos x="connsiteX2361" y="connsiteY2361"/>
                    </a:cxn>
                    <a:cxn ang="0">
                      <a:pos x="connsiteX2362" y="connsiteY2362"/>
                    </a:cxn>
                    <a:cxn ang="0">
                      <a:pos x="connsiteX2363" y="connsiteY2363"/>
                    </a:cxn>
                    <a:cxn ang="0">
                      <a:pos x="connsiteX2364" y="connsiteY2364"/>
                    </a:cxn>
                    <a:cxn ang="0">
                      <a:pos x="connsiteX2365" y="connsiteY2365"/>
                    </a:cxn>
                    <a:cxn ang="0">
                      <a:pos x="connsiteX2366" y="connsiteY2366"/>
                    </a:cxn>
                    <a:cxn ang="0">
                      <a:pos x="connsiteX2367" y="connsiteY2367"/>
                    </a:cxn>
                    <a:cxn ang="0">
                      <a:pos x="connsiteX2368" y="connsiteY2368"/>
                    </a:cxn>
                    <a:cxn ang="0">
                      <a:pos x="connsiteX2369" y="connsiteY2369"/>
                    </a:cxn>
                    <a:cxn ang="0">
                      <a:pos x="connsiteX2370" y="connsiteY2370"/>
                    </a:cxn>
                    <a:cxn ang="0">
                      <a:pos x="connsiteX2371" y="connsiteY2371"/>
                    </a:cxn>
                    <a:cxn ang="0">
                      <a:pos x="connsiteX2372" y="connsiteY2372"/>
                    </a:cxn>
                    <a:cxn ang="0">
                      <a:pos x="connsiteX2373" y="connsiteY2373"/>
                    </a:cxn>
                    <a:cxn ang="0">
                      <a:pos x="connsiteX2374" y="connsiteY2374"/>
                    </a:cxn>
                    <a:cxn ang="0">
                      <a:pos x="connsiteX2375" y="connsiteY2375"/>
                    </a:cxn>
                    <a:cxn ang="0">
                      <a:pos x="connsiteX2376" y="connsiteY2376"/>
                    </a:cxn>
                    <a:cxn ang="0">
                      <a:pos x="connsiteX2377" y="connsiteY2377"/>
                    </a:cxn>
                    <a:cxn ang="0">
                      <a:pos x="connsiteX2378" y="connsiteY2378"/>
                    </a:cxn>
                    <a:cxn ang="0">
                      <a:pos x="connsiteX2379" y="connsiteY2379"/>
                    </a:cxn>
                    <a:cxn ang="0">
                      <a:pos x="connsiteX2380" y="connsiteY2380"/>
                    </a:cxn>
                    <a:cxn ang="0">
                      <a:pos x="connsiteX2381" y="connsiteY2381"/>
                    </a:cxn>
                    <a:cxn ang="0">
                      <a:pos x="connsiteX2382" y="connsiteY2382"/>
                    </a:cxn>
                    <a:cxn ang="0">
                      <a:pos x="connsiteX2383" y="connsiteY2383"/>
                    </a:cxn>
                    <a:cxn ang="0">
                      <a:pos x="connsiteX2384" y="connsiteY2384"/>
                    </a:cxn>
                    <a:cxn ang="0">
                      <a:pos x="connsiteX2385" y="connsiteY2385"/>
                    </a:cxn>
                    <a:cxn ang="0">
                      <a:pos x="connsiteX2386" y="connsiteY2386"/>
                    </a:cxn>
                    <a:cxn ang="0">
                      <a:pos x="connsiteX2387" y="connsiteY2387"/>
                    </a:cxn>
                    <a:cxn ang="0">
                      <a:pos x="connsiteX2388" y="connsiteY2388"/>
                    </a:cxn>
                    <a:cxn ang="0">
                      <a:pos x="connsiteX2389" y="connsiteY2389"/>
                    </a:cxn>
                    <a:cxn ang="0">
                      <a:pos x="connsiteX2390" y="connsiteY2390"/>
                    </a:cxn>
                    <a:cxn ang="0">
                      <a:pos x="connsiteX2391" y="connsiteY2391"/>
                    </a:cxn>
                    <a:cxn ang="0">
                      <a:pos x="connsiteX2392" y="connsiteY2392"/>
                    </a:cxn>
                    <a:cxn ang="0">
                      <a:pos x="connsiteX2393" y="connsiteY2393"/>
                    </a:cxn>
                    <a:cxn ang="0">
                      <a:pos x="connsiteX2394" y="connsiteY2394"/>
                    </a:cxn>
                    <a:cxn ang="0">
                      <a:pos x="connsiteX2395" y="connsiteY2395"/>
                    </a:cxn>
                    <a:cxn ang="0">
                      <a:pos x="connsiteX2396" y="connsiteY2396"/>
                    </a:cxn>
                    <a:cxn ang="0">
                      <a:pos x="connsiteX2397" y="connsiteY2397"/>
                    </a:cxn>
                    <a:cxn ang="0">
                      <a:pos x="connsiteX2398" y="connsiteY2398"/>
                    </a:cxn>
                    <a:cxn ang="0">
                      <a:pos x="connsiteX2399" y="connsiteY2399"/>
                    </a:cxn>
                    <a:cxn ang="0">
                      <a:pos x="connsiteX2400" y="connsiteY2400"/>
                    </a:cxn>
                    <a:cxn ang="0">
                      <a:pos x="connsiteX2401" y="connsiteY2401"/>
                    </a:cxn>
                    <a:cxn ang="0">
                      <a:pos x="connsiteX2402" y="connsiteY2402"/>
                    </a:cxn>
                    <a:cxn ang="0">
                      <a:pos x="connsiteX2403" y="connsiteY2403"/>
                    </a:cxn>
                    <a:cxn ang="0">
                      <a:pos x="connsiteX2404" y="connsiteY2404"/>
                    </a:cxn>
                    <a:cxn ang="0">
                      <a:pos x="connsiteX2405" y="connsiteY2405"/>
                    </a:cxn>
                    <a:cxn ang="0">
                      <a:pos x="connsiteX2406" y="connsiteY2406"/>
                    </a:cxn>
                    <a:cxn ang="0">
                      <a:pos x="connsiteX2407" y="connsiteY2407"/>
                    </a:cxn>
                    <a:cxn ang="0">
                      <a:pos x="connsiteX2408" y="connsiteY2408"/>
                    </a:cxn>
                    <a:cxn ang="0">
                      <a:pos x="connsiteX2409" y="connsiteY2409"/>
                    </a:cxn>
                    <a:cxn ang="0">
                      <a:pos x="connsiteX2410" y="connsiteY2410"/>
                    </a:cxn>
                    <a:cxn ang="0">
                      <a:pos x="connsiteX2411" y="connsiteY2411"/>
                    </a:cxn>
                    <a:cxn ang="0">
                      <a:pos x="connsiteX2412" y="connsiteY2412"/>
                    </a:cxn>
                    <a:cxn ang="0">
                      <a:pos x="connsiteX2413" y="connsiteY2413"/>
                    </a:cxn>
                    <a:cxn ang="0">
                      <a:pos x="connsiteX2414" y="connsiteY2414"/>
                    </a:cxn>
                    <a:cxn ang="0">
                      <a:pos x="connsiteX2415" y="connsiteY2415"/>
                    </a:cxn>
                    <a:cxn ang="0">
                      <a:pos x="connsiteX2416" y="connsiteY2416"/>
                    </a:cxn>
                    <a:cxn ang="0">
                      <a:pos x="connsiteX2417" y="connsiteY2417"/>
                    </a:cxn>
                    <a:cxn ang="0">
                      <a:pos x="connsiteX2418" y="connsiteY2418"/>
                    </a:cxn>
                    <a:cxn ang="0">
                      <a:pos x="connsiteX2419" y="connsiteY2419"/>
                    </a:cxn>
                    <a:cxn ang="0">
                      <a:pos x="connsiteX2420" y="connsiteY2420"/>
                    </a:cxn>
                    <a:cxn ang="0">
                      <a:pos x="connsiteX2421" y="connsiteY2421"/>
                    </a:cxn>
                    <a:cxn ang="0">
                      <a:pos x="connsiteX2422" y="connsiteY2422"/>
                    </a:cxn>
                    <a:cxn ang="0">
                      <a:pos x="connsiteX2423" y="connsiteY2423"/>
                    </a:cxn>
                    <a:cxn ang="0">
                      <a:pos x="connsiteX2424" y="connsiteY2424"/>
                    </a:cxn>
                    <a:cxn ang="0">
                      <a:pos x="connsiteX2425" y="connsiteY2425"/>
                    </a:cxn>
                    <a:cxn ang="0">
                      <a:pos x="connsiteX2426" y="connsiteY2426"/>
                    </a:cxn>
                    <a:cxn ang="0">
                      <a:pos x="connsiteX2427" y="connsiteY2427"/>
                    </a:cxn>
                    <a:cxn ang="0">
                      <a:pos x="connsiteX2428" y="connsiteY2428"/>
                    </a:cxn>
                    <a:cxn ang="0">
                      <a:pos x="connsiteX2429" y="connsiteY2429"/>
                    </a:cxn>
                    <a:cxn ang="0">
                      <a:pos x="connsiteX2430" y="connsiteY2430"/>
                    </a:cxn>
                    <a:cxn ang="0">
                      <a:pos x="connsiteX2431" y="connsiteY2431"/>
                    </a:cxn>
                    <a:cxn ang="0">
                      <a:pos x="connsiteX2432" y="connsiteY2432"/>
                    </a:cxn>
                    <a:cxn ang="0">
                      <a:pos x="connsiteX2433" y="connsiteY2433"/>
                    </a:cxn>
                    <a:cxn ang="0">
                      <a:pos x="connsiteX2434" y="connsiteY2434"/>
                    </a:cxn>
                    <a:cxn ang="0">
                      <a:pos x="connsiteX2435" y="connsiteY2435"/>
                    </a:cxn>
                    <a:cxn ang="0">
                      <a:pos x="connsiteX2436" y="connsiteY2436"/>
                    </a:cxn>
                    <a:cxn ang="0">
                      <a:pos x="connsiteX2437" y="connsiteY2437"/>
                    </a:cxn>
                    <a:cxn ang="0">
                      <a:pos x="connsiteX2438" y="connsiteY2438"/>
                    </a:cxn>
                    <a:cxn ang="0">
                      <a:pos x="connsiteX2439" y="connsiteY2439"/>
                    </a:cxn>
                    <a:cxn ang="0">
                      <a:pos x="connsiteX2440" y="connsiteY2440"/>
                    </a:cxn>
                    <a:cxn ang="0">
                      <a:pos x="connsiteX2441" y="connsiteY2441"/>
                    </a:cxn>
                    <a:cxn ang="0">
                      <a:pos x="connsiteX2442" y="connsiteY2442"/>
                    </a:cxn>
                    <a:cxn ang="0">
                      <a:pos x="connsiteX2443" y="connsiteY2443"/>
                    </a:cxn>
                    <a:cxn ang="0">
                      <a:pos x="connsiteX2444" y="connsiteY2444"/>
                    </a:cxn>
                    <a:cxn ang="0">
                      <a:pos x="connsiteX2445" y="connsiteY2445"/>
                    </a:cxn>
                    <a:cxn ang="0">
                      <a:pos x="connsiteX2446" y="connsiteY2446"/>
                    </a:cxn>
                    <a:cxn ang="0">
                      <a:pos x="connsiteX2447" y="connsiteY2447"/>
                    </a:cxn>
                    <a:cxn ang="0">
                      <a:pos x="connsiteX2448" y="connsiteY2448"/>
                    </a:cxn>
                    <a:cxn ang="0">
                      <a:pos x="connsiteX2449" y="connsiteY2449"/>
                    </a:cxn>
                    <a:cxn ang="0">
                      <a:pos x="connsiteX2450" y="connsiteY2450"/>
                    </a:cxn>
                    <a:cxn ang="0">
                      <a:pos x="connsiteX2451" y="connsiteY2451"/>
                    </a:cxn>
                    <a:cxn ang="0">
                      <a:pos x="connsiteX2452" y="connsiteY2452"/>
                    </a:cxn>
                    <a:cxn ang="0">
                      <a:pos x="connsiteX2453" y="connsiteY2453"/>
                    </a:cxn>
                    <a:cxn ang="0">
                      <a:pos x="connsiteX2454" y="connsiteY2454"/>
                    </a:cxn>
                    <a:cxn ang="0">
                      <a:pos x="connsiteX2455" y="connsiteY2455"/>
                    </a:cxn>
                    <a:cxn ang="0">
                      <a:pos x="connsiteX2456" y="connsiteY2456"/>
                    </a:cxn>
                    <a:cxn ang="0">
                      <a:pos x="connsiteX2457" y="connsiteY2457"/>
                    </a:cxn>
                    <a:cxn ang="0">
                      <a:pos x="connsiteX2458" y="connsiteY2458"/>
                    </a:cxn>
                    <a:cxn ang="0">
                      <a:pos x="connsiteX2459" y="connsiteY2459"/>
                    </a:cxn>
                    <a:cxn ang="0">
                      <a:pos x="connsiteX2460" y="connsiteY2460"/>
                    </a:cxn>
                    <a:cxn ang="0">
                      <a:pos x="connsiteX2461" y="connsiteY2461"/>
                    </a:cxn>
                    <a:cxn ang="0">
                      <a:pos x="connsiteX2462" y="connsiteY2462"/>
                    </a:cxn>
                    <a:cxn ang="0">
                      <a:pos x="connsiteX2463" y="connsiteY2463"/>
                    </a:cxn>
                    <a:cxn ang="0">
                      <a:pos x="connsiteX2464" y="connsiteY2464"/>
                    </a:cxn>
                    <a:cxn ang="0">
                      <a:pos x="connsiteX2465" y="connsiteY2465"/>
                    </a:cxn>
                    <a:cxn ang="0">
                      <a:pos x="connsiteX2466" y="connsiteY2466"/>
                    </a:cxn>
                    <a:cxn ang="0">
                      <a:pos x="connsiteX2467" y="connsiteY2467"/>
                    </a:cxn>
                    <a:cxn ang="0">
                      <a:pos x="connsiteX2468" y="connsiteY2468"/>
                    </a:cxn>
                    <a:cxn ang="0">
                      <a:pos x="connsiteX2469" y="connsiteY2469"/>
                    </a:cxn>
                    <a:cxn ang="0">
                      <a:pos x="connsiteX2470" y="connsiteY2470"/>
                    </a:cxn>
                    <a:cxn ang="0">
                      <a:pos x="connsiteX2471" y="connsiteY2471"/>
                    </a:cxn>
                    <a:cxn ang="0">
                      <a:pos x="connsiteX2472" y="connsiteY2472"/>
                    </a:cxn>
                    <a:cxn ang="0">
                      <a:pos x="connsiteX2473" y="connsiteY2473"/>
                    </a:cxn>
                    <a:cxn ang="0">
                      <a:pos x="connsiteX2474" y="connsiteY2474"/>
                    </a:cxn>
                    <a:cxn ang="0">
                      <a:pos x="connsiteX2475" y="connsiteY2475"/>
                    </a:cxn>
                    <a:cxn ang="0">
                      <a:pos x="connsiteX2476" y="connsiteY2476"/>
                    </a:cxn>
                    <a:cxn ang="0">
                      <a:pos x="connsiteX2477" y="connsiteY2477"/>
                    </a:cxn>
                    <a:cxn ang="0">
                      <a:pos x="connsiteX2478" y="connsiteY2478"/>
                    </a:cxn>
                    <a:cxn ang="0">
                      <a:pos x="connsiteX2479" y="connsiteY2479"/>
                    </a:cxn>
                    <a:cxn ang="0">
                      <a:pos x="connsiteX2480" y="connsiteY2480"/>
                    </a:cxn>
                    <a:cxn ang="0">
                      <a:pos x="connsiteX2481" y="connsiteY2481"/>
                    </a:cxn>
                    <a:cxn ang="0">
                      <a:pos x="connsiteX2482" y="connsiteY2482"/>
                    </a:cxn>
                    <a:cxn ang="0">
                      <a:pos x="connsiteX2483" y="connsiteY2483"/>
                    </a:cxn>
                    <a:cxn ang="0">
                      <a:pos x="connsiteX2484" y="connsiteY2484"/>
                    </a:cxn>
                    <a:cxn ang="0">
                      <a:pos x="connsiteX2485" y="connsiteY2485"/>
                    </a:cxn>
                    <a:cxn ang="0">
                      <a:pos x="connsiteX2486" y="connsiteY2486"/>
                    </a:cxn>
                    <a:cxn ang="0">
                      <a:pos x="connsiteX2487" y="connsiteY2487"/>
                    </a:cxn>
                    <a:cxn ang="0">
                      <a:pos x="connsiteX2488" y="connsiteY2488"/>
                    </a:cxn>
                    <a:cxn ang="0">
                      <a:pos x="connsiteX2489" y="connsiteY2489"/>
                    </a:cxn>
                    <a:cxn ang="0">
                      <a:pos x="connsiteX2490" y="connsiteY2490"/>
                    </a:cxn>
                    <a:cxn ang="0">
                      <a:pos x="connsiteX2491" y="connsiteY2491"/>
                    </a:cxn>
                    <a:cxn ang="0">
                      <a:pos x="connsiteX2492" y="connsiteY2492"/>
                    </a:cxn>
                    <a:cxn ang="0">
                      <a:pos x="connsiteX2493" y="connsiteY2493"/>
                    </a:cxn>
                    <a:cxn ang="0">
                      <a:pos x="connsiteX2494" y="connsiteY2494"/>
                    </a:cxn>
                    <a:cxn ang="0">
                      <a:pos x="connsiteX2495" y="connsiteY2495"/>
                    </a:cxn>
                    <a:cxn ang="0">
                      <a:pos x="connsiteX2496" y="connsiteY2496"/>
                    </a:cxn>
                    <a:cxn ang="0">
                      <a:pos x="connsiteX2497" y="connsiteY2497"/>
                    </a:cxn>
                    <a:cxn ang="0">
                      <a:pos x="connsiteX2498" y="connsiteY2498"/>
                    </a:cxn>
                    <a:cxn ang="0">
                      <a:pos x="connsiteX2499" y="connsiteY2499"/>
                    </a:cxn>
                    <a:cxn ang="0">
                      <a:pos x="connsiteX2500" y="connsiteY2500"/>
                    </a:cxn>
                    <a:cxn ang="0">
                      <a:pos x="connsiteX2501" y="connsiteY2501"/>
                    </a:cxn>
                    <a:cxn ang="0">
                      <a:pos x="connsiteX2502" y="connsiteY2502"/>
                    </a:cxn>
                    <a:cxn ang="0">
                      <a:pos x="connsiteX2503" y="connsiteY2503"/>
                    </a:cxn>
                    <a:cxn ang="0">
                      <a:pos x="connsiteX2504" y="connsiteY2504"/>
                    </a:cxn>
                    <a:cxn ang="0">
                      <a:pos x="connsiteX2505" y="connsiteY2505"/>
                    </a:cxn>
                    <a:cxn ang="0">
                      <a:pos x="connsiteX2506" y="connsiteY2506"/>
                    </a:cxn>
                    <a:cxn ang="0">
                      <a:pos x="connsiteX2507" y="connsiteY2507"/>
                    </a:cxn>
                    <a:cxn ang="0">
                      <a:pos x="connsiteX2508" y="connsiteY2508"/>
                    </a:cxn>
                    <a:cxn ang="0">
                      <a:pos x="connsiteX2509" y="connsiteY2509"/>
                    </a:cxn>
                    <a:cxn ang="0">
                      <a:pos x="connsiteX2510" y="connsiteY2510"/>
                    </a:cxn>
                    <a:cxn ang="0">
                      <a:pos x="connsiteX2511" y="connsiteY2511"/>
                    </a:cxn>
                    <a:cxn ang="0">
                      <a:pos x="connsiteX2512" y="connsiteY2512"/>
                    </a:cxn>
                    <a:cxn ang="0">
                      <a:pos x="connsiteX2513" y="connsiteY2513"/>
                    </a:cxn>
                    <a:cxn ang="0">
                      <a:pos x="connsiteX2514" y="connsiteY2514"/>
                    </a:cxn>
                    <a:cxn ang="0">
                      <a:pos x="connsiteX2515" y="connsiteY2515"/>
                    </a:cxn>
                    <a:cxn ang="0">
                      <a:pos x="connsiteX2516" y="connsiteY2516"/>
                    </a:cxn>
                    <a:cxn ang="0">
                      <a:pos x="connsiteX2517" y="connsiteY2517"/>
                    </a:cxn>
                    <a:cxn ang="0">
                      <a:pos x="connsiteX2518" y="connsiteY2518"/>
                    </a:cxn>
                    <a:cxn ang="0">
                      <a:pos x="connsiteX2519" y="connsiteY2519"/>
                    </a:cxn>
                    <a:cxn ang="0">
                      <a:pos x="connsiteX2520" y="connsiteY2520"/>
                    </a:cxn>
                    <a:cxn ang="0">
                      <a:pos x="connsiteX2521" y="connsiteY2521"/>
                    </a:cxn>
                    <a:cxn ang="0">
                      <a:pos x="connsiteX2522" y="connsiteY2522"/>
                    </a:cxn>
                    <a:cxn ang="0">
                      <a:pos x="connsiteX2523" y="connsiteY2523"/>
                    </a:cxn>
                    <a:cxn ang="0">
                      <a:pos x="connsiteX2524" y="connsiteY2524"/>
                    </a:cxn>
                    <a:cxn ang="0">
                      <a:pos x="connsiteX2525" y="connsiteY2525"/>
                    </a:cxn>
                    <a:cxn ang="0">
                      <a:pos x="connsiteX2526" y="connsiteY2526"/>
                    </a:cxn>
                    <a:cxn ang="0">
                      <a:pos x="connsiteX2527" y="connsiteY2527"/>
                    </a:cxn>
                    <a:cxn ang="0">
                      <a:pos x="connsiteX2528" y="connsiteY2528"/>
                    </a:cxn>
                    <a:cxn ang="0">
                      <a:pos x="connsiteX2529" y="connsiteY2529"/>
                    </a:cxn>
                    <a:cxn ang="0">
                      <a:pos x="connsiteX2530" y="connsiteY2530"/>
                    </a:cxn>
                    <a:cxn ang="0">
                      <a:pos x="connsiteX2531" y="connsiteY2531"/>
                    </a:cxn>
                    <a:cxn ang="0">
                      <a:pos x="connsiteX2532" y="connsiteY2532"/>
                    </a:cxn>
                    <a:cxn ang="0">
                      <a:pos x="connsiteX2533" y="connsiteY2533"/>
                    </a:cxn>
                    <a:cxn ang="0">
                      <a:pos x="connsiteX2534" y="connsiteY2534"/>
                    </a:cxn>
                    <a:cxn ang="0">
                      <a:pos x="connsiteX2535" y="connsiteY2535"/>
                    </a:cxn>
                    <a:cxn ang="0">
                      <a:pos x="connsiteX2536" y="connsiteY2536"/>
                    </a:cxn>
                    <a:cxn ang="0">
                      <a:pos x="connsiteX2537" y="connsiteY2537"/>
                    </a:cxn>
                    <a:cxn ang="0">
                      <a:pos x="connsiteX2538" y="connsiteY2538"/>
                    </a:cxn>
                    <a:cxn ang="0">
                      <a:pos x="connsiteX2539" y="connsiteY2539"/>
                    </a:cxn>
                    <a:cxn ang="0">
                      <a:pos x="connsiteX2540" y="connsiteY2540"/>
                    </a:cxn>
                  </a:cxnLst>
                  <a:rect l="l" t="t" r="r" b="b"/>
                  <a:pathLst>
                    <a:path w="592360" h="1318781">
                      <a:moveTo>
                        <a:pt x="333640" y="7756"/>
                      </a:moveTo>
                      <a:lnTo>
                        <a:pt x="330665" y="13173"/>
                      </a:lnTo>
                      <a:lnTo>
                        <a:pt x="332598" y="19737"/>
                      </a:lnTo>
                      <a:lnTo>
                        <a:pt x="335492" y="24576"/>
                      </a:lnTo>
                      <a:lnTo>
                        <a:pt x="337830" y="25154"/>
                      </a:lnTo>
                      <a:lnTo>
                        <a:pt x="339359" y="31197"/>
                      </a:lnTo>
                      <a:lnTo>
                        <a:pt x="347496" y="36198"/>
                      </a:lnTo>
                      <a:lnTo>
                        <a:pt x="351340" y="35364"/>
                      </a:lnTo>
                      <a:lnTo>
                        <a:pt x="358852" y="38166"/>
                      </a:lnTo>
                      <a:lnTo>
                        <a:pt x="358285" y="42518"/>
                      </a:lnTo>
                      <a:lnTo>
                        <a:pt x="360635" y="45088"/>
                      </a:lnTo>
                      <a:lnTo>
                        <a:pt x="360566" y="49637"/>
                      </a:lnTo>
                      <a:lnTo>
                        <a:pt x="363969" y="51652"/>
                      </a:lnTo>
                      <a:lnTo>
                        <a:pt x="363841" y="54418"/>
                      </a:lnTo>
                      <a:lnTo>
                        <a:pt x="368993" y="54905"/>
                      </a:lnTo>
                      <a:lnTo>
                        <a:pt x="369548" y="57440"/>
                      </a:lnTo>
                      <a:lnTo>
                        <a:pt x="372373" y="59315"/>
                      </a:lnTo>
                      <a:lnTo>
                        <a:pt x="371053" y="62452"/>
                      </a:lnTo>
                      <a:lnTo>
                        <a:pt x="374804" y="63992"/>
                      </a:lnTo>
                      <a:lnTo>
                        <a:pt x="376575" y="62313"/>
                      </a:lnTo>
                      <a:lnTo>
                        <a:pt x="381124" y="62938"/>
                      </a:lnTo>
                      <a:lnTo>
                        <a:pt x="381738" y="61514"/>
                      </a:lnTo>
                      <a:lnTo>
                        <a:pt x="386009" y="61642"/>
                      </a:lnTo>
                      <a:lnTo>
                        <a:pt x="386484" y="59245"/>
                      </a:lnTo>
                      <a:lnTo>
                        <a:pt x="391172" y="58308"/>
                      </a:lnTo>
                      <a:lnTo>
                        <a:pt x="396705" y="63239"/>
                      </a:lnTo>
                      <a:lnTo>
                        <a:pt x="393811" y="63563"/>
                      </a:lnTo>
                      <a:lnTo>
                        <a:pt x="391566" y="67453"/>
                      </a:lnTo>
                      <a:lnTo>
                        <a:pt x="394575" y="71631"/>
                      </a:lnTo>
                      <a:lnTo>
                        <a:pt x="390582" y="74966"/>
                      </a:lnTo>
                      <a:lnTo>
                        <a:pt x="391936" y="75209"/>
                      </a:lnTo>
                      <a:lnTo>
                        <a:pt x="391670" y="78427"/>
                      </a:lnTo>
                      <a:lnTo>
                        <a:pt x="393672" y="80464"/>
                      </a:lnTo>
                      <a:lnTo>
                        <a:pt x="395015" y="79654"/>
                      </a:lnTo>
                      <a:lnTo>
                        <a:pt x="393788" y="81888"/>
                      </a:lnTo>
                      <a:lnTo>
                        <a:pt x="397597" y="86032"/>
                      </a:lnTo>
                      <a:lnTo>
                        <a:pt x="397550" y="88196"/>
                      </a:lnTo>
                      <a:lnTo>
                        <a:pt x="390038" y="90002"/>
                      </a:lnTo>
                      <a:lnTo>
                        <a:pt x="390292" y="92167"/>
                      </a:lnTo>
                      <a:lnTo>
                        <a:pt x="388382" y="90292"/>
                      </a:lnTo>
                      <a:lnTo>
                        <a:pt x="387653" y="91762"/>
                      </a:lnTo>
                      <a:lnTo>
                        <a:pt x="382710" y="92260"/>
                      </a:lnTo>
                      <a:lnTo>
                        <a:pt x="382455" y="94517"/>
                      </a:lnTo>
                      <a:lnTo>
                        <a:pt x="378416" y="94610"/>
                      </a:lnTo>
                      <a:lnTo>
                        <a:pt x="373970" y="99182"/>
                      </a:lnTo>
                      <a:lnTo>
                        <a:pt x="367106" y="101868"/>
                      </a:lnTo>
                      <a:lnTo>
                        <a:pt x="366793" y="107552"/>
                      </a:lnTo>
                      <a:lnTo>
                        <a:pt x="367939" y="107690"/>
                      </a:lnTo>
                      <a:lnTo>
                        <a:pt x="366597" y="109323"/>
                      </a:lnTo>
                      <a:lnTo>
                        <a:pt x="368784" y="109901"/>
                      </a:lnTo>
                      <a:lnTo>
                        <a:pt x="366816" y="118780"/>
                      </a:lnTo>
                      <a:lnTo>
                        <a:pt x="364791" y="121547"/>
                      </a:lnTo>
                      <a:lnTo>
                        <a:pt x="362290" y="122033"/>
                      </a:lnTo>
                      <a:lnTo>
                        <a:pt x="360566" y="126663"/>
                      </a:lnTo>
                      <a:lnTo>
                        <a:pt x="357602" y="126918"/>
                      </a:lnTo>
                      <a:lnTo>
                        <a:pt x="357220" y="128284"/>
                      </a:lnTo>
                      <a:lnTo>
                        <a:pt x="359165" y="132926"/>
                      </a:lnTo>
                      <a:lnTo>
                        <a:pt x="368310" y="136005"/>
                      </a:lnTo>
                      <a:lnTo>
                        <a:pt x="367314" y="141874"/>
                      </a:lnTo>
                      <a:lnTo>
                        <a:pt x="368507" y="146308"/>
                      </a:lnTo>
                      <a:lnTo>
                        <a:pt x="373947" y="153079"/>
                      </a:lnTo>
                      <a:lnTo>
                        <a:pt x="376031" y="153242"/>
                      </a:lnTo>
                      <a:lnTo>
                        <a:pt x="368889" y="159029"/>
                      </a:lnTo>
                      <a:lnTo>
                        <a:pt x="368379" y="165037"/>
                      </a:lnTo>
                      <a:lnTo>
                        <a:pt x="365323" y="172237"/>
                      </a:lnTo>
                      <a:lnTo>
                        <a:pt x="355426" y="179414"/>
                      </a:lnTo>
                      <a:lnTo>
                        <a:pt x="360519" y="185689"/>
                      </a:lnTo>
                      <a:lnTo>
                        <a:pt x="366157" y="197647"/>
                      </a:lnTo>
                      <a:lnTo>
                        <a:pt x="362962" y="202126"/>
                      </a:lnTo>
                      <a:lnTo>
                        <a:pt x="367881" y="215288"/>
                      </a:lnTo>
                      <a:lnTo>
                        <a:pt x="371088" y="219340"/>
                      </a:lnTo>
                      <a:lnTo>
                        <a:pt x="379272" y="225232"/>
                      </a:lnTo>
                      <a:lnTo>
                        <a:pt x="382733" y="225718"/>
                      </a:lnTo>
                      <a:lnTo>
                        <a:pt x="392422" y="223275"/>
                      </a:lnTo>
                      <a:lnTo>
                        <a:pt x="404345" y="209315"/>
                      </a:lnTo>
                      <a:lnTo>
                        <a:pt x="407170" y="210600"/>
                      </a:lnTo>
                      <a:lnTo>
                        <a:pt x="417102" y="204418"/>
                      </a:lnTo>
                      <a:lnTo>
                        <a:pt x="421049" y="196327"/>
                      </a:lnTo>
                      <a:lnTo>
                        <a:pt x="424418" y="199256"/>
                      </a:lnTo>
                      <a:lnTo>
                        <a:pt x="428308" y="210646"/>
                      </a:lnTo>
                      <a:lnTo>
                        <a:pt x="434165" y="213494"/>
                      </a:lnTo>
                      <a:lnTo>
                        <a:pt x="435114" y="217268"/>
                      </a:lnTo>
                      <a:lnTo>
                        <a:pt x="442338" y="225475"/>
                      </a:lnTo>
                      <a:lnTo>
                        <a:pt x="449491" y="226528"/>
                      </a:lnTo>
                      <a:lnTo>
                        <a:pt x="450846" y="232617"/>
                      </a:lnTo>
                      <a:lnTo>
                        <a:pt x="454643" y="234979"/>
                      </a:lnTo>
                      <a:lnTo>
                        <a:pt x="453994" y="240801"/>
                      </a:lnTo>
                      <a:lnTo>
                        <a:pt x="455824" y="245258"/>
                      </a:lnTo>
                      <a:lnTo>
                        <a:pt x="451042" y="250872"/>
                      </a:lnTo>
                      <a:lnTo>
                        <a:pt x="451575" y="256140"/>
                      </a:lnTo>
                      <a:lnTo>
                        <a:pt x="447604" y="269660"/>
                      </a:lnTo>
                      <a:lnTo>
                        <a:pt x="449827" y="272820"/>
                      </a:lnTo>
                      <a:lnTo>
                        <a:pt x="444236" y="278967"/>
                      </a:lnTo>
                      <a:lnTo>
                        <a:pt x="443414" y="287418"/>
                      </a:lnTo>
                      <a:lnTo>
                        <a:pt x="439524" y="289814"/>
                      </a:lnTo>
                      <a:lnTo>
                        <a:pt x="440844" y="296713"/>
                      </a:lnTo>
                      <a:lnTo>
                        <a:pt x="446320" y="302976"/>
                      </a:lnTo>
                      <a:lnTo>
                        <a:pt x="449214" y="303971"/>
                      </a:lnTo>
                      <a:lnTo>
                        <a:pt x="449144" y="305696"/>
                      </a:lnTo>
                      <a:lnTo>
                        <a:pt x="457317" y="306379"/>
                      </a:lnTo>
                      <a:lnTo>
                        <a:pt x="457282" y="308034"/>
                      </a:lnTo>
                      <a:lnTo>
                        <a:pt x="460859" y="309771"/>
                      </a:lnTo>
                      <a:lnTo>
                        <a:pt x="462503" y="317665"/>
                      </a:lnTo>
                      <a:lnTo>
                        <a:pt x="449838" y="328686"/>
                      </a:lnTo>
                      <a:lnTo>
                        <a:pt x="455314" y="340331"/>
                      </a:lnTo>
                      <a:lnTo>
                        <a:pt x="456726" y="349568"/>
                      </a:lnTo>
                      <a:lnTo>
                        <a:pt x="468152" y="357845"/>
                      </a:lnTo>
                      <a:lnTo>
                        <a:pt x="476648" y="367951"/>
                      </a:lnTo>
                      <a:lnTo>
                        <a:pt x="489093" y="375845"/>
                      </a:lnTo>
                      <a:lnTo>
                        <a:pt x="488849" y="380580"/>
                      </a:lnTo>
                      <a:lnTo>
                        <a:pt x="493144" y="387039"/>
                      </a:lnTo>
                      <a:lnTo>
                        <a:pt x="498365" y="385199"/>
                      </a:lnTo>
                      <a:lnTo>
                        <a:pt x="501745" y="387213"/>
                      </a:lnTo>
                      <a:lnTo>
                        <a:pt x="501016" y="393510"/>
                      </a:lnTo>
                      <a:lnTo>
                        <a:pt x="502995" y="394738"/>
                      </a:lnTo>
                      <a:lnTo>
                        <a:pt x="505125" y="403987"/>
                      </a:lnTo>
                      <a:lnTo>
                        <a:pt x="503713" y="412229"/>
                      </a:lnTo>
                      <a:lnTo>
                        <a:pt x="506248" y="422751"/>
                      </a:lnTo>
                      <a:lnTo>
                        <a:pt x="502381" y="430878"/>
                      </a:lnTo>
                      <a:lnTo>
                        <a:pt x="502266" y="429153"/>
                      </a:lnTo>
                      <a:lnTo>
                        <a:pt x="499893" y="428852"/>
                      </a:lnTo>
                      <a:lnTo>
                        <a:pt x="495830" y="436283"/>
                      </a:lnTo>
                      <a:lnTo>
                        <a:pt x="479959" y="436677"/>
                      </a:lnTo>
                      <a:lnTo>
                        <a:pt x="475190" y="434477"/>
                      </a:lnTo>
                      <a:lnTo>
                        <a:pt x="468893" y="437221"/>
                      </a:lnTo>
                      <a:lnTo>
                        <a:pt x="469749" y="439756"/>
                      </a:lnTo>
                      <a:lnTo>
                        <a:pt x="467689" y="440937"/>
                      </a:lnTo>
                      <a:lnTo>
                        <a:pt x="460315" y="441851"/>
                      </a:lnTo>
                      <a:lnTo>
                        <a:pt x="460639" y="446470"/>
                      </a:lnTo>
                      <a:lnTo>
                        <a:pt x="456680" y="449503"/>
                      </a:lnTo>
                      <a:lnTo>
                        <a:pt x="455025" y="453300"/>
                      </a:lnTo>
                      <a:lnTo>
                        <a:pt x="455870" y="466647"/>
                      </a:lnTo>
                      <a:lnTo>
                        <a:pt x="460569" y="470316"/>
                      </a:lnTo>
                      <a:lnTo>
                        <a:pt x="458590" y="478547"/>
                      </a:lnTo>
                      <a:lnTo>
                        <a:pt x="451864" y="478859"/>
                      </a:lnTo>
                      <a:lnTo>
                        <a:pt x="448727" y="483675"/>
                      </a:lnTo>
                      <a:lnTo>
                        <a:pt x="442338" y="488629"/>
                      </a:lnTo>
                      <a:lnTo>
                        <a:pt x="436793" y="491350"/>
                      </a:lnTo>
                      <a:lnTo>
                        <a:pt x="434396" y="490678"/>
                      </a:lnTo>
                      <a:lnTo>
                        <a:pt x="445336" y="499928"/>
                      </a:lnTo>
                      <a:lnTo>
                        <a:pt x="445660" y="503157"/>
                      </a:lnTo>
                      <a:lnTo>
                        <a:pt x="450661" y="505067"/>
                      </a:lnTo>
                      <a:lnTo>
                        <a:pt x="454203" y="509455"/>
                      </a:lnTo>
                      <a:lnTo>
                        <a:pt x="452409" y="515752"/>
                      </a:lnTo>
                      <a:lnTo>
                        <a:pt x="449630" y="517210"/>
                      </a:lnTo>
                      <a:lnTo>
                        <a:pt x="450522" y="519757"/>
                      </a:lnTo>
                      <a:lnTo>
                        <a:pt x="449098" y="521852"/>
                      </a:lnTo>
                      <a:lnTo>
                        <a:pt x="450498" y="524295"/>
                      </a:lnTo>
                      <a:lnTo>
                        <a:pt x="449190" y="527490"/>
                      </a:lnTo>
                      <a:lnTo>
                        <a:pt x="451575" y="531286"/>
                      </a:lnTo>
                      <a:lnTo>
                        <a:pt x="448554" y="535662"/>
                      </a:lnTo>
                      <a:lnTo>
                        <a:pt x="452108" y="541219"/>
                      </a:lnTo>
                      <a:lnTo>
                        <a:pt x="450834" y="548928"/>
                      </a:lnTo>
                      <a:lnTo>
                        <a:pt x="448542" y="558166"/>
                      </a:lnTo>
                      <a:lnTo>
                        <a:pt x="444387" y="560400"/>
                      </a:lnTo>
                      <a:lnTo>
                        <a:pt x="440809" y="560261"/>
                      </a:lnTo>
                      <a:lnTo>
                        <a:pt x="435936" y="553211"/>
                      </a:lnTo>
                      <a:lnTo>
                        <a:pt x="432486" y="554091"/>
                      </a:lnTo>
                      <a:lnTo>
                        <a:pt x="432220" y="558872"/>
                      </a:lnTo>
                      <a:lnTo>
                        <a:pt x="424036" y="559254"/>
                      </a:lnTo>
                      <a:lnTo>
                        <a:pt x="420934" y="567739"/>
                      </a:lnTo>
                      <a:lnTo>
                        <a:pt x="418757" y="566686"/>
                      </a:lnTo>
                      <a:lnTo>
                        <a:pt x="410654" y="568873"/>
                      </a:lnTo>
                      <a:lnTo>
                        <a:pt x="408605" y="567183"/>
                      </a:lnTo>
                      <a:lnTo>
                        <a:pt x="401903" y="566558"/>
                      </a:lnTo>
                      <a:lnTo>
                        <a:pt x="397435" y="573261"/>
                      </a:lnTo>
                      <a:lnTo>
                        <a:pt x="395235" y="580866"/>
                      </a:lnTo>
                      <a:lnTo>
                        <a:pt x="378277" y="600036"/>
                      </a:lnTo>
                      <a:lnTo>
                        <a:pt x="376413" y="606969"/>
                      </a:lnTo>
                      <a:lnTo>
                        <a:pt x="373056" y="607004"/>
                      </a:lnTo>
                      <a:lnTo>
                        <a:pt x="371817" y="609516"/>
                      </a:lnTo>
                      <a:lnTo>
                        <a:pt x="367233" y="609632"/>
                      </a:lnTo>
                      <a:lnTo>
                        <a:pt x="368090" y="615339"/>
                      </a:lnTo>
                      <a:lnTo>
                        <a:pt x="366168" y="617064"/>
                      </a:lnTo>
                      <a:lnTo>
                        <a:pt x="366816" y="623245"/>
                      </a:lnTo>
                      <a:lnTo>
                        <a:pt x="365647" y="624924"/>
                      </a:lnTo>
                      <a:lnTo>
                        <a:pt x="366110" y="627471"/>
                      </a:lnTo>
                      <a:lnTo>
                        <a:pt x="372500" y="630804"/>
                      </a:lnTo>
                      <a:lnTo>
                        <a:pt x="372118" y="632425"/>
                      </a:lnTo>
                      <a:lnTo>
                        <a:pt x="375417" y="635828"/>
                      </a:lnTo>
                      <a:lnTo>
                        <a:pt x="375209" y="638479"/>
                      </a:lnTo>
                      <a:lnTo>
                        <a:pt x="379573" y="639671"/>
                      </a:lnTo>
                      <a:lnTo>
                        <a:pt x="379573" y="644093"/>
                      </a:lnTo>
                      <a:lnTo>
                        <a:pt x="384585" y="643654"/>
                      </a:lnTo>
                      <a:lnTo>
                        <a:pt x="385685" y="645981"/>
                      </a:lnTo>
                      <a:lnTo>
                        <a:pt x="394494" y="649627"/>
                      </a:lnTo>
                      <a:lnTo>
                        <a:pt x="397921" y="654836"/>
                      </a:lnTo>
                      <a:lnTo>
                        <a:pt x="400120" y="655612"/>
                      </a:lnTo>
                      <a:lnTo>
                        <a:pt x="398210" y="672686"/>
                      </a:lnTo>
                      <a:lnTo>
                        <a:pt x="401915" y="676078"/>
                      </a:lnTo>
                      <a:lnTo>
                        <a:pt x="410932" y="675487"/>
                      </a:lnTo>
                      <a:lnTo>
                        <a:pt x="413317" y="677559"/>
                      </a:lnTo>
                      <a:lnTo>
                        <a:pt x="431259" y="671193"/>
                      </a:lnTo>
                      <a:lnTo>
                        <a:pt x="435415" y="676170"/>
                      </a:lnTo>
                      <a:lnTo>
                        <a:pt x="436966" y="688846"/>
                      </a:lnTo>
                      <a:lnTo>
                        <a:pt x="441736" y="689922"/>
                      </a:lnTo>
                      <a:lnTo>
                        <a:pt x="443090" y="694576"/>
                      </a:lnTo>
                      <a:lnTo>
                        <a:pt x="442673" y="695733"/>
                      </a:lnTo>
                      <a:lnTo>
                        <a:pt x="439386" y="692932"/>
                      </a:lnTo>
                      <a:lnTo>
                        <a:pt x="438679" y="693904"/>
                      </a:lnTo>
                      <a:lnTo>
                        <a:pt x="438610" y="703235"/>
                      </a:lnTo>
                      <a:lnTo>
                        <a:pt x="442905" y="706337"/>
                      </a:lnTo>
                      <a:lnTo>
                        <a:pt x="450117" y="703779"/>
                      </a:lnTo>
                      <a:lnTo>
                        <a:pt x="457849" y="711627"/>
                      </a:lnTo>
                      <a:lnTo>
                        <a:pt x="457108" y="713965"/>
                      </a:lnTo>
                      <a:lnTo>
                        <a:pt x="458671" y="715227"/>
                      </a:lnTo>
                      <a:lnTo>
                        <a:pt x="480862" y="711141"/>
                      </a:lnTo>
                      <a:lnTo>
                        <a:pt x="484080" y="713259"/>
                      </a:lnTo>
                      <a:lnTo>
                        <a:pt x="480272" y="717195"/>
                      </a:lnTo>
                      <a:lnTo>
                        <a:pt x="482367" y="719533"/>
                      </a:lnTo>
                      <a:lnTo>
                        <a:pt x="482425" y="723157"/>
                      </a:lnTo>
                      <a:lnTo>
                        <a:pt x="486361" y="720819"/>
                      </a:lnTo>
                      <a:lnTo>
                        <a:pt x="488016" y="722115"/>
                      </a:lnTo>
                      <a:lnTo>
                        <a:pt x="491141" y="717878"/>
                      </a:lnTo>
                      <a:lnTo>
                        <a:pt x="492750" y="718202"/>
                      </a:lnTo>
                      <a:lnTo>
                        <a:pt x="496709" y="728389"/>
                      </a:lnTo>
                      <a:lnTo>
                        <a:pt x="498446" y="732093"/>
                      </a:lnTo>
                      <a:lnTo>
                        <a:pt x="496350" y="734490"/>
                      </a:lnTo>
                      <a:lnTo>
                        <a:pt x="497450" y="738321"/>
                      </a:lnTo>
                      <a:lnTo>
                        <a:pt x="499650" y="738992"/>
                      </a:lnTo>
                      <a:lnTo>
                        <a:pt x="501791" y="737372"/>
                      </a:lnTo>
                      <a:lnTo>
                        <a:pt x="504465" y="739965"/>
                      </a:lnTo>
                      <a:lnTo>
                        <a:pt x="504176" y="743114"/>
                      </a:lnTo>
                      <a:lnTo>
                        <a:pt x="508054" y="741817"/>
                      </a:lnTo>
                      <a:lnTo>
                        <a:pt x="508841" y="743854"/>
                      </a:lnTo>
                      <a:lnTo>
                        <a:pt x="511492" y="744063"/>
                      </a:lnTo>
                      <a:lnTo>
                        <a:pt x="512128" y="742500"/>
                      </a:lnTo>
                      <a:lnTo>
                        <a:pt x="514814" y="743577"/>
                      </a:lnTo>
                      <a:lnTo>
                        <a:pt x="517546" y="745533"/>
                      </a:lnTo>
                      <a:lnTo>
                        <a:pt x="518437" y="748982"/>
                      </a:lnTo>
                      <a:lnTo>
                        <a:pt x="521354" y="749990"/>
                      </a:lnTo>
                      <a:lnTo>
                        <a:pt x="523392" y="754446"/>
                      </a:lnTo>
                      <a:lnTo>
                        <a:pt x="521401" y="756472"/>
                      </a:lnTo>
                      <a:lnTo>
                        <a:pt x="524920" y="764506"/>
                      </a:lnTo>
                      <a:lnTo>
                        <a:pt x="532398" y="773500"/>
                      </a:lnTo>
                      <a:lnTo>
                        <a:pt x="529458" y="777899"/>
                      </a:lnTo>
                      <a:lnTo>
                        <a:pt x="532490" y="776857"/>
                      </a:lnTo>
                      <a:lnTo>
                        <a:pt x="534690" y="781326"/>
                      </a:lnTo>
                      <a:lnTo>
                        <a:pt x="544668" y="788526"/>
                      </a:lnTo>
                      <a:lnTo>
                        <a:pt x="544379" y="800657"/>
                      </a:lnTo>
                      <a:lnTo>
                        <a:pt x="539401" y="802926"/>
                      </a:lnTo>
                      <a:lnTo>
                        <a:pt x="521621" y="814629"/>
                      </a:lnTo>
                      <a:lnTo>
                        <a:pt x="516018" y="818542"/>
                      </a:lnTo>
                      <a:lnTo>
                        <a:pt x="515543" y="822895"/>
                      </a:lnTo>
                      <a:lnTo>
                        <a:pt x="517245" y="825001"/>
                      </a:lnTo>
                      <a:lnTo>
                        <a:pt x="513216" y="829666"/>
                      </a:lnTo>
                      <a:lnTo>
                        <a:pt x="515254" y="834204"/>
                      </a:lnTo>
                      <a:lnTo>
                        <a:pt x="514988" y="846463"/>
                      </a:lnTo>
                      <a:lnTo>
                        <a:pt x="511330" y="849866"/>
                      </a:lnTo>
                      <a:lnTo>
                        <a:pt x="510010" y="855562"/>
                      </a:lnTo>
                      <a:lnTo>
                        <a:pt x="508725" y="856835"/>
                      </a:lnTo>
                      <a:lnTo>
                        <a:pt x="506283" y="855990"/>
                      </a:lnTo>
                      <a:lnTo>
                        <a:pt x="500263" y="863213"/>
                      </a:lnTo>
                      <a:lnTo>
                        <a:pt x="504002" y="872486"/>
                      </a:lnTo>
                      <a:lnTo>
                        <a:pt x="503968" y="877208"/>
                      </a:lnTo>
                      <a:lnTo>
                        <a:pt x="510033" y="881353"/>
                      </a:lnTo>
                      <a:lnTo>
                        <a:pt x="509628" y="887210"/>
                      </a:lnTo>
                      <a:lnTo>
                        <a:pt x="511040" y="889699"/>
                      </a:lnTo>
                      <a:lnTo>
                        <a:pt x="513888" y="885161"/>
                      </a:lnTo>
                      <a:lnTo>
                        <a:pt x="519468" y="893693"/>
                      </a:lnTo>
                      <a:lnTo>
                        <a:pt x="526818" y="892894"/>
                      </a:lnTo>
                      <a:lnTo>
                        <a:pt x="528265" y="894341"/>
                      </a:lnTo>
                      <a:lnTo>
                        <a:pt x="530580" y="893773"/>
                      </a:lnTo>
                      <a:lnTo>
                        <a:pt x="531668" y="889687"/>
                      </a:lnTo>
                      <a:lnTo>
                        <a:pt x="535083" y="890023"/>
                      </a:lnTo>
                      <a:lnTo>
                        <a:pt x="539123" y="886897"/>
                      </a:lnTo>
                      <a:lnTo>
                        <a:pt x="542816" y="886400"/>
                      </a:lnTo>
                      <a:lnTo>
                        <a:pt x="543627" y="888437"/>
                      </a:lnTo>
                      <a:lnTo>
                        <a:pt x="541693" y="890474"/>
                      </a:lnTo>
                      <a:lnTo>
                        <a:pt x="541855" y="893311"/>
                      </a:lnTo>
                      <a:lnTo>
                        <a:pt x="547747" y="898959"/>
                      </a:lnTo>
                      <a:lnTo>
                        <a:pt x="546266" y="911276"/>
                      </a:lnTo>
                      <a:lnTo>
                        <a:pt x="550225" y="914344"/>
                      </a:lnTo>
                      <a:lnTo>
                        <a:pt x="551325" y="921405"/>
                      </a:lnTo>
                      <a:lnTo>
                        <a:pt x="552644" y="926302"/>
                      </a:lnTo>
                      <a:lnTo>
                        <a:pt x="557390" y="925746"/>
                      </a:lnTo>
                      <a:lnTo>
                        <a:pt x="568318" y="943388"/>
                      </a:lnTo>
                      <a:lnTo>
                        <a:pt x="579199" y="951977"/>
                      </a:lnTo>
                      <a:lnTo>
                        <a:pt x="580750" y="958170"/>
                      </a:lnTo>
                      <a:lnTo>
                        <a:pt x="587024" y="963483"/>
                      </a:lnTo>
                      <a:lnTo>
                        <a:pt x="591203" y="964039"/>
                      </a:lnTo>
                      <a:lnTo>
                        <a:pt x="592361" y="971830"/>
                      </a:lnTo>
                      <a:lnTo>
                        <a:pt x="587869" y="976287"/>
                      </a:lnTo>
                      <a:lnTo>
                        <a:pt x="586364" y="982086"/>
                      </a:lnTo>
                      <a:lnTo>
                        <a:pt x="589872" y="985883"/>
                      </a:lnTo>
                      <a:lnTo>
                        <a:pt x="588055" y="988557"/>
                      </a:lnTo>
                      <a:lnTo>
                        <a:pt x="577764" y="991949"/>
                      </a:lnTo>
                      <a:lnTo>
                        <a:pt x="573538" y="988638"/>
                      </a:lnTo>
                      <a:lnTo>
                        <a:pt x="570263" y="992956"/>
                      </a:lnTo>
                      <a:lnTo>
                        <a:pt x="569603" y="1001510"/>
                      </a:lnTo>
                      <a:lnTo>
                        <a:pt x="564972" y="1005527"/>
                      </a:lnTo>
                      <a:lnTo>
                        <a:pt x="564729" y="1012044"/>
                      </a:lnTo>
                      <a:lnTo>
                        <a:pt x="567507" y="1016050"/>
                      </a:lnTo>
                      <a:lnTo>
                        <a:pt x="564856" y="1017589"/>
                      </a:lnTo>
                      <a:lnTo>
                        <a:pt x="565690" y="1020750"/>
                      </a:lnTo>
                      <a:lnTo>
                        <a:pt x="562495" y="1023389"/>
                      </a:lnTo>
                      <a:lnTo>
                        <a:pt x="562125" y="1026190"/>
                      </a:lnTo>
                      <a:lnTo>
                        <a:pt x="557807" y="1028783"/>
                      </a:lnTo>
                      <a:lnTo>
                        <a:pt x="559219" y="1032094"/>
                      </a:lnTo>
                      <a:lnTo>
                        <a:pt x="555712" y="1029836"/>
                      </a:lnTo>
                      <a:lnTo>
                        <a:pt x="551151" y="1034108"/>
                      </a:lnTo>
                      <a:lnTo>
                        <a:pt x="551486" y="1035659"/>
                      </a:lnTo>
                      <a:lnTo>
                        <a:pt x="553778" y="1038449"/>
                      </a:lnTo>
                      <a:lnTo>
                        <a:pt x="552378" y="1041135"/>
                      </a:lnTo>
                      <a:lnTo>
                        <a:pt x="555885" y="1043878"/>
                      </a:lnTo>
                      <a:lnTo>
                        <a:pt x="563398" y="1044283"/>
                      </a:lnTo>
                      <a:lnTo>
                        <a:pt x="558941" y="1057422"/>
                      </a:lnTo>
                      <a:lnTo>
                        <a:pt x="559069" y="1061253"/>
                      </a:lnTo>
                      <a:lnTo>
                        <a:pt x="553767" y="1064622"/>
                      </a:lnTo>
                      <a:lnTo>
                        <a:pt x="554693" y="1066254"/>
                      </a:lnTo>
                      <a:lnTo>
                        <a:pt x="553153" y="1067886"/>
                      </a:lnTo>
                      <a:lnTo>
                        <a:pt x="548824" y="1067597"/>
                      </a:lnTo>
                      <a:lnTo>
                        <a:pt x="549785" y="1070699"/>
                      </a:lnTo>
                      <a:lnTo>
                        <a:pt x="548720" y="1072181"/>
                      </a:lnTo>
                      <a:lnTo>
                        <a:pt x="551162" y="1074519"/>
                      </a:lnTo>
                      <a:lnTo>
                        <a:pt x="553026" y="1072760"/>
                      </a:lnTo>
                      <a:lnTo>
                        <a:pt x="557541" y="1075561"/>
                      </a:lnTo>
                      <a:lnTo>
                        <a:pt x="556950" y="1079266"/>
                      </a:lnTo>
                      <a:lnTo>
                        <a:pt x="558316" y="1079925"/>
                      </a:lnTo>
                      <a:lnTo>
                        <a:pt x="559069" y="1084961"/>
                      </a:lnTo>
                      <a:lnTo>
                        <a:pt x="555666" y="1088468"/>
                      </a:lnTo>
                      <a:lnTo>
                        <a:pt x="555897" y="1092960"/>
                      </a:lnTo>
                      <a:lnTo>
                        <a:pt x="557436" y="1093562"/>
                      </a:lnTo>
                      <a:lnTo>
                        <a:pt x="556927" y="1098169"/>
                      </a:lnTo>
                      <a:lnTo>
                        <a:pt x="560157" y="1100889"/>
                      </a:lnTo>
                      <a:lnTo>
                        <a:pt x="557413" y="1110659"/>
                      </a:lnTo>
                      <a:lnTo>
                        <a:pt x="558872" y="1130223"/>
                      </a:lnTo>
                      <a:lnTo>
                        <a:pt x="557356" y="1135154"/>
                      </a:lnTo>
                      <a:lnTo>
                        <a:pt x="560585" y="1138221"/>
                      </a:lnTo>
                      <a:lnTo>
                        <a:pt x="560794" y="1144334"/>
                      </a:lnTo>
                      <a:lnTo>
                        <a:pt x="567091" y="1148131"/>
                      </a:lnTo>
                      <a:lnTo>
                        <a:pt x="569568" y="1152552"/>
                      </a:lnTo>
                      <a:lnTo>
                        <a:pt x="569151" y="1154624"/>
                      </a:lnTo>
                      <a:lnTo>
                        <a:pt x="564139" y="1157299"/>
                      </a:lnTo>
                      <a:lnTo>
                        <a:pt x="565146" y="1162832"/>
                      </a:lnTo>
                      <a:lnTo>
                        <a:pt x="560631" y="1174500"/>
                      </a:lnTo>
                      <a:lnTo>
                        <a:pt x="554276" y="1177255"/>
                      </a:lnTo>
                      <a:lnTo>
                        <a:pt x="550618" y="1174720"/>
                      </a:lnTo>
                      <a:lnTo>
                        <a:pt x="544275" y="1175137"/>
                      </a:lnTo>
                      <a:lnTo>
                        <a:pt x="541265" y="1178783"/>
                      </a:lnTo>
                      <a:lnTo>
                        <a:pt x="542237" y="1180242"/>
                      </a:lnTo>
                      <a:lnTo>
                        <a:pt x="539783" y="1182036"/>
                      </a:lnTo>
                      <a:lnTo>
                        <a:pt x="540304" y="1184548"/>
                      </a:lnTo>
                      <a:lnTo>
                        <a:pt x="536623" y="1185683"/>
                      </a:lnTo>
                      <a:lnTo>
                        <a:pt x="535894" y="1187454"/>
                      </a:lnTo>
                      <a:lnTo>
                        <a:pt x="529886" y="1188519"/>
                      </a:lnTo>
                      <a:lnTo>
                        <a:pt x="527895" y="1186724"/>
                      </a:lnTo>
                      <a:lnTo>
                        <a:pt x="524758" y="1189074"/>
                      </a:lnTo>
                      <a:lnTo>
                        <a:pt x="521100" y="1189213"/>
                      </a:lnTo>
                      <a:lnTo>
                        <a:pt x="518472" y="1185694"/>
                      </a:lnTo>
                      <a:lnTo>
                        <a:pt x="515022" y="1185208"/>
                      </a:lnTo>
                      <a:lnTo>
                        <a:pt x="513437" y="1180728"/>
                      </a:lnTo>
                      <a:lnTo>
                        <a:pt x="511098" y="1180288"/>
                      </a:lnTo>
                      <a:lnTo>
                        <a:pt x="509524" y="1186192"/>
                      </a:lnTo>
                      <a:lnTo>
                        <a:pt x="510728" y="1196251"/>
                      </a:lnTo>
                      <a:lnTo>
                        <a:pt x="505704" y="1194503"/>
                      </a:lnTo>
                      <a:lnTo>
                        <a:pt x="504315" y="1198439"/>
                      </a:lnTo>
                      <a:lnTo>
                        <a:pt x="498284" y="1202769"/>
                      </a:lnTo>
                      <a:lnTo>
                        <a:pt x="485944" y="1220202"/>
                      </a:lnTo>
                      <a:lnTo>
                        <a:pt x="481765" y="1227252"/>
                      </a:lnTo>
                      <a:lnTo>
                        <a:pt x="476498" y="1228861"/>
                      </a:lnTo>
                      <a:lnTo>
                        <a:pt x="473129" y="1235424"/>
                      </a:lnTo>
                      <a:lnTo>
                        <a:pt x="471069" y="1232993"/>
                      </a:lnTo>
                      <a:lnTo>
                        <a:pt x="469691" y="1235320"/>
                      </a:lnTo>
                      <a:lnTo>
                        <a:pt x="462607" y="1237704"/>
                      </a:lnTo>
                      <a:lnTo>
                        <a:pt x="462399" y="1240460"/>
                      </a:lnTo>
                      <a:lnTo>
                        <a:pt x="456830" y="1242138"/>
                      </a:lnTo>
                      <a:lnTo>
                        <a:pt x="453288" y="1239406"/>
                      </a:lnTo>
                      <a:lnTo>
                        <a:pt x="448102" y="1240321"/>
                      </a:lnTo>
                      <a:lnTo>
                        <a:pt x="444213" y="1243110"/>
                      </a:lnTo>
                      <a:lnTo>
                        <a:pt x="443657" y="1246479"/>
                      </a:lnTo>
                      <a:lnTo>
                        <a:pt x="437568" y="1255080"/>
                      </a:lnTo>
                      <a:lnTo>
                        <a:pt x="435404" y="1253494"/>
                      </a:lnTo>
                      <a:lnTo>
                        <a:pt x="434026" y="1255913"/>
                      </a:lnTo>
                      <a:lnTo>
                        <a:pt x="425634" y="1257152"/>
                      </a:lnTo>
                      <a:lnTo>
                        <a:pt x="423839" y="1268299"/>
                      </a:lnTo>
                      <a:lnTo>
                        <a:pt x="426073" y="1271830"/>
                      </a:lnTo>
                      <a:lnTo>
                        <a:pt x="424499" y="1272652"/>
                      </a:lnTo>
                      <a:lnTo>
                        <a:pt x="429338" y="1279493"/>
                      </a:lnTo>
                      <a:lnTo>
                        <a:pt x="424858" y="1283464"/>
                      </a:lnTo>
                      <a:lnTo>
                        <a:pt x="425634" y="1288986"/>
                      </a:lnTo>
                      <a:lnTo>
                        <a:pt x="422450" y="1290745"/>
                      </a:lnTo>
                      <a:lnTo>
                        <a:pt x="416326" y="1290398"/>
                      </a:lnTo>
                      <a:lnTo>
                        <a:pt x="417206" y="1292910"/>
                      </a:lnTo>
                      <a:lnTo>
                        <a:pt x="414891" y="1295098"/>
                      </a:lnTo>
                      <a:lnTo>
                        <a:pt x="405734" y="1296012"/>
                      </a:lnTo>
                      <a:lnTo>
                        <a:pt x="406441" y="1305863"/>
                      </a:lnTo>
                      <a:lnTo>
                        <a:pt x="403477" y="1305122"/>
                      </a:lnTo>
                      <a:lnTo>
                        <a:pt x="400873" y="1307866"/>
                      </a:lnTo>
                      <a:lnTo>
                        <a:pt x="392040" y="1309903"/>
                      </a:lnTo>
                      <a:lnTo>
                        <a:pt x="389876" y="1312045"/>
                      </a:lnTo>
                      <a:lnTo>
                        <a:pt x="386160" y="1306812"/>
                      </a:lnTo>
                      <a:lnTo>
                        <a:pt x="383567" y="1306350"/>
                      </a:lnTo>
                      <a:lnTo>
                        <a:pt x="380765" y="1308399"/>
                      </a:lnTo>
                      <a:lnTo>
                        <a:pt x="375637" y="1302865"/>
                      </a:lnTo>
                      <a:lnTo>
                        <a:pt x="374896" y="1314568"/>
                      </a:lnTo>
                      <a:lnTo>
                        <a:pt x="372651" y="1318782"/>
                      </a:lnTo>
                      <a:lnTo>
                        <a:pt x="366712" y="1313040"/>
                      </a:lnTo>
                      <a:lnTo>
                        <a:pt x="364108" y="1312658"/>
                      </a:lnTo>
                      <a:lnTo>
                        <a:pt x="361457" y="1308236"/>
                      </a:lnTo>
                      <a:lnTo>
                        <a:pt x="357104" y="1309510"/>
                      </a:lnTo>
                      <a:lnTo>
                        <a:pt x="358239" y="1311258"/>
                      </a:lnTo>
                      <a:lnTo>
                        <a:pt x="355900" y="1313388"/>
                      </a:lnTo>
                      <a:lnTo>
                        <a:pt x="352486" y="1313793"/>
                      </a:lnTo>
                      <a:lnTo>
                        <a:pt x="348515" y="1309278"/>
                      </a:lnTo>
                      <a:lnTo>
                        <a:pt x="348295" y="1304150"/>
                      </a:lnTo>
                      <a:lnTo>
                        <a:pt x="350321" y="1302726"/>
                      </a:lnTo>
                      <a:lnTo>
                        <a:pt x="347890" y="1301962"/>
                      </a:lnTo>
                      <a:lnTo>
                        <a:pt x="349592" y="1299520"/>
                      </a:lnTo>
                      <a:lnTo>
                        <a:pt x="345771" y="1299612"/>
                      </a:lnTo>
                      <a:lnTo>
                        <a:pt x="345077" y="1294334"/>
                      </a:lnTo>
                      <a:lnTo>
                        <a:pt x="340030" y="1295248"/>
                      </a:lnTo>
                      <a:lnTo>
                        <a:pt x="336279" y="1289368"/>
                      </a:lnTo>
                      <a:lnTo>
                        <a:pt x="332668" y="1291220"/>
                      </a:lnTo>
                      <a:lnTo>
                        <a:pt x="329288" y="1290294"/>
                      </a:lnTo>
                      <a:lnTo>
                        <a:pt x="321323" y="1295711"/>
                      </a:lnTo>
                      <a:lnTo>
                        <a:pt x="316924" y="1294982"/>
                      </a:lnTo>
                      <a:lnTo>
                        <a:pt x="312641" y="1289877"/>
                      </a:lnTo>
                      <a:lnTo>
                        <a:pt x="308115" y="1295329"/>
                      </a:lnTo>
                      <a:lnTo>
                        <a:pt x="302790" y="1296938"/>
                      </a:lnTo>
                      <a:lnTo>
                        <a:pt x="296817" y="1294600"/>
                      </a:lnTo>
                      <a:lnTo>
                        <a:pt x="291064" y="1294959"/>
                      </a:lnTo>
                      <a:lnTo>
                        <a:pt x="288158" y="1289970"/>
                      </a:lnTo>
                      <a:lnTo>
                        <a:pt x="284083" y="1290791"/>
                      </a:lnTo>
                      <a:lnTo>
                        <a:pt x="283679" y="1289159"/>
                      </a:lnTo>
                      <a:lnTo>
                        <a:pt x="282255" y="1290467"/>
                      </a:lnTo>
                      <a:lnTo>
                        <a:pt x="280460" y="1289379"/>
                      </a:lnTo>
                      <a:lnTo>
                        <a:pt x="279696" y="1292134"/>
                      </a:lnTo>
                      <a:lnTo>
                        <a:pt x="275703" y="1292933"/>
                      </a:lnTo>
                      <a:lnTo>
                        <a:pt x="264162" y="1288349"/>
                      </a:lnTo>
                      <a:lnTo>
                        <a:pt x="262506" y="1281693"/>
                      </a:lnTo>
                      <a:lnTo>
                        <a:pt x="263618" y="1280396"/>
                      </a:lnTo>
                      <a:lnTo>
                        <a:pt x="261441" y="1276252"/>
                      </a:lnTo>
                      <a:lnTo>
                        <a:pt x="258756" y="1276622"/>
                      </a:lnTo>
                      <a:lnTo>
                        <a:pt x="255456" y="1273138"/>
                      </a:lnTo>
                      <a:lnTo>
                        <a:pt x="257447" y="1264688"/>
                      </a:lnTo>
                      <a:lnTo>
                        <a:pt x="253616" y="1262836"/>
                      </a:lnTo>
                      <a:lnTo>
                        <a:pt x="255283" y="1260671"/>
                      </a:lnTo>
                      <a:lnTo>
                        <a:pt x="252400" y="1259861"/>
                      </a:lnTo>
                      <a:lnTo>
                        <a:pt x="254901" y="1257974"/>
                      </a:lnTo>
                      <a:lnTo>
                        <a:pt x="254820" y="1255913"/>
                      </a:lnTo>
                      <a:lnTo>
                        <a:pt x="253060" y="1257106"/>
                      </a:lnTo>
                      <a:lnTo>
                        <a:pt x="253871" y="1255543"/>
                      </a:lnTo>
                      <a:lnTo>
                        <a:pt x="256313" y="1254686"/>
                      </a:lnTo>
                      <a:lnTo>
                        <a:pt x="253431" y="1253899"/>
                      </a:lnTo>
                      <a:lnTo>
                        <a:pt x="255318" y="1252209"/>
                      </a:lnTo>
                      <a:lnTo>
                        <a:pt x="251625" y="1252059"/>
                      </a:lnTo>
                      <a:lnTo>
                        <a:pt x="255572" y="1250913"/>
                      </a:lnTo>
                      <a:lnTo>
                        <a:pt x="252424" y="1248794"/>
                      </a:lnTo>
                      <a:lnTo>
                        <a:pt x="254172" y="1247741"/>
                      </a:lnTo>
                      <a:lnTo>
                        <a:pt x="252840" y="1245530"/>
                      </a:lnTo>
                      <a:lnTo>
                        <a:pt x="249900" y="1245981"/>
                      </a:lnTo>
                      <a:lnTo>
                        <a:pt x="250745" y="1243411"/>
                      </a:lnTo>
                      <a:lnTo>
                        <a:pt x="248522" y="1242752"/>
                      </a:lnTo>
                      <a:lnTo>
                        <a:pt x="250676" y="1238584"/>
                      </a:lnTo>
                      <a:lnTo>
                        <a:pt x="245293" y="1234996"/>
                      </a:lnTo>
                      <a:lnTo>
                        <a:pt x="244471" y="1232634"/>
                      </a:lnTo>
                      <a:lnTo>
                        <a:pt x="241415" y="1232275"/>
                      </a:lnTo>
                      <a:lnTo>
                        <a:pt x="242503" y="1228721"/>
                      </a:lnTo>
                      <a:lnTo>
                        <a:pt x="244263" y="1228548"/>
                      </a:lnTo>
                      <a:lnTo>
                        <a:pt x="243406" y="1230423"/>
                      </a:lnTo>
                      <a:lnTo>
                        <a:pt x="245629" y="1227842"/>
                      </a:lnTo>
                      <a:lnTo>
                        <a:pt x="246763" y="1224508"/>
                      </a:lnTo>
                      <a:lnTo>
                        <a:pt x="244587" y="1225179"/>
                      </a:lnTo>
                      <a:lnTo>
                        <a:pt x="245177" y="1222193"/>
                      </a:lnTo>
                      <a:lnTo>
                        <a:pt x="248002" y="1221012"/>
                      </a:lnTo>
                      <a:lnTo>
                        <a:pt x="249055" y="1214993"/>
                      </a:lnTo>
                      <a:lnTo>
                        <a:pt x="241102" y="1220653"/>
                      </a:lnTo>
                      <a:lnTo>
                        <a:pt x="238683" y="1220132"/>
                      </a:lnTo>
                      <a:lnTo>
                        <a:pt x="234979" y="1216683"/>
                      </a:lnTo>
                      <a:lnTo>
                        <a:pt x="226922" y="1214692"/>
                      </a:lnTo>
                      <a:lnTo>
                        <a:pt x="225822" y="1211358"/>
                      </a:lnTo>
                      <a:lnTo>
                        <a:pt x="219895" y="1208059"/>
                      </a:lnTo>
                      <a:lnTo>
                        <a:pt x="214489" y="1197478"/>
                      </a:lnTo>
                      <a:lnTo>
                        <a:pt x="212672" y="1199122"/>
                      </a:lnTo>
                      <a:lnTo>
                        <a:pt x="209002" y="1195302"/>
                      </a:lnTo>
                      <a:lnTo>
                        <a:pt x="210843" y="1193357"/>
                      </a:lnTo>
                      <a:lnTo>
                        <a:pt x="216006" y="1193531"/>
                      </a:lnTo>
                      <a:lnTo>
                        <a:pt x="217603" y="1191540"/>
                      </a:lnTo>
                      <a:lnTo>
                        <a:pt x="219236" y="1192107"/>
                      </a:lnTo>
                      <a:lnTo>
                        <a:pt x="226262" y="1187940"/>
                      </a:lnTo>
                      <a:lnTo>
                        <a:pt x="227130" y="1189051"/>
                      </a:lnTo>
                      <a:lnTo>
                        <a:pt x="232907" y="1185497"/>
                      </a:lnTo>
                      <a:lnTo>
                        <a:pt x="235500" y="1181643"/>
                      </a:lnTo>
                      <a:lnTo>
                        <a:pt x="235002" y="1175010"/>
                      </a:lnTo>
                      <a:lnTo>
                        <a:pt x="229770" y="1170043"/>
                      </a:lnTo>
                      <a:lnTo>
                        <a:pt x="225556" y="1161952"/>
                      </a:lnTo>
                      <a:lnTo>
                        <a:pt x="208516" y="1147274"/>
                      </a:lnTo>
                      <a:lnTo>
                        <a:pt x="195366" y="1137712"/>
                      </a:lnTo>
                      <a:lnTo>
                        <a:pt x="183709" y="1136832"/>
                      </a:lnTo>
                      <a:lnTo>
                        <a:pt x="182146" y="1136219"/>
                      </a:lnTo>
                      <a:lnTo>
                        <a:pt x="183084" y="1134401"/>
                      </a:lnTo>
                      <a:lnTo>
                        <a:pt x="181961" y="1136149"/>
                      </a:lnTo>
                      <a:lnTo>
                        <a:pt x="178049" y="1134610"/>
                      </a:lnTo>
                      <a:lnTo>
                        <a:pt x="177632" y="1134332"/>
                      </a:lnTo>
                      <a:lnTo>
                        <a:pt x="176069" y="1132445"/>
                      </a:lnTo>
                      <a:lnTo>
                        <a:pt x="176764" y="1131774"/>
                      </a:lnTo>
                      <a:lnTo>
                        <a:pt x="175988" y="1132353"/>
                      </a:lnTo>
                      <a:lnTo>
                        <a:pt x="175664" y="1131959"/>
                      </a:lnTo>
                      <a:lnTo>
                        <a:pt x="176578" y="1131102"/>
                      </a:lnTo>
                      <a:lnTo>
                        <a:pt x="179392" y="1132665"/>
                      </a:lnTo>
                      <a:lnTo>
                        <a:pt x="176567" y="1131033"/>
                      </a:lnTo>
                      <a:lnTo>
                        <a:pt x="175606" y="1131889"/>
                      </a:lnTo>
                      <a:lnTo>
                        <a:pt x="172596" y="1128255"/>
                      </a:lnTo>
                      <a:lnTo>
                        <a:pt x="174171" y="1125326"/>
                      </a:lnTo>
                      <a:lnTo>
                        <a:pt x="175618" y="1126854"/>
                      </a:lnTo>
                      <a:lnTo>
                        <a:pt x="175838" y="1129933"/>
                      </a:lnTo>
                      <a:lnTo>
                        <a:pt x="178500" y="1131264"/>
                      </a:lnTo>
                      <a:lnTo>
                        <a:pt x="175896" y="1129852"/>
                      </a:lnTo>
                      <a:lnTo>
                        <a:pt x="176625" y="1128289"/>
                      </a:lnTo>
                      <a:lnTo>
                        <a:pt x="179565" y="1130801"/>
                      </a:lnTo>
                      <a:lnTo>
                        <a:pt x="176185" y="1127490"/>
                      </a:lnTo>
                      <a:lnTo>
                        <a:pt x="176879" y="1125939"/>
                      </a:lnTo>
                      <a:lnTo>
                        <a:pt x="178489" y="1128475"/>
                      </a:lnTo>
                      <a:lnTo>
                        <a:pt x="178292" y="1126090"/>
                      </a:lnTo>
                      <a:lnTo>
                        <a:pt x="180699" y="1127317"/>
                      </a:lnTo>
                      <a:lnTo>
                        <a:pt x="177250" y="1125198"/>
                      </a:lnTo>
                      <a:lnTo>
                        <a:pt x="175722" y="1123103"/>
                      </a:lnTo>
                      <a:lnTo>
                        <a:pt x="178326" y="1124099"/>
                      </a:lnTo>
                      <a:lnTo>
                        <a:pt x="178419" y="1124006"/>
                      </a:lnTo>
                      <a:lnTo>
                        <a:pt x="175930" y="1121818"/>
                      </a:lnTo>
                      <a:lnTo>
                        <a:pt x="180445" y="1121946"/>
                      </a:lnTo>
                      <a:lnTo>
                        <a:pt x="181093" y="1124423"/>
                      </a:lnTo>
                      <a:lnTo>
                        <a:pt x="180688" y="1121703"/>
                      </a:lnTo>
                      <a:lnTo>
                        <a:pt x="180977" y="1121402"/>
                      </a:lnTo>
                      <a:lnTo>
                        <a:pt x="185631" y="1124955"/>
                      </a:lnTo>
                      <a:lnTo>
                        <a:pt x="181197" y="1121182"/>
                      </a:lnTo>
                      <a:lnTo>
                        <a:pt x="179565" y="1120117"/>
                      </a:lnTo>
                      <a:lnTo>
                        <a:pt x="178743" y="1121205"/>
                      </a:lnTo>
                      <a:lnTo>
                        <a:pt x="176405" y="1118172"/>
                      </a:lnTo>
                      <a:lnTo>
                        <a:pt x="178882" y="1114965"/>
                      </a:lnTo>
                      <a:lnTo>
                        <a:pt x="174402" y="1118265"/>
                      </a:lnTo>
                      <a:lnTo>
                        <a:pt x="175479" y="1116077"/>
                      </a:lnTo>
                      <a:lnTo>
                        <a:pt x="173511" y="1116806"/>
                      </a:lnTo>
                      <a:lnTo>
                        <a:pt x="173962" y="1114827"/>
                      </a:lnTo>
                      <a:lnTo>
                        <a:pt x="172712" y="1116725"/>
                      </a:lnTo>
                      <a:lnTo>
                        <a:pt x="171543" y="1115649"/>
                      </a:lnTo>
                      <a:lnTo>
                        <a:pt x="172701" y="1114479"/>
                      </a:lnTo>
                      <a:lnTo>
                        <a:pt x="170189" y="1114676"/>
                      </a:lnTo>
                      <a:lnTo>
                        <a:pt x="171983" y="1114039"/>
                      </a:lnTo>
                      <a:lnTo>
                        <a:pt x="169807" y="1113009"/>
                      </a:lnTo>
                      <a:lnTo>
                        <a:pt x="174460" y="1112454"/>
                      </a:lnTo>
                      <a:lnTo>
                        <a:pt x="171879" y="1111782"/>
                      </a:lnTo>
                      <a:lnTo>
                        <a:pt x="174402" y="1110717"/>
                      </a:lnTo>
                      <a:lnTo>
                        <a:pt x="171091" y="1111817"/>
                      </a:lnTo>
                      <a:lnTo>
                        <a:pt x="171994" y="1109513"/>
                      </a:lnTo>
                      <a:lnTo>
                        <a:pt x="170374" y="1110416"/>
                      </a:lnTo>
                      <a:lnTo>
                        <a:pt x="170050" y="1110601"/>
                      </a:lnTo>
                      <a:lnTo>
                        <a:pt x="169888" y="1110740"/>
                      </a:lnTo>
                      <a:lnTo>
                        <a:pt x="169436" y="1111157"/>
                      </a:lnTo>
                      <a:lnTo>
                        <a:pt x="167503" y="1107024"/>
                      </a:lnTo>
                      <a:lnTo>
                        <a:pt x="170814" y="1107742"/>
                      </a:lnTo>
                      <a:lnTo>
                        <a:pt x="167711" y="1106098"/>
                      </a:lnTo>
                      <a:lnTo>
                        <a:pt x="166287" y="1103123"/>
                      </a:lnTo>
                      <a:lnTo>
                        <a:pt x="166183" y="1102058"/>
                      </a:lnTo>
                      <a:lnTo>
                        <a:pt x="165593" y="1095657"/>
                      </a:lnTo>
                      <a:lnTo>
                        <a:pt x="171091" y="1102058"/>
                      </a:lnTo>
                      <a:lnTo>
                        <a:pt x="174726" y="1106283"/>
                      </a:lnTo>
                      <a:lnTo>
                        <a:pt x="174830" y="1106411"/>
                      </a:lnTo>
                      <a:lnTo>
                        <a:pt x="178593" y="1111354"/>
                      </a:lnTo>
                      <a:lnTo>
                        <a:pt x="174969" y="1106295"/>
                      </a:lnTo>
                      <a:lnTo>
                        <a:pt x="174865" y="1106168"/>
                      </a:lnTo>
                      <a:lnTo>
                        <a:pt x="171358" y="1102058"/>
                      </a:lnTo>
                      <a:lnTo>
                        <a:pt x="160222" y="1088989"/>
                      </a:lnTo>
                      <a:lnTo>
                        <a:pt x="142013" y="1068396"/>
                      </a:lnTo>
                      <a:lnTo>
                        <a:pt x="139292" y="1063939"/>
                      </a:lnTo>
                      <a:lnTo>
                        <a:pt x="138760" y="1057005"/>
                      </a:lnTo>
                      <a:lnTo>
                        <a:pt x="146875" y="1049967"/>
                      </a:lnTo>
                      <a:lnTo>
                        <a:pt x="159875" y="1043045"/>
                      </a:lnTo>
                      <a:lnTo>
                        <a:pt x="167676" y="1040486"/>
                      </a:lnTo>
                      <a:lnTo>
                        <a:pt x="177956" y="1034455"/>
                      </a:lnTo>
                      <a:lnTo>
                        <a:pt x="189717" y="1026896"/>
                      </a:lnTo>
                      <a:lnTo>
                        <a:pt x="195493" y="1025334"/>
                      </a:lnTo>
                      <a:lnTo>
                        <a:pt x="198943" y="1034652"/>
                      </a:lnTo>
                      <a:lnTo>
                        <a:pt x="200934" y="1039282"/>
                      </a:lnTo>
                      <a:lnTo>
                        <a:pt x="204800" y="1049793"/>
                      </a:lnTo>
                      <a:lnTo>
                        <a:pt x="206873" y="1059320"/>
                      </a:lnTo>
                      <a:lnTo>
                        <a:pt x="210669" y="1069588"/>
                      </a:lnTo>
                      <a:lnTo>
                        <a:pt x="218344" y="1078501"/>
                      </a:lnTo>
                      <a:lnTo>
                        <a:pt x="223426" y="1090563"/>
                      </a:lnTo>
                      <a:lnTo>
                        <a:pt x="231576" y="1102058"/>
                      </a:lnTo>
                      <a:lnTo>
                        <a:pt x="233624" y="1104952"/>
                      </a:lnTo>
                      <a:lnTo>
                        <a:pt x="233694" y="1105045"/>
                      </a:lnTo>
                      <a:lnTo>
                        <a:pt x="238532" y="1106631"/>
                      </a:lnTo>
                      <a:lnTo>
                        <a:pt x="243082" y="1111377"/>
                      </a:lnTo>
                      <a:lnTo>
                        <a:pt x="243452" y="1111770"/>
                      </a:lnTo>
                      <a:lnTo>
                        <a:pt x="251243" y="1115533"/>
                      </a:lnTo>
                      <a:lnTo>
                        <a:pt x="259288" y="1114907"/>
                      </a:lnTo>
                      <a:lnTo>
                        <a:pt x="259879" y="1112998"/>
                      </a:lnTo>
                      <a:lnTo>
                        <a:pt x="264960" y="1111018"/>
                      </a:lnTo>
                      <a:lnTo>
                        <a:pt x="261916" y="1109004"/>
                      </a:lnTo>
                      <a:lnTo>
                        <a:pt x="262136" y="1106561"/>
                      </a:lnTo>
                      <a:lnTo>
                        <a:pt x="263826" y="1105832"/>
                      </a:lnTo>
                      <a:lnTo>
                        <a:pt x="273341" y="1106747"/>
                      </a:lnTo>
                      <a:lnTo>
                        <a:pt x="282776" y="1113159"/>
                      </a:lnTo>
                      <a:lnTo>
                        <a:pt x="295636" y="1102058"/>
                      </a:lnTo>
                      <a:lnTo>
                        <a:pt x="295741" y="1101954"/>
                      </a:lnTo>
                      <a:lnTo>
                        <a:pt x="295764" y="1101943"/>
                      </a:lnTo>
                      <a:lnTo>
                        <a:pt x="291990" y="1094384"/>
                      </a:lnTo>
                      <a:lnTo>
                        <a:pt x="294340" y="1088561"/>
                      </a:lnTo>
                      <a:lnTo>
                        <a:pt x="293391" y="1089429"/>
                      </a:lnTo>
                      <a:lnTo>
                        <a:pt x="293680" y="1088005"/>
                      </a:lnTo>
                      <a:lnTo>
                        <a:pt x="295463" y="1085065"/>
                      </a:lnTo>
                      <a:lnTo>
                        <a:pt x="299144" y="1084000"/>
                      </a:lnTo>
                      <a:lnTo>
                        <a:pt x="306657" y="1084567"/>
                      </a:lnTo>
                      <a:lnTo>
                        <a:pt x="314632" y="1077483"/>
                      </a:lnTo>
                      <a:lnTo>
                        <a:pt x="321960" y="1078675"/>
                      </a:lnTo>
                      <a:lnTo>
                        <a:pt x="323175" y="1078872"/>
                      </a:lnTo>
                      <a:lnTo>
                        <a:pt x="326382" y="1076997"/>
                      </a:lnTo>
                      <a:lnTo>
                        <a:pt x="327192" y="1071394"/>
                      </a:lnTo>
                      <a:lnTo>
                        <a:pt x="329762" y="1067389"/>
                      </a:lnTo>
                      <a:lnTo>
                        <a:pt x="334832" y="1068396"/>
                      </a:lnTo>
                      <a:lnTo>
                        <a:pt x="336048" y="1064911"/>
                      </a:lnTo>
                      <a:lnTo>
                        <a:pt x="333663" y="1067516"/>
                      </a:lnTo>
                      <a:lnTo>
                        <a:pt x="330642" y="1066382"/>
                      </a:lnTo>
                      <a:lnTo>
                        <a:pt x="328570" y="1067481"/>
                      </a:lnTo>
                      <a:lnTo>
                        <a:pt x="323442" y="1077518"/>
                      </a:lnTo>
                      <a:lnTo>
                        <a:pt x="317318" y="1074716"/>
                      </a:lnTo>
                      <a:lnTo>
                        <a:pt x="316820" y="1074485"/>
                      </a:lnTo>
                      <a:lnTo>
                        <a:pt x="312502" y="1074647"/>
                      </a:lnTo>
                      <a:lnTo>
                        <a:pt x="310106" y="1076765"/>
                      </a:lnTo>
                      <a:lnTo>
                        <a:pt x="304434" y="1078652"/>
                      </a:lnTo>
                      <a:lnTo>
                        <a:pt x="302339" y="1082599"/>
                      </a:lnTo>
                      <a:lnTo>
                        <a:pt x="297720" y="1080863"/>
                      </a:lnTo>
                      <a:lnTo>
                        <a:pt x="293784" y="1081465"/>
                      </a:lnTo>
                      <a:lnTo>
                        <a:pt x="290126" y="1083769"/>
                      </a:lnTo>
                      <a:lnTo>
                        <a:pt x="287163" y="1089614"/>
                      </a:lnTo>
                      <a:lnTo>
                        <a:pt x="286769" y="1091351"/>
                      </a:lnTo>
                      <a:lnTo>
                        <a:pt x="284685" y="1089082"/>
                      </a:lnTo>
                      <a:lnTo>
                        <a:pt x="286954" y="1093342"/>
                      </a:lnTo>
                      <a:lnTo>
                        <a:pt x="282648" y="1097336"/>
                      </a:lnTo>
                      <a:lnTo>
                        <a:pt x="272427" y="1090969"/>
                      </a:lnTo>
                      <a:lnTo>
                        <a:pt x="270054" y="1091629"/>
                      </a:lnTo>
                      <a:lnTo>
                        <a:pt x="269741" y="1091721"/>
                      </a:lnTo>
                      <a:lnTo>
                        <a:pt x="266280" y="1094407"/>
                      </a:lnTo>
                      <a:lnTo>
                        <a:pt x="259751" y="1094059"/>
                      </a:lnTo>
                      <a:lnTo>
                        <a:pt x="251637" y="1090008"/>
                      </a:lnTo>
                      <a:lnTo>
                        <a:pt x="243082" y="1082912"/>
                      </a:lnTo>
                      <a:lnTo>
                        <a:pt x="240593" y="1080851"/>
                      </a:lnTo>
                      <a:lnTo>
                        <a:pt x="236217" y="1076256"/>
                      </a:lnTo>
                      <a:lnTo>
                        <a:pt x="228103" y="1070306"/>
                      </a:lnTo>
                      <a:lnTo>
                        <a:pt x="219884" y="1065131"/>
                      </a:lnTo>
                      <a:lnTo>
                        <a:pt x="214466" y="1058765"/>
                      </a:lnTo>
                      <a:lnTo>
                        <a:pt x="211040" y="1050233"/>
                      </a:lnTo>
                      <a:lnTo>
                        <a:pt x="208759" y="1044249"/>
                      </a:lnTo>
                      <a:lnTo>
                        <a:pt x="206572" y="1028436"/>
                      </a:lnTo>
                      <a:lnTo>
                        <a:pt x="206537" y="1028146"/>
                      </a:lnTo>
                      <a:lnTo>
                        <a:pt x="201490" y="1017578"/>
                      </a:lnTo>
                      <a:lnTo>
                        <a:pt x="199927" y="1018237"/>
                      </a:lnTo>
                      <a:lnTo>
                        <a:pt x="199858" y="1018226"/>
                      </a:lnTo>
                      <a:lnTo>
                        <a:pt x="198191" y="1016003"/>
                      </a:lnTo>
                      <a:lnTo>
                        <a:pt x="195320" y="1011917"/>
                      </a:lnTo>
                      <a:lnTo>
                        <a:pt x="196674" y="1010308"/>
                      </a:lnTo>
                      <a:lnTo>
                        <a:pt x="194718" y="1004763"/>
                      </a:lnTo>
                      <a:lnTo>
                        <a:pt x="190828" y="996348"/>
                      </a:lnTo>
                      <a:lnTo>
                        <a:pt x="187356" y="988812"/>
                      </a:lnTo>
                      <a:lnTo>
                        <a:pt x="187726" y="985443"/>
                      </a:lnTo>
                      <a:lnTo>
                        <a:pt x="188374" y="975546"/>
                      </a:lnTo>
                      <a:lnTo>
                        <a:pt x="187923" y="973636"/>
                      </a:lnTo>
                      <a:lnTo>
                        <a:pt x="188143" y="976066"/>
                      </a:lnTo>
                      <a:lnTo>
                        <a:pt x="185445" y="978937"/>
                      </a:lnTo>
                      <a:lnTo>
                        <a:pt x="182609" y="976182"/>
                      </a:lnTo>
                      <a:lnTo>
                        <a:pt x="180480" y="971679"/>
                      </a:lnTo>
                      <a:lnTo>
                        <a:pt x="174911" y="967442"/>
                      </a:lnTo>
                      <a:lnTo>
                        <a:pt x="173615" y="961122"/>
                      </a:lnTo>
                      <a:lnTo>
                        <a:pt x="175513" y="950634"/>
                      </a:lnTo>
                      <a:lnTo>
                        <a:pt x="180723" y="940123"/>
                      </a:lnTo>
                      <a:lnTo>
                        <a:pt x="189312" y="926869"/>
                      </a:lnTo>
                      <a:lnTo>
                        <a:pt x="196316" y="911589"/>
                      </a:lnTo>
                      <a:lnTo>
                        <a:pt x="200459" y="904991"/>
                      </a:lnTo>
                      <a:lnTo>
                        <a:pt x="205183" y="901205"/>
                      </a:lnTo>
                      <a:lnTo>
                        <a:pt x="212452" y="890648"/>
                      </a:lnTo>
                      <a:lnTo>
                        <a:pt x="219050" y="881075"/>
                      </a:lnTo>
                      <a:lnTo>
                        <a:pt x="220821" y="879767"/>
                      </a:lnTo>
                      <a:lnTo>
                        <a:pt x="219722" y="876514"/>
                      </a:lnTo>
                      <a:lnTo>
                        <a:pt x="223877" y="875588"/>
                      </a:lnTo>
                      <a:lnTo>
                        <a:pt x="224074" y="878366"/>
                      </a:lnTo>
                      <a:lnTo>
                        <a:pt x="221655" y="879107"/>
                      </a:lnTo>
                      <a:lnTo>
                        <a:pt x="224642" y="878725"/>
                      </a:lnTo>
                      <a:lnTo>
                        <a:pt x="226216" y="881862"/>
                      </a:lnTo>
                      <a:lnTo>
                        <a:pt x="227825" y="879859"/>
                      </a:lnTo>
                      <a:lnTo>
                        <a:pt x="227651" y="885127"/>
                      </a:lnTo>
                      <a:lnTo>
                        <a:pt x="230846" y="887106"/>
                      </a:lnTo>
                      <a:lnTo>
                        <a:pt x="230997" y="886955"/>
                      </a:lnTo>
                      <a:lnTo>
                        <a:pt x="227732" y="885034"/>
                      </a:lnTo>
                      <a:lnTo>
                        <a:pt x="229040" y="879558"/>
                      </a:lnTo>
                      <a:lnTo>
                        <a:pt x="228994" y="879477"/>
                      </a:lnTo>
                      <a:lnTo>
                        <a:pt x="228983" y="879454"/>
                      </a:lnTo>
                      <a:lnTo>
                        <a:pt x="226586" y="879825"/>
                      </a:lnTo>
                      <a:lnTo>
                        <a:pt x="224885" y="878169"/>
                      </a:lnTo>
                      <a:lnTo>
                        <a:pt x="227362" y="876630"/>
                      </a:lnTo>
                      <a:lnTo>
                        <a:pt x="227281" y="876491"/>
                      </a:lnTo>
                      <a:lnTo>
                        <a:pt x="227026" y="876051"/>
                      </a:lnTo>
                      <a:lnTo>
                        <a:pt x="228265" y="874708"/>
                      </a:lnTo>
                      <a:lnTo>
                        <a:pt x="232143" y="876676"/>
                      </a:lnTo>
                      <a:lnTo>
                        <a:pt x="228820" y="874766"/>
                      </a:lnTo>
                      <a:lnTo>
                        <a:pt x="231795" y="874546"/>
                      </a:lnTo>
                      <a:lnTo>
                        <a:pt x="227964" y="873192"/>
                      </a:lnTo>
                      <a:lnTo>
                        <a:pt x="230186" y="872161"/>
                      </a:lnTo>
                      <a:lnTo>
                        <a:pt x="227466" y="871964"/>
                      </a:lnTo>
                      <a:lnTo>
                        <a:pt x="231448" y="869835"/>
                      </a:lnTo>
                      <a:lnTo>
                        <a:pt x="233752" y="871999"/>
                      </a:lnTo>
                      <a:lnTo>
                        <a:pt x="236634" y="872046"/>
                      </a:lnTo>
                      <a:lnTo>
                        <a:pt x="233439" y="871467"/>
                      </a:lnTo>
                      <a:lnTo>
                        <a:pt x="232687" y="867925"/>
                      </a:lnTo>
                      <a:lnTo>
                        <a:pt x="230430" y="868561"/>
                      </a:lnTo>
                      <a:lnTo>
                        <a:pt x="232316" y="866836"/>
                      </a:lnTo>
                      <a:lnTo>
                        <a:pt x="229920" y="867681"/>
                      </a:lnTo>
                      <a:lnTo>
                        <a:pt x="234331" y="859717"/>
                      </a:lnTo>
                      <a:lnTo>
                        <a:pt x="235534" y="863665"/>
                      </a:lnTo>
                      <a:lnTo>
                        <a:pt x="235384" y="860250"/>
                      </a:lnTo>
                      <a:lnTo>
                        <a:pt x="236912" y="861720"/>
                      </a:lnTo>
                      <a:lnTo>
                        <a:pt x="236924" y="865216"/>
                      </a:lnTo>
                      <a:lnTo>
                        <a:pt x="237340" y="862530"/>
                      </a:lnTo>
                      <a:lnTo>
                        <a:pt x="241357" y="866918"/>
                      </a:lnTo>
                      <a:lnTo>
                        <a:pt x="239991" y="864718"/>
                      </a:lnTo>
                      <a:lnTo>
                        <a:pt x="241276" y="864822"/>
                      </a:lnTo>
                      <a:lnTo>
                        <a:pt x="236611" y="860493"/>
                      </a:lnTo>
                      <a:lnTo>
                        <a:pt x="241589" y="859416"/>
                      </a:lnTo>
                      <a:lnTo>
                        <a:pt x="242839" y="864926"/>
                      </a:lnTo>
                      <a:lnTo>
                        <a:pt x="243082" y="864359"/>
                      </a:lnTo>
                      <a:lnTo>
                        <a:pt x="243499" y="863375"/>
                      </a:lnTo>
                      <a:lnTo>
                        <a:pt x="245409" y="866373"/>
                      </a:lnTo>
                      <a:lnTo>
                        <a:pt x="243603" y="863132"/>
                      </a:lnTo>
                      <a:lnTo>
                        <a:pt x="243082" y="862461"/>
                      </a:lnTo>
                      <a:lnTo>
                        <a:pt x="242225" y="861373"/>
                      </a:lnTo>
                      <a:lnTo>
                        <a:pt x="243082" y="861234"/>
                      </a:lnTo>
                      <a:lnTo>
                        <a:pt x="243093" y="861234"/>
                      </a:lnTo>
                      <a:lnTo>
                        <a:pt x="243916" y="861222"/>
                      </a:lnTo>
                      <a:lnTo>
                        <a:pt x="248569" y="869626"/>
                      </a:lnTo>
                      <a:lnTo>
                        <a:pt x="248199" y="868561"/>
                      </a:lnTo>
                      <a:lnTo>
                        <a:pt x="247770" y="867438"/>
                      </a:lnTo>
                      <a:lnTo>
                        <a:pt x="247550" y="866906"/>
                      </a:lnTo>
                      <a:lnTo>
                        <a:pt x="246948" y="865262"/>
                      </a:lnTo>
                      <a:lnTo>
                        <a:pt x="248175" y="865193"/>
                      </a:lnTo>
                      <a:lnTo>
                        <a:pt x="246717" y="864672"/>
                      </a:lnTo>
                      <a:lnTo>
                        <a:pt x="246427" y="864012"/>
                      </a:lnTo>
                      <a:lnTo>
                        <a:pt x="246080" y="862970"/>
                      </a:lnTo>
                      <a:lnTo>
                        <a:pt x="243985" y="860921"/>
                      </a:lnTo>
                      <a:lnTo>
                        <a:pt x="243082" y="860424"/>
                      </a:lnTo>
                      <a:lnTo>
                        <a:pt x="242642" y="860192"/>
                      </a:lnTo>
                      <a:lnTo>
                        <a:pt x="243082" y="859625"/>
                      </a:lnTo>
                      <a:lnTo>
                        <a:pt x="244263" y="858085"/>
                      </a:lnTo>
                      <a:lnTo>
                        <a:pt x="245374" y="857807"/>
                      </a:lnTo>
                      <a:lnTo>
                        <a:pt x="244714" y="859301"/>
                      </a:lnTo>
                      <a:lnTo>
                        <a:pt x="244679" y="859509"/>
                      </a:lnTo>
                      <a:lnTo>
                        <a:pt x="245004" y="860632"/>
                      </a:lnTo>
                      <a:lnTo>
                        <a:pt x="245247" y="860725"/>
                      </a:lnTo>
                      <a:lnTo>
                        <a:pt x="247145" y="862172"/>
                      </a:lnTo>
                      <a:lnTo>
                        <a:pt x="245165" y="860504"/>
                      </a:lnTo>
                      <a:lnTo>
                        <a:pt x="245038" y="860470"/>
                      </a:lnTo>
                      <a:lnTo>
                        <a:pt x="244807" y="859544"/>
                      </a:lnTo>
                      <a:lnTo>
                        <a:pt x="248129" y="861315"/>
                      </a:lnTo>
                      <a:lnTo>
                        <a:pt x="246659" y="859336"/>
                      </a:lnTo>
                      <a:lnTo>
                        <a:pt x="248777" y="857171"/>
                      </a:lnTo>
                      <a:lnTo>
                        <a:pt x="250595" y="856858"/>
                      </a:lnTo>
                      <a:lnTo>
                        <a:pt x="249946" y="859764"/>
                      </a:lnTo>
                      <a:lnTo>
                        <a:pt x="250803" y="856812"/>
                      </a:lnTo>
                      <a:lnTo>
                        <a:pt x="251706" y="859092"/>
                      </a:lnTo>
                      <a:lnTo>
                        <a:pt x="252424" y="856685"/>
                      </a:lnTo>
                      <a:lnTo>
                        <a:pt x="258733" y="855156"/>
                      </a:lnTo>
                      <a:lnTo>
                        <a:pt x="259230" y="855029"/>
                      </a:lnTo>
                      <a:lnTo>
                        <a:pt x="260839" y="855677"/>
                      </a:lnTo>
                      <a:lnTo>
                        <a:pt x="263953" y="856916"/>
                      </a:lnTo>
                      <a:lnTo>
                        <a:pt x="268514" y="860875"/>
                      </a:lnTo>
                      <a:lnTo>
                        <a:pt x="268873" y="861187"/>
                      </a:lnTo>
                      <a:lnTo>
                        <a:pt x="268919" y="861269"/>
                      </a:lnTo>
                      <a:lnTo>
                        <a:pt x="270910" y="864707"/>
                      </a:lnTo>
                      <a:lnTo>
                        <a:pt x="272461" y="867380"/>
                      </a:lnTo>
                      <a:lnTo>
                        <a:pt x="272369" y="865806"/>
                      </a:lnTo>
                      <a:lnTo>
                        <a:pt x="275784" y="864741"/>
                      </a:lnTo>
                      <a:lnTo>
                        <a:pt x="272207" y="865598"/>
                      </a:lnTo>
                      <a:lnTo>
                        <a:pt x="271246" y="863619"/>
                      </a:lnTo>
                      <a:lnTo>
                        <a:pt x="272369" y="863306"/>
                      </a:lnTo>
                      <a:lnTo>
                        <a:pt x="269359" y="860794"/>
                      </a:lnTo>
                      <a:lnTo>
                        <a:pt x="273249" y="857032"/>
                      </a:lnTo>
                      <a:lnTo>
                        <a:pt x="269232" y="860539"/>
                      </a:lnTo>
                      <a:lnTo>
                        <a:pt x="266755" y="858039"/>
                      </a:lnTo>
                      <a:lnTo>
                        <a:pt x="267773" y="858155"/>
                      </a:lnTo>
                      <a:lnTo>
                        <a:pt x="269787" y="857194"/>
                      </a:lnTo>
                      <a:lnTo>
                        <a:pt x="267576" y="857807"/>
                      </a:lnTo>
                      <a:lnTo>
                        <a:pt x="266106" y="855238"/>
                      </a:lnTo>
                      <a:lnTo>
                        <a:pt x="269834" y="852946"/>
                      </a:lnTo>
                      <a:lnTo>
                        <a:pt x="265956" y="854983"/>
                      </a:lnTo>
                      <a:lnTo>
                        <a:pt x="266176" y="857367"/>
                      </a:lnTo>
                      <a:lnTo>
                        <a:pt x="262668" y="854242"/>
                      </a:lnTo>
                      <a:lnTo>
                        <a:pt x="274059" y="849461"/>
                      </a:lnTo>
                      <a:lnTo>
                        <a:pt x="275321" y="851707"/>
                      </a:lnTo>
                      <a:lnTo>
                        <a:pt x="270632" y="853374"/>
                      </a:lnTo>
                      <a:lnTo>
                        <a:pt x="271674" y="855527"/>
                      </a:lnTo>
                      <a:lnTo>
                        <a:pt x="270737" y="853397"/>
                      </a:lnTo>
                      <a:lnTo>
                        <a:pt x="275610" y="851938"/>
                      </a:lnTo>
                      <a:lnTo>
                        <a:pt x="274858" y="849102"/>
                      </a:lnTo>
                      <a:lnTo>
                        <a:pt x="290230" y="843893"/>
                      </a:lnTo>
                      <a:lnTo>
                        <a:pt x="290740" y="846938"/>
                      </a:lnTo>
                      <a:lnTo>
                        <a:pt x="290821" y="843939"/>
                      </a:lnTo>
                      <a:lnTo>
                        <a:pt x="296840" y="842238"/>
                      </a:lnTo>
                      <a:lnTo>
                        <a:pt x="298253" y="841937"/>
                      </a:lnTo>
                      <a:lnTo>
                        <a:pt x="299074" y="841844"/>
                      </a:lnTo>
                      <a:lnTo>
                        <a:pt x="300070" y="841728"/>
                      </a:lnTo>
                      <a:lnTo>
                        <a:pt x="306205" y="841555"/>
                      </a:lnTo>
                      <a:lnTo>
                        <a:pt x="309296" y="842458"/>
                      </a:lnTo>
                      <a:lnTo>
                        <a:pt x="309539" y="842099"/>
                      </a:lnTo>
                      <a:lnTo>
                        <a:pt x="306182" y="841080"/>
                      </a:lnTo>
                      <a:lnTo>
                        <a:pt x="299341" y="840999"/>
                      </a:lnTo>
                      <a:lnTo>
                        <a:pt x="294375" y="842215"/>
                      </a:lnTo>
                      <a:lnTo>
                        <a:pt x="286121" y="843963"/>
                      </a:lnTo>
                      <a:lnTo>
                        <a:pt x="285484" y="842122"/>
                      </a:lnTo>
                      <a:lnTo>
                        <a:pt x="285287" y="841682"/>
                      </a:lnTo>
                      <a:lnTo>
                        <a:pt x="284234" y="839228"/>
                      </a:lnTo>
                      <a:lnTo>
                        <a:pt x="284061" y="839228"/>
                      </a:lnTo>
                      <a:lnTo>
                        <a:pt x="284558" y="840443"/>
                      </a:lnTo>
                      <a:lnTo>
                        <a:pt x="285345" y="842365"/>
                      </a:lnTo>
                      <a:lnTo>
                        <a:pt x="285357" y="842377"/>
                      </a:lnTo>
                      <a:lnTo>
                        <a:pt x="285913" y="843986"/>
                      </a:lnTo>
                      <a:lnTo>
                        <a:pt x="284269" y="844599"/>
                      </a:lnTo>
                      <a:lnTo>
                        <a:pt x="284003" y="844692"/>
                      </a:lnTo>
                      <a:lnTo>
                        <a:pt x="281097" y="845699"/>
                      </a:lnTo>
                      <a:lnTo>
                        <a:pt x="279754" y="844541"/>
                      </a:lnTo>
                      <a:lnTo>
                        <a:pt x="280634" y="845942"/>
                      </a:lnTo>
                      <a:lnTo>
                        <a:pt x="274800" y="847921"/>
                      </a:lnTo>
                      <a:lnTo>
                        <a:pt x="274105" y="846185"/>
                      </a:lnTo>
                      <a:lnTo>
                        <a:pt x="273932" y="848431"/>
                      </a:lnTo>
                      <a:lnTo>
                        <a:pt x="262379" y="852367"/>
                      </a:lnTo>
                      <a:lnTo>
                        <a:pt x="261418" y="845248"/>
                      </a:lnTo>
                      <a:lnTo>
                        <a:pt x="262055" y="852402"/>
                      </a:lnTo>
                      <a:lnTo>
                        <a:pt x="259855" y="852969"/>
                      </a:lnTo>
                      <a:lnTo>
                        <a:pt x="255306" y="852818"/>
                      </a:lnTo>
                      <a:lnTo>
                        <a:pt x="248592" y="855087"/>
                      </a:lnTo>
                      <a:lnTo>
                        <a:pt x="246971" y="853929"/>
                      </a:lnTo>
                      <a:lnTo>
                        <a:pt x="248337" y="855133"/>
                      </a:lnTo>
                      <a:lnTo>
                        <a:pt x="246867" y="855504"/>
                      </a:lnTo>
                      <a:lnTo>
                        <a:pt x="246208" y="853362"/>
                      </a:lnTo>
                      <a:lnTo>
                        <a:pt x="246578" y="855539"/>
                      </a:lnTo>
                      <a:lnTo>
                        <a:pt x="243082" y="855770"/>
                      </a:lnTo>
                      <a:lnTo>
                        <a:pt x="236727" y="856164"/>
                      </a:lnTo>
                      <a:lnTo>
                        <a:pt x="236576" y="855608"/>
                      </a:lnTo>
                      <a:lnTo>
                        <a:pt x="238197" y="855064"/>
                      </a:lnTo>
                      <a:lnTo>
                        <a:pt x="236553" y="855539"/>
                      </a:lnTo>
                      <a:lnTo>
                        <a:pt x="235129" y="855897"/>
                      </a:lnTo>
                      <a:lnTo>
                        <a:pt x="236483" y="855307"/>
                      </a:lnTo>
                      <a:lnTo>
                        <a:pt x="236472" y="855249"/>
                      </a:lnTo>
                      <a:lnTo>
                        <a:pt x="234180" y="855677"/>
                      </a:lnTo>
                      <a:lnTo>
                        <a:pt x="236333" y="854786"/>
                      </a:lnTo>
                      <a:lnTo>
                        <a:pt x="239250" y="854161"/>
                      </a:lnTo>
                      <a:lnTo>
                        <a:pt x="236322" y="854694"/>
                      </a:lnTo>
                      <a:lnTo>
                        <a:pt x="234875" y="854508"/>
                      </a:lnTo>
                      <a:lnTo>
                        <a:pt x="235766" y="852783"/>
                      </a:lnTo>
                      <a:lnTo>
                        <a:pt x="235754" y="852737"/>
                      </a:lnTo>
                      <a:lnTo>
                        <a:pt x="233925" y="855585"/>
                      </a:lnTo>
                      <a:lnTo>
                        <a:pt x="233138" y="854971"/>
                      </a:lnTo>
                      <a:lnTo>
                        <a:pt x="232687" y="855666"/>
                      </a:lnTo>
                      <a:lnTo>
                        <a:pt x="229689" y="855376"/>
                      </a:lnTo>
                      <a:lnTo>
                        <a:pt x="229619" y="854450"/>
                      </a:lnTo>
                      <a:lnTo>
                        <a:pt x="233740" y="853235"/>
                      </a:lnTo>
                      <a:lnTo>
                        <a:pt x="231981" y="853536"/>
                      </a:lnTo>
                      <a:lnTo>
                        <a:pt x="235234" y="850827"/>
                      </a:lnTo>
                      <a:lnTo>
                        <a:pt x="236426" y="851209"/>
                      </a:lnTo>
                      <a:lnTo>
                        <a:pt x="235071" y="850353"/>
                      </a:lnTo>
                      <a:lnTo>
                        <a:pt x="234782" y="849912"/>
                      </a:lnTo>
                      <a:lnTo>
                        <a:pt x="234180" y="848419"/>
                      </a:lnTo>
                      <a:lnTo>
                        <a:pt x="234597" y="850213"/>
                      </a:lnTo>
                      <a:lnTo>
                        <a:pt x="231332" y="850213"/>
                      </a:lnTo>
                      <a:lnTo>
                        <a:pt x="234458" y="850434"/>
                      </a:lnTo>
                      <a:lnTo>
                        <a:pt x="232872" y="852552"/>
                      </a:lnTo>
                      <a:lnTo>
                        <a:pt x="229596" y="854103"/>
                      </a:lnTo>
                      <a:lnTo>
                        <a:pt x="219004" y="854219"/>
                      </a:lnTo>
                      <a:lnTo>
                        <a:pt x="211792" y="852772"/>
                      </a:lnTo>
                      <a:lnTo>
                        <a:pt x="202763" y="848906"/>
                      </a:lnTo>
                      <a:lnTo>
                        <a:pt x="200054" y="845919"/>
                      </a:lnTo>
                      <a:lnTo>
                        <a:pt x="198561" y="846243"/>
                      </a:lnTo>
                      <a:lnTo>
                        <a:pt x="194625" y="839251"/>
                      </a:lnTo>
                      <a:lnTo>
                        <a:pt x="193109" y="837642"/>
                      </a:lnTo>
                      <a:lnTo>
                        <a:pt x="192599" y="829041"/>
                      </a:lnTo>
                      <a:lnTo>
                        <a:pt x="191998" y="824654"/>
                      </a:lnTo>
                      <a:lnTo>
                        <a:pt x="192820" y="818148"/>
                      </a:lnTo>
                      <a:lnTo>
                        <a:pt x="191315" y="817998"/>
                      </a:lnTo>
                      <a:lnTo>
                        <a:pt x="192750" y="817917"/>
                      </a:lnTo>
                      <a:lnTo>
                        <a:pt x="192623" y="816146"/>
                      </a:lnTo>
                      <a:lnTo>
                        <a:pt x="193097" y="808587"/>
                      </a:lnTo>
                      <a:lnTo>
                        <a:pt x="193051" y="804003"/>
                      </a:lnTo>
                      <a:lnTo>
                        <a:pt x="193190" y="798377"/>
                      </a:lnTo>
                      <a:lnTo>
                        <a:pt x="193560" y="791049"/>
                      </a:lnTo>
                      <a:lnTo>
                        <a:pt x="194625" y="784937"/>
                      </a:lnTo>
                      <a:lnTo>
                        <a:pt x="195204" y="781673"/>
                      </a:lnTo>
                      <a:lnTo>
                        <a:pt x="196037" y="776498"/>
                      </a:lnTo>
                      <a:lnTo>
                        <a:pt x="196559" y="770884"/>
                      </a:lnTo>
                      <a:lnTo>
                        <a:pt x="196559" y="770791"/>
                      </a:lnTo>
                      <a:lnTo>
                        <a:pt x="196952" y="761415"/>
                      </a:lnTo>
                      <a:lnTo>
                        <a:pt x="196176" y="745209"/>
                      </a:lnTo>
                      <a:lnTo>
                        <a:pt x="198920" y="742442"/>
                      </a:lnTo>
                      <a:lnTo>
                        <a:pt x="205518" y="741203"/>
                      </a:lnTo>
                      <a:lnTo>
                        <a:pt x="211549" y="740231"/>
                      </a:lnTo>
                      <a:lnTo>
                        <a:pt x="212255" y="742616"/>
                      </a:lnTo>
                      <a:lnTo>
                        <a:pt x="210797" y="744607"/>
                      </a:lnTo>
                      <a:lnTo>
                        <a:pt x="209245" y="745047"/>
                      </a:lnTo>
                      <a:lnTo>
                        <a:pt x="211595" y="745765"/>
                      </a:lnTo>
                      <a:lnTo>
                        <a:pt x="211387" y="754875"/>
                      </a:lnTo>
                      <a:lnTo>
                        <a:pt x="210449" y="755743"/>
                      </a:lnTo>
                      <a:lnTo>
                        <a:pt x="210565" y="752270"/>
                      </a:lnTo>
                      <a:lnTo>
                        <a:pt x="210253" y="755511"/>
                      </a:lnTo>
                      <a:lnTo>
                        <a:pt x="208227" y="754076"/>
                      </a:lnTo>
                      <a:lnTo>
                        <a:pt x="210264" y="755882"/>
                      </a:lnTo>
                      <a:lnTo>
                        <a:pt x="211364" y="756287"/>
                      </a:lnTo>
                      <a:lnTo>
                        <a:pt x="212279" y="760836"/>
                      </a:lnTo>
                      <a:lnTo>
                        <a:pt x="219189" y="768430"/>
                      </a:lnTo>
                      <a:lnTo>
                        <a:pt x="221632" y="768696"/>
                      </a:lnTo>
                      <a:lnTo>
                        <a:pt x="224051" y="772215"/>
                      </a:lnTo>
                      <a:lnTo>
                        <a:pt x="220486" y="774033"/>
                      </a:lnTo>
                      <a:lnTo>
                        <a:pt x="221204" y="778964"/>
                      </a:lnTo>
                      <a:lnTo>
                        <a:pt x="220764" y="779230"/>
                      </a:lnTo>
                      <a:lnTo>
                        <a:pt x="219617" y="781140"/>
                      </a:lnTo>
                      <a:lnTo>
                        <a:pt x="219398" y="781499"/>
                      </a:lnTo>
                      <a:lnTo>
                        <a:pt x="219861" y="780851"/>
                      </a:lnTo>
                      <a:lnTo>
                        <a:pt x="220995" y="779254"/>
                      </a:lnTo>
                      <a:lnTo>
                        <a:pt x="221192" y="779277"/>
                      </a:lnTo>
                      <a:lnTo>
                        <a:pt x="227014" y="779855"/>
                      </a:lnTo>
                      <a:lnTo>
                        <a:pt x="228647" y="781800"/>
                      </a:lnTo>
                      <a:lnTo>
                        <a:pt x="231170" y="784798"/>
                      </a:lnTo>
                      <a:lnTo>
                        <a:pt x="231286" y="784937"/>
                      </a:lnTo>
                      <a:lnTo>
                        <a:pt x="232501" y="786373"/>
                      </a:lnTo>
                      <a:lnTo>
                        <a:pt x="233161" y="785759"/>
                      </a:lnTo>
                      <a:lnTo>
                        <a:pt x="234018" y="784937"/>
                      </a:lnTo>
                      <a:lnTo>
                        <a:pt x="234967" y="784046"/>
                      </a:lnTo>
                      <a:lnTo>
                        <a:pt x="236217" y="782853"/>
                      </a:lnTo>
                      <a:lnTo>
                        <a:pt x="238567" y="782772"/>
                      </a:lnTo>
                      <a:lnTo>
                        <a:pt x="239760" y="782726"/>
                      </a:lnTo>
                      <a:lnTo>
                        <a:pt x="240639" y="782703"/>
                      </a:lnTo>
                      <a:lnTo>
                        <a:pt x="242931" y="781198"/>
                      </a:lnTo>
                      <a:lnTo>
                        <a:pt x="243082" y="781036"/>
                      </a:lnTo>
                      <a:lnTo>
                        <a:pt x="245686" y="778131"/>
                      </a:lnTo>
                      <a:lnTo>
                        <a:pt x="249217" y="780492"/>
                      </a:lnTo>
                      <a:lnTo>
                        <a:pt x="249784" y="780203"/>
                      </a:lnTo>
                      <a:lnTo>
                        <a:pt x="252470" y="778825"/>
                      </a:lnTo>
                      <a:lnTo>
                        <a:pt x="252898" y="779114"/>
                      </a:lnTo>
                      <a:lnTo>
                        <a:pt x="254287" y="780041"/>
                      </a:lnTo>
                      <a:lnTo>
                        <a:pt x="254635" y="780272"/>
                      </a:lnTo>
                      <a:lnTo>
                        <a:pt x="254693" y="780191"/>
                      </a:lnTo>
                      <a:lnTo>
                        <a:pt x="253871" y="779624"/>
                      </a:lnTo>
                      <a:lnTo>
                        <a:pt x="253049" y="779068"/>
                      </a:lnTo>
                      <a:lnTo>
                        <a:pt x="252528" y="778709"/>
                      </a:lnTo>
                      <a:lnTo>
                        <a:pt x="249148" y="780342"/>
                      </a:lnTo>
                      <a:lnTo>
                        <a:pt x="247469" y="778015"/>
                      </a:lnTo>
                      <a:lnTo>
                        <a:pt x="246451" y="777934"/>
                      </a:lnTo>
                      <a:lnTo>
                        <a:pt x="246173" y="777922"/>
                      </a:lnTo>
                      <a:lnTo>
                        <a:pt x="244621" y="777795"/>
                      </a:lnTo>
                      <a:lnTo>
                        <a:pt x="244332" y="778258"/>
                      </a:lnTo>
                      <a:lnTo>
                        <a:pt x="243591" y="779415"/>
                      </a:lnTo>
                      <a:lnTo>
                        <a:pt x="243082" y="780214"/>
                      </a:lnTo>
                      <a:lnTo>
                        <a:pt x="242665" y="780862"/>
                      </a:lnTo>
                      <a:lnTo>
                        <a:pt x="239320" y="782610"/>
                      </a:lnTo>
                      <a:lnTo>
                        <a:pt x="235083" y="781950"/>
                      </a:lnTo>
                      <a:lnTo>
                        <a:pt x="232363" y="784937"/>
                      </a:lnTo>
                      <a:lnTo>
                        <a:pt x="232247" y="785064"/>
                      </a:lnTo>
                      <a:lnTo>
                        <a:pt x="232143" y="784937"/>
                      </a:lnTo>
                      <a:lnTo>
                        <a:pt x="229538" y="781812"/>
                      </a:lnTo>
                      <a:lnTo>
                        <a:pt x="228323" y="780087"/>
                      </a:lnTo>
                      <a:lnTo>
                        <a:pt x="228045" y="779693"/>
                      </a:lnTo>
                      <a:lnTo>
                        <a:pt x="227524" y="778953"/>
                      </a:lnTo>
                      <a:lnTo>
                        <a:pt x="222766" y="777702"/>
                      </a:lnTo>
                      <a:lnTo>
                        <a:pt x="226100" y="769819"/>
                      </a:lnTo>
                      <a:lnTo>
                        <a:pt x="218483" y="762827"/>
                      </a:lnTo>
                      <a:lnTo>
                        <a:pt x="218981" y="759424"/>
                      </a:lnTo>
                      <a:lnTo>
                        <a:pt x="218136" y="761172"/>
                      </a:lnTo>
                      <a:lnTo>
                        <a:pt x="216944" y="760142"/>
                      </a:lnTo>
                      <a:lnTo>
                        <a:pt x="218020" y="759459"/>
                      </a:lnTo>
                      <a:lnTo>
                        <a:pt x="216434" y="759424"/>
                      </a:lnTo>
                      <a:lnTo>
                        <a:pt x="215346" y="753486"/>
                      </a:lnTo>
                      <a:lnTo>
                        <a:pt x="215925" y="753543"/>
                      </a:lnTo>
                      <a:lnTo>
                        <a:pt x="217036" y="752687"/>
                      </a:lnTo>
                      <a:lnTo>
                        <a:pt x="218691" y="754342"/>
                      </a:lnTo>
                      <a:lnTo>
                        <a:pt x="217152" y="752606"/>
                      </a:lnTo>
                      <a:lnTo>
                        <a:pt x="216249" y="751900"/>
                      </a:lnTo>
                      <a:lnTo>
                        <a:pt x="216075" y="752617"/>
                      </a:lnTo>
                      <a:lnTo>
                        <a:pt x="214640" y="751517"/>
                      </a:lnTo>
                      <a:lnTo>
                        <a:pt x="214837" y="738495"/>
                      </a:lnTo>
                      <a:lnTo>
                        <a:pt x="238833" y="727637"/>
                      </a:lnTo>
                      <a:lnTo>
                        <a:pt x="243082" y="726907"/>
                      </a:lnTo>
                      <a:lnTo>
                        <a:pt x="243337" y="726872"/>
                      </a:lnTo>
                      <a:lnTo>
                        <a:pt x="243626" y="730253"/>
                      </a:lnTo>
                      <a:lnTo>
                        <a:pt x="243082" y="730183"/>
                      </a:lnTo>
                      <a:lnTo>
                        <a:pt x="240906" y="729952"/>
                      </a:lnTo>
                      <a:lnTo>
                        <a:pt x="243082" y="730507"/>
                      </a:lnTo>
                      <a:lnTo>
                        <a:pt x="243823" y="730704"/>
                      </a:lnTo>
                      <a:lnTo>
                        <a:pt x="243082" y="731237"/>
                      </a:lnTo>
                      <a:lnTo>
                        <a:pt x="241901" y="732093"/>
                      </a:lnTo>
                      <a:lnTo>
                        <a:pt x="243082" y="731677"/>
                      </a:lnTo>
                      <a:lnTo>
                        <a:pt x="244182" y="731283"/>
                      </a:lnTo>
                      <a:lnTo>
                        <a:pt x="246752" y="734559"/>
                      </a:lnTo>
                      <a:lnTo>
                        <a:pt x="246612" y="733344"/>
                      </a:lnTo>
                      <a:lnTo>
                        <a:pt x="248418" y="734628"/>
                      </a:lnTo>
                      <a:lnTo>
                        <a:pt x="248743" y="733066"/>
                      </a:lnTo>
                      <a:lnTo>
                        <a:pt x="248789" y="734605"/>
                      </a:lnTo>
                      <a:lnTo>
                        <a:pt x="249588" y="733043"/>
                      </a:lnTo>
                      <a:lnTo>
                        <a:pt x="251498" y="734049"/>
                      </a:lnTo>
                      <a:lnTo>
                        <a:pt x="251197" y="732487"/>
                      </a:lnTo>
                      <a:lnTo>
                        <a:pt x="253084" y="732811"/>
                      </a:lnTo>
                      <a:lnTo>
                        <a:pt x="253477" y="731422"/>
                      </a:lnTo>
                      <a:lnTo>
                        <a:pt x="250305" y="730484"/>
                      </a:lnTo>
                      <a:lnTo>
                        <a:pt x="252424" y="729581"/>
                      </a:lnTo>
                      <a:lnTo>
                        <a:pt x="252597" y="729628"/>
                      </a:lnTo>
                      <a:lnTo>
                        <a:pt x="254264" y="730056"/>
                      </a:lnTo>
                      <a:lnTo>
                        <a:pt x="254206" y="730322"/>
                      </a:lnTo>
                      <a:lnTo>
                        <a:pt x="253998" y="731503"/>
                      </a:lnTo>
                      <a:lnTo>
                        <a:pt x="254484" y="730368"/>
                      </a:lnTo>
                      <a:lnTo>
                        <a:pt x="254611" y="730079"/>
                      </a:lnTo>
                      <a:lnTo>
                        <a:pt x="257378" y="730392"/>
                      </a:lnTo>
                      <a:lnTo>
                        <a:pt x="256012" y="729454"/>
                      </a:lnTo>
                      <a:lnTo>
                        <a:pt x="256788" y="727173"/>
                      </a:lnTo>
                      <a:lnTo>
                        <a:pt x="260399" y="726340"/>
                      </a:lnTo>
                      <a:lnTo>
                        <a:pt x="257066" y="726514"/>
                      </a:lnTo>
                      <a:lnTo>
                        <a:pt x="260689" y="724963"/>
                      </a:lnTo>
                      <a:lnTo>
                        <a:pt x="261881" y="720853"/>
                      </a:lnTo>
                      <a:lnTo>
                        <a:pt x="263282" y="722960"/>
                      </a:lnTo>
                      <a:lnTo>
                        <a:pt x="263455" y="719013"/>
                      </a:lnTo>
                      <a:lnTo>
                        <a:pt x="270876" y="725576"/>
                      </a:lnTo>
                      <a:lnTo>
                        <a:pt x="264532" y="719001"/>
                      </a:lnTo>
                      <a:lnTo>
                        <a:pt x="266477" y="719151"/>
                      </a:lnTo>
                      <a:lnTo>
                        <a:pt x="269023" y="718700"/>
                      </a:lnTo>
                      <a:lnTo>
                        <a:pt x="267229" y="718770"/>
                      </a:lnTo>
                      <a:lnTo>
                        <a:pt x="268086" y="717357"/>
                      </a:lnTo>
                      <a:lnTo>
                        <a:pt x="266095" y="718793"/>
                      </a:lnTo>
                      <a:lnTo>
                        <a:pt x="265203" y="717878"/>
                      </a:lnTo>
                      <a:lnTo>
                        <a:pt x="263814" y="718364"/>
                      </a:lnTo>
                      <a:lnTo>
                        <a:pt x="260110" y="717091"/>
                      </a:lnTo>
                      <a:lnTo>
                        <a:pt x="256012" y="710794"/>
                      </a:lnTo>
                      <a:lnTo>
                        <a:pt x="259288" y="708189"/>
                      </a:lnTo>
                      <a:lnTo>
                        <a:pt x="259890" y="702586"/>
                      </a:lnTo>
                      <a:lnTo>
                        <a:pt x="261696" y="701302"/>
                      </a:lnTo>
                      <a:lnTo>
                        <a:pt x="262321" y="702934"/>
                      </a:lnTo>
                      <a:lnTo>
                        <a:pt x="263733" y="702390"/>
                      </a:lnTo>
                      <a:lnTo>
                        <a:pt x="261916" y="701313"/>
                      </a:lnTo>
                      <a:lnTo>
                        <a:pt x="264115" y="698859"/>
                      </a:lnTo>
                      <a:lnTo>
                        <a:pt x="269579" y="700445"/>
                      </a:lnTo>
                      <a:lnTo>
                        <a:pt x="271732" y="699484"/>
                      </a:lnTo>
                      <a:lnTo>
                        <a:pt x="272311" y="701741"/>
                      </a:lnTo>
                      <a:lnTo>
                        <a:pt x="272994" y="700341"/>
                      </a:lnTo>
                      <a:lnTo>
                        <a:pt x="275460" y="701834"/>
                      </a:lnTo>
                      <a:lnTo>
                        <a:pt x="272195" y="699577"/>
                      </a:lnTo>
                      <a:lnTo>
                        <a:pt x="273446" y="689610"/>
                      </a:lnTo>
                      <a:lnTo>
                        <a:pt x="273631" y="679238"/>
                      </a:lnTo>
                      <a:lnTo>
                        <a:pt x="273642" y="678543"/>
                      </a:lnTo>
                      <a:lnTo>
                        <a:pt x="273388" y="676564"/>
                      </a:lnTo>
                      <a:lnTo>
                        <a:pt x="273434" y="678520"/>
                      </a:lnTo>
                      <a:lnTo>
                        <a:pt x="272982" y="679238"/>
                      </a:lnTo>
                      <a:lnTo>
                        <a:pt x="272728" y="679643"/>
                      </a:lnTo>
                      <a:lnTo>
                        <a:pt x="272577" y="679238"/>
                      </a:lnTo>
                      <a:lnTo>
                        <a:pt x="272300" y="678532"/>
                      </a:lnTo>
                      <a:lnTo>
                        <a:pt x="272230" y="678532"/>
                      </a:lnTo>
                      <a:lnTo>
                        <a:pt x="271778" y="678532"/>
                      </a:lnTo>
                      <a:lnTo>
                        <a:pt x="271223" y="676807"/>
                      </a:lnTo>
                      <a:lnTo>
                        <a:pt x="273272" y="676784"/>
                      </a:lnTo>
                      <a:lnTo>
                        <a:pt x="272438" y="675476"/>
                      </a:lnTo>
                      <a:lnTo>
                        <a:pt x="270713" y="676934"/>
                      </a:lnTo>
                      <a:lnTo>
                        <a:pt x="272322" y="675302"/>
                      </a:lnTo>
                      <a:lnTo>
                        <a:pt x="270505" y="676657"/>
                      </a:lnTo>
                      <a:lnTo>
                        <a:pt x="271512" y="674862"/>
                      </a:lnTo>
                      <a:lnTo>
                        <a:pt x="269984" y="675927"/>
                      </a:lnTo>
                      <a:lnTo>
                        <a:pt x="271026" y="674665"/>
                      </a:lnTo>
                      <a:lnTo>
                        <a:pt x="269498" y="675117"/>
                      </a:lnTo>
                      <a:lnTo>
                        <a:pt x="270771" y="673971"/>
                      </a:lnTo>
                      <a:lnTo>
                        <a:pt x="269232" y="674515"/>
                      </a:lnTo>
                      <a:lnTo>
                        <a:pt x="269486" y="671806"/>
                      </a:lnTo>
                      <a:lnTo>
                        <a:pt x="279800" y="666829"/>
                      </a:lnTo>
                      <a:lnTo>
                        <a:pt x="282579" y="667812"/>
                      </a:lnTo>
                      <a:lnTo>
                        <a:pt x="284141" y="668218"/>
                      </a:lnTo>
                      <a:lnTo>
                        <a:pt x="285322" y="667025"/>
                      </a:lnTo>
                      <a:lnTo>
                        <a:pt x="286711" y="663043"/>
                      </a:lnTo>
                      <a:lnTo>
                        <a:pt x="286295" y="661862"/>
                      </a:lnTo>
                      <a:lnTo>
                        <a:pt x="285762" y="662858"/>
                      </a:lnTo>
                      <a:lnTo>
                        <a:pt x="284906" y="666643"/>
                      </a:lnTo>
                      <a:lnTo>
                        <a:pt x="283898" y="667639"/>
                      </a:lnTo>
                      <a:lnTo>
                        <a:pt x="280866" y="666111"/>
                      </a:lnTo>
                      <a:lnTo>
                        <a:pt x="270667" y="669815"/>
                      </a:lnTo>
                      <a:lnTo>
                        <a:pt x="270644" y="669861"/>
                      </a:lnTo>
                      <a:lnTo>
                        <a:pt x="270552" y="669873"/>
                      </a:lnTo>
                      <a:lnTo>
                        <a:pt x="270494" y="669884"/>
                      </a:lnTo>
                      <a:lnTo>
                        <a:pt x="270343" y="669966"/>
                      </a:lnTo>
                      <a:lnTo>
                        <a:pt x="266396" y="674469"/>
                      </a:lnTo>
                      <a:lnTo>
                        <a:pt x="268063" y="673380"/>
                      </a:lnTo>
                      <a:lnTo>
                        <a:pt x="268503" y="675418"/>
                      </a:lnTo>
                      <a:lnTo>
                        <a:pt x="267194" y="674272"/>
                      </a:lnTo>
                      <a:lnTo>
                        <a:pt x="266917" y="675707"/>
                      </a:lnTo>
                      <a:lnTo>
                        <a:pt x="269741" y="677513"/>
                      </a:lnTo>
                      <a:lnTo>
                        <a:pt x="269290" y="679238"/>
                      </a:lnTo>
                      <a:lnTo>
                        <a:pt x="269070" y="680083"/>
                      </a:lnTo>
                      <a:lnTo>
                        <a:pt x="269324" y="679238"/>
                      </a:lnTo>
                      <a:lnTo>
                        <a:pt x="269776" y="677756"/>
                      </a:lnTo>
                      <a:lnTo>
                        <a:pt x="270829" y="679238"/>
                      </a:lnTo>
                      <a:lnTo>
                        <a:pt x="271084" y="679608"/>
                      </a:lnTo>
                      <a:lnTo>
                        <a:pt x="269463" y="681889"/>
                      </a:lnTo>
                      <a:lnTo>
                        <a:pt x="270957" y="680002"/>
                      </a:lnTo>
                      <a:lnTo>
                        <a:pt x="272149" y="681935"/>
                      </a:lnTo>
                      <a:lnTo>
                        <a:pt x="271975" y="685002"/>
                      </a:lnTo>
                      <a:lnTo>
                        <a:pt x="269151" y="683312"/>
                      </a:lnTo>
                      <a:lnTo>
                        <a:pt x="269984" y="685049"/>
                      </a:lnTo>
                      <a:lnTo>
                        <a:pt x="269012" y="683753"/>
                      </a:lnTo>
                      <a:lnTo>
                        <a:pt x="268537" y="686068"/>
                      </a:lnTo>
                      <a:lnTo>
                        <a:pt x="269984" y="686739"/>
                      </a:lnTo>
                      <a:lnTo>
                        <a:pt x="269475" y="686079"/>
                      </a:lnTo>
                      <a:lnTo>
                        <a:pt x="270447" y="685200"/>
                      </a:lnTo>
                      <a:lnTo>
                        <a:pt x="271917" y="685524"/>
                      </a:lnTo>
                      <a:lnTo>
                        <a:pt x="271431" y="688614"/>
                      </a:lnTo>
                      <a:lnTo>
                        <a:pt x="270598" y="687526"/>
                      </a:lnTo>
                      <a:lnTo>
                        <a:pt x="270876" y="688892"/>
                      </a:lnTo>
                      <a:lnTo>
                        <a:pt x="271373" y="689297"/>
                      </a:lnTo>
                      <a:lnTo>
                        <a:pt x="270077" y="690490"/>
                      </a:lnTo>
                      <a:lnTo>
                        <a:pt x="271420" y="689656"/>
                      </a:lnTo>
                      <a:lnTo>
                        <a:pt x="271420" y="692319"/>
                      </a:lnTo>
                      <a:lnTo>
                        <a:pt x="269220" y="692944"/>
                      </a:lnTo>
                      <a:lnTo>
                        <a:pt x="270389" y="693731"/>
                      </a:lnTo>
                      <a:lnTo>
                        <a:pt x="268954" y="695166"/>
                      </a:lnTo>
                      <a:lnTo>
                        <a:pt x="265122" y="695351"/>
                      </a:lnTo>
                      <a:lnTo>
                        <a:pt x="268063" y="689922"/>
                      </a:lnTo>
                      <a:lnTo>
                        <a:pt x="262518" y="696312"/>
                      </a:lnTo>
                      <a:lnTo>
                        <a:pt x="260457" y="692538"/>
                      </a:lnTo>
                      <a:lnTo>
                        <a:pt x="259091" y="690015"/>
                      </a:lnTo>
                      <a:lnTo>
                        <a:pt x="259207" y="692828"/>
                      </a:lnTo>
                      <a:lnTo>
                        <a:pt x="260341" y="692654"/>
                      </a:lnTo>
                      <a:lnTo>
                        <a:pt x="259358" y="693603"/>
                      </a:lnTo>
                      <a:lnTo>
                        <a:pt x="260955" y="694229"/>
                      </a:lnTo>
                      <a:lnTo>
                        <a:pt x="259763" y="695016"/>
                      </a:lnTo>
                      <a:lnTo>
                        <a:pt x="261129" y="695652"/>
                      </a:lnTo>
                      <a:lnTo>
                        <a:pt x="259207" y="696243"/>
                      </a:lnTo>
                      <a:lnTo>
                        <a:pt x="258432" y="694043"/>
                      </a:lnTo>
                      <a:lnTo>
                        <a:pt x="257436" y="695664"/>
                      </a:lnTo>
                      <a:lnTo>
                        <a:pt x="258651" y="696903"/>
                      </a:lnTo>
                      <a:lnTo>
                        <a:pt x="257100" y="697701"/>
                      </a:lnTo>
                      <a:lnTo>
                        <a:pt x="255387" y="704705"/>
                      </a:lnTo>
                      <a:lnTo>
                        <a:pt x="253292" y="697481"/>
                      </a:lnTo>
                      <a:lnTo>
                        <a:pt x="253917" y="699762"/>
                      </a:lnTo>
                      <a:lnTo>
                        <a:pt x="251972" y="698836"/>
                      </a:lnTo>
                      <a:lnTo>
                        <a:pt x="253986" y="700051"/>
                      </a:lnTo>
                      <a:lnTo>
                        <a:pt x="254415" y="701591"/>
                      </a:lnTo>
                      <a:lnTo>
                        <a:pt x="252678" y="700862"/>
                      </a:lnTo>
                      <a:lnTo>
                        <a:pt x="254322" y="701822"/>
                      </a:lnTo>
                      <a:lnTo>
                        <a:pt x="253651" y="703756"/>
                      </a:lnTo>
                      <a:lnTo>
                        <a:pt x="248766" y="703107"/>
                      </a:lnTo>
                      <a:lnTo>
                        <a:pt x="247585" y="699322"/>
                      </a:lnTo>
                      <a:lnTo>
                        <a:pt x="249969" y="698002"/>
                      </a:lnTo>
                      <a:lnTo>
                        <a:pt x="248661" y="698488"/>
                      </a:lnTo>
                      <a:lnTo>
                        <a:pt x="246543" y="694263"/>
                      </a:lnTo>
                      <a:lnTo>
                        <a:pt x="247874" y="686311"/>
                      </a:lnTo>
                      <a:lnTo>
                        <a:pt x="243082" y="682028"/>
                      </a:lnTo>
                      <a:lnTo>
                        <a:pt x="240674" y="679886"/>
                      </a:lnTo>
                      <a:lnTo>
                        <a:pt x="242654" y="679238"/>
                      </a:lnTo>
                      <a:lnTo>
                        <a:pt x="243082" y="679099"/>
                      </a:lnTo>
                      <a:lnTo>
                        <a:pt x="244899" y="678485"/>
                      </a:lnTo>
                      <a:lnTo>
                        <a:pt x="241426" y="678427"/>
                      </a:lnTo>
                      <a:lnTo>
                        <a:pt x="243082" y="677154"/>
                      </a:lnTo>
                      <a:lnTo>
                        <a:pt x="244841" y="675788"/>
                      </a:lnTo>
                      <a:lnTo>
                        <a:pt x="247133" y="675036"/>
                      </a:lnTo>
                      <a:lnTo>
                        <a:pt x="247261" y="670012"/>
                      </a:lnTo>
                      <a:lnTo>
                        <a:pt x="249726" y="670000"/>
                      </a:lnTo>
                      <a:lnTo>
                        <a:pt x="252713" y="662348"/>
                      </a:lnTo>
                      <a:lnTo>
                        <a:pt x="254993" y="659964"/>
                      </a:lnTo>
                      <a:lnTo>
                        <a:pt x="257517" y="656688"/>
                      </a:lnTo>
                      <a:lnTo>
                        <a:pt x="257031" y="654547"/>
                      </a:lnTo>
                      <a:lnTo>
                        <a:pt x="260330" y="655600"/>
                      </a:lnTo>
                      <a:lnTo>
                        <a:pt x="265446" y="653042"/>
                      </a:lnTo>
                      <a:lnTo>
                        <a:pt x="269984" y="652139"/>
                      </a:lnTo>
                      <a:lnTo>
                        <a:pt x="275066" y="647636"/>
                      </a:lnTo>
                      <a:lnTo>
                        <a:pt x="277057" y="646675"/>
                      </a:lnTo>
                      <a:lnTo>
                        <a:pt x="274244" y="646015"/>
                      </a:lnTo>
                      <a:lnTo>
                        <a:pt x="274059" y="643735"/>
                      </a:lnTo>
                      <a:lnTo>
                        <a:pt x="276826" y="643364"/>
                      </a:lnTo>
                      <a:lnTo>
                        <a:pt x="274638" y="643190"/>
                      </a:lnTo>
                      <a:lnTo>
                        <a:pt x="274893" y="639938"/>
                      </a:lnTo>
                      <a:lnTo>
                        <a:pt x="277752" y="637414"/>
                      </a:lnTo>
                      <a:lnTo>
                        <a:pt x="281305" y="635203"/>
                      </a:lnTo>
                      <a:lnTo>
                        <a:pt x="284859" y="626857"/>
                      </a:lnTo>
                      <a:lnTo>
                        <a:pt x="286816" y="623847"/>
                      </a:lnTo>
                      <a:lnTo>
                        <a:pt x="289594" y="619483"/>
                      </a:lnTo>
                      <a:lnTo>
                        <a:pt x="286248" y="623731"/>
                      </a:lnTo>
                      <a:lnTo>
                        <a:pt x="282764" y="621567"/>
                      </a:lnTo>
                      <a:lnTo>
                        <a:pt x="283748" y="624762"/>
                      </a:lnTo>
                      <a:lnTo>
                        <a:pt x="282313" y="626718"/>
                      </a:lnTo>
                      <a:lnTo>
                        <a:pt x="277207" y="626440"/>
                      </a:lnTo>
                      <a:lnTo>
                        <a:pt x="273908" y="619541"/>
                      </a:lnTo>
                      <a:lnTo>
                        <a:pt x="274534" y="616034"/>
                      </a:lnTo>
                      <a:lnTo>
                        <a:pt x="273723" y="615837"/>
                      </a:lnTo>
                      <a:lnTo>
                        <a:pt x="274614" y="615513"/>
                      </a:lnTo>
                      <a:lnTo>
                        <a:pt x="274835" y="614332"/>
                      </a:lnTo>
                      <a:lnTo>
                        <a:pt x="271721" y="615061"/>
                      </a:lnTo>
                      <a:lnTo>
                        <a:pt x="270088" y="610651"/>
                      </a:lnTo>
                      <a:lnTo>
                        <a:pt x="271778" y="610107"/>
                      </a:lnTo>
                      <a:lnTo>
                        <a:pt x="271883" y="610060"/>
                      </a:lnTo>
                      <a:lnTo>
                        <a:pt x="262842" y="607143"/>
                      </a:lnTo>
                      <a:lnTo>
                        <a:pt x="261835" y="604319"/>
                      </a:lnTo>
                      <a:lnTo>
                        <a:pt x="263293" y="600232"/>
                      </a:lnTo>
                      <a:lnTo>
                        <a:pt x="260747" y="594664"/>
                      </a:lnTo>
                      <a:lnTo>
                        <a:pt x="262113" y="592338"/>
                      </a:lnTo>
                      <a:lnTo>
                        <a:pt x="264925" y="593356"/>
                      </a:lnTo>
                      <a:lnTo>
                        <a:pt x="262448" y="590520"/>
                      </a:lnTo>
                      <a:lnTo>
                        <a:pt x="262715" y="585647"/>
                      </a:lnTo>
                      <a:lnTo>
                        <a:pt x="266396" y="585276"/>
                      </a:lnTo>
                      <a:lnTo>
                        <a:pt x="272404" y="580171"/>
                      </a:lnTo>
                      <a:lnTo>
                        <a:pt x="272705" y="578018"/>
                      </a:lnTo>
                      <a:lnTo>
                        <a:pt x="275738" y="578447"/>
                      </a:lnTo>
                      <a:lnTo>
                        <a:pt x="278574" y="576421"/>
                      </a:lnTo>
                      <a:lnTo>
                        <a:pt x="277543" y="575622"/>
                      </a:lnTo>
                      <a:lnTo>
                        <a:pt x="279395" y="573538"/>
                      </a:lnTo>
                      <a:lnTo>
                        <a:pt x="282370" y="570193"/>
                      </a:lnTo>
                      <a:lnTo>
                        <a:pt x="288193" y="565389"/>
                      </a:lnTo>
                      <a:lnTo>
                        <a:pt x="289791" y="565829"/>
                      </a:lnTo>
                      <a:lnTo>
                        <a:pt x="288783" y="562842"/>
                      </a:lnTo>
                      <a:lnTo>
                        <a:pt x="286943" y="561349"/>
                      </a:lnTo>
                      <a:lnTo>
                        <a:pt x="284986" y="554149"/>
                      </a:lnTo>
                      <a:lnTo>
                        <a:pt x="283817" y="553559"/>
                      </a:lnTo>
                      <a:lnTo>
                        <a:pt x="282035" y="554137"/>
                      </a:lnTo>
                      <a:lnTo>
                        <a:pt x="283088" y="554218"/>
                      </a:lnTo>
                      <a:lnTo>
                        <a:pt x="280750" y="554913"/>
                      </a:lnTo>
                      <a:lnTo>
                        <a:pt x="280785" y="552864"/>
                      </a:lnTo>
                      <a:lnTo>
                        <a:pt x="280796" y="551880"/>
                      </a:lnTo>
                      <a:lnTo>
                        <a:pt x="281769" y="551961"/>
                      </a:lnTo>
                      <a:lnTo>
                        <a:pt x="284373" y="552158"/>
                      </a:lnTo>
                      <a:lnTo>
                        <a:pt x="284986" y="551301"/>
                      </a:lnTo>
                      <a:lnTo>
                        <a:pt x="283736" y="551776"/>
                      </a:lnTo>
                      <a:lnTo>
                        <a:pt x="280113" y="548338"/>
                      </a:lnTo>
                      <a:lnTo>
                        <a:pt x="280900" y="545756"/>
                      </a:lnTo>
                      <a:lnTo>
                        <a:pt x="280044" y="548384"/>
                      </a:lnTo>
                      <a:lnTo>
                        <a:pt x="282671" y="551116"/>
                      </a:lnTo>
                      <a:lnTo>
                        <a:pt x="280634" y="551660"/>
                      </a:lnTo>
                      <a:lnTo>
                        <a:pt x="279951" y="552563"/>
                      </a:lnTo>
                      <a:lnTo>
                        <a:pt x="280171" y="555052"/>
                      </a:lnTo>
                      <a:lnTo>
                        <a:pt x="281479" y="556024"/>
                      </a:lnTo>
                      <a:lnTo>
                        <a:pt x="284685" y="555121"/>
                      </a:lnTo>
                      <a:lnTo>
                        <a:pt x="284685" y="563236"/>
                      </a:lnTo>
                      <a:lnTo>
                        <a:pt x="286989" y="565123"/>
                      </a:lnTo>
                      <a:lnTo>
                        <a:pt x="283412" y="566767"/>
                      </a:lnTo>
                      <a:lnTo>
                        <a:pt x="273908" y="569799"/>
                      </a:lnTo>
                      <a:lnTo>
                        <a:pt x="272218" y="573538"/>
                      </a:lnTo>
                      <a:lnTo>
                        <a:pt x="270274" y="577810"/>
                      </a:lnTo>
                      <a:lnTo>
                        <a:pt x="261256" y="579720"/>
                      </a:lnTo>
                      <a:lnTo>
                        <a:pt x="261673" y="578134"/>
                      </a:lnTo>
                      <a:lnTo>
                        <a:pt x="260735" y="579894"/>
                      </a:lnTo>
                      <a:lnTo>
                        <a:pt x="260226" y="578563"/>
                      </a:lnTo>
                      <a:lnTo>
                        <a:pt x="257830" y="580021"/>
                      </a:lnTo>
                      <a:lnTo>
                        <a:pt x="255237" y="582302"/>
                      </a:lnTo>
                      <a:lnTo>
                        <a:pt x="254820" y="581236"/>
                      </a:lnTo>
                      <a:lnTo>
                        <a:pt x="254716" y="584072"/>
                      </a:lnTo>
                      <a:lnTo>
                        <a:pt x="254125" y="581561"/>
                      </a:lnTo>
                      <a:lnTo>
                        <a:pt x="248638" y="583887"/>
                      </a:lnTo>
                      <a:lnTo>
                        <a:pt x="246045" y="588726"/>
                      </a:lnTo>
                      <a:lnTo>
                        <a:pt x="243475" y="593924"/>
                      </a:lnTo>
                      <a:lnTo>
                        <a:pt x="243082" y="594607"/>
                      </a:lnTo>
                      <a:lnTo>
                        <a:pt x="240014" y="599793"/>
                      </a:lnTo>
                      <a:lnTo>
                        <a:pt x="237988" y="600071"/>
                      </a:lnTo>
                      <a:lnTo>
                        <a:pt x="239042" y="609250"/>
                      </a:lnTo>
                      <a:lnTo>
                        <a:pt x="237792" y="605257"/>
                      </a:lnTo>
                      <a:lnTo>
                        <a:pt x="234979" y="605279"/>
                      </a:lnTo>
                      <a:lnTo>
                        <a:pt x="234863" y="604400"/>
                      </a:lnTo>
                      <a:lnTo>
                        <a:pt x="233763" y="601899"/>
                      </a:lnTo>
                      <a:lnTo>
                        <a:pt x="234713" y="604527"/>
                      </a:lnTo>
                      <a:lnTo>
                        <a:pt x="233474" y="605488"/>
                      </a:lnTo>
                      <a:lnTo>
                        <a:pt x="236518" y="606171"/>
                      </a:lnTo>
                      <a:lnTo>
                        <a:pt x="227420" y="609783"/>
                      </a:lnTo>
                      <a:lnTo>
                        <a:pt x="226390" y="612237"/>
                      </a:lnTo>
                      <a:lnTo>
                        <a:pt x="219745" y="610686"/>
                      </a:lnTo>
                      <a:lnTo>
                        <a:pt x="216700" y="609065"/>
                      </a:lnTo>
                      <a:lnTo>
                        <a:pt x="215693" y="607838"/>
                      </a:lnTo>
                      <a:lnTo>
                        <a:pt x="216700" y="606379"/>
                      </a:lnTo>
                      <a:lnTo>
                        <a:pt x="215474" y="607491"/>
                      </a:lnTo>
                      <a:lnTo>
                        <a:pt x="213726" y="606044"/>
                      </a:lnTo>
                      <a:lnTo>
                        <a:pt x="214154" y="600151"/>
                      </a:lnTo>
                      <a:lnTo>
                        <a:pt x="215531" y="598925"/>
                      </a:lnTo>
                      <a:lnTo>
                        <a:pt x="216643" y="599908"/>
                      </a:lnTo>
                      <a:lnTo>
                        <a:pt x="216631" y="596158"/>
                      </a:lnTo>
                      <a:lnTo>
                        <a:pt x="218101" y="597871"/>
                      </a:lnTo>
                      <a:lnTo>
                        <a:pt x="217082" y="593426"/>
                      </a:lnTo>
                      <a:lnTo>
                        <a:pt x="219398" y="592465"/>
                      </a:lnTo>
                      <a:lnTo>
                        <a:pt x="217024" y="593356"/>
                      </a:lnTo>
                      <a:lnTo>
                        <a:pt x="217094" y="595405"/>
                      </a:lnTo>
                      <a:lnTo>
                        <a:pt x="215960" y="594780"/>
                      </a:lnTo>
                      <a:lnTo>
                        <a:pt x="217024" y="596077"/>
                      </a:lnTo>
                      <a:lnTo>
                        <a:pt x="215635" y="595417"/>
                      </a:lnTo>
                      <a:lnTo>
                        <a:pt x="215369" y="596748"/>
                      </a:lnTo>
                      <a:lnTo>
                        <a:pt x="214501" y="594560"/>
                      </a:lnTo>
                      <a:lnTo>
                        <a:pt x="215161" y="596655"/>
                      </a:lnTo>
                      <a:lnTo>
                        <a:pt x="213436" y="596621"/>
                      </a:lnTo>
                      <a:lnTo>
                        <a:pt x="212382" y="593924"/>
                      </a:lnTo>
                      <a:lnTo>
                        <a:pt x="214015" y="591921"/>
                      </a:lnTo>
                      <a:lnTo>
                        <a:pt x="212174" y="593854"/>
                      </a:lnTo>
                      <a:lnTo>
                        <a:pt x="212394" y="590428"/>
                      </a:lnTo>
                      <a:lnTo>
                        <a:pt x="211387" y="592210"/>
                      </a:lnTo>
                      <a:lnTo>
                        <a:pt x="208540" y="588900"/>
                      </a:lnTo>
                      <a:lnTo>
                        <a:pt x="208875" y="586364"/>
                      </a:lnTo>
                      <a:lnTo>
                        <a:pt x="208169" y="588610"/>
                      </a:lnTo>
                      <a:lnTo>
                        <a:pt x="206525" y="586307"/>
                      </a:lnTo>
                      <a:lnTo>
                        <a:pt x="207370" y="585057"/>
                      </a:lnTo>
                      <a:lnTo>
                        <a:pt x="206271" y="586052"/>
                      </a:lnTo>
                      <a:lnTo>
                        <a:pt x="205784" y="583864"/>
                      </a:lnTo>
                      <a:lnTo>
                        <a:pt x="202532" y="581804"/>
                      </a:lnTo>
                      <a:lnTo>
                        <a:pt x="204928" y="583008"/>
                      </a:lnTo>
                      <a:lnTo>
                        <a:pt x="207984" y="585057"/>
                      </a:lnTo>
                      <a:lnTo>
                        <a:pt x="205935" y="583517"/>
                      </a:lnTo>
                      <a:lnTo>
                        <a:pt x="207590" y="584142"/>
                      </a:lnTo>
                      <a:lnTo>
                        <a:pt x="203909" y="582232"/>
                      </a:lnTo>
                      <a:lnTo>
                        <a:pt x="207127" y="582081"/>
                      </a:lnTo>
                      <a:lnTo>
                        <a:pt x="208042" y="579616"/>
                      </a:lnTo>
                      <a:lnTo>
                        <a:pt x="209002" y="579766"/>
                      </a:lnTo>
                      <a:lnTo>
                        <a:pt x="210334" y="579639"/>
                      </a:lnTo>
                      <a:lnTo>
                        <a:pt x="209095" y="579627"/>
                      </a:lnTo>
                      <a:lnTo>
                        <a:pt x="210959" y="576537"/>
                      </a:lnTo>
                      <a:lnTo>
                        <a:pt x="208609" y="573538"/>
                      </a:lnTo>
                      <a:lnTo>
                        <a:pt x="208354" y="573226"/>
                      </a:lnTo>
                      <a:lnTo>
                        <a:pt x="208088" y="568827"/>
                      </a:lnTo>
                      <a:lnTo>
                        <a:pt x="206560" y="568873"/>
                      </a:lnTo>
                      <a:lnTo>
                        <a:pt x="206583" y="565540"/>
                      </a:lnTo>
                      <a:lnTo>
                        <a:pt x="206247" y="568191"/>
                      </a:lnTo>
                      <a:lnTo>
                        <a:pt x="204581" y="562970"/>
                      </a:lnTo>
                      <a:lnTo>
                        <a:pt x="200182" y="564382"/>
                      </a:lnTo>
                      <a:lnTo>
                        <a:pt x="199395" y="560562"/>
                      </a:lnTo>
                      <a:lnTo>
                        <a:pt x="204546" y="556846"/>
                      </a:lnTo>
                      <a:lnTo>
                        <a:pt x="204835" y="554438"/>
                      </a:lnTo>
                      <a:lnTo>
                        <a:pt x="206838" y="555411"/>
                      </a:lnTo>
                      <a:lnTo>
                        <a:pt x="205807" y="553778"/>
                      </a:lnTo>
                      <a:lnTo>
                        <a:pt x="206641" y="552818"/>
                      </a:lnTo>
                      <a:lnTo>
                        <a:pt x="206028" y="550873"/>
                      </a:lnTo>
                      <a:lnTo>
                        <a:pt x="205923" y="550873"/>
                      </a:lnTo>
                      <a:lnTo>
                        <a:pt x="206514" y="552829"/>
                      </a:lnTo>
                      <a:lnTo>
                        <a:pt x="203955" y="554161"/>
                      </a:lnTo>
                      <a:lnTo>
                        <a:pt x="203515" y="556591"/>
                      </a:lnTo>
                      <a:lnTo>
                        <a:pt x="199719" y="555237"/>
                      </a:lnTo>
                      <a:lnTo>
                        <a:pt x="199244" y="559335"/>
                      </a:lnTo>
                      <a:lnTo>
                        <a:pt x="198630" y="559578"/>
                      </a:lnTo>
                      <a:lnTo>
                        <a:pt x="198249" y="559034"/>
                      </a:lnTo>
                      <a:lnTo>
                        <a:pt x="198353" y="559983"/>
                      </a:lnTo>
                      <a:lnTo>
                        <a:pt x="198445" y="560666"/>
                      </a:lnTo>
                      <a:lnTo>
                        <a:pt x="197785" y="567820"/>
                      </a:lnTo>
                      <a:lnTo>
                        <a:pt x="203793" y="570992"/>
                      </a:lnTo>
                      <a:lnTo>
                        <a:pt x="204847" y="573538"/>
                      </a:lnTo>
                      <a:lnTo>
                        <a:pt x="202520" y="576780"/>
                      </a:lnTo>
                      <a:lnTo>
                        <a:pt x="204164" y="573538"/>
                      </a:lnTo>
                      <a:lnTo>
                        <a:pt x="204210" y="573457"/>
                      </a:lnTo>
                      <a:lnTo>
                        <a:pt x="204037" y="573538"/>
                      </a:lnTo>
                      <a:lnTo>
                        <a:pt x="202636" y="574187"/>
                      </a:lnTo>
                      <a:lnTo>
                        <a:pt x="200506" y="580484"/>
                      </a:lnTo>
                      <a:lnTo>
                        <a:pt x="197589" y="580739"/>
                      </a:lnTo>
                      <a:lnTo>
                        <a:pt x="196917" y="583876"/>
                      </a:lnTo>
                      <a:lnTo>
                        <a:pt x="197438" y="586851"/>
                      </a:lnTo>
                      <a:lnTo>
                        <a:pt x="195227" y="586307"/>
                      </a:lnTo>
                      <a:lnTo>
                        <a:pt x="196547" y="587615"/>
                      </a:lnTo>
                      <a:lnTo>
                        <a:pt x="194394" y="591527"/>
                      </a:lnTo>
                      <a:lnTo>
                        <a:pt x="193942" y="588136"/>
                      </a:lnTo>
                      <a:lnTo>
                        <a:pt x="194151" y="592650"/>
                      </a:lnTo>
                      <a:lnTo>
                        <a:pt x="195308" y="595891"/>
                      </a:lnTo>
                      <a:lnTo>
                        <a:pt x="194602" y="602385"/>
                      </a:lnTo>
                      <a:lnTo>
                        <a:pt x="188629" y="607016"/>
                      </a:lnTo>
                      <a:lnTo>
                        <a:pt x="185133" y="617388"/>
                      </a:lnTo>
                      <a:lnTo>
                        <a:pt x="180572" y="622169"/>
                      </a:lnTo>
                      <a:lnTo>
                        <a:pt x="179102" y="626845"/>
                      </a:lnTo>
                      <a:lnTo>
                        <a:pt x="165952" y="640169"/>
                      </a:lnTo>
                      <a:lnTo>
                        <a:pt x="163509" y="642160"/>
                      </a:lnTo>
                      <a:lnTo>
                        <a:pt x="163498" y="642172"/>
                      </a:lnTo>
                      <a:lnTo>
                        <a:pt x="157976" y="648145"/>
                      </a:lnTo>
                      <a:lnTo>
                        <a:pt x="155325" y="648944"/>
                      </a:lnTo>
                      <a:lnTo>
                        <a:pt x="162004" y="657359"/>
                      </a:lnTo>
                      <a:lnTo>
                        <a:pt x="162352" y="655866"/>
                      </a:lnTo>
                      <a:lnTo>
                        <a:pt x="162664" y="659073"/>
                      </a:lnTo>
                      <a:lnTo>
                        <a:pt x="155638" y="650217"/>
                      </a:lnTo>
                      <a:lnTo>
                        <a:pt x="154955" y="653759"/>
                      </a:lnTo>
                      <a:lnTo>
                        <a:pt x="153334" y="652972"/>
                      </a:lnTo>
                      <a:lnTo>
                        <a:pt x="154874" y="647994"/>
                      </a:lnTo>
                      <a:lnTo>
                        <a:pt x="150417" y="643781"/>
                      </a:lnTo>
                      <a:lnTo>
                        <a:pt x="151054" y="640690"/>
                      </a:lnTo>
                      <a:lnTo>
                        <a:pt x="149097" y="636592"/>
                      </a:lnTo>
                      <a:lnTo>
                        <a:pt x="146493" y="636338"/>
                      </a:lnTo>
                      <a:lnTo>
                        <a:pt x="139339" y="640551"/>
                      </a:lnTo>
                      <a:lnTo>
                        <a:pt x="138864" y="644001"/>
                      </a:lnTo>
                      <a:lnTo>
                        <a:pt x="137371" y="642010"/>
                      </a:lnTo>
                      <a:lnTo>
                        <a:pt x="132428" y="635411"/>
                      </a:lnTo>
                      <a:lnTo>
                        <a:pt x="131641" y="630747"/>
                      </a:lnTo>
                      <a:lnTo>
                        <a:pt x="131236" y="620953"/>
                      </a:lnTo>
                      <a:lnTo>
                        <a:pt x="132463" y="610130"/>
                      </a:lnTo>
                      <a:lnTo>
                        <a:pt x="133516" y="604967"/>
                      </a:lnTo>
                      <a:lnTo>
                        <a:pt x="132567" y="603509"/>
                      </a:lnTo>
                      <a:lnTo>
                        <a:pt x="129407" y="605557"/>
                      </a:lnTo>
                      <a:lnTo>
                        <a:pt x="127150" y="597338"/>
                      </a:lnTo>
                      <a:lnTo>
                        <a:pt x="130773" y="595463"/>
                      </a:lnTo>
                      <a:lnTo>
                        <a:pt x="136873" y="595938"/>
                      </a:lnTo>
                      <a:lnTo>
                        <a:pt x="137371" y="595498"/>
                      </a:lnTo>
                      <a:lnTo>
                        <a:pt x="140821" y="592430"/>
                      </a:lnTo>
                      <a:lnTo>
                        <a:pt x="141608" y="588101"/>
                      </a:lnTo>
                      <a:lnTo>
                        <a:pt x="138922" y="586318"/>
                      </a:lnTo>
                      <a:lnTo>
                        <a:pt x="141735" y="587615"/>
                      </a:lnTo>
                      <a:lnTo>
                        <a:pt x="140288" y="586515"/>
                      </a:lnTo>
                      <a:lnTo>
                        <a:pt x="142812" y="579350"/>
                      </a:lnTo>
                      <a:lnTo>
                        <a:pt x="142534" y="574962"/>
                      </a:lnTo>
                      <a:lnTo>
                        <a:pt x="145509" y="573643"/>
                      </a:lnTo>
                      <a:lnTo>
                        <a:pt x="143587" y="574164"/>
                      </a:lnTo>
                      <a:lnTo>
                        <a:pt x="143888" y="573538"/>
                      </a:lnTo>
                      <a:lnTo>
                        <a:pt x="145208" y="570818"/>
                      </a:lnTo>
                      <a:lnTo>
                        <a:pt x="145393" y="570436"/>
                      </a:lnTo>
                      <a:lnTo>
                        <a:pt x="146458" y="572728"/>
                      </a:lnTo>
                      <a:lnTo>
                        <a:pt x="145439" y="568920"/>
                      </a:lnTo>
                      <a:lnTo>
                        <a:pt x="147558" y="567542"/>
                      </a:lnTo>
                      <a:lnTo>
                        <a:pt x="151030" y="559590"/>
                      </a:lnTo>
                      <a:lnTo>
                        <a:pt x="154341" y="556464"/>
                      </a:lnTo>
                      <a:lnTo>
                        <a:pt x="151656" y="558143"/>
                      </a:lnTo>
                      <a:lnTo>
                        <a:pt x="148090" y="562356"/>
                      </a:lnTo>
                      <a:lnTo>
                        <a:pt x="147326" y="557101"/>
                      </a:lnTo>
                      <a:lnTo>
                        <a:pt x="143078" y="551243"/>
                      </a:lnTo>
                      <a:lnTo>
                        <a:pt x="143946" y="547481"/>
                      </a:lnTo>
                      <a:lnTo>
                        <a:pt x="143390" y="548732"/>
                      </a:lnTo>
                      <a:lnTo>
                        <a:pt x="141909" y="545050"/>
                      </a:lnTo>
                      <a:lnTo>
                        <a:pt x="137684" y="543904"/>
                      </a:lnTo>
                      <a:lnTo>
                        <a:pt x="137568" y="543881"/>
                      </a:lnTo>
                      <a:lnTo>
                        <a:pt x="137776" y="543754"/>
                      </a:lnTo>
                      <a:lnTo>
                        <a:pt x="140172" y="542295"/>
                      </a:lnTo>
                      <a:lnTo>
                        <a:pt x="137985" y="543569"/>
                      </a:lnTo>
                      <a:lnTo>
                        <a:pt x="138054" y="543245"/>
                      </a:lnTo>
                      <a:lnTo>
                        <a:pt x="139339" y="536322"/>
                      </a:lnTo>
                      <a:lnTo>
                        <a:pt x="140161" y="531900"/>
                      </a:lnTo>
                      <a:lnTo>
                        <a:pt x="139559" y="533903"/>
                      </a:lnTo>
                      <a:lnTo>
                        <a:pt x="138957" y="533694"/>
                      </a:lnTo>
                      <a:lnTo>
                        <a:pt x="138181" y="533440"/>
                      </a:lnTo>
                      <a:lnTo>
                        <a:pt x="139269" y="534690"/>
                      </a:lnTo>
                      <a:lnTo>
                        <a:pt x="137938" y="541450"/>
                      </a:lnTo>
                      <a:lnTo>
                        <a:pt x="137371" y="542353"/>
                      </a:lnTo>
                      <a:lnTo>
                        <a:pt x="136503" y="543777"/>
                      </a:lnTo>
                      <a:lnTo>
                        <a:pt x="136931" y="540813"/>
                      </a:lnTo>
                      <a:lnTo>
                        <a:pt x="136075" y="542446"/>
                      </a:lnTo>
                      <a:lnTo>
                        <a:pt x="135970" y="543719"/>
                      </a:lnTo>
                      <a:lnTo>
                        <a:pt x="137371" y="545687"/>
                      </a:lnTo>
                      <a:lnTo>
                        <a:pt x="139593" y="548801"/>
                      </a:lnTo>
                      <a:lnTo>
                        <a:pt x="137371" y="549692"/>
                      </a:lnTo>
                      <a:lnTo>
                        <a:pt x="132382" y="551706"/>
                      </a:lnTo>
                      <a:lnTo>
                        <a:pt x="137371" y="549820"/>
                      </a:lnTo>
                      <a:lnTo>
                        <a:pt x="139200" y="551371"/>
                      </a:lnTo>
                      <a:lnTo>
                        <a:pt x="138540" y="555712"/>
                      </a:lnTo>
                      <a:lnTo>
                        <a:pt x="137371" y="557066"/>
                      </a:lnTo>
                      <a:lnTo>
                        <a:pt x="137000" y="557494"/>
                      </a:lnTo>
                      <a:lnTo>
                        <a:pt x="137035" y="555017"/>
                      </a:lnTo>
                      <a:lnTo>
                        <a:pt x="135449" y="560064"/>
                      </a:lnTo>
                      <a:lnTo>
                        <a:pt x="134674" y="557749"/>
                      </a:lnTo>
                      <a:lnTo>
                        <a:pt x="134106" y="559277"/>
                      </a:lnTo>
                      <a:lnTo>
                        <a:pt x="133273" y="558258"/>
                      </a:lnTo>
                      <a:lnTo>
                        <a:pt x="135067" y="560597"/>
                      </a:lnTo>
                      <a:lnTo>
                        <a:pt x="132347" y="558988"/>
                      </a:lnTo>
                      <a:lnTo>
                        <a:pt x="135843" y="562159"/>
                      </a:lnTo>
                      <a:lnTo>
                        <a:pt x="134245" y="564023"/>
                      </a:lnTo>
                      <a:lnTo>
                        <a:pt x="134720" y="562669"/>
                      </a:lnTo>
                      <a:lnTo>
                        <a:pt x="131525" y="560284"/>
                      </a:lnTo>
                      <a:lnTo>
                        <a:pt x="134280" y="562727"/>
                      </a:lnTo>
                      <a:lnTo>
                        <a:pt x="132301" y="564151"/>
                      </a:lnTo>
                      <a:lnTo>
                        <a:pt x="132069" y="563259"/>
                      </a:lnTo>
                      <a:lnTo>
                        <a:pt x="130784" y="561847"/>
                      </a:lnTo>
                      <a:lnTo>
                        <a:pt x="131942" y="563595"/>
                      </a:lnTo>
                      <a:lnTo>
                        <a:pt x="131247" y="565239"/>
                      </a:lnTo>
                      <a:lnTo>
                        <a:pt x="130854" y="563132"/>
                      </a:lnTo>
                      <a:lnTo>
                        <a:pt x="129592" y="567288"/>
                      </a:lnTo>
                      <a:lnTo>
                        <a:pt x="129511" y="562403"/>
                      </a:lnTo>
                      <a:lnTo>
                        <a:pt x="128562" y="567716"/>
                      </a:lnTo>
                      <a:lnTo>
                        <a:pt x="128180" y="568908"/>
                      </a:lnTo>
                      <a:lnTo>
                        <a:pt x="127902" y="567704"/>
                      </a:lnTo>
                      <a:lnTo>
                        <a:pt x="128307" y="565864"/>
                      </a:lnTo>
                      <a:lnTo>
                        <a:pt x="127856" y="567704"/>
                      </a:lnTo>
                      <a:lnTo>
                        <a:pt x="127381" y="571073"/>
                      </a:lnTo>
                      <a:lnTo>
                        <a:pt x="126907" y="570772"/>
                      </a:lnTo>
                      <a:lnTo>
                        <a:pt x="124533" y="571316"/>
                      </a:lnTo>
                      <a:lnTo>
                        <a:pt x="127092" y="571073"/>
                      </a:lnTo>
                      <a:lnTo>
                        <a:pt x="127520" y="571744"/>
                      </a:lnTo>
                      <a:lnTo>
                        <a:pt x="126131" y="571744"/>
                      </a:lnTo>
                      <a:lnTo>
                        <a:pt x="128457" y="572879"/>
                      </a:lnTo>
                      <a:lnTo>
                        <a:pt x="127485" y="570726"/>
                      </a:lnTo>
                      <a:lnTo>
                        <a:pt x="129384" y="569661"/>
                      </a:lnTo>
                      <a:lnTo>
                        <a:pt x="129904" y="573353"/>
                      </a:lnTo>
                      <a:lnTo>
                        <a:pt x="130066" y="573538"/>
                      </a:lnTo>
                      <a:lnTo>
                        <a:pt x="133458" y="577196"/>
                      </a:lnTo>
                      <a:lnTo>
                        <a:pt x="128272" y="583864"/>
                      </a:lnTo>
                      <a:lnTo>
                        <a:pt x="123179" y="584663"/>
                      </a:lnTo>
                      <a:lnTo>
                        <a:pt x="120076" y="582336"/>
                      </a:lnTo>
                      <a:lnTo>
                        <a:pt x="116685" y="580484"/>
                      </a:lnTo>
                      <a:lnTo>
                        <a:pt x="115632" y="584188"/>
                      </a:lnTo>
                      <a:lnTo>
                        <a:pt x="107436" y="585300"/>
                      </a:lnTo>
                      <a:lnTo>
                        <a:pt x="102099" y="580623"/>
                      </a:lnTo>
                      <a:lnTo>
                        <a:pt x="98187" y="573538"/>
                      </a:lnTo>
                      <a:lnTo>
                        <a:pt x="90477" y="559566"/>
                      </a:lnTo>
                      <a:lnTo>
                        <a:pt x="80638" y="546034"/>
                      </a:lnTo>
                      <a:lnTo>
                        <a:pt x="73032" y="530222"/>
                      </a:lnTo>
                      <a:lnTo>
                        <a:pt x="71284" y="523253"/>
                      </a:lnTo>
                      <a:lnTo>
                        <a:pt x="73808" y="516990"/>
                      </a:lnTo>
                      <a:lnTo>
                        <a:pt x="70960" y="502150"/>
                      </a:lnTo>
                      <a:lnTo>
                        <a:pt x="71909" y="495656"/>
                      </a:lnTo>
                      <a:lnTo>
                        <a:pt x="76320" y="489521"/>
                      </a:lnTo>
                      <a:lnTo>
                        <a:pt x="75556" y="496756"/>
                      </a:lnTo>
                      <a:lnTo>
                        <a:pt x="79503" y="498561"/>
                      </a:lnTo>
                      <a:lnTo>
                        <a:pt x="79399" y="499140"/>
                      </a:lnTo>
                      <a:lnTo>
                        <a:pt x="79862" y="500923"/>
                      </a:lnTo>
                      <a:lnTo>
                        <a:pt x="79573" y="498967"/>
                      </a:lnTo>
                      <a:lnTo>
                        <a:pt x="82316" y="496096"/>
                      </a:lnTo>
                      <a:lnTo>
                        <a:pt x="82571" y="497797"/>
                      </a:lnTo>
                      <a:lnTo>
                        <a:pt x="85638" y="489995"/>
                      </a:lnTo>
                      <a:lnTo>
                        <a:pt x="88382" y="490261"/>
                      </a:lnTo>
                      <a:lnTo>
                        <a:pt x="88833" y="486754"/>
                      </a:lnTo>
                      <a:lnTo>
                        <a:pt x="88810" y="486557"/>
                      </a:lnTo>
                      <a:lnTo>
                        <a:pt x="88174" y="489903"/>
                      </a:lnTo>
                      <a:lnTo>
                        <a:pt x="85384" y="489706"/>
                      </a:lnTo>
                      <a:lnTo>
                        <a:pt x="83068" y="494556"/>
                      </a:lnTo>
                      <a:lnTo>
                        <a:pt x="78809" y="495320"/>
                      </a:lnTo>
                      <a:lnTo>
                        <a:pt x="78114" y="496860"/>
                      </a:lnTo>
                      <a:lnTo>
                        <a:pt x="75903" y="485446"/>
                      </a:lnTo>
                      <a:lnTo>
                        <a:pt x="78450" y="482726"/>
                      </a:lnTo>
                      <a:lnTo>
                        <a:pt x="74618" y="481788"/>
                      </a:lnTo>
                      <a:lnTo>
                        <a:pt x="75729" y="485180"/>
                      </a:lnTo>
                      <a:lnTo>
                        <a:pt x="72106" y="483964"/>
                      </a:lnTo>
                      <a:lnTo>
                        <a:pt x="69571" y="486210"/>
                      </a:lnTo>
                      <a:lnTo>
                        <a:pt x="66839" y="484196"/>
                      </a:lnTo>
                      <a:lnTo>
                        <a:pt x="68020" y="481198"/>
                      </a:lnTo>
                      <a:lnTo>
                        <a:pt x="65427" y="478061"/>
                      </a:lnTo>
                      <a:lnTo>
                        <a:pt x="65554" y="476961"/>
                      </a:lnTo>
                      <a:lnTo>
                        <a:pt x="68992" y="475965"/>
                      </a:lnTo>
                      <a:lnTo>
                        <a:pt x="69525" y="473812"/>
                      </a:lnTo>
                      <a:lnTo>
                        <a:pt x="68923" y="475907"/>
                      </a:lnTo>
                      <a:lnTo>
                        <a:pt x="65230" y="476787"/>
                      </a:lnTo>
                      <a:lnTo>
                        <a:pt x="65103" y="478084"/>
                      </a:lnTo>
                      <a:lnTo>
                        <a:pt x="66226" y="485133"/>
                      </a:lnTo>
                      <a:lnTo>
                        <a:pt x="73785" y="487761"/>
                      </a:lnTo>
                      <a:lnTo>
                        <a:pt x="73785" y="490319"/>
                      </a:lnTo>
                      <a:lnTo>
                        <a:pt x="70474" y="493700"/>
                      </a:lnTo>
                      <a:lnTo>
                        <a:pt x="67568" y="493445"/>
                      </a:lnTo>
                      <a:lnTo>
                        <a:pt x="54870" y="474298"/>
                      </a:lnTo>
                      <a:lnTo>
                        <a:pt x="53955" y="467885"/>
                      </a:lnTo>
                      <a:lnTo>
                        <a:pt x="53920" y="467828"/>
                      </a:lnTo>
                      <a:lnTo>
                        <a:pt x="46292" y="456379"/>
                      </a:lnTo>
                      <a:lnTo>
                        <a:pt x="45632" y="455615"/>
                      </a:lnTo>
                      <a:lnTo>
                        <a:pt x="31672" y="436630"/>
                      </a:lnTo>
                      <a:lnTo>
                        <a:pt x="20188" y="421015"/>
                      </a:lnTo>
                      <a:lnTo>
                        <a:pt x="15234" y="410712"/>
                      </a:lnTo>
                      <a:lnTo>
                        <a:pt x="10210" y="405399"/>
                      </a:lnTo>
                      <a:lnTo>
                        <a:pt x="6251" y="405330"/>
                      </a:lnTo>
                      <a:lnTo>
                        <a:pt x="3855" y="398766"/>
                      </a:lnTo>
                      <a:lnTo>
                        <a:pt x="1134" y="395906"/>
                      </a:lnTo>
                      <a:lnTo>
                        <a:pt x="810" y="395270"/>
                      </a:lnTo>
                      <a:lnTo>
                        <a:pt x="0" y="389609"/>
                      </a:lnTo>
                      <a:lnTo>
                        <a:pt x="4364" y="387804"/>
                      </a:lnTo>
                      <a:lnTo>
                        <a:pt x="8752" y="385315"/>
                      </a:lnTo>
                      <a:lnTo>
                        <a:pt x="10557" y="382224"/>
                      </a:lnTo>
                      <a:lnTo>
                        <a:pt x="10812" y="381877"/>
                      </a:lnTo>
                      <a:lnTo>
                        <a:pt x="10858" y="381715"/>
                      </a:lnTo>
                      <a:lnTo>
                        <a:pt x="11356" y="380858"/>
                      </a:lnTo>
                      <a:lnTo>
                        <a:pt x="13717" y="371933"/>
                      </a:lnTo>
                      <a:lnTo>
                        <a:pt x="14099" y="369409"/>
                      </a:lnTo>
                      <a:lnTo>
                        <a:pt x="14389" y="369375"/>
                      </a:lnTo>
                      <a:lnTo>
                        <a:pt x="15940" y="371840"/>
                      </a:lnTo>
                      <a:lnTo>
                        <a:pt x="17179" y="369792"/>
                      </a:lnTo>
                      <a:lnTo>
                        <a:pt x="15604" y="369247"/>
                      </a:lnTo>
                      <a:lnTo>
                        <a:pt x="15685" y="369236"/>
                      </a:lnTo>
                      <a:lnTo>
                        <a:pt x="16646" y="369513"/>
                      </a:lnTo>
                      <a:lnTo>
                        <a:pt x="19239" y="362510"/>
                      </a:lnTo>
                      <a:lnTo>
                        <a:pt x="19366" y="362128"/>
                      </a:lnTo>
                      <a:lnTo>
                        <a:pt x="20732" y="358007"/>
                      </a:lnTo>
                      <a:lnTo>
                        <a:pt x="20154" y="346837"/>
                      </a:lnTo>
                      <a:lnTo>
                        <a:pt x="23777" y="341129"/>
                      </a:lnTo>
                      <a:lnTo>
                        <a:pt x="24367" y="334115"/>
                      </a:lnTo>
                      <a:lnTo>
                        <a:pt x="26208" y="334404"/>
                      </a:lnTo>
                      <a:lnTo>
                        <a:pt x="25177" y="332089"/>
                      </a:lnTo>
                      <a:lnTo>
                        <a:pt x="23603" y="318395"/>
                      </a:lnTo>
                      <a:lnTo>
                        <a:pt x="21948" y="310731"/>
                      </a:lnTo>
                      <a:lnTo>
                        <a:pt x="21971" y="310720"/>
                      </a:lnTo>
                      <a:lnTo>
                        <a:pt x="27817" y="314343"/>
                      </a:lnTo>
                      <a:lnTo>
                        <a:pt x="29623" y="314459"/>
                      </a:lnTo>
                      <a:lnTo>
                        <a:pt x="27157" y="313405"/>
                      </a:lnTo>
                      <a:lnTo>
                        <a:pt x="29229" y="313475"/>
                      </a:lnTo>
                      <a:lnTo>
                        <a:pt x="27354" y="313197"/>
                      </a:lnTo>
                      <a:lnTo>
                        <a:pt x="24726" y="311657"/>
                      </a:lnTo>
                      <a:lnTo>
                        <a:pt x="31672" y="301448"/>
                      </a:lnTo>
                      <a:lnTo>
                        <a:pt x="32111" y="300788"/>
                      </a:lnTo>
                      <a:lnTo>
                        <a:pt x="38166" y="293692"/>
                      </a:lnTo>
                      <a:lnTo>
                        <a:pt x="43247" y="287279"/>
                      </a:lnTo>
                      <a:lnTo>
                        <a:pt x="45817" y="279476"/>
                      </a:lnTo>
                      <a:lnTo>
                        <a:pt x="46662" y="272844"/>
                      </a:lnTo>
                      <a:lnTo>
                        <a:pt x="49614" y="274626"/>
                      </a:lnTo>
                      <a:lnTo>
                        <a:pt x="49637" y="274267"/>
                      </a:lnTo>
                      <a:lnTo>
                        <a:pt x="47600" y="272867"/>
                      </a:lnTo>
                      <a:lnTo>
                        <a:pt x="49637" y="273191"/>
                      </a:lnTo>
                      <a:lnTo>
                        <a:pt x="52323" y="268155"/>
                      </a:lnTo>
                      <a:lnTo>
                        <a:pt x="57358" y="264381"/>
                      </a:lnTo>
                      <a:lnTo>
                        <a:pt x="65520" y="256417"/>
                      </a:lnTo>
                      <a:lnTo>
                        <a:pt x="69027" y="252991"/>
                      </a:lnTo>
                      <a:lnTo>
                        <a:pt x="73310" y="244807"/>
                      </a:lnTo>
                      <a:lnTo>
                        <a:pt x="74097" y="236079"/>
                      </a:lnTo>
                      <a:lnTo>
                        <a:pt x="72199" y="223959"/>
                      </a:lnTo>
                      <a:lnTo>
                        <a:pt x="82004" y="201745"/>
                      </a:lnTo>
                      <a:lnTo>
                        <a:pt x="86217" y="184925"/>
                      </a:lnTo>
                      <a:lnTo>
                        <a:pt x="87780" y="185214"/>
                      </a:lnTo>
                      <a:lnTo>
                        <a:pt x="86842" y="184276"/>
                      </a:lnTo>
                      <a:lnTo>
                        <a:pt x="97307" y="171613"/>
                      </a:lnTo>
                      <a:lnTo>
                        <a:pt x="106938" y="166635"/>
                      </a:lnTo>
                      <a:lnTo>
                        <a:pt x="108177" y="167584"/>
                      </a:lnTo>
                      <a:lnTo>
                        <a:pt x="100733" y="170964"/>
                      </a:lnTo>
                      <a:lnTo>
                        <a:pt x="100016" y="171682"/>
                      </a:lnTo>
                      <a:lnTo>
                        <a:pt x="99842" y="174981"/>
                      </a:lnTo>
                      <a:lnTo>
                        <a:pt x="100768" y="171312"/>
                      </a:lnTo>
                      <a:lnTo>
                        <a:pt x="102146" y="174414"/>
                      </a:lnTo>
                      <a:lnTo>
                        <a:pt x="101995" y="172677"/>
                      </a:lnTo>
                      <a:lnTo>
                        <a:pt x="103604" y="173800"/>
                      </a:lnTo>
                      <a:lnTo>
                        <a:pt x="101439" y="171971"/>
                      </a:lnTo>
                      <a:lnTo>
                        <a:pt x="103164" y="170478"/>
                      </a:lnTo>
                      <a:lnTo>
                        <a:pt x="103477" y="173164"/>
                      </a:lnTo>
                      <a:lnTo>
                        <a:pt x="106892" y="175120"/>
                      </a:lnTo>
                      <a:lnTo>
                        <a:pt x="105931" y="177065"/>
                      </a:lnTo>
                      <a:lnTo>
                        <a:pt x="107007" y="175131"/>
                      </a:lnTo>
                      <a:lnTo>
                        <a:pt x="105838" y="173221"/>
                      </a:lnTo>
                      <a:lnTo>
                        <a:pt x="103488" y="172886"/>
                      </a:lnTo>
                      <a:lnTo>
                        <a:pt x="103974" y="171774"/>
                      </a:lnTo>
                      <a:lnTo>
                        <a:pt x="108119" y="173592"/>
                      </a:lnTo>
                      <a:lnTo>
                        <a:pt x="104519" y="171821"/>
                      </a:lnTo>
                      <a:lnTo>
                        <a:pt x="104854" y="169980"/>
                      </a:lnTo>
                      <a:lnTo>
                        <a:pt x="108130" y="173476"/>
                      </a:lnTo>
                      <a:lnTo>
                        <a:pt x="104947" y="169969"/>
                      </a:lnTo>
                      <a:lnTo>
                        <a:pt x="106591" y="168962"/>
                      </a:lnTo>
                      <a:lnTo>
                        <a:pt x="108651" y="173071"/>
                      </a:lnTo>
                      <a:lnTo>
                        <a:pt x="109543" y="172353"/>
                      </a:lnTo>
                      <a:lnTo>
                        <a:pt x="108917" y="173465"/>
                      </a:lnTo>
                      <a:lnTo>
                        <a:pt x="110353" y="174356"/>
                      </a:lnTo>
                      <a:lnTo>
                        <a:pt x="109959" y="171786"/>
                      </a:lnTo>
                      <a:lnTo>
                        <a:pt x="112367" y="172978"/>
                      </a:lnTo>
                      <a:lnTo>
                        <a:pt x="110966" y="174773"/>
                      </a:lnTo>
                      <a:lnTo>
                        <a:pt x="112876" y="172967"/>
                      </a:lnTo>
                      <a:lnTo>
                        <a:pt x="113339" y="174668"/>
                      </a:lnTo>
                      <a:lnTo>
                        <a:pt x="116071" y="173847"/>
                      </a:lnTo>
                      <a:lnTo>
                        <a:pt x="116835" y="175722"/>
                      </a:lnTo>
                      <a:lnTo>
                        <a:pt x="116986" y="174356"/>
                      </a:lnTo>
                      <a:lnTo>
                        <a:pt x="117298" y="176660"/>
                      </a:lnTo>
                      <a:lnTo>
                        <a:pt x="119197" y="175757"/>
                      </a:lnTo>
                      <a:lnTo>
                        <a:pt x="123677" y="183374"/>
                      </a:lnTo>
                      <a:lnTo>
                        <a:pt x="121743" y="179554"/>
                      </a:lnTo>
                      <a:lnTo>
                        <a:pt x="124649" y="181626"/>
                      </a:lnTo>
                      <a:lnTo>
                        <a:pt x="123411" y="178732"/>
                      </a:lnTo>
                      <a:lnTo>
                        <a:pt x="125969" y="181452"/>
                      </a:lnTo>
                      <a:lnTo>
                        <a:pt x="124128" y="186325"/>
                      </a:lnTo>
                      <a:lnTo>
                        <a:pt x="125807" y="189775"/>
                      </a:lnTo>
                      <a:lnTo>
                        <a:pt x="126397" y="189555"/>
                      </a:lnTo>
                      <a:lnTo>
                        <a:pt x="124973" y="186406"/>
                      </a:lnTo>
                      <a:lnTo>
                        <a:pt x="126744" y="184843"/>
                      </a:lnTo>
                      <a:lnTo>
                        <a:pt x="125610" y="184670"/>
                      </a:lnTo>
                      <a:lnTo>
                        <a:pt x="127393" y="180225"/>
                      </a:lnTo>
                      <a:lnTo>
                        <a:pt x="125436" y="178685"/>
                      </a:lnTo>
                      <a:lnTo>
                        <a:pt x="126316" y="177018"/>
                      </a:lnTo>
                      <a:lnTo>
                        <a:pt x="124510" y="173916"/>
                      </a:lnTo>
                      <a:lnTo>
                        <a:pt x="126721" y="176544"/>
                      </a:lnTo>
                      <a:lnTo>
                        <a:pt x="124070" y="171450"/>
                      </a:lnTo>
                      <a:lnTo>
                        <a:pt x="128446" y="172041"/>
                      </a:lnTo>
                      <a:lnTo>
                        <a:pt x="127566" y="172411"/>
                      </a:lnTo>
                      <a:lnTo>
                        <a:pt x="127427" y="175213"/>
                      </a:lnTo>
                      <a:lnTo>
                        <a:pt x="128365" y="172712"/>
                      </a:lnTo>
                      <a:lnTo>
                        <a:pt x="127682" y="175641"/>
                      </a:lnTo>
                      <a:lnTo>
                        <a:pt x="129337" y="172446"/>
                      </a:lnTo>
                      <a:lnTo>
                        <a:pt x="128990" y="174680"/>
                      </a:lnTo>
                      <a:lnTo>
                        <a:pt x="131398" y="172110"/>
                      </a:lnTo>
                      <a:lnTo>
                        <a:pt x="130819" y="174182"/>
                      </a:lnTo>
                      <a:lnTo>
                        <a:pt x="132521" y="174032"/>
                      </a:lnTo>
                      <a:lnTo>
                        <a:pt x="131421" y="175664"/>
                      </a:lnTo>
                      <a:lnTo>
                        <a:pt x="133562" y="172851"/>
                      </a:lnTo>
                      <a:lnTo>
                        <a:pt x="131375" y="173082"/>
                      </a:lnTo>
                      <a:lnTo>
                        <a:pt x="133898" y="171844"/>
                      </a:lnTo>
                      <a:lnTo>
                        <a:pt x="132035" y="171936"/>
                      </a:lnTo>
                      <a:lnTo>
                        <a:pt x="133319" y="169934"/>
                      </a:lnTo>
                      <a:lnTo>
                        <a:pt x="134361" y="170571"/>
                      </a:lnTo>
                      <a:lnTo>
                        <a:pt x="134523" y="168626"/>
                      </a:lnTo>
                      <a:lnTo>
                        <a:pt x="135843" y="169992"/>
                      </a:lnTo>
                      <a:lnTo>
                        <a:pt x="135218" y="166658"/>
                      </a:lnTo>
                      <a:lnTo>
                        <a:pt x="136526" y="165593"/>
                      </a:lnTo>
                      <a:lnTo>
                        <a:pt x="136144" y="168777"/>
                      </a:lnTo>
                      <a:lnTo>
                        <a:pt x="137371" y="166450"/>
                      </a:lnTo>
                      <a:lnTo>
                        <a:pt x="137556" y="166114"/>
                      </a:lnTo>
                      <a:lnTo>
                        <a:pt x="137371" y="165940"/>
                      </a:lnTo>
                      <a:lnTo>
                        <a:pt x="135473" y="164181"/>
                      </a:lnTo>
                      <a:lnTo>
                        <a:pt x="135334" y="161356"/>
                      </a:lnTo>
                      <a:lnTo>
                        <a:pt x="136954" y="160407"/>
                      </a:lnTo>
                      <a:lnTo>
                        <a:pt x="137371" y="160812"/>
                      </a:lnTo>
                      <a:lnTo>
                        <a:pt x="140103" y="163451"/>
                      </a:lnTo>
                      <a:lnTo>
                        <a:pt x="138934" y="161264"/>
                      </a:lnTo>
                      <a:lnTo>
                        <a:pt x="143008" y="162097"/>
                      </a:lnTo>
                      <a:lnTo>
                        <a:pt x="146701" y="166450"/>
                      </a:lnTo>
                      <a:lnTo>
                        <a:pt x="150834" y="165431"/>
                      </a:lnTo>
                      <a:lnTo>
                        <a:pt x="152477" y="163972"/>
                      </a:lnTo>
                      <a:lnTo>
                        <a:pt x="152431" y="163822"/>
                      </a:lnTo>
                      <a:lnTo>
                        <a:pt x="150741" y="165281"/>
                      </a:lnTo>
                      <a:lnTo>
                        <a:pt x="149132" y="164343"/>
                      </a:lnTo>
                      <a:lnTo>
                        <a:pt x="146817" y="166102"/>
                      </a:lnTo>
                      <a:lnTo>
                        <a:pt x="142719" y="160754"/>
                      </a:lnTo>
                      <a:lnTo>
                        <a:pt x="137996" y="159180"/>
                      </a:lnTo>
                      <a:lnTo>
                        <a:pt x="137371" y="159596"/>
                      </a:lnTo>
                      <a:lnTo>
                        <a:pt x="128747" y="165361"/>
                      </a:lnTo>
                      <a:lnTo>
                        <a:pt x="119139" y="161622"/>
                      </a:lnTo>
                      <a:lnTo>
                        <a:pt x="115632" y="158173"/>
                      </a:lnTo>
                      <a:lnTo>
                        <a:pt x="115747" y="155823"/>
                      </a:lnTo>
                      <a:lnTo>
                        <a:pt x="119718" y="150718"/>
                      </a:lnTo>
                      <a:lnTo>
                        <a:pt x="126212" y="142360"/>
                      </a:lnTo>
                      <a:lnTo>
                        <a:pt x="132312" y="141932"/>
                      </a:lnTo>
                      <a:lnTo>
                        <a:pt x="131027" y="145416"/>
                      </a:lnTo>
                      <a:lnTo>
                        <a:pt x="132451" y="141874"/>
                      </a:lnTo>
                      <a:lnTo>
                        <a:pt x="137371" y="141330"/>
                      </a:lnTo>
                      <a:lnTo>
                        <a:pt x="138239" y="141226"/>
                      </a:lnTo>
                      <a:lnTo>
                        <a:pt x="143633" y="136144"/>
                      </a:lnTo>
                      <a:lnTo>
                        <a:pt x="153056" y="135924"/>
                      </a:lnTo>
                      <a:lnTo>
                        <a:pt x="159238" y="138343"/>
                      </a:lnTo>
                      <a:lnTo>
                        <a:pt x="162317" y="143171"/>
                      </a:lnTo>
                      <a:lnTo>
                        <a:pt x="168927" y="145625"/>
                      </a:lnTo>
                      <a:lnTo>
                        <a:pt x="169506" y="148854"/>
                      </a:lnTo>
                      <a:lnTo>
                        <a:pt x="173129" y="150718"/>
                      </a:lnTo>
                      <a:lnTo>
                        <a:pt x="175282" y="151829"/>
                      </a:lnTo>
                      <a:lnTo>
                        <a:pt x="179577" y="151447"/>
                      </a:lnTo>
                      <a:lnTo>
                        <a:pt x="180792" y="151331"/>
                      </a:lnTo>
                      <a:lnTo>
                        <a:pt x="180931" y="151598"/>
                      </a:lnTo>
                      <a:lnTo>
                        <a:pt x="181510" y="152744"/>
                      </a:lnTo>
                      <a:lnTo>
                        <a:pt x="181730" y="153172"/>
                      </a:lnTo>
                      <a:lnTo>
                        <a:pt x="182007" y="151771"/>
                      </a:lnTo>
                      <a:lnTo>
                        <a:pt x="188085" y="151494"/>
                      </a:lnTo>
                      <a:lnTo>
                        <a:pt x="186696" y="151401"/>
                      </a:lnTo>
                      <a:lnTo>
                        <a:pt x="187518" y="150718"/>
                      </a:lnTo>
                      <a:lnTo>
                        <a:pt x="189127" y="149398"/>
                      </a:lnTo>
                      <a:lnTo>
                        <a:pt x="197404" y="146481"/>
                      </a:lnTo>
                      <a:lnTo>
                        <a:pt x="200865" y="141758"/>
                      </a:lnTo>
                      <a:lnTo>
                        <a:pt x="205171" y="141399"/>
                      </a:lnTo>
                      <a:lnTo>
                        <a:pt x="204476" y="143194"/>
                      </a:lnTo>
                      <a:lnTo>
                        <a:pt x="206259" y="141619"/>
                      </a:lnTo>
                      <a:lnTo>
                        <a:pt x="218912" y="141492"/>
                      </a:lnTo>
                      <a:lnTo>
                        <a:pt x="221215" y="146458"/>
                      </a:lnTo>
                      <a:lnTo>
                        <a:pt x="219872" y="150498"/>
                      </a:lnTo>
                      <a:lnTo>
                        <a:pt x="223484" y="147592"/>
                      </a:lnTo>
                      <a:lnTo>
                        <a:pt x="221817" y="146597"/>
                      </a:lnTo>
                      <a:lnTo>
                        <a:pt x="219456" y="140994"/>
                      </a:lnTo>
                      <a:lnTo>
                        <a:pt x="208609" y="141388"/>
                      </a:lnTo>
                      <a:lnTo>
                        <a:pt x="207798" y="139432"/>
                      </a:lnTo>
                      <a:lnTo>
                        <a:pt x="207208" y="140554"/>
                      </a:lnTo>
                      <a:lnTo>
                        <a:pt x="203319" y="138772"/>
                      </a:lnTo>
                      <a:lnTo>
                        <a:pt x="205275" y="137602"/>
                      </a:lnTo>
                      <a:lnTo>
                        <a:pt x="203076" y="138459"/>
                      </a:lnTo>
                      <a:lnTo>
                        <a:pt x="203620" y="136873"/>
                      </a:lnTo>
                      <a:lnTo>
                        <a:pt x="199672" y="139744"/>
                      </a:lnTo>
                      <a:lnTo>
                        <a:pt x="196165" y="137649"/>
                      </a:lnTo>
                      <a:lnTo>
                        <a:pt x="198978" y="139582"/>
                      </a:lnTo>
                      <a:lnTo>
                        <a:pt x="196917" y="139698"/>
                      </a:lnTo>
                      <a:lnTo>
                        <a:pt x="197901" y="141029"/>
                      </a:lnTo>
                      <a:lnTo>
                        <a:pt x="194058" y="144768"/>
                      </a:lnTo>
                      <a:lnTo>
                        <a:pt x="188038" y="145069"/>
                      </a:lnTo>
                      <a:lnTo>
                        <a:pt x="190018" y="145902"/>
                      </a:lnTo>
                      <a:lnTo>
                        <a:pt x="184763" y="148495"/>
                      </a:lnTo>
                      <a:lnTo>
                        <a:pt x="178118" y="147789"/>
                      </a:lnTo>
                      <a:lnTo>
                        <a:pt x="182934" y="145995"/>
                      </a:lnTo>
                      <a:lnTo>
                        <a:pt x="180063" y="146516"/>
                      </a:lnTo>
                      <a:lnTo>
                        <a:pt x="181278" y="144235"/>
                      </a:lnTo>
                      <a:lnTo>
                        <a:pt x="178535" y="145659"/>
                      </a:lnTo>
                      <a:lnTo>
                        <a:pt x="179449" y="144444"/>
                      </a:lnTo>
                      <a:lnTo>
                        <a:pt x="177794" y="140022"/>
                      </a:lnTo>
                      <a:lnTo>
                        <a:pt x="181278" y="137533"/>
                      </a:lnTo>
                      <a:lnTo>
                        <a:pt x="183223" y="140427"/>
                      </a:lnTo>
                      <a:lnTo>
                        <a:pt x="182968" y="137301"/>
                      </a:lnTo>
                      <a:lnTo>
                        <a:pt x="185388" y="139258"/>
                      </a:lnTo>
                      <a:lnTo>
                        <a:pt x="183732" y="136746"/>
                      </a:lnTo>
                      <a:lnTo>
                        <a:pt x="187263" y="136063"/>
                      </a:lnTo>
                      <a:lnTo>
                        <a:pt x="183015" y="134628"/>
                      </a:lnTo>
                      <a:lnTo>
                        <a:pt x="182945" y="132428"/>
                      </a:lnTo>
                      <a:lnTo>
                        <a:pt x="185561" y="129372"/>
                      </a:lnTo>
                      <a:lnTo>
                        <a:pt x="190192" y="129268"/>
                      </a:lnTo>
                      <a:lnTo>
                        <a:pt x="185631" y="128342"/>
                      </a:lnTo>
                      <a:lnTo>
                        <a:pt x="187089" y="126327"/>
                      </a:lnTo>
                      <a:lnTo>
                        <a:pt x="192958" y="127624"/>
                      </a:lnTo>
                      <a:lnTo>
                        <a:pt x="196732" y="128562"/>
                      </a:lnTo>
                      <a:lnTo>
                        <a:pt x="198550" y="126698"/>
                      </a:lnTo>
                      <a:lnTo>
                        <a:pt x="198584" y="126652"/>
                      </a:lnTo>
                      <a:lnTo>
                        <a:pt x="198851" y="126385"/>
                      </a:lnTo>
                      <a:lnTo>
                        <a:pt x="198445" y="125471"/>
                      </a:lnTo>
                      <a:lnTo>
                        <a:pt x="198272" y="123931"/>
                      </a:lnTo>
                      <a:lnTo>
                        <a:pt x="200772" y="121153"/>
                      </a:lnTo>
                      <a:lnTo>
                        <a:pt x="201212" y="122774"/>
                      </a:lnTo>
                      <a:lnTo>
                        <a:pt x="202717" y="119556"/>
                      </a:lnTo>
                      <a:lnTo>
                        <a:pt x="201814" y="122936"/>
                      </a:lnTo>
                      <a:lnTo>
                        <a:pt x="203330" y="119706"/>
                      </a:lnTo>
                      <a:lnTo>
                        <a:pt x="205784" y="123052"/>
                      </a:lnTo>
                      <a:lnTo>
                        <a:pt x="204233" y="123723"/>
                      </a:lnTo>
                      <a:lnTo>
                        <a:pt x="208076" y="124568"/>
                      </a:lnTo>
                      <a:lnTo>
                        <a:pt x="208736" y="127312"/>
                      </a:lnTo>
                      <a:lnTo>
                        <a:pt x="209593" y="124950"/>
                      </a:lnTo>
                      <a:lnTo>
                        <a:pt x="205229" y="118479"/>
                      </a:lnTo>
                      <a:lnTo>
                        <a:pt x="208320" y="121663"/>
                      </a:lnTo>
                      <a:lnTo>
                        <a:pt x="206630" y="118653"/>
                      </a:lnTo>
                      <a:lnTo>
                        <a:pt x="203435" y="117507"/>
                      </a:lnTo>
                      <a:lnTo>
                        <a:pt x="203377" y="116928"/>
                      </a:lnTo>
                      <a:lnTo>
                        <a:pt x="203481" y="116754"/>
                      </a:lnTo>
                      <a:lnTo>
                        <a:pt x="203458" y="116720"/>
                      </a:lnTo>
                      <a:lnTo>
                        <a:pt x="203365" y="116546"/>
                      </a:lnTo>
                      <a:lnTo>
                        <a:pt x="203319" y="116511"/>
                      </a:lnTo>
                      <a:lnTo>
                        <a:pt x="203087" y="114462"/>
                      </a:lnTo>
                      <a:lnTo>
                        <a:pt x="203967" y="114080"/>
                      </a:lnTo>
                      <a:lnTo>
                        <a:pt x="204314" y="113941"/>
                      </a:lnTo>
                      <a:lnTo>
                        <a:pt x="204488" y="113849"/>
                      </a:lnTo>
                      <a:lnTo>
                        <a:pt x="204534" y="113826"/>
                      </a:lnTo>
                      <a:lnTo>
                        <a:pt x="204974" y="113421"/>
                      </a:lnTo>
                      <a:lnTo>
                        <a:pt x="204743" y="112819"/>
                      </a:lnTo>
                      <a:lnTo>
                        <a:pt x="205680" y="111788"/>
                      </a:lnTo>
                      <a:lnTo>
                        <a:pt x="205703" y="111753"/>
                      </a:lnTo>
                      <a:lnTo>
                        <a:pt x="206108" y="111267"/>
                      </a:lnTo>
                      <a:lnTo>
                        <a:pt x="206155" y="111244"/>
                      </a:lnTo>
                      <a:lnTo>
                        <a:pt x="207347" y="110793"/>
                      </a:lnTo>
                      <a:lnTo>
                        <a:pt x="207694" y="110260"/>
                      </a:lnTo>
                      <a:lnTo>
                        <a:pt x="207197" y="109994"/>
                      </a:lnTo>
                      <a:lnTo>
                        <a:pt x="207023" y="109577"/>
                      </a:lnTo>
                      <a:lnTo>
                        <a:pt x="206919" y="109265"/>
                      </a:lnTo>
                      <a:lnTo>
                        <a:pt x="206942" y="108454"/>
                      </a:lnTo>
                      <a:lnTo>
                        <a:pt x="206861" y="107169"/>
                      </a:lnTo>
                      <a:lnTo>
                        <a:pt x="206838" y="106926"/>
                      </a:lnTo>
                      <a:lnTo>
                        <a:pt x="206838" y="106822"/>
                      </a:lnTo>
                      <a:lnTo>
                        <a:pt x="207324" y="106313"/>
                      </a:lnTo>
                      <a:lnTo>
                        <a:pt x="207347" y="106266"/>
                      </a:lnTo>
                      <a:lnTo>
                        <a:pt x="207440" y="106093"/>
                      </a:lnTo>
                      <a:lnTo>
                        <a:pt x="207451" y="106058"/>
                      </a:lnTo>
                      <a:lnTo>
                        <a:pt x="207405" y="105688"/>
                      </a:lnTo>
                      <a:lnTo>
                        <a:pt x="207370" y="105491"/>
                      </a:lnTo>
                      <a:lnTo>
                        <a:pt x="207486" y="105236"/>
                      </a:lnTo>
                      <a:lnTo>
                        <a:pt x="206699" y="105479"/>
                      </a:lnTo>
                      <a:lnTo>
                        <a:pt x="206595" y="105549"/>
                      </a:lnTo>
                      <a:lnTo>
                        <a:pt x="205877" y="105016"/>
                      </a:lnTo>
                      <a:lnTo>
                        <a:pt x="205877" y="104947"/>
                      </a:lnTo>
                      <a:lnTo>
                        <a:pt x="205877" y="104924"/>
                      </a:lnTo>
                      <a:lnTo>
                        <a:pt x="205912" y="104831"/>
                      </a:lnTo>
                      <a:lnTo>
                        <a:pt x="205958" y="104634"/>
                      </a:lnTo>
                      <a:lnTo>
                        <a:pt x="206572" y="103778"/>
                      </a:lnTo>
                      <a:lnTo>
                        <a:pt x="206572" y="103708"/>
                      </a:lnTo>
                      <a:lnTo>
                        <a:pt x="207486" y="102481"/>
                      </a:lnTo>
                      <a:lnTo>
                        <a:pt x="207428" y="102342"/>
                      </a:lnTo>
                      <a:lnTo>
                        <a:pt x="208540" y="101324"/>
                      </a:lnTo>
                      <a:lnTo>
                        <a:pt x="208377" y="101208"/>
                      </a:lnTo>
                      <a:lnTo>
                        <a:pt x="208586" y="100548"/>
                      </a:lnTo>
                      <a:lnTo>
                        <a:pt x="208632" y="100421"/>
                      </a:lnTo>
                      <a:lnTo>
                        <a:pt x="209303" y="100189"/>
                      </a:lnTo>
                      <a:lnTo>
                        <a:pt x="209327" y="100178"/>
                      </a:lnTo>
                      <a:lnTo>
                        <a:pt x="209489" y="99981"/>
                      </a:lnTo>
                      <a:lnTo>
                        <a:pt x="209037" y="99171"/>
                      </a:lnTo>
                      <a:lnTo>
                        <a:pt x="209060" y="99101"/>
                      </a:lnTo>
                      <a:lnTo>
                        <a:pt x="209060" y="98870"/>
                      </a:lnTo>
                      <a:lnTo>
                        <a:pt x="209060" y="98846"/>
                      </a:lnTo>
                      <a:lnTo>
                        <a:pt x="209072" y="98708"/>
                      </a:lnTo>
                      <a:lnTo>
                        <a:pt x="209037" y="98650"/>
                      </a:lnTo>
                      <a:lnTo>
                        <a:pt x="208632" y="98360"/>
                      </a:lnTo>
                      <a:lnTo>
                        <a:pt x="208621" y="98256"/>
                      </a:lnTo>
                      <a:lnTo>
                        <a:pt x="208482" y="98106"/>
                      </a:lnTo>
                      <a:lnTo>
                        <a:pt x="208678" y="97816"/>
                      </a:lnTo>
                      <a:lnTo>
                        <a:pt x="208748" y="97747"/>
                      </a:lnTo>
                      <a:lnTo>
                        <a:pt x="209292" y="97747"/>
                      </a:lnTo>
                      <a:lnTo>
                        <a:pt x="209350" y="97712"/>
                      </a:lnTo>
                      <a:lnTo>
                        <a:pt x="209385" y="97666"/>
                      </a:lnTo>
                      <a:lnTo>
                        <a:pt x="209385" y="97654"/>
                      </a:lnTo>
                      <a:lnTo>
                        <a:pt x="209396" y="97631"/>
                      </a:lnTo>
                      <a:lnTo>
                        <a:pt x="209026" y="97319"/>
                      </a:lnTo>
                      <a:lnTo>
                        <a:pt x="209014" y="97342"/>
                      </a:lnTo>
                      <a:lnTo>
                        <a:pt x="208979" y="97376"/>
                      </a:lnTo>
                      <a:lnTo>
                        <a:pt x="208898" y="97388"/>
                      </a:lnTo>
                      <a:lnTo>
                        <a:pt x="208887" y="97376"/>
                      </a:lnTo>
                      <a:lnTo>
                        <a:pt x="208852" y="97179"/>
                      </a:lnTo>
                      <a:lnTo>
                        <a:pt x="208991" y="96913"/>
                      </a:lnTo>
                      <a:lnTo>
                        <a:pt x="209199" y="96508"/>
                      </a:lnTo>
                      <a:lnTo>
                        <a:pt x="209234" y="96404"/>
                      </a:lnTo>
                      <a:lnTo>
                        <a:pt x="209245" y="96369"/>
                      </a:lnTo>
                      <a:lnTo>
                        <a:pt x="209373" y="96277"/>
                      </a:lnTo>
                      <a:lnTo>
                        <a:pt x="209500" y="96242"/>
                      </a:lnTo>
                      <a:lnTo>
                        <a:pt x="209570" y="96242"/>
                      </a:lnTo>
                      <a:lnTo>
                        <a:pt x="209593" y="96253"/>
                      </a:lnTo>
                      <a:lnTo>
                        <a:pt x="209940" y="96624"/>
                      </a:lnTo>
                      <a:lnTo>
                        <a:pt x="209975" y="96647"/>
                      </a:lnTo>
                      <a:lnTo>
                        <a:pt x="210287" y="96809"/>
                      </a:lnTo>
                      <a:lnTo>
                        <a:pt x="210449" y="96797"/>
                      </a:lnTo>
                      <a:lnTo>
                        <a:pt x="210970" y="96358"/>
                      </a:lnTo>
                      <a:lnTo>
                        <a:pt x="211156" y="96253"/>
                      </a:lnTo>
                      <a:lnTo>
                        <a:pt x="211214" y="96184"/>
                      </a:lnTo>
                      <a:lnTo>
                        <a:pt x="211202" y="95686"/>
                      </a:lnTo>
                      <a:lnTo>
                        <a:pt x="211677" y="95431"/>
                      </a:lnTo>
                      <a:lnTo>
                        <a:pt x="211954" y="95408"/>
                      </a:lnTo>
                      <a:lnTo>
                        <a:pt x="212105" y="94112"/>
                      </a:lnTo>
                      <a:lnTo>
                        <a:pt x="212139" y="93973"/>
                      </a:lnTo>
                      <a:lnTo>
                        <a:pt x="212082" y="93683"/>
                      </a:lnTo>
                      <a:lnTo>
                        <a:pt x="211931" y="93336"/>
                      </a:lnTo>
                      <a:lnTo>
                        <a:pt x="211966" y="93244"/>
                      </a:lnTo>
                      <a:lnTo>
                        <a:pt x="211966" y="93151"/>
                      </a:lnTo>
                      <a:lnTo>
                        <a:pt x="211850" y="92920"/>
                      </a:lnTo>
                      <a:lnTo>
                        <a:pt x="211422" y="92642"/>
                      </a:lnTo>
                      <a:lnTo>
                        <a:pt x="211364" y="92595"/>
                      </a:lnTo>
                      <a:lnTo>
                        <a:pt x="211271" y="92179"/>
                      </a:lnTo>
                      <a:lnTo>
                        <a:pt x="211271" y="92133"/>
                      </a:lnTo>
                      <a:lnTo>
                        <a:pt x="211294" y="92086"/>
                      </a:lnTo>
                      <a:lnTo>
                        <a:pt x="211480" y="91913"/>
                      </a:lnTo>
                      <a:lnTo>
                        <a:pt x="211723" y="91808"/>
                      </a:lnTo>
                      <a:lnTo>
                        <a:pt x="212001" y="91426"/>
                      </a:lnTo>
                      <a:lnTo>
                        <a:pt x="212093" y="91148"/>
                      </a:lnTo>
                      <a:lnTo>
                        <a:pt x="212151" y="90581"/>
                      </a:lnTo>
                      <a:lnTo>
                        <a:pt x="212302" y="90222"/>
                      </a:lnTo>
                      <a:lnTo>
                        <a:pt x="212637" y="89921"/>
                      </a:lnTo>
                      <a:lnTo>
                        <a:pt x="212765" y="89678"/>
                      </a:lnTo>
                      <a:lnTo>
                        <a:pt x="213459" y="89586"/>
                      </a:lnTo>
                      <a:lnTo>
                        <a:pt x="214130" y="88220"/>
                      </a:lnTo>
                      <a:lnTo>
                        <a:pt x="214096" y="88208"/>
                      </a:lnTo>
                      <a:lnTo>
                        <a:pt x="213945" y="88220"/>
                      </a:lnTo>
                      <a:lnTo>
                        <a:pt x="212047" y="86275"/>
                      </a:lnTo>
                      <a:lnTo>
                        <a:pt x="211503" y="86518"/>
                      </a:lnTo>
                      <a:lnTo>
                        <a:pt x="211491" y="86611"/>
                      </a:lnTo>
                      <a:lnTo>
                        <a:pt x="211480" y="86715"/>
                      </a:lnTo>
                      <a:lnTo>
                        <a:pt x="211364" y="86807"/>
                      </a:lnTo>
                      <a:lnTo>
                        <a:pt x="211329" y="86819"/>
                      </a:lnTo>
                      <a:lnTo>
                        <a:pt x="210774" y="86564"/>
                      </a:lnTo>
                      <a:lnTo>
                        <a:pt x="210669" y="86136"/>
                      </a:lnTo>
                      <a:lnTo>
                        <a:pt x="210588" y="85962"/>
                      </a:lnTo>
                      <a:lnTo>
                        <a:pt x="210461" y="85800"/>
                      </a:lnTo>
                      <a:lnTo>
                        <a:pt x="210311" y="85603"/>
                      </a:lnTo>
                      <a:lnTo>
                        <a:pt x="210195" y="85476"/>
                      </a:lnTo>
                      <a:lnTo>
                        <a:pt x="210183" y="85465"/>
                      </a:lnTo>
                      <a:lnTo>
                        <a:pt x="210079" y="85384"/>
                      </a:lnTo>
                      <a:lnTo>
                        <a:pt x="209616" y="85511"/>
                      </a:lnTo>
                      <a:lnTo>
                        <a:pt x="209558" y="85534"/>
                      </a:lnTo>
                      <a:lnTo>
                        <a:pt x="209408" y="85488"/>
                      </a:lnTo>
                      <a:lnTo>
                        <a:pt x="209361" y="85430"/>
                      </a:lnTo>
                      <a:lnTo>
                        <a:pt x="209350" y="85314"/>
                      </a:lnTo>
                      <a:lnTo>
                        <a:pt x="209361" y="85280"/>
                      </a:lnTo>
                      <a:lnTo>
                        <a:pt x="209385" y="85233"/>
                      </a:lnTo>
                      <a:lnTo>
                        <a:pt x="209917" y="84319"/>
                      </a:lnTo>
                      <a:lnTo>
                        <a:pt x="209917" y="83821"/>
                      </a:lnTo>
                      <a:lnTo>
                        <a:pt x="209824" y="83636"/>
                      </a:lnTo>
                      <a:lnTo>
                        <a:pt x="209604" y="83427"/>
                      </a:lnTo>
                      <a:lnTo>
                        <a:pt x="209546" y="83381"/>
                      </a:lnTo>
                      <a:lnTo>
                        <a:pt x="209396" y="83323"/>
                      </a:lnTo>
                      <a:lnTo>
                        <a:pt x="209245" y="83346"/>
                      </a:lnTo>
                      <a:lnTo>
                        <a:pt x="208864" y="83474"/>
                      </a:lnTo>
                      <a:lnTo>
                        <a:pt x="208435" y="83358"/>
                      </a:lnTo>
                      <a:lnTo>
                        <a:pt x="208169" y="83300"/>
                      </a:lnTo>
                      <a:lnTo>
                        <a:pt x="208366" y="82258"/>
                      </a:lnTo>
                      <a:lnTo>
                        <a:pt x="208447" y="81957"/>
                      </a:lnTo>
                      <a:lnTo>
                        <a:pt x="208447" y="81946"/>
                      </a:lnTo>
                      <a:lnTo>
                        <a:pt x="208424" y="81876"/>
                      </a:lnTo>
                      <a:lnTo>
                        <a:pt x="207856" y="81865"/>
                      </a:lnTo>
                      <a:lnTo>
                        <a:pt x="207440" y="81830"/>
                      </a:lnTo>
                      <a:lnTo>
                        <a:pt x="207301" y="81807"/>
                      </a:lnTo>
                      <a:lnTo>
                        <a:pt x="206977" y="81587"/>
                      </a:lnTo>
                      <a:lnTo>
                        <a:pt x="206676" y="81298"/>
                      </a:lnTo>
                      <a:lnTo>
                        <a:pt x="206652" y="81286"/>
                      </a:lnTo>
                      <a:lnTo>
                        <a:pt x="206132" y="81019"/>
                      </a:lnTo>
                      <a:lnTo>
                        <a:pt x="205831" y="80939"/>
                      </a:lnTo>
                      <a:lnTo>
                        <a:pt x="205819" y="80950"/>
                      </a:lnTo>
                      <a:lnTo>
                        <a:pt x="205807" y="80973"/>
                      </a:lnTo>
                      <a:lnTo>
                        <a:pt x="205692" y="81251"/>
                      </a:lnTo>
                      <a:lnTo>
                        <a:pt x="205646" y="81459"/>
                      </a:lnTo>
                      <a:lnTo>
                        <a:pt x="205622" y="81506"/>
                      </a:lnTo>
                      <a:lnTo>
                        <a:pt x="205599" y="81564"/>
                      </a:lnTo>
                      <a:lnTo>
                        <a:pt x="205576" y="81610"/>
                      </a:lnTo>
                      <a:lnTo>
                        <a:pt x="205564" y="81633"/>
                      </a:lnTo>
                      <a:lnTo>
                        <a:pt x="205136" y="81865"/>
                      </a:lnTo>
                      <a:lnTo>
                        <a:pt x="204962" y="81795"/>
                      </a:lnTo>
                      <a:lnTo>
                        <a:pt x="204882" y="81621"/>
                      </a:lnTo>
                      <a:lnTo>
                        <a:pt x="204916" y="81182"/>
                      </a:lnTo>
                      <a:lnTo>
                        <a:pt x="204916" y="81089"/>
                      </a:lnTo>
                      <a:lnTo>
                        <a:pt x="205009" y="80869"/>
                      </a:lnTo>
                      <a:lnTo>
                        <a:pt x="204986" y="80672"/>
                      </a:lnTo>
                      <a:lnTo>
                        <a:pt x="204986" y="80626"/>
                      </a:lnTo>
                      <a:lnTo>
                        <a:pt x="205078" y="80302"/>
                      </a:lnTo>
                      <a:lnTo>
                        <a:pt x="205171" y="80186"/>
                      </a:lnTo>
                      <a:lnTo>
                        <a:pt x="205229" y="80152"/>
                      </a:lnTo>
                      <a:lnTo>
                        <a:pt x="205333" y="80059"/>
                      </a:lnTo>
                      <a:lnTo>
                        <a:pt x="205426" y="79897"/>
                      </a:lnTo>
                      <a:lnTo>
                        <a:pt x="205669" y="79584"/>
                      </a:lnTo>
                      <a:lnTo>
                        <a:pt x="205727" y="78971"/>
                      </a:lnTo>
                      <a:lnTo>
                        <a:pt x="205784" y="78670"/>
                      </a:lnTo>
                      <a:lnTo>
                        <a:pt x="205819" y="78612"/>
                      </a:lnTo>
                      <a:lnTo>
                        <a:pt x="205842" y="78589"/>
                      </a:lnTo>
                      <a:lnTo>
                        <a:pt x="205923" y="78542"/>
                      </a:lnTo>
                      <a:lnTo>
                        <a:pt x="206201" y="78496"/>
                      </a:lnTo>
                      <a:lnTo>
                        <a:pt x="206479" y="78438"/>
                      </a:lnTo>
                      <a:lnTo>
                        <a:pt x="206838" y="78438"/>
                      </a:lnTo>
                      <a:lnTo>
                        <a:pt x="207856" y="77697"/>
                      </a:lnTo>
                      <a:lnTo>
                        <a:pt x="208181" y="77466"/>
                      </a:lnTo>
                      <a:lnTo>
                        <a:pt x="208354" y="77338"/>
                      </a:lnTo>
                      <a:lnTo>
                        <a:pt x="208748" y="76991"/>
                      </a:lnTo>
                      <a:lnTo>
                        <a:pt x="209014" y="77037"/>
                      </a:lnTo>
                      <a:lnTo>
                        <a:pt x="209188" y="77072"/>
                      </a:lnTo>
                      <a:lnTo>
                        <a:pt x="209767" y="77211"/>
                      </a:lnTo>
                      <a:lnTo>
                        <a:pt x="210021" y="77211"/>
                      </a:lnTo>
                      <a:lnTo>
                        <a:pt x="211445" y="77130"/>
                      </a:lnTo>
                      <a:lnTo>
                        <a:pt x="211781" y="77142"/>
                      </a:lnTo>
                      <a:lnTo>
                        <a:pt x="213401" y="77211"/>
                      </a:lnTo>
                      <a:lnTo>
                        <a:pt x="214270" y="77292"/>
                      </a:lnTo>
                      <a:lnTo>
                        <a:pt x="215253" y="77396"/>
                      </a:lnTo>
                      <a:lnTo>
                        <a:pt x="215740" y="77477"/>
                      </a:lnTo>
                      <a:lnTo>
                        <a:pt x="216237" y="77581"/>
                      </a:lnTo>
                      <a:lnTo>
                        <a:pt x="219687" y="78288"/>
                      </a:lnTo>
                      <a:lnTo>
                        <a:pt x="219768" y="78311"/>
                      </a:lnTo>
                      <a:lnTo>
                        <a:pt x="220463" y="78427"/>
                      </a:lnTo>
                      <a:lnTo>
                        <a:pt x="221215" y="78635"/>
                      </a:lnTo>
                      <a:lnTo>
                        <a:pt x="221817" y="78751"/>
                      </a:lnTo>
                      <a:lnTo>
                        <a:pt x="222419" y="78866"/>
                      </a:lnTo>
                      <a:lnTo>
                        <a:pt x="222917" y="79006"/>
                      </a:lnTo>
                      <a:lnTo>
                        <a:pt x="223287" y="79063"/>
                      </a:lnTo>
                      <a:lnTo>
                        <a:pt x="223739" y="79133"/>
                      </a:lnTo>
                      <a:lnTo>
                        <a:pt x="224445" y="79249"/>
                      </a:lnTo>
                      <a:lnTo>
                        <a:pt x="224908" y="79329"/>
                      </a:lnTo>
                      <a:lnTo>
                        <a:pt x="224989" y="79341"/>
                      </a:lnTo>
                      <a:lnTo>
                        <a:pt x="225197" y="79341"/>
                      </a:lnTo>
                      <a:lnTo>
                        <a:pt x="230974" y="80244"/>
                      </a:lnTo>
                      <a:lnTo>
                        <a:pt x="232305" y="80452"/>
                      </a:lnTo>
                      <a:lnTo>
                        <a:pt x="233254" y="80545"/>
                      </a:lnTo>
                      <a:lnTo>
                        <a:pt x="235094" y="80626"/>
                      </a:lnTo>
                      <a:lnTo>
                        <a:pt x="235349" y="80719"/>
                      </a:lnTo>
                      <a:lnTo>
                        <a:pt x="235523" y="80811"/>
                      </a:lnTo>
                      <a:lnTo>
                        <a:pt x="235812" y="80892"/>
                      </a:lnTo>
                      <a:lnTo>
                        <a:pt x="235882" y="80915"/>
                      </a:lnTo>
                      <a:lnTo>
                        <a:pt x="236518" y="80927"/>
                      </a:lnTo>
                      <a:lnTo>
                        <a:pt x="236611" y="80904"/>
                      </a:lnTo>
                      <a:lnTo>
                        <a:pt x="236773" y="81089"/>
                      </a:lnTo>
                      <a:lnTo>
                        <a:pt x="236796" y="81101"/>
                      </a:lnTo>
                      <a:lnTo>
                        <a:pt x="237051" y="80973"/>
                      </a:lnTo>
                      <a:lnTo>
                        <a:pt x="237271" y="80244"/>
                      </a:lnTo>
                      <a:lnTo>
                        <a:pt x="237433" y="79688"/>
                      </a:lnTo>
                      <a:lnTo>
                        <a:pt x="237664" y="78855"/>
                      </a:lnTo>
                      <a:lnTo>
                        <a:pt x="237687" y="78785"/>
                      </a:lnTo>
                      <a:lnTo>
                        <a:pt x="237780" y="78531"/>
                      </a:lnTo>
                      <a:lnTo>
                        <a:pt x="237838" y="78404"/>
                      </a:lnTo>
                      <a:lnTo>
                        <a:pt x="237873" y="78334"/>
                      </a:lnTo>
                      <a:lnTo>
                        <a:pt x="238104" y="77917"/>
                      </a:lnTo>
                      <a:lnTo>
                        <a:pt x="238266" y="77813"/>
                      </a:lnTo>
                      <a:lnTo>
                        <a:pt x="238324" y="77790"/>
                      </a:lnTo>
                      <a:lnTo>
                        <a:pt x="239343" y="77581"/>
                      </a:lnTo>
                      <a:lnTo>
                        <a:pt x="240732" y="77408"/>
                      </a:lnTo>
                      <a:lnTo>
                        <a:pt x="241299" y="76818"/>
                      </a:lnTo>
                      <a:lnTo>
                        <a:pt x="241438" y="76586"/>
                      </a:lnTo>
                      <a:lnTo>
                        <a:pt x="241727" y="76204"/>
                      </a:lnTo>
                      <a:lnTo>
                        <a:pt x="242086" y="75938"/>
                      </a:lnTo>
                      <a:lnTo>
                        <a:pt x="242411" y="75822"/>
                      </a:lnTo>
                      <a:lnTo>
                        <a:pt x="242665" y="75729"/>
                      </a:lnTo>
                      <a:lnTo>
                        <a:pt x="242908" y="75625"/>
                      </a:lnTo>
                      <a:lnTo>
                        <a:pt x="243093" y="75544"/>
                      </a:lnTo>
                      <a:lnTo>
                        <a:pt x="243429" y="75417"/>
                      </a:lnTo>
                      <a:lnTo>
                        <a:pt x="243533" y="75382"/>
                      </a:lnTo>
                      <a:lnTo>
                        <a:pt x="243962" y="75336"/>
                      </a:lnTo>
                      <a:lnTo>
                        <a:pt x="244297" y="75405"/>
                      </a:lnTo>
                      <a:lnTo>
                        <a:pt x="244344" y="74572"/>
                      </a:lnTo>
                      <a:lnTo>
                        <a:pt x="244263" y="74502"/>
                      </a:lnTo>
                      <a:lnTo>
                        <a:pt x="244135" y="74410"/>
                      </a:lnTo>
                      <a:lnTo>
                        <a:pt x="244089" y="74387"/>
                      </a:lnTo>
                      <a:lnTo>
                        <a:pt x="243082" y="73680"/>
                      </a:lnTo>
                      <a:lnTo>
                        <a:pt x="242966" y="73565"/>
                      </a:lnTo>
                      <a:lnTo>
                        <a:pt x="242469" y="72662"/>
                      </a:lnTo>
                      <a:lnTo>
                        <a:pt x="242376" y="72326"/>
                      </a:lnTo>
                      <a:lnTo>
                        <a:pt x="242364" y="72233"/>
                      </a:lnTo>
                      <a:lnTo>
                        <a:pt x="242353" y="72164"/>
                      </a:lnTo>
                      <a:lnTo>
                        <a:pt x="242364" y="71898"/>
                      </a:lnTo>
                      <a:lnTo>
                        <a:pt x="242434" y="71435"/>
                      </a:lnTo>
                      <a:lnTo>
                        <a:pt x="243707" y="69120"/>
                      </a:lnTo>
                      <a:lnTo>
                        <a:pt x="243811" y="69050"/>
                      </a:lnTo>
                      <a:lnTo>
                        <a:pt x="244251" y="68772"/>
                      </a:lnTo>
                      <a:lnTo>
                        <a:pt x="244355" y="68726"/>
                      </a:lnTo>
                      <a:lnTo>
                        <a:pt x="245142" y="68379"/>
                      </a:lnTo>
                      <a:lnTo>
                        <a:pt x="245999" y="68333"/>
                      </a:lnTo>
                      <a:lnTo>
                        <a:pt x="246092" y="68367"/>
                      </a:lnTo>
                      <a:lnTo>
                        <a:pt x="246126" y="68402"/>
                      </a:lnTo>
                      <a:lnTo>
                        <a:pt x="246485" y="68610"/>
                      </a:lnTo>
                      <a:lnTo>
                        <a:pt x="246705" y="68714"/>
                      </a:lnTo>
                      <a:lnTo>
                        <a:pt x="246867" y="68795"/>
                      </a:lnTo>
                      <a:lnTo>
                        <a:pt x="247770" y="68853"/>
                      </a:lnTo>
                      <a:lnTo>
                        <a:pt x="248117" y="68726"/>
                      </a:lnTo>
                      <a:lnTo>
                        <a:pt x="248164" y="68691"/>
                      </a:lnTo>
                      <a:lnTo>
                        <a:pt x="249634" y="67731"/>
                      </a:lnTo>
                      <a:lnTo>
                        <a:pt x="249646" y="67719"/>
                      </a:lnTo>
                      <a:lnTo>
                        <a:pt x="249865" y="67557"/>
                      </a:lnTo>
                      <a:lnTo>
                        <a:pt x="250132" y="67337"/>
                      </a:lnTo>
                      <a:lnTo>
                        <a:pt x="250757" y="66608"/>
                      </a:lnTo>
                      <a:lnTo>
                        <a:pt x="250861" y="66469"/>
                      </a:lnTo>
                      <a:lnTo>
                        <a:pt x="250919" y="66399"/>
                      </a:lnTo>
                      <a:lnTo>
                        <a:pt x="251185" y="66041"/>
                      </a:lnTo>
                      <a:lnTo>
                        <a:pt x="251278" y="65867"/>
                      </a:lnTo>
                      <a:lnTo>
                        <a:pt x="251347" y="65682"/>
                      </a:lnTo>
                      <a:lnTo>
                        <a:pt x="252736" y="63829"/>
                      </a:lnTo>
                      <a:lnTo>
                        <a:pt x="253246" y="64570"/>
                      </a:lnTo>
                      <a:lnTo>
                        <a:pt x="254102" y="64871"/>
                      </a:lnTo>
                      <a:lnTo>
                        <a:pt x="255989" y="64998"/>
                      </a:lnTo>
                      <a:lnTo>
                        <a:pt x="256186" y="65033"/>
                      </a:lnTo>
                      <a:lnTo>
                        <a:pt x="256498" y="65068"/>
                      </a:lnTo>
                      <a:lnTo>
                        <a:pt x="258015" y="64559"/>
                      </a:lnTo>
                      <a:lnTo>
                        <a:pt x="258049" y="64524"/>
                      </a:lnTo>
                      <a:lnTo>
                        <a:pt x="258223" y="64316"/>
                      </a:lnTo>
                      <a:lnTo>
                        <a:pt x="258339" y="63992"/>
                      </a:lnTo>
                      <a:lnTo>
                        <a:pt x="258455" y="63366"/>
                      </a:lnTo>
                      <a:lnTo>
                        <a:pt x="258524" y="63158"/>
                      </a:lnTo>
                      <a:lnTo>
                        <a:pt x="258605" y="62857"/>
                      </a:lnTo>
                      <a:lnTo>
                        <a:pt x="258779" y="62405"/>
                      </a:lnTo>
                      <a:lnTo>
                        <a:pt x="259091" y="61595"/>
                      </a:lnTo>
                      <a:lnTo>
                        <a:pt x="259103" y="61572"/>
                      </a:lnTo>
                      <a:lnTo>
                        <a:pt x="259554" y="60368"/>
                      </a:lnTo>
                      <a:lnTo>
                        <a:pt x="259496" y="60090"/>
                      </a:lnTo>
                      <a:lnTo>
                        <a:pt x="259473" y="60067"/>
                      </a:lnTo>
                      <a:lnTo>
                        <a:pt x="259300" y="59870"/>
                      </a:lnTo>
                      <a:lnTo>
                        <a:pt x="259277" y="59824"/>
                      </a:lnTo>
                      <a:lnTo>
                        <a:pt x="259242" y="59743"/>
                      </a:lnTo>
                      <a:lnTo>
                        <a:pt x="259392" y="58666"/>
                      </a:lnTo>
                      <a:lnTo>
                        <a:pt x="259415" y="58655"/>
                      </a:lnTo>
                      <a:lnTo>
                        <a:pt x="259786" y="58528"/>
                      </a:lnTo>
                      <a:lnTo>
                        <a:pt x="260191" y="58470"/>
                      </a:lnTo>
                      <a:lnTo>
                        <a:pt x="260365" y="58551"/>
                      </a:lnTo>
                      <a:lnTo>
                        <a:pt x="260446" y="58574"/>
                      </a:lnTo>
                      <a:lnTo>
                        <a:pt x="260446" y="58597"/>
                      </a:lnTo>
                      <a:lnTo>
                        <a:pt x="260469" y="58794"/>
                      </a:lnTo>
                      <a:lnTo>
                        <a:pt x="260481" y="58817"/>
                      </a:lnTo>
                      <a:lnTo>
                        <a:pt x="260538" y="58898"/>
                      </a:lnTo>
                      <a:lnTo>
                        <a:pt x="260527" y="58967"/>
                      </a:lnTo>
                      <a:lnTo>
                        <a:pt x="260538" y="59037"/>
                      </a:lnTo>
                      <a:lnTo>
                        <a:pt x="260561" y="59130"/>
                      </a:lnTo>
                      <a:lnTo>
                        <a:pt x="260839" y="59164"/>
                      </a:lnTo>
                      <a:lnTo>
                        <a:pt x="260943" y="59188"/>
                      </a:lnTo>
                      <a:lnTo>
                        <a:pt x="262205" y="59315"/>
                      </a:lnTo>
                      <a:lnTo>
                        <a:pt x="262228" y="59303"/>
                      </a:lnTo>
                      <a:lnTo>
                        <a:pt x="262448" y="59083"/>
                      </a:lnTo>
                      <a:lnTo>
                        <a:pt x="262495" y="59025"/>
                      </a:lnTo>
                      <a:lnTo>
                        <a:pt x="262495" y="59002"/>
                      </a:lnTo>
                      <a:lnTo>
                        <a:pt x="262367" y="58400"/>
                      </a:lnTo>
                      <a:lnTo>
                        <a:pt x="261962" y="58308"/>
                      </a:lnTo>
                      <a:lnTo>
                        <a:pt x="261823" y="58157"/>
                      </a:lnTo>
                      <a:lnTo>
                        <a:pt x="261788" y="58122"/>
                      </a:lnTo>
                      <a:lnTo>
                        <a:pt x="261754" y="58030"/>
                      </a:lnTo>
                      <a:lnTo>
                        <a:pt x="261742" y="57995"/>
                      </a:lnTo>
                      <a:lnTo>
                        <a:pt x="262900" y="56896"/>
                      </a:lnTo>
                      <a:lnTo>
                        <a:pt x="262923" y="56814"/>
                      </a:lnTo>
                      <a:lnTo>
                        <a:pt x="263074" y="56224"/>
                      </a:lnTo>
                      <a:lnTo>
                        <a:pt x="263097" y="56108"/>
                      </a:lnTo>
                      <a:lnTo>
                        <a:pt x="263108" y="55923"/>
                      </a:lnTo>
                      <a:lnTo>
                        <a:pt x="263085" y="55726"/>
                      </a:lnTo>
                      <a:lnTo>
                        <a:pt x="263074" y="55680"/>
                      </a:lnTo>
                      <a:lnTo>
                        <a:pt x="263016" y="55576"/>
                      </a:lnTo>
                      <a:lnTo>
                        <a:pt x="263004" y="55553"/>
                      </a:lnTo>
                      <a:lnTo>
                        <a:pt x="262934" y="55518"/>
                      </a:lnTo>
                      <a:lnTo>
                        <a:pt x="261928" y="55425"/>
                      </a:lnTo>
                      <a:lnTo>
                        <a:pt x="261846" y="55367"/>
                      </a:lnTo>
                      <a:lnTo>
                        <a:pt x="261765" y="55263"/>
                      </a:lnTo>
                      <a:lnTo>
                        <a:pt x="261684" y="54997"/>
                      </a:lnTo>
                      <a:lnTo>
                        <a:pt x="261684" y="54905"/>
                      </a:lnTo>
                      <a:lnTo>
                        <a:pt x="261893" y="54499"/>
                      </a:lnTo>
                      <a:lnTo>
                        <a:pt x="261962" y="54441"/>
                      </a:lnTo>
                      <a:lnTo>
                        <a:pt x="262066" y="54372"/>
                      </a:lnTo>
                      <a:lnTo>
                        <a:pt x="262645" y="54279"/>
                      </a:lnTo>
                      <a:lnTo>
                        <a:pt x="263606" y="54441"/>
                      </a:lnTo>
                      <a:lnTo>
                        <a:pt x="263779" y="54522"/>
                      </a:lnTo>
                      <a:lnTo>
                        <a:pt x="264080" y="54638"/>
                      </a:lnTo>
                      <a:lnTo>
                        <a:pt x="264682" y="54615"/>
                      </a:lnTo>
                      <a:lnTo>
                        <a:pt x="265192" y="53712"/>
                      </a:lnTo>
                      <a:lnTo>
                        <a:pt x="265203" y="53666"/>
                      </a:lnTo>
                      <a:lnTo>
                        <a:pt x="265319" y="53538"/>
                      </a:lnTo>
                      <a:lnTo>
                        <a:pt x="265331" y="53527"/>
                      </a:lnTo>
                      <a:lnTo>
                        <a:pt x="265701" y="53203"/>
                      </a:lnTo>
                      <a:lnTo>
                        <a:pt x="265759" y="53145"/>
                      </a:lnTo>
                      <a:lnTo>
                        <a:pt x="266280" y="52196"/>
                      </a:lnTo>
                      <a:lnTo>
                        <a:pt x="266303" y="52172"/>
                      </a:lnTo>
                      <a:lnTo>
                        <a:pt x="266789" y="51640"/>
                      </a:lnTo>
                      <a:lnTo>
                        <a:pt x="266859" y="51478"/>
                      </a:lnTo>
                      <a:lnTo>
                        <a:pt x="266859" y="51455"/>
                      </a:lnTo>
                      <a:lnTo>
                        <a:pt x="266859" y="51432"/>
                      </a:lnTo>
                      <a:lnTo>
                        <a:pt x="266720" y="51154"/>
                      </a:lnTo>
                      <a:lnTo>
                        <a:pt x="266627" y="50980"/>
                      </a:lnTo>
                      <a:lnTo>
                        <a:pt x="266662" y="50112"/>
                      </a:lnTo>
                      <a:lnTo>
                        <a:pt x="266673" y="50089"/>
                      </a:lnTo>
                      <a:lnTo>
                        <a:pt x="267102" y="47924"/>
                      </a:lnTo>
                      <a:lnTo>
                        <a:pt x="267206" y="47831"/>
                      </a:lnTo>
                      <a:lnTo>
                        <a:pt x="267299" y="47774"/>
                      </a:lnTo>
                      <a:lnTo>
                        <a:pt x="269521" y="47704"/>
                      </a:lnTo>
                      <a:lnTo>
                        <a:pt x="269591" y="47588"/>
                      </a:lnTo>
                      <a:lnTo>
                        <a:pt x="269950" y="47091"/>
                      </a:lnTo>
                      <a:lnTo>
                        <a:pt x="270100" y="47010"/>
                      </a:lnTo>
                      <a:lnTo>
                        <a:pt x="270216" y="46952"/>
                      </a:lnTo>
                      <a:lnTo>
                        <a:pt x="270239" y="46952"/>
                      </a:lnTo>
                      <a:lnTo>
                        <a:pt x="270632" y="46859"/>
                      </a:lnTo>
                      <a:lnTo>
                        <a:pt x="271223" y="46790"/>
                      </a:lnTo>
                      <a:lnTo>
                        <a:pt x="273399" y="46732"/>
                      </a:lnTo>
                      <a:lnTo>
                        <a:pt x="273434" y="46709"/>
                      </a:lnTo>
                      <a:lnTo>
                        <a:pt x="273526" y="46558"/>
                      </a:lnTo>
                      <a:lnTo>
                        <a:pt x="273758" y="45736"/>
                      </a:lnTo>
                      <a:lnTo>
                        <a:pt x="273793" y="45632"/>
                      </a:lnTo>
                      <a:lnTo>
                        <a:pt x="273827" y="45551"/>
                      </a:lnTo>
                      <a:lnTo>
                        <a:pt x="273908" y="45424"/>
                      </a:lnTo>
                      <a:lnTo>
                        <a:pt x="274013" y="45296"/>
                      </a:lnTo>
                      <a:lnTo>
                        <a:pt x="274128" y="45215"/>
                      </a:lnTo>
                      <a:lnTo>
                        <a:pt x="274383" y="45088"/>
                      </a:lnTo>
                      <a:lnTo>
                        <a:pt x="274626" y="44984"/>
                      </a:lnTo>
                      <a:lnTo>
                        <a:pt x="275332" y="44972"/>
                      </a:lnTo>
                      <a:lnTo>
                        <a:pt x="275830" y="44961"/>
                      </a:lnTo>
                      <a:lnTo>
                        <a:pt x="275853" y="44949"/>
                      </a:lnTo>
                      <a:lnTo>
                        <a:pt x="275876" y="44926"/>
                      </a:lnTo>
                      <a:lnTo>
                        <a:pt x="275981" y="44764"/>
                      </a:lnTo>
                      <a:lnTo>
                        <a:pt x="275981" y="44729"/>
                      </a:lnTo>
                      <a:lnTo>
                        <a:pt x="275981" y="44706"/>
                      </a:lnTo>
                      <a:lnTo>
                        <a:pt x="275969" y="44613"/>
                      </a:lnTo>
                      <a:lnTo>
                        <a:pt x="275946" y="44498"/>
                      </a:lnTo>
                      <a:lnTo>
                        <a:pt x="275934" y="44475"/>
                      </a:lnTo>
                      <a:lnTo>
                        <a:pt x="275830" y="44359"/>
                      </a:lnTo>
                      <a:lnTo>
                        <a:pt x="275738" y="44255"/>
                      </a:lnTo>
                      <a:lnTo>
                        <a:pt x="275680" y="44208"/>
                      </a:lnTo>
                      <a:lnTo>
                        <a:pt x="275460" y="43988"/>
                      </a:lnTo>
                      <a:lnTo>
                        <a:pt x="275425" y="43907"/>
                      </a:lnTo>
                      <a:lnTo>
                        <a:pt x="275413" y="43838"/>
                      </a:lnTo>
                      <a:lnTo>
                        <a:pt x="275355" y="43525"/>
                      </a:lnTo>
                      <a:lnTo>
                        <a:pt x="275332" y="43433"/>
                      </a:lnTo>
                      <a:lnTo>
                        <a:pt x="275332" y="43375"/>
                      </a:lnTo>
                      <a:lnTo>
                        <a:pt x="275355" y="43224"/>
                      </a:lnTo>
                      <a:lnTo>
                        <a:pt x="275425" y="43016"/>
                      </a:lnTo>
                      <a:lnTo>
                        <a:pt x="275448" y="42981"/>
                      </a:lnTo>
                      <a:lnTo>
                        <a:pt x="275564" y="42808"/>
                      </a:lnTo>
                      <a:lnTo>
                        <a:pt x="275680" y="42645"/>
                      </a:lnTo>
                      <a:lnTo>
                        <a:pt x="275714" y="42599"/>
                      </a:lnTo>
                      <a:lnTo>
                        <a:pt x="275900" y="42402"/>
                      </a:lnTo>
                      <a:lnTo>
                        <a:pt x="275957" y="42298"/>
                      </a:lnTo>
                      <a:lnTo>
                        <a:pt x="276027" y="42229"/>
                      </a:lnTo>
                      <a:lnTo>
                        <a:pt x="276270" y="41963"/>
                      </a:lnTo>
                      <a:lnTo>
                        <a:pt x="277219" y="41164"/>
                      </a:lnTo>
                      <a:lnTo>
                        <a:pt x="277347" y="41291"/>
                      </a:lnTo>
                      <a:lnTo>
                        <a:pt x="277624" y="41592"/>
                      </a:lnTo>
                      <a:lnTo>
                        <a:pt x="277867" y="41870"/>
                      </a:lnTo>
                      <a:lnTo>
                        <a:pt x="278041" y="41858"/>
                      </a:lnTo>
                      <a:lnTo>
                        <a:pt x="278110" y="41812"/>
                      </a:lnTo>
                      <a:lnTo>
                        <a:pt x="278157" y="41777"/>
                      </a:lnTo>
                      <a:lnTo>
                        <a:pt x="278192" y="41708"/>
                      </a:lnTo>
                      <a:lnTo>
                        <a:pt x="278215" y="41222"/>
                      </a:lnTo>
                      <a:lnTo>
                        <a:pt x="277601" y="40238"/>
                      </a:lnTo>
                      <a:lnTo>
                        <a:pt x="277543" y="40180"/>
                      </a:lnTo>
                      <a:lnTo>
                        <a:pt x="276837" y="39404"/>
                      </a:lnTo>
                      <a:lnTo>
                        <a:pt x="276826" y="39231"/>
                      </a:lnTo>
                      <a:lnTo>
                        <a:pt x="276930" y="38930"/>
                      </a:lnTo>
                      <a:lnTo>
                        <a:pt x="277057" y="38652"/>
                      </a:lnTo>
                      <a:lnTo>
                        <a:pt x="277185" y="38525"/>
                      </a:lnTo>
                      <a:lnTo>
                        <a:pt x="277462" y="38525"/>
                      </a:lnTo>
                      <a:lnTo>
                        <a:pt x="278296" y="38895"/>
                      </a:lnTo>
                      <a:lnTo>
                        <a:pt x="278527" y="38988"/>
                      </a:lnTo>
                      <a:lnTo>
                        <a:pt x="278944" y="39207"/>
                      </a:lnTo>
                      <a:lnTo>
                        <a:pt x="279083" y="39254"/>
                      </a:lnTo>
                      <a:lnTo>
                        <a:pt x="279477" y="39277"/>
                      </a:lnTo>
                      <a:lnTo>
                        <a:pt x="279523" y="39277"/>
                      </a:lnTo>
                      <a:lnTo>
                        <a:pt x="279604" y="39277"/>
                      </a:lnTo>
                      <a:lnTo>
                        <a:pt x="279743" y="39254"/>
                      </a:lnTo>
                      <a:lnTo>
                        <a:pt x="280727" y="38501"/>
                      </a:lnTo>
                      <a:lnTo>
                        <a:pt x="280738" y="38490"/>
                      </a:lnTo>
                      <a:lnTo>
                        <a:pt x="281062" y="38143"/>
                      </a:lnTo>
                      <a:lnTo>
                        <a:pt x="281560" y="37506"/>
                      </a:lnTo>
                      <a:lnTo>
                        <a:pt x="281606" y="37448"/>
                      </a:lnTo>
                      <a:lnTo>
                        <a:pt x="281757" y="37240"/>
                      </a:lnTo>
                      <a:lnTo>
                        <a:pt x="281780" y="37205"/>
                      </a:lnTo>
                      <a:lnTo>
                        <a:pt x="281988" y="36742"/>
                      </a:lnTo>
                      <a:lnTo>
                        <a:pt x="282058" y="36464"/>
                      </a:lnTo>
                      <a:lnTo>
                        <a:pt x="282058" y="36441"/>
                      </a:lnTo>
                      <a:lnTo>
                        <a:pt x="282081" y="36175"/>
                      </a:lnTo>
                      <a:lnTo>
                        <a:pt x="282081" y="35978"/>
                      </a:lnTo>
                      <a:lnTo>
                        <a:pt x="280021" y="32574"/>
                      </a:lnTo>
                      <a:lnTo>
                        <a:pt x="280090" y="32447"/>
                      </a:lnTo>
                      <a:lnTo>
                        <a:pt x="280136" y="32401"/>
                      </a:lnTo>
                      <a:lnTo>
                        <a:pt x="280426" y="32077"/>
                      </a:lnTo>
                      <a:lnTo>
                        <a:pt x="280715" y="31811"/>
                      </a:lnTo>
                      <a:lnTo>
                        <a:pt x="280819" y="31729"/>
                      </a:lnTo>
                      <a:lnTo>
                        <a:pt x="280912" y="31649"/>
                      </a:lnTo>
                      <a:lnTo>
                        <a:pt x="281213" y="31336"/>
                      </a:lnTo>
                      <a:lnTo>
                        <a:pt x="281317" y="31209"/>
                      </a:lnTo>
                      <a:lnTo>
                        <a:pt x="282579" y="29310"/>
                      </a:lnTo>
                      <a:lnTo>
                        <a:pt x="283308" y="29553"/>
                      </a:lnTo>
                      <a:lnTo>
                        <a:pt x="283887" y="29403"/>
                      </a:lnTo>
                      <a:lnTo>
                        <a:pt x="284061" y="29426"/>
                      </a:lnTo>
                      <a:lnTo>
                        <a:pt x="284570" y="29229"/>
                      </a:lnTo>
                      <a:lnTo>
                        <a:pt x="285056" y="29877"/>
                      </a:lnTo>
                      <a:lnTo>
                        <a:pt x="285450" y="29588"/>
                      </a:lnTo>
                      <a:lnTo>
                        <a:pt x="285530" y="29576"/>
                      </a:lnTo>
                      <a:lnTo>
                        <a:pt x="285565" y="29588"/>
                      </a:lnTo>
                      <a:lnTo>
                        <a:pt x="285866" y="29658"/>
                      </a:lnTo>
                      <a:lnTo>
                        <a:pt x="285959" y="29692"/>
                      </a:lnTo>
                      <a:lnTo>
                        <a:pt x="286144" y="29935"/>
                      </a:lnTo>
                      <a:lnTo>
                        <a:pt x="286341" y="30051"/>
                      </a:lnTo>
                      <a:lnTo>
                        <a:pt x="286480" y="30086"/>
                      </a:lnTo>
                      <a:lnTo>
                        <a:pt x="286584" y="30225"/>
                      </a:lnTo>
                      <a:lnTo>
                        <a:pt x="286584" y="30260"/>
                      </a:lnTo>
                      <a:lnTo>
                        <a:pt x="286665" y="30572"/>
                      </a:lnTo>
                      <a:lnTo>
                        <a:pt x="287117" y="30375"/>
                      </a:lnTo>
                      <a:lnTo>
                        <a:pt x="287394" y="30329"/>
                      </a:lnTo>
                      <a:lnTo>
                        <a:pt x="287880" y="30097"/>
                      </a:lnTo>
                      <a:lnTo>
                        <a:pt x="288008" y="30074"/>
                      </a:lnTo>
                      <a:lnTo>
                        <a:pt x="288089" y="30086"/>
                      </a:lnTo>
                      <a:lnTo>
                        <a:pt x="289883" y="29762"/>
                      </a:lnTo>
                      <a:lnTo>
                        <a:pt x="290219" y="29380"/>
                      </a:lnTo>
                      <a:lnTo>
                        <a:pt x="290242" y="29368"/>
                      </a:lnTo>
                      <a:lnTo>
                        <a:pt x="290531" y="29079"/>
                      </a:lnTo>
                      <a:lnTo>
                        <a:pt x="290636" y="29102"/>
                      </a:lnTo>
                      <a:lnTo>
                        <a:pt x="290774" y="29194"/>
                      </a:lnTo>
                      <a:lnTo>
                        <a:pt x="290914" y="29299"/>
                      </a:lnTo>
                      <a:lnTo>
                        <a:pt x="291295" y="29345"/>
                      </a:lnTo>
                      <a:lnTo>
                        <a:pt x="291527" y="29275"/>
                      </a:lnTo>
                      <a:lnTo>
                        <a:pt x="292198" y="29102"/>
                      </a:lnTo>
                      <a:lnTo>
                        <a:pt x="292465" y="28974"/>
                      </a:lnTo>
                      <a:lnTo>
                        <a:pt x="292627" y="28870"/>
                      </a:lnTo>
                      <a:lnTo>
                        <a:pt x="292650" y="28859"/>
                      </a:lnTo>
                      <a:lnTo>
                        <a:pt x="292812" y="28673"/>
                      </a:lnTo>
                      <a:lnTo>
                        <a:pt x="292835" y="28650"/>
                      </a:lnTo>
                      <a:lnTo>
                        <a:pt x="293148" y="28569"/>
                      </a:lnTo>
                      <a:lnTo>
                        <a:pt x="293206" y="28569"/>
                      </a:lnTo>
                      <a:lnTo>
                        <a:pt x="293344" y="28662"/>
                      </a:lnTo>
                      <a:lnTo>
                        <a:pt x="293402" y="28673"/>
                      </a:lnTo>
                      <a:lnTo>
                        <a:pt x="293437" y="28616"/>
                      </a:lnTo>
                      <a:lnTo>
                        <a:pt x="293553" y="28338"/>
                      </a:lnTo>
                      <a:lnTo>
                        <a:pt x="293599" y="28291"/>
                      </a:lnTo>
                      <a:lnTo>
                        <a:pt x="294027" y="28372"/>
                      </a:lnTo>
                      <a:lnTo>
                        <a:pt x="294155" y="28500"/>
                      </a:lnTo>
                      <a:lnTo>
                        <a:pt x="294317" y="28407"/>
                      </a:lnTo>
                      <a:lnTo>
                        <a:pt x="294317" y="28372"/>
                      </a:lnTo>
                      <a:lnTo>
                        <a:pt x="294317" y="28014"/>
                      </a:lnTo>
                      <a:lnTo>
                        <a:pt x="294352" y="27724"/>
                      </a:lnTo>
                      <a:lnTo>
                        <a:pt x="294919" y="27412"/>
                      </a:lnTo>
                      <a:lnTo>
                        <a:pt x="295359" y="27470"/>
                      </a:lnTo>
                      <a:lnTo>
                        <a:pt x="296134" y="27481"/>
                      </a:lnTo>
                      <a:lnTo>
                        <a:pt x="296227" y="27446"/>
                      </a:lnTo>
                      <a:lnTo>
                        <a:pt x="296412" y="27273"/>
                      </a:lnTo>
                      <a:lnTo>
                        <a:pt x="296516" y="27053"/>
                      </a:lnTo>
                      <a:lnTo>
                        <a:pt x="296551" y="26937"/>
                      </a:lnTo>
                      <a:lnTo>
                        <a:pt x="296516" y="26682"/>
                      </a:lnTo>
                      <a:lnTo>
                        <a:pt x="296470" y="26463"/>
                      </a:lnTo>
                      <a:lnTo>
                        <a:pt x="296574" y="26358"/>
                      </a:lnTo>
                      <a:lnTo>
                        <a:pt x="296852" y="25930"/>
                      </a:lnTo>
                      <a:lnTo>
                        <a:pt x="296863" y="25907"/>
                      </a:lnTo>
                      <a:lnTo>
                        <a:pt x="296979" y="25594"/>
                      </a:lnTo>
                      <a:lnTo>
                        <a:pt x="297268" y="25154"/>
                      </a:lnTo>
                      <a:lnTo>
                        <a:pt x="297350" y="25074"/>
                      </a:lnTo>
                      <a:lnTo>
                        <a:pt x="297407" y="25039"/>
                      </a:lnTo>
                      <a:lnTo>
                        <a:pt x="297685" y="24958"/>
                      </a:lnTo>
                      <a:lnTo>
                        <a:pt x="298044" y="24715"/>
                      </a:lnTo>
                      <a:lnTo>
                        <a:pt x="298067" y="24668"/>
                      </a:lnTo>
                      <a:lnTo>
                        <a:pt x="298067" y="24622"/>
                      </a:lnTo>
                      <a:lnTo>
                        <a:pt x="298125" y="24529"/>
                      </a:lnTo>
                      <a:lnTo>
                        <a:pt x="298148" y="24506"/>
                      </a:lnTo>
                      <a:lnTo>
                        <a:pt x="298241" y="24448"/>
                      </a:lnTo>
                      <a:lnTo>
                        <a:pt x="298519" y="24390"/>
                      </a:lnTo>
                      <a:lnTo>
                        <a:pt x="299352" y="23893"/>
                      </a:lnTo>
                      <a:lnTo>
                        <a:pt x="299746" y="23302"/>
                      </a:lnTo>
                      <a:lnTo>
                        <a:pt x="299734" y="23268"/>
                      </a:lnTo>
                      <a:lnTo>
                        <a:pt x="299653" y="23186"/>
                      </a:lnTo>
                      <a:lnTo>
                        <a:pt x="299908" y="22990"/>
                      </a:lnTo>
                      <a:lnTo>
                        <a:pt x="300348" y="22885"/>
                      </a:lnTo>
                      <a:lnTo>
                        <a:pt x="300684" y="22828"/>
                      </a:lnTo>
                      <a:lnTo>
                        <a:pt x="300788" y="22839"/>
                      </a:lnTo>
                      <a:lnTo>
                        <a:pt x="300857" y="22862"/>
                      </a:lnTo>
                      <a:lnTo>
                        <a:pt x="300950" y="22804"/>
                      </a:lnTo>
                      <a:lnTo>
                        <a:pt x="301042" y="22735"/>
                      </a:lnTo>
                      <a:lnTo>
                        <a:pt x="301540" y="22307"/>
                      </a:lnTo>
                      <a:lnTo>
                        <a:pt x="301702" y="22168"/>
                      </a:lnTo>
                      <a:lnTo>
                        <a:pt x="301737" y="22145"/>
                      </a:lnTo>
                      <a:lnTo>
                        <a:pt x="301852" y="22098"/>
                      </a:lnTo>
                      <a:lnTo>
                        <a:pt x="302547" y="22087"/>
                      </a:lnTo>
                      <a:lnTo>
                        <a:pt x="302663" y="22075"/>
                      </a:lnTo>
                      <a:lnTo>
                        <a:pt x="302617" y="21890"/>
                      </a:lnTo>
                      <a:lnTo>
                        <a:pt x="302547" y="21879"/>
                      </a:lnTo>
                      <a:lnTo>
                        <a:pt x="302536" y="21670"/>
                      </a:lnTo>
                      <a:lnTo>
                        <a:pt x="302675" y="21438"/>
                      </a:lnTo>
                      <a:lnTo>
                        <a:pt x="302698" y="21381"/>
                      </a:lnTo>
                      <a:lnTo>
                        <a:pt x="302976" y="21057"/>
                      </a:lnTo>
                      <a:lnTo>
                        <a:pt x="303091" y="21034"/>
                      </a:lnTo>
                      <a:lnTo>
                        <a:pt x="303450" y="20964"/>
                      </a:lnTo>
                      <a:lnTo>
                        <a:pt x="303740" y="20848"/>
                      </a:lnTo>
                      <a:lnTo>
                        <a:pt x="303994" y="20744"/>
                      </a:lnTo>
                      <a:lnTo>
                        <a:pt x="304260" y="20698"/>
                      </a:lnTo>
                      <a:lnTo>
                        <a:pt x="304272" y="20686"/>
                      </a:lnTo>
                      <a:lnTo>
                        <a:pt x="304642" y="20131"/>
                      </a:lnTo>
                      <a:lnTo>
                        <a:pt x="304608" y="20038"/>
                      </a:lnTo>
                      <a:lnTo>
                        <a:pt x="304608" y="19945"/>
                      </a:lnTo>
                      <a:lnTo>
                        <a:pt x="304828" y="19864"/>
                      </a:lnTo>
                      <a:lnTo>
                        <a:pt x="304967" y="19887"/>
                      </a:lnTo>
                      <a:lnTo>
                        <a:pt x="305221" y="19876"/>
                      </a:lnTo>
                      <a:lnTo>
                        <a:pt x="305464" y="19841"/>
                      </a:lnTo>
                      <a:lnTo>
                        <a:pt x="305777" y="19737"/>
                      </a:lnTo>
                      <a:lnTo>
                        <a:pt x="306448" y="19401"/>
                      </a:lnTo>
                      <a:lnTo>
                        <a:pt x="306795" y="19239"/>
                      </a:lnTo>
                      <a:lnTo>
                        <a:pt x="306761" y="19089"/>
                      </a:lnTo>
                      <a:lnTo>
                        <a:pt x="306691" y="18869"/>
                      </a:lnTo>
                      <a:lnTo>
                        <a:pt x="306853" y="18799"/>
                      </a:lnTo>
                      <a:lnTo>
                        <a:pt x="306923" y="18799"/>
                      </a:lnTo>
                      <a:lnTo>
                        <a:pt x="306992" y="18834"/>
                      </a:lnTo>
                      <a:lnTo>
                        <a:pt x="307085" y="18857"/>
                      </a:lnTo>
                      <a:lnTo>
                        <a:pt x="307131" y="18845"/>
                      </a:lnTo>
                      <a:lnTo>
                        <a:pt x="307259" y="18765"/>
                      </a:lnTo>
                      <a:lnTo>
                        <a:pt x="307316" y="18753"/>
                      </a:lnTo>
                      <a:lnTo>
                        <a:pt x="307386" y="18765"/>
                      </a:lnTo>
                      <a:lnTo>
                        <a:pt x="307444" y="18788"/>
                      </a:lnTo>
                      <a:lnTo>
                        <a:pt x="307467" y="18822"/>
                      </a:lnTo>
                      <a:lnTo>
                        <a:pt x="307594" y="18950"/>
                      </a:lnTo>
                      <a:lnTo>
                        <a:pt x="307640" y="18950"/>
                      </a:lnTo>
                      <a:lnTo>
                        <a:pt x="307965" y="18718"/>
                      </a:lnTo>
                      <a:lnTo>
                        <a:pt x="307895" y="18614"/>
                      </a:lnTo>
                      <a:lnTo>
                        <a:pt x="307814" y="18533"/>
                      </a:lnTo>
                      <a:lnTo>
                        <a:pt x="307814" y="18498"/>
                      </a:lnTo>
                      <a:lnTo>
                        <a:pt x="307849" y="18464"/>
                      </a:lnTo>
                      <a:lnTo>
                        <a:pt x="308046" y="18359"/>
                      </a:lnTo>
                      <a:lnTo>
                        <a:pt x="308196" y="18336"/>
                      </a:lnTo>
                      <a:lnTo>
                        <a:pt x="308509" y="18429"/>
                      </a:lnTo>
                      <a:lnTo>
                        <a:pt x="308578" y="18325"/>
                      </a:lnTo>
                      <a:lnTo>
                        <a:pt x="308497" y="18116"/>
                      </a:lnTo>
                      <a:lnTo>
                        <a:pt x="308555" y="17942"/>
                      </a:lnTo>
                      <a:lnTo>
                        <a:pt x="308636" y="17873"/>
                      </a:lnTo>
                      <a:lnTo>
                        <a:pt x="309087" y="17896"/>
                      </a:lnTo>
                      <a:lnTo>
                        <a:pt x="309134" y="17896"/>
                      </a:lnTo>
                      <a:lnTo>
                        <a:pt x="309261" y="17920"/>
                      </a:lnTo>
                      <a:lnTo>
                        <a:pt x="309319" y="17920"/>
                      </a:lnTo>
                      <a:lnTo>
                        <a:pt x="309354" y="17908"/>
                      </a:lnTo>
                      <a:lnTo>
                        <a:pt x="309528" y="17757"/>
                      </a:lnTo>
                      <a:lnTo>
                        <a:pt x="309608" y="17595"/>
                      </a:lnTo>
                      <a:lnTo>
                        <a:pt x="309620" y="17468"/>
                      </a:lnTo>
                      <a:lnTo>
                        <a:pt x="309689" y="16878"/>
                      </a:lnTo>
                      <a:lnTo>
                        <a:pt x="309886" y="16693"/>
                      </a:lnTo>
                      <a:lnTo>
                        <a:pt x="310037" y="16820"/>
                      </a:lnTo>
                      <a:lnTo>
                        <a:pt x="310048" y="16831"/>
                      </a:lnTo>
                      <a:lnTo>
                        <a:pt x="310129" y="17017"/>
                      </a:lnTo>
                      <a:lnTo>
                        <a:pt x="310303" y="16843"/>
                      </a:lnTo>
                      <a:lnTo>
                        <a:pt x="310430" y="16484"/>
                      </a:lnTo>
                      <a:lnTo>
                        <a:pt x="310592" y="16229"/>
                      </a:lnTo>
                      <a:lnTo>
                        <a:pt x="310975" y="16183"/>
                      </a:lnTo>
                      <a:lnTo>
                        <a:pt x="311264" y="16102"/>
                      </a:lnTo>
                      <a:lnTo>
                        <a:pt x="311310" y="16056"/>
                      </a:lnTo>
                      <a:lnTo>
                        <a:pt x="311310" y="15986"/>
                      </a:lnTo>
                      <a:lnTo>
                        <a:pt x="311310" y="15975"/>
                      </a:lnTo>
                      <a:lnTo>
                        <a:pt x="311194" y="15928"/>
                      </a:lnTo>
                      <a:lnTo>
                        <a:pt x="311055" y="15604"/>
                      </a:lnTo>
                      <a:lnTo>
                        <a:pt x="311379" y="15396"/>
                      </a:lnTo>
                      <a:lnTo>
                        <a:pt x="311461" y="15338"/>
                      </a:lnTo>
                      <a:lnTo>
                        <a:pt x="311831" y="15269"/>
                      </a:lnTo>
                      <a:lnTo>
                        <a:pt x="312109" y="15257"/>
                      </a:lnTo>
                      <a:lnTo>
                        <a:pt x="312514" y="14945"/>
                      </a:lnTo>
                      <a:lnTo>
                        <a:pt x="312688" y="14817"/>
                      </a:lnTo>
                      <a:lnTo>
                        <a:pt x="312711" y="14817"/>
                      </a:lnTo>
                      <a:lnTo>
                        <a:pt x="312792" y="14817"/>
                      </a:lnTo>
                      <a:lnTo>
                        <a:pt x="312989" y="14504"/>
                      </a:lnTo>
                      <a:lnTo>
                        <a:pt x="312884" y="14389"/>
                      </a:lnTo>
                      <a:lnTo>
                        <a:pt x="312977" y="14238"/>
                      </a:lnTo>
                      <a:lnTo>
                        <a:pt x="313104" y="14203"/>
                      </a:lnTo>
                      <a:lnTo>
                        <a:pt x="313197" y="14238"/>
                      </a:lnTo>
                      <a:lnTo>
                        <a:pt x="313243" y="14157"/>
                      </a:lnTo>
                      <a:lnTo>
                        <a:pt x="313243" y="13972"/>
                      </a:lnTo>
                      <a:lnTo>
                        <a:pt x="313255" y="13567"/>
                      </a:lnTo>
                      <a:lnTo>
                        <a:pt x="313371" y="13532"/>
                      </a:lnTo>
                      <a:lnTo>
                        <a:pt x="313405" y="13521"/>
                      </a:lnTo>
                      <a:lnTo>
                        <a:pt x="313498" y="13509"/>
                      </a:lnTo>
                      <a:lnTo>
                        <a:pt x="313579" y="13416"/>
                      </a:lnTo>
                      <a:lnTo>
                        <a:pt x="313602" y="13301"/>
                      </a:lnTo>
                      <a:lnTo>
                        <a:pt x="313637" y="12977"/>
                      </a:lnTo>
                      <a:lnTo>
                        <a:pt x="313660" y="12953"/>
                      </a:lnTo>
                      <a:lnTo>
                        <a:pt x="317283" y="11472"/>
                      </a:lnTo>
                      <a:lnTo>
                        <a:pt x="317573" y="11356"/>
                      </a:lnTo>
                      <a:lnTo>
                        <a:pt x="317920" y="11310"/>
                      </a:lnTo>
                      <a:lnTo>
                        <a:pt x="317966" y="11287"/>
                      </a:lnTo>
                      <a:lnTo>
                        <a:pt x="318105" y="11217"/>
                      </a:lnTo>
                      <a:lnTo>
                        <a:pt x="318186" y="11148"/>
                      </a:lnTo>
                      <a:lnTo>
                        <a:pt x="319031" y="10488"/>
                      </a:lnTo>
                      <a:lnTo>
                        <a:pt x="319170" y="10418"/>
                      </a:lnTo>
                      <a:lnTo>
                        <a:pt x="319483" y="10326"/>
                      </a:lnTo>
                      <a:lnTo>
                        <a:pt x="319517" y="10303"/>
                      </a:lnTo>
                      <a:lnTo>
                        <a:pt x="320316" y="9944"/>
                      </a:lnTo>
                      <a:lnTo>
                        <a:pt x="320467" y="9828"/>
                      </a:lnTo>
                      <a:lnTo>
                        <a:pt x="320652" y="9863"/>
                      </a:lnTo>
                      <a:lnTo>
                        <a:pt x="322353" y="9851"/>
                      </a:lnTo>
                      <a:lnTo>
                        <a:pt x="322411" y="9909"/>
                      </a:lnTo>
                      <a:lnTo>
                        <a:pt x="322550" y="9863"/>
                      </a:lnTo>
                      <a:lnTo>
                        <a:pt x="322585" y="9828"/>
                      </a:lnTo>
                      <a:lnTo>
                        <a:pt x="322701" y="9701"/>
                      </a:lnTo>
                      <a:lnTo>
                        <a:pt x="322712" y="9689"/>
                      </a:lnTo>
                      <a:lnTo>
                        <a:pt x="322805" y="9677"/>
                      </a:lnTo>
                      <a:lnTo>
                        <a:pt x="322874" y="9677"/>
                      </a:lnTo>
                      <a:lnTo>
                        <a:pt x="322967" y="9701"/>
                      </a:lnTo>
                      <a:lnTo>
                        <a:pt x="322979" y="9712"/>
                      </a:lnTo>
                      <a:lnTo>
                        <a:pt x="323060" y="9758"/>
                      </a:lnTo>
                      <a:lnTo>
                        <a:pt x="323117" y="9782"/>
                      </a:lnTo>
                      <a:lnTo>
                        <a:pt x="323256" y="9724"/>
                      </a:lnTo>
                      <a:lnTo>
                        <a:pt x="323338" y="9643"/>
                      </a:lnTo>
                      <a:lnTo>
                        <a:pt x="323661" y="9307"/>
                      </a:lnTo>
                      <a:lnTo>
                        <a:pt x="323812" y="9296"/>
                      </a:lnTo>
                      <a:lnTo>
                        <a:pt x="323858" y="9272"/>
                      </a:lnTo>
                      <a:lnTo>
                        <a:pt x="324044" y="8763"/>
                      </a:lnTo>
                      <a:lnTo>
                        <a:pt x="324078" y="8670"/>
                      </a:lnTo>
                      <a:lnTo>
                        <a:pt x="324101" y="8636"/>
                      </a:lnTo>
                      <a:lnTo>
                        <a:pt x="324518" y="8103"/>
                      </a:lnTo>
                      <a:lnTo>
                        <a:pt x="324692" y="7999"/>
                      </a:lnTo>
                      <a:lnTo>
                        <a:pt x="324738" y="7860"/>
                      </a:lnTo>
                      <a:lnTo>
                        <a:pt x="324715" y="7825"/>
                      </a:lnTo>
                      <a:lnTo>
                        <a:pt x="324785" y="7710"/>
                      </a:lnTo>
                      <a:lnTo>
                        <a:pt x="324796" y="7698"/>
                      </a:lnTo>
                      <a:lnTo>
                        <a:pt x="324831" y="7628"/>
                      </a:lnTo>
                      <a:lnTo>
                        <a:pt x="324842" y="7548"/>
                      </a:lnTo>
                      <a:lnTo>
                        <a:pt x="324923" y="7327"/>
                      </a:lnTo>
                      <a:lnTo>
                        <a:pt x="324993" y="7270"/>
                      </a:lnTo>
                      <a:lnTo>
                        <a:pt x="325062" y="7200"/>
                      </a:lnTo>
                      <a:lnTo>
                        <a:pt x="325108" y="7142"/>
                      </a:lnTo>
                      <a:lnTo>
                        <a:pt x="325190" y="6980"/>
                      </a:lnTo>
                      <a:lnTo>
                        <a:pt x="325143" y="6737"/>
                      </a:lnTo>
                      <a:lnTo>
                        <a:pt x="325282" y="6320"/>
                      </a:lnTo>
                      <a:lnTo>
                        <a:pt x="325340" y="6263"/>
                      </a:lnTo>
                      <a:lnTo>
                        <a:pt x="325409" y="6135"/>
                      </a:lnTo>
                      <a:lnTo>
                        <a:pt x="325572" y="5742"/>
                      </a:lnTo>
                      <a:lnTo>
                        <a:pt x="325803" y="5441"/>
                      </a:lnTo>
                      <a:lnTo>
                        <a:pt x="325815" y="5417"/>
                      </a:lnTo>
                      <a:lnTo>
                        <a:pt x="325919" y="5186"/>
                      </a:lnTo>
                      <a:lnTo>
                        <a:pt x="325942" y="5059"/>
                      </a:lnTo>
                      <a:lnTo>
                        <a:pt x="325907" y="4885"/>
                      </a:lnTo>
                      <a:lnTo>
                        <a:pt x="325931" y="4769"/>
                      </a:lnTo>
                      <a:lnTo>
                        <a:pt x="326127" y="4642"/>
                      </a:lnTo>
                      <a:lnTo>
                        <a:pt x="326266" y="4561"/>
                      </a:lnTo>
                      <a:lnTo>
                        <a:pt x="326301" y="4318"/>
                      </a:lnTo>
                      <a:lnTo>
                        <a:pt x="326301" y="4225"/>
                      </a:lnTo>
                      <a:lnTo>
                        <a:pt x="326312" y="4110"/>
                      </a:lnTo>
                      <a:lnTo>
                        <a:pt x="326336" y="3994"/>
                      </a:lnTo>
                      <a:lnTo>
                        <a:pt x="326359" y="3913"/>
                      </a:lnTo>
                      <a:lnTo>
                        <a:pt x="326440" y="3809"/>
                      </a:lnTo>
                      <a:lnTo>
                        <a:pt x="326555" y="3727"/>
                      </a:lnTo>
                      <a:lnTo>
                        <a:pt x="326637" y="3670"/>
                      </a:lnTo>
                      <a:lnTo>
                        <a:pt x="326683" y="3623"/>
                      </a:lnTo>
                      <a:lnTo>
                        <a:pt x="326706" y="3577"/>
                      </a:lnTo>
                      <a:lnTo>
                        <a:pt x="326995" y="2987"/>
                      </a:lnTo>
                      <a:lnTo>
                        <a:pt x="327088" y="2778"/>
                      </a:lnTo>
                      <a:lnTo>
                        <a:pt x="327215" y="2639"/>
                      </a:lnTo>
                      <a:lnTo>
                        <a:pt x="327320" y="2130"/>
                      </a:lnTo>
                      <a:lnTo>
                        <a:pt x="327366" y="2014"/>
                      </a:lnTo>
                      <a:lnTo>
                        <a:pt x="327366" y="1979"/>
                      </a:lnTo>
                      <a:lnTo>
                        <a:pt x="327435" y="1887"/>
                      </a:lnTo>
                      <a:lnTo>
                        <a:pt x="327528" y="1852"/>
                      </a:lnTo>
                      <a:lnTo>
                        <a:pt x="327551" y="1829"/>
                      </a:lnTo>
                      <a:lnTo>
                        <a:pt x="327540" y="1806"/>
                      </a:lnTo>
                      <a:lnTo>
                        <a:pt x="327540" y="1760"/>
                      </a:lnTo>
                      <a:lnTo>
                        <a:pt x="327551" y="1655"/>
                      </a:lnTo>
                      <a:lnTo>
                        <a:pt x="327586" y="1586"/>
                      </a:lnTo>
                      <a:lnTo>
                        <a:pt x="327667" y="1505"/>
                      </a:lnTo>
                      <a:lnTo>
                        <a:pt x="327817" y="1435"/>
                      </a:lnTo>
                      <a:lnTo>
                        <a:pt x="327841" y="1366"/>
                      </a:lnTo>
                      <a:lnTo>
                        <a:pt x="327910" y="1239"/>
                      </a:lnTo>
                      <a:lnTo>
                        <a:pt x="328014" y="1088"/>
                      </a:lnTo>
                      <a:lnTo>
                        <a:pt x="328049" y="1030"/>
                      </a:lnTo>
                      <a:lnTo>
                        <a:pt x="328223" y="695"/>
                      </a:lnTo>
                      <a:lnTo>
                        <a:pt x="328234" y="683"/>
                      </a:lnTo>
                      <a:lnTo>
                        <a:pt x="328315" y="579"/>
                      </a:lnTo>
                      <a:lnTo>
                        <a:pt x="328385" y="498"/>
                      </a:lnTo>
                      <a:lnTo>
                        <a:pt x="328500" y="417"/>
                      </a:lnTo>
                      <a:lnTo>
                        <a:pt x="328546" y="371"/>
                      </a:lnTo>
                      <a:lnTo>
                        <a:pt x="328546" y="324"/>
                      </a:lnTo>
                      <a:lnTo>
                        <a:pt x="328535" y="278"/>
                      </a:lnTo>
                      <a:lnTo>
                        <a:pt x="328524" y="243"/>
                      </a:lnTo>
                      <a:lnTo>
                        <a:pt x="328512" y="185"/>
                      </a:lnTo>
                      <a:lnTo>
                        <a:pt x="328524" y="150"/>
                      </a:lnTo>
                      <a:lnTo>
                        <a:pt x="328593" y="0"/>
                      </a:lnTo>
                      <a:lnTo>
                        <a:pt x="328628" y="58"/>
                      </a:lnTo>
                      <a:lnTo>
                        <a:pt x="333640" y="7756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010F7269-D2B0-660D-E03A-89517990A44B}"/>
                    </a:ext>
                  </a:extLst>
                </p:cNvPr>
                <p:cNvSpPr/>
                <p:nvPr/>
              </p:nvSpPr>
              <p:spPr>
                <a:xfrm>
                  <a:off x="9038790" y="5252339"/>
                  <a:ext cx="34993" cy="64118"/>
                </a:xfrm>
                <a:custGeom>
                  <a:avLst/>
                  <a:gdLst>
                    <a:gd name="connsiteX0" fmla="*/ 10244 w 34993"/>
                    <a:gd name="connsiteY0" fmla="*/ 26798 h 64118"/>
                    <a:gd name="connsiteX1" fmla="*/ 11205 w 34993"/>
                    <a:gd name="connsiteY1" fmla="*/ 31648 h 64118"/>
                    <a:gd name="connsiteX2" fmla="*/ 7837 w 34993"/>
                    <a:gd name="connsiteY2" fmla="*/ 31428 h 64118"/>
                    <a:gd name="connsiteX3" fmla="*/ 9573 w 34993"/>
                    <a:gd name="connsiteY3" fmla="*/ 32123 h 64118"/>
                    <a:gd name="connsiteX4" fmla="*/ 8207 w 34993"/>
                    <a:gd name="connsiteY4" fmla="*/ 33153 h 64118"/>
                    <a:gd name="connsiteX5" fmla="*/ 9654 w 34993"/>
                    <a:gd name="connsiteY5" fmla="*/ 34056 h 64118"/>
                    <a:gd name="connsiteX6" fmla="*/ 9539 w 34993"/>
                    <a:gd name="connsiteY6" fmla="*/ 32621 h 64118"/>
                    <a:gd name="connsiteX7" fmla="*/ 11089 w 34993"/>
                    <a:gd name="connsiteY7" fmla="*/ 32505 h 64118"/>
                    <a:gd name="connsiteX8" fmla="*/ 9747 w 34993"/>
                    <a:gd name="connsiteY8" fmla="*/ 34588 h 64118"/>
                    <a:gd name="connsiteX9" fmla="*/ 12467 w 34993"/>
                    <a:gd name="connsiteY9" fmla="*/ 39115 h 64118"/>
                    <a:gd name="connsiteX10" fmla="*/ 15570 w 34993"/>
                    <a:gd name="connsiteY10" fmla="*/ 37911 h 64118"/>
                    <a:gd name="connsiteX11" fmla="*/ 14412 w 34993"/>
                    <a:gd name="connsiteY11" fmla="*/ 40481 h 64118"/>
                    <a:gd name="connsiteX12" fmla="*/ 17456 w 34993"/>
                    <a:gd name="connsiteY12" fmla="*/ 42055 h 64118"/>
                    <a:gd name="connsiteX13" fmla="*/ 18625 w 34993"/>
                    <a:gd name="connsiteY13" fmla="*/ 42657 h 64118"/>
                    <a:gd name="connsiteX14" fmla="*/ 17456 w 34993"/>
                    <a:gd name="connsiteY14" fmla="*/ 43525 h 64118"/>
                    <a:gd name="connsiteX15" fmla="*/ 16681 w 34993"/>
                    <a:gd name="connsiteY15" fmla="*/ 44104 h 64118"/>
                    <a:gd name="connsiteX16" fmla="*/ 17456 w 34993"/>
                    <a:gd name="connsiteY16" fmla="*/ 49359 h 64118"/>
                    <a:gd name="connsiteX17" fmla="*/ 17641 w 34993"/>
                    <a:gd name="connsiteY17" fmla="*/ 50575 h 64118"/>
                    <a:gd name="connsiteX18" fmla="*/ 22191 w 34993"/>
                    <a:gd name="connsiteY18" fmla="*/ 51779 h 64118"/>
                    <a:gd name="connsiteX19" fmla="*/ 23592 w 34993"/>
                    <a:gd name="connsiteY19" fmla="*/ 59349 h 64118"/>
                    <a:gd name="connsiteX20" fmla="*/ 26902 w 34993"/>
                    <a:gd name="connsiteY20" fmla="*/ 61479 h 64118"/>
                    <a:gd name="connsiteX21" fmla="*/ 33038 w 34993"/>
                    <a:gd name="connsiteY21" fmla="*/ 57729 h 64118"/>
                    <a:gd name="connsiteX22" fmla="*/ 34485 w 34993"/>
                    <a:gd name="connsiteY22" fmla="*/ 61861 h 64118"/>
                    <a:gd name="connsiteX23" fmla="*/ 34994 w 34993"/>
                    <a:gd name="connsiteY23" fmla="*/ 57786 h 64118"/>
                    <a:gd name="connsiteX24" fmla="*/ 34843 w 34993"/>
                    <a:gd name="connsiteY24" fmla="*/ 62591 h 64118"/>
                    <a:gd name="connsiteX25" fmla="*/ 27018 w 34993"/>
                    <a:gd name="connsiteY25" fmla="*/ 64119 h 64118"/>
                    <a:gd name="connsiteX26" fmla="*/ 22179 w 34993"/>
                    <a:gd name="connsiteY26" fmla="*/ 62116 h 64118"/>
                    <a:gd name="connsiteX27" fmla="*/ 17456 w 34993"/>
                    <a:gd name="connsiteY27" fmla="*/ 53654 h 64118"/>
                    <a:gd name="connsiteX28" fmla="*/ 3947 w 34993"/>
                    <a:gd name="connsiteY28" fmla="*/ 29414 h 64118"/>
                    <a:gd name="connsiteX29" fmla="*/ 0 w 34993"/>
                    <a:gd name="connsiteY29" fmla="*/ 6262 h 64118"/>
                    <a:gd name="connsiteX30" fmla="*/ 1921 w 34993"/>
                    <a:gd name="connsiteY30" fmla="*/ 2570 h 64118"/>
                    <a:gd name="connsiteX31" fmla="*/ 6830 w 34993"/>
                    <a:gd name="connsiteY31" fmla="*/ 0 h 64118"/>
                    <a:gd name="connsiteX32" fmla="*/ 8612 w 34993"/>
                    <a:gd name="connsiteY32" fmla="*/ 1169 h 64118"/>
                    <a:gd name="connsiteX33" fmla="*/ 4260 w 34993"/>
                    <a:gd name="connsiteY33" fmla="*/ 2836 h 64118"/>
                    <a:gd name="connsiteX34" fmla="*/ 4075 w 34993"/>
                    <a:gd name="connsiteY34" fmla="*/ 8253 h 64118"/>
                    <a:gd name="connsiteX35" fmla="*/ 5487 w 34993"/>
                    <a:gd name="connsiteY35" fmla="*/ 8300 h 64118"/>
                    <a:gd name="connsiteX36" fmla="*/ 5301 w 34993"/>
                    <a:gd name="connsiteY36" fmla="*/ 8635 h 64118"/>
                    <a:gd name="connsiteX37" fmla="*/ 7026 w 34993"/>
                    <a:gd name="connsiteY37" fmla="*/ 10268 h 64118"/>
                    <a:gd name="connsiteX38" fmla="*/ 5846 w 34993"/>
                    <a:gd name="connsiteY38" fmla="*/ 10279 h 64118"/>
                    <a:gd name="connsiteX39" fmla="*/ 7362 w 34993"/>
                    <a:gd name="connsiteY39" fmla="*/ 12155 h 64118"/>
                    <a:gd name="connsiteX40" fmla="*/ 6077 w 34993"/>
                    <a:gd name="connsiteY40" fmla="*/ 12235 h 64118"/>
                    <a:gd name="connsiteX41" fmla="*/ 7513 w 34993"/>
                    <a:gd name="connsiteY41" fmla="*/ 12305 h 64118"/>
                    <a:gd name="connsiteX42" fmla="*/ 8763 w 34993"/>
                    <a:gd name="connsiteY42" fmla="*/ 15870 h 64118"/>
                    <a:gd name="connsiteX43" fmla="*/ 10244 w 34993"/>
                    <a:gd name="connsiteY43" fmla="*/ 26798 h 64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34993" h="64118">
                      <a:moveTo>
                        <a:pt x="10244" y="26798"/>
                      </a:moveTo>
                      <a:lnTo>
                        <a:pt x="11205" y="31648"/>
                      </a:lnTo>
                      <a:lnTo>
                        <a:pt x="7837" y="31428"/>
                      </a:lnTo>
                      <a:lnTo>
                        <a:pt x="9573" y="32123"/>
                      </a:lnTo>
                      <a:lnTo>
                        <a:pt x="8207" y="33153"/>
                      </a:lnTo>
                      <a:lnTo>
                        <a:pt x="9654" y="34056"/>
                      </a:lnTo>
                      <a:lnTo>
                        <a:pt x="9539" y="32621"/>
                      </a:lnTo>
                      <a:lnTo>
                        <a:pt x="11089" y="32505"/>
                      </a:lnTo>
                      <a:lnTo>
                        <a:pt x="9747" y="34588"/>
                      </a:lnTo>
                      <a:lnTo>
                        <a:pt x="12467" y="39115"/>
                      </a:lnTo>
                      <a:lnTo>
                        <a:pt x="15570" y="37911"/>
                      </a:lnTo>
                      <a:lnTo>
                        <a:pt x="14412" y="40481"/>
                      </a:lnTo>
                      <a:lnTo>
                        <a:pt x="17456" y="42055"/>
                      </a:lnTo>
                      <a:lnTo>
                        <a:pt x="18625" y="42657"/>
                      </a:lnTo>
                      <a:lnTo>
                        <a:pt x="17456" y="43525"/>
                      </a:lnTo>
                      <a:lnTo>
                        <a:pt x="16681" y="44104"/>
                      </a:lnTo>
                      <a:lnTo>
                        <a:pt x="17456" y="49359"/>
                      </a:lnTo>
                      <a:lnTo>
                        <a:pt x="17641" y="50575"/>
                      </a:lnTo>
                      <a:lnTo>
                        <a:pt x="22191" y="51779"/>
                      </a:lnTo>
                      <a:lnTo>
                        <a:pt x="23592" y="59349"/>
                      </a:lnTo>
                      <a:lnTo>
                        <a:pt x="26902" y="61479"/>
                      </a:lnTo>
                      <a:lnTo>
                        <a:pt x="33038" y="57729"/>
                      </a:lnTo>
                      <a:lnTo>
                        <a:pt x="34485" y="61861"/>
                      </a:lnTo>
                      <a:lnTo>
                        <a:pt x="34994" y="57786"/>
                      </a:lnTo>
                      <a:lnTo>
                        <a:pt x="34843" y="62591"/>
                      </a:lnTo>
                      <a:lnTo>
                        <a:pt x="27018" y="64119"/>
                      </a:lnTo>
                      <a:lnTo>
                        <a:pt x="22179" y="62116"/>
                      </a:lnTo>
                      <a:lnTo>
                        <a:pt x="17456" y="53654"/>
                      </a:lnTo>
                      <a:lnTo>
                        <a:pt x="3947" y="29414"/>
                      </a:lnTo>
                      <a:lnTo>
                        <a:pt x="0" y="6262"/>
                      </a:lnTo>
                      <a:lnTo>
                        <a:pt x="1921" y="2570"/>
                      </a:lnTo>
                      <a:lnTo>
                        <a:pt x="6830" y="0"/>
                      </a:lnTo>
                      <a:lnTo>
                        <a:pt x="8612" y="1169"/>
                      </a:lnTo>
                      <a:lnTo>
                        <a:pt x="4260" y="2836"/>
                      </a:lnTo>
                      <a:lnTo>
                        <a:pt x="4075" y="8253"/>
                      </a:lnTo>
                      <a:lnTo>
                        <a:pt x="5487" y="8300"/>
                      </a:lnTo>
                      <a:lnTo>
                        <a:pt x="5301" y="8635"/>
                      </a:lnTo>
                      <a:lnTo>
                        <a:pt x="7026" y="10268"/>
                      </a:lnTo>
                      <a:lnTo>
                        <a:pt x="5846" y="10279"/>
                      </a:lnTo>
                      <a:lnTo>
                        <a:pt x="7362" y="12155"/>
                      </a:lnTo>
                      <a:lnTo>
                        <a:pt x="6077" y="12235"/>
                      </a:lnTo>
                      <a:lnTo>
                        <a:pt x="7513" y="12305"/>
                      </a:lnTo>
                      <a:lnTo>
                        <a:pt x="8763" y="15870"/>
                      </a:lnTo>
                      <a:lnTo>
                        <a:pt x="10244" y="26798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94457859-4053-CA87-65A1-B5824EE5D1A0}"/>
                    </a:ext>
                  </a:extLst>
                </p:cNvPr>
                <p:cNvSpPr/>
                <p:nvPr/>
              </p:nvSpPr>
              <p:spPr>
                <a:xfrm>
                  <a:off x="9128549" y="5253925"/>
                  <a:ext cx="15337" cy="11795"/>
                </a:xfrm>
                <a:custGeom>
                  <a:avLst/>
                  <a:gdLst>
                    <a:gd name="connsiteX0" fmla="*/ 7941 w 15337"/>
                    <a:gd name="connsiteY0" fmla="*/ 1829 h 11795"/>
                    <a:gd name="connsiteX1" fmla="*/ 15338 w 15337"/>
                    <a:gd name="connsiteY1" fmla="*/ 4179 h 11795"/>
                    <a:gd name="connsiteX2" fmla="*/ 13220 w 15337"/>
                    <a:gd name="connsiteY2" fmla="*/ 7420 h 11795"/>
                    <a:gd name="connsiteX3" fmla="*/ 5533 w 15337"/>
                    <a:gd name="connsiteY3" fmla="*/ 11796 h 11795"/>
                    <a:gd name="connsiteX4" fmla="*/ 0 w 15337"/>
                    <a:gd name="connsiteY4" fmla="*/ 11564 h 11795"/>
                    <a:gd name="connsiteX5" fmla="*/ 2535 w 15337"/>
                    <a:gd name="connsiteY5" fmla="*/ 6934 h 11795"/>
                    <a:gd name="connsiteX6" fmla="*/ 5776 w 15337"/>
                    <a:gd name="connsiteY6" fmla="*/ 7628 h 11795"/>
                    <a:gd name="connsiteX7" fmla="*/ 3473 w 15337"/>
                    <a:gd name="connsiteY7" fmla="*/ 5660 h 11795"/>
                    <a:gd name="connsiteX8" fmla="*/ 4804 w 15337"/>
                    <a:gd name="connsiteY8" fmla="*/ 1377 h 11795"/>
                    <a:gd name="connsiteX9" fmla="*/ 7733 w 15337"/>
                    <a:gd name="connsiteY9" fmla="*/ 2709 h 11795"/>
                    <a:gd name="connsiteX10" fmla="*/ 5128 w 15337"/>
                    <a:gd name="connsiteY10" fmla="*/ 1239 h 11795"/>
                    <a:gd name="connsiteX11" fmla="*/ 5626 w 15337"/>
                    <a:gd name="connsiteY11" fmla="*/ 0 h 11795"/>
                    <a:gd name="connsiteX12" fmla="*/ 7941 w 15337"/>
                    <a:gd name="connsiteY12" fmla="*/ 1829 h 11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5337" h="11795">
                      <a:moveTo>
                        <a:pt x="7941" y="1829"/>
                      </a:moveTo>
                      <a:lnTo>
                        <a:pt x="15338" y="4179"/>
                      </a:lnTo>
                      <a:lnTo>
                        <a:pt x="13220" y="7420"/>
                      </a:lnTo>
                      <a:lnTo>
                        <a:pt x="5533" y="11796"/>
                      </a:lnTo>
                      <a:lnTo>
                        <a:pt x="0" y="11564"/>
                      </a:lnTo>
                      <a:lnTo>
                        <a:pt x="2535" y="6934"/>
                      </a:lnTo>
                      <a:lnTo>
                        <a:pt x="5776" y="7628"/>
                      </a:lnTo>
                      <a:lnTo>
                        <a:pt x="3473" y="5660"/>
                      </a:lnTo>
                      <a:lnTo>
                        <a:pt x="4804" y="1377"/>
                      </a:lnTo>
                      <a:lnTo>
                        <a:pt x="7733" y="2709"/>
                      </a:lnTo>
                      <a:lnTo>
                        <a:pt x="5128" y="1239"/>
                      </a:lnTo>
                      <a:lnTo>
                        <a:pt x="5626" y="0"/>
                      </a:lnTo>
                      <a:lnTo>
                        <a:pt x="7941" y="1829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685A2915-5D79-571B-EEA7-2B168028DD84}"/>
                    </a:ext>
                  </a:extLst>
                </p:cNvPr>
                <p:cNvSpPr/>
                <p:nvPr/>
              </p:nvSpPr>
              <p:spPr>
                <a:xfrm>
                  <a:off x="9167687" y="5349553"/>
                  <a:ext cx="2326" cy="1632"/>
                </a:xfrm>
                <a:custGeom>
                  <a:avLst/>
                  <a:gdLst>
                    <a:gd name="connsiteX0" fmla="*/ 2327 w 2326"/>
                    <a:gd name="connsiteY0" fmla="*/ 602 h 1632"/>
                    <a:gd name="connsiteX1" fmla="*/ 591 w 2326"/>
                    <a:gd name="connsiteY1" fmla="*/ 1632 h 1632"/>
                    <a:gd name="connsiteX2" fmla="*/ 0 w 2326"/>
                    <a:gd name="connsiteY2" fmla="*/ 0 h 1632"/>
                    <a:gd name="connsiteX3" fmla="*/ 2327 w 2326"/>
                    <a:gd name="connsiteY3" fmla="*/ 602 h 1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26" h="1632">
                      <a:moveTo>
                        <a:pt x="2327" y="602"/>
                      </a:moveTo>
                      <a:lnTo>
                        <a:pt x="591" y="1632"/>
                      </a:lnTo>
                      <a:lnTo>
                        <a:pt x="0" y="0"/>
                      </a:lnTo>
                      <a:lnTo>
                        <a:pt x="2327" y="602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E6F7C7AC-39DC-6A31-B7A7-ED6B4453368C}"/>
                    </a:ext>
                  </a:extLst>
                </p:cNvPr>
                <p:cNvSpPr/>
                <p:nvPr/>
              </p:nvSpPr>
              <p:spPr>
                <a:xfrm>
                  <a:off x="9072464" y="5303505"/>
                  <a:ext cx="1088" cy="2731"/>
                </a:xfrm>
                <a:custGeom>
                  <a:avLst/>
                  <a:gdLst>
                    <a:gd name="connsiteX0" fmla="*/ 984 w 1088"/>
                    <a:gd name="connsiteY0" fmla="*/ 0 h 2731"/>
                    <a:gd name="connsiteX1" fmla="*/ 1088 w 1088"/>
                    <a:gd name="connsiteY1" fmla="*/ 2732 h 2731"/>
                    <a:gd name="connsiteX2" fmla="*/ 0 w 1088"/>
                    <a:gd name="connsiteY2" fmla="*/ 1736 h 2731"/>
                    <a:gd name="connsiteX3" fmla="*/ 984 w 1088"/>
                    <a:gd name="connsiteY3" fmla="*/ 0 h 2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88" h="2731">
                      <a:moveTo>
                        <a:pt x="984" y="0"/>
                      </a:moveTo>
                      <a:lnTo>
                        <a:pt x="1088" y="2732"/>
                      </a:lnTo>
                      <a:lnTo>
                        <a:pt x="0" y="1736"/>
                      </a:lnTo>
                      <a:lnTo>
                        <a:pt x="984" y="0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73B9BF1D-95E8-6D0D-8929-5C9BD7CF9764}"/>
                    </a:ext>
                  </a:extLst>
                </p:cNvPr>
                <p:cNvSpPr/>
                <p:nvPr/>
              </p:nvSpPr>
              <p:spPr>
                <a:xfrm>
                  <a:off x="9151469" y="5429404"/>
                  <a:ext cx="2095" cy="1910"/>
                </a:xfrm>
                <a:custGeom>
                  <a:avLst/>
                  <a:gdLst>
                    <a:gd name="connsiteX0" fmla="*/ 1181 w 2095"/>
                    <a:gd name="connsiteY0" fmla="*/ 1111 h 1910"/>
                    <a:gd name="connsiteX1" fmla="*/ 521 w 2095"/>
                    <a:gd name="connsiteY1" fmla="*/ 1910 h 1910"/>
                    <a:gd name="connsiteX2" fmla="*/ 0 w 2095"/>
                    <a:gd name="connsiteY2" fmla="*/ 1331 h 1910"/>
                    <a:gd name="connsiteX3" fmla="*/ 336 w 2095"/>
                    <a:gd name="connsiteY3" fmla="*/ 1111 h 1910"/>
                    <a:gd name="connsiteX4" fmla="*/ 2095 w 2095"/>
                    <a:gd name="connsiteY4" fmla="*/ 0 h 1910"/>
                    <a:gd name="connsiteX5" fmla="*/ 1181 w 2095"/>
                    <a:gd name="connsiteY5" fmla="*/ 1111 h 1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" h="1910">
                      <a:moveTo>
                        <a:pt x="1181" y="1111"/>
                      </a:moveTo>
                      <a:lnTo>
                        <a:pt x="521" y="1910"/>
                      </a:lnTo>
                      <a:lnTo>
                        <a:pt x="0" y="1331"/>
                      </a:lnTo>
                      <a:lnTo>
                        <a:pt x="336" y="1111"/>
                      </a:lnTo>
                      <a:lnTo>
                        <a:pt x="2095" y="0"/>
                      </a:lnTo>
                      <a:lnTo>
                        <a:pt x="1181" y="1111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36E6D8A4-EF14-2712-CE09-D7CB556A407D}"/>
                    </a:ext>
                  </a:extLst>
                </p:cNvPr>
                <p:cNvSpPr/>
                <p:nvPr/>
              </p:nvSpPr>
              <p:spPr>
                <a:xfrm>
                  <a:off x="9201662" y="5272342"/>
                  <a:ext cx="1354" cy="1342"/>
                </a:xfrm>
                <a:custGeom>
                  <a:avLst/>
                  <a:gdLst>
                    <a:gd name="connsiteX0" fmla="*/ 1354 w 1354"/>
                    <a:gd name="connsiteY0" fmla="*/ 58 h 1342"/>
                    <a:gd name="connsiteX1" fmla="*/ 0 w 1354"/>
                    <a:gd name="connsiteY1" fmla="*/ 1343 h 1342"/>
                    <a:gd name="connsiteX2" fmla="*/ 232 w 1354"/>
                    <a:gd name="connsiteY2" fmla="*/ 0 h 1342"/>
                    <a:gd name="connsiteX3" fmla="*/ 1354 w 1354"/>
                    <a:gd name="connsiteY3" fmla="*/ 58 h 1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54" h="1342">
                      <a:moveTo>
                        <a:pt x="1354" y="58"/>
                      </a:moveTo>
                      <a:lnTo>
                        <a:pt x="0" y="1343"/>
                      </a:lnTo>
                      <a:lnTo>
                        <a:pt x="232" y="0"/>
                      </a:lnTo>
                      <a:lnTo>
                        <a:pt x="1354" y="58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2904687D-0973-E76F-CC64-F17F73E7DFC8}"/>
                    </a:ext>
                  </a:extLst>
                </p:cNvPr>
                <p:cNvSpPr/>
                <p:nvPr/>
              </p:nvSpPr>
              <p:spPr>
                <a:xfrm>
                  <a:off x="9047773" y="5705500"/>
                  <a:ext cx="1562" cy="1667"/>
                </a:xfrm>
                <a:custGeom>
                  <a:avLst/>
                  <a:gdLst>
                    <a:gd name="connsiteX0" fmla="*/ 683 w 1562"/>
                    <a:gd name="connsiteY0" fmla="*/ 0 h 1667"/>
                    <a:gd name="connsiteX1" fmla="*/ 1563 w 1562"/>
                    <a:gd name="connsiteY1" fmla="*/ 1667 h 1667"/>
                    <a:gd name="connsiteX2" fmla="*/ 0 w 1562"/>
                    <a:gd name="connsiteY2" fmla="*/ 12 h 1667"/>
                    <a:gd name="connsiteX3" fmla="*/ 683 w 1562"/>
                    <a:gd name="connsiteY3" fmla="*/ 0 h 1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62" h="1667">
                      <a:moveTo>
                        <a:pt x="683" y="0"/>
                      </a:moveTo>
                      <a:lnTo>
                        <a:pt x="1563" y="1667"/>
                      </a:lnTo>
                      <a:lnTo>
                        <a:pt x="0" y="12"/>
                      </a:lnTo>
                      <a:lnTo>
                        <a:pt x="683" y="0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439F7BA8-8CA3-C7D0-6C4F-29A418DCA64B}"/>
                    </a:ext>
                  </a:extLst>
                </p:cNvPr>
                <p:cNvSpPr/>
                <p:nvPr/>
              </p:nvSpPr>
              <p:spPr>
                <a:xfrm>
                  <a:off x="9050123" y="5707375"/>
                  <a:ext cx="1435" cy="1724"/>
                </a:xfrm>
                <a:custGeom>
                  <a:avLst/>
                  <a:gdLst>
                    <a:gd name="connsiteX0" fmla="*/ 0 w 1435"/>
                    <a:gd name="connsiteY0" fmla="*/ 0 h 1724"/>
                    <a:gd name="connsiteX1" fmla="*/ 1435 w 1435"/>
                    <a:gd name="connsiteY1" fmla="*/ 1725 h 1724"/>
                    <a:gd name="connsiteX2" fmla="*/ 474 w 1435"/>
                    <a:gd name="connsiteY2" fmla="*/ 1123 h 1724"/>
                    <a:gd name="connsiteX3" fmla="*/ 0 w 1435"/>
                    <a:gd name="connsiteY3" fmla="*/ 0 h 1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35" h="1724">
                      <a:moveTo>
                        <a:pt x="0" y="0"/>
                      </a:moveTo>
                      <a:lnTo>
                        <a:pt x="1435" y="1725"/>
                      </a:lnTo>
                      <a:lnTo>
                        <a:pt x="474" y="112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FBFA31B2-E05F-C469-BD29-61B08B8D687D}"/>
                    </a:ext>
                  </a:extLst>
                </p:cNvPr>
                <p:cNvSpPr/>
                <p:nvPr/>
              </p:nvSpPr>
              <p:spPr>
                <a:xfrm>
                  <a:off x="9055066" y="5711739"/>
                  <a:ext cx="1006" cy="1007"/>
                </a:xfrm>
                <a:custGeom>
                  <a:avLst/>
                  <a:gdLst>
                    <a:gd name="connsiteX0" fmla="*/ 764 w 1006"/>
                    <a:gd name="connsiteY0" fmla="*/ 0 h 1007"/>
                    <a:gd name="connsiteX1" fmla="*/ 1007 w 1006"/>
                    <a:gd name="connsiteY1" fmla="*/ 1007 h 1007"/>
                    <a:gd name="connsiteX2" fmla="*/ 0 w 1006"/>
                    <a:gd name="connsiteY2" fmla="*/ 46 h 1007"/>
                    <a:gd name="connsiteX3" fmla="*/ 764 w 1006"/>
                    <a:gd name="connsiteY3" fmla="*/ 0 h 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6" h="1007">
                      <a:moveTo>
                        <a:pt x="764" y="0"/>
                      </a:moveTo>
                      <a:lnTo>
                        <a:pt x="1007" y="1007"/>
                      </a:lnTo>
                      <a:lnTo>
                        <a:pt x="0" y="46"/>
                      </a:lnTo>
                      <a:lnTo>
                        <a:pt x="764" y="0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600B6693-4D63-88C0-81E7-DB4BECCD7650}"/>
                    </a:ext>
                  </a:extLst>
                </p:cNvPr>
                <p:cNvSpPr/>
                <p:nvPr/>
              </p:nvSpPr>
              <p:spPr>
                <a:xfrm>
                  <a:off x="9042621" y="4823731"/>
                  <a:ext cx="764" cy="1122"/>
                </a:xfrm>
                <a:custGeom>
                  <a:avLst/>
                  <a:gdLst>
                    <a:gd name="connsiteX0" fmla="*/ 764 w 764"/>
                    <a:gd name="connsiteY0" fmla="*/ 845 h 1122"/>
                    <a:gd name="connsiteX1" fmla="*/ 289 w 764"/>
                    <a:gd name="connsiteY1" fmla="*/ 1123 h 1122"/>
                    <a:gd name="connsiteX2" fmla="*/ 0 w 764"/>
                    <a:gd name="connsiteY2" fmla="*/ 0 h 1122"/>
                    <a:gd name="connsiteX3" fmla="*/ 764 w 764"/>
                    <a:gd name="connsiteY3" fmla="*/ 845 h 1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4" h="1122">
                      <a:moveTo>
                        <a:pt x="764" y="845"/>
                      </a:moveTo>
                      <a:lnTo>
                        <a:pt x="289" y="1123"/>
                      </a:lnTo>
                      <a:lnTo>
                        <a:pt x="0" y="0"/>
                      </a:lnTo>
                      <a:lnTo>
                        <a:pt x="764" y="845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D58124B8-5F7D-0B24-AE45-7037804B8FCF}"/>
                    </a:ext>
                  </a:extLst>
                </p:cNvPr>
                <p:cNvSpPr/>
                <p:nvPr/>
              </p:nvSpPr>
              <p:spPr>
                <a:xfrm>
                  <a:off x="9120018" y="5239999"/>
                  <a:ext cx="497" cy="1423"/>
                </a:xfrm>
                <a:custGeom>
                  <a:avLst/>
                  <a:gdLst>
                    <a:gd name="connsiteX0" fmla="*/ 498 w 497"/>
                    <a:gd name="connsiteY0" fmla="*/ 1007 h 1423"/>
                    <a:gd name="connsiteX1" fmla="*/ 173 w 497"/>
                    <a:gd name="connsiteY1" fmla="*/ 1424 h 1423"/>
                    <a:gd name="connsiteX2" fmla="*/ 0 w 497"/>
                    <a:gd name="connsiteY2" fmla="*/ 0 h 1423"/>
                    <a:gd name="connsiteX3" fmla="*/ 498 w 497"/>
                    <a:gd name="connsiteY3" fmla="*/ 1007 h 1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7" h="1423">
                      <a:moveTo>
                        <a:pt x="498" y="1007"/>
                      </a:moveTo>
                      <a:lnTo>
                        <a:pt x="173" y="1424"/>
                      </a:lnTo>
                      <a:lnTo>
                        <a:pt x="0" y="0"/>
                      </a:lnTo>
                      <a:lnTo>
                        <a:pt x="498" y="1007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444F2D03-C435-59FA-8CDC-8A78D8370099}"/>
                    </a:ext>
                  </a:extLst>
                </p:cNvPr>
                <p:cNvSpPr/>
                <p:nvPr/>
              </p:nvSpPr>
              <p:spPr>
                <a:xfrm>
                  <a:off x="9063458" y="5303794"/>
                  <a:ext cx="810" cy="960"/>
                </a:xfrm>
                <a:custGeom>
                  <a:avLst/>
                  <a:gdLst>
                    <a:gd name="connsiteX0" fmla="*/ 810 w 810"/>
                    <a:gd name="connsiteY0" fmla="*/ 509 h 960"/>
                    <a:gd name="connsiteX1" fmla="*/ 648 w 810"/>
                    <a:gd name="connsiteY1" fmla="*/ 961 h 960"/>
                    <a:gd name="connsiteX2" fmla="*/ 0 w 810"/>
                    <a:gd name="connsiteY2" fmla="*/ 0 h 960"/>
                    <a:gd name="connsiteX3" fmla="*/ 810 w 810"/>
                    <a:gd name="connsiteY3" fmla="*/ 509 h 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0" h="960">
                      <a:moveTo>
                        <a:pt x="810" y="509"/>
                      </a:moveTo>
                      <a:lnTo>
                        <a:pt x="648" y="961"/>
                      </a:lnTo>
                      <a:lnTo>
                        <a:pt x="0" y="0"/>
                      </a:lnTo>
                      <a:lnTo>
                        <a:pt x="810" y="509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8B0B7612-2151-95A2-246F-57F9434CC8AC}"/>
                    </a:ext>
                  </a:extLst>
                </p:cNvPr>
                <p:cNvSpPr/>
                <p:nvPr/>
              </p:nvSpPr>
              <p:spPr>
                <a:xfrm>
                  <a:off x="9118038" y="4764057"/>
                  <a:ext cx="1389" cy="729"/>
                </a:xfrm>
                <a:custGeom>
                  <a:avLst/>
                  <a:gdLst>
                    <a:gd name="connsiteX0" fmla="*/ 1389 w 1389"/>
                    <a:gd name="connsiteY0" fmla="*/ 0 h 729"/>
                    <a:gd name="connsiteX1" fmla="*/ 0 w 1389"/>
                    <a:gd name="connsiteY1" fmla="*/ 729 h 729"/>
                    <a:gd name="connsiteX2" fmla="*/ 58 w 1389"/>
                    <a:gd name="connsiteY2" fmla="*/ 648 h 729"/>
                    <a:gd name="connsiteX3" fmla="*/ 764 w 1389"/>
                    <a:gd name="connsiteY3" fmla="*/ 139 h 729"/>
                    <a:gd name="connsiteX4" fmla="*/ 1389 w 1389"/>
                    <a:gd name="connsiteY4" fmla="*/ 0 h 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89" h="729">
                      <a:moveTo>
                        <a:pt x="1389" y="0"/>
                      </a:moveTo>
                      <a:lnTo>
                        <a:pt x="0" y="729"/>
                      </a:lnTo>
                      <a:lnTo>
                        <a:pt x="58" y="648"/>
                      </a:lnTo>
                      <a:lnTo>
                        <a:pt x="764" y="139"/>
                      </a:lnTo>
                      <a:lnTo>
                        <a:pt x="1389" y="0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B7A0269A-0A6A-430D-8FF3-A3BA699507A9}"/>
                    </a:ext>
                  </a:extLst>
                </p:cNvPr>
                <p:cNvSpPr/>
                <p:nvPr/>
              </p:nvSpPr>
              <p:spPr>
                <a:xfrm>
                  <a:off x="9121754" y="4759832"/>
                  <a:ext cx="601" cy="243"/>
                </a:xfrm>
                <a:custGeom>
                  <a:avLst/>
                  <a:gdLst>
                    <a:gd name="connsiteX0" fmla="*/ 602 w 601"/>
                    <a:gd name="connsiteY0" fmla="*/ 0 h 243"/>
                    <a:gd name="connsiteX1" fmla="*/ 0 w 601"/>
                    <a:gd name="connsiteY1" fmla="*/ 243 h 243"/>
                    <a:gd name="connsiteX2" fmla="*/ 23 w 601"/>
                    <a:gd name="connsiteY2" fmla="*/ 220 h 243"/>
                    <a:gd name="connsiteX3" fmla="*/ 162 w 601"/>
                    <a:gd name="connsiteY3" fmla="*/ 162 h 243"/>
                    <a:gd name="connsiteX4" fmla="*/ 417 w 601"/>
                    <a:gd name="connsiteY4" fmla="*/ 70 h 243"/>
                    <a:gd name="connsiteX5" fmla="*/ 602 w 601"/>
                    <a:gd name="connsiteY5" fmla="*/ 0 h 2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01" h="243">
                      <a:moveTo>
                        <a:pt x="602" y="0"/>
                      </a:moveTo>
                      <a:lnTo>
                        <a:pt x="0" y="243"/>
                      </a:lnTo>
                      <a:lnTo>
                        <a:pt x="23" y="220"/>
                      </a:lnTo>
                      <a:lnTo>
                        <a:pt x="162" y="162"/>
                      </a:lnTo>
                      <a:lnTo>
                        <a:pt x="417" y="70"/>
                      </a:lnTo>
                      <a:lnTo>
                        <a:pt x="602" y="0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231E3D19-A578-0CC4-81A3-92DA9BDC5105}"/>
                    </a:ext>
                  </a:extLst>
                </p:cNvPr>
                <p:cNvSpPr/>
                <p:nvPr/>
              </p:nvSpPr>
              <p:spPr>
                <a:xfrm>
                  <a:off x="9284522" y="5014119"/>
                  <a:ext cx="946490" cy="741145"/>
                </a:xfrm>
                <a:custGeom>
                  <a:avLst/>
                  <a:gdLst>
                    <a:gd name="connsiteX0" fmla="*/ 614089 w 946490"/>
                    <a:gd name="connsiteY0" fmla="*/ 2859 h 741145"/>
                    <a:gd name="connsiteX1" fmla="*/ 617226 w 946490"/>
                    <a:gd name="connsiteY1" fmla="*/ 5499 h 741145"/>
                    <a:gd name="connsiteX2" fmla="*/ 616531 w 946490"/>
                    <a:gd name="connsiteY2" fmla="*/ 6830 h 741145"/>
                    <a:gd name="connsiteX3" fmla="*/ 617353 w 946490"/>
                    <a:gd name="connsiteY3" fmla="*/ 7212 h 741145"/>
                    <a:gd name="connsiteX4" fmla="*/ 622146 w 946490"/>
                    <a:gd name="connsiteY4" fmla="*/ 9388 h 741145"/>
                    <a:gd name="connsiteX5" fmla="*/ 623477 w 946490"/>
                    <a:gd name="connsiteY5" fmla="*/ 13926 h 741145"/>
                    <a:gd name="connsiteX6" fmla="*/ 623129 w 946490"/>
                    <a:gd name="connsiteY6" fmla="*/ 14539 h 741145"/>
                    <a:gd name="connsiteX7" fmla="*/ 624264 w 946490"/>
                    <a:gd name="connsiteY7" fmla="*/ 16600 h 741145"/>
                    <a:gd name="connsiteX8" fmla="*/ 624438 w 946490"/>
                    <a:gd name="connsiteY8" fmla="*/ 17213 h 741145"/>
                    <a:gd name="connsiteX9" fmla="*/ 629022 w 946490"/>
                    <a:gd name="connsiteY9" fmla="*/ 17503 h 741145"/>
                    <a:gd name="connsiteX10" fmla="*/ 632448 w 946490"/>
                    <a:gd name="connsiteY10" fmla="*/ 15570 h 741145"/>
                    <a:gd name="connsiteX11" fmla="*/ 632842 w 946490"/>
                    <a:gd name="connsiteY11" fmla="*/ 15512 h 741145"/>
                    <a:gd name="connsiteX12" fmla="*/ 632865 w 946490"/>
                    <a:gd name="connsiteY12" fmla="*/ 15338 h 741145"/>
                    <a:gd name="connsiteX13" fmla="*/ 635215 w 946490"/>
                    <a:gd name="connsiteY13" fmla="*/ 14018 h 741145"/>
                    <a:gd name="connsiteX14" fmla="*/ 641952 w 946490"/>
                    <a:gd name="connsiteY14" fmla="*/ 21693 h 741145"/>
                    <a:gd name="connsiteX15" fmla="*/ 645841 w 946490"/>
                    <a:gd name="connsiteY15" fmla="*/ 22040 h 741145"/>
                    <a:gd name="connsiteX16" fmla="*/ 647485 w 946490"/>
                    <a:gd name="connsiteY16" fmla="*/ 24055 h 741145"/>
                    <a:gd name="connsiteX17" fmla="*/ 647601 w 946490"/>
                    <a:gd name="connsiteY17" fmla="*/ 25039 h 741145"/>
                    <a:gd name="connsiteX18" fmla="*/ 648967 w 946490"/>
                    <a:gd name="connsiteY18" fmla="*/ 25849 h 741145"/>
                    <a:gd name="connsiteX19" fmla="*/ 649245 w 946490"/>
                    <a:gd name="connsiteY19" fmla="*/ 26185 h 741145"/>
                    <a:gd name="connsiteX20" fmla="*/ 648481 w 946490"/>
                    <a:gd name="connsiteY20" fmla="*/ 30005 h 741145"/>
                    <a:gd name="connsiteX21" fmla="*/ 650194 w 946490"/>
                    <a:gd name="connsiteY21" fmla="*/ 33084 h 741145"/>
                    <a:gd name="connsiteX22" fmla="*/ 660647 w 946490"/>
                    <a:gd name="connsiteY22" fmla="*/ 35908 h 741145"/>
                    <a:gd name="connsiteX23" fmla="*/ 669479 w 946490"/>
                    <a:gd name="connsiteY23" fmla="*/ 38467 h 741145"/>
                    <a:gd name="connsiteX24" fmla="*/ 669838 w 946490"/>
                    <a:gd name="connsiteY24" fmla="*/ 36603 h 741145"/>
                    <a:gd name="connsiteX25" fmla="*/ 669850 w 946490"/>
                    <a:gd name="connsiteY25" fmla="*/ 36857 h 741145"/>
                    <a:gd name="connsiteX26" fmla="*/ 669815 w 946490"/>
                    <a:gd name="connsiteY26" fmla="*/ 40851 h 741145"/>
                    <a:gd name="connsiteX27" fmla="*/ 670174 w 946490"/>
                    <a:gd name="connsiteY27" fmla="*/ 43711 h 741145"/>
                    <a:gd name="connsiteX28" fmla="*/ 669086 w 946490"/>
                    <a:gd name="connsiteY28" fmla="*/ 48214 h 741145"/>
                    <a:gd name="connsiteX29" fmla="*/ 666701 w 946490"/>
                    <a:gd name="connsiteY29" fmla="*/ 48074 h 741145"/>
                    <a:gd name="connsiteX30" fmla="*/ 666574 w 946490"/>
                    <a:gd name="connsiteY30" fmla="*/ 50228 h 741145"/>
                    <a:gd name="connsiteX31" fmla="*/ 665115 w 946490"/>
                    <a:gd name="connsiteY31" fmla="*/ 51188 h 741145"/>
                    <a:gd name="connsiteX32" fmla="*/ 665173 w 946490"/>
                    <a:gd name="connsiteY32" fmla="*/ 51420 h 741145"/>
                    <a:gd name="connsiteX33" fmla="*/ 667396 w 946490"/>
                    <a:gd name="connsiteY33" fmla="*/ 50147 h 741145"/>
                    <a:gd name="connsiteX34" fmla="*/ 666782 w 946490"/>
                    <a:gd name="connsiteY34" fmla="*/ 48283 h 741145"/>
                    <a:gd name="connsiteX35" fmla="*/ 669259 w 946490"/>
                    <a:gd name="connsiteY35" fmla="*/ 48572 h 741145"/>
                    <a:gd name="connsiteX36" fmla="*/ 670671 w 946490"/>
                    <a:gd name="connsiteY36" fmla="*/ 44081 h 741145"/>
                    <a:gd name="connsiteX37" fmla="*/ 670093 w 946490"/>
                    <a:gd name="connsiteY37" fmla="*/ 36869 h 741145"/>
                    <a:gd name="connsiteX38" fmla="*/ 670127 w 946490"/>
                    <a:gd name="connsiteY38" fmla="*/ 36672 h 741145"/>
                    <a:gd name="connsiteX39" fmla="*/ 671158 w 946490"/>
                    <a:gd name="connsiteY39" fmla="*/ 38710 h 741145"/>
                    <a:gd name="connsiteX40" fmla="*/ 676680 w 946490"/>
                    <a:gd name="connsiteY40" fmla="*/ 40168 h 741145"/>
                    <a:gd name="connsiteX41" fmla="*/ 678289 w 946490"/>
                    <a:gd name="connsiteY41" fmla="*/ 39288 h 741145"/>
                    <a:gd name="connsiteX42" fmla="*/ 679504 w 946490"/>
                    <a:gd name="connsiteY42" fmla="*/ 42437 h 741145"/>
                    <a:gd name="connsiteX43" fmla="*/ 685130 w 946490"/>
                    <a:gd name="connsiteY43" fmla="*/ 44752 h 741145"/>
                    <a:gd name="connsiteX44" fmla="*/ 689401 w 946490"/>
                    <a:gd name="connsiteY44" fmla="*/ 53272 h 741145"/>
                    <a:gd name="connsiteX45" fmla="*/ 701776 w 946490"/>
                    <a:gd name="connsiteY45" fmla="*/ 63702 h 741145"/>
                    <a:gd name="connsiteX46" fmla="*/ 701545 w 946490"/>
                    <a:gd name="connsiteY46" fmla="*/ 66515 h 741145"/>
                    <a:gd name="connsiteX47" fmla="*/ 700815 w 946490"/>
                    <a:gd name="connsiteY47" fmla="*/ 67881 h 741145"/>
                    <a:gd name="connsiteX48" fmla="*/ 698419 w 946490"/>
                    <a:gd name="connsiteY48" fmla="*/ 70046 h 741145"/>
                    <a:gd name="connsiteX49" fmla="*/ 698743 w 946490"/>
                    <a:gd name="connsiteY49" fmla="*/ 76389 h 741145"/>
                    <a:gd name="connsiteX50" fmla="*/ 701706 w 946490"/>
                    <a:gd name="connsiteY50" fmla="*/ 81760 h 741145"/>
                    <a:gd name="connsiteX51" fmla="*/ 708675 w 946490"/>
                    <a:gd name="connsiteY51" fmla="*/ 86842 h 741145"/>
                    <a:gd name="connsiteX52" fmla="*/ 712553 w 946490"/>
                    <a:gd name="connsiteY52" fmla="*/ 86449 h 741145"/>
                    <a:gd name="connsiteX53" fmla="*/ 719464 w 946490"/>
                    <a:gd name="connsiteY53" fmla="*/ 92711 h 741145"/>
                    <a:gd name="connsiteX54" fmla="*/ 723064 w 946490"/>
                    <a:gd name="connsiteY54" fmla="*/ 99240 h 741145"/>
                    <a:gd name="connsiteX55" fmla="*/ 723087 w 946490"/>
                    <a:gd name="connsiteY55" fmla="*/ 99286 h 741145"/>
                    <a:gd name="connsiteX56" fmla="*/ 727301 w 946490"/>
                    <a:gd name="connsiteY56" fmla="*/ 106961 h 741145"/>
                    <a:gd name="connsiteX57" fmla="*/ 728447 w 946490"/>
                    <a:gd name="connsiteY57" fmla="*/ 114659 h 741145"/>
                    <a:gd name="connsiteX58" fmla="*/ 733332 w 946490"/>
                    <a:gd name="connsiteY58" fmla="*/ 119880 h 741145"/>
                    <a:gd name="connsiteX59" fmla="*/ 733621 w 946490"/>
                    <a:gd name="connsiteY59" fmla="*/ 125853 h 741145"/>
                    <a:gd name="connsiteX60" fmla="*/ 736839 w 946490"/>
                    <a:gd name="connsiteY60" fmla="*/ 126443 h 741145"/>
                    <a:gd name="connsiteX61" fmla="*/ 739085 w 946490"/>
                    <a:gd name="connsiteY61" fmla="*/ 130842 h 741145"/>
                    <a:gd name="connsiteX62" fmla="*/ 737603 w 946490"/>
                    <a:gd name="connsiteY62" fmla="*/ 134083 h 741145"/>
                    <a:gd name="connsiteX63" fmla="*/ 738622 w 946490"/>
                    <a:gd name="connsiteY63" fmla="*/ 137660 h 741145"/>
                    <a:gd name="connsiteX64" fmla="*/ 739178 w 946490"/>
                    <a:gd name="connsiteY64" fmla="*/ 143171 h 741145"/>
                    <a:gd name="connsiteX65" fmla="*/ 742673 w 946490"/>
                    <a:gd name="connsiteY65" fmla="*/ 146192 h 741145"/>
                    <a:gd name="connsiteX66" fmla="*/ 742071 w 946490"/>
                    <a:gd name="connsiteY66" fmla="*/ 147789 h 741145"/>
                    <a:gd name="connsiteX67" fmla="*/ 743090 w 946490"/>
                    <a:gd name="connsiteY67" fmla="*/ 152292 h 741145"/>
                    <a:gd name="connsiteX68" fmla="*/ 743067 w 946490"/>
                    <a:gd name="connsiteY68" fmla="*/ 152454 h 741145"/>
                    <a:gd name="connsiteX69" fmla="*/ 743137 w 946490"/>
                    <a:gd name="connsiteY69" fmla="*/ 152524 h 741145"/>
                    <a:gd name="connsiteX70" fmla="*/ 743449 w 946490"/>
                    <a:gd name="connsiteY70" fmla="*/ 153901 h 741145"/>
                    <a:gd name="connsiteX71" fmla="*/ 746586 w 946490"/>
                    <a:gd name="connsiteY71" fmla="*/ 156240 h 741145"/>
                    <a:gd name="connsiteX72" fmla="*/ 747096 w 946490"/>
                    <a:gd name="connsiteY72" fmla="*/ 155962 h 741145"/>
                    <a:gd name="connsiteX73" fmla="*/ 747188 w 946490"/>
                    <a:gd name="connsiteY73" fmla="*/ 156043 h 741145"/>
                    <a:gd name="connsiteX74" fmla="*/ 747917 w 946490"/>
                    <a:gd name="connsiteY74" fmla="*/ 155522 h 741145"/>
                    <a:gd name="connsiteX75" fmla="*/ 748601 w 946490"/>
                    <a:gd name="connsiteY75" fmla="*/ 155151 h 741145"/>
                    <a:gd name="connsiteX76" fmla="*/ 749920 w 946490"/>
                    <a:gd name="connsiteY76" fmla="*/ 154955 h 741145"/>
                    <a:gd name="connsiteX77" fmla="*/ 750267 w 946490"/>
                    <a:gd name="connsiteY77" fmla="*/ 155360 h 741145"/>
                    <a:gd name="connsiteX78" fmla="*/ 750684 w 946490"/>
                    <a:gd name="connsiteY78" fmla="*/ 156795 h 741145"/>
                    <a:gd name="connsiteX79" fmla="*/ 750557 w 946490"/>
                    <a:gd name="connsiteY79" fmla="*/ 157710 h 741145"/>
                    <a:gd name="connsiteX80" fmla="*/ 746610 w 946490"/>
                    <a:gd name="connsiteY80" fmla="*/ 161275 h 741145"/>
                    <a:gd name="connsiteX81" fmla="*/ 746887 w 946490"/>
                    <a:gd name="connsiteY81" fmla="*/ 164238 h 741145"/>
                    <a:gd name="connsiteX82" fmla="*/ 756414 w 946490"/>
                    <a:gd name="connsiteY82" fmla="*/ 175166 h 741145"/>
                    <a:gd name="connsiteX83" fmla="*/ 757699 w 946490"/>
                    <a:gd name="connsiteY83" fmla="*/ 176034 h 741145"/>
                    <a:gd name="connsiteX84" fmla="*/ 756541 w 946490"/>
                    <a:gd name="connsiteY84" fmla="*/ 178766 h 741145"/>
                    <a:gd name="connsiteX85" fmla="*/ 758533 w 946490"/>
                    <a:gd name="connsiteY85" fmla="*/ 181209 h 741145"/>
                    <a:gd name="connsiteX86" fmla="*/ 763244 w 946490"/>
                    <a:gd name="connsiteY86" fmla="*/ 183582 h 741145"/>
                    <a:gd name="connsiteX87" fmla="*/ 767249 w 946490"/>
                    <a:gd name="connsiteY87" fmla="*/ 182459 h 741145"/>
                    <a:gd name="connsiteX88" fmla="*/ 768615 w 946490"/>
                    <a:gd name="connsiteY88" fmla="*/ 184925 h 741145"/>
                    <a:gd name="connsiteX89" fmla="*/ 775908 w 946490"/>
                    <a:gd name="connsiteY89" fmla="*/ 188490 h 741145"/>
                    <a:gd name="connsiteX90" fmla="*/ 776394 w 946490"/>
                    <a:gd name="connsiteY90" fmla="*/ 190481 h 741145"/>
                    <a:gd name="connsiteX91" fmla="*/ 777864 w 946490"/>
                    <a:gd name="connsiteY91" fmla="*/ 190794 h 741145"/>
                    <a:gd name="connsiteX92" fmla="*/ 789741 w 946490"/>
                    <a:gd name="connsiteY92" fmla="*/ 195331 h 741145"/>
                    <a:gd name="connsiteX93" fmla="*/ 794997 w 946490"/>
                    <a:gd name="connsiteY93" fmla="*/ 197531 h 741145"/>
                    <a:gd name="connsiteX94" fmla="*/ 789405 w 946490"/>
                    <a:gd name="connsiteY94" fmla="*/ 196605 h 741145"/>
                    <a:gd name="connsiteX95" fmla="*/ 787808 w 946490"/>
                    <a:gd name="connsiteY95" fmla="*/ 198272 h 741145"/>
                    <a:gd name="connsiteX96" fmla="*/ 786268 w 946490"/>
                    <a:gd name="connsiteY96" fmla="*/ 204997 h 741145"/>
                    <a:gd name="connsiteX97" fmla="*/ 786222 w 946490"/>
                    <a:gd name="connsiteY97" fmla="*/ 205205 h 741145"/>
                    <a:gd name="connsiteX98" fmla="*/ 787194 w 946490"/>
                    <a:gd name="connsiteY98" fmla="*/ 209952 h 741145"/>
                    <a:gd name="connsiteX99" fmla="*/ 793769 w 946490"/>
                    <a:gd name="connsiteY99" fmla="*/ 220717 h 741145"/>
                    <a:gd name="connsiteX100" fmla="*/ 804883 w 946490"/>
                    <a:gd name="connsiteY100" fmla="*/ 229087 h 741145"/>
                    <a:gd name="connsiteX101" fmla="*/ 811932 w 946490"/>
                    <a:gd name="connsiteY101" fmla="*/ 231390 h 741145"/>
                    <a:gd name="connsiteX102" fmla="*/ 811955 w 946490"/>
                    <a:gd name="connsiteY102" fmla="*/ 231390 h 741145"/>
                    <a:gd name="connsiteX103" fmla="*/ 825418 w 946490"/>
                    <a:gd name="connsiteY103" fmla="*/ 234539 h 741145"/>
                    <a:gd name="connsiteX104" fmla="*/ 825835 w 946490"/>
                    <a:gd name="connsiteY104" fmla="*/ 234643 h 741145"/>
                    <a:gd name="connsiteX105" fmla="*/ 828763 w 946490"/>
                    <a:gd name="connsiteY105" fmla="*/ 236368 h 741145"/>
                    <a:gd name="connsiteX106" fmla="*/ 835755 w 946490"/>
                    <a:gd name="connsiteY106" fmla="*/ 240500 h 741145"/>
                    <a:gd name="connsiteX107" fmla="*/ 838383 w 946490"/>
                    <a:gd name="connsiteY107" fmla="*/ 241866 h 741145"/>
                    <a:gd name="connsiteX108" fmla="*/ 840466 w 946490"/>
                    <a:gd name="connsiteY108" fmla="*/ 243209 h 741145"/>
                    <a:gd name="connsiteX109" fmla="*/ 841601 w 946490"/>
                    <a:gd name="connsiteY109" fmla="*/ 243533 h 741145"/>
                    <a:gd name="connsiteX110" fmla="*/ 846498 w 946490"/>
                    <a:gd name="connsiteY110" fmla="*/ 246080 h 741145"/>
                    <a:gd name="connsiteX111" fmla="*/ 847956 w 946490"/>
                    <a:gd name="connsiteY111" fmla="*/ 245362 h 741145"/>
                    <a:gd name="connsiteX112" fmla="*/ 848280 w 946490"/>
                    <a:gd name="connsiteY112" fmla="*/ 245455 h 741145"/>
                    <a:gd name="connsiteX113" fmla="*/ 848940 w 946490"/>
                    <a:gd name="connsiteY113" fmla="*/ 246890 h 741145"/>
                    <a:gd name="connsiteX114" fmla="*/ 850121 w 946490"/>
                    <a:gd name="connsiteY114" fmla="*/ 245976 h 741145"/>
                    <a:gd name="connsiteX115" fmla="*/ 850619 w 946490"/>
                    <a:gd name="connsiteY115" fmla="*/ 246126 h 741145"/>
                    <a:gd name="connsiteX116" fmla="*/ 852262 w 946490"/>
                    <a:gd name="connsiteY116" fmla="*/ 246925 h 741145"/>
                    <a:gd name="connsiteX117" fmla="*/ 855631 w 946490"/>
                    <a:gd name="connsiteY117" fmla="*/ 250282 h 741145"/>
                    <a:gd name="connsiteX118" fmla="*/ 859706 w 946490"/>
                    <a:gd name="connsiteY118" fmla="*/ 255433 h 741145"/>
                    <a:gd name="connsiteX119" fmla="*/ 850005 w 946490"/>
                    <a:gd name="connsiteY119" fmla="*/ 261858 h 741145"/>
                    <a:gd name="connsiteX120" fmla="*/ 837607 w 946490"/>
                    <a:gd name="connsiteY120" fmla="*/ 262055 h 741145"/>
                    <a:gd name="connsiteX121" fmla="*/ 829319 w 946490"/>
                    <a:gd name="connsiteY121" fmla="*/ 265088 h 741145"/>
                    <a:gd name="connsiteX122" fmla="*/ 828763 w 946490"/>
                    <a:gd name="connsiteY122" fmla="*/ 265828 h 741145"/>
                    <a:gd name="connsiteX123" fmla="*/ 822663 w 946490"/>
                    <a:gd name="connsiteY123" fmla="*/ 274070 h 741145"/>
                    <a:gd name="connsiteX124" fmla="*/ 822165 w 946490"/>
                    <a:gd name="connsiteY124" fmla="*/ 277022 h 741145"/>
                    <a:gd name="connsiteX125" fmla="*/ 821818 w 946490"/>
                    <a:gd name="connsiteY125" fmla="*/ 276826 h 741145"/>
                    <a:gd name="connsiteX126" fmla="*/ 821459 w 946490"/>
                    <a:gd name="connsiteY126" fmla="*/ 276953 h 741145"/>
                    <a:gd name="connsiteX127" fmla="*/ 819746 w 946490"/>
                    <a:gd name="connsiteY127" fmla="*/ 276779 h 741145"/>
                    <a:gd name="connsiteX128" fmla="*/ 819445 w 946490"/>
                    <a:gd name="connsiteY128" fmla="*/ 277636 h 741145"/>
                    <a:gd name="connsiteX129" fmla="*/ 818021 w 946490"/>
                    <a:gd name="connsiteY129" fmla="*/ 278122 h 741145"/>
                    <a:gd name="connsiteX130" fmla="*/ 814745 w 946490"/>
                    <a:gd name="connsiteY130" fmla="*/ 286468 h 741145"/>
                    <a:gd name="connsiteX131" fmla="*/ 812604 w 946490"/>
                    <a:gd name="connsiteY131" fmla="*/ 301563 h 741145"/>
                    <a:gd name="connsiteX132" fmla="*/ 813009 w 946490"/>
                    <a:gd name="connsiteY132" fmla="*/ 310697 h 741145"/>
                    <a:gd name="connsiteX133" fmla="*/ 813194 w 946490"/>
                    <a:gd name="connsiteY133" fmla="*/ 314771 h 741145"/>
                    <a:gd name="connsiteX134" fmla="*/ 822964 w 946490"/>
                    <a:gd name="connsiteY134" fmla="*/ 347334 h 741145"/>
                    <a:gd name="connsiteX135" fmla="*/ 828763 w 946490"/>
                    <a:gd name="connsiteY135" fmla="*/ 362927 h 741145"/>
                    <a:gd name="connsiteX136" fmla="*/ 836126 w 946490"/>
                    <a:gd name="connsiteY136" fmla="*/ 382733 h 741145"/>
                    <a:gd name="connsiteX137" fmla="*/ 844044 w 946490"/>
                    <a:gd name="connsiteY137" fmla="*/ 395432 h 741145"/>
                    <a:gd name="connsiteX138" fmla="*/ 848443 w 946490"/>
                    <a:gd name="connsiteY138" fmla="*/ 403199 h 741145"/>
                    <a:gd name="connsiteX139" fmla="*/ 852239 w 946490"/>
                    <a:gd name="connsiteY139" fmla="*/ 408582 h 741145"/>
                    <a:gd name="connsiteX140" fmla="*/ 855168 w 946490"/>
                    <a:gd name="connsiteY140" fmla="*/ 413270 h 741145"/>
                    <a:gd name="connsiteX141" fmla="*/ 857356 w 946490"/>
                    <a:gd name="connsiteY141" fmla="*/ 416396 h 741145"/>
                    <a:gd name="connsiteX142" fmla="*/ 875877 w 946490"/>
                    <a:gd name="connsiteY142" fmla="*/ 442789 h 741145"/>
                    <a:gd name="connsiteX143" fmla="*/ 934370 w 946490"/>
                    <a:gd name="connsiteY143" fmla="*/ 519468 h 741145"/>
                    <a:gd name="connsiteX144" fmla="*/ 934463 w 946490"/>
                    <a:gd name="connsiteY144" fmla="*/ 519711 h 741145"/>
                    <a:gd name="connsiteX145" fmla="*/ 935423 w 946490"/>
                    <a:gd name="connsiteY145" fmla="*/ 522107 h 741145"/>
                    <a:gd name="connsiteX146" fmla="*/ 943411 w 946490"/>
                    <a:gd name="connsiteY146" fmla="*/ 542087 h 741145"/>
                    <a:gd name="connsiteX147" fmla="*/ 945066 w 946490"/>
                    <a:gd name="connsiteY147" fmla="*/ 548060 h 741145"/>
                    <a:gd name="connsiteX148" fmla="*/ 946490 w 946490"/>
                    <a:gd name="connsiteY148" fmla="*/ 553605 h 741145"/>
                    <a:gd name="connsiteX149" fmla="*/ 944893 w 946490"/>
                    <a:gd name="connsiteY149" fmla="*/ 558050 h 741145"/>
                    <a:gd name="connsiteX150" fmla="*/ 934463 w 946490"/>
                    <a:gd name="connsiteY150" fmla="*/ 571027 h 741145"/>
                    <a:gd name="connsiteX151" fmla="*/ 932935 w 946490"/>
                    <a:gd name="connsiteY151" fmla="*/ 572936 h 741145"/>
                    <a:gd name="connsiteX152" fmla="*/ 932657 w 946490"/>
                    <a:gd name="connsiteY152" fmla="*/ 570795 h 741145"/>
                    <a:gd name="connsiteX153" fmla="*/ 934463 w 946490"/>
                    <a:gd name="connsiteY153" fmla="*/ 568792 h 741145"/>
                    <a:gd name="connsiteX154" fmla="*/ 944291 w 946490"/>
                    <a:gd name="connsiteY154" fmla="*/ 558015 h 741145"/>
                    <a:gd name="connsiteX155" fmla="*/ 945772 w 946490"/>
                    <a:gd name="connsiteY155" fmla="*/ 553732 h 741145"/>
                    <a:gd name="connsiteX156" fmla="*/ 944395 w 946490"/>
                    <a:gd name="connsiteY156" fmla="*/ 549125 h 741145"/>
                    <a:gd name="connsiteX157" fmla="*/ 937692 w 946490"/>
                    <a:gd name="connsiteY157" fmla="*/ 542226 h 741145"/>
                    <a:gd name="connsiteX158" fmla="*/ 934463 w 946490"/>
                    <a:gd name="connsiteY158" fmla="*/ 540142 h 741145"/>
                    <a:gd name="connsiteX159" fmla="*/ 925098 w 946490"/>
                    <a:gd name="connsiteY159" fmla="*/ 534076 h 741145"/>
                    <a:gd name="connsiteX160" fmla="*/ 905778 w 946490"/>
                    <a:gd name="connsiteY160" fmla="*/ 527987 h 741145"/>
                    <a:gd name="connsiteX161" fmla="*/ 900603 w 946490"/>
                    <a:gd name="connsiteY161" fmla="*/ 530464 h 741145"/>
                    <a:gd name="connsiteX162" fmla="*/ 899585 w 946490"/>
                    <a:gd name="connsiteY162" fmla="*/ 529654 h 741145"/>
                    <a:gd name="connsiteX163" fmla="*/ 899862 w 946490"/>
                    <a:gd name="connsiteY163" fmla="*/ 530685 h 741145"/>
                    <a:gd name="connsiteX164" fmla="*/ 876653 w 946490"/>
                    <a:gd name="connsiteY164" fmla="*/ 538869 h 741145"/>
                    <a:gd name="connsiteX165" fmla="*/ 875159 w 946490"/>
                    <a:gd name="connsiteY165" fmla="*/ 540721 h 741145"/>
                    <a:gd name="connsiteX166" fmla="*/ 857784 w 946490"/>
                    <a:gd name="connsiteY166" fmla="*/ 537468 h 741145"/>
                    <a:gd name="connsiteX167" fmla="*/ 850144 w 946490"/>
                    <a:gd name="connsiteY167" fmla="*/ 531507 h 741145"/>
                    <a:gd name="connsiteX168" fmla="*/ 847979 w 946490"/>
                    <a:gd name="connsiteY168" fmla="*/ 527825 h 741145"/>
                    <a:gd name="connsiteX169" fmla="*/ 847134 w 946490"/>
                    <a:gd name="connsiteY169" fmla="*/ 528682 h 741145"/>
                    <a:gd name="connsiteX170" fmla="*/ 844970 w 946490"/>
                    <a:gd name="connsiteY170" fmla="*/ 526540 h 741145"/>
                    <a:gd name="connsiteX171" fmla="*/ 840675 w 946490"/>
                    <a:gd name="connsiteY171" fmla="*/ 522107 h 741145"/>
                    <a:gd name="connsiteX172" fmla="*/ 834181 w 946490"/>
                    <a:gd name="connsiteY172" fmla="*/ 515381 h 741145"/>
                    <a:gd name="connsiteX173" fmla="*/ 832595 w 946490"/>
                    <a:gd name="connsiteY173" fmla="*/ 511665 h 741145"/>
                    <a:gd name="connsiteX174" fmla="*/ 828763 w 946490"/>
                    <a:gd name="connsiteY174" fmla="*/ 508019 h 741145"/>
                    <a:gd name="connsiteX175" fmla="*/ 819560 w 946490"/>
                    <a:gd name="connsiteY175" fmla="*/ 499221 h 741145"/>
                    <a:gd name="connsiteX176" fmla="*/ 813483 w 946490"/>
                    <a:gd name="connsiteY176" fmla="*/ 495575 h 741145"/>
                    <a:gd name="connsiteX177" fmla="*/ 809837 w 946490"/>
                    <a:gd name="connsiteY177" fmla="*/ 484948 h 741145"/>
                    <a:gd name="connsiteX178" fmla="*/ 810369 w 946490"/>
                    <a:gd name="connsiteY178" fmla="*/ 483953 h 741145"/>
                    <a:gd name="connsiteX179" fmla="*/ 807614 w 946490"/>
                    <a:gd name="connsiteY179" fmla="*/ 483316 h 741145"/>
                    <a:gd name="connsiteX180" fmla="*/ 807626 w 946490"/>
                    <a:gd name="connsiteY180" fmla="*/ 477887 h 741145"/>
                    <a:gd name="connsiteX181" fmla="*/ 806896 w 946490"/>
                    <a:gd name="connsiteY181" fmla="*/ 477285 h 741145"/>
                    <a:gd name="connsiteX182" fmla="*/ 806017 w 946490"/>
                    <a:gd name="connsiteY182" fmla="*/ 476544 h 741145"/>
                    <a:gd name="connsiteX183" fmla="*/ 806943 w 946490"/>
                    <a:gd name="connsiteY183" fmla="*/ 477331 h 741145"/>
                    <a:gd name="connsiteX184" fmla="*/ 807522 w 946490"/>
                    <a:gd name="connsiteY184" fmla="*/ 477829 h 741145"/>
                    <a:gd name="connsiteX185" fmla="*/ 807452 w 946490"/>
                    <a:gd name="connsiteY185" fmla="*/ 477968 h 741145"/>
                    <a:gd name="connsiteX186" fmla="*/ 807105 w 946490"/>
                    <a:gd name="connsiteY186" fmla="*/ 478674 h 741145"/>
                    <a:gd name="connsiteX187" fmla="*/ 806804 w 946490"/>
                    <a:gd name="connsiteY187" fmla="*/ 479265 h 741145"/>
                    <a:gd name="connsiteX188" fmla="*/ 805126 w 946490"/>
                    <a:gd name="connsiteY188" fmla="*/ 481186 h 741145"/>
                    <a:gd name="connsiteX189" fmla="*/ 805091 w 946490"/>
                    <a:gd name="connsiteY189" fmla="*/ 481174 h 741145"/>
                    <a:gd name="connsiteX190" fmla="*/ 796976 w 946490"/>
                    <a:gd name="connsiteY190" fmla="*/ 476915 h 741145"/>
                    <a:gd name="connsiteX191" fmla="*/ 785122 w 946490"/>
                    <a:gd name="connsiteY191" fmla="*/ 476579 h 741145"/>
                    <a:gd name="connsiteX192" fmla="*/ 776776 w 946490"/>
                    <a:gd name="connsiteY192" fmla="*/ 478917 h 741145"/>
                    <a:gd name="connsiteX193" fmla="*/ 778200 w 946490"/>
                    <a:gd name="connsiteY193" fmla="*/ 475167 h 741145"/>
                    <a:gd name="connsiteX194" fmla="*/ 776093 w 946490"/>
                    <a:gd name="connsiteY194" fmla="*/ 471185 h 741145"/>
                    <a:gd name="connsiteX195" fmla="*/ 777529 w 946490"/>
                    <a:gd name="connsiteY195" fmla="*/ 469819 h 741145"/>
                    <a:gd name="connsiteX196" fmla="*/ 774785 w 946490"/>
                    <a:gd name="connsiteY196" fmla="*/ 466381 h 741145"/>
                    <a:gd name="connsiteX197" fmla="*/ 777633 w 946490"/>
                    <a:gd name="connsiteY197" fmla="*/ 463209 h 741145"/>
                    <a:gd name="connsiteX198" fmla="*/ 776035 w 946490"/>
                    <a:gd name="connsiteY198" fmla="*/ 459852 h 741145"/>
                    <a:gd name="connsiteX199" fmla="*/ 773627 w 946490"/>
                    <a:gd name="connsiteY199" fmla="*/ 459886 h 741145"/>
                    <a:gd name="connsiteX200" fmla="*/ 772609 w 946490"/>
                    <a:gd name="connsiteY200" fmla="*/ 457270 h 741145"/>
                    <a:gd name="connsiteX201" fmla="*/ 770410 w 946490"/>
                    <a:gd name="connsiteY201" fmla="*/ 457143 h 741145"/>
                    <a:gd name="connsiteX202" fmla="*/ 770618 w 946490"/>
                    <a:gd name="connsiteY202" fmla="*/ 454249 h 741145"/>
                    <a:gd name="connsiteX203" fmla="*/ 770502 w 946490"/>
                    <a:gd name="connsiteY203" fmla="*/ 454249 h 741145"/>
                    <a:gd name="connsiteX204" fmla="*/ 770305 w 946490"/>
                    <a:gd name="connsiteY204" fmla="*/ 457224 h 741145"/>
                    <a:gd name="connsiteX205" fmla="*/ 772470 w 946490"/>
                    <a:gd name="connsiteY205" fmla="*/ 457305 h 741145"/>
                    <a:gd name="connsiteX206" fmla="*/ 773060 w 946490"/>
                    <a:gd name="connsiteY206" fmla="*/ 459632 h 741145"/>
                    <a:gd name="connsiteX207" fmla="*/ 773720 w 946490"/>
                    <a:gd name="connsiteY207" fmla="*/ 460049 h 741145"/>
                    <a:gd name="connsiteX208" fmla="*/ 774252 w 946490"/>
                    <a:gd name="connsiteY208" fmla="*/ 460141 h 741145"/>
                    <a:gd name="connsiteX209" fmla="*/ 775943 w 946490"/>
                    <a:gd name="connsiteY209" fmla="*/ 459967 h 741145"/>
                    <a:gd name="connsiteX210" fmla="*/ 777482 w 946490"/>
                    <a:gd name="connsiteY210" fmla="*/ 463244 h 741145"/>
                    <a:gd name="connsiteX211" fmla="*/ 775653 w 946490"/>
                    <a:gd name="connsiteY211" fmla="*/ 463846 h 741145"/>
                    <a:gd name="connsiteX212" fmla="*/ 774635 w 946490"/>
                    <a:gd name="connsiteY212" fmla="*/ 466346 h 741145"/>
                    <a:gd name="connsiteX213" fmla="*/ 774808 w 946490"/>
                    <a:gd name="connsiteY213" fmla="*/ 467040 h 741145"/>
                    <a:gd name="connsiteX214" fmla="*/ 777390 w 946490"/>
                    <a:gd name="connsiteY214" fmla="*/ 469738 h 741145"/>
                    <a:gd name="connsiteX215" fmla="*/ 775931 w 946490"/>
                    <a:gd name="connsiteY215" fmla="*/ 471023 h 741145"/>
                    <a:gd name="connsiteX216" fmla="*/ 777610 w 946490"/>
                    <a:gd name="connsiteY216" fmla="*/ 474854 h 741145"/>
                    <a:gd name="connsiteX217" fmla="*/ 776834 w 946490"/>
                    <a:gd name="connsiteY217" fmla="*/ 478061 h 741145"/>
                    <a:gd name="connsiteX218" fmla="*/ 768963 w 946490"/>
                    <a:gd name="connsiteY218" fmla="*/ 482841 h 741145"/>
                    <a:gd name="connsiteX219" fmla="*/ 754180 w 946490"/>
                    <a:gd name="connsiteY219" fmla="*/ 488328 h 741145"/>
                    <a:gd name="connsiteX220" fmla="*/ 746412 w 946490"/>
                    <a:gd name="connsiteY220" fmla="*/ 490620 h 741145"/>
                    <a:gd name="connsiteX221" fmla="*/ 746378 w 946490"/>
                    <a:gd name="connsiteY221" fmla="*/ 490632 h 741145"/>
                    <a:gd name="connsiteX222" fmla="*/ 741956 w 946490"/>
                    <a:gd name="connsiteY222" fmla="*/ 492357 h 741145"/>
                    <a:gd name="connsiteX223" fmla="*/ 741192 w 946490"/>
                    <a:gd name="connsiteY223" fmla="*/ 491095 h 741145"/>
                    <a:gd name="connsiteX224" fmla="*/ 741204 w 946490"/>
                    <a:gd name="connsiteY224" fmla="*/ 492739 h 741145"/>
                    <a:gd name="connsiteX225" fmla="*/ 736596 w 946490"/>
                    <a:gd name="connsiteY225" fmla="*/ 494209 h 741145"/>
                    <a:gd name="connsiteX226" fmla="*/ 731051 w 946490"/>
                    <a:gd name="connsiteY226" fmla="*/ 492635 h 741145"/>
                    <a:gd name="connsiteX227" fmla="*/ 723064 w 946490"/>
                    <a:gd name="connsiteY227" fmla="*/ 492959 h 741145"/>
                    <a:gd name="connsiteX228" fmla="*/ 722867 w 946490"/>
                    <a:gd name="connsiteY228" fmla="*/ 492970 h 741145"/>
                    <a:gd name="connsiteX229" fmla="*/ 703501 w 946490"/>
                    <a:gd name="connsiteY229" fmla="*/ 498098 h 741145"/>
                    <a:gd name="connsiteX230" fmla="*/ 697655 w 946490"/>
                    <a:gd name="connsiteY230" fmla="*/ 496339 h 741145"/>
                    <a:gd name="connsiteX231" fmla="*/ 688348 w 946490"/>
                    <a:gd name="connsiteY231" fmla="*/ 487391 h 741145"/>
                    <a:gd name="connsiteX232" fmla="*/ 677386 w 946490"/>
                    <a:gd name="connsiteY232" fmla="*/ 485249 h 741145"/>
                    <a:gd name="connsiteX233" fmla="*/ 673531 w 946490"/>
                    <a:gd name="connsiteY233" fmla="*/ 485319 h 741145"/>
                    <a:gd name="connsiteX234" fmla="*/ 673392 w 946490"/>
                    <a:gd name="connsiteY234" fmla="*/ 484763 h 741145"/>
                    <a:gd name="connsiteX235" fmla="*/ 673172 w 946490"/>
                    <a:gd name="connsiteY235" fmla="*/ 485458 h 741145"/>
                    <a:gd name="connsiteX236" fmla="*/ 670232 w 946490"/>
                    <a:gd name="connsiteY236" fmla="*/ 486731 h 741145"/>
                    <a:gd name="connsiteX237" fmla="*/ 674040 w 946490"/>
                    <a:gd name="connsiteY237" fmla="*/ 485376 h 741145"/>
                    <a:gd name="connsiteX238" fmla="*/ 676737 w 946490"/>
                    <a:gd name="connsiteY238" fmla="*/ 485655 h 741145"/>
                    <a:gd name="connsiteX239" fmla="*/ 670336 w 946490"/>
                    <a:gd name="connsiteY239" fmla="*/ 487414 h 741145"/>
                    <a:gd name="connsiteX240" fmla="*/ 657857 w 946490"/>
                    <a:gd name="connsiteY240" fmla="*/ 491407 h 741145"/>
                    <a:gd name="connsiteX241" fmla="*/ 653018 w 946490"/>
                    <a:gd name="connsiteY241" fmla="*/ 499418 h 741145"/>
                    <a:gd name="connsiteX242" fmla="*/ 648585 w 946490"/>
                    <a:gd name="connsiteY242" fmla="*/ 501919 h 741145"/>
                    <a:gd name="connsiteX243" fmla="*/ 633733 w 946490"/>
                    <a:gd name="connsiteY243" fmla="*/ 500298 h 741145"/>
                    <a:gd name="connsiteX244" fmla="*/ 621104 w 946490"/>
                    <a:gd name="connsiteY244" fmla="*/ 506109 h 741145"/>
                    <a:gd name="connsiteX245" fmla="*/ 617353 w 946490"/>
                    <a:gd name="connsiteY245" fmla="*/ 502960 h 741145"/>
                    <a:gd name="connsiteX246" fmla="*/ 615779 w 946490"/>
                    <a:gd name="connsiteY246" fmla="*/ 501641 h 741145"/>
                    <a:gd name="connsiteX247" fmla="*/ 609111 w 946490"/>
                    <a:gd name="connsiteY247" fmla="*/ 500853 h 741145"/>
                    <a:gd name="connsiteX248" fmla="*/ 605025 w 946490"/>
                    <a:gd name="connsiteY248" fmla="*/ 502798 h 741145"/>
                    <a:gd name="connsiteX249" fmla="*/ 595868 w 946490"/>
                    <a:gd name="connsiteY249" fmla="*/ 513008 h 741145"/>
                    <a:gd name="connsiteX250" fmla="*/ 591921 w 946490"/>
                    <a:gd name="connsiteY250" fmla="*/ 507301 h 741145"/>
                    <a:gd name="connsiteX251" fmla="*/ 592361 w 946490"/>
                    <a:gd name="connsiteY251" fmla="*/ 503562 h 741145"/>
                    <a:gd name="connsiteX252" fmla="*/ 594826 w 946490"/>
                    <a:gd name="connsiteY252" fmla="*/ 502648 h 741145"/>
                    <a:gd name="connsiteX253" fmla="*/ 598774 w 946490"/>
                    <a:gd name="connsiteY253" fmla="*/ 500055 h 741145"/>
                    <a:gd name="connsiteX254" fmla="*/ 599607 w 946490"/>
                    <a:gd name="connsiteY254" fmla="*/ 495679 h 741145"/>
                    <a:gd name="connsiteX255" fmla="*/ 597593 w 946490"/>
                    <a:gd name="connsiteY255" fmla="*/ 488340 h 741145"/>
                    <a:gd name="connsiteX256" fmla="*/ 593148 w 946490"/>
                    <a:gd name="connsiteY256" fmla="*/ 486199 h 741145"/>
                    <a:gd name="connsiteX257" fmla="*/ 588333 w 946490"/>
                    <a:gd name="connsiteY257" fmla="*/ 491037 h 741145"/>
                    <a:gd name="connsiteX258" fmla="*/ 583100 w 946490"/>
                    <a:gd name="connsiteY258" fmla="*/ 488606 h 741145"/>
                    <a:gd name="connsiteX259" fmla="*/ 575634 w 946490"/>
                    <a:gd name="connsiteY259" fmla="*/ 488919 h 741145"/>
                    <a:gd name="connsiteX260" fmla="*/ 575333 w 946490"/>
                    <a:gd name="connsiteY260" fmla="*/ 488930 h 741145"/>
                    <a:gd name="connsiteX261" fmla="*/ 574766 w 946490"/>
                    <a:gd name="connsiteY261" fmla="*/ 486164 h 741145"/>
                    <a:gd name="connsiteX262" fmla="*/ 574673 w 946490"/>
                    <a:gd name="connsiteY262" fmla="*/ 485735 h 741145"/>
                    <a:gd name="connsiteX263" fmla="*/ 566084 w 946490"/>
                    <a:gd name="connsiteY263" fmla="*/ 486384 h 741145"/>
                    <a:gd name="connsiteX264" fmla="*/ 557321 w 946490"/>
                    <a:gd name="connsiteY264" fmla="*/ 484057 h 741145"/>
                    <a:gd name="connsiteX265" fmla="*/ 557263 w 946490"/>
                    <a:gd name="connsiteY265" fmla="*/ 484045 h 741145"/>
                    <a:gd name="connsiteX266" fmla="*/ 557135 w 946490"/>
                    <a:gd name="connsiteY266" fmla="*/ 482784 h 741145"/>
                    <a:gd name="connsiteX267" fmla="*/ 556661 w 946490"/>
                    <a:gd name="connsiteY267" fmla="*/ 478153 h 741145"/>
                    <a:gd name="connsiteX268" fmla="*/ 553061 w 946490"/>
                    <a:gd name="connsiteY268" fmla="*/ 476278 h 741145"/>
                    <a:gd name="connsiteX269" fmla="*/ 552875 w 946490"/>
                    <a:gd name="connsiteY269" fmla="*/ 476185 h 741145"/>
                    <a:gd name="connsiteX270" fmla="*/ 548755 w 946490"/>
                    <a:gd name="connsiteY270" fmla="*/ 472191 h 741145"/>
                    <a:gd name="connsiteX271" fmla="*/ 548268 w 946490"/>
                    <a:gd name="connsiteY271" fmla="*/ 467399 h 741145"/>
                    <a:gd name="connsiteX272" fmla="*/ 544228 w 946490"/>
                    <a:gd name="connsiteY272" fmla="*/ 467249 h 741145"/>
                    <a:gd name="connsiteX273" fmla="*/ 543094 w 946490"/>
                    <a:gd name="connsiteY273" fmla="*/ 464910 h 741145"/>
                    <a:gd name="connsiteX274" fmla="*/ 534481 w 946490"/>
                    <a:gd name="connsiteY274" fmla="*/ 470339 h 741145"/>
                    <a:gd name="connsiteX275" fmla="*/ 531854 w 946490"/>
                    <a:gd name="connsiteY275" fmla="*/ 467457 h 741145"/>
                    <a:gd name="connsiteX276" fmla="*/ 536033 w 946490"/>
                    <a:gd name="connsiteY276" fmla="*/ 464031 h 741145"/>
                    <a:gd name="connsiteX277" fmla="*/ 535951 w 946490"/>
                    <a:gd name="connsiteY277" fmla="*/ 462653 h 741145"/>
                    <a:gd name="connsiteX278" fmla="*/ 534018 w 946490"/>
                    <a:gd name="connsiteY278" fmla="*/ 460384 h 741145"/>
                    <a:gd name="connsiteX279" fmla="*/ 530650 w 946490"/>
                    <a:gd name="connsiteY279" fmla="*/ 460338 h 741145"/>
                    <a:gd name="connsiteX280" fmla="*/ 520903 w 946490"/>
                    <a:gd name="connsiteY280" fmla="*/ 456147 h 741145"/>
                    <a:gd name="connsiteX281" fmla="*/ 520799 w 946490"/>
                    <a:gd name="connsiteY281" fmla="*/ 456263 h 741145"/>
                    <a:gd name="connsiteX282" fmla="*/ 530256 w 946490"/>
                    <a:gd name="connsiteY282" fmla="*/ 460535 h 741145"/>
                    <a:gd name="connsiteX283" fmla="*/ 534192 w 946490"/>
                    <a:gd name="connsiteY283" fmla="*/ 460789 h 741145"/>
                    <a:gd name="connsiteX284" fmla="*/ 535813 w 946490"/>
                    <a:gd name="connsiteY284" fmla="*/ 463788 h 741145"/>
                    <a:gd name="connsiteX285" fmla="*/ 532664 w 946490"/>
                    <a:gd name="connsiteY285" fmla="*/ 464899 h 741145"/>
                    <a:gd name="connsiteX286" fmla="*/ 531587 w 946490"/>
                    <a:gd name="connsiteY286" fmla="*/ 467920 h 741145"/>
                    <a:gd name="connsiteX287" fmla="*/ 534945 w 946490"/>
                    <a:gd name="connsiteY287" fmla="*/ 470941 h 741145"/>
                    <a:gd name="connsiteX288" fmla="*/ 542909 w 946490"/>
                    <a:gd name="connsiteY288" fmla="*/ 465501 h 741145"/>
                    <a:gd name="connsiteX289" fmla="*/ 544089 w 946490"/>
                    <a:gd name="connsiteY289" fmla="*/ 467561 h 741145"/>
                    <a:gd name="connsiteX290" fmla="*/ 545062 w 946490"/>
                    <a:gd name="connsiteY290" fmla="*/ 467908 h 741145"/>
                    <a:gd name="connsiteX291" fmla="*/ 547990 w 946490"/>
                    <a:gd name="connsiteY291" fmla="*/ 468001 h 741145"/>
                    <a:gd name="connsiteX292" fmla="*/ 547412 w 946490"/>
                    <a:gd name="connsiteY292" fmla="*/ 469934 h 741145"/>
                    <a:gd name="connsiteX293" fmla="*/ 549796 w 946490"/>
                    <a:gd name="connsiteY293" fmla="*/ 474426 h 741145"/>
                    <a:gd name="connsiteX294" fmla="*/ 552922 w 946490"/>
                    <a:gd name="connsiteY294" fmla="*/ 476313 h 741145"/>
                    <a:gd name="connsiteX295" fmla="*/ 554612 w 946490"/>
                    <a:gd name="connsiteY295" fmla="*/ 477343 h 741145"/>
                    <a:gd name="connsiteX296" fmla="*/ 556186 w 946490"/>
                    <a:gd name="connsiteY296" fmla="*/ 478292 h 741145"/>
                    <a:gd name="connsiteX297" fmla="*/ 557078 w 946490"/>
                    <a:gd name="connsiteY297" fmla="*/ 484636 h 741145"/>
                    <a:gd name="connsiteX298" fmla="*/ 565933 w 946490"/>
                    <a:gd name="connsiteY298" fmla="*/ 487078 h 741145"/>
                    <a:gd name="connsiteX299" fmla="*/ 574476 w 946490"/>
                    <a:gd name="connsiteY299" fmla="*/ 486326 h 741145"/>
                    <a:gd name="connsiteX300" fmla="*/ 574279 w 946490"/>
                    <a:gd name="connsiteY300" fmla="*/ 488699 h 741145"/>
                    <a:gd name="connsiteX301" fmla="*/ 575703 w 946490"/>
                    <a:gd name="connsiteY301" fmla="*/ 489787 h 741145"/>
                    <a:gd name="connsiteX302" fmla="*/ 577173 w 946490"/>
                    <a:gd name="connsiteY302" fmla="*/ 494533 h 741145"/>
                    <a:gd name="connsiteX303" fmla="*/ 577231 w 946490"/>
                    <a:gd name="connsiteY303" fmla="*/ 494730 h 741145"/>
                    <a:gd name="connsiteX304" fmla="*/ 573411 w 946490"/>
                    <a:gd name="connsiteY304" fmla="*/ 494522 h 741145"/>
                    <a:gd name="connsiteX305" fmla="*/ 570355 w 946490"/>
                    <a:gd name="connsiteY305" fmla="*/ 494371 h 741145"/>
                    <a:gd name="connsiteX306" fmla="*/ 563363 w 946490"/>
                    <a:gd name="connsiteY306" fmla="*/ 498075 h 741145"/>
                    <a:gd name="connsiteX307" fmla="*/ 558571 w 946490"/>
                    <a:gd name="connsiteY307" fmla="*/ 496790 h 741145"/>
                    <a:gd name="connsiteX308" fmla="*/ 558455 w 946490"/>
                    <a:gd name="connsiteY308" fmla="*/ 497219 h 741145"/>
                    <a:gd name="connsiteX309" fmla="*/ 558513 w 946490"/>
                    <a:gd name="connsiteY309" fmla="*/ 497242 h 741145"/>
                    <a:gd name="connsiteX310" fmla="*/ 558640 w 946490"/>
                    <a:gd name="connsiteY310" fmla="*/ 497300 h 741145"/>
                    <a:gd name="connsiteX311" fmla="*/ 558745 w 946490"/>
                    <a:gd name="connsiteY311" fmla="*/ 496964 h 741145"/>
                    <a:gd name="connsiteX312" fmla="*/ 563352 w 946490"/>
                    <a:gd name="connsiteY312" fmla="*/ 498283 h 741145"/>
                    <a:gd name="connsiteX313" fmla="*/ 570482 w 946490"/>
                    <a:gd name="connsiteY313" fmla="*/ 494579 h 741145"/>
                    <a:gd name="connsiteX314" fmla="*/ 576838 w 946490"/>
                    <a:gd name="connsiteY314" fmla="*/ 495529 h 741145"/>
                    <a:gd name="connsiteX315" fmla="*/ 577520 w 946490"/>
                    <a:gd name="connsiteY315" fmla="*/ 494579 h 741145"/>
                    <a:gd name="connsiteX316" fmla="*/ 576838 w 946490"/>
                    <a:gd name="connsiteY316" fmla="*/ 489416 h 741145"/>
                    <a:gd name="connsiteX317" fmla="*/ 582834 w 946490"/>
                    <a:gd name="connsiteY317" fmla="*/ 489660 h 741145"/>
                    <a:gd name="connsiteX318" fmla="*/ 586399 w 946490"/>
                    <a:gd name="connsiteY318" fmla="*/ 491790 h 741145"/>
                    <a:gd name="connsiteX319" fmla="*/ 592373 w 946490"/>
                    <a:gd name="connsiteY319" fmla="*/ 492067 h 741145"/>
                    <a:gd name="connsiteX320" fmla="*/ 594560 w 946490"/>
                    <a:gd name="connsiteY320" fmla="*/ 486997 h 741145"/>
                    <a:gd name="connsiteX321" fmla="*/ 597142 w 946490"/>
                    <a:gd name="connsiteY321" fmla="*/ 490134 h 741145"/>
                    <a:gd name="connsiteX322" fmla="*/ 598276 w 946490"/>
                    <a:gd name="connsiteY322" fmla="*/ 497172 h 741145"/>
                    <a:gd name="connsiteX323" fmla="*/ 597234 w 946490"/>
                    <a:gd name="connsiteY323" fmla="*/ 499962 h 741145"/>
                    <a:gd name="connsiteX324" fmla="*/ 591377 w 946490"/>
                    <a:gd name="connsiteY324" fmla="*/ 502879 h 741145"/>
                    <a:gd name="connsiteX325" fmla="*/ 590161 w 946490"/>
                    <a:gd name="connsiteY325" fmla="*/ 506618 h 741145"/>
                    <a:gd name="connsiteX326" fmla="*/ 583760 w 946490"/>
                    <a:gd name="connsiteY326" fmla="*/ 508389 h 741145"/>
                    <a:gd name="connsiteX327" fmla="*/ 563004 w 946490"/>
                    <a:gd name="connsiteY327" fmla="*/ 517395 h 741145"/>
                    <a:gd name="connsiteX328" fmla="*/ 547597 w 946490"/>
                    <a:gd name="connsiteY328" fmla="*/ 520972 h 741145"/>
                    <a:gd name="connsiteX329" fmla="*/ 547620 w 946490"/>
                    <a:gd name="connsiteY329" fmla="*/ 521238 h 741145"/>
                    <a:gd name="connsiteX330" fmla="*/ 563086 w 946490"/>
                    <a:gd name="connsiteY330" fmla="*/ 517662 h 741145"/>
                    <a:gd name="connsiteX331" fmla="*/ 583482 w 946490"/>
                    <a:gd name="connsiteY331" fmla="*/ 508864 h 741145"/>
                    <a:gd name="connsiteX332" fmla="*/ 590266 w 946490"/>
                    <a:gd name="connsiteY332" fmla="*/ 507255 h 741145"/>
                    <a:gd name="connsiteX333" fmla="*/ 592835 w 946490"/>
                    <a:gd name="connsiteY333" fmla="*/ 511561 h 741145"/>
                    <a:gd name="connsiteX334" fmla="*/ 593553 w 946490"/>
                    <a:gd name="connsiteY334" fmla="*/ 512684 h 741145"/>
                    <a:gd name="connsiteX335" fmla="*/ 597130 w 946490"/>
                    <a:gd name="connsiteY335" fmla="*/ 513795 h 741145"/>
                    <a:gd name="connsiteX336" fmla="*/ 605013 w 946490"/>
                    <a:gd name="connsiteY336" fmla="*/ 504789 h 741145"/>
                    <a:gd name="connsiteX337" fmla="*/ 609586 w 946490"/>
                    <a:gd name="connsiteY337" fmla="*/ 502266 h 741145"/>
                    <a:gd name="connsiteX338" fmla="*/ 617353 w 946490"/>
                    <a:gd name="connsiteY338" fmla="*/ 505530 h 741145"/>
                    <a:gd name="connsiteX339" fmla="*/ 622539 w 946490"/>
                    <a:gd name="connsiteY339" fmla="*/ 507707 h 741145"/>
                    <a:gd name="connsiteX340" fmla="*/ 632495 w 946490"/>
                    <a:gd name="connsiteY340" fmla="*/ 502474 h 741145"/>
                    <a:gd name="connsiteX341" fmla="*/ 637947 w 946490"/>
                    <a:gd name="connsiteY341" fmla="*/ 501779 h 741145"/>
                    <a:gd name="connsiteX342" fmla="*/ 648689 w 946490"/>
                    <a:gd name="connsiteY342" fmla="*/ 504801 h 741145"/>
                    <a:gd name="connsiteX343" fmla="*/ 649361 w 946490"/>
                    <a:gd name="connsiteY343" fmla="*/ 513170 h 741145"/>
                    <a:gd name="connsiteX344" fmla="*/ 649464 w 946490"/>
                    <a:gd name="connsiteY344" fmla="*/ 513402 h 741145"/>
                    <a:gd name="connsiteX345" fmla="*/ 652532 w 946490"/>
                    <a:gd name="connsiteY345" fmla="*/ 519919 h 741145"/>
                    <a:gd name="connsiteX346" fmla="*/ 651954 w 946490"/>
                    <a:gd name="connsiteY346" fmla="*/ 522107 h 741145"/>
                    <a:gd name="connsiteX347" fmla="*/ 649557 w 946490"/>
                    <a:gd name="connsiteY347" fmla="*/ 531148 h 741145"/>
                    <a:gd name="connsiteX348" fmla="*/ 644742 w 946490"/>
                    <a:gd name="connsiteY348" fmla="*/ 536496 h 741145"/>
                    <a:gd name="connsiteX349" fmla="*/ 644128 w 946490"/>
                    <a:gd name="connsiteY349" fmla="*/ 543499 h 741145"/>
                    <a:gd name="connsiteX350" fmla="*/ 645101 w 946490"/>
                    <a:gd name="connsiteY350" fmla="*/ 549067 h 741145"/>
                    <a:gd name="connsiteX351" fmla="*/ 649303 w 946490"/>
                    <a:gd name="connsiteY351" fmla="*/ 555249 h 741145"/>
                    <a:gd name="connsiteX352" fmla="*/ 646663 w 946490"/>
                    <a:gd name="connsiteY352" fmla="*/ 558189 h 741145"/>
                    <a:gd name="connsiteX353" fmla="*/ 640852 w 946490"/>
                    <a:gd name="connsiteY353" fmla="*/ 557645 h 741145"/>
                    <a:gd name="connsiteX354" fmla="*/ 638086 w 946490"/>
                    <a:gd name="connsiteY354" fmla="*/ 560296 h 741145"/>
                    <a:gd name="connsiteX355" fmla="*/ 635909 w 946490"/>
                    <a:gd name="connsiteY355" fmla="*/ 567496 h 741145"/>
                    <a:gd name="connsiteX356" fmla="*/ 638849 w 946490"/>
                    <a:gd name="connsiteY356" fmla="*/ 572474 h 741145"/>
                    <a:gd name="connsiteX357" fmla="*/ 633814 w 946490"/>
                    <a:gd name="connsiteY357" fmla="*/ 579222 h 741145"/>
                    <a:gd name="connsiteX358" fmla="*/ 632992 w 946490"/>
                    <a:gd name="connsiteY358" fmla="*/ 584860 h 741145"/>
                    <a:gd name="connsiteX359" fmla="*/ 633490 w 946490"/>
                    <a:gd name="connsiteY359" fmla="*/ 588865 h 741145"/>
                    <a:gd name="connsiteX360" fmla="*/ 634370 w 946490"/>
                    <a:gd name="connsiteY360" fmla="*/ 588541 h 741145"/>
                    <a:gd name="connsiteX361" fmla="*/ 633860 w 946490"/>
                    <a:gd name="connsiteY361" fmla="*/ 584952 h 741145"/>
                    <a:gd name="connsiteX362" fmla="*/ 634254 w 946490"/>
                    <a:gd name="connsiteY362" fmla="*/ 580160 h 741145"/>
                    <a:gd name="connsiteX363" fmla="*/ 639648 w 946490"/>
                    <a:gd name="connsiteY363" fmla="*/ 572740 h 741145"/>
                    <a:gd name="connsiteX364" fmla="*/ 636835 w 946490"/>
                    <a:gd name="connsiteY364" fmla="*/ 567276 h 741145"/>
                    <a:gd name="connsiteX365" fmla="*/ 637426 w 946490"/>
                    <a:gd name="connsiteY365" fmla="*/ 564058 h 741145"/>
                    <a:gd name="connsiteX366" fmla="*/ 640470 w 946490"/>
                    <a:gd name="connsiteY366" fmla="*/ 558756 h 741145"/>
                    <a:gd name="connsiteX367" fmla="*/ 647647 w 946490"/>
                    <a:gd name="connsiteY367" fmla="*/ 558918 h 741145"/>
                    <a:gd name="connsiteX368" fmla="*/ 650252 w 946490"/>
                    <a:gd name="connsiteY368" fmla="*/ 554577 h 741145"/>
                    <a:gd name="connsiteX369" fmla="*/ 645865 w 946490"/>
                    <a:gd name="connsiteY369" fmla="*/ 547921 h 741145"/>
                    <a:gd name="connsiteX370" fmla="*/ 645239 w 946490"/>
                    <a:gd name="connsiteY370" fmla="*/ 538973 h 741145"/>
                    <a:gd name="connsiteX371" fmla="*/ 650900 w 946490"/>
                    <a:gd name="connsiteY371" fmla="*/ 531692 h 741145"/>
                    <a:gd name="connsiteX372" fmla="*/ 653667 w 946490"/>
                    <a:gd name="connsiteY372" fmla="*/ 522107 h 741145"/>
                    <a:gd name="connsiteX373" fmla="*/ 654164 w 946490"/>
                    <a:gd name="connsiteY373" fmla="*/ 520359 h 741145"/>
                    <a:gd name="connsiteX374" fmla="*/ 654037 w 946490"/>
                    <a:gd name="connsiteY374" fmla="*/ 515914 h 741145"/>
                    <a:gd name="connsiteX375" fmla="*/ 650518 w 946490"/>
                    <a:gd name="connsiteY375" fmla="*/ 508609 h 741145"/>
                    <a:gd name="connsiteX376" fmla="*/ 651699 w 946490"/>
                    <a:gd name="connsiteY376" fmla="*/ 505970 h 741145"/>
                    <a:gd name="connsiteX377" fmla="*/ 679400 w 946490"/>
                    <a:gd name="connsiteY377" fmla="*/ 494961 h 741145"/>
                    <a:gd name="connsiteX378" fmla="*/ 689066 w 946490"/>
                    <a:gd name="connsiteY378" fmla="*/ 505611 h 741145"/>
                    <a:gd name="connsiteX379" fmla="*/ 688429 w 946490"/>
                    <a:gd name="connsiteY379" fmla="*/ 507290 h 741145"/>
                    <a:gd name="connsiteX380" fmla="*/ 689367 w 946490"/>
                    <a:gd name="connsiteY380" fmla="*/ 506063 h 741145"/>
                    <a:gd name="connsiteX381" fmla="*/ 701695 w 946490"/>
                    <a:gd name="connsiteY381" fmla="*/ 515092 h 741145"/>
                    <a:gd name="connsiteX382" fmla="*/ 709810 w 946490"/>
                    <a:gd name="connsiteY382" fmla="*/ 515891 h 741145"/>
                    <a:gd name="connsiteX383" fmla="*/ 717496 w 946490"/>
                    <a:gd name="connsiteY383" fmla="*/ 514039 h 741145"/>
                    <a:gd name="connsiteX384" fmla="*/ 722543 w 946490"/>
                    <a:gd name="connsiteY384" fmla="*/ 508575 h 741145"/>
                    <a:gd name="connsiteX385" fmla="*/ 723064 w 946490"/>
                    <a:gd name="connsiteY385" fmla="*/ 508158 h 741145"/>
                    <a:gd name="connsiteX386" fmla="*/ 728771 w 946490"/>
                    <a:gd name="connsiteY386" fmla="*/ 503585 h 741145"/>
                    <a:gd name="connsiteX387" fmla="*/ 738390 w 946490"/>
                    <a:gd name="connsiteY387" fmla="*/ 504998 h 741145"/>
                    <a:gd name="connsiteX388" fmla="*/ 738529 w 946490"/>
                    <a:gd name="connsiteY388" fmla="*/ 503863 h 741145"/>
                    <a:gd name="connsiteX389" fmla="*/ 751078 w 946490"/>
                    <a:gd name="connsiteY389" fmla="*/ 502856 h 741145"/>
                    <a:gd name="connsiteX390" fmla="*/ 755025 w 946490"/>
                    <a:gd name="connsiteY390" fmla="*/ 501919 h 741145"/>
                    <a:gd name="connsiteX391" fmla="*/ 755639 w 946490"/>
                    <a:gd name="connsiteY391" fmla="*/ 503782 h 741145"/>
                    <a:gd name="connsiteX392" fmla="*/ 755662 w 946490"/>
                    <a:gd name="connsiteY392" fmla="*/ 501733 h 741145"/>
                    <a:gd name="connsiteX393" fmla="*/ 757618 w 946490"/>
                    <a:gd name="connsiteY393" fmla="*/ 500622 h 741145"/>
                    <a:gd name="connsiteX394" fmla="*/ 766694 w 946490"/>
                    <a:gd name="connsiteY394" fmla="*/ 499407 h 741145"/>
                    <a:gd name="connsiteX395" fmla="*/ 776753 w 946490"/>
                    <a:gd name="connsiteY395" fmla="*/ 494788 h 741145"/>
                    <a:gd name="connsiteX396" fmla="*/ 791755 w 946490"/>
                    <a:gd name="connsiteY396" fmla="*/ 493341 h 741145"/>
                    <a:gd name="connsiteX397" fmla="*/ 800009 w 946490"/>
                    <a:gd name="connsiteY397" fmla="*/ 503620 h 741145"/>
                    <a:gd name="connsiteX398" fmla="*/ 800935 w 946490"/>
                    <a:gd name="connsiteY398" fmla="*/ 505877 h 741145"/>
                    <a:gd name="connsiteX399" fmla="*/ 799476 w 946490"/>
                    <a:gd name="connsiteY399" fmla="*/ 506769 h 741145"/>
                    <a:gd name="connsiteX400" fmla="*/ 801363 w 946490"/>
                    <a:gd name="connsiteY400" fmla="*/ 506630 h 741145"/>
                    <a:gd name="connsiteX401" fmla="*/ 810450 w 946490"/>
                    <a:gd name="connsiteY401" fmla="*/ 522003 h 741145"/>
                    <a:gd name="connsiteX402" fmla="*/ 811805 w 946490"/>
                    <a:gd name="connsiteY402" fmla="*/ 521840 h 741145"/>
                    <a:gd name="connsiteX403" fmla="*/ 811990 w 946490"/>
                    <a:gd name="connsiteY403" fmla="*/ 522107 h 741145"/>
                    <a:gd name="connsiteX404" fmla="*/ 822420 w 946490"/>
                    <a:gd name="connsiteY404" fmla="*/ 536773 h 741145"/>
                    <a:gd name="connsiteX405" fmla="*/ 822489 w 946490"/>
                    <a:gd name="connsiteY405" fmla="*/ 536878 h 741145"/>
                    <a:gd name="connsiteX406" fmla="*/ 828115 w 946490"/>
                    <a:gd name="connsiteY406" fmla="*/ 540767 h 741145"/>
                    <a:gd name="connsiteX407" fmla="*/ 828335 w 946490"/>
                    <a:gd name="connsiteY407" fmla="*/ 541045 h 741145"/>
                    <a:gd name="connsiteX408" fmla="*/ 828497 w 946490"/>
                    <a:gd name="connsiteY408" fmla="*/ 541033 h 741145"/>
                    <a:gd name="connsiteX409" fmla="*/ 828763 w 946490"/>
                    <a:gd name="connsiteY409" fmla="*/ 541219 h 741145"/>
                    <a:gd name="connsiteX410" fmla="*/ 839529 w 946490"/>
                    <a:gd name="connsiteY410" fmla="*/ 548674 h 741145"/>
                    <a:gd name="connsiteX411" fmla="*/ 842041 w 946490"/>
                    <a:gd name="connsiteY411" fmla="*/ 550780 h 741145"/>
                    <a:gd name="connsiteX412" fmla="*/ 849311 w 946490"/>
                    <a:gd name="connsiteY412" fmla="*/ 558108 h 741145"/>
                    <a:gd name="connsiteX413" fmla="*/ 855700 w 946490"/>
                    <a:gd name="connsiteY413" fmla="*/ 564185 h 741145"/>
                    <a:gd name="connsiteX414" fmla="*/ 862241 w 946490"/>
                    <a:gd name="connsiteY414" fmla="*/ 569279 h 741145"/>
                    <a:gd name="connsiteX415" fmla="*/ 862380 w 946490"/>
                    <a:gd name="connsiteY415" fmla="*/ 569128 h 741145"/>
                    <a:gd name="connsiteX416" fmla="*/ 862565 w 946490"/>
                    <a:gd name="connsiteY416" fmla="*/ 568920 h 741145"/>
                    <a:gd name="connsiteX417" fmla="*/ 867126 w 946490"/>
                    <a:gd name="connsiteY417" fmla="*/ 571582 h 741145"/>
                    <a:gd name="connsiteX418" fmla="*/ 870390 w 946490"/>
                    <a:gd name="connsiteY418" fmla="*/ 567820 h 741145"/>
                    <a:gd name="connsiteX419" fmla="*/ 873203 w 946490"/>
                    <a:gd name="connsiteY419" fmla="*/ 568121 h 741145"/>
                    <a:gd name="connsiteX420" fmla="*/ 876780 w 946490"/>
                    <a:gd name="connsiteY420" fmla="*/ 571501 h 741145"/>
                    <a:gd name="connsiteX421" fmla="*/ 885358 w 946490"/>
                    <a:gd name="connsiteY421" fmla="*/ 580032 h 741145"/>
                    <a:gd name="connsiteX422" fmla="*/ 888402 w 946490"/>
                    <a:gd name="connsiteY422" fmla="*/ 583968 h 741145"/>
                    <a:gd name="connsiteX423" fmla="*/ 898716 w 946490"/>
                    <a:gd name="connsiteY423" fmla="*/ 595463 h 741145"/>
                    <a:gd name="connsiteX424" fmla="*/ 901668 w 946490"/>
                    <a:gd name="connsiteY424" fmla="*/ 600684 h 741145"/>
                    <a:gd name="connsiteX425" fmla="*/ 899238 w 946490"/>
                    <a:gd name="connsiteY425" fmla="*/ 603589 h 741145"/>
                    <a:gd name="connsiteX426" fmla="*/ 890833 w 946490"/>
                    <a:gd name="connsiteY426" fmla="*/ 607132 h 741145"/>
                    <a:gd name="connsiteX427" fmla="*/ 889051 w 946490"/>
                    <a:gd name="connsiteY427" fmla="*/ 605673 h 741145"/>
                    <a:gd name="connsiteX428" fmla="*/ 885879 w 946490"/>
                    <a:gd name="connsiteY428" fmla="*/ 606136 h 741145"/>
                    <a:gd name="connsiteX429" fmla="*/ 882105 w 946490"/>
                    <a:gd name="connsiteY429" fmla="*/ 608717 h 741145"/>
                    <a:gd name="connsiteX430" fmla="*/ 879535 w 946490"/>
                    <a:gd name="connsiteY430" fmla="*/ 604689 h 741145"/>
                    <a:gd name="connsiteX431" fmla="*/ 873099 w 946490"/>
                    <a:gd name="connsiteY431" fmla="*/ 605661 h 741145"/>
                    <a:gd name="connsiteX432" fmla="*/ 869985 w 946490"/>
                    <a:gd name="connsiteY432" fmla="*/ 623048 h 741145"/>
                    <a:gd name="connsiteX433" fmla="*/ 862947 w 946490"/>
                    <a:gd name="connsiteY433" fmla="*/ 625202 h 741145"/>
                    <a:gd name="connsiteX434" fmla="*/ 865065 w 946490"/>
                    <a:gd name="connsiteY434" fmla="*/ 630029 h 741145"/>
                    <a:gd name="connsiteX435" fmla="*/ 858872 w 946490"/>
                    <a:gd name="connsiteY435" fmla="*/ 634798 h 741145"/>
                    <a:gd name="connsiteX436" fmla="*/ 868156 w 946490"/>
                    <a:gd name="connsiteY436" fmla="*/ 645552 h 741145"/>
                    <a:gd name="connsiteX437" fmla="*/ 855041 w 946490"/>
                    <a:gd name="connsiteY437" fmla="*/ 656248 h 741145"/>
                    <a:gd name="connsiteX438" fmla="*/ 854126 w 946490"/>
                    <a:gd name="connsiteY438" fmla="*/ 654049 h 741145"/>
                    <a:gd name="connsiteX439" fmla="*/ 850954 w 946490"/>
                    <a:gd name="connsiteY439" fmla="*/ 654963 h 741145"/>
                    <a:gd name="connsiteX440" fmla="*/ 850051 w 946490"/>
                    <a:gd name="connsiteY440" fmla="*/ 652162 h 741145"/>
                    <a:gd name="connsiteX441" fmla="*/ 846452 w 946490"/>
                    <a:gd name="connsiteY441" fmla="*/ 652162 h 741145"/>
                    <a:gd name="connsiteX442" fmla="*/ 844704 w 946490"/>
                    <a:gd name="connsiteY442" fmla="*/ 648793 h 741145"/>
                    <a:gd name="connsiteX443" fmla="*/ 841219 w 946490"/>
                    <a:gd name="connsiteY443" fmla="*/ 640135 h 741145"/>
                    <a:gd name="connsiteX444" fmla="*/ 842851 w 946490"/>
                    <a:gd name="connsiteY444" fmla="*/ 637680 h 741145"/>
                    <a:gd name="connsiteX445" fmla="*/ 832942 w 946490"/>
                    <a:gd name="connsiteY445" fmla="*/ 636187 h 741145"/>
                    <a:gd name="connsiteX446" fmla="*/ 830326 w 946490"/>
                    <a:gd name="connsiteY446" fmla="*/ 626903 h 741145"/>
                    <a:gd name="connsiteX447" fmla="*/ 822570 w 946490"/>
                    <a:gd name="connsiteY447" fmla="*/ 626070 h 741145"/>
                    <a:gd name="connsiteX448" fmla="*/ 824480 w 946490"/>
                    <a:gd name="connsiteY448" fmla="*/ 611033 h 741145"/>
                    <a:gd name="connsiteX449" fmla="*/ 820927 w 946490"/>
                    <a:gd name="connsiteY449" fmla="*/ 602536 h 741145"/>
                    <a:gd name="connsiteX450" fmla="*/ 821910 w 946490"/>
                    <a:gd name="connsiteY450" fmla="*/ 599364 h 741145"/>
                    <a:gd name="connsiteX451" fmla="*/ 818646 w 946490"/>
                    <a:gd name="connsiteY451" fmla="*/ 598924 h 741145"/>
                    <a:gd name="connsiteX452" fmla="*/ 828729 w 946490"/>
                    <a:gd name="connsiteY452" fmla="*/ 581954 h 741145"/>
                    <a:gd name="connsiteX453" fmla="*/ 828844 w 946490"/>
                    <a:gd name="connsiteY453" fmla="*/ 579060 h 741145"/>
                    <a:gd name="connsiteX454" fmla="*/ 826714 w 946490"/>
                    <a:gd name="connsiteY454" fmla="*/ 575761 h 741145"/>
                    <a:gd name="connsiteX455" fmla="*/ 817188 w 946490"/>
                    <a:gd name="connsiteY455" fmla="*/ 578122 h 741145"/>
                    <a:gd name="connsiteX456" fmla="*/ 812684 w 946490"/>
                    <a:gd name="connsiteY456" fmla="*/ 567507 h 741145"/>
                    <a:gd name="connsiteX457" fmla="*/ 811075 w 946490"/>
                    <a:gd name="connsiteY457" fmla="*/ 566431 h 741145"/>
                    <a:gd name="connsiteX458" fmla="*/ 806850 w 946490"/>
                    <a:gd name="connsiteY458" fmla="*/ 568595 h 741145"/>
                    <a:gd name="connsiteX459" fmla="*/ 807742 w 946490"/>
                    <a:gd name="connsiteY459" fmla="*/ 563271 h 741145"/>
                    <a:gd name="connsiteX460" fmla="*/ 805658 w 946490"/>
                    <a:gd name="connsiteY460" fmla="*/ 564011 h 741145"/>
                    <a:gd name="connsiteX461" fmla="*/ 803887 w 946490"/>
                    <a:gd name="connsiteY461" fmla="*/ 561418 h 741145"/>
                    <a:gd name="connsiteX462" fmla="*/ 795494 w 946490"/>
                    <a:gd name="connsiteY462" fmla="*/ 557193 h 741145"/>
                    <a:gd name="connsiteX463" fmla="*/ 796119 w 946490"/>
                    <a:gd name="connsiteY463" fmla="*/ 556140 h 741145"/>
                    <a:gd name="connsiteX464" fmla="*/ 792207 w 946490"/>
                    <a:gd name="connsiteY464" fmla="*/ 552112 h 741145"/>
                    <a:gd name="connsiteX465" fmla="*/ 790077 w 946490"/>
                    <a:gd name="connsiteY465" fmla="*/ 552586 h 741145"/>
                    <a:gd name="connsiteX466" fmla="*/ 789081 w 946490"/>
                    <a:gd name="connsiteY466" fmla="*/ 550352 h 741145"/>
                    <a:gd name="connsiteX467" fmla="*/ 786442 w 946490"/>
                    <a:gd name="connsiteY467" fmla="*/ 551625 h 741145"/>
                    <a:gd name="connsiteX468" fmla="*/ 789440 w 946490"/>
                    <a:gd name="connsiteY468" fmla="*/ 562761 h 741145"/>
                    <a:gd name="connsiteX469" fmla="*/ 788560 w 946490"/>
                    <a:gd name="connsiteY469" fmla="*/ 565424 h 741145"/>
                    <a:gd name="connsiteX470" fmla="*/ 785967 w 946490"/>
                    <a:gd name="connsiteY470" fmla="*/ 565864 h 741145"/>
                    <a:gd name="connsiteX471" fmla="*/ 777633 w 946490"/>
                    <a:gd name="connsiteY471" fmla="*/ 584605 h 741145"/>
                    <a:gd name="connsiteX472" fmla="*/ 773164 w 946490"/>
                    <a:gd name="connsiteY472" fmla="*/ 584188 h 741145"/>
                    <a:gd name="connsiteX473" fmla="*/ 773465 w 946490"/>
                    <a:gd name="connsiteY473" fmla="*/ 586214 h 741145"/>
                    <a:gd name="connsiteX474" fmla="*/ 770525 w 946490"/>
                    <a:gd name="connsiteY474" fmla="*/ 586284 h 741145"/>
                    <a:gd name="connsiteX475" fmla="*/ 749203 w 946490"/>
                    <a:gd name="connsiteY475" fmla="*/ 582556 h 741145"/>
                    <a:gd name="connsiteX476" fmla="*/ 744850 w 946490"/>
                    <a:gd name="connsiteY476" fmla="*/ 575993 h 741145"/>
                    <a:gd name="connsiteX477" fmla="*/ 741261 w 946490"/>
                    <a:gd name="connsiteY477" fmla="*/ 578563 h 741145"/>
                    <a:gd name="connsiteX478" fmla="*/ 737441 w 946490"/>
                    <a:gd name="connsiteY478" fmla="*/ 585901 h 741145"/>
                    <a:gd name="connsiteX479" fmla="*/ 735277 w 946490"/>
                    <a:gd name="connsiteY479" fmla="*/ 585172 h 741145"/>
                    <a:gd name="connsiteX480" fmla="*/ 732255 w 946490"/>
                    <a:gd name="connsiteY480" fmla="*/ 587152 h 741145"/>
                    <a:gd name="connsiteX481" fmla="*/ 731862 w 946490"/>
                    <a:gd name="connsiteY481" fmla="*/ 591319 h 741145"/>
                    <a:gd name="connsiteX482" fmla="*/ 723539 w 946490"/>
                    <a:gd name="connsiteY482" fmla="*/ 593310 h 741145"/>
                    <a:gd name="connsiteX483" fmla="*/ 720031 w 946490"/>
                    <a:gd name="connsiteY483" fmla="*/ 598334 h 741145"/>
                    <a:gd name="connsiteX484" fmla="*/ 744630 w 946490"/>
                    <a:gd name="connsiteY484" fmla="*/ 592581 h 741145"/>
                    <a:gd name="connsiteX485" fmla="*/ 747871 w 946490"/>
                    <a:gd name="connsiteY485" fmla="*/ 599503 h 741145"/>
                    <a:gd name="connsiteX486" fmla="*/ 750464 w 946490"/>
                    <a:gd name="connsiteY486" fmla="*/ 598623 h 741145"/>
                    <a:gd name="connsiteX487" fmla="*/ 752698 w 946490"/>
                    <a:gd name="connsiteY487" fmla="*/ 600776 h 741145"/>
                    <a:gd name="connsiteX488" fmla="*/ 753972 w 946490"/>
                    <a:gd name="connsiteY488" fmla="*/ 609273 h 741145"/>
                    <a:gd name="connsiteX489" fmla="*/ 740428 w 946490"/>
                    <a:gd name="connsiteY489" fmla="*/ 614401 h 741145"/>
                    <a:gd name="connsiteX490" fmla="*/ 729280 w 946490"/>
                    <a:gd name="connsiteY490" fmla="*/ 614888 h 741145"/>
                    <a:gd name="connsiteX491" fmla="*/ 724939 w 946490"/>
                    <a:gd name="connsiteY491" fmla="*/ 617411 h 741145"/>
                    <a:gd name="connsiteX492" fmla="*/ 727741 w 946490"/>
                    <a:gd name="connsiteY492" fmla="*/ 622412 h 741145"/>
                    <a:gd name="connsiteX493" fmla="*/ 725368 w 946490"/>
                    <a:gd name="connsiteY493" fmla="*/ 627424 h 741145"/>
                    <a:gd name="connsiteX494" fmla="*/ 725854 w 946490"/>
                    <a:gd name="connsiteY494" fmla="*/ 631730 h 741145"/>
                    <a:gd name="connsiteX495" fmla="*/ 731144 w 946490"/>
                    <a:gd name="connsiteY495" fmla="*/ 634914 h 741145"/>
                    <a:gd name="connsiteX496" fmla="*/ 703258 w 946490"/>
                    <a:gd name="connsiteY496" fmla="*/ 644522 h 741145"/>
                    <a:gd name="connsiteX497" fmla="*/ 686554 w 946490"/>
                    <a:gd name="connsiteY497" fmla="*/ 646698 h 741145"/>
                    <a:gd name="connsiteX498" fmla="*/ 675915 w 946490"/>
                    <a:gd name="connsiteY498" fmla="*/ 645830 h 741145"/>
                    <a:gd name="connsiteX499" fmla="*/ 676957 w 946490"/>
                    <a:gd name="connsiteY499" fmla="*/ 643549 h 741145"/>
                    <a:gd name="connsiteX500" fmla="*/ 674006 w 946490"/>
                    <a:gd name="connsiteY500" fmla="*/ 639197 h 741145"/>
                    <a:gd name="connsiteX501" fmla="*/ 674098 w 946490"/>
                    <a:gd name="connsiteY501" fmla="*/ 629878 h 741145"/>
                    <a:gd name="connsiteX502" fmla="*/ 675464 w 946490"/>
                    <a:gd name="connsiteY502" fmla="*/ 629508 h 741145"/>
                    <a:gd name="connsiteX503" fmla="*/ 676900 w 946490"/>
                    <a:gd name="connsiteY503" fmla="*/ 623836 h 741145"/>
                    <a:gd name="connsiteX504" fmla="*/ 675904 w 946490"/>
                    <a:gd name="connsiteY504" fmla="*/ 617237 h 741145"/>
                    <a:gd name="connsiteX505" fmla="*/ 677143 w 946490"/>
                    <a:gd name="connsiteY505" fmla="*/ 613684 h 741145"/>
                    <a:gd name="connsiteX506" fmla="*/ 659189 w 946490"/>
                    <a:gd name="connsiteY506" fmla="*/ 614204 h 741145"/>
                    <a:gd name="connsiteX507" fmla="*/ 655067 w 946490"/>
                    <a:gd name="connsiteY507" fmla="*/ 612005 h 741145"/>
                    <a:gd name="connsiteX508" fmla="*/ 650113 w 946490"/>
                    <a:gd name="connsiteY508" fmla="*/ 613394 h 741145"/>
                    <a:gd name="connsiteX509" fmla="*/ 636731 w 946490"/>
                    <a:gd name="connsiteY509" fmla="*/ 610257 h 741145"/>
                    <a:gd name="connsiteX510" fmla="*/ 632541 w 946490"/>
                    <a:gd name="connsiteY510" fmla="*/ 621740 h 741145"/>
                    <a:gd name="connsiteX511" fmla="*/ 626950 w 946490"/>
                    <a:gd name="connsiteY511" fmla="*/ 622782 h 741145"/>
                    <a:gd name="connsiteX512" fmla="*/ 624414 w 946490"/>
                    <a:gd name="connsiteY512" fmla="*/ 628651 h 741145"/>
                    <a:gd name="connsiteX513" fmla="*/ 625931 w 946490"/>
                    <a:gd name="connsiteY513" fmla="*/ 634404 h 741145"/>
                    <a:gd name="connsiteX514" fmla="*/ 621463 w 946490"/>
                    <a:gd name="connsiteY514" fmla="*/ 635967 h 741145"/>
                    <a:gd name="connsiteX515" fmla="*/ 621602 w 946490"/>
                    <a:gd name="connsiteY515" fmla="*/ 643781 h 741145"/>
                    <a:gd name="connsiteX516" fmla="*/ 617087 w 946490"/>
                    <a:gd name="connsiteY516" fmla="*/ 648747 h 741145"/>
                    <a:gd name="connsiteX517" fmla="*/ 590856 w 946490"/>
                    <a:gd name="connsiteY517" fmla="*/ 642565 h 741145"/>
                    <a:gd name="connsiteX518" fmla="*/ 590266 w 946490"/>
                    <a:gd name="connsiteY518" fmla="*/ 645413 h 741145"/>
                    <a:gd name="connsiteX519" fmla="*/ 575356 w 946490"/>
                    <a:gd name="connsiteY519" fmla="*/ 646339 h 741145"/>
                    <a:gd name="connsiteX520" fmla="*/ 573909 w 946490"/>
                    <a:gd name="connsiteY520" fmla="*/ 643295 h 741145"/>
                    <a:gd name="connsiteX521" fmla="*/ 580762 w 946490"/>
                    <a:gd name="connsiteY521" fmla="*/ 637518 h 741145"/>
                    <a:gd name="connsiteX522" fmla="*/ 568214 w 946490"/>
                    <a:gd name="connsiteY522" fmla="*/ 621613 h 741145"/>
                    <a:gd name="connsiteX523" fmla="*/ 562159 w 946490"/>
                    <a:gd name="connsiteY523" fmla="*/ 632344 h 741145"/>
                    <a:gd name="connsiteX524" fmla="*/ 550792 w 946490"/>
                    <a:gd name="connsiteY524" fmla="*/ 640007 h 741145"/>
                    <a:gd name="connsiteX525" fmla="*/ 551035 w 946490"/>
                    <a:gd name="connsiteY525" fmla="*/ 646073 h 741145"/>
                    <a:gd name="connsiteX526" fmla="*/ 546972 w 946490"/>
                    <a:gd name="connsiteY526" fmla="*/ 656538 h 741145"/>
                    <a:gd name="connsiteX527" fmla="*/ 547678 w 946490"/>
                    <a:gd name="connsiteY527" fmla="*/ 660485 h 741145"/>
                    <a:gd name="connsiteX528" fmla="*/ 541821 w 946490"/>
                    <a:gd name="connsiteY528" fmla="*/ 662997 h 741145"/>
                    <a:gd name="connsiteX529" fmla="*/ 541207 w 946490"/>
                    <a:gd name="connsiteY529" fmla="*/ 666829 h 741145"/>
                    <a:gd name="connsiteX530" fmla="*/ 535547 w 946490"/>
                    <a:gd name="connsiteY530" fmla="*/ 667558 h 741145"/>
                    <a:gd name="connsiteX531" fmla="*/ 535338 w 946490"/>
                    <a:gd name="connsiteY531" fmla="*/ 664154 h 741145"/>
                    <a:gd name="connsiteX532" fmla="*/ 526668 w 946490"/>
                    <a:gd name="connsiteY532" fmla="*/ 667604 h 741145"/>
                    <a:gd name="connsiteX533" fmla="*/ 517997 w 946490"/>
                    <a:gd name="connsiteY533" fmla="*/ 666805 h 741145"/>
                    <a:gd name="connsiteX534" fmla="*/ 518484 w 946490"/>
                    <a:gd name="connsiteY534" fmla="*/ 669178 h 741145"/>
                    <a:gd name="connsiteX535" fmla="*/ 515682 w 946490"/>
                    <a:gd name="connsiteY535" fmla="*/ 667604 h 741145"/>
                    <a:gd name="connsiteX536" fmla="*/ 511654 w 946490"/>
                    <a:gd name="connsiteY536" fmla="*/ 671609 h 741145"/>
                    <a:gd name="connsiteX537" fmla="*/ 508320 w 946490"/>
                    <a:gd name="connsiteY537" fmla="*/ 679330 h 741145"/>
                    <a:gd name="connsiteX538" fmla="*/ 505634 w 946490"/>
                    <a:gd name="connsiteY538" fmla="*/ 678439 h 741145"/>
                    <a:gd name="connsiteX539" fmla="*/ 505866 w 946490"/>
                    <a:gd name="connsiteY539" fmla="*/ 684412 h 741145"/>
                    <a:gd name="connsiteX540" fmla="*/ 503319 w 946490"/>
                    <a:gd name="connsiteY540" fmla="*/ 683776 h 741145"/>
                    <a:gd name="connsiteX541" fmla="*/ 499233 w 946490"/>
                    <a:gd name="connsiteY541" fmla="*/ 688695 h 741145"/>
                    <a:gd name="connsiteX542" fmla="*/ 500425 w 946490"/>
                    <a:gd name="connsiteY542" fmla="*/ 689042 h 741145"/>
                    <a:gd name="connsiteX543" fmla="*/ 500772 w 946490"/>
                    <a:gd name="connsiteY543" fmla="*/ 697180 h 741145"/>
                    <a:gd name="connsiteX544" fmla="*/ 495367 w 946490"/>
                    <a:gd name="connsiteY544" fmla="*/ 701093 h 741145"/>
                    <a:gd name="connsiteX545" fmla="*/ 495262 w 946490"/>
                    <a:gd name="connsiteY545" fmla="*/ 704080 h 741145"/>
                    <a:gd name="connsiteX546" fmla="*/ 497323 w 946490"/>
                    <a:gd name="connsiteY546" fmla="*/ 703999 h 741145"/>
                    <a:gd name="connsiteX547" fmla="*/ 498098 w 946490"/>
                    <a:gd name="connsiteY547" fmla="*/ 708779 h 741145"/>
                    <a:gd name="connsiteX548" fmla="*/ 493862 w 946490"/>
                    <a:gd name="connsiteY548" fmla="*/ 709705 h 741145"/>
                    <a:gd name="connsiteX549" fmla="*/ 489625 w 946490"/>
                    <a:gd name="connsiteY549" fmla="*/ 708328 h 741145"/>
                    <a:gd name="connsiteX550" fmla="*/ 491732 w 946490"/>
                    <a:gd name="connsiteY550" fmla="*/ 715285 h 741145"/>
                    <a:gd name="connsiteX551" fmla="*/ 497288 w 946490"/>
                    <a:gd name="connsiteY551" fmla="*/ 714174 h 741145"/>
                    <a:gd name="connsiteX552" fmla="*/ 498133 w 946490"/>
                    <a:gd name="connsiteY552" fmla="*/ 717323 h 741145"/>
                    <a:gd name="connsiteX553" fmla="*/ 495679 w 946490"/>
                    <a:gd name="connsiteY553" fmla="*/ 717797 h 741145"/>
                    <a:gd name="connsiteX554" fmla="*/ 485434 w 946490"/>
                    <a:gd name="connsiteY554" fmla="*/ 726710 h 741145"/>
                    <a:gd name="connsiteX555" fmla="*/ 485689 w 946490"/>
                    <a:gd name="connsiteY555" fmla="*/ 729222 h 741145"/>
                    <a:gd name="connsiteX556" fmla="*/ 479392 w 946490"/>
                    <a:gd name="connsiteY556" fmla="*/ 730704 h 741145"/>
                    <a:gd name="connsiteX557" fmla="*/ 476857 w 946490"/>
                    <a:gd name="connsiteY557" fmla="*/ 735172 h 741145"/>
                    <a:gd name="connsiteX558" fmla="*/ 475676 w 946490"/>
                    <a:gd name="connsiteY558" fmla="*/ 739432 h 741145"/>
                    <a:gd name="connsiteX559" fmla="*/ 469819 w 946490"/>
                    <a:gd name="connsiteY559" fmla="*/ 739583 h 741145"/>
                    <a:gd name="connsiteX560" fmla="*/ 465975 w 946490"/>
                    <a:gd name="connsiteY560" fmla="*/ 736990 h 741145"/>
                    <a:gd name="connsiteX561" fmla="*/ 461380 w 946490"/>
                    <a:gd name="connsiteY561" fmla="*/ 741146 h 741145"/>
                    <a:gd name="connsiteX562" fmla="*/ 457710 w 946490"/>
                    <a:gd name="connsiteY562" fmla="*/ 741076 h 741145"/>
                    <a:gd name="connsiteX563" fmla="*/ 450765 w 946490"/>
                    <a:gd name="connsiteY563" fmla="*/ 735994 h 741145"/>
                    <a:gd name="connsiteX564" fmla="*/ 447905 w 946490"/>
                    <a:gd name="connsiteY564" fmla="*/ 736642 h 741145"/>
                    <a:gd name="connsiteX565" fmla="*/ 443055 w 946490"/>
                    <a:gd name="connsiteY565" fmla="*/ 733413 h 741145"/>
                    <a:gd name="connsiteX566" fmla="*/ 443194 w 946490"/>
                    <a:gd name="connsiteY566" fmla="*/ 729442 h 741145"/>
                    <a:gd name="connsiteX567" fmla="*/ 445486 w 946490"/>
                    <a:gd name="connsiteY567" fmla="*/ 726815 h 741145"/>
                    <a:gd name="connsiteX568" fmla="*/ 441782 w 946490"/>
                    <a:gd name="connsiteY568" fmla="*/ 723157 h 741145"/>
                    <a:gd name="connsiteX569" fmla="*/ 437094 w 946490"/>
                    <a:gd name="connsiteY569" fmla="*/ 722231 h 741145"/>
                    <a:gd name="connsiteX570" fmla="*/ 437742 w 946490"/>
                    <a:gd name="connsiteY570" fmla="*/ 725044 h 741145"/>
                    <a:gd name="connsiteX571" fmla="*/ 433841 w 946490"/>
                    <a:gd name="connsiteY571" fmla="*/ 727359 h 741145"/>
                    <a:gd name="connsiteX572" fmla="*/ 432776 w 946490"/>
                    <a:gd name="connsiteY572" fmla="*/ 725414 h 741145"/>
                    <a:gd name="connsiteX573" fmla="*/ 431491 w 946490"/>
                    <a:gd name="connsiteY573" fmla="*/ 725333 h 741145"/>
                    <a:gd name="connsiteX574" fmla="*/ 428238 w 946490"/>
                    <a:gd name="connsiteY574" fmla="*/ 733077 h 741145"/>
                    <a:gd name="connsiteX575" fmla="*/ 422832 w 946490"/>
                    <a:gd name="connsiteY575" fmla="*/ 731213 h 741145"/>
                    <a:gd name="connsiteX576" fmla="*/ 419718 w 946490"/>
                    <a:gd name="connsiteY576" fmla="*/ 731630 h 741145"/>
                    <a:gd name="connsiteX577" fmla="*/ 419487 w 946490"/>
                    <a:gd name="connsiteY577" fmla="*/ 733633 h 741145"/>
                    <a:gd name="connsiteX578" fmla="*/ 410978 w 946490"/>
                    <a:gd name="connsiteY578" fmla="*/ 732186 h 741145"/>
                    <a:gd name="connsiteX579" fmla="*/ 409103 w 946490"/>
                    <a:gd name="connsiteY579" fmla="*/ 729246 h 741145"/>
                    <a:gd name="connsiteX580" fmla="*/ 410955 w 946490"/>
                    <a:gd name="connsiteY580" fmla="*/ 722034 h 741145"/>
                    <a:gd name="connsiteX581" fmla="*/ 402308 w 946490"/>
                    <a:gd name="connsiteY581" fmla="*/ 717936 h 741145"/>
                    <a:gd name="connsiteX582" fmla="*/ 398882 w 946490"/>
                    <a:gd name="connsiteY582" fmla="*/ 722323 h 741145"/>
                    <a:gd name="connsiteX583" fmla="*/ 391438 w 946490"/>
                    <a:gd name="connsiteY583" fmla="*/ 720668 h 741145"/>
                    <a:gd name="connsiteX584" fmla="*/ 388185 w 946490"/>
                    <a:gd name="connsiteY584" fmla="*/ 724303 h 741145"/>
                    <a:gd name="connsiteX585" fmla="*/ 385164 w 946490"/>
                    <a:gd name="connsiteY585" fmla="*/ 724719 h 741145"/>
                    <a:gd name="connsiteX586" fmla="*/ 386843 w 946490"/>
                    <a:gd name="connsiteY586" fmla="*/ 729882 h 741145"/>
                    <a:gd name="connsiteX587" fmla="*/ 382398 w 946490"/>
                    <a:gd name="connsiteY587" fmla="*/ 732718 h 741145"/>
                    <a:gd name="connsiteX588" fmla="*/ 378693 w 946490"/>
                    <a:gd name="connsiteY588" fmla="*/ 731422 h 741145"/>
                    <a:gd name="connsiteX589" fmla="*/ 370347 w 946490"/>
                    <a:gd name="connsiteY589" fmla="*/ 732533 h 741145"/>
                    <a:gd name="connsiteX590" fmla="*/ 360137 w 946490"/>
                    <a:gd name="connsiteY590" fmla="*/ 736677 h 741145"/>
                    <a:gd name="connsiteX591" fmla="*/ 358204 w 946490"/>
                    <a:gd name="connsiteY591" fmla="*/ 740162 h 741145"/>
                    <a:gd name="connsiteX592" fmla="*/ 349406 w 946490"/>
                    <a:gd name="connsiteY592" fmla="*/ 739235 h 741145"/>
                    <a:gd name="connsiteX593" fmla="*/ 351490 w 946490"/>
                    <a:gd name="connsiteY593" fmla="*/ 736203 h 741145"/>
                    <a:gd name="connsiteX594" fmla="*/ 349372 w 946490"/>
                    <a:gd name="connsiteY594" fmla="*/ 733610 h 741145"/>
                    <a:gd name="connsiteX595" fmla="*/ 342762 w 946490"/>
                    <a:gd name="connsiteY595" fmla="*/ 736145 h 741145"/>
                    <a:gd name="connsiteX596" fmla="*/ 341882 w 946490"/>
                    <a:gd name="connsiteY596" fmla="*/ 733806 h 741145"/>
                    <a:gd name="connsiteX597" fmla="*/ 343317 w 946490"/>
                    <a:gd name="connsiteY597" fmla="*/ 733228 h 741145"/>
                    <a:gd name="connsiteX598" fmla="*/ 341199 w 946490"/>
                    <a:gd name="connsiteY598" fmla="*/ 730357 h 741145"/>
                    <a:gd name="connsiteX599" fmla="*/ 336233 w 946490"/>
                    <a:gd name="connsiteY599" fmla="*/ 736423 h 741145"/>
                    <a:gd name="connsiteX600" fmla="*/ 335353 w 946490"/>
                    <a:gd name="connsiteY600" fmla="*/ 732383 h 741145"/>
                    <a:gd name="connsiteX601" fmla="*/ 332633 w 946490"/>
                    <a:gd name="connsiteY601" fmla="*/ 729778 h 741145"/>
                    <a:gd name="connsiteX602" fmla="*/ 326914 w 946490"/>
                    <a:gd name="connsiteY602" fmla="*/ 733471 h 741145"/>
                    <a:gd name="connsiteX603" fmla="*/ 324356 w 946490"/>
                    <a:gd name="connsiteY603" fmla="*/ 730889 h 741145"/>
                    <a:gd name="connsiteX604" fmla="*/ 331475 w 946490"/>
                    <a:gd name="connsiteY604" fmla="*/ 717693 h 741145"/>
                    <a:gd name="connsiteX605" fmla="*/ 335261 w 946490"/>
                    <a:gd name="connsiteY605" fmla="*/ 718028 h 741145"/>
                    <a:gd name="connsiteX606" fmla="*/ 339127 w 946490"/>
                    <a:gd name="connsiteY606" fmla="*/ 716061 h 741145"/>
                    <a:gd name="connsiteX607" fmla="*/ 326776 w 946490"/>
                    <a:gd name="connsiteY607" fmla="*/ 712518 h 741145"/>
                    <a:gd name="connsiteX608" fmla="*/ 325004 w 946490"/>
                    <a:gd name="connsiteY608" fmla="*/ 710122 h 741145"/>
                    <a:gd name="connsiteX609" fmla="*/ 313382 w 946490"/>
                    <a:gd name="connsiteY609" fmla="*/ 704045 h 741145"/>
                    <a:gd name="connsiteX610" fmla="*/ 316728 w 946490"/>
                    <a:gd name="connsiteY610" fmla="*/ 689135 h 741145"/>
                    <a:gd name="connsiteX611" fmla="*/ 311715 w 946490"/>
                    <a:gd name="connsiteY611" fmla="*/ 688475 h 741145"/>
                    <a:gd name="connsiteX612" fmla="*/ 306865 w 946490"/>
                    <a:gd name="connsiteY612" fmla="*/ 683382 h 741145"/>
                    <a:gd name="connsiteX613" fmla="*/ 302397 w 946490"/>
                    <a:gd name="connsiteY613" fmla="*/ 683764 h 741145"/>
                    <a:gd name="connsiteX614" fmla="*/ 298727 w 946490"/>
                    <a:gd name="connsiteY614" fmla="*/ 681495 h 741145"/>
                    <a:gd name="connsiteX615" fmla="*/ 299306 w 946490"/>
                    <a:gd name="connsiteY615" fmla="*/ 676390 h 741145"/>
                    <a:gd name="connsiteX616" fmla="*/ 297442 w 946490"/>
                    <a:gd name="connsiteY616" fmla="*/ 674272 h 741145"/>
                    <a:gd name="connsiteX617" fmla="*/ 293993 w 946490"/>
                    <a:gd name="connsiteY617" fmla="*/ 673056 h 741145"/>
                    <a:gd name="connsiteX618" fmla="*/ 289964 w 946490"/>
                    <a:gd name="connsiteY618" fmla="*/ 675117 h 741145"/>
                    <a:gd name="connsiteX619" fmla="*/ 286457 w 946490"/>
                    <a:gd name="connsiteY619" fmla="*/ 672176 h 741145"/>
                    <a:gd name="connsiteX620" fmla="*/ 284003 w 946490"/>
                    <a:gd name="connsiteY620" fmla="*/ 669121 h 741145"/>
                    <a:gd name="connsiteX621" fmla="*/ 284859 w 946490"/>
                    <a:gd name="connsiteY621" fmla="*/ 666111 h 741145"/>
                    <a:gd name="connsiteX622" fmla="*/ 282926 w 946490"/>
                    <a:gd name="connsiteY622" fmla="*/ 661527 h 741145"/>
                    <a:gd name="connsiteX623" fmla="*/ 285033 w 946490"/>
                    <a:gd name="connsiteY623" fmla="*/ 658089 h 741145"/>
                    <a:gd name="connsiteX624" fmla="*/ 283435 w 946490"/>
                    <a:gd name="connsiteY624" fmla="*/ 650808 h 741145"/>
                    <a:gd name="connsiteX625" fmla="*/ 284419 w 946490"/>
                    <a:gd name="connsiteY625" fmla="*/ 647960 h 741145"/>
                    <a:gd name="connsiteX626" fmla="*/ 282023 w 946490"/>
                    <a:gd name="connsiteY626" fmla="*/ 646351 h 741145"/>
                    <a:gd name="connsiteX627" fmla="*/ 276305 w 946490"/>
                    <a:gd name="connsiteY627" fmla="*/ 646467 h 741145"/>
                    <a:gd name="connsiteX628" fmla="*/ 273573 w 946490"/>
                    <a:gd name="connsiteY628" fmla="*/ 644383 h 741145"/>
                    <a:gd name="connsiteX629" fmla="*/ 272566 w 946490"/>
                    <a:gd name="connsiteY629" fmla="*/ 640922 h 741145"/>
                    <a:gd name="connsiteX630" fmla="*/ 268329 w 946490"/>
                    <a:gd name="connsiteY630" fmla="*/ 640007 h 741145"/>
                    <a:gd name="connsiteX631" fmla="*/ 264694 w 946490"/>
                    <a:gd name="connsiteY631" fmla="*/ 636963 h 741145"/>
                    <a:gd name="connsiteX632" fmla="*/ 266465 w 946490"/>
                    <a:gd name="connsiteY632" fmla="*/ 623917 h 741145"/>
                    <a:gd name="connsiteX633" fmla="*/ 261522 w 946490"/>
                    <a:gd name="connsiteY633" fmla="*/ 622065 h 741145"/>
                    <a:gd name="connsiteX634" fmla="*/ 264879 w 946490"/>
                    <a:gd name="connsiteY634" fmla="*/ 619089 h 741145"/>
                    <a:gd name="connsiteX635" fmla="*/ 258304 w 946490"/>
                    <a:gd name="connsiteY635" fmla="*/ 617897 h 741145"/>
                    <a:gd name="connsiteX636" fmla="*/ 257355 w 946490"/>
                    <a:gd name="connsiteY636" fmla="*/ 613394 h 741145"/>
                    <a:gd name="connsiteX637" fmla="*/ 255619 w 946490"/>
                    <a:gd name="connsiteY637" fmla="*/ 611982 h 741145"/>
                    <a:gd name="connsiteX638" fmla="*/ 250491 w 946490"/>
                    <a:gd name="connsiteY638" fmla="*/ 614112 h 741145"/>
                    <a:gd name="connsiteX639" fmla="*/ 239366 w 946490"/>
                    <a:gd name="connsiteY639" fmla="*/ 602062 h 741145"/>
                    <a:gd name="connsiteX640" fmla="*/ 232154 w 946490"/>
                    <a:gd name="connsiteY640" fmla="*/ 606090 h 741145"/>
                    <a:gd name="connsiteX641" fmla="*/ 230325 w 946490"/>
                    <a:gd name="connsiteY641" fmla="*/ 603439 h 741145"/>
                    <a:gd name="connsiteX642" fmla="*/ 226713 w 946490"/>
                    <a:gd name="connsiteY642" fmla="*/ 603288 h 741145"/>
                    <a:gd name="connsiteX643" fmla="*/ 225556 w 946490"/>
                    <a:gd name="connsiteY643" fmla="*/ 595498 h 741145"/>
                    <a:gd name="connsiteX644" fmla="*/ 221377 w 946490"/>
                    <a:gd name="connsiteY644" fmla="*/ 594942 h 741145"/>
                    <a:gd name="connsiteX645" fmla="*/ 215103 w 946490"/>
                    <a:gd name="connsiteY645" fmla="*/ 589629 h 741145"/>
                    <a:gd name="connsiteX646" fmla="*/ 213552 w 946490"/>
                    <a:gd name="connsiteY646" fmla="*/ 583436 h 741145"/>
                    <a:gd name="connsiteX647" fmla="*/ 202670 w 946490"/>
                    <a:gd name="connsiteY647" fmla="*/ 574847 h 741145"/>
                    <a:gd name="connsiteX648" fmla="*/ 191743 w 946490"/>
                    <a:gd name="connsiteY648" fmla="*/ 557205 h 741145"/>
                    <a:gd name="connsiteX649" fmla="*/ 186997 w 946490"/>
                    <a:gd name="connsiteY649" fmla="*/ 557760 h 741145"/>
                    <a:gd name="connsiteX650" fmla="*/ 185677 w 946490"/>
                    <a:gd name="connsiteY650" fmla="*/ 552864 h 741145"/>
                    <a:gd name="connsiteX651" fmla="*/ 184577 w 946490"/>
                    <a:gd name="connsiteY651" fmla="*/ 545803 h 741145"/>
                    <a:gd name="connsiteX652" fmla="*/ 180618 w 946490"/>
                    <a:gd name="connsiteY652" fmla="*/ 542735 h 741145"/>
                    <a:gd name="connsiteX653" fmla="*/ 182100 w 946490"/>
                    <a:gd name="connsiteY653" fmla="*/ 530418 h 741145"/>
                    <a:gd name="connsiteX654" fmla="*/ 176208 w 946490"/>
                    <a:gd name="connsiteY654" fmla="*/ 524769 h 741145"/>
                    <a:gd name="connsiteX655" fmla="*/ 176046 w 946490"/>
                    <a:gd name="connsiteY655" fmla="*/ 521933 h 741145"/>
                    <a:gd name="connsiteX656" fmla="*/ 177979 w 946490"/>
                    <a:gd name="connsiteY656" fmla="*/ 519896 h 741145"/>
                    <a:gd name="connsiteX657" fmla="*/ 177169 w 946490"/>
                    <a:gd name="connsiteY657" fmla="*/ 517858 h 741145"/>
                    <a:gd name="connsiteX658" fmla="*/ 173476 w 946490"/>
                    <a:gd name="connsiteY658" fmla="*/ 518356 h 741145"/>
                    <a:gd name="connsiteX659" fmla="*/ 169436 w 946490"/>
                    <a:gd name="connsiteY659" fmla="*/ 521482 h 741145"/>
                    <a:gd name="connsiteX660" fmla="*/ 166021 w 946490"/>
                    <a:gd name="connsiteY660" fmla="*/ 521146 h 741145"/>
                    <a:gd name="connsiteX661" fmla="*/ 164933 w 946490"/>
                    <a:gd name="connsiteY661" fmla="*/ 525232 h 741145"/>
                    <a:gd name="connsiteX662" fmla="*/ 162618 w 946490"/>
                    <a:gd name="connsiteY662" fmla="*/ 525800 h 741145"/>
                    <a:gd name="connsiteX663" fmla="*/ 161171 w 946490"/>
                    <a:gd name="connsiteY663" fmla="*/ 524353 h 741145"/>
                    <a:gd name="connsiteX664" fmla="*/ 153820 w 946490"/>
                    <a:gd name="connsiteY664" fmla="*/ 525151 h 741145"/>
                    <a:gd name="connsiteX665" fmla="*/ 148241 w 946490"/>
                    <a:gd name="connsiteY665" fmla="*/ 516620 h 741145"/>
                    <a:gd name="connsiteX666" fmla="*/ 145393 w 946490"/>
                    <a:gd name="connsiteY666" fmla="*/ 521158 h 741145"/>
                    <a:gd name="connsiteX667" fmla="*/ 143981 w 946490"/>
                    <a:gd name="connsiteY667" fmla="*/ 518669 h 741145"/>
                    <a:gd name="connsiteX668" fmla="*/ 144386 w 946490"/>
                    <a:gd name="connsiteY668" fmla="*/ 512811 h 741145"/>
                    <a:gd name="connsiteX669" fmla="*/ 138320 w 946490"/>
                    <a:gd name="connsiteY669" fmla="*/ 508667 h 741145"/>
                    <a:gd name="connsiteX670" fmla="*/ 138355 w 946490"/>
                    <a:gd name="connsiteY670" fmla="*/ 503944 h 741145"/>
                    <a:gd name="connsiteX671" fmla="*/ 134616 w 946490"/>
                    <a:gd name="connsiteY671" fmla="*/ 494672 h 741145"/>
                    <a:gd name="connsiteX672" fmla="*/ 140635 w 946490"/>
                    <a:gd name="connsiteY672" fmla="*/ 487449 h 741145"/>
                    <a:gd name="connsiteX673" fmla="*/ 143078 w 946490"/>
                    <a:gd name="connsiteY673" fmla="*/ 488294 h 741145"/>
                    <a:gd name="connsiteX674" fmla="*/ 144363 w 946490"/>
                    <a:gd name="connsiteY674" fmla="*/ 487020 h 741145"/>
                    <a:gd name="connsiteX675" fmla="*/ 145682 w 946490"/>
                    <a:gd name="connsiteY675" fmla="*/ 481325 h 741145"/>
                    <a:gd name="connsiteX676" fmla="*/ 149340 w 946490"/>
                    <a:gd name="connsiteY676" fmla="*/ 477922 h 741145"/>
                    <a:gd name="connsiteX677" fmla="*/ 149606 w 946490"/>
                    <a:gd name="connsiteY677" fmla="*/ 465663 h 741145"/>
                    <a:gd name="connsiteX678" fmla="*/ 147569 w 946490"/>
                    <a:gd name="connsiteY678" fmla="*/ 461125 h 741145"/>
                    <a:gd name="connsiteX679" fmla="*/ 151598 w 946490"/>
                    <a:gd name="connsiteY679" fmla="*/ 456460 h 741145"/>
                    <a:gd name="connsiteX680" fmla="*/ 149896 w 946490"/>
                    <a:gd name="connsiteY680" fmla="*/ 454353 h 741145"/>
                    <a:gd name="connsiteX681" fmla="*/ 150371 w 946490"/>
                    <a:gd name="connsiteY681" fmla="*/ 450001 h 741145"/>
                    <a:gd name="connsiteX682" fmla="*/ 155973 w 946490"/>
                    <a:gd name="connsiteY682" fmla="*/ 446088 h 741145"/>
                    <a:gd name="connsiteX683" fmla="*/ 173754 w 946490"/>
                    <a:gd name="connsiteY683" fmla="*/ 434385 h 741145"/>
                    <a:gd name="connsiteX684" fmla="*/ 178732 w 946490"/>
                    <a:gd name="connsiteY684" fmla="*/ 432116 h 741145"/>
                    <a:gd name="connsiteX685" fmla="*/ 179021 w 946490"/>
                    <a:gd name="connsiteY685" fmla="*/ 419985 h 741145"/>
                    <a:gd name="connsiteX686" fmla="*/ 169043 w 946490"/>
                    <a:gd name="connsiteY686" fmla="*/ 412784 h 741145"/>
                    <a:gd name="connsiteX687" fmla="*/ 166843 w 946490"/>
                    <a:gd name="connsiteY687" fmla="*/ 408316 h 741145"/>
                    <a:gd name="connsiteX688" fmla="*/ 163810 w 946490"/>
                    <a:gd name="connsiteY688" fmla="*/ 409358 h 741145"/>
                    <a:gd name="connsiteX689" fmla="*/ 166751 w 946490"/>
                    <a:gd name="connsiteY689" fmla="*/ 404959 h 741145"/>
                    <a:gd name="connsiteX690" fmla="*/ 159273 w 946490"/>
                    <a:gd name="connsiteY690" fmla="*/ 395964 h 741145"/>
                    <a:gd name="connsiteX691" fmla="*/ 155753 w 946490"/>
                    <a:gd name="connsiteY691" fmla="*/ 387931 h 741145"/>
                    <a:gd name="connsiteX692" fmla="*/ 157744 w 946490"/>
                    <a:gd name="connsiteY692" fmla="*/ 385905 h 741145"/>
                    <a:gd name="connsiteX693" fmla="*/ 155707 w 946490"/>
                    <a:gd name="connsiteY693" fmla="*/ 381448 h 741145"/>
                    <a:gd name="connsiteX694" fmla="*/ 152790 w 946490"/>
                    <a:gd name="connsiteY694" fmla="*/ 380441 h 741145"/>
                    <a:gd name="connsiteX695" fmla="*/ 151899 w 946490"/>
                    <a:gd name="connsiteY695" fmla="*/ 376991 h 741145"/>
                    <a:gd name="connsiteX696" fmla="*/ 149167 w 946490"/>
                    <a:gd name="connsiteY696" fmla="*/ 375035 h 741145"/>
                    <a:gd name="connsiteX697" fmla="*/ 146481 w 946490"/>
                    <a:gd name="connsiteY697" fmla="*/ 373959 h 741145"/>
                    <a:gd name="connsiteX698" fmla="*/ 145844 w 946490"/>
                    <a:gd name="connsiteY698" fmla="*/ 375522 h 741145"/>
                    <a:gd name="connsiteX699" fmla="*/ 143194 w 946490"/>
                    <a:gd name="connsiteY699" fmla="*/ 375313 h 741145"/>
                    <a:gd name="connsiteX700" fmla="*/ 142406 w 946490"/>
                    <a:gd name="connsiteY700" fmla="*/ 373276 h 741145"/>
                    <a:gd name="connsiteX701" fmla="*/ 138528 w 946490"/>
                    <a:gd name="connsiteY701" fmla="*/ 374572 h 741145"/>
                    <a:gd name="connsiteX702" fmla="*/ 138818 w 946490"/>
                    <a:gd name="connsiteY702" fmla="*/ 371424 h 741145"/>
                    <a:gd name="connsiteX703" fmla="*/ 136144 w 946490"/>
                    <a:gd name="connsiteY703" fmla="*/ 368831 h 741145"/>
                    <a:gd name="connsiteX704" fmla="*/ 134002 w 946490"/>
                    <a:gd name="connsiteY704" fmla="*/ 370451 h 741145"/>
                    <a:gd name="connsiteX705" fmla="*/ 131803 w 946490"/>
                    <a:gd name="connsiteY705" fmla="*/ 369780 h 741145"/>
                    <a:gd name="connsiteX706" fmla="*/ 130703 w 946490"/>
                    <a:gd name="connsiteY706" fmla="*/ 365948 h 741145"/>
                    <a:gd name="connsiteX707" fmla="*/ 132798 w 946490"/>
                    <a:gd name="connsiteY707" fmla="*/ 363552 h 741145"/>
                    <a:gd name="connsiteX708" fmla="*/ 131062 w 946490"/>
                    <a:gd name="connsiteY708" fmla="*/ 359848 h 741145"/>
                    <a:gd name="connsiteX709" fmla="*/ 127103 w 946490"/>
                    <a:gd name="connsiteY709" fmla="*/ 349661 h 741145"/>
                    <a:gd name="connsiteX710" fmla="*/ 125494 w 946490"/>
                    <a:gd name="connsiteY710" fmla="*/ 349337 h 741145"/>
                    <a:gd name="connsiteX711" fmla="*/ 122368 w 946490"/>
                    <a:gd name="connsiteY711" fmla="*/ 353574 h 741145"/>
                    <a:gd name="connsiteX712" fmla="*/ 120713 w 946490"/>
                    <a:gd name="connsiteY712" fmla="*/ 352277 h 741145"/>
                    <a:gd name="connsiteX713" fmla="*/ 116777 w 946490"/>
                    <a:gd name="connsiteY713" fmla="*/ 354615 h 741145"/>
                    <a:gd name="connsiteX714" fmla="*/ 116720 w 946490"/>
                    <a:gd name="connsiteY714" fmla="*/ 350992 h 741145"/>
                    <a:gd name="connsiteX715" fmla="*/ 114624 w 946490"/>
                    <a:gd name="connsiteY715" fmla="*/ 348654 h 741145"/>
                    <a:gd name="connsiteX716" fmla="*/ 118433 w 946490"/>
                    <a:gd name="connsiteY716" fmla="*/ 344718 h 741145"/>
                    <a:gd name="connsiteX717" fmla="*/ 115215 w 946490"/>
                    <a:gd name="connsiteY717" fmla="*/ 342600 h 741145"/>
                    <a:gd name="connsiteX718" fmla="*/ 93024 w 946490"/>
                    <a:gd name="connsiteY718" fmla="*/ 346686 h 741145"/>
                    <a:gd name="connsiteX719" fmla="*/ 91461 w 946490"/>
                    <a:gd name="connsiteY719" fmla="*/ 345424 h 741145"/>
                    <a:gd name="connsiteX720" fmla="*/ 92202 w 946490"/>
                    <a:gd name="connsiteY720" fmla="*/ 343086 h 741145"/>
                    <a:gd name="connsiteX721" fmla="*/ 84469 w 946490"/>
                    <a:gd name="connsiteY721" fmla="*/ 335237 h 741145"/>
                    <a:gd name="connsiteX722" fmla="*/ 77257 w 946490"/>
                    <a:gd name="connsiteY722" fmla="*/ 337796 h 741145"/>
                    <a:gd name="connsiteX723" fmla="*/ 72963 w 946490"/>
                    <a:gd name="connsiteY723" fmla="*/ 334693 h 741145"/>
                    <a:gd name="connsiteX724" fmla="*/ 73032 w 946490"/>
                    <a:gd name="connsiteY724" fmla="*/ 325363 h 741145"/>
                    <a:gd name="connsiteX725" fmla="*/ 73738 w 946490"/>
                    <a:gd name="connsiteY725" fmla="*/ 324391 h 741145"/>
                    <a:gd name="connsiteX726" fmla="*/ 77026 w 946490"/>
                    <a:gd name="connsiteY726" fmla="*/ 327192 h 741145"/>
                    <a:gd name="connsiteX727" fmla="*/ 77443 w 946490"/>
                    <a:gd name="connsiteY727" fmla="*/ 326035 h 741145"/>
                    <a:gd name="connsiteX728" fmla="*/ 76088 w 946490"/>
                    <a:gd name="connsiteY728" fmla="*/ 321381 h 741145"/>
                    <a:gd name="connsiteX729" fmla="*/ 71319 w 946490"/>
                    <a:gd name="connsiteY729" fmla="*/ 320304 h 741145"/>
                    <a:gd name="connsiteX730" fmla="*/ 69768 w 946490"/>
                    <a:gd name="connsiteY730" fmla="*/ 307629 h 741145"/>
                    <a:gd name="connsiteX731" fmla="*/ 65612 w 946490"/>
                    <a:gd name="connsiteY731" fmla="*/ 302651 h 741145"/>
                    <a:gd name="connsiteX732" fmla="*/ 47669 w 946490"/>
                    <a:gd name="connsiteY732" fmla="*/ 309018 h 741145"/>
                    <a:gd name="connsiteX733" fmla="*/ 45285 w 946490"/>
                    <a:gd name="connsiteY733" fmla="*/ 306946 h 741145"/>
                    <a:gd name="connsiteX734" fmla="*/ 36267 w 946490"/>
                    <a:gd name="connsiteY734" fmla="*/ 307536 h 741145"/>
                    <a:gd name="connsiteX735" fmla="*/ 32563 w 946490"/>
                    <a:gd name="connsiteY735" fmla="*/ 304144 h 741145"/>
                    <a:gd name="connsiteX736" fmla="*/ 34473 w 946490"/>
                    <a:gd name="connsiteY736" fmla="*/ 287070 h 741145"/>
                    <a:gd name="connsiteX737" fmla="*/ 32273 w 946490"/>
                    <a:gd name="connsiteY737" fmla="*/ 286295 h 741145"/>
                    <a:gd name="connsiteX738" fmla="*/ 28847 w 946490"/>
                    <a:gd name="connsiteY738" fmla="*/ 281085 h 741145"/>
                    <a:gd name="connsiteX739" fmla="*/ 20038 w 946490"/>
                    <a:gd name="connsiteY739" fmla="*/ 277439 h 741145"/>
                    <a:gd name="connsiteX740" fmla="*/ 18938 w 946490"/>
                    <a:gd name="connsiteY740" fmla="*/ 275112 h 741145"/>
                    <a:gd name="connsiteX741" fmla="*/ 13926 w 946490"/>
                    <a:gd name="connsiteY741" fmla="*/ 275552 h 741145"/>
                    <a:gd name="connsiteX742" fmla="*/ 13926 w 946490"/>
                    <a:gd name="connsiteY742" fmla="*/ 271130 h 741145"/>
                    <a:gd name="connsiteX743" fmla="*/ 9562 w 946490"/>
                    <a:gd name="connsiteY743" fmla="*/ 269938 h 741145"/>
                    <a:gd name="connsiteX744" fmla="*/ 9770 w 946490"/>
                    <a:gd name="connsiteY744" fmla="*/ 267287 h 741145"/>
                    <a:gd name="connsiteX745" fmla="*/ 6471 w 946490"/>
                    <a:gd name="connsiteY745" fmla="*/ 263884 h 741145"/>
                    <a:gd name="connsiteX746" fmla="*/ 6853 w 946490"/>
                    <a:gd name="connsiteY746" fmla="*/ 262263 h 741145"/>
                    <a:gd name="connsiteX747" fmla="*/ 463 w 946490"/>
                    <a:gd name="connsiteY747" fmla="*/ 258929 h 741145"/>
                    <a:gd name="connsiteX748" fmla="*/ 0 w 946490"/>
                    <a:gd name="connsiteY748" fmla="*/ 256383 h 741145"/>
                    <a:gd name="connsiteX749" fmla="*/ 1169 w 946490"/>
                    <a:gd name="connsiteY749" fmla="*/ 254704 h 741145"/>
                    <a:gd name="connsiteX750" fmla="*/ 521 w 946490"/>
                    <a:gd name="connsiteY750" fmla="*/ 248522 h 741145"/>
                    <a:gd name="connsiteX751" fmla="*/ 2442 w 946490"/>
                    <a:gd name="connsiteY751" fmla="*/ 246798 h 741145"/>
                    <a:gd name="connsiteX752" fmla="*/ 1586 w 946490"/>
                    <a:gd name="connsiteY752" fmla="*/ 241091 h 741145"/>
                    <a:gd name="connsiteX753" fmla="*/ 6170 w 946490"/>
                    <a:gd name="connsiteY753" fmla="*/ 240975 h 741145"/>
                    <a:gd name="connsiteX754" fmla="*/ 7408 w 946490"/>
                    <a:gd name="connsiteY754" fmla="*/ 238463 h 741145"/>
                    <a:gd name="connsiteX755" fmla="*/ 10765 w 946490"/>
                    <a:gd name="connsiteY755" fmla="*/ 238428 h 741145"/>
                    <a:gd name="connsiteX756" fmla="*/ 12629 w 946490"/>
                    <a:gd name="connsiteY756" fmla="*/ 231494 h 741145"/>
                    <a:gd name="connsiteX757" fmla="*/ 29588 w 946490"/>
                    <a:gd name="connsiteY757" fmla="*/ 212325 h 741145"/>
                    <a:gd name="connsiteX758" fmla="*/ 31787 w 946490"/>
                    <a:gd name="connsiteY758" fmla="*/ 204719 h 741145"/>
                    <a:gd name="connsiteX759" fmla="*/ 36256 w 946490"/>
                    <a:gd name="connsiteY759" fmla="*/ 198017 h 741145"/>
                    <a:gd name="connsiteX760" fmla="*/ 42958 w 946490"/>
                    <a:gd name="connsiteY760" fmla="*/ 198642 h 741145"/>
                    <a:gd name="connsiteX761" fmla="*/ 45007 w 946490"/>
                    <a:gd name="connsiteY761" fmla="*/ 200332 h 741145"/>
                    <a:gd name="connsiteX762" fmla="*/ 53110 w 946490"/>
                    <a:gd name="connsiteY762" fmla="*/ 198144 h 741145"/>
                    <a:gd name="connsiteX763" fmla="*/ 55286 w 946490"/>
                    <a:gd name="connsiteY763" fmla="*/ 199198 h 741145"/>
                    <a:gd name="connsiteX764" fmla="*/ 58389 w 946490"/>
                    <a:gd name="connsiteY764" fmla="*/ 190713 h 741145"/>
                    <a:gd name="connsiteX765" fmla="*/ 66573 w 946490"/>
                    <a:gd name="connsiteY765" fmla="*/ 190330 h 741145"/>
                    <a:gd name="connsiteX766" fmla="*/ 66839 w 946490"/>
                    <a:gd name="connsiteY766" fmla="*/ 185550 h 741145"/>
                    <a:gd name="connsiteX767" fmla="*/ 70289 w 946490"/>
                    <a:gd name="connsiteY767" fmla="*/ 184670 h 741145"/>
                    <a:gd name="connsiteX768" fmla="*/ 75162 w 946490"/>
                    <a:gd name="connsiteY768" fmla="*/ 191720 h 741145"/>
                    <a:gd name="connsiteX769" fmla="*/ 78739 w 946490"/>
                    <a:gd name="connsiteY769" fmla="*/ 191859 h 741145"/>
                    <a:gd name="connsiteX770" fmla="*/ 82895 w 946490"/>
                    <a:gd name="connsiteY770" fmla="*/ 189624 h 741145"/>
                    <a:gd name="connsiteX771" fmla="*/ 85187 w 946490"/>
                    <a:gd name="connsiteY771" fmla="*/ 180387 h 741145"/>
                    <a:gd name="connsiteX772" fmla="*/ 86460 w 946490"/>
                    <a:gd name="connsiteY772" fmla="*/ 172677 h 741145"/>
                    <a:gd name="connsiteX773" fmla="*/ 82906 w 946490"/>
                    <a:gd name="connsiteY773" fmla="*/ 167121 h 741145"/>
                    <a:gd name="connsiteX774" fmla="*/ 85928 w 946490"/>
                    <a:gd name="connsiteY774" fmla="*/ 162745 h 741145"/>
                    <a:gd name="connsiteX775" fmla="*/ 83543 w 946490"/>
                    <a:gd name="connsiteY775" fmla="*/ 158948 h 741145"/>
                    <a:gd name="connsiteX776" fmla="*/ 84851 w 946490"/>
                    <a:gd name="connsiteY776" fmla="*/ 155753 h 741145"/>
                    <a:gd name="connsiteX777" fmla="*/ 83450 w 946490"/>
                    <a:gd name="connsiteY777" fmla="*/ 153311 h 741145"/>
                    <a:gd name="connsiteX778" fmla="*/ 84874 w 946490"/>
                    <a:gd name="connsiteY778" fmla="*/ 151216 h 741145"/>
                    <a:gd name="connsiteX779" fmla="*/ 83983 w 946490"/>
                    <a:gd name="connsiteY779" fmla="*/ 148669 h 741145"/>
                    <a:gd name="connsiteX780" fmla="*/ 86761 w 946490"/>
                    <a:gd name="connsiteY780" fmla="*/ 147211 h 741145"/>
                    <a:gd name="connsiteX781" fmla="*/ 88555 w 946490"/>
                    <a:gd name="connsiteY781" fmla="*/ 140913 h 741145"/>
                    <a:gd name="connsiteX782" fmla="*/ 85013 w 946490"/>
                    <a:gd name="connsiteY782" fmla="*/ 136526 h 741145"/>
                    <a:gd name="connsiteX783" fmla="*/ 80012 w 946490"/>
                    <a:gd name="connsiteY783" fmla="*/ 134616 h 741145"/>
                    <a:gd name="connsiteX784" fmla="*/ 79688 w 946490"/>
                    <a:gd name="connsiteY784" fmla="*/ 131386 h 741145"/>
                    <a:gd name="connsiteX785" fmla="*/ 68749 w 946490"/>
                    <a:gd name="connsiteY785" fmla="*/ 122137 h 741145"/>
                    <a:gd name="connsiteX786" fmla="*/ 71145 w 946490"/>
                    <a:gd name="connsiteY786" fmla="*/ 122809 h 741145"/>
                    <a:gd name="connsiteX787" fmla="*/ 76690 w 946490"/>
                    <a:gd name="connsiteY787" fmla="*/ 120088 h 741145"/>
                    <a:gd name="connsiteX788" fmla="*/ 83080 w 946490"/>
                    <a:gd name="connsiteY788" fmla="*/ 115133 h 741145"/>
                    <a:gd name="connsiteX789" fmla="*/ 86217 w 946490"/>
                    <a:gd name="connsiteY789" fmla="*/ 110318 h 741145"/>
                    <a:gd name="connsiteX790" fmla="*/ 92943 w 946490"/>
                    <a:gd name="connsiteY790" fmla="*/ 110005 h 741145"/>
                    <a:gd name="connsiteX791" fmla="*/ 94922 w 946490"/>
                    <a:gd name="connsiteY791" fmla="*/ 101775 h 741145"/>
                    <a:gd name="connsiteX792" fmla="*/ 90222 w 946490"/>
                    <a:gd name="connsiteY792" fmla="*/ 98106 h 741145"/>
                    <a:gd name="connsiteX793" fmla="*/ 89377 w 946490"/>
                    <a:gd name="connsiteY793" fmla="*/ 84758 h 741145"/>
                    <a:gd name="connsiteX794" fmla="*/ 91033 w 946490"/>
                    <a:gd name="connsiteY794" fmla="*/ 80962 h 741145"/>
                    <a:gd name="connsiteX795" fmla="*/ 94992 w 946490"/>
                    <a:gd name="connsiteY795" fmla="*/ 77929 h 741145"/>
                    <a:gd name="connsiteX796" fmla="*/ 94668 w 946490"/>
                    <a:gd name="connsiteY796" fmla="*/ 73310 h 741145"/>
                    <a:gd name="connsiteX797" fmla="*/ 102041 w 946490"/>
                    <a:gd name="connsiteY797" fmla="*/ 72396 h 741145"/>
                    <a:gd name="connsiteX798" fmla="*/ 104102 w 946490"/>
                    <a:gd name="connsiteY798" fmla="*/ 71215 h 741145"/>
                    <a:gd name="connsiteX799" fmla="*/ 103245 w 946490"/>
                    <a:gd name="connsiteY799" fmla="*/ 68679 h 741145"/>
                    <a:gd name="connsiteX800" fmla="*/ 109542 w 946490"/>
                    <a:gd name="connsiteY800" fmla="*/ 65936 h 741145"/>
                    <a:gd name="connsiteX801" fmla="*/ 114312 w 946490"/>
                    <a:gd name="connsiteY801" fmla="*/ 68135 h 741145"/>
                    <a:gd name="connsiteX802" fmla="*/ 130182 w 946490"/>
                    <a:gd name="connsiteY802" fmla="*/ 67742 h 741145"/>
                    <a:gd name="connsiteX803" fmla="*/ 134245 w 946490"/>
                    <a:gd name="connsiteY803" fmla="*/ 60310 h 741145"/>
                    <a:gd name="connsiteX804" fmla="*/ 136619 w 946490"/>
                    <a:gd name="connsiteY804" fmla="*/ 60611 h 741145"/>
                    <a:gd name="connsiteX805" fmla="*/ 136734 w 946490"/>
                    <a:gd name="connsiteY805" fmla="*/ 62336 h 741145"/>
                    <a:gd name="connsiteX806" fmla="*/ 140485 w 946490"/>
                    <a:gd name="connsiteY806" fmla="*/ 63945 h 741145"/>
                    <a:gd name="connsiteX807" fmla="*/ 143622 w 946490"/>
                    <a:gd name="connsiteY807" fmla="*/ 61317 h 741145"/>
                    <a:gd name="connsiteX808" fmla="*/ 155117 w 946490"/>
                    <a:gd name="connsiteY808" fmla="*/ 59986 h 741145"/>
                    <a:gd name="connsiteX809" fmla="*/ 165466 w 946490"/>
                    <a:gd name="connsiteY809" fmla="*/ 56398 h 741145"/>
                    <a:gd name="connsiteX810" fmla="*/ 174066 w 946490"/>
                    <a:gd name="connsiteY810" fmla="*/ 49244 h 741145"/>
                    <a:gd name="connsiteX811" fmla="*/ 180271 w 946490"/>
                    <a:gd name="connsiteY811" fmla="*/ 47461 h 741145"/>
                    <a:gd name="connsiteX812" fmla="*/ 179739 w 946490"/>
                    <a:gd name="connsiteY812" fmla="*/ 52415 h 741145"/>
                    <a:gd name="connsiteX813" fmla="*/ 196165 w 946490"/>
                    <a:gd name="connsiteY813" fmla="*/ 57289 h 741145"/>
                    <a:gd name="connsiteX814" fmla="*/ 200020 w 946490"/>
                    <a:gd name="connsiteY814" fmla="*/ 61387 h 741145"/>
                    <a:gd name="connsiteX815" fmla="*/ 203238 w 946490"/>
                    <a:gd name="connsiteY815" fmla="*/ 61503 h 741145"/>
                    <a:gd name="connsiteX816" fmla="*/ 205321 w 946490"/>
                    <a:gd name="connsiteY816" fmla="*/ 66330 h 741145"/>
                    <a:gd name="connsiteX817" fmla="*/ 214744 w 946490"/>
                    <a:gd name="connsiteY817" fmla="*/ 65230 h 741145"/>
                    <a:gd name="connsiteX818" fmla="*/ 231564 w 946490"/>
                    <a:gd name="connsiteY818" fmla="*/ 57266 h 741145"/>
                    <a:gd name="connsiteX819" fmla="*/ 236981 w 946490"/>
                    <a:gd name="connsiteY819" fmla="*/ 50702 h 741145"/>
                    <a:gd name="connsiteX820" fmla="*/ 240512 w 946490"/>
                    <a:gd name="connsiteY820" fmla="*/ 48295 h 741145"/>
                    <a:gd name="connsiteX821" fmla="*/ 243302 w 946490"/>
                    <a:gd name="connsiteY821" fmla="*/ 48445 h 741145"/>
                    <a:gd name="connsiteX822" fmla="*/ 243730 w 946490"/>
                    <a:gd name="connsiteY822" fmla="*/ 35689 h 741145"/>
                    <a:gd name="connsiteX823" fmla="*/ 247006 w 946490"/>
                    <a:gd name="connsiteY823" fmla="*/ 35619 h 741145"/>
                    <a:gd name="connsiteX824" fmla="*/ 250004 w 946490"/>
                    <a:gd name="connsiteY824" fmla="*/ 32795 h 741145"/>
                    <a:gd name="connsiteX825" fmla="*/ 253998 w 946490"/>
                    <a:gd name="connsiteY825" fmla="*/ 36024 h 741145"/>
                    <a:gd name="connsiteX826" fmla="*/ 255838 w 946490"/>
                    <a:gd name="connsiteY826" fmla="*/ 40585 h 741145"/>
                    <a:gd name="connsiteX827" fmla="*/ 265944 w 946490"/>
                    <a:gd name="connsiteY827" fmla="*/ 46836 h 741145"/>
                    <a:gd name="connsiteX828" fmla="*/ 267901 w 946490"/>
                    <a:gd name="connsiteY828" fmla="*/ 37101 h 741145"/>
                    <a:gd name="connsiteX829" fmla="*/ 269602 w 946490"/>
                    <a:gd name="connsiteY829" fmla="*/ 33582 h 741145"/>
                    <a:gd name="connsiteX830" fmla="*/ 271674 w 946490"/>
                    <a:gd name="connsiteY830" fmla="*/ 33744 h 741145"/>
                    <a:gd name="connsiteX831" fmla="*/ 270412 w 946490"/>
                    <a:gd name="connsiteY831" fmla="*/ 18961 h 741145"/>
                    <a:gd name="connsiteX832" fmla="*/ 273816 w 946490"/>
                    <a:gd name="connsiteY832" fmla="*/ 18382 h 741145"/>
                    <a:gd name="connsiteX833" fmla="*/ 276733 w 946490"/>
                    <a:gd name="connsiteY833" fmla="*/ 20663 h 741145"/>
                    <a:gd name="connsiteX834" fmla="*/ 286364 w 946490"/>
                    <a:gd name="connsiteY834" fmla="*/ 21346 h 741145"/>
                    <a:gd name="connsiteX835" fmla="*/ 288332 w 946490"/>
                    <a:gd name="connsiteY835" fmla="*/ 19714 h 741145"/>
                    <a:gd name="connsiteX836" fmla="*/ 290358 w 946490"/>
                    <a:gd name="connsiteY836" fmla="*/ 12756 h 741145"/>
                    <a:gd name="connsiteX837" fmla="*/ 298704 w 946490"/>
                    <a:gd name="connsiteY837" fmla="*/ 16426 h 741145"/>
                    <a:gd name="connsiteX838" fmla="*/ 303728 w 946490"/>
                    <a:gd name="connsiteY838" fmla="*/ 17977 h 741145"/>
                    <a:gd name="connsiteX839" fmla="*/ 312051 w 946490"/>
                    <a:gd name="connsiteY839" fmla="*/ 17202 h 741145"/>
                    <a:gd name="connsiteX840" fmla="*/ 313185 w 946490"/>
                    <a:gd name="connsiteY840" fmla="*/ 23036 h 741145"/>
                    <a:gd name="connsiteX841" fmla="*/ 320339 w 946490"/>
                    <a:gd name="connsiteY841" fmla="*/ 22584 h 741145"/>
                    <a:gd name="connsiteX842" fmla="*/ 320652 w 946490"/>
                    <a:gd name="connsiteY842" fmla="*/ 26497 h 741145"/>
                    <a:gd name="connsiteX843" fmla="*/ 318163 w 946490"/>
                    <a:gd name="connsiteY843" fmla="*/ 27412 h 741145"/>
                    <a:gd name="connsiteX844" fmla="*/ 320524 w 946490"/>
                    <a:gd name="connsiteY844" fmla="*/ 29194 h 741145"/>
                    <a:gd name="connsiteX845" fmla="*/ 323858 w 946490"/>
                    <a:gd name="connsiteY845" fmla="*/ 28870 h 741145"/>
                    <a:gd name="connsiteX846" fmla="*/ 327979 w 946490"/>
                    <a:gd name="connsiteY846" fmla="*/ 25698 h 741145"/>
                    <a:gd name="connsiteX847" fmla="*/ 331533 w 946490"/>
                    <a:gd name="connsiteY847" fmla="*/ 27064 h 741145"/>
                    <a:gd name="connsiteX848" fmla="*/ 331035 w 946490"/>
                    <a:gd name="connsiteY848" fmla="*/ 31220 h 741145"/>
                    <a:gd name="connsiteX849" fmla="*/ 338409 w 946490"/>
                    <a:gd name="connsiteY849" fmla="*/ 29843 h 741145"/>
                    <a:gd name="connsiteX850" fmla="*/ 338340 w 946490"/>
                    <a:gd name="connsiteY850" fmla="*/ 31822 h 741145"/>
                    <a:gd name="connsiteX851" fmla="*/ 334740 w 946490"/>
                    <a:gd name="connsiteY851" fmla="*/ 34890 h 741145"/>
                    <a:gd name="connsiteX852" fmla="*/ 339069 w 946490"/>
                    <a:gd name="connsiteY852" fmla="*/ 34346 h 741145"/>
                    <a:gd name="connsiteX853" fmla="*/ 337807 w 946490"/>
                    <a:gd name="connsiteY853" fmla="*/ 39103 h 741145"/>
                    <a:gd name="connsiteX854" fmla="*/ 341153 w 946490"/>
                    <a:gd name="connsiteY854" fmla="*/ 43166 h 741145"/>
                    <a:gd name="connsiteX855" fmla="*/ 347369 w 946490"/>
                    <a:gd name="connsiteY855" fmla="*/ 46176 h 741145"/>
                    <a:gd name="connsiteX856" fmla="*/ 350680 w 946490"/>
                    <a:gd name="connsiteY856" fmla="*/ 54233 h 741145"/>
                    <a:gd name="connsiteX857" fmla="*/ 355125 w 946490"/>
                    <a:gd name="connsiteY857" fmla="*/ 55437 h 741145"/>
                    <a:gd name="connsiteX858" fmla="*/ 359535 w 946490"/>
                    <a:gd name="connsiteY858" fmla="*/ 54291 h 741145"/>
                    <a:gd name="connsiteX859" fmla="*/ 355981 w 946490"/>
                    <a:gd name="connsiteY859" fmla="*/ 51547 h 741145"/>
                    <a:gd name="connsiteX860" fmla="*/ 356398 w 946490"/>
                    <a:gd name="connsiteY860" fmla="*/ 46223 h 741145"/>
                    <a:gd name="connsiteX861" fmla="*/ 361434 w 946490"/>
                    <a:gd name="connsiteY861" fmla="*/ 46790 h 741145"/>
                    <a:gd name="connsiteX862" fmla="*/ 362429 w 946490"/>
                    <a:gd name="connsiteY862" fmla="*/ 51941 h 741145"/>
                    <a:gd name="connsiteX863" fmla="*/ 364420 w 946490"/>
                    <a:gd name="connsiteY863" fmla="*/ 47635 h 741145"/>
                    <a:gd name="connsiteX864" fmla="*/ 369074 w 946490"/>
                    <a:gd name="connsiteY864" fmla="*/ 45308 h 741145"/>
                    <a:gd name="connsiteX865" fmla="*/ 366631 w 946490"/>
                    <a:gd name="connsiteY865" fmla="*/ 51524 h 741145"/>
                    <a:gd name="connsiteX866" fmla="*/ 374746 w 946490"/>
                    <a:gd name="connsiteY866" fmla="*/ 52543 h 741145"/>
                    <a:gd name="connsiteX867" fmla="*/ 377455 w 946490"/>
                    <a:gd name="connsiteY867" fmla="*/ 59396 h 741145"/>
                    <a:gd name="connsiteX868" fmla="*/ 375961 w 946490"/>
                    <a:gd name="connsiteY868" fmla="*/ 63262 h 741145"/>
                    <a:gd name="connsiteX869" fmla="*/ 379052 w 946490"/>
                    <a:gd name="connsiteY869" fmla="*/ 65716 h 741145"/>
                    <a:gd name="connsiteX870" fmla="*/ 381425 w 946490"/>
                    <a:gd name="connsiteY870" fmla="*/ 65068 h 741145"/>
                    <a:gd name="connsiteX871" fmla="*/ 379110 w 946490"/>
                    <a:gd name="connsiteY871" fmla="*/ 59824 h 741145"/>
                    <a:gd name="connsiteX872" fmla="*/ 382305 w 946490"/>
                    <a:gd name="connsiteY872" fmla="*/ 57081 h 741145"/>
                    <a:gd name="connsiteX873" fmla="*/ 378716 w 946490"/>
                    <a:gd name="connsiteY873" fmla="*/ 52682 h 741145"/>
                    <a:gd name="connsiteX874" fmla="*/ 380812 w 946490"/>
                    <a:gd name="connsiteY874" fmla="*/ 48005 h 741145"/>
                    <a:gd name="connsiteX875" fmla="*/ 379330 w 946490"/>
                    <a:gd name="connsiteY875" fmla="*/ 45389 h 741145"/>
                    <a:gd name="connsiteX876" fmla="*/ 380198 w 946490"/>
                    <a:gd name="connsiteY876" fmla="*/ 40481 h 741145"/>
                    <a:gd name="connsiteX877" fmla="*/ 375105 w 946490"/>
                    <a:gd name="connsiteY877" fmla="*/ 39254 h 741145"/>
                    <a:gd name="connsiteX878" fmla="*/ 374908 w 946490"/>
                    <a:gd name="connsiteY878" fmla="*/ 36742 h 741145"/>
                    <a:gd name="connsiteX879" fmla="*/ 380383 w 946490"/>
                    <a:gd name="connsiteY879" fmla="*/ 34809 h 741145"/>
                    <a:gd name="connsiteX880" fmla="*/ 388544 w 946490"/>
                    <a:gd name="connsiteY880" fmla="*/ 44405 h 741145"/>
                    <a:gd name="connsiteX881" fmla="*/ 391403 w 946490"/>
                    <a:gd name="connsiteY881" fmla="*/ 45979 h 741145"/>
                    <a:gd name="connsiteX882" fmla="*/ 389540 w 946490"/>
                    <a:gd name="connsiteY882" fmla="*/ 49128 h 741145"/>
                    <a:gd name="connsiteX883" fmla="*/ 396173 w 946490"/>
                    <a:gd name="connsiteY883" fmla="*/ 50401 h 741145"/>
                    <a:gd name="connsiteX884" fmla="*/ 398036 w 946490"/>
                    <a:gd name="connsiteY884" fmla="*/ 40782 h 741145"/>
                    <a:gd name="connsiteX885" fmla="*/ 400734 w 946490"/>
                    <a:gd name="connsiteY885" fmla="*/ 41129 h 741145"/>
                    <a:gd name="connsiteX886" fmla="*/ 402204 w 946490"/>
                    <a:gd name="connsiteY886" fmla="*/ 45354 h 741145"/>
                    <a:gd name="connsiteX887" fmla="*/ 406290 w 946490"/>
                    <a:gd name="connsiteY887" fmla="*/ 44382 h 741145"/>
                    <a:gd name="connsiteX888" fmla="*/ 406962 w 946490"/>
                    <a:gd name="connsiteY888" fmla="*/ 40411 h 741145"/>
                    <a:gd name="connsiteX889" fmla="*/ 410677 w 946490"/>
                    <a:gd name="connsiteY889" fmla="*/ 45030 h 741145"/>
                    <a:gd name="connsiteX890" fmla="*/ 409161 w 946490"/>
                    <a:gd name="connsiteY890" fmla="*/ 47183 h 741145"/>
                    <a:gd name="connsiteX891" fmla="*/ 409971 w 946490"/>
                    <a:gd name="connsiteY891" fmla="*/ 53157 h 741145"/>
                    <a:gd name="connsiteX892" fmla="*/ 412796 w 946490"/>
                    <a:gd name="connsiteY892" fmla="*/ 56872 h 741145"/>
                    <a:gd name="connsiteX893" fmla="*/ 415470 w 946490"/>
                    <a:gd name="connsiteY893" fmla="*/ 52740 h 741145"/>
                    <a:gd name="connsiteX894" fmla="*/ 419440 w 946490"/>
                    <a:gd name="connsiteY894" fmla="*/ 53006 h 741145"/>
                    <a:gd name="connsiteX895" fmla="*/ 419927 w 946490"/>
                    <a:gd name="connsiteY895" fmla="*/ 57856 h 741145"/>
                    <a:gd name="connsiteX896" fmla="*/ 428551 w 946490"/>
                    <a:gd name="connsiteY896" fmla="*/ 53041 h 741145"/>
                    <a:gd name="connsiteX897" fmla="*/ 430299 w 946490"/>
                    <a:gd name="connsiteY897" fmla="*/ 50042 h 741145"/>
                    <a:gd name="connsiteX898" fmla="*/ 433702 w 946490"/>
                    <a:gd name="connsiteY898" fmla="*/ 49336 h 741145"/>
                    <a:gd name="connsiteX899" fmla="*/ 434686 w 946490"/>
                    <a:gd name="connsiteY899" fmla="*/ 50841 h 741145"/>
                    <a:gd name="connsiteX900" fmla="*/ 437638 w 946490"/>
                    <a:gd name="connsiteY900" fmla="*/ 46338 h 741145"/>
                    <a:gd name="connsiteX901" fmla="*/ 439316 w 946490"/>
                    <a:gd name="connsiteY901" fmla="*/ 46743 h 741145"/>
                    <a:gd name="connsiteX902" fmla="*/ 438298 w 946490"/>
                    <a:gd name="connsiteY902" fmla="*/ 43664 h 741145"/>
                    <a:gd name="connsiteX903" fmla="*/ 441226 w 946490"/>
                    <a:gd name="connsiteY903" fmla="*/ 42194 h 741145"/>
                    <a:gd name="connsiteX904" fmla="*/ 449318 w 946490"/>
                    <a:gd name="connsiteY904" fmla="*/ 43942 h 741145"/>
                    <a:gd name="connsiteX905" fmla="*/ 450672 w 946490"/>
                    <a:gd name="connsiteY905" fmla="*/ 37772 h 741145"/>
                    <a:gd name="connsiteX906" fmla="*/ 449480 w 946490"/>
                    <a:gd name="connsiteY906" fmla="*/ 35827 h 741145"/>
                    <a:gd name="connsiteX907" fmla="*/ 454388 w 946490"/>
                    <a:gd name="connsiteY907" fmla="*/ 35457 h 741145"/>
                    <a:gd name="connsiteX908" fmla="*/ 457085 w 946490"/>
                    <a:gd name="connsiteY908" fmla="*/ 32795 h 741145"/>
                    <a:gd name="connsiteX909" fmla="*/ 456888 w 946490"/>
                    <a:gd name="connsiteY909" fmla="*/ 30340 h 741145"/>
                    <a:gd name="connsiteX910" fmla="*/ 459365 w 946490"/>
                    <a:gd name="connsiteY910" fmla="*/ 29322 h 741145"/>
                    <a:gd name="connsiteX911" fmla="*/ 467550 w 946490"/>
                    <a:gd name="connsiteY911" fmla="*/ 32227 h 741145"/>
                    <a:gd name="connsiteX912" fmla="*/ 473939 w 946490"/>
                    <a:gd name="connsiteY912" fmla="*/ 31926 h 741145"/>
                    <a:gd name="connsiteX913" fmla="*/ 477933 w 946490"/>
                    <a:gd name="connsiteY913" fmla="*/ 34693 h 741145"/>
                    <a:gd name="connsiteX914" fmla="*/ 487287 w 946490"/>
                    <a:gd name="connsiteY914" fmla="*/ 34392 h 741145"/>
                    <a:gd name="connsiteX915" fmla="*/ 496837 w 946490"/>
                    <a:gd name="connsiteY915" fmla="*/ 36996 h 741145"/>
                    <a:gd name="connsiteX916" fmla="*/ 499048 w 946490"/>
                    <a:gd name="connsiteY916" fmla="*/ 33339 h 741145"/>
                    <a:gd name="connsiteX917" fmla="*/ 504940 w 946490"/>
                    <a:gd name="connsiteY917" fmla="*/ 31857 h 741145"/>
                    <a:gd name="connsiteX918" fmla="*/ 524781 w 946490"/>
                    <a:gd name="connsiteY918" fmla="*/ 39069 h 741145"/>
                    <a:gd name="connsiteX919" fmla="*/ 529180 w 946490"/>
                    <a:gd name="connsiteY919" fmla="*/ 34311 h 741145"/>
                    <a:gd name="connsiteX920" fmla="*/ 536160 w 946490"/>
                    <a:gd name="connsiteY920" fmla="*/ 33640 h 741145"/>
                    <a:gd name="connsiteX921" fmla="*/ 548384 w 946490"/>
                    <a:gd name="connsiteY921" fmla="*/ 36846 h 741145"/>
                    <a:gd name="connsiteX922" fmla="*/ 553559 w 946490"/>
                    <a:gd name="connsiteY922" fmla="*/ 42194 h 741145"/>
                    <a:gd name="connsiteX923" fmla="*/ 578157 w 946490"/>
                    <a:gd name="connsiteY923" fmla="*/ 36522 h 741145"/>
                    <a:gd name="connsiteX924" fmla="*/ 579940 w 946490"/>
                    <a:gd name="connsiteY924" fmla="*/ 39948 h 741145"/>
                    <a:gd name="connsiteX925" fmla="*/ 589305 w 946490"/>
                    <a:gd name="connsiteY925" fmla="*/ 41673 h 741145"/>
                    <a:gd name="connsiteX926" fmla="*/ 590844 w 946490"/>
                    <a:gd name="connsiteY926" fmla="*/ 39740 h 741145"/>
                    <a:gd name="connsiteX927" fmla="*/ 587522 w 946490"/>
                    <a:gd name="connsiteY927" fmla="*/ 33038 h 741145"/>
                    <a:gd name="connsiteX928" fmla="*/ 588865 w 946490"/>
                    <a:gd name="connsiteY928" fmla="*/ 16959 h 741145"/>
                    <a:gd name="connsiteX929" fmla="*/ 596088 w 946490"/>
                    <a:gd name="connsiteY929" fmla="*/ 5915 h 741145"/>
                    <a:gd name="connsiteX930" fmla="*/ 599908 w 946490"/>
                    <a:gd name="connsiteY930" fmla="*/ 3542 h 741145"/>
                    <a:gd name="connsiteX931" fmla="*/ 605141 w 946490"/>
                    <a:gd name="connsiteY931" fmla="*/ 4329 h 741145"/>
                    <a:gd name="connsiteX932" fmla="*/ 605650 w 946490"/>
                    <a:gd name="connsiteY932" fmla="*/ 1609 h 741145"/>
                    <a:gd name="connsiteX933" fmla="*/ 607491 w 946490"/>
                    <a:gd name="connsiteY933" fmla="*/ 0 h 741145"/>
                    <a:gd name="connsiteX934" fmla="*/ 613927 w 946490"/>
                    <a:gd name="connsiteY934" fmla="*/ 417 h 741145"/>
                    <a:gd name="connsiteX935" fmla="*/ 614089 w 946490"/>
                    <a:gd name="connsiteY935" fmla="*/ 2859 h 741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</a:cxnLst>
                  <a:rect l="l" t="t" r="r" b="b"/>
                  <a:pathLst>
                    <a:path w="946490" h="741145">
                      <a:moveTo>
                        <a:pt x="614089" y="2859"/>
                      </a:moveTo>
                      <a:lnTo>
                        <a:pt x="617226" y="5499"/>
                      </a:lnTo>
                      <a:lnTo>
                        <a:pt x="616531" y="6830"/>
                      </a:lnTo>
                      <a:lnTo>
                        <a:pt x="617353" y="7212"/>
                      </a:lnTo>
                      <a:lnTo>
                        <a:pt x="622146" y="9388"/>
                      </a:lnTo>
                      <a:lnTo>
                        <a:pt x="623477" y="13926"/>
                      </a:lnTo>
                      <a:lnTo>
                        <a:pt x="623129" y="14539"/>
                      </a:lnTo>
                      <a:lnTo>
                        <a:pt x="624264" y="16600"/>
                      </a:lnTo>
                      <a:lnTo>
                        <a:pt x="624438" y="17213"/>
                      </a:lnTo>
                      <a:lnTo>
                        <a:pt x="629022" y="17503"/>
                      </a:lnTo>
                      <a:lnTo>
                        <a:pt x="632448" y="15570"/>
                      </a:lnTo>
                      <a:lnTo>
                        <a:pt x="632842" y="15512"/>
                      </a:lnTo>
                      <a:lnTo>
                        <a:pt x="632865" y="15338"/>
                      </a:lnTo>
                      <a:lnTo>
                        <a:pt x="635215" y="14018"/>
                      </a:lnTo>
                      <a:lnTo>
                        <a:pt x="641952" y="21693"/>
                      </a:lnTo>
                      <a:lnTo>
                        <a:pt x="645841" y="22040"/>
                      </a:lnTo>
                      <a:lnTo>
                        <a:pt x="647485" y="24055"/>
                      </a:lnTo>
                      <a:lnTo>
                        <a:pt x="647601" y="25039"/>
                      </a:lnTo>
                      <a:lnTo>
                        <a:pt x="648967" y="25849"/>
                      </a:lnTo>
                      <a:lnTo>
                        <a:pt x="649245" y="26185"/>
                      </a:lnTo>
                      <a:lnTo>
                        <a:pt x="648481" y="30005"/>
                      </a:lnTo>
                      <a:lnTo>
                        <a:pt x="650194" y="33084"/>
                      </a:lnTo>
                      <a:lnTo>
                        <a:pt x="660647" y="35908"/>
                      </a:lnTo>
                      <a:lnTo>
                        <a:pt x="669479" y="38467"/>
                      </a:lnTo>
                      <a:lnTo>
                        <a:pt x="669838" y="36603"/>
                      </a:lnTo>
                      <a:lnTo>
                        <a:pt x="669850" y="36857"/>
                      </a:lnTo>
                      <a:lnTo>
                        <a:pt x="669815" y="40851"/>
                      </a:lnTo>
                      <a:lnTo>
                        <a:pt x="670174" y="43711"/>
                      </a:lnTo>
                      <a:lnTo>
                        <a:pt x="669086" y="48214"/>
                      </a:lnTo>
                      <a:lnTo>
                        <a:pt x="666701" y="48074"/>
                      </a:lnTo>
                      <a:lnTo>
                        <a:pt x="666574" y="50228"/>
                      </a:lnTo>
                      <a:lnTo>
                        <a:pt x="665115" y="51188"/>
                      </a:lnTo>
                      <a:lnTo>
                        <a:pt x="665173" y="51420"/>
                      </a:lnTo>
                      <a:lnTo>
                        <a:pt x="667396" y="50147"/>
                      </a:lnTo>
                      <a:lnTo>
                        <a:pt x="666782" y="48283"/>
                      </a:lnTo>
                      <a:lnTo>
                        <a:pt x="669259" y="48572"/>
                      </a:lnTo>
                      <a:lnTo>
                        <a:pt x="670671" y="44081"/>
                      </a:lnTo>
                      <a:lnTo>
                        <a:pt x="670093" y="36869"/>
                      </a:lnTo>
                      <a:lnTo>
                        <a:pt x="670127" y="36672"/>
                      </a:lnTo>
                      <a:lnTo>
                        <a:pt x="671158" y="38710"/>
                      </a:lnTo>
                      <a:lnTo>
                        <a:pt x="676680" y="40168"/>
                      </a:lnTo>
                      <a:lnTo>
                        <a:pt x="678289" y="39288"/>
                      </a:lnTo>
                      <a:lnTo>
                        <a:pt x="679504" y="42437"/>
                      </a:lnTo>
                      <a:lnTo>
                        <a:pt x="685130" y="44752"/>
                      </a:lnTo>
                      <a:lnTo>
                        <a:pt x="689401" y="53272"/>
                      </a:lnTo>
                      <a:lnTo>
                        <a:pt x="701776" y="63702"/>
                      </a:lnTo>
                      <a:lnTo>
                        <a:pt x="701545" y="66515"/>
                      </a:lnTo>
                      <a:lnTo>
                        <a:pt x="700815" y="67881"/>
                      </a:lnTo>
                      <a:lnTo>
                        <a:pt x="698419" y="70046"/>
                      </a:lnTo>
                      <a:lnTo>
                        <a:pt x="698743" y="76389"/>
                      </a:lnTo>
                      <a:lnTo>
                        <a:pt x="701706" y="81760"/>
                      </a:lnTo>
                      <a:lnTo>
                        <a:pt x="708675" y="86842"/>
                      </a:lnTo>
                      <a:lnTo>
                        <a:pt x="712553" y="86449"/>
                      </a:lnTo>
                      <a:lnTo>
                        <a:pt x="719464" y="92711"/>
                      </a:lnTo>
                      <a:lnTo>
                        <a:pt x="723064" y="99240"/>
                      </a:lnTo>
                      <a:lnTo>
                        <a:pt x="723087" y="99286"/>
                      </a:lnTo>
                      <a:lnTo>
                        <a:pt x="727301" y="106961"/>
                      </a:lnTo>
                      <a:lnTo>
                        <a:pt x="728447" y="114659"/>
                      </a:lnTo>
                      <a:lnTo>
                        <a:pt x="733332" y="119880"/>
                      </a:lnTo>
                      <a:lnTo>
                        <a:pt x="733621" y="125853"/>
                      </a:lnTo>
                      <a:lnTo>
                        <a:pt x="736839" y="126443"/>
                      </a:lnTo>
                      <a:lnTo>
                        <a:pt x="739085" y="130842"/>
                      </a:lnTo>
                      <a:lnTo>
                        <a:pt x="737603" y="134083"/>
                      </a:lnTo>
                      <a:lnTo>
                        <a:pt x="738622" y="137660"/>
                      </a:lnTo>
                      <a:lnTo>
                        <a:pt x="739178" y="143171"/>
                      </a:lnTo>
                      <a:lnTo>
                        <a:pt x="742673" y="146192"/>
                      </a:lnTo>
                      <a:lnTo>
                        <a:pt x="742071" y="147789"/>
                      </a:lnTo>
                      <a:lnTo>
                        <a:pt x="743090" y="152292"/>
                      </a:lnTo>
                      <a:lnTo>
                        <a:pt x="743067" y="152454"/>
                      </a:lnTo>
                      <a:lnTo>
                        <a:pt x="743137" y="152524"/>
                      </a:lnTo>
                      <a:lnTo>
                        <a:pt x="743449" y="153901"/>
                      </a:lnTo>
                      <a:lnTo>
                        <a:pt x="746586" y="156240"/>
                      </a:lnTo>
                      <a:lnTo>
                        <a:pt x="747096" y="155962"/>
                      </a:lnTo>
                      <a:lnTo>
                        <a:pt x="747188" y="156043"/>
                      </a:lnTo>
                      <a:lnTo>
                        <a:pt x="747917" y="155522"/>
                      </a:lnTo>
                      <a:lnTo>
                        <a:pt x="748601" y="155151"/>
                      </a:lnTo>
                      <a:lnTo>
                        <a:pt x="749920" y="154955"/>
                      </a:lnTo>
                      <a:lnTo>
                        <a:pt x="750267" y="155360"/>
                      </a:lnTo>
                      <a:lnTo>
                        <a:pt x="750684" y="156795"/>
                      </a:lnTo>
                      <a:lnTo>
                        <a:pt x="750557" y="157710"/>
                      </a:lnTo>
                      <a:lnTo>
                        <a:pt x="746610" y="161275"/>
                      </a:lnTo>
                      <a:lnTo>
                        <a:pt x="746887" y="164238"/>
                      </a:lnTo>
                      <a:lnTo>
                        <a:pt x="756414" y="175166"/>
                      </a:lnTo>
                      <a:lnTo>
                        <a:pt x="757699" y="176034"/>
                      </a:lnTo>
                      <a:lnTo>
                        <a:pt x="756541" y="178766"/>
                      </a:lnTo>
                      <a:lnTo>
                        <a:pt x="758533" y="181209"/>
                      </a:lnTo>
                      <a:lnTo>
                        <a:pt x="763244" y="183582"/>
                      </a:lnTo>
                      <a:lnTo>
                        <a:pt x="767249" y="182459"/>
                      </a:lnTo>
                      <a:lnTo>
                        <a:pt x="768615" y="184925"/>
                      </a:lnTo>
                      <a:lnTo>
                        <a:pt x="775908" y="188490"/>
                      </a:lnTo>
                      <a:lnTo>
                        <a:pt x="776394" y="190481"/>
                      </a:lnTo>
                      <a:lnTo>
                        <a:pt x="777864" y="190794"/>
                      </a:lnTo>
                      <a:lnTo>
                        <a:pt x="789741" y="195331"/>
                      </a:lnTo>
                      <a:lnTo>
                        <a:pt x="794997" y="197531"/>
                      </a:lnTo>
                      <a:lnTo>
                        <a:pt x="789405" y="196605"/>
                      </a:lnTo>
                      <a:lnTo>
                        <a:pt x="787808" y="198272"/>
                      </a:lnTo>
                      <a:lnTo>
                        <a:pt x="786268" y="204997"/>
                      </a:lnTo>
                      <a:lnTo>
                        <a:pt x="786222" y="205205"/>
                      </a:lnTo>
                      <a:lnTo>
                        <a:pt x="787194" y="209952"/>
                      </a:lnTo>
                      <a:lnTo>
                        <a:pt x="793769" y="220717"/>
                      </a:lnTo>
                      <a:lnTo>
                        <a:pt x="804883" y="229087"/>
                      </a:lnTo>
                      <a:lnTo>
                        <a:pt x="811932" y="231390"/>
                      </a:lnTo>
                      <a:lnTo>
                        <a:pt x="811955" y="231390"/>
                      </a:lnTo>
                      <a:lnTo>
                        <a:pt x="825418" y="234539"/>
                      </a:lnTo>
                      <a:lnTo>
                        <a:pt x="825835" y="234643"/>
                      </a:lnTo>
                      <a:lnTo>
                        <a:pt x="828763" y="236368"/>
                      </a:lnTo>
                      <a:lnTo>
                        <a:pt x="835755" y="240500"/>
                      </a:lnTo>
                      <a:lnTo>
                        <a:pt x="838383" y="241866"/>
                      </a:lnTo>
                      <a:lnTo>
                        <a:pt x="840466" y="243209"/>
                      </a:lnTo>
                      <a:lnTo>
                        <a:pt x="841601" y="243533"/>
                      </a:lnTo>
                      <a:lnTo>
                        <a:pt x="846498" y="246080"/>
                      </a:lnTo>
                      <a:lnTo>
                        <a:pt x="847956" y="245362"/>
                      </a:lnTo>
                      <a:lnTo>
                        <a:pt x="848280" y="245455"/>
                      </a:lnTo>
                      <a:lnTo>
                        <a:pt x="848940" y="246890"/>
                      </a:lnTo>
                      <a:lnTo>
                        <a:pt x="850121" y="245976"/>
                      </a:lnTo>
                      <a:lnTo>
                        <a:pt x="850619" y="246126"/>
                      </a:lnTo>
                      <a:lnTo>
                        <a:pt x="852262" y="246925"/>
                      </a:lnTo>
                      <a:lnTo>
                        <a:pt x="855631" y="250282"/>
                      </a:lnTo>
                      <a:lnTo>
                        <a:pt x="859706" y="255433"/>
                      </a:lnTo>
                      <a:lnTo>
                        <a:pt x="850005" y="261858"/>
                      </a:lnTo>
                      <a:lnTo>
                        <a:pt x="837607" y="262055"/>
                      </a:lnTo>
                      <a:lnTo>
                        <a:pt x="829319" y="265088"/>
                      </a:lnTo>
                      <a:lnTo>
                        <a:pt x="828763" y="265828"/>
                      </a:lnTo>
                      <a:lnTo>
                        <a:pt x="822663" y="274070"/>
                      </a:lnTo>
                      <a:lnTo>
                        <a:pt x="822165" y="277022"/>
                      </a:lnTo>
                      <a:lnTo>
                        <a:pt x="821818" y="276826"/>
                      </a:lnTo>
                      <a:lnTo>
                        <a:pt x="821459" y="276953"/>
                      </a:lnTo>
                      <a:lnTo>
                        <a:pt x="819746" y="276779"/>
                      </a:lnTo>
                      <a:lnTo>
                        <a:pt x="819445" y="277636"/>
                      </a:lnTo>
                      <a:lnTo>
                        <a:pt x="818021" y="278122"/>
                      </a:lnTo>
                      <a:lnTo>
                        <a:pt x="814745" y="286468"/>
                      </a:lnTo>
                      <a:lnTo>
                        <a:pt x="812604" y="301563"/>
                      </a:lnTo>
                      <a:lnTo>
                        <a:pt x="813009" y="310697"/>
                      </a:lnTo>
                      <a:lnTo>
                        <a:pt x="813194" y="314771"/>
                      </a:lnTo>
                      <a:lnTo>
                        <a:pt x="822964" y="347334"/>
                      </a:lnTo>
                      <a:lnTo>
                        <a:pt x="828763" y="362927"/>
                      </a:lnTo>
                      <a:lnTo>
                        <a:pt x="836126" y="382733"/>
                      </a:lnTo>
                      <a:lnTo>
                        <a:pt x="844044" y="395432"/>
                      </a:lnTo>
                      <a:lnTo>
                        <a:pt x="848443" y="403199"/>
                      </a:lnTo>
                      <a:lnTo>
                        <a:pt x="852239" y="408582"/>
                      </a:lnTo>
                      <a:lnTo>
                        <a:pt x="855168" y="413270"/>
                      </a:lnTo>
                      <a:lnTo>
                        <a:pt x="857356" y="416396"/>
                      </a:lnTo>
                      <a:lnTo>
                        <a:pt x="875877" y="442789"/>
                      </a:lnTo>
                      <a:lnTo>
                        <a:pt x="934370" y="519468"/>
                      </a:lnTo>
                      <a:lnTo>
                        <a:pt x="934463" y="519711"/>
                      </a:lnTo>
                      <a:lnTo>
                        <a:pt x="935423" y="522107"/>
                      </a:lnTo>
                      <a:lnTo>
                        <a:pt x="943411" y="542087"/>
                      </a:lnTo>
                      <a:lnTo>
                        <a:pt x="945066" y="548060"/>
                      </a:lnTo>
                      <a:lnTo>
                        <a:pt x="946490" y="553605"/>
                      </a:lnTo>
                      <a:lnTo>
                        <a:pt x="944893" y="558050"/>
                      </a:lnTo>
                      <a:lnTo>
                        <a:pt x="934463" y="571027"/>
                      </a:lnTo>
                      <a:lnTo>
                        <a:pt x="932935" y="572936"/>
                      </a:lnTo>
                      <a:lnTo>
                        <a:pt x="932657" y="570795"/>
                      </a:lnTo>
                      <a:lnTo>
                        <a:pt x="934463" y="568792"/>
                      </a:lnTo>
                      <a:lnTo>
                        <a:pt x="944291" y="558015"/>
                      </a:lnTo>
                      <a:lnTo>
                        <a:pt x="945772" y="553732"/>
                      </a:lnTo>
                      <a:lnTo>
                        <a:pt x="944395" y="549125"/>
                      </a:lnTo>
                      <a:lnTo>
                        <a:pt x="937692" y="542226"/>
                      </a:lnTo>
                      <a:lnTo>
                        <a:pt x="934463" y="540142"/>
                      </a:lnTo>
                      <a:lnTo>
                        <a:pt x="925098" y="534076"/>
                      </a:lnTo>
                      <a:lnTo>
                        <a:pt x="905778" y="527987"/>
                      </a:lnTo>
                      <a:lnTo>
                        <a:pt x="900603" y="530464"/>
                      </a:lnTo>
                      <a:lnTo>
                        <a:pt x="899585" y="529654"/>
                      </a:lnTo>
                      <a:lnTo>
                        <a:pt x="899862" y="530685"/>
                      </a:lnTo>
                      <a:lnTo>
                        <a:pt x="876653" y="538869"/>
                      </a:lnTo>
                      <a:lnTo>
                        <a:pt x="875159" y="540721"/>
                      </a:lnTo>
                      <a:lnTo>
                        <a:pt x="857784" y="537468"/>
                      </a:lnTo>
                      <a:lnTo>
                        <a:pt x="850144" y="531507"/>
                      </a:lnTo>
                      <a:lnTo>
                        <a:pt x="847979" y="527825"/>
                      </a:lnTo>
                      <a:lnTo>
                        <a:pt x="847134" y="528682"/>
                      </a:lnTo>
                      <a:lnTo>
                        <a:pt x="844970" y="526540"/>
                      </a:lnTo>
                      <a:lnTo>
                        <a:pt x="840675" y="522107"/>
                      </a:lnTo>
                      <a:lnTo>
                        <a:pt x="834181" y="515381"/>
                      </a:lnTo>
                      <a:lnTo>
                        <a:pt x="832595" y="511665"/>
                      </a:lnTo>
                      <a:lnTo>
                        <a:pt x="828763" y="508019"/>
                      </a:lnTo>
                      <a:lnTo>
                        <a:pt x="819560" y="499221"/>
                      </a:lnTo>
                      <a:lnTo>
                        <a:pt x="813483" y="495575"/>
                      </a:lnTo>
                      <a:lnTo>
                        <a:pt x="809837" y="484948"/>
                      </a:lnTo>
                      <a:lnTo>
                        <a:pt x="810369" y="483953"/>
                      </a:lnTo>
                      <a:lnTo>
                        <a:pt x="807614" y="483316"/>
                      </a:lnTo>
                      <a:lnTo>
                        <a:pt x="807626" y="477887"/>
                      </a:lnTo>
                      <a:lnTo>
                        <a:pt x="806896" y="477285"/>
                      </a:lnTo>
                      <a:lnTo>
                        <a:pt x="806017" y="476544"/>
                      </a:lnTo>
                      <a:lnTo>
                        <a:pt x="806943" y="477331"/>
                      </a:lnTo>
                      <a:lnTo>
                        <a:pt x="807522" y="477829"/>
                      </a:lnTo>
                      <a:lnTo>
                        <a:pt x="807452" y="477968"/>
                      </a:lnTo>
                      <a:lnTo>
                        <a:pt x="807105" y="478674"/>
                      </a:lnTo>
                      <a:lnTo>
                        <a:pt x="806804" y="479265"/>
                      </a:lnTo>
                      <a:lnTo>
                        <a:pt x="805126" y="481186"/>
                      </a:lnTo>
                      <a:lnTo>
                        <a:pt x="805091" y="481174"/>
                      </a:lnTo>
                      <a:lnTo>
                        <a:pt x="796976" y="476915"/>
                      </a:lnTo>
                      <a:lnTo>
                        <a:pt x="785122" y="476579"/>
                      </a:lnTo>
                      <a:lnTo>
                        <a:pt x="776776" y="478917"/>
                      </a:lnTo>
                      <a:lnTo>
                        <a:pt x="778200" y="475167"/>
                      </a:lnTo>
                      <a:lnTo>
                        <a:pt x="776093" y="471185"/>
                      </a:lnTo>
                      <a:lnTo>
                        <a:pt x="777529" y="469819"/>
                      </a:lnTo>
                      <a:lnTo>
                        <a:pt x="774785" y="466381"/>
                      </a:lnTo>
                      <a:lnTo>
                        <a:pt x="777633" y="463209"/>
                      </a:lnTo>
                      <a:lnTo>
                        <a:pt x="776035" y="459852"/>
                      </a:lnTo>
                      <a:lnTo>
                        <a:pt x="773627" y="459886"/>
                      </a:lnTo>
                      <a:lnTo>
                        <a:pt x="772609" y="457270"/>
                      </a:lnTo>
                      <a:lnTo>
                        <a:pt x="770410" y="457143"/>
                      </a:lnTo>
                      <a:lnTo>
                        <a:pt x="770618" y="454249"/>
                      </a:lnTo>
                      <a:lnTo>
                        <a:pt x="770502" y="454249"/>
                      </a:lnTo>
                      <a:lnTo>
                        <a:pt x="770305" y="457224"/>
                      </a:lnTo>
                      <a:lnTo>
                        <a:pt x="772470" y="457305"/>
                      </a:lnTo>
                      <a:lnTo>
                        <a:pt x="773060" y="459632"/>
                      </a:lnTo>
                      <a:lnTo>
                        <a:pt x="773720" y="460049"/>
                      </a:lnTo>
                      <a:lnTo>
                        <a:pt x="774252" y="460141"/>
                      </a:lnTo>
                      <a:lnTo>
                        <a:pt x="775943" y="459967"/>
                      </a:lnTo>
                      <a:lnTo>
                        <a:pt x="777482" y="463244"/>
                      </a:lnTo>
                      <a:lnTo>
                        <a:pt x="775653" y="463846"/>
                      </a:lnTo>
                      <a:lnTo>
                        <a:pt x="774635" y="466346"/>
                      </a:lnTo>
                      <a:lnTo>
                        <a:pt x="774808" y="467040"/>
                      </a:lnTo>
                      <a:lnTo>
                        <a:pt x="777390" y="469738"/>
                      </a:lnTo>
                      <a:lnTo>
                        <a:pt x="775931" y="471023"/>
                      </a:lnTo>
                      <a:lnTo>
                        <a:pt x="777610" y="474854"/>
                      </a:lnTo>
                      <a:lnTo>
                        <a:pt x="776834" y="478061"/>
                      </a:lnTo>
                      <a:lnTo>
                        <a:pt x="768963" y="482841"/>
                      </a:lnTo>
                      <a:lnTo>
                        <a:pt x="754180" y="488328"/>
                      </a:lnTo>
                      <a:lnTo>
                        <a:pt x="746412" y="490620"/>
                      </a:lnTo>
                      <a:lnTo>
                        <a:pt x="746378" y="490632"/>
                      </a:lnTo>
                      <a:lnTo>
                        <a:pt x="741956" y="492357"/>
                      </a:lnTo>
                      <a:lnTo>
                        <a:pt x="741192" y="491095"/>
                      </a:lnTo>
                      <a:lnTo>
                        <a:pt x="741204" y="492739"/>
                      </a:lnTo>
                      <a:lnTo>
                        <a:pt x="736596" y="494209"/>
                      </a:lnTo>
                      <a:lnTo>
                        <a:pt x="731051" y="492635"/>
                      </a:lnTo>
                      <a:lnTo>
                        <a:pt x="723064" y="492959"/>
                      </a:lnTo>
                      <a:lnTo>
                        <a:pt x="722867" y="492970"/>
                      </a:lnTo>
                      <a:lnTo>
                        <a:pt x="703501" y="498098"/>
                      </a:lnTo>
                      <a:lnTo>
                        <a:pt x="697655" y="496339"/>
                      </a:lnTo>
                      <a:lnTo>
                        <a:pt x="688348" y="487391"/>
                      </a:lnTo>
                      <a:lnTo>
                        <a:pt x="677386" y="485249"/>
                      </a:lnTo>
                      <a:lnTo>
                        <a:pt x="673531" y="485319"/>
                      </a:lnTo>
                      <a:lnTo>
                        <a:pt x="673392" y="484763"/>
                      </a:lnTo>
                      <a:lnTo>
                        <a:pt x="673172" y="485458"/>
                      </a:lnTo>
                      <a:lnTo>
                        <a:pt x="670232" y="486731"/>
                      </a:lnTo>
                      <a:lnTo>
                        <a:pt x="674040" y="485376"/>
                      </a:lnTo>
                      <a:lnTo>
                        <a:pt x="676737" y="485655"/>
                      </a:lnTo>
                      <a:lnTo>
                        <a:pt x="670336" y="487414"/>
                      </a:lnTo>
                      <a:lnTo>
                        <a:pt x="657857" y="491407"/>
                      </a:lnTo>
                      <a:lnTo>
                        <a:pt x="653018" y="499418"/>
                      </a:lnTo>
                      <a:lnTo>
                        <a:pt x="648585" y="501919"/>
                      </a:lnTo>
                      <a:lnTo>
                        <a:pt x="633733" y="500298"/>
                      </a:lnTo>
                      <a:lnTo>
                        <a:pt x="621104" y="506109"/>
                      </a:lnTo>
                      <a:lnTo>
                        <a:pt x="617353" y="502960"/>
                      </a:lnTo>
                      <a:lnTo>
                        <a:pt x="615779" y="501641"/>
                      </a:lnTo>
                      <a:lnTo>
                        <a:pt x="609111" y="500853"/>
                      </a:lnTo>
                      <a:lnTo>
                        <a:pt x="605025" y="502798"/>
                      </a:lnTo>
                      <a:lnTo>
                        <a:pt x="595868" y="513008"/>
                      </a:lnTo>
                      <a:lnTo>
                        <a:pt x="591921" y="507301"/>
                      </a:lnTo>
                      <a:lnTo>
                        <a:pt x="592361" y="503562"/>
                      </a:lnTo>
                      <a:lnTo>
                        <a:pt x="594826" y="502648"/>
                      </a:lnTo>
                      <a:lnTo>
                        <a:pt x="598774" y="500055"/>
                      </a:lnTo>
                      <a:lnTo>
                        <a:pt x="599607" y="495679"/>
                      </a:lnTo>
                      <a:lnTo>
                        <a:pt x="597593" y="488340"/>
                      </a:lnTo>
                      <a:lnTo>
                        <a:pt x="593148" y="486199"/>
                      </a:lnTo>
                      <a:lnTo>
                        <a:pt x="588333" y="491037"/>
                      </a:lnTo>
                      <a:lnTo>
                        <a:pt x="583100" y="488606"/>
                      </a:lnTo>
                      <a:lnTo>
                        <a:pt x="575634" y="488919"/>
                      </a:lnTo>
                      <a:lnTo>
                        <a:pt x="575333" y="488930"/>
                      </a:lnTo>
                      <a:lnTo>
                        <a:pt x="574766" y="486164"/>
                      </a:lnTo>
                      <a:lnTo>
                        <a:pt x="574673" y="485735"/>
                      </a:lnTo>
                      <a:lnTo>
                        <a:pt x="566084" y="486384"/>
                      </a:lnTo>
                      <a:lnTo>
                        <a:pt x="557321" y="484057"/>
                      </a:lnTo>
                      <a:lnTo>
                        <a:pt x="557263" y="484045"/>
                      </a:lnTo>
                      <a:lnTo>
                        <a:pt x="557135" y="482784"/>
                      </a:lnTo>
                      <a:lnTo>
                        <a:pt x="556661" y="478153"/>
                      </a:lnTo>
                      <a:lnTo>
                        <a:pt x="553061" y="476278"/>
                      </a:lnTo>
                      <a:lnTo>
                        <a:pt x="552875" y="476185"/>
                      </a:lnTo>
                      <a:lnTo>
                        <a:pt x="548755" y="472191"/>
                      </a:lnTo>
                      <a:lnTo>
                        <a:pt x="548268" y="467399"/>
                      </a:lnTo>
                      <a:lnTo>
                        <a:pt x="544228" y="467249"/>
                      </a:lnTo>
                      <a:lnTo>
                        <a:pt x="543094" y="464910"/>
                      </a:lnTo>
                      <a:lnTo>
                        <a:pt x="534481" y="470339"/>
                      </a:lnTo>
                      <a:lnTo>
                        <a:pt x="531854" y="467457"/>
                      </a:lnTo>
                      <a:lnTo>
                        <a:pt x="536033" y="464031"/>
                      </a:lnTo>
                      <a:lnTo>
                        <a:pt x="535951" y="462653"/>
                      </a:lnTo>
                      <a:lnTo>
                        <a:pt x="534018" y="460384"/>
                      </a:lnTo>
                      <a:lnTo>
                        <a:pt x="530650" y="460338"/>
                      </a:lnTo>
                      <a:lnTo>
                        <a:pt x="520903" y="456147"/>
                      </a:lnTo>
                      <a:lnTo>
                        <a:pt x="520799" y="456263"/>
                      </a:lnTo>
                      <a:lnTo>
                        <a:pt x="530256" y="460535"/>
                      </a:lnTo>
                      <a:lnTo>
                        <a:pt x="534192" y="460789"/>
                      </a:lnTo>
                      <a:lnTo>
                        <a:pt x="535813" y="463788"/>
                      </a:lnTo>
                      <a:lnTo>
                        <a:pt x="532664" y="464899"/>
                      </a:lnTo>
                      <a:lnTo>
                        <a:pt x="531587" y="467920"/>
                      </a:lnTo>
                      <a:lnTo>
                        <a:pt x="534945" y="470941"/>
                      </a:lnTo>
                      <a:lnTo>
                        <a:pt x="542909" y="465501"/>
                      </a:lnTo>
                      <a:lnTo>
                        <a:pt x="544089" y="467561"/>
                      </a:lnTo>
                      <a:lnTo>
                        <a:pt x="545062" y="467908"/>
                      </a:lnTo>
                      <a:lnTo>
                        <a:pt x="547990" y="468001"/>
                      </a:lnTo>
                      <a:lnTo>
                        <a:pt x="547412" y="469934"/>
                      </a:lnTo>
                      <a:lnTo>
                        <a:pt x="549796" y="474426"/>
                      </a:lnTo>
                      <a:lnTo>
                        <a:pt x="552922" y="476313"/>
                      </a:lnTo>
                      <a:lnTo>
                        <a:pt x="554612" y="477343"/>
                      </a:lnTo>
                      <a:lnTo>
                        <a:pt x="556186" y="478292"/>
                      </a:lnTo>
                      <a:lnTo>
                        <a:pt x="557078" y="484636"/>
                      </a:lnTo>
                      <a:lnTo>
                        <a:pt x="565933" y="487078"/>
                      </a:lnTo>
                      <a:lnTo>
                        <a:pt x="574476" y="486326"/>
                      </a:lnTo>
                      <a:lnTo>
                        <a:pt x="574279" y="488699"/>
                      </a:lnTo>
                      <a:lnTo>
                        <a:pt x="575703" y="489787"/>
                      </a:lnTo>
                      <a:lnTo>
                        <a:pt x="577173" y="494533"/>
                      </a:lnTo>
                      <a:lnTo>
                        <a:pt x="577231" y="494730"/>
                      </a:lnTo>
                      <a:lnTo>
                        <a:pt x="573411" y="494522"/>
                      </a:lnTo>
                      <a:lnTo>
                        <a:pt x="570355" y="494371"/>
                      </a:lnTo>
                      <a:lnTo>
                        <a:pt x="563363" y="498075"/>
                      </a:lnTo>
                      <a:lnTo>
                        <a:pt x="558571" y="496790"/>
                      </a:lnTo>
                      <a:lnTo>
                        <a:pt x="558455" y="497219"/>
                      </a:lnTo>
                      <a:lnTo>
                        <a:pt x="558513" y="497242"/>
                      </a:lnTo>
                      <a:lnTo>
                        <a:pt x="558640" y="497300"/>
                      </a:lnTo>
                      <a:lnTo>
                        <a:pt x="558745" y="496964"/>
                      </a:lnTo>
                      <a:lnTo>
                        <a:pt x="563352" y="498283"/>
                      </a:lnTo>
                      <a:lnTo>
                        <a:pt x="570482" y="494579"/>
                      </a:lnTo>
                      <a:lnTo>
                        <a:pt x="576838" y="495529"/>
                      </a:lnTo>
                      <a:lnTo>
                        <a:pt x="577520" y="494579"/>
                      </a:lnTo>
                      <a:lnTo>
                        <a:pt x="576838" y="489416"/>
                      </a:lnTo>
                      <a:lnTo>
                        <a:pt x="582834" y="489660"/>
                      </a:lnTo>
                      <a:lnTo>
                        <a:pt x="586399" y="491790"/>
                      </a:lnTo>
                      <a:lnTo>
                        <a:pt x="592373" y="492067"/>
                      </a:lnTo>
                      <a:lnTo>
                        <a:pt x="594560" y="486997"/>
                      </a:lnTo>
                      <a:lnTo>
                        <a:pt x="597142" y="490134"/>
                      </a:lnTo>
                      <a:lnTo>
                        <a:pt x="598276" y="497172"/>
                      </a:lnTo>
                      <a:lnTo>
                        <a:pt x="597234" y="499962"/>
                      </a:lnTo>
                      <a:lnTo>
                        <a:pt x="591377" y="502879"/>
                      </a:lnTo>
                      <a:lnTo>
                        <a:pt x="590161" y="506618"/>
                      </a:lnTo>
                      <a:lnTo>
                        <a:pt x="583760" y="508389"/>
                      </a:lnTo>
                      <a:lnTo>
                        <a:pt x="563004" y="517395"/>
                      </a:lnTo>
                      <a:lnTo>
                        <a:pt x="547597" y="520972"/>
                      </a:lnTo>
                      <a:lnTo>
                        <a:pt x="547620" y="521238"/>
                      </a:lnTo>
                      <a:lnTo>
                        <a:pt x="563086" y="517662"/>
                      </a:lnTo>
                      <a:lnTo>
                        <a:pt x="583482" y="508864"/>
                      </a:lnTo>
                      <a:lnTo>
                        <a:pt x="590266" y="507255"/>
                      </a:lnTo>
                      <a:lnTo>
                        <a:pt x="592835" y="511561"/>
                      </a:lnTo>
                      <a:lnTo>
                        <a:pt x="593553" y="512684"/>
                      </a:lnTo>
                      <a:lnTo>
                        <a:pt x="597130" y="513795"/>
                      </a:lnTo>
                      <a:lnTo>
                        <a:pt x="605013" y="504789"/>
                      </a:lnTo>
                      <a:lnTo>
                        <a:pt x="609586" y="502266"/>
                      </a:lnTo>
                      <a:lnTo>
                        <a:pt x="617353" y="505530"/>
                      </a:lnTo>
                      <a:lnTo>
                        <a:pt x="622539" y="507707"/>
                      </a:lnTo>
                      <a:lnTo>
                        <a:pt x="632495" y="502474"/>
                      </a:lnTo>
                      <a:lnTo>
                        <a:pt x="637947" y="501779"/>
                      </a:lnTo>
                      <a:lnTo>
                        <a:pt x="648689" y="504801"/>
                      </a:lnTo>
                      <a:lnTo>
                        <a:pt x="649361" y="513170"/>
                      </a:lnTo>
                      <a:lnTo>
                        <a:pt x="649464" y="513402"/>
                      </a:lnTo>
                      <a:lnTo>
                        <a:pt x="652532" y="519919"/>
                      </a:lnTo>
                      <a:lnTo>
                        <a:pt x="651954" y="522107"/>
                      </a:lnTo>
                      <a:lnTo>
                        <a:pt x="649557" y="531148"/>
                      </a:lnTo>
                      <a:lnTo>
                        <a:pt x="644742" y="536496"/>
                      </a:lnTo>
                      <a:lnTo>
                        <a:pt x="644128" y="543499"/>
                      </a:lnTo>
                      <a:lnTo>
                        <a:pt x="645101" y="549067"/>
                      </a:lnTo>
                      <a:lnTo>
                        <a:pt x="649303" y="555249"/>
                      </a:lnTo>
                      <a:lnTo>
                        <a:pt x="646663" y="558189"/>
                      </a:lnTo>
                      <a:lnTo>
                        <a:pt x="640852" y="557645"/>
                      </a:lnTo>
                      <a:lnTo>
                        <a:pt x="638086" y="560296"/>
                      </a:lnTo>
                      <a:lnTo>
                        <a:pt x="635909" y="567496"/>
                      </a:lnTo>
                      <a:lnTo>
                        <a:pt x="638849" y="572474"/>
                      </a:lnTo>
                      <a:lnTo>
                        <a:pt x="633814" y="579222"/>
                      </a:lnTo>
                      <a:lnTo>
                        <a:pt x="632992" y="584860"/>
                      </a:lnTo>
                      <a:lnTo>
                        <a:pt x="633490" y="588865"/>
                      </a:lnTo>
                      <a:lnTo>
                        <a:pt x="634370" y="588541"/>
                      </a:lnTo>
                      <a:lnTo>
                        <a:pt x="633860" y="584952"/>
                      </a:lnTo>
                      <a:lnTo>
                        <a:pt x="634254" y="580160"/>
                      </a:lnTo>
                      <a:lnTo>
                        <a:pt x="639648" y="572740"/>
                      </a:lnTo>
                      <a:lnTo>
                        <a:pt x="636835" y="567276"/>
                      </a:lnTo>
                      <a:lnTo>
                        <a:pt x="637426" y="564058"/>
                      </a:lnTo>
                      <a:lnTo>
                        <a:pt x="640470" y="558756"/>
                      </a:lnTo>
                      <a:lnTo>
                        <a:pt x="647647" y="558918"/>
                      </a:lnTo>
                      <a:lnTo>
                        <a:pt x="650252" y="554577"/>
                      </a:lnTo>
                      <a:lnTo>
                        <a:pt x="645865" y="547921"/>
                      </a:lnTo>
                      <a:lnTo>
                        <a:pt x="645239" y="538973"/>
                      </a:lnTo>
                      <a:lnTo>
                        <a:pt x="650900" y="531692"/>
                      </a:lnTo>
                      <a:lnTo>
                        <a:pt x="653667" y="522107"/>
                      </a:lnTo>
                      <a:lnTo>
                        <a:pt x="654164" y="520359"/>
                      </a:lnTo>
                      <a:lnTo>
                        <a:pt x="654037" y="515914"/>
                      </a:lnTo>
                      <a:lnTo>
                        <a:pt x="650518" y="508609"/>
                      </a:lnTo>
                      <a:lnTo>
                        <a:pt x="651699" y="505970"/>
                      </a:lnTo>
                      <a:lnTo>
                        <a:pt x="679400" y="494961"/>
                      </a:lnTo>
                      <a:lnTo>
                        <a:pt x="689066" y="505611"/>
                      </a:lnTo>
                      <a:lnTo>
                        <a:pt x="688429" y="507290"/>
                      </a:lnTo>
                      <a:lnTo>
                        <a:pt x="689367" y="506063"/>
                      </a:lnTo>
                      <a:lnTo>
                        <a:pt x="701695" y="515092"/>
                      </a:lnTo>
                      <a:lnTo>
                        <a:pt x="709810" y="515891"/>
                      </a:lnTo>
                      <a:lnTo>
                        <a:pt x="717496" y="514039"/>
                      </a:lnTo>
                      <a:lnTo>
                        <a:pt x="722543" y="508575"/>
                      </a:lnTo>
                      <a:lnTo>
                        <a:pt x="723064" y="508158"/>
                      </a:lnTo>
                      <a:lnTo>
                        <a:pt x="728771" y="503585"/>
                      </a:lnTo>
                      <a:lnTo>
                        <a:pt x="738390" y="504998"/>
                      </a:lnTo>
                      <a:lnTo>
                        <a:pt x="738529" y="503863"/>
                      </a:lnTo>
                      <a:lnTo>
                        <a:pt x="751078" y="502856"/>
                      </a:lnTo>
                      <a:lnTo>
                        <a:pt x="755025" y="501919"/>
                      </a:lnTo>
                      <a:lnTo>
                        <a:pt x="755639" y="503782"/>
                      </a:lnTo>
                      <a:lnTo>
                        <a:pt x="755662" y="501733"/>
                      </a:lnTo>
                      <a:lnTo>
                        <a:pt x="757618" y="500622"/>
                      </a:lnTo>
                      <a:lnTo>
                        <a:pt x="766694" y="499407"/>
                      </a:lnTo>
                      <a:lnTo>
                        <a:pt x="776753" y="494788"/>
                      </a:lnTo>
                      <a:lnTo>
                        <a:pt x="791755" y="493341"/>
                      </a:lnTo>
                      <a:lnTo>
                        <a:pt x="800009" y="503620"/>
                      </a:lnTo>
                      <a:lnTo>
                        <a:pt x="800935" y="505877"/>
                      </a:lnTo>
                      <a:lnTo>
                        <a:pt x="799476" y="506769"/>
                      </a:lnTo>
                      <a:lnTo>
                        <a:pt x="801363" y="506630"/>
                      </a:lnTo>
                      <a:lnTo>
                        <a:pt x="810450" y="522003"/>
                      </a:lnTo>
                      <a:lnTo>
                        <a:pt x="811805" y="521840"/>
                      </a:lnTo>
                      <a:lnTo>
                        <a:pt x="811990" y="522107"/>
                      </a:lnTo>
                      <a:lnTo>
                        <a:pt x="822420" y="536773"/>
                      </a:lnTo>
                      <a:lnTo>
                        <a:pt x="822489" y="536878"/>
                      </a:lnTo>
                      <a:lnTo>
                        <a:pt x="828115" y="540767"/>
                      </a:lnTo>
                      <a:lnTo>
                        <a:pt x="828335" y="541045"/>
                      </a:lnTo>
                      <a:lnTo>
                        <a:pt x="828497" y="541033"/>
                      </a:lnTo>
                      <a:lnTo>
                        <a:pt x="828763" y="541219"/>
                      </a:lnTo>
                      <a:lnTo>
                        <a:pt x="839529" y="548674"/>
                      </a:lnTo>
                      <a:lnTo>
                        <a:pt x="842041" y="550780"/>
                      </a:lnTo>
                      <a:lnTo>
                        <a:pt x="849311" y="558108"/>
                      </a:lnTo>
                      <a:lnTo>
                        <a:pt x="855700" y="564185"/>
                      </a:lnTo>
                      <a:lnTo>
                        <a:pt x="862241" y="569279"/>
                      </a:lnTo>
                      <a:lnTo>
                        <a:pt x="862380" y="569128"/>
                      </a:lnTo>
                      <a:lnTo>
                        <a:pt x="862565" y="568920"/>
                      </a:lnTo>
                      <a:lnTo>
                        <a:pt x="867126" y="571582"/>
                      </a:lnTo>
                      <a:lnTo>
                        <a:pt x="870390" y="567820"/>
                      </a:lnTo>
                      <a:lnTo>
                        <a:pt x="873203" y="568121"/>
                      </a:lnTo>
                      <a:lnTo>
                        <a:pt x="876780" y="571501"/>
                      </a:lnTo>
                      <a:lnTo>
                        <a:pt x="885358" y="580032"/>
                      </a:lnTo>
                      <a:lnTo>
                        <a:pt x="888402" y="583968"/>
                      </a:lnTo>
                      <a:lnTo>
                        <a:pt x="898716" y="595463"/>
                      </a:lnTo>
                      <a:lnTo>
                        <a:pt x="901668" y="600684"/>
                      </a:lnTo>
                      <a:lnTo>
                        <a:pt x="899238" y="603589"/>
                      </a:lnTo>
                      <a:lnTo>
                        <a:pt x="890833" y="607132"/>
                      </a:lnTo>
                      <a:lnTo>
                        <a:pt x="889051" y="605673"/>
                      </a:lnTo>
                      <a:lnTo>
                        <a:pt x="885879" y="606136"/>
                      </a:lnTo>
                      <a:lnTo>
                        <a:pt x="882105" y="608717"/>
                      </a:lnTo>
                      <a:lnTo>
                        <a:pt x="879535" y="604689"/>
                      </a:lnTo>
                      <a:lnTo>
                        <a:pt x="873099" y="605661"/>
                      </a:lnTo>
                      <a:lnTo>
                        <a:pt x="869985" y="623048"/>
                      </a:lnTo>
                      <a:lnTo>
                        <a:pt x="862947" y="625202"/>
                      </a:lnTo>
                      <a:lnTo>
                        <a:pt x="865065" y="630029"/>
                      </a:lnTo>
                      <a:lnTo>
                        <a:pt x="858872" y="634798"/>
                      </a:lnTo>
                      <a:lnTo>
                        <a:pt x="868156" y="645552"/>
                      </a:lnTo>
                      <a:lnTo>
                        <a:pt x="855041" y="656248"/>
                      </a:lnTo>
                      <a:lnTo>
                        <a:pt x="854126" y="654049"/>
                      </a:lnTo>
                      <a:lnTo>
                        <a:pt x="850954" y="654963"/>
                      </a:lnTo>
                      <a:lnTo>
                        <a:pt x="850051" y="652162"/>
                      </a:lnTo>
                      <a:lnTo>
                        <a:pt x="846452" y="652162"/>
                      </a:lnTo>
                      <a:lnTo>
                        <a:pt x="844704" y="648793"/>
                      </a:lnTo>
                      <a:lnTo>
                        <a:pt x="841219" y="640135"/>
                      </a:lnTo>
                      <a:lnTo>
                        <a:pt x="842851" y="637680"/>
                      </a:lnTo>
                      <a:lnTo>
                        <a:pt x="832942" y="636187"/>
                      </a:lnTo>
                      <a:lnTo>
                        <a:pt x="830326" y="626903"/>
                      </a:lnTo>
                      <a:lnTo>
                        <a:pt x="822570" y="626070"/>
                      </a:lnTo>
                      <a:lnTo>
                        <a:pt x="824480" y="611033"/>
                      </a:lnTo>
                      <a:lnTo>
                        <a:pt x="820927" y="602536"/>
                      </a:lnTo>
                      <a:lnTo>
                        <a:pt x="821910" y="599364"/>
                      </a:lnTo>
                      <a:lnTo>
                        <a:pt x="818646" y="598924"/>
                      </a:lnTo>
                      <a:lnTo>
                        <a:pt x="828729" y="581954"/>
                      </a:lnTo>
                      <a:lnTo>
                        <a:pt x="828844" y="579060"/>
                      </a:lnTo>
                      <a:lnTo>
                        <a:pt x="826714" y="575761"/>
                      </a:lnTo>
                      <a:lnTo>
                        <a:pt x="817188" y="578122"/>
                      </a:lnTo>
                      <a:lnTo>
                        <a:pt x="812684" y="567507"/>
                      </a:lnTo>
                      <a:lnTo>
                        <a:pt x="811075" y="566431"/>
                      </a:lnTo>
                      <a:lnTo>
                        <a:pt x="806850" y="568595"/>
                      </a:lnTo>
                      <a:lnTo>
                        <a:pt x="807742" y="563271"/>
                      </a:lnTo>
                      <a:lnTo>
                        <a:pt x="805658" y="564011"/>
                      </a:lnTo>
                      <a:lnTo>
                        <a:pt x="803887" y="561418"/>
                      </a:lnTo>
                      <a:lnTo>
                        <a:pt x="795494" y="557193"/>
                      </a:lnTo>
                      <a:lnTo>
                        <a:pt x="796119" y="556140"/>
                      </a:lnTo>
                      <a:lnTo>
                        <a:pt x="792207" y="552112"/>
                      </a:lnTo>
                      <a:lnTo>
                        <a:pt x="790077" y="552586"/>
                      </a:lnTo>
                      <a:lnTo>
                        <a:pt x="789081" y="550352"/>
                      </a:lnTo>
                      <a:lnTo>
                        <a:pt x="786442" y="551625"/>
                      </a:lnTo>
                      <a:lnTo>
                        <a:pt x="789440" y="562761"/>
                      </a:lnTo>
                      <a:lnTo>
                        <a:pt x="788560" y="565424"/>
                      </a:lnTo>
                      <a:lnTo>
                        <a:pt x="785967" y="565864"/>
                      </a:lnTo>
                      <a:lnTo>
                        <a:pt x="777633" y="584605"/>
                      </a:lnTo>
                      <a:lnTo>
                        <a:pt x="773164" y="584188"/>
                      </a:lnTo>
                      <a:lnTo>
                        <a:pt x="773465" y="586214"/>
                      </a:lnTo>
                      <a:lnTo>
                        <a:pt x="770525" y="586284"/>
                      </a:lnTo>
                      <a:lnTo>
                        <a:pt x="749203" y="582556"/>
                      </a:lnTo>
                      <a:lnTo>
                        <a:pt x="744850" y="575993"/>
                      </a:lnTo>
                      <a:lnTo>
                        <a:pt x="741261" y="578563"/>
                      </a:lnTo>
                      <a:lnTo>
                        <a:pt x="737441" y="585901"/>
                      </a:lnTo>
                      <a:lnTo>
                        <a:pt x="735277" y="585172"/>
                      </a:lnTo>
                      <a:lnTo>
                        <a:pt x="732255" y="587152"/>
                      </a:lnTo>
                      <a:lnTo>
                        <a:pt x="731862" y="591319"/>
                      </a:lnTo>
                      <a:lnTo>
                        <a:pt x="723539" y="593310"/>
                      </a:lnTo>
                      <a:lnTo>
                        <a:pt x="720031" y="598334"/>
                      </a:lnTo>
                      <a:lnTo>
                        <a:pt x="744630" y="592581"/>
                      </a:lnTo>
                      <a:lnTo>
                        <a:pt x="747871" y="599503"/>
                      </a:lnTo>
                      <a:lnTo>
                        <a:pt x="750464" y="598623"/>
                      </a:lnTo>
                      <a:lnTo>
                        <a:pt x="752698" y="600776"/>
                      </a:lnTo>
                      <a:lnTo>
                        <a:pt x="753972" y="609273"/>
                      </a:lnTo>
                      <a:lnTo>
                        <a:pt x="740428" y="614401"/>
                      </a:lnTo>
                      <a:lnTo>
                        <a:pt x="729280" y="614888"/>
                      </a:lnTo>
                      <a:lnTo>
                        <a:pt x="724939" y="617411"/>
                      </a:lnTo>
                      <a:lnTo>
                        <a:pt x="727741" y="622412"/>
                      </a:lnTo>
                      <a:lnTo>
                        <a:pt x="725368" y="627424"/>
                      </a:lnTo>
                      <a:lnTo>
                        <a:pt x="725854" y="631730"/>
                      </a:lnTo>
                      <a:lnTo>
                        <a:pt x="731144" y="634914"/>
                      </a:lnTo>
                      <a:lnTo>
                        <a:pt x="703258" y="644522"/>
                      </a:lnTo>
                      <a:lnTo>
                        <a:pt x="686554" y="646698"/>
                      </a:lnTo>
                      <a:lnTo>
                        <a:pt x="675915" y="645830"/>
                      </a:lnTo>
                      <a:lnTo>
                        <a:pt x="676957" y="643549"/>
                      </a:lnTo>
                      <a:lnTo>
                        <a:pt x="674006" y="639197"/>
                      </a:lnTo>
                      <a:lnTo>
                        <a:pt x="674098" y="629878"/>
                      </a:lnTo>
                      <a:lnTo>
                        <a:pt x="675464" y="629508"/>
                      </a:lnTo>
                      <a:lnTo>
                        <a:pt x="676900" y="623836"/>
                      </a:lnTo>
                      <a:lnTo>
                        <a:pt x="675904" y="617237"/>
                      </a:lnTo>
                      <a:lnTo>
                        <a:pt x="677143" y="613684"/>
                      </a:lnTo>
                      <a:lnTo>
                        <a:pt x="659189" y="614204"/>
                      </a:lnTo>
                      <a:lnTo>
                        <a:pt x="655067" y="612005"/>
                      </a:lnTo>
                      <a:lnTo>
                        <a:pt x="650113" y="613394"/>
                      </a:lnTo>
                      <a:lnTo>
                        <a:pt x="636731" y="610257"/>
                      </a:lnTo>
                      <a:lnTo>
                        <a:pt x="632541" y="621740"/>
                      </a:lnTo>
                      <a:lnTo>
                        <a:pt x="626950" y="622782"/>
                      </a:lnTo>
                      <a:lnTo>
                        <a:pt x="624414" y="628651"/>
                      </a:lnTo>
                      <a:lnTo>
                        <a:pt x="625931" y="634404"/>
                      </a:lnTo>
                      <a:lnTo>
                        <a:pt x="621463" y="635967"/>
                      </a:lnTo>
                      <a:lnTo>
                        <a:pt x="621602" y="643781"/>
                      </a:lnTo>
                      <a:lnTo>
                        <a:pt x="617087" y="648747"/>
                      </a:lnTo>
                      <a:lnTo>
                        <a:pt x="590856" y="642565"/>
                      </a:lnTo>
                      <a:lnTo>
                        <a:pt x="590266" y="645413"/>
                      </a:lnTo>
                      <a:lnTo>
                        <a:pt x="575356" y="646339"/>
                      </a:lnTo>
                      <a:lnTo>
                        <a:pt x="573909" y="643295"/>
                      </a:lnTo>
                      <a:lnTo>
                        <a:pt x="580762" y="637518"/>
                      </a:lnTo>
                      <a:lnTo>
                        <a:pt x="568214" y="621613"/>
                      </a:lnTo>
                      <a:lnTo>
                        <a:pt x="562159" y="632344"/>
                      </a:lnTo>
                      <a:lnTo>
                        <a:pt x="550792" y="640007"/>
                      </a:lnTo>
                      <a:lnTo>
                        <a:pt x="551035" y="646073"/>
                      </a:lnTo>
                      <a:lnTo>
                        <a:pt x="546972" y="656538"/>
                      </a:lnTo>
                      <a:lnTo>
                        <a:pt x="547678" y="660485"/>
                      </a:lnTo>
                      <a:lnTo>
                        <a:pt x="541821" y="662997"/>
                      </a:lnTo>
                      <a:lnTo>
                        <a:pt x="541207" y="666829"/>
                      </a:lnTo>
                      <a:lnTo>
                        <a:pt x="535547" y="667558"/>
                      </a:lnTo>
                      <a:lnTo>
                        <a:pt x="535338" y="664154"/>
                      </a:lnTo>
                      <a:lnTo>
                        <a:pt x="526668" y="667604"/>
                      </a:lnTo>
                      <a:lnTo>
                        <a:pt x="517997" y="666805"/>
                      </a:lnTo>
                      <a:lnTo>
                        <a:pt x="518484" y="669178"/>
                      </a:lnTo>
                      <a:lnTo>
                        <a:pt x="515682" y="667604"/>
                      </a:lnTo>
                      <a:lnTo>
                        <a:pt x="511654" y="671609"/>
                      </a:lnTo>
                      <a:lnTo>
                        <a:pt x="508320" y="679330"/>
                      </a:lnTo>
                      <a:lnTo>
                        <a:pt x="505634" y="678439"/>
                      </a:lnTo>
                      <a:lnTo>
                        <a:pt x="505866" y="684412"/>
                      </a:lnTo>
                      <a:lnTo>
                        <a:pt x="503319" y="683776"/>
                      </a:lnTo>
                      <a:lnTo>
                        <a:pt x="499233" y="688695"/>
                      </a:lnTo>
                      <a:lnTo>
                        <a:pt x="500425" y="689042"/>
                      </a:lnTo>
                      <a:lnTo>
                        <a:pt x="500772" y="697180"/>
                      </a:lnTo>
                      <a:lnTo>
                        <a:pt x="495367" y="701093"/>
                      </a:lnTo>
                      <a:lnTo>
                        <a:pt x="495262" y="704080"/>
                      </a:lnTo>
                      <a:lnTo>
                        <a:pt x="497323" y="703999"/>
                      </a:lnTo>
                      <a:lnTo>
                        <a:pt x="498098" y="708779"/>
                      </a:lnTo>
                      <a:lnTo>
                        <a:pt x="493862" y="709705"/>
                      </a:lnTo>
                      <a:lnTo>
                        <a:pt x="489625" y="708328"/>
                      </a:lnTo>
                      <a:lnTo>
                        <a:pt x="491732" y="715285"/>
                      </a:lnTo>
                      <a:lnTo>
                        <a:pt x="497288" y="714174"/>
                      </a:lnTo>
                      <a:lnTo>
                        <a:pt x="498133" y="717323"/>
                      </a:lnTo>
                      <a:lnTo>
                        <a:pt x="495679" y="717797"/>
                      </a:lnTo>
                      <a:lnTo>
                        <a:pt x="485434" y="726710"/>
                      </a:lnTo>
                      <a:lnTo>
                        <a:pt x="485689" y="729222"/>
                      </a:lnTo>
                      <a:lnTo>
                        <a:pt x="479392" y="730704"/>
                      </a:lnTo>
                      <a:lnTo>
                        <a:pt x="476857" y="735172"/>
                      </a:lnTo>
                      <a:lnTo>
                        <a:pt x="475676" y="739432"/>
                      </a:lnTo>
                      <a:lnTo>
                        <a:pt x="469819" y="739583"/>
                      </a:lnTo>
                      <a:lnTo>
                        <a:pt x="465975" y="736990"/>
                      </a:lnTo>
                      <a:lnTo>
                        <a:pt x="461380" y="741146"/>
                      </a:lnTo>
                      <a:lnTo>
                        <a:pt x="457710" y="741076"/>
                      </a:lnTo>
                      <a:lnTo>
                        <a:pt x="450765" y="735994"/>
                      </a:lnTo>
                      <a:lnTo>
                        <a:pt x="447905" y="736642"/>
                      </a:lnTo>
                      <a:lnTo>
                        <a:pt x="443055" y="733413"/>
                      </a:lnTo>
                      <a:lnTo>
                        <a:pt x="443194" y="729442"/>
                      </a:lnTo>
                      <a:lnTo>
                        <a:pt x="445486" y="726815"/>
                      </a:lnTo>
                      <a:lnTo>
                        <a:pt x="441782" y="723157"/>
                      </a:lnTo>
                      <a:lnTo>
                        <a:pt x="437094" y="722231"/>
                      </a:lnTo>
                      <a:lnTo>
                        <a:pt x="437742" y="725044"/>
                      </a:lnTo>
                      <a:lnTo>
                        <a:pt x="433841" y="727359"/>
                      </a:lnTo>
                      <a:lnTo>
                        <a:pt x="432776" y="725414"/>
                      </a:lnTo>
                      <a:lnTo>
                        <a:pt x="431491" y="725333"/>
                      </a:lnTo>
                      <a:lnTo>
                        <a:pt x="428238" y="733077"/>
                      </a:lnTo>
                      <a:lnTo>
                        <a:pt x="422832" y="731213"/>
                      </a:lnTo>
                      <a:lnTo>
                        <a:pt x="419718" y="731630"/>
                      </a:lnTo>
                      <a:lnTo>
                        <a:pt x="419487" y="733633"/>
                      </a:lnTo>
                      <a:lnTo>
                        <a:pt x="410978" y="732186"/>
                      </a:lnTo>
                      <a:lnTo>
                        <a:pt x="409103" y="729246"/>
                      </a:lnTo>
                      <a:lnTo>
                        <a:pt x="410955" y="722034"/>
                      </a:lnTo>
                      <a:lnTo>
                        <a:pt x="402308" y="717936"/>
                      </a:lnTo>
                      <a:lnTo>
                        <a:pt x="398882" y="722323"/>
                      </a:lnTo>
                      <a:lnTo>
                        <a:pt x="391438" y="720668"/>
                      </a:lnTo>
                      <a:lnTo>
                        <a:pt x="388185" y="724303"/>
                      </a:lnTo>
                      <a:lnTo>
                        <a:pt x="385164" y="724719"/>
                      </a:lnTo>
                      <a:lnTo>
                        <a:pt x="386843" y="729882"/>
                      </a:lnTo>
                      <a:lnTo>
                        <a:pt x="382398" y="732718"/>
                      </a:lnTo>
                      <a:lnTo>
                        <a:pt x="378693" y="731422"/>
                      </a:lnTo>
                      <a:lnTo>
                        <a:pt x="370347" y="732533"/>
                      </a:lnTo>
                      <a:lnTo>
                        <a:pt x="360137" y="736677"/>
                      </a:lnTo>
                      <a:lnTo>
                        <a:pt x="358204" y="740162"/>
                      </a:lnTo>
                      <a:lnTo>
                        <a:pt x="349406" y="739235"/>
                      </a:lnTo>
                      <a:lnTo>
                        <a:pt x="351490" y="736203"/>
                      </a:lnTo>
                      <a:lnTo>
                        <a:pt x="349372" y="733610"/>
                      </a:lnTo>
                      <a:lnTo>
                        <a:pt x="342762" y="736145"/>
                      </a:lnTo>
                      <a:lnTo>
                        <a:pt x="341882" y="733806"/>
                      </a:lnTo>
                      <a:lnTo>
                        <a:pt x="343317" y="733228"/>
                      </a:lnTo>
                      <a:lnTo>
                        <a:pt x="341199" y="730357"/>
                      </a:lnTo>
                      <a:lnTo>
                        <a:pt x="336233" y="736423"/>
                      </a:lnTo>
                      <a:lnTo>
                        <a:pt x="335353" y="732383"/>
                      </a:lnTo>
                      <a:lnTo>
                        <a:pt x="332633" y="729778"/>
                      </a:lnTo>
                      <a:lnTo>
                        <a:pt x="326914" y="733471"/>
                      </a:lnTo>
                      <a:lnTo>
                        <a:pt x="324356" y="730889"/>
                      </a:lnTo>
                      <a:lnTo>
                        <a:pt x="331475" y="717693"/>
                      </a:lnTo>
                      <a:lnTo>
                        <a:pt x="335261" y="718028"/>
                      </a:lnTo>
                      <a:lnTo>
                        <a:pt x="339127" y="716061"/>
                      </a:lnTo>
                      <a:lnTo>
                        <a:pt x="326776" y="712518"/>
                      </a:lnTo>
                      <a:lnTo>
                        <a:pt x="325004" y="710122"/>
                      </a:lnTo>
                      <a:lnTo>
                        <a:pt x="313382" y="704045"/>
                      </a:lnTo>
                      <a:lnTo>
                        <a:pt x="316728" y="689135"/>
                      </a:lnTo>
                      <a:lnTo>
                        <a:pt x="311715" y="688475"/>
                      </a:lnTo>
                      <a:lnTo>
                        <a:pt x="306865" y="683382"/>
                      </a:lnTo>
                      <a:lnTo>
                        <a:pt x="302397" y="683764"/>
                      </a:lnTo>
                      <a:lnTo>
                        <a:pt x="298727" y="681495"/>
                      </a:lnTo>
                      <a:lnTo>
                        <a:pt x="299306" y="676390"/>
                      </a:lnTo>
                      <a:lnTo>
                        <a:pt x="297442" y="674272"/>
                      </a:lnTo>
                      <a:lnTo>
                        <a:pt x="293993" y="673056"/>
                      </a:lnTo>
                      <a:lnTo>
                        <a:pt x="289964" y="675117"/>
                      </a:lnTo>
                      <a:lnTo>
                        <a:pt x="286457" y="672176"/>
                      </a:lnTo>
                      <a:lnTo>
                        <a:pt x="284003" y="669121"/>
                      </a:lnTo>
                      <a:lnTo>
                        <a:pt x="284859" y="666111"/>
                      </a:lnTo>
                      <a:lnTo>
                        <a:pt x="282926" y="661527"/>
                      </a:lnTo>
                      <a:lnTo>
                        <a:pt x="285033" y="658089"/>
                      </a:lnTo>
                      <a:lnTo>
                        <a:pt x="283435" y="650808"/>
                      </a:lnTo>
                      <a:lnTo>
                        <a:pt x="284419" y="647960"/>
                      </a:lnTo>
                      <a:lnTo>
                        <a:pt x="282023" y="646351"/>
                      </a:lnTo>
                      <a:lnTo>
                        <a:pt x="276305" y="646467"/>
                      </a:lnTo>
                      <a:lnTo>
                        <a:pt x="273573" y="644383"/>
                      </a:lnTo>
                      <a:lnTo>
                        <a:pt x="272566" y="640922"/>
                      </a:lnTo>
                      <a:lnTo>
                        <a:pt x="268329" y="640007"/>
                      </a:lnTo>
                      <a:lnTo>
                        <a:pt x="264694" y="636963"/>
                      </a:lnTo>
                      <a:lnTo>
                        <a:pt x="266465" y="623917"/>
                      </a:lnTo>
                      <a:lnTo>
                        <a:pt x="261522" y="622065"/>
                      </a:lnTo>
                      <a:lnTo>
                        <a:pt x="264879" y="619089"/>
                      </a:lnTo>
                      <a:lnTo>
                        <a:pt x="258304" y="617897"/>
                      </a:lnTo>
                      <a:lnTo>
                        <a:pt x="257355" y="613394"/>
                      </a:lnTo>
                      <a:lnTo>
                        <a:pt x="255619" y="611982"/>
                      </a:lnTo>
                      <a:lnTo>
                        <a:pt x="250491" y="614112"/>
                      </a:lnTo>
                      <a:lnTo>
                        <a:pt x="239366" y="602062"/>
                      </a:lnTo>
                      <a:lnTo>
                        <a:pt x="232154" y="606090"/>
                      </a:lnTo>
                      <a:lnTo>
                        <a:pt x="230325" y="603439"/>
                      </a:lnTo>
                      <a:lnTo>
                        <a:pt x="226713" y="603288"/>
                      </a:lnTo>
                      <a:lnTo>
                        <a:pt x="225556" y="595498"/>
                      </a:lnTo>
                      <a:lnTo>
                        <a:pt x="221377" y="594942"/>
                      </a:lnTo>
                      <a:lnTo>
                        <a:pt x="215103" y="589629"/>
                      </a:lnTo>
                      <a:lnTo>
                        <a:pt x="213552" y="583436"/>
                      </a:lnTo>
                      <a:lnTo>
                        <a:pt x="202670" y="574847"/>
                      </a:lnTo>
                      <a:lnTo>
                        <a:pt x="191743" y="557205"/>
                      </a:lnTo>
                      <a:lnTo>
                        <a:pt x="186997" y="557760"/>
                      </a:lnTo>
                      <a:lnTo>
                        <a:pt x="185677" y="552864"/>
                      </a:lnTo>
                      <a:lnTo>
                        <a:pt x="184577" y="545803"/>
                      </a:lnTo>
                      <a:lnTo>
                        <a:pt x="180618" y="542735"/>
                      </a:lnTo>
                      <a:lnTo>
                        <a:pt x="182100" y="530418"/>
                      </a:lnTo>
                      <a:lnTo>
                        <a:pt x="176208" y="524769"/>
                      </a:lnTo>
                      <a:lnTo>
                        <a:pt x="176046" y="521933"/>
                      </a:lnTo>
                      <a:lnTo>
                        <a:pt x="177979" y="519896"/>
                      </a:lnTo>
                      <a:lnTo>
                        <a:pt x="177169" y="517858"/>
                      </a:lnTo>
                      <a:lnTo>
                        <a:pt x="173476" y="518356"/>
                      </a:lnTo>
                      <a:lnTo>
                        <a:pt x="169436" y="521482"/>
                      </a:lnTo>
                      <a:lnTo>
                        <a:pt x="166021" y="521146"/>
                      </a:lnTo>
                      <a:lnTo>
                        <a:pt x="164933" y="525232"/>
                      </a:lnTo>
                      <a:lnTo>
                        <a:pt x="162618" y="525800"/>
                      </a:lnTo>
                      <a:lnTo>
                        <a:pt x="161171" y="524353"/>
                      </a:lnTo>
                      <a:lnTo>
                        <a:pt x="153820" y="525151"/>
                      </a:lnTo>
                      <a:lnTo>
                        <a:pt x="148241" y="516620"/>
                      </a:lnTo>
                      <a:lnTo>
                        <a:pt x="145393" y="521158"/>
                      </a:lnTo>
                      <a:lnTo>
                        <a:pt x="143981" y="518669"/>
                      </a:lnTo>
                      <a:lnTo>
                        <a:pt x="144386" y="512811"/>
                      </a:lnTo>
                      <a:lnTo>
                        <a:pt x="138320" y="508667"/>
                      </a:lnTo>
                      <a:lnTo>
                        <a:pt x="138355" y="503944"/>
                      </a:lnTo>
                      <a:lnTo>
                        <a:pt x="134616" y="494672"/>
                      </a:lnTo>
                      <a:lnTo>
                        <a:pt x="140635" y="487449"/>
                      </a:lnTo>
                      <a:lnTo>
                        <a:pt x="143078" y="488294"/>
                      </a:lnTo>
                      <a:lnTo>
                        <a:pt x="144363" y="487020"/>
                      </a:lnTo>
                      <a:lnTo>
                        <a:pt x="145682" y="481325"/>
                      </a:lnTo>
                      <a:lnTo>
                        <a:pt x="149340" y="477922"/>
                      </a:lnTo>
                      <a:lnTo>
                        <a:pt x="149606" y="465663"/>
                      </a:lnTo>
                      <a:lnTo>
                        <a:pt x="147569" y="461125"/>
                      </a:lnTo>
                      <a:lnTo>
                        <a:pt x="151598" y="456460"/>
                      </a:lnTo>
                      <a:lnTo>
                        <a:pt x="149896" y="454353"/>
                      </a:lnTo>
                      <a:lnTo>
                        <a:pt x="150371" y="450001"/>
                      </a:lnTo>
                      <a:lnTo>
                        <a:pt x="155973" y="446088"/>
                      </a:lnTo>
                      <a:lnTo>
                        <a:pt x="173754" y="434385"/>
                      </a:lnTo>
                      <a:lnTo>
                        <a:pt x="178732" y="432116"/>
                      </a:lnTo>
                      <a:lnTo>
                        <a:pt x="179021" y="419985"/>
                      </a:lnTo>
                      <a:lnTo>
                        <a:pt x="169043" y="412784"/>
                      </a:lnTo>
                      <a:lnTo>
                        <a:pt x="166843" y="408316"/>
                      </a:lnTo>
                      <a:lnTo>
                        <a:pt x="163810" y="409358"/>
                      </a:lnTo>
                      <a:lnTo>
                        <a:pt x="166751" y="404959"/>
                      </a:lnTo>
                      <a:lnTo>
                        <a:pt x="159273" y="395964"/>
                      </a:lnTo>
                      <a:lnTo>
                        <a:pt x="155753" y="387931"/>
                      </a:lnTo>
                      <a:lnTo>
                        <a:pt x="157744" y="385905"/>
                      </a:lnTo>
                      <a:lnTo>
                        <a:pt x="155707" y="381448"/>
                      </a:lnTo>
                      <a:lnTo>
                        <a:pt x="152790" y="380441"/>
                      </a:lnTo>
                      <a:lnTo>
                        <a:pt x="151899" y="376991"/>
                      </a:lnTo>
                      <a:lnTo>
                        <a:pt x="149167" y="375035"/>
                      </a:lnTo>
                      <a:lnTo>
                        <a:pt x="146481" y="373959"/>
                      </a:lnTo>
                      <a:lnTo>
                        <a:pt x="145844" y="375522"/>
                      </a:lnTo>
                      <a:lnTo>
                        <a:pt x="143194" y="375313"/>
                      </a:lnTo>
                      <a:lnTo>
                        <a:pt x="142406" y="373276"/>
                      </a:lnTo>
                      <a:lnTo>
                        <a:pt x="138528" y="374572"/>
                      </a:lnTo>
                      <a:lnTo>
                        <a:pt x="138818" y="371424"/>
                      </a:lnTo>
                      <a:lnTo>
                        <a:pt x="136144" y="368831"/>
                      </a:lnTo>
                      <a:lnTo>
                        <a:pt x="134002" y="370451"/>
                      </a:lnTo>
                      <a:lnTo>
                        <a:pt x="131803" y="369780"/>
                      </a:lnTo>
                      <a:lnTo>
                        <a:pt x="130703" y="365948"/>
                      </a:lnTo>
                      <a:lnTo>
                        <a:pt x="132798" y="363552"/>
                      </a:lnTo>
                      <a:lnTo>
                        <a:pt x="131062" y="359848"/>
                      </a:lnTo>
                      <a:lnTo>
                        <a:pt x="127103" y="349661"/>
                      </a:lnTo>
                      <a:lnTo>
                        <a:pt x="125494" y="349337"/>
                      </a:lnTo>
                      <a:lnTo>
                        <a:pt x="122368" y="353574"/>
                      </a:lnTo>
                      <a:lnTo>
                        <a:pt x="120713" y="352277"/>
                      </a:lnTo>
                      <a:lnTo>
                        <a:pt x="116777" y="354615"/>
                      </a:lnTo>
                      <a:lnTo>
                        <a:pt x="116720" y="350992"/>
                      </a:lnTo>
                      <a:lnTo>
                        <a:pt x="114624" y="348654"/>
                      </a:lnTo>
                      <a:lnTo>
                        <a:pt x="118433" y="344718"/>
                      </a:lnTo>
                      <a:lnTo>
                        <a:pt x="115215" y="342600"/>
                      </a:lnTo>
                      <a:lnTo>
                        <a:pt x="93024" y="346686"/>
                      </a:lnTo>
                      <a:lnTo>
                        <a:pt x="91461" y="345424"/>
                      </a:lnTo>
                      <a:lnTo>
                        <a:pt x="92202" y="343086"/>
                      </a:lnTo>
                      <a:lnTo>
                        <a:pt x="84469" y="335237"/>
                      </a:lnTo>
                      <a:lnTo>
                        <a:pt x="77257" y="337796"/>
                      </a:lnTo>
                      <a:lnTo>
                        <a:pt x="72963" y="334693"/>
                      </a:lnTo>
                      <a:lnTo>
                        <a:pt x="73032" y="325363"/>
                      </a:lnTo>
                      <a:lnTo>
                        <a:pt x="73738" y="324391"/>
                      </a:lnTo>
                      <a:lnTo>
                        <a:pt x="77026" y="327192"/>
                      </a:lnTo>
                      <a:lnTo>
                        <a:pt x="77443" y="326035"/>
                      </a:lnTo>
                      <a:lnTo>
                        <a:pt x="76088" y="321381"/>
                      </a:lnTo>
                      <a:lnTo>
                        <a:pt x="71319" y="320304"/>
                      </a:lnTo>
                      <a:lnTo>
                        <a:pt x="69768" y="307629"/>
                      </a:lnTo>
                      <a:lnTo>
                        <a:pt x="65612" y="302651"/>
                      </a:lnTo>
                      <a:lnTo>
                        <a:pt x="47669" y="309018"/>
                      </a:lnTo>
                      <a:lnTo>
                        <a:pt x="45285" y="306946"/>
                      </a:lnTo>
                      <a:lnTo>
                        <a:pt x="36267" y="307536"/>
                      </a:lnTo>
                      <a:lnTo>
                        <a:pt x="32563" y="304144"/>
                      </a:lnTo>
                      <a:lnTo>
                        <a:pt x="34473" y="287070"/>
                      </a:lnTo>
                      <a:lnTo>
                        <a:pt x="32273" y="286295"/>
                      </a:lnTo>
                      <a:lnTo>
                        <a:pt x="28847" y="281085"/>
                      </a:lnTo>
                      <a:lnTo>
                        <a:pt x="20038" y="277439"/>
                      </a:lnTo>
                      <a:lnTo>
                        <a:pt x="18938" y="275112"/>
                      </a:lnTo>
                      <a:lnTo>
                        <a:pt x="13926" y="275552"/>
                      </a:lnTo>
                      <a:lnTo>
                        <a:pt x="13926" y="271130"/>
                      </a:lnTo>
                      <a:lnTo>
                        <a:pt x="9562" y="269938"/>
                      </a:lnTo>
                      <a:lnTo>
                        <a:pt x="9770" y="267287"/>
                      </a:lnTo>
                      <a:lnTo>
                        <a:pt x="6471" y="263884"/>
                      </a:lnTo>
                      <a:lnTo>
                        <a:pt x="6853" y="262263"/>
                      </a:lnTo>
                      <a:lnTo>
                        <a:pt x="463" y="258929"/>
                      </a:lnTo>
                      <a:lnTo>
                        <a:pt x="0" y="256383"/>
                      </a:lnTo>
                      <a:lnTo>
                        <a:pt x="1169" y="254704"/>
                      </a:lnTo>
                      <a:lnTo>
                        <a:pt x="521" y="248522"/>
                      </a:lnTo>
                      <a:lnTo>
                        <a:pt x="2442" y="246798"/>
                      </a:lnTo>
                      <a:lnTo>
                        <a:pt x="1586" y="241091"/>
                      </a:lnTo>
                      <a:lnTo>
                        <a:pt x="6170" y="240975"/>
                      </a:lnTo>
                      <a:lnTo>
                        <a:pt x="7408" y="238463"/>
                      </a:lnTo>
                      <a:lnTo>
                        <a:pt x="10765" y="238428"/>
                      </a:lnTo>
                      <a:lnTo>
                        <a:pt x="12629" y="231494"/>
                      </a:lnTo>
                      <a:lnTo>
                        <a:pt x="29588" y="212325"/>
                      </a:lnTo>
                      <a:lnTo>
                        <a:pt x="31787" y="204719"/>
                      </a:lnTo>
                      <a:lnTo>
                        <a:pt x="36256" y="198017"/>
                      </a:lnTo>
                      <a:lnTo>
                        <a:pt x="42958" y="198642"/>
                      </a:lnTo>
                      <a:lnTo>
                        <a:pt x="45007" y="200332"/>
                      </a:lnTo>
                      <a:lnTo>
                        <a:pt x="53110" y="198144"/>
                      </a:lnTo>
                      <a:lnTo>
                        <a:pt x="55286" y="199198"/>
                      </a:lnTo>
                      <a:lnTo>
                        <a:pt x="58389" y="190713"/>
                      </a:lnTo>
                      <a:lnTo>
                        <a:pt x="66573" y="190330"/>
                      </a:lnTo>
                      <a:lnTo>
                        <a:pt x="66839" y="185550"/>
                      </a:lnTo>
                      <a:lnTo>
                        <a:pt x="70289" y="184670"/>
                      </a:lnTo>
                      <a:lnTo>
                        <a:pt x="75162" y="191720"/>
                      </a:lnTo>
                      <a:lnTo>
                        <a:pt x="78739" y="191859"/>
                      </a:lnTo>
                      <a:lnTo>
                        <a:pt x="82895" y="189624"/>
                      </a:lnTo>
                      <a:lnTo>
                        <a:pt x="85187" y="180387"/>
                      </a:lnTo>
                      <a:lnTo>
                        <a:pt x="86460" y="172677"/>
                      </a:lnTo>
                      <a:lnTo>
                        <a:pt x="82906" y="167121"/>
                      </a:lnTo>
                      <a:lnTo>
                        <a:pt x="85928" y="162745"/>
                      </a:lnTo>
                      <a:lnTo>
                        <a:pt x="83543" y="158948"/>
                      </a:lnTo>
                      <a:lnTo>
                        <a:pt x="84851" y="155753"/>
                      </a:lnTo>
                      <a:lnTo>
                        <a:pt x="83450" y="153311"/>
                      </a:lnTo>
                      <a:lnTo>
                        <a:pt x="84874" y="151216"/>
                      </a:lnTo>
                      <a:lnTo>
                        <a:pt x="83983" y="148669"/>
                      </a:lnTo>
                      <a:lnTo>
                        <a:pt x="86761" y="147211"/>
                      </a:lnTo>
                      <a:lnTo>
                        <a:pt x="88555" y="140913"/>
                      </a:lnTo>
                      <a:lnTo>
                        <a:pt x="85013" y="136526"/>
                      </a:lnTo>
                      <a:lnTo>
                        <a:pt x="80012" y="134616"/>
                      </a:lnTo>
                      <a:lnTo>
                        <a:pt x="79688" y="131386"/>
                      </a:lnTo>
                      <a:lnTo>
                        <a:pt x="68749" y="122137"/>
                      </a:lnTo>
                      <a:lnTo>
                        <a:pt x="71145" y="122809"/>
                      </a:lnTo>
                      <a:lnTo>
                        <a:pt x="76690" y="120088"/>
                      </a:lnTo>
                      <a:lnTo>
                        <a:pt x="83080" y="115133"/>
                      </a:lnTo>
                      <a:lnTo>
                        <a:pt x="86217" y="110318"/>
                      </a:lnTo>
                      <a:lnTo>
                        <a:pt x="92943" y="110005"/>
                      </a:lnTo>
                      <a:lnTo>
                        <a:pt x="94922" y="101775"/>
                      </a:lnTo>
                      <a:lnTo>
                        <a:pt x="90222" y="98106"/>
                      </a:lnTo>
                      <a:lnTo>
                        <a:pt x="89377" y="84758"/>
                      </a:lnTo>
                      <a:lnTo>
                        <a:pt x="91033" y="80962"/>
                      </a:lnTo>
                      <a:lnTo>
                        <a:pt x="94992" y="77929"/>
                      </a:lnTo>
                      <a:lnTo>
                        <a:pt x="94668" y="73310"/>
                      </a:lnTo>
                      <a:lnTo>
                        <a:pt x="102041" y="72396"/>
                      </a:lnTo>
                      <a:lnTo>
                        <a:pt x="104102" y="71215"/>
                      </a:lnTo>
                      <a:lnTo>
                        <a:pt x="103245" y="68679"/>
                      </a:lnTo>
                      <a:lnTo>
                        <a:pt x="109542" y="65936"/>
                      </a:lnTo>
                      <a:lnTo>
                        <a:pt x="114312" y="68135"/>
                      </a:lnTo>
                      <a:lnTo>
                        <a:pt x="130182" y="67742"/>
                      </a:lnTo>
                      <a:lnTo>
                        <a:pt x="134245" y="60310"/>
                      </a:lnTo>
                      <a:lnTo>
                        <a:pt x="136619" y="60611"/>
                      </a:lnTo>
                      <a:lnTo>
                        <a:pt x="136734" y="62336"/>
                      </a:lnTo>
                      <a:lnTo>
                        <a:pt x="140485" y="63945"/>
                      </a:lnTo>
                      <a:lnTo>
                        <a:pt x="143622" y="61317"/>
                      </a:lnTo>
                      <a:lnTo>
                        <a:pt x="155117" y="59986"/>
                      </a:lnTo>
                      <a:lnTo>
                        <a:pt x="165466" y="56398"/>
                      </a:lnTo>
                      <a:lnTo>
                        <a:pt x="174066" y="49244"/>
                      </a:lnTo>
                      <a:lnTo>
                        <a:pt x="180271" y="47461"/>
                      </a:lnTo>
                      <a:lnTo>
                        <a:pt x="179739" y="52415"/>
                      </a:lnTo>
                      <a:lnTo>
                        <a:pt x="196165" y="57289"/>
                      </a:lnTo>
                      <a:lnTo>
                        <a:pt x="200020" y="61387"/>
                      </a:lnTo>
                      <a:lnTo>
                        <a:pt x="203238" y="61503"/>
                      </a:lnTo>
                      <a:lnTo>
                        <a:pt x="205321" y="66330"/>
                      </a:lnTo>
                      <a:lnTo>
                        <a:pt x="214744" y="65230"/>
                      </a:lnTo>
                      <a:lnTo>
                        <a:pt x="231564" y="57266"/>
                      </a:lnTo>
                      <a:lnTo>
                        <a:pt x="236981" y="50702"/>
                      </a:lnTo>
                      <a:lnTo>
                        <a:pt x="240512" y="48295"/>
                      </a:lnTo>
                      <a:lnTo>
                        <a:pt x="243302" y="48445"/>
                      </a:lnTo>
                      <a:lnTo>
                        <a:pt x="243730" y="35689"/>
                      </a:lnTo>
                      <a:lnTo>
                        <a:pt x="247006" y="35619"/>
                      </a:lnTo>
                      <a:lnTo>
                        <a:pt x="250004" y="32795"/>
                      </a:lnTo>
                      <a:lnTo>
                        <a:pt x="253998" y="36024"/>
                      </a:lnTo>
                      <a:lnTo>
                        <a:pt x="255838" y="40585"/>
                      </a:lnTo>
                      <a:lnTo>
                        <a:pt x="265944" y="46836"/>
                      </a:lnTo>
                      <a:lnTo>
                        <a:pt x="267901" y="37101"/>
                      </a:lnTo>
                      <a:lnTo>
                        <a:pt x="269602" y="33582"/>
                      </a:lnTo>
                      <a:lnTo>
                        <a:pt x="271674" y="33744"/>
                      </a:lnTo>
                      <a:lnTo>
                        <a:pt x="270412" y="18961"/>
                      </a:lnTo>
                      <a:lnTo>
                        <a:pt x="273816" y="18382"/>
                      </a:lnTo>
                      <a:lnTo>
                        <a:pt x="276733" y="20663"/>
                      </a:lnTo>
                      <a:lnTo>
                        <a:pt x="286364" y="21346"/>
                      </a:lnTo>
                      <a:lnTo>
                        <a:pt x="288332" y="19714"/>
                      </a:lnTo>
                      <a:lnTo>
                        <a:pt x="290358" y="12756"/>
                      </a:lnTo>
                      <a:lnTo>
                        <a:pt x="298704" y="16426"/>
                      </a:lnTo>
                      <a:lnTo>
                        <a:pt x="303728" y="17977"/>
                      </a:lnTo>
                      <a:lnTo>
                        <a:pt x="312051" y="17202"/>
                      </a:lnTo>
                      <a:lnTo>
                        <a:pt x="313185" y="23036"/>
                      </a:lnTo>
                      <a:lnTo>
                        <a:pt x="320339" y="22584"/>
                      </a:lnTo>
                      <a:lnTo>
                        <a:pt x="320652" y="26497"/>
                      </a:lnTo>
                      <a:lnTo>
                        <a:pt x="318163" y="27412"/>
                      </a:lnTo>
                      <a:lnTo>
                        <a:pt x="320524" y="29194"/>
                      </a:lnTo>
                      <a:lnTo>
                        <a:pt x="323858" y="28870"/>
                      </a:lnTo>
                      <a:lnTo>
                        <a:pt x="327979" y="25698"/>
                      </a:lnTo>
                      <a:lnTo>
                        <a:pt x="331533" y="27064"/>
                      </a:lnTo>
                      <a:lnTo>
                        <a:pt x="331035" y="31220"/>
                      </a:lnTo>
                      <a:lnTo>
                        <a:pt x="338409" y="29843"/>
                      </a:lnTo>
                      <a:lnTo>
                        <a:pt x="338340" y="31822"/>
                      </a:lnTo>
                      <a:lnTo>
                        <a:pt x="334740" y="34890"/>
                      </a:lnTo>
                      <a:lnTo>
                        <a:pt x="339069" y="34346"/>
                      </a:lnTo>
                      <a:lnTo>
                        <a:pt x="337807" y="39103"/>
                      </a:lnTo>
                      <a:lnTo>
                        <a:pt x="341153" y="43166"/>
                      </a:lnTo>
                      <a:lnTo>
                        <a:pt x="347369" y="46176"/>
                      </a:lnTo>
                      <a:lnTo>
                        <a:pt x="350680" y="54233"/>
                      </a:lnTo>
                      <a:lnTo>
                        <a:pt x="355125" y="55437"/>
                      </a:lnTo>
                      <a:lnTo>
                        <a:pt x="359535" y="54291"/>
                      </a:lnTo>
                      <a:lnTo>
                        <a:pt x="355981" y="51547"/>
                      </a:lnTo>
                      <a:lnTo>
                        <a:pt x="356398" y="46223"/>
                      </a:lnTo>
                      <a:lnTo>
                        <a:pt x="361434" y="46790"/>
                      </a:lnTo>
                      <a:lnTo>
                        <a:pt x="362429" y="51941"/>
                      </a:lnTo>
                      <a:lnTo>
                        <a:pt x="364420" y="47635"/>
                      </a:lnTo>
                      <a:lnTo>
                        <a:pt x="369074" y="45308"/>
                      </a:lnTo>
                      <a:lnTo>
                        <a:pt x="366631" y="51524"/>
                      </a:lnTo>
                      <a:lnTo>
                        <a:pt x="374746" y="52543"/>
                      </a:lnTo>
                      <a:lnTo>
                        <a:pt x="377455" y="59396"/>
                      </a:lnTo>
                      <a:lnTo>
                        <a:pt x="375961" y="63262"/>
                      </a:lnTo>
                      <a:lnTo>
                        <a:pt x="379052" y="65716"/>
                      </a:lnTo>
                      <a:lnTo>
                        <a:pt x="381425" y="65068"/>
                      </a:lnTo>
                      <a:lnTo>
                        <a:pt x="379110" y="59824"/>
                      </a:lnTo>
                      <a:lnTo>
                        <a:pt x="382305" y="57081"/>
                      </a:lnTo>
                      <a:lnTo>
                        <a:pt x="378716" y="52682"/>
                      </a:lnTo>
                      <a:lnTo>
                        <a:pt x="380812" y="48005"/>
                      </a:lnTo>
                      <a:lnTo>
                        <a:pt x="379330" y="45389"/>
                      </a:lnTo>
                      <a:lnTo>
                        <a:pt x="380198" y="40481"/>
                      </a:lnTo>
                      <a:lnTo>
                        <a:pt x="375105" y="39254"/>
                      </a:lnTo>
                      <a:lnTo>
                        <a:pt x="374908" y="36742"/>
                      </a:lnTo>
                      <a:lnTo>
                        <a:pt x="380383" y="34809"/>
                      </a:lnTo>
                      <a:lnTo>
                        <a:pt x="388544" y="44405"/>
                      </a:lnTo>
                      <a:lnTo>
                        <a:pt x="391403" y="45979"/>
                      </a:lnTo>
                      <a:lnTo>
                        <a:pt x="389540" y="49128"/>
                      </a:lnTo>
                      <a:lnTo>
                        <a:pt x="396173" y="50401"/>
                      </a:lnTo>
                      <a:lnTo>
                        <a:pt x="398036" y="40782"/>
                      </a:lnTo>
                      <a:lnTo>
                        <a:pt x="400734" y="41129"/>
                      </a:lnTo>
                      <a:lnTo>
                        <a:pt x="402204" y="45354"/>
                      </a:lnTo>
                      <a:lnTo>
                        <a:pt x="406290" y="44382"/>
                      </a:lnTo>
                      <a:lnTo>
                        <a:pt x="406962" y="40411"/>
                      </a:lnTo>
                      <a:lnTo>
                        <a:pt x="410677" y="45030"/>
                      </a:lnTo>
                      <a:lnTo>
                        <a:pt x="409161" y="47183"/>
                      </a:lnTo>
                      <a:lnTo>
                        <a:pt x="409971" y="53157"/>
                      </a:lnTo>
                      <a:lnTo>
                        <a:pt x="412796" y="56872"/>
                      </a:lnTo>
                      <a:lnTo>
                        <a:pt x="415470" y="52740"/>
                      </a:lnTo>
                      <a:lnTo>
                        <a:pt x="419440" y="53006"/>
                      </a:lnTo>
                      <a:lnTo>
                        <a:pt x="419927" y="57856"/>
                      </a:lnTo>
                      <a:lnTo>
                        <a:pt x="428551" y="53041"/>
                      </a:lnTo>
                      <a:lnTo>
                        <a:pt x="430299" y="50042"/>
                      </a:lnTo>
                      <a:lnTo>
                        <a:pt x="433702" y="49336"/>
                      </a:lnTo>
                      <a:lnTo>
                        <a:pt x="434686" y="50841"/>
                      </a:lnTo>
                      <a:lnTo>
                        <a:pt x="437638" y="46338"/>
                      </a:lnTo>
                      <a:lnTo>
                        <a:pt x="439316" y="46743"/>
                      </a:lnTo>
                      <a:lnTo>
                        <a:pt x="438298" y="43664"/>
                      </a:lnTo>
                      <a:lnTo>
                        <a:pt x="441226" y="42194"/>
                      </a:lnTo>
                      <a:lnTo>
                        <a:pt x="449318" y="43942"/>
                      </a:lnTo>
                      <a:lnTo>
                        <a:pt x="450672" y="37772"/>
                      </a:lnTo>
                      <a:lnTo>
                        <a:pt x="449480" y="35827"/>
                      </a:lnTo>
                      <a:lnTo>
                        <a:pt x="454388" y="35457"/>
                      </a:lnTo>
                      <a:lnTo>
                        <a:pt x="457085" y="32795"/>
                      </a:lnTo>
                      <a:lnTo>
                        <a:pt x="456888" y="30340"/>
                      </a:lnTo>
                      <a:lnTo>
                        <a:pt x="459365" y="29322"/>
                      </a:lnTo>
                      <a:lnTo>
                        <a:pt x="467550" y="32227"/>
                      </a:lnTo>
                      <a:lnTo>
                        <a:pt x="473939" y="31926"/>
                      </a:lnTo>
                      <a:lnTo>
                        <a:pt x="477933" y="34693"/>
                      </a:lnTo>
                      <a:lnTo>
                        <a:pt x="487287" y="34392"/>
                      </a:lnTo>
                      <a:lnTo>
                        <a:pt x="496837" y="36996"/>
                      </a:lnTo>
                      <a:lnTo>
                        <a:pt x="499048" y="33339"/>
                      </a:lnTo>
                      <a:lnTo>
                        <a:pt x="504940" y="31857"/>
                      </a:lnTo>
                      <a:lnTo>
                        <a:pt x="524781" y="39069"/>
                      </a:lnTo>
                      <a:lnTo>
                        <a:pt x="529180" y="34311"/>
                      </a:lnTo>
                      <a:lnTo>
                        <a:pt x="536160" y="33640"/>
                      </a:lnTo>
                      <a:lnTo>
                        <a:pt x="548384" y="36846"/>
                      </a:lnTo>
                      <a:lnTo>
                        <a:pt x="553559" y="42194"/>
                      </a:lnTo>
                      <a:lnTo>
                        <a:pt x="578157" y="36522"/>
                      </a:lnTo>
                      <a:lnTo>
                        <a:pt x="579940" y="39948"/>
                      </a:lnTo>
                      <a:lnTo>
                        <a:pt x="589305" y="41673"/>
                      </a:lnTo>
                      <a:lnTo>
                        <a:pt x="590844" y="39740"/>
                      </a:lnTo>
                      <a:lnTo>
                        <a:pt x="587522" y="33038"/>
                      </a:lnTo>
                      <a:lnTo>
                        <a:pt x="588865" y="16959"/>
                      </a:lnTo>
                      <a:lnTo>
                        <a:pt x="596088" y="5915"/>
                      </a:lnTo>
                      <a:lnTo>
                        <a:pt x="599908" y="3542"/>
                      </a:lnTo>
                      <a:lnTo>
                        <a:pt x="605141" y="4329"/>
                      </a:lnTo>
                      <a:lnTo>
                        <a:pt x="605650" y="1609"/>
                      </a:lnTo>
                      <a:lnTo>
                        <a:pt x="607491" y="0"/>
                      </a:lnTo>
                      <a:lnTo>
                        <a:pt x="613927" y="417"/>
                      </a:lnTo>
                      <a:lnTo>
                        <a:pt x="614089" y="2859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9943E63D-B383-7F4F-7A28-51A1BE3947DD}"/>
                    </a:ext>
                  </a:extLst>
                </p:cNvPr>
                <p:cNvSpPr/>
                <p:nvPr/>
              </p:nvSpPr>
              <p:spPr>
                <a:xfrm>
                  <a:off x="9982652" y="5523134"/>
                  <a:ext cx="13300" cy="5012"/>
                </a:xfrm>
                <a:custGeom>
                  <a:avLst/>
                  <a:gdLst>
                    <a:gd name="connsiteX0" fmla="*/ 4248 w 13300"/>
                    <a:gd name="connsiteY0" fmla="*/ 0 h 5012"/>
                    <a:gd name="connsiteX1" fmla="*/ 11750 w 13300"/>
                    <a:gd name="connsiteY1" fmla="*/ 2582 h 5012"/>
                    <a:gd name="connsiteX2" fmla="*/ 13301 w 13300"/>
                    <a:gd name="connsiteY2" fmla="*/ 2315 h 5012"/>
                    <a:gd name="connsiteX3" fmla="*/ 11738 w 13300"/>
                    <a:gd name="connsiteY3" fmla="*/ 3809 h 5012"/>
                    <a:gd name="connsiteX4" fmla="*/ 8045 w 13300"/>
                    <a:gd name="connsiteY4" fmla="*/ 5013 h 5012"/>
                    <a:gd name="connsiteX5" fmla="*/ 8543 w 13300"/>
                    <a:gd name="connsiteY5" fmla="*/ 3762 h 5012"/>
                    <a:gd name="connsiteX6" fmla="*/ 5325 w 13300"/>
                    <a:gd name="connsiteY6" fmla="*/ 4133 h 5012"/>
                    <a:gd name="connsiteX7" fmla="*/ 0 w 13300"/>
                    <a:gd name="connsiteY7" fmla="*/ 347 h 5012"/>
                    <a:gd name="connsiteX8" fmla="*/ 4248 w 13300"/>
                    <a:gd name="connsiteY8" fmla="*/ 0 h 5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300" h="5012">
                      <a:moveTo>
                        <a:pt x="4248" y="0"/>
                      </a:moveTo>
                      <a:lnTo>
                        <a:pt x="11750" y="2582"/>
                      </a:lnTo>
                      <a:lnTo>
                        <a:pt x="13301" y="2315"/>
                      </a:lnTo>
                      <a:lnTo>
                        <a:pt x="11738" y="3809"/>
                      </a:lnTo>
                      <a:lnTo>
                        <a:pt x="8045" y="5013"/>
                      </a:lnTo>
                      <a:lnTo>
                        <a:pt x="8543" y="3762"/>
                      </a:lnTo>
                      <a:lnTo>
                        <a:pt x="5325" y="4133"/>
                      </a:lnTo>
                      <a:lnTo>
                        <a:pt x="0" y="347"/>
                      </a:lnTo>
                      <a:lnTo>
                        <a:pt x="4248" y="0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A145C18C-273C-7D76-F9F9-EE13BBB400D9}"/>
                    </a:ext>
                  </a:extLst>
                </p:cNvPr>
                <p:cNvSpPr/>
                <p:nvPr/>
              </p:nvSpPr>
              <p:spPr>
                <a:xfrm>
                  <a:off x="9875633" y="5503779"/>
                  <a:ext cx="1261" cy="1620"/>
                </a:xfrm>
                <a:custGeom>
                  <a:avLst/>
                  <a:gdLst>
                    <a:gd name="connsiteX0" fmla="*/ 1262 w 1261"/>
                    <a:gd name="connsiteY0" fmla="*/ 1459 h 1620"/>
                    <a:gd name="connsiteX1" fmla="*/ 0 w 1261"/>
                    <a:gd name="connsiteY1" fmla="*/ 1621 h 1620"/>
                    <a:gd name="connsiteX2" fmla="*/ 880 w 1261"/>
                    <a:gd name="connsiteY2" fmla="*/ 0 h 1620"/>
                    <a:gd name="connsiteX3" fmla="*/ 1262 w 1261"/>
                    <a:gd name="connsiteY3" fmla="*/ 1459 h 1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1" h="1620">
                      <a:moveTo>
                        <a:pt x="1262" y="1459"/>
                      </a:moveTo>
                      <a:lnTo>
                        <a:pt x="0" y="1621"/>
                      </a:lnTo>
                      <a:lnTo>
                        <a:pt x="880" y="0"/>
                      </a:lnTo>
                      <a:lnTo>
                        <a:pt x="1262" y="1459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E51F9AC1-569D-F468-84AC-74E6E7F6A790}"/>
                    </a:ext>
                  </a:extLst>
                </p:cNvPr>
                <p:cNvSpPr/>
                <p:nvPr/>
              </p:nvSpPr>
              <p:spPr>
                <a:xfrm>
                  <a:off x="9467595" y="5564471"/>
                  <a:ext cx="843742" cy="969063"/>
                </a:xfrm>
                <a:custGeom>
                  <a:avLst/>
                  <a:gdLst>
                    <a:gd name="connsiteX0" fmla="*/ 606009 w 843742"/>
                    <a:gd name="connsiteY0" fmla="*/ 0 h 969063"/>
                    <a:gd name="connsiteX1" fmla="*/ 607004 w 843742"/>
                    <a:gd name="connsiteY1" fmla="*/ 2234 h 969063"/>
                    <a:gd name="connsiteX2" fmla="*/ 609134 w 843742"/>
                    <a:gd name="connsiteY2" fmla="*/ 1760 h 969063"/>
                    <a:gd name="connsiteX3" fmla="*/ 613047 w 843742"/>
                    <a:gd name="connsiteY3" fmla="*/ 5788 h 969063"/>
                    <a:gd name="connsiteX4" fmla="*/ 612422 w 843742"/>
                    <a:gd name="connsiteY4" fmla="*/ 6841 h 969063"/>
                    <a:gd name="connsiteX5" fmla="*/ 620814 w 843742"/>
                    <a:gd name="connsiteY5" fmla="*/ 11066 h 969063"/>
                    <a:gd name="connsiteX6" fmla="*/ 622585 w 843742"/>
                    <a:gd name="connsiteY6" fmla="*/ 13659 h 969063"/>
                    <a:gd name="connsiteX7" fmla="*/ 624669 w 843742"/>
                    <a:gd name="connsiteY7" fmla="*/ 12919 h 969063"/>
                    <a:gd name="connsiteX8" fmla="*/ 623778 w 843742"/>
                    <a:gd name="connsiteY8" fmla="*/ 18243 h 969063"/>
                    <a:gd name="connsiteX9" fmla="*/ 628003 w 843742"/>
                    <a:gd name="connsiteY9" fmla="*/ 16079 h 969063"/>
                    <a:gd name="connsiteX10" fmla="*/ 629612 w 843742"/>
                    <a:gd name="connsiteY10" fmla="*/ 17155 h 969063"/>
                    <a:gd name="connsiteX11" fmla="*/ 634115 w 843742"/>
                    <a:gd name="connsiteY11" fmla="*/ 27770 h 969063"/>
                    <a:gd name="connsiteX12" fmla="*/ 643642 w 843742"/>
                    <a:gd name="connsiteY12" fmla="*/ 25409 h 969063"/>
                    <a:gd name="connsiteX13" fmla="*/ 645772 w 843742"/>
                    <a:gd name="connsiteY13" fmla="*/ 28708 h 969063"/>
                    <a:gd name="connsiteX14" fmla="*/ 645656 w 843742"/>
                    <a:gd name="connsiteY14" fmla="*/ 31602 h 969063"/>
                    <a:gd name="connsiteX15" fmla="*/ 635574 w 843742"/>
                    <a:gd name="connsiteY15" fmla="*/ 48572 h 969063"/>
                    <a:gd name="connsiteX16" fmla="*/ 638838 w 843742"/>
                    <a:gd name="connsiteY16" fmla="*/ 49012 h 969063"/>
                    <a:gd name="connsiteX17" fmla="*/ 637854 w 843742"/>
                    <a:gd name="connsiteY17" fmla="*/ 52184 h 969063"/>
                    <a:gd name="connsiteX18" fmla="*/ 641408 w 843742"/>
                    <a:gd name="connsiteY18" fmla="*/ 60681 h 969063"/>
                    <a:gd name="connsiteX19" fmla="*/ 639498 w 843742"/>
                    <a:gd name="connsiteY19" fmla="*/ 75718 h 969063"/>
                    <a:gd name="connsiteX20" fmla="*/ 647254 w 843742"/>
                    <a:gd name="connsiteY20" fmla="*/ 76551 h 969063"/>
                    <a:gd name="connsiteX21" fmla="*/ 649870 w 843742"/>
                    <a:gd name="connsiteY21" fmla="*/ 85835 h 969063"/>
                    <a:gd name="connsiteX22" fmla="*/ 659779 w 843742"/>
                    <a:gd name="connsiteY22" fmla="*/ 87328 h 969063"/>
                    <a:gd name="connsiteX23" fmla="*/ 658146 w 843742"/>
                    <a:gd name="connsiteY23" fmla="*/ 89783 h 969063"/>
                    <a:gd name="connsiteX24" fmla="*/ 661631 w 843742"/>
                    <a:gd name="connsiteY24" fmla="*/ 98441 h 969063"/>
                    <a:gd name="connsiteX25" fmla="*/ 663379 w 843742"/>
                    <a:gd name="connsiteY25" fmla="*/ 101810 h 969063"/>
                    <a:gd name="connsiteX26" fmla="*/ 666979 w 843742"/>
                    <a:gd name="connsiteY26" fmla="*/ 101810 h 969063"/>
                    <a:gd name="connsiteX27" fmla="*/ 667882 w 843742"/>
                    <a:gd name="connsiteY27" fmla="*/ 104611 h 969063"/>
                    <a:gd name="connsiteX28" fmla="*/ 671054 w 843742"/>
                    <a:gd name="connsiteY28" fmla="*/ 103697 h 969063"/>
                    <a:gd name="connsiteX29" fmla="*/ 671968 w 843742"/>
                    <a:gd name="connsiteY29" fmla="*/ 105896 h 969063"/>
                    <a:gd name="connsiteX30" fmla="*/ 685084 w 843742"/>
                    <a:gd name="connsiteY30" fmla="*/ 95200 h 969063"/>
                    <a:gd name="connsiteX31" fmla="*/ 675800 w 843742"/>
                    <a:gd name="connsiteY31" fmla="*/ 84446 h 969063"/>
                    <a:gd name="connsiteX32" fmla="*/ 681993 w 843742"/>
                    <a:gd name="connsiteY32" fmla="*/ 79677 h 969063"/>
                    <a:gd name="connsiteX33" fmla="*/ 679874 w 843742"/>
                    <a:gd name="connsiteY33" fmla="*/ 74850 h 969063"/>
                    <a:gd name="connsiteX34" fmla="*/ 686913 w 843742"/>
                    <a:gd name="connsiteY34" fmla="*/ 72697 h 969063"/>
                    <a:gd name="connsiteX35" fmla="*/ 690026 w 843742"/>
                    <a:gd name="connsiteY35" fmla="*/ 55309 h 969063"/>
                    <a:gd name="connsiteX36" fmla="*/ 696463 w 843742"/>
                    <a:gd name="connsiteY36" fmla="*/ 54337 h 969063"/>
                    <a:gd name="connsiteX37" fmla="*/ 699033 w 843742"/>
                    <a:gd name="connsiteY37" fmla="*/ 58365 h 969063"/>
                    <a:gd name="connsiteX38" fmla="*/ 702806 w 843742"/>
                    <a:gd name="connsiteY38" fmla="*/ 55784 h 969063"/>
                    <a:gd name="connsiteX39" fmla="*/ 705978 w 843742"/>
                    <a:gd name="connsiteY39" fmla="*/ 55321 h 969063"/>
                    <a:gd name="connsiteX40" fmla="*/ 707761 w 843742"/>
                    <a:gd name="connsiteY40" fmla="*/ 56780 h 969063"/>
                    <a:gd name="connsiteX41" fmla="*/ 716165 w 843742"/>
                    <a:gd name="connsiteY41" fmla="*/ 53237 h 969063"/>
                    <a:gd name="connsiteX42" fmla="*/ 718596 w 843742"/>
                    <a:gd name="connsiteY42" fmla="*/ 50332 h 969063"/>
                    <a:gd name="connsiteX43" fmla="*/ 718758 w 843742"/>
                    <a:gd name="connsiteY43" fmla="*/ 50621 h 969063"/>
                    <a:gd name="connsiteX44" fmla="*/ 720494 w 843742"/>
                    <a:gd name="connsiteY44" fmla="*/ 53781 h 969063"/>
                    <a:gd name="connsiteX45" fmla="*/ 724175 w 843742"/>
                    <a:gd name="connsiteY45" fmla="*/ 54823 h 969063"/>
                    <a:gd name="connsiteX46" fmla="*/ 727000 w 843742"/>
                    <a:gd name="connsiteY46" fmla="*/ 59361 h 969063"/>
                    <a:gd name="connsiteX47" fmla="*/ 726305 w 843742"/>
                    <a:gd name="connsiteY47" fmla="*/ 57185 h 969063"/>
                    <a:gd name="connsiteX48" fmla="*/ 728146 w 843742"/>
                    <a:gd name="connsiteY48" fmla="*/ 57023 h 969063"/>
                    <a:gd name="connsiteX49" fmla="*/ 726190 w 843742"/>
                    <a:gd name="connsiteY49" fmla="*/ 55553 h 969063"/>
                    <a:gd name="connsiteX50" fmla="*/ 728343 w 843742"/>
                    <a:gd name="connsiteY50" fmla="*/ 56965 h 969063"/>
                    <a:gd name="connsiteX51" fmla="*/ 728215 w 843742"/>
                    <a:gd name="connsiteY51" fmla="*/ 57277 h 969063"/>
                    <a:gd name="connsiteX52" fmla="*/ 726652 w 843742"/>
                    <a:gd name="connsiteY52" fmla="*/ 57625 h 969063"/>
                    <a:gd name="connsiteX53" fmla="*/ 728319 w 843742"/>
                    <a:gd name="connsiteY53" fmla="*/ 57393 h 969063"/>
                    <a:gd name="connsiteX54" fmla="*/ 728609 w 843742"/>
                    <a:gd name="connsiteY54" fmla="*/ 56896 h 969063"/>
                    <a:gd name="connsiteX55" fmla="*/ 728655 w 843742"/>
                    <a:gd name="connsiteY55" fmla="*/ 57046 h 969063"/>
                    <a:gd name="connsiteX56" fmla="*/ 729859 w 843742"/>
                    <a:gd name="connsiteY56" fmla="*/ 60739 h 969063"/>
                    <a:gd name="connsiteX57" fmla="*/ 730554 w 843742"/>
                    <a:gd name="connsiteY57" fmla="*/ 59442 h 969063"/>
                    <a:gd name="connsiteX58" fmla="*/ 728817 w 843742"/>
                    <a:gd name="connsiteY58" fmla="*/ 57162 h 969063"/>
                    <a:gd name="connsiteX59" fmla="*/ 730288 w 843742"/>
                    <a:gd name="connsiteY59" fmla="*/ 58250 h 969063"/>
                    <a:gd name="connsiteX60" fmla="*/ 731237 w 843742"/>
                    <a:gd name="connsiteY60" fmla="*/ 57139 h 969063"/>
                    <a:gd name="connsiteX61" fmla="*/ 732232 w 843742"/>
                    <a:gd name="connsiteY61" fmla="*/ 60947 h 969063"/>
                    <a:gd name="connsiteX62" fmla="*/ 731294 w 843742"/>
                    <a:gd name="connsiteY62" fmla="*/ 62232 h 969063"/>
                    <a:gd name="connsiteX63" fmla="*/ 729813 w 843742"/>
                    <a:gd name="connsiteY63" fmla="*/ 61063 h 969063"/>
                    <a:gd name="connsiteX64" fmla="*/ 731283 w 843742"/>
                    <a:gd name="connsiteY64" fmla="*/ 62290 h 969063"/>
                    <a:gd name="connsiteX65" fmla="*/ 734825 w 843742"/>
                    <a:gd name="connsiteY65" fmla="*/ 58609 h 969063"/>
                    <a:gd name="connsiteX66" fmla="*/ 732695 w 843742"/>
                    <a:gd name="connsiteY66" fmla="*/ 59790 h 969063"/>
                    <a:gd name="connsiteX67" fmla="*/ 733540 w 843742"/>
                    <a:gd name="connsiteY67" fmla="*/ 58343 h 969063"/>
                    <a:gd name="connsiteX68" fmla="*/ 731248 w 843742"/>
                    <a:gd name="connsiteY68" fmla="*/ 56988 h 969063"/>
                    <a:gd name="connsiteX69" fmla="*/ 734350 w 843742"/>
                    <a:gd name="connsiteY69" fmla="*/ 56664 h 969063"/>
                    <a:gd name="connsiteX70" fmla="*/ 730901 w 843742"/>
                    <a:gd name="connsiteY70" fmla="*/ 56745 h 969063"/>
                    <a:gd name="connsiteX71" fmla="*/ 732973 w 843742"/>
                    <a:gd name="connsiteY71" fmla="*/ 54696 h 969063"/>
                    <a:gd name="connsiteX72" fmla="*/ 729489 w 843742"/>
                    <a:gd name="connsiteY72" fmla="*/ 56606 h 969063"/>
                    <a:gd name="connsiteX73" fmla="*/ 730635 w 843742"/>
                    <a:gd name="connsiteY73" fmla="*/ 53770 h 969063"/>
                    <a:gd name="connsiteX74" fmla="*/ 725912 w 843742"/>
                    <a:gd name="connsiteY74" fmla="*/ 49614 h 969063"/>
                    <a:gd name="connsiteX75" fmla="*/ 732545 w 843742"/>
                    <a:gd name="connsiteY75" fmla="*/ 53874 h 969063"/>
                    <a:gd name="connsiteX76" fmla="*/ 732591 w 843742"/>
                    <a:gd name="connsiteY76" fmla="*/ 52624 h 969063"/>
                    <a:gd name="connsiteX77" fmla="*/ 737337 w 843742"/>
                    <a:gd name="connsiteY77" fmla="*/ 54673 h 969063"/>
                    <a:gd name="connsiteX78" fmla="*/ 737626 w 843742"/>
                    <a:gd name="connsiteY78" fmla="*/ 56884 h 969063"/>
                    <a:gd name="connsiteX79" fmla="*/ 740208 w 843742"/>
                    <a:gd name="connsiteY79" fmla="*/ 58296 h 969063"/>
                    <a:gd name="connsiteX80" fmla="*/ 741817 w 843742"/>
                    <a:gd name="connsiteY80" fmla="*/ 57405 h 969063"/>
                    <a:gd name="connsiteX81" fmla="*/ 740694 w 843742"/>
                    <a:gd name="connsiteY81" fmla="*/ 55101 h 969063"/>
                    <a:gd name="connsiteX82" fmla="*/ 742639 w 843742"/>
                    <a:gd name="connsiteY82" fmla="*/ 55228 h 969063"/>
                    <a:gd name="connsiteX83" fmla="*/ 744375 w 843742"/>
                    <a:gd name="connsiteY83" fmla="*/ 58562 h 969063"/>
                    <a:gd name="connsiteX84" fmla="*/ 742280 w 843742"/>
                    <a:gd name="connsiteY84" fmla="*/ 57937 h 969063"/>
                    <a:gd name="connsiteX85" fmla="*/ 740439 w 843742"/>
                    <a:gd name="connsiteY85" fmla="*/ 60611 h 969063"/>
                    <a:gd name="connsiteX86" fmla="*/ 742940 w 843742"/>
                    <a:gd name="connsiteY86" fmla="*/ 66608 h 969063"/>
                    <a:gd name="connsiteX87" fmla="*/ 745868 w 843742"/>
                    <a:gd name="connsiteY87" fmla="*/ 68275 h 969063"/>
                    <a:gd name="connsiteX88" fmla="*/ 743866 w 843742"/>
                    <a:gd name="connsiteY88" fmla="*/ 69722 h 969063"/>
                    <a:gd name="connsiteX89" fmla="*/ 746783 w 843742"/>
                    <a:gd name="connsiteY89" fmla="*/ 67834 h 969063"/>
                    <a:gd name="connsiteX90" fmla="*/ 747119 w 843742"/>
                    <a:gd name="connsiteY90" fmla="*/ 69825 h 969063"/>
                    <a:gd name="connsiteX91" fmla="*/ 748925 w 843742"/>
                    <a:gd name="connsiteY91" fmla="*/ 68911 h 969063"/>
                    <a:gd name="connsiteX92" fmla="*/ 747084 w 843742"/>
                    <a:gd name="connsiteY92" fmla="*/ 70902 h 969063"/>
                    <a:gd name="connsiteX93" fmla="*/ 748820 w 843742"/>
                    <a:gd name="connsiteY93" fmla="*/ 69177 h 969063"/>
                    <a:gd name="connsiteX94" fmla="*/ 750186 w 843742"/>
                    <a:gd name="connsiteY94" fmla="*/ 71145 h 969063"/>
                    <a:gd name="connsiteX95" fmla="*/ 750140 w 843742"/>
                    <a:gd name="connsiteY95" fmla="*/ 72488 h 969063"/>
                    <a:gd name="connsiteX96" fmla="*/ 749561 w 843742"/>
                    <a:gd name="connsiteY96" fmla="*/ 72708 h 969063"/>
                    <a:gd name="connsiteX97" fmla="*/ 748994 w 843742"/>
                    <a:gd name="connsiteY97" fmla="*/ 73657 h 969063"/>
                    <a:gd name="connsiteX98" fmla="*/ 750337 w 843742"/>
                    <a:gd name="connsiteY98" fmla="*/ 74896 h 969063"/>
                    <a:gd name="connsiteX99" fmla="*/ 751390 w 843742"/>
                    <a:gd name="connsiteY99" fmla="*/ 74665 h 969063"/>
                    <a:gd name="connsiteX100" fmla="*/ 751483 w 843742"/>
                    <a:gd name="connsiteY100" fmla="*/ 74641 h 969063"/>
                    <a:gd name="connsiteX101" fmla="*/ 752513 w 843742"/>
                    <a:gd name="connsiteY101" fmla="*/ 74954 h 969063"/>
                    <a:gd name="connsiteX102" fmla="*/ 751541 w 843742"/>
                    <a:gd name="connsiteY102" fmla="*/ 74525 h 969063"/>
                    <a:gd name="connsiteX103" fmla="*/ 751390 w 843742"/>
                    <a:gd name="connsiteY103" fmla="*/ 74560 h 969063"/>
                    <a:gd name="connsiteX104" fmla="*/ 750406 w 843742"/>
                    <a:gd name="connsiteY104" fmla="*/ 74792 h 969063"/>
                    <a:gd name="connsiteX105" fmla="*/ 749121 w 843742"/>
                    <a:gd name="connsiteY105" fmla="*/ 73622 h 969063"/>
                    <a:gd name="connsiteX106" fmla="*/ 749654 w 843742"/>
                    <a:gd name="connsiteY106" fmla="*/ 72743 h 969063"/>
                    <a:gd name="connsiteX107" fmla="*/ 750163 w 843742"/>
                    <a:gd name="connsiteY107" fmla="*/ 72616 h 969063"/>
                    <a:gd name="connsiteX108" fmla="*/ 750360 w 843742"/>
                    <a:gd name="connsiteY108" fmla="*/ 71330 h 969063"/>
                    <a:gd name="connsiteX109" fmla="*/ 751147 w 843742"/>
                    <a:gd name="connsiteY109" fmla="*/ 71771 h 969063"/>
                    <a:gd name="connsiteX110" fmla="*/ 751089 w 843742"/>
                    <a:gd name="connsiteY110" fmla="*/ 73136 h 969063"/>
                    <a:gd name="connsiteX111" fmla="*/ 751332 w 843742"/>
                    <a:gd name="connsiteY111" fmla="*/ 71944 h 969063"/>
                    <a:gd name="connsiteX112" fmla="*/ 751390 w 843742"/>
                    <a:gd name="connsiteY112" fmla="*/ 71979 h 969063"/>
                    <a:gd name="connsiteX113" fmla="*/ 755037 w 843742"/>
                    <a:gd name="connsiteY113" fmla="*/ 73993 h 969063"/>
                    <a:gd name="connsiteX114" fmla="*/ 751390 w 843742"/>
                    <a:gd name="connsiteY114" fmla="*/ 71678 h 969063"/>
                    <a:gd name="connsiteX115" fmla="*/ 751263 w 843742"/>
                    <a:gd name="connsiteY115" fmla="*/ 71597 h 969063"/>
                    <a:gd name="connsiteX116" fmla="*/ 750233 w 843742"/>
                    <a:gd name="connsiteY116" fmla="*/ 70266 h 969063"/>
                    <a:gd name="connsiteX117" fmla="*/ 751390 w 843742"/>
                    <a:gd name="connsiteY117" fmla="*/ 70821 h 969063"/>
                    <a:gd name="connsiteX118" fmla="*/ 751749 w 843742"/>
                    <a:gd name="connsiteY118" fmla="*/ 70995 h 969063"/>
                    <a:gd name="connsiteX119" fmla="*/ 751830 w 843742"/>
                    <a:gd name="connsiteY119" fmla="*/ 70902 h 969063"/>
                    <a:gd name="connsiteX120" fmla="*/ 751390 w 843742"/>
                    <a:gd name="connsiteY120" fmla="*/ 70601 h 969063"/>
                    <a:gd name="connsiteX121" fmla="*/ 749793 w 843742"/>
                    <a:gd name="connsiteY121" fmla="*/ 69490 h 969063"/>
                    <a:gd name="connsiteX122" fmla="*/ 751390 w 843742"/>
                    <a:gd name="connsiteY122" fmla="*/ 70532 h 969063"/>
                    <a:gd name="connsiteX123" fmla="*/ 751876 w 843742"/>
                    <a:gd name="connsiteY123" fmla="*/ 70844 h 969063"/>
                    <a:gd name="connsiteX124" fmla="*/ 755997 w 843742"/>
                    <a:gd name="connsiteY124" fmla="*/ 73970 h 969063"/>
                    <a:gd name="connsiteX125" fmla="*/ 751911 w 843742"/>
                    <a:gd name="connsiteY125" fmla="*/ 70810 h 969063"/>
                    <a:gd name="connsiteX126" fmla="*/ 752224 w 843742"/>
                    <a:gd name="connsiteY126" fmla="*/ 70416 h 969063"/>
                    <a:gd name="connsiteX127" fmla="*/ 753914 w 843742"/>
                    <a:gd name="connsiteY127" fmla="*/ 70543 h 969063"/>
                    <a:gd name="connsiteX128" fmla="*/ 752721 w 843742"/>
                    <a:gd name="connsiteY128" fmla="*/ 69825 h 969063"/>
                    <a:gd name="connsiteX129" fmla="*/ 754527 w 843742"/>
                    <a:gd name="connsiteY129" fmla="*/ 67626 h 969063"/>
                    <a:gd name="connsiteX130" fmla="*/ 751390 w 843742"/>
                    <a:gd name="connsiteY130" fmla="*/ 62857 h 969063"/>
                    <a:gd name="connsiteX131" fmla="*/ 750973 w 843742"/>
                    <a:gd name="connsiteY131" fmla="*/ 62209 h 969063"/>
                    <a:gd name="connsiteX132" fmla="*/ 751390 w 843742"/>
                    <a:gd name="connsiteY132" fmla="*/ 62405 h 969063"/>
                    <a:gd name="connsiteX133" fmla="*/ 756784 w 843742"/>
                    <a:gd name="connsiteY133" fmla="*/ 64848 h 969063"/>
                    <a:gd name="connsiteX134" fmla="*/ 761033 w 843742"/>
                    <a:gd name="connsiteY134" fmla="*/ 66989 h 969063"/>
                    <a:gd name="connsiteX135" fmla="*/ 759505 w 843742"/>
                    <a:gd name="connsiteY135" fmla="*/ 66387 h 969063"/>
                    <a:gd name="connsiteX136" fmla="*/ 758035 w 843742"/>
                    <a:gd name="connsiteY136" fmla="*/ 69883 h 969063"/>
                    <a:gd name="connsiteX137" fmla="*/ 758463 w 843742"/>
                    <a:gd name="connsiteY137" fmla="*/ 73449 h 969063"/>
                    <a:gd name="connsiteX138" fmla="*/ 763858 w 843742"/>
                    <a:gd name="connsiteY138" fmla="*/ 74826 h 969063"/>
                    <a:gd name="connsiteX139" fmla="*/ 764922 w 843742"/>
                    <a:gd name="connsiteY139" fmla="*/ 67638 h 969063"/>
                    <a:gd name="connsiteX140" fmla="*/ 770780 w 843742"/>
                    <a:gd name="connsiteY140" fmla="*/ 74525 h 969063"/>
                    <a:gd name="connsiteX141" fmla="*/ 772285 w 843742"/>
                    <a:gd name="connsiteY141" fmla="*/ 77454 h 969063"/>
                    <a:gd name="connsiteX142" fmla="*/ 772447 w 843742"/>
                    <a:gd name="connsiteY142" fmla="*/ 77755 h 969063"/>
                    <a:gd name="connsiteX143" fmla="*/ 772053 w 843742"/>
                    <a:gd name="connsiteY143" fmla="*/ 77454 h 969063"/>
                    <a:gd name="connsiteX144" fmla="*/ 768905 w 843742"/>
                    <a:gd name="connsiteY144" fmla="*/ 75058 h 969063"/>
                    <a:gd name="connsiteX145" fmla="*/ 768661 w 843742"/>
                    <a:gd name="connsiteY145" fmla="*/ 76470 h 969063"/>
                    <a:gd name="connsiteX146" fmla="*/ 769402 w 843742"/>
                    <a:gd name="connsiteY146" fmla="*/ 77454 h 969063"/>
                    <a:gd name="connsiteX147" fmla="*/ 772088 w 843742"/>
                    <a:gd name="connsiteY147" fmla="*/ 81008 h 969063"/>
                    <a:gd name="connsiteX148" fmla="*/ 773951 w 843742"/>
                    <a:gd name="connsiteY148" fmla="*/ 80429 h 969063"/>
                    <a:gd name="connsiteX149" fmla="*/ 776371 w 843742"/>
                    <a:gd name="connsiteY149" fmla="*/ 84527 h 969063"/>
                    <a:gd name="connsiteX150" fmla="*/ 774322 w 843742"/>
                    <a:gd name="connsiteY150" fmla="*/ 83300 h 969063"/>
                    <a:gd name="connsiteX151" fmla="*/ 778756 w 843742"/>
                    <a:gd name="connsiteY151" fmla="*/ 89053 h 969063"/>
                    <a:gd name="connsiteX152" fmla="*/ 776799 w 843742"/>
                    <a:gd name="connsiteY152" fmla="*/ 88289 h 969063"/>
                    <a:gd name="connsiteX153" fmla="*/ 777795 w 843742"/>
                    <a:gd name="connsiteY153" fmla="*/ 91750 h 969063"/>
                    <a:gd name="connsiteX154" fmla="*/ 781140 w 843742"/>
                    <a:gd name="connsiteY154" fmla="*/ 93475 h 969063"/>
                    <a:gd name="connsiteX155" fmla="*/ 778952 w 843742"/>
                    <a:gd name="connsiteY155" fmla="*/ 93707 h 969063"/>
                    <a:gd name="connsiteX156" fmla="*/ 778848 w 843742"/>
                    <a:gd name="connsiteY156" fmla="*/ 96485 h 969063"/>
                    <a:gd name="connsiteX157" fmla="*/ 783270 w 843742"/>
                    <a:gd name="connsiteY157" fmla="*/ 98430 h 969063"/>
                    <a:gd name="connsiteX158" fmla="*/ 784613 w 843742"/>
                    <a:gd name="connsiteY158" fmla="*/ 101161 h 969063"/>
                    <a:gd name="connsiteX159" fmla="*/ 781105 w 843742"/>
                    <a:gd name="connsiteY159" fmla="*/ 98869 h 969063"/>
                    <a:gd name="connsiteX160" fmla="*/ 780075 w 843742"/>
                    <a:gd name="connsiteY160" fmla="*/ 100386 h 969063"/>
                    <a:gd name="connsiteX161" fmla="*/ 782668 w 843742"/>
                    <a:gd name="connsiteY161" fmla="*/ 104843 h 969063"/>
                    <a:gd name="connsiteX162" fmla="*/ 786025 w 843742"/>
                    <a:gd name="connsiteY162" fmla="*/ 104750 h 969063"/>
                    <a:gd name="connsiteX163" fmla="*/ 789047 w 843742"/>
                    <a:gd name="connsiteY163" fmla="*/ 109774 h 969063"/>
                    <a:gd name="connsiteX164" fmla="*/ 786407 w 843742"/>
                    <a:gd name="connsiteY164" fmla="*/ 111615 h 969063"/>
                    <a:gd name="connsiteX165" fmla="*/ 788445 w 843742"/>
                    <a:gd name="connsiteY165" fmla="*/ 112112 h 969063"/>
                    <a:gd name="connsiteX166" fmla="*/ 781569 w 843742"/>
                    <a:gd name="connsiteY166" fmla="*/ 111800 h 969063"/>
                    <a:gd name="connsiteX167" fmla="*/ 788445 w 843742"/>
                    <a:gd name="connsiteY167" fmla="*/ 112321 h 969063"/>
                    <a:gd name="connsiteX168" fmla="*/ 785238 w 843742"/>
                    <a:gd name="connsiteY168" fmla="*/ 113501 h 969063"/>
                    <a:gd name="connsiteX169" fmla="*/ 787750 w 843742"/>
                    <a:gd name="connsiteY169" fmla="*/ 113154 h 969063"/>
                    <a:gd name="connsiteX170" fmla="*/ 786129 w 843742"/>
                    <a:gd name="connsiteY170" fmla="*/ 115249 h 969063"/>
                    <a:gd name="connsiteX171" fmla="*/ 787484 w 843742"/>
                    <a:gd name="connsiteY171" fmla="*/ 114509 h 969063"/>
                    <a:gd name="connsiteX172" fmla="*/ 787090 w 843742"/>
                    <a:gd name="connsiteY172" fmla="*/ 116477 h 969063"/>
                    <a:gd name="connsiteX173" fmla="*/ 788607 w 843742"/>
                    <a:gd name="connsiteY173" fmla="*/ 112876 h 969063"/>
                    <a:gd name="connsiteX174" fmla="*/ 787704 w 843742"/>
                    <a:gd name="connsiteY174" fmla="*/ 116152 h 969063"/>
                    <a:gd name="connsiteX175" fmla="*/ 790030 w 843742"/>
                    <a:gd name="connsiteY175" fmla="*/ 116558 h 969063"/>
                    <a:gd name="connsiteX176" fmla="*/ 790517 w 843742"/>
                    <a:gd name="connsiteY176" fmla="*/ 114335 h 969063"/>
                    <a:gd name="connsiteX177" fmla="*/ 792681 w 843742"/>
                    <a:gd name="connsiteY177" fmla="*/ 115365 h 969063"/>
                    <a:gd name="connsiteX178" fmla="*/ 796617 w 843742"/>
                    <a:gd name="connsiteY178" fmla="*/ 123144 h 969063"/>
                    <a:gd name="connsiteX179" fmla="*/ 795008 w 843742"/>
                    <a:gd name="connsiteY179" fmla="*/ 121257 h 969063"/>
                    <a:gd name="connsiteX180" fmla="*/ 794603 w 843742"/>
                    <a:gd name="connsiteY180" fmla="*/ 124082 h 969063"/>
                    <a:gd name="connsiteX181" fmla="*/ 796201 w 843742"/>
                    <a:gd name="connsiteY181" fmla="*/ 127589 h 969063"/>
                    <a:gd name="connsiteX182" fmla="*/ 797347 w 843742"/>
                    <a:gd name="connsiteY182" fmla="*/ 126606 h 969063"/>
                    <a:gd name="connsiteX183" fmla="*/ 800900 w 843742"/>
                    <a:gd name="connsiteY183" fmla="*/ 138274 h 969063"/>
                    <a:gd name="connsiteX184" fmla="*/ 808297 w 843742"/>
                    <a:gd name="connsiteY184" fmla="*/ 153936 h 969063"/>
                    <a:gd name="connsiteX185" fmla="*/ 809883 w 843742"/>
                    <a:gd name="connsiteY185" fmla="*/ 157339 h 969063"/>
                    <a:gd name="connsiteX186" fmla="*/ 815115 w 843742"/>
                    <a:gd name="connsiteY186" fmla="*/ 168950 h 969063"/>
                    <a:gd name="connsiteX187" fmla="*/ 816586 w 843742"/>
                    <a:gd name="connsiteY187" fmla="*/ 172631 h 969063"/>
                    <a:gd name="connsiteX188" fmla="*/ 822073 w 843742"/>
                    <a:gd name="connsiteY188" fmla="*/ 183165 h 969063"/>
                    <a:gd name="connsiteX189" fmla="*/ 822165 w 843742"/>
                    <a:gd name="connsiteY189" fmla="*/ 183350 h 969063"/>
                    <a:gd name="connsiteX190" fmla="*/ 830523 w 843742"/>
                    <a:gd name="connsiteY190" fmla="*/ 199556 h 969063"/>
                    <a:gd name="connsiteX191" fmla="*/ 836311 w 843742"/>
                    <a:gd name="connsiteY191" fmla="*/ 214732 h 969063"/>
                    <a:gd name="connsiteX192" fmla="*/ 840524 w 843742"/>
                    <a:gd name="connsiteY192" fmla="*/ 233416 h 969063"/>
                    <a:gd name="connsiteX193" fmla="*/ 843743 w 843742"/>
                    <a:gd name="connsiteY193" fmla="*/ 242908 h 969063"/>
                    <a:gd name="connsiteX194" fmla="*/ 843059 w 843742"/>
                    <a:gd name="connsiteY194" fmla="*/ 254808 h 969063"/>
                    <a:gd name="connsiteX195" fmla="*/ 842515 w 843742"/>
                    <a:gd name="connsiteY195" fmla="*/ 270899 h 969063"/>
                    <a:gd name="connsiteX196" fmla="*/ 842608 w 843742"/>
                    <a:gd name="connsiteY196" fmla="*/ 275101 h 969063"/>
                    <a:gd name="connsiteX197" fmla="*/ 842435 w 843742"/>
                    <a:gd name="connsiteY197" fmla="*/ 284906 h 969063"/>
                    <a:gd name="connsiteX198" fmla="*/ 842608 w 843742"/>
                    <a:gd name="connsiteY198" fmla="*/ 288865 h 969063"/>
                    <a:gd name="connsiteX199" fmla="*/ 842724 w 843742"/>
                    <a:gd name="connsiteY199" fmla="*/ 291712 h 969063"/>
                    <a:gd name="connsiteX200" fmla="*/ 839483 w 843742"/>
                    <a:gd name="connsiteY200" fmla="*/ 296308 h 969063"/>
                    <a:gd name="connsiteX201" fmla="*/ 841740 w 843742"/>
                    <a:gd name="connsiteY201" fmla="*/ 292708 h 969063"/>
                    <a:gd name="connsiteX202" fmla="*/ 840165 w 843742"/>
                    <a:gd name="connsiteY202" fmla="*/ 294838 h 969063"/>
                    <a:gd name="connsiteX203" fmla="*/ 840860 w 843742"/>
                    <a:gd name="connsiteY203" fmla="*/ 290034 h 969063"/>
                    <a:gd name="connsiteX204" fmla="*/ 839216 w 843742"/>
                    <a:gd name="connsiteY204" fmla="*/ 296481 h 969063"/>
                    <a:gd name="connsiteX205" fmla="*/ 839193 w 843742"/>
                    <a:gd name="connsiteY205" fmla="*/ 300475 h 969063"/>
                    <a:gd name="connsiteX206" fmla="*/ 837561 w 843742"/>
                    <a:gd name="connsiteY206" fmla="*/ 305105 h 969063"/>
                    <a:gd name="connsiteX207" fmla="*/ 836705 w 843742"/>
                    <a:gd name="connsiteY207" fmla="*/ 302929 h 969063"/>
                    <a:gd name="connsiteX208" fmla="*/ 834401 w 843742"/>
                    <a:gd name="connsiteY208" fmla="*/ 302570 h 969063"/>
                    <a:gd name="connsiteX209" fmla="*/ 835292 w 843742"/>
                    <a:gd name="connsiteY209" fmla="*/ 301760 h 969063"/>
                    <a:gd name="connsiteX210" fmla="*/ 832572 w 843742"/>
                    <a:gd name="connsiteY210" fmla="*/ 302073 h 969063"/>
                    <a:gd name="connsiteX211" fmla="*/ 833359 w 843742"/>
                    <a:gd name="connsiteY211" fmla="*/ 301864 h 969063"/>
                    <a:gd name="connsiteX212" fmla="*/ 833811 w 843742"/>
                    <a:gd name="connsiteY212" fmla="*/ 300325 h 969063"/>
                    <a:gd name="connsiteX213" fmla="*/ 832873 w 843742"/>
                    <a:gd name="connsiteY213" fmla="*/ 301644 h 969063"/>
                    <a:gd name="connsiteX214" fmla="*/ 831808 w 843742"/>
                    <a:gd name="connsiteY214" fmla="*/ 301135 h 969063"/>
                    <a:gd name="connsiteX215" fmla="*/ 832954 w 843742"/>
                    <a:gd name="connsiteY215" fmla="*/ 298449 h 969063"/>
                    <a:gd name="connsiteX216" fmla="*/ 826958 w 843742"/>
                    <a:gd name="connsiteY216" fmla="*/ 290902 h 969063"/>
                    <a:gd name="connsiteX217" fmla="*/ 832607 w 843742"/>
                    <a:gd name="connsiteY217" fmla="*/ 298519 h 969063"/>
                    <a:gd name="connsiteX218" fmla="*/ 831472 w 843742"/>
                    <a:gd name="connsiteY218" fmla="*/ 301065 h 969063"/>
                    <a:gd name="connsiteX219" fmla="*/ 832688 w 843742"/>
                    <a:gd name="connsiteY219" fmla="*/ 302697 h 969063"/>
                    <a:gd name="connsiteX220" fmla="*/ 830060 w 843742"/>
                    <a:gd name="connsiteY220" fmla="*/ 300521 h 969063"/>
                    <a:gd name="connsiteX221" fmla="*/ 830812 w 843742"/>
                    <a:gd name="connsiteY221" fmla="*/ 302061 h 969063"/>
                    <a:gd name="connsiteX222" fmla="*/ 826622 w 843742"/>
                    <a:gd name="connsiteY222" fmla="*/ 302628 h 969063"/>
                    <a:gd name="connsiteX223" fmla="*/ 830917 w 843742"/>
                    <a:gd name="connsiteY223" fmla="*/ 302397 h 969063"/>
                    <a:gd name="connsiteX224" fmla="*/ 831611 w 843742"/>
                    <a:gd name="connsiteY224" fmla="*/ 304122 h 969063"/>
                    <a:gd name="connsiteX225" fmla="*/ 818565 w 843742"/>
                    <a:gd name="connsiteY225" fmla="*/ 314852 h 969063"/>
                    <a:gd name="connsiteX226" fmla="*/ 805947 w 843742"/>
                    <a:gd name="connsiteY226" fmla="*/ 329612 h 969063"/>
                    <a:gd name="connsiteX227" fmla="*/ 791535 w 843742"/>
                    <a:gd name="connsiteY227" fmla="*/ 338363 h 969063"/>
                    <a:gd name="connsiteX228" fmla="*/ 778964 w 843742"/>
                    <a:gd name="connsiteY228" fmla="*/ 350240 h 969063"/>
                    <a:gd name="connsiteX229" fmla="*/ 774901 w 843742"/>
                    <a:gd name="connsiteY229" fmla="*/ 353307 h 969063"/>
                    <a:gd name="connsiteX230" fmla="*/ 759771 w 843742"/>
                    <a:gd name="connsiteY230" fmla="*/ 378288 h 969063"/>
                    <a:gd name="connsiteX231" fmla="*/ 755176 w 843742"/>
                    <a:gd name="connsiteY231" fmla="*/ 382525 h 969063"/>
                    <a:gd name="connsiteX232" fmla="*/ 751390 w 843742"/>
                    <a:gd name="connsiteY232" fmla="*/ 390651 h 969063"/>
                    <a:gd name="connsiteX233" fmla="*/ 750348 w 843742"/>
                    <a:gd name="connsiteY233" fmla="*/ 392908 h 969063"/>
                    <a:gd name="connsiteX234" fmla="*/ 750314 w 843742"/>
                    <a:gd name="connsiteY234" fmla="*/ 394564 h 969063"/>
                    <a:gd name="connsiteX235" fmla="*/ 750233 w 843742"/>
                    <a:gd name="connsiteY235" fmla="*/ 397828 h 969063"/>
                    <a:gd name="connsiteX236" fmla="*/ 748774 w 843742"/>
                    <a:gd name="connsiteY236" fmla="*/ 398569 h 969063"/>
                    <a:gd name="connsiteX237" fmla="*/ 742488 w 843742"/>
                    <a:gd name="connsiteY237" fmla="*/ 399553 h 969063"/>
                    <a:gd name="connsiteX238" fmla="*/ 731341 w 843742"/>
                    <a:gd name="connsiteY238" fmla="*/ 394946 h 969063"/>
                    <a:gd name="connsiteX239" fmla="*/ 731051 w 843742"/>
                    <a:gd name="connsiteY239" fmla="*/ 394564 h 969063"/>
                    <a:gd name="connsiteX240" fmla="*/ 720182 w 843742"/>
                    <a:gd name="connsiteY240" fmla="*/ 380893 h 969063"/>
                    <a:gd name="connsiteX241" fmla="*/ 717241 w 843742"/>
                    <a:gd name="connsiteY241" fmla="*/ 378346 h 969063"/>
                    <a:gd name="connsiteX242" fmla="*/ 713850 w 843742"/>
                    <a:gd name="connsiteY242" fmla="*/ 379538 h 969063"/>
                    <a:gd name="connsiteX243" fmla="*/ 713028 w 843742"/>
                    <a:gd name="connsiteY243" fmla="*/ 379156 h 969063"/>
                    <a:gd name="connsiteX244" fmla="*/ 712820 w 843742"/>
                    <a:gd name="connsiteY244" fmla="*/ 377385 h 969063"/>
                    <a:gd name="connsiteX245" fmla="*/ 714070 w 843742"/>
                    <a:gd name="connsiteY245" fmla="*/ 375579 h 969063"/>
                    <a:gd name="connsiteX246" fmla="*/ 713329 w 843742"/>
                    <a:gd name="connsiteY246" fmla="*/ 374815 h 969063"/>
                    <a:gd name="connsiteX247" fmla="*/ 713225 w 843742"/>
                    <a:gd name="connsiteY247" fmla="*/ 374873 h 969063"/>
                    <a:gd name="connsiteX248" fmla="*/ 713908 w 843742"/>
                    <a:gd name="connsiteY248" fmla="*/ 375568 h 969063"/>
                    <a:gd name="connsiteX249" fmla="*/ 712611 w 843742"/>
                    <a:gd name="connsiteY249" fmla="*/ 377269 h 969063"/>
                    <a:gd name="connsiteX250" fmla="*/ 712831 w 843742"/>
                    <a:gd name="connsiteY250" fmla="*/ 379307 h 969063"/>
                    <a:gd name="connsiteX251" fmla="*/ 713479 w 843742"/>
                    <a:gd name="connsiteY251" fmla="*/ 379770 h 969063"/>
                    <a:gd name="connsiteX252" fmla="*/ 717519 w 843742"/>
                    <a:gd name="connsiteY252" fmla="*/ 378982 h 969063"/>
                    <a:gd name="connsiteX253" fmla="*/ 723006 w 843742"/>
                    <a:gd name="connsiteY253" fmla="*/ 385407 h 969063"/>
                    <a:gd name="connsiteX254" fmla="*/ 730241 w 843742"/>
                    <a:gd name="connsiteY254" fmla="*/ 394564 h 969063"/>
                    <a:gd name="connsiteX255" fmla="*/ 730519 w 843742"/>
                    <a:gd name="connsiteY255" fmla="*/ 394923 h 969063"/>
                    <a:gd name="connsiteX256" fmla="*/ 735635 w 843742"/>
                    <a:gd name="connsiteY256" fmla="*/ 397863 h 969063"/>
                    <a:gd name="connsiteX257" fmla="*/ 742546 w 843742"/>
                    <a:gd name="connsiteY257" fmla="*/ 400143 h 969063"/>
                    <a:gd name="connsiteX258" fmla="*/ 749503 w 843742"/>
                    <a:gd name="connsiteY258" fmla="*/ 399032 h 969063"/>
                    <a:gd name="connsiteX259" fmla="*/ 749561 w 843742"/>
                    <a:gd name="connsiteY259" fmla="*/ 399078 h 969063"/>
                    <a:gd name="connsiteX260" fmla="*/ 749642 w 843742"/>
                    <a:gd name="connsiteY260" fmla="*/ 399148 h 969063"/>
                    <a:gd name="connsiteX261" fmla="*/ 741065 w 843742"/>
                    <a:gd name="connsiteY261" fmla="*/ 407795 h 969063"/>
                    <a:gd name="connsiteX262" fmla="*/ 737673 w 843742"/>
                    <a:gd name="connsiteY262" fmla="*/ 401636 h 969063"/>
                    <a:gd name="connsiteX263" fmla="*/ 738622 w 843742"/>
                    <a:gd name="connsiteY263" fmla="*/ 404623 h 969063"/>
                    <a:gd name="connsiteX264" fmla="*/ 740381 w 843742"/>
                    <a:gd name="connsiteY264" fmla="*/ 407969 h 969063"/>
                    <a:gd name="connsiteX265" fmla="*/ 738217 w 843742"/>
                    <a:gd name="connsiteY265" fmla="*/ 407378 h 969063"/>
                    <a:gd name="connsiteX266" fmla="*/ 737430 w 843742"/>
                    <a:gd name="connsiteY266" fmla="*/ 404820 h 969063"/>
                    <a:gd name="connsiteX267" fmla="*/ 736168 w 843742"/>
                    <a:gd name="connsiteY267" fmla="*/ 404287 h 969063"/>
                    <a:gd name="connsiteX268" fmla="*/ 735809 w 843742"/>
                    <a:gd name="connsiteY268" fmla="*/ 403755 h 969063"/>
                    <a:gd name="connsiteX269" fmla="*/ 734362 w 843742"/>
                    <a:gd name="connsiteY269" fmla="*/ 403998 h 969063"/>
                    <a:gd name="connsiteX270" fmla="*/ 734061 w 843742"/>
                    <a:gd name="connsiteY270" fmla="*/ 402412 h 969063"/>
                    <a:gd name="connsiteX271" fmla="*/ 734073 w 843742"/>
                    <a:gd name="connsiteY271" fmla="*/ 403986 h 969063"/>
                    <a:gd name="connsiteX272" fmla="*/ 734397 w 843742"/>
                    <a:gd name="connsiteY272" fmla="*/ 404183 h 969063"/>
                    <a:gd name="connsiteX273" fmla="*/ 735786 w 843742"/>
                    <a:gd name="connsiteY273" fmla="*/ 403859 h 969063"/>
                    <a:gd name="connsiteX274" fmla="*/ 736064 w 843742"/>
                    <a:gd name="connsiteY274" fmla="*/ 404380 h 969063"/>
                    <a:gd name="connsiteX275" fmla="*/ 735404 w 843742"/>
                    <a:gd name="connsiteY275" fmla="*/ 405410 h 969063"/>
                    <a:gd name="connsiteX276" fmla="*/ 733147 w 843742"/>
                    <a:gd name="connsiteY276" fmla="*/ 405526 h 969063"/>
                    <a:gd name="connsiteX277" fmla="*/ 735369 w 843742"/>
                    <a:gd name="connsiteY277" fmla="*/ 405526 h 969063"/>
                    <a:gd name="connsiteX278" fmla="*/ 735960 w 843742"/>
                    <a:gd name="connsiteY278" fmla="*/ 405075 h 969063"/>
                    <a:gd name="connsiteX279" fmla="*/ 736156 w 843742"/>
                    <a:gd name="connsiteY279" fmla="*/ 404461 h 969063"/>
                    <a:gd name="connsiteX280" fmla="*/ 737198 w 843742"/>
                    <a:gd name="connsiteY280" fmla="*/ 404866 h 969063"/>
                    <a:gd name="connsiteX281" fmla="*/ 738066 w 843742"/>
                    <a:gd name="connsiteY281" fmla="*/ 407309 h 969063"/>
                    <a:gd name="connsiteX282" fmla="*/ 738263 w 843742"/>
                    <a:gd name="connsiteY282" fmla="*/ 407865 h 969063"/>
                    <a:gd name="connsiteX283" fmla="*/ 741609 w 843742"/>
                    <a:gd name="connsiteY283" fmla="*/ 408547 h 969063"/>
                    <a:gd name="connsiteX284" fmla="*/ 739594 w 843742"/>
                    <a:gd name="connsiteY284" fmla="*/ 410944 h 969063"/>
                    <a:gd name="connsiteX285" fmla="*/ 736515 w 843742"/>
                    <a:gd name="connsiteY285" fmla="*/ 414532 h 969063"/>
                    <a:gd name="connsiteX286" fmla="*/ 735496 w 843742"/>
                    <a:gd name="connsiteY286" fmla="*/ 410215 h 969063"/>
                    <a:gd name="connsiteX287" fmla="*/ 735728 w 843742"/>
                    <a:gd name="connsiteY287" fmla="*/ 415447 h 969063"/>
                    <a:gd name="connsiteX288" fmla="*/ 735416 w 843742"/>
                    <a:gd name="connsiteY288" fmla="*/ 415817 h 969063"/>
                    <a:gd name="connsiteX289" fmla="*/ 730322 w 843742"/>
                    <a:gd name="connsiteY289" fmla="*/ 415817 h 969063"/>
                    <a:gd name="connsiteX290" fmla="*/ 735184 w 843742"/>
                    <a:gd name="connsiteY290" fmla="*/ 416072 h 969063"/>
                    <a:gd name="connsiteX291" fmla="*/ 734119 w 843742"/>
                    <a:gd name="connsiteY291" fmla="*/ 417310 h 969063"/>
                    <a:gd name="connsiteX292" fmla="*/ 730936 w 843742"/>
                    <a:gd name="connsiteY292" fmla="*/ 419498 h 969063"/>
                    <a:gd name="connsiteX293" fmla="*/ 726548 w 843742"/>
                    <a:gd name="connsiteY293" fmla="*/ 421605 h 969063"/>
                    <a:gd name="connsiteX294" fmla="*/ 726618 w 843742"/>
                    <a:gd name="connsiteY294" fmla="*/ 422219 h 969063"/>
                    <a:gd name="connsiteX295" fmla="*/ 714197 w 843742"/>
                    <a:gd name="connsiteY295" fmla="*/ 432046 h 969063"/>
                    <a:gd name="connsiteX296" fmla="*/ 713178 w 843742"/>
                    <a:gd name="connsiteY296" fmla="*/ 432845 h 969063"/>
                    <a:gd name="connsiteX297" fmla="*/ 712611 w 843742"/>
                    <a:gd name="connsiteY297" fmla="*/ 433158 h 969063"/>
                    <a:gd name="connsiteX298" fmla="*/ 708374 w 843742"/>
                    <a:gd name="connsiteY298" fmla="*/ 435496 h 969063"/>
                    <a:gd name="connsiteX299" fmla="*/ 708455 w 843742"/>
                    <a:gd name="connsiteY299" fmla="*/ 435705 h 969063"/>
                    <a:gd name="connsiteX300" fmla="*/ 710284 w 843742"/>
                    <a:gd name="connsiteY300" fmla="*/ 434998 h 969063"/>
                    <a:gd name="connsiteX301" fmla="*/ 713375 w 843742"/>
                    <a:gd name="connsiteY301" fmla="*/ 433632 h 969063"/>
                    <a:gd name="connsiteX302" fmla="*/ 722485 w 843742"/>
                    <a:gd name="connsiteY302" fmla="*/ 426212 h 969063"/>
                    <a:gd name="connsiteX303" fmla="*/ 736538 w 843742"/>
                    <a:gd name="connsiteY303" fmla="*/ 416569 h 969063"/>
                    <a:gd name="connsiteX304" fmla="*/ 747026 w 843742"/>
                    <a:gd name="connsiteY304" fmla="*/ 406719 h 969063"/>
                    <a:gd name="connsiteX305" fmla="*/ 746042 w 843742"/>
                    <a:gd name="connsiteY305" fmla="*/ 410643 h 969063"/>
                    <a:gd name="connsiteX306" fmla="*/ 747420 w 843742"/>
                    <a:gd name="connsiteY306" fmla="*/ 412888 h 969063"/>
                    <a:gd name="connsiteX307" fmla="*/ 742963 w 843742"/>
                    <a:gd name="connsiteY307" fmla="*/ 415852 h 969063"/>
                    <a:gd name="connsiteX308" fmla="*/ 748959 w 843742"/>
                    <a:gd name="connsiteY308" fmla="*/ 414104 h 969063"/>
                    <a:gd name="connsiteX309" fmla="*/ 748496 w 843742"/>
                    <a:gd name="connsiteY309" fmla="*/ 415805 h 969063"/>
                    <a:gd name="connsiteX310" fmla="*/ 751390 w 843742"/>
                    <a:gd name="connsiteY310" fmla="*/ 417171 h 969063"/>
                    <a:gd name="connsiteX311" fmla="*/ 752328 w 843742"/>
                    <a:gd name="connsiteY311" fmla="*/ 417611 h 969063"/>
                    <a:gd name="connsiteX312" fmla="*/ 751390 w 843742"/>
                    <a:gd name="connsiteY312" fmla="*/ 418167 h 969063"/>
                    <a:gd name="connsiteX313" fmla="*/ 750383 w 843742"/>
                    <a:gd name="connsiteY313" fmla="*/ 418769 h 969063"/>
                    <a:gd name="connsiteX314" fmla="*/ 751390 w 843742"/>
                    <a:gd name="connsiteY314" fmla="*/ 418410 h 969063"/>
                    <a:gd name="connsiteX315" fmla="*/ 753520 w 843742"/>
                    <a:gd name="connsiteY315" fmla="*/ 417635 h 969063"/>
                    <a:gd name="connsiteX316" fmla="*/ 754481 w 843742"/>
                    <a:gd name="connsiteY316" fmla="*/ 420390 h 969063"/>
                    <a:gd name="connsiteX317" fmla="*/ 764378 w 843742"/>
                    <a:gd name="connsiteY317" fmla="*/ 420945 h 969063"/>
                    <a:gd name="connsiteX318" fmla="*/ 774785 w 843742"/>
                    <a:gd name="connsiteY318" fmla="*/ 425691 h 969063"/>
                    <a:gd name="connsiteX319" fmla="*/ 775480 w 843742"/>
                    <a:gd name="connsiteY319" fmla="*/ 427497 h 969063"/>
                    <a:gd name="connsiteX320" fmla="*/ 771717 w 843742"/>
                    <a:gd name="connsiteY320" fmla="*/ 431942 h 969063"/>
                    <a:gd name="connsiteX321" fmla="*/ 776707 w 843742"/>
                    <a:gd name="connsiteY321" fmla="*/ 427219 h 969063"/>
                    <a:gd name="connsiteX322" fmla="*/ 777123 w 843742"/>
                    <a:gd name="connsiteY322" fmla="*/ 428689 h 969063"/>
                    <a:gd name="connsiteX323" fmla="*/ 779983 w 843742"/>
                    <a:gd name="connsiteY323" fmla="*/ 428342 h 969063"/>
                    <a:gd name="connsiteX324" fmla="*/ 786118 w 843742"/>
                    <a:gd name="connsiteY324" fmla="*/ 431803 h 969063"/>
                    <a:gd name="connsiteX325" fmla="*/ 789614 w 843742"/>
                    <a:gd name="connsiteY325" fmla="*/ 442534 h 969063"/>
                    <a:gd name="connsiteX326" fmla="*/ 792369 w 843742"/>
                    <a:gd name="connsiteY326" fmla="*/ 444433 h 969063"/>
                    <a:gd name="connsiteX327" fmla="*/ 795633 w 843742"/>
                    <a:gd name="connsiteY327" fmla="*/ 452571 h 969063"/>
                    <a:gd name="connsiteX328" fmla="*/ 800426 w 843742"/>
                    <a:gd name="connsiteY328" fmla="*/ 457942 h 969063"/>
                    <a:gd name="connsiteX329" fmla="*/ 794453 w 843742"/>
                    <a:gd name="connsiteY329" fmla="*/ 457687 h 969063"/>
                    <a:gd name="connsiteX330" fmla="*/ 800727 w 843742"/>
                    <a:gd name="connsiteY330" fmla="*/ 458208 h 969063"/>
                    <a:gd name="connsiteX331" fmla="*/ 798886 w 843742"/>
                    <a:gd name="connsiteY331" fmla="*/ 463545 h 969063"/>
                    <a:gd name="connsiteX332" fmla="*/ 800773 w 843742"/>
                    <a:gd name="connsiteY332" fmla="*/ 461658 h 969063"/>
                    <a:gd name="connsiteX333" fmla="*/ 798180 w 843742"/>
                    <a:gd name="connsiteY333" fmla="*/ 482355 h 969063"/>
                    <a:gd name="connsiteX334" fmla="*/ 794719 w 843742"/>
                    <a:gd name="connsiteY334" fmla="*/ 494707 h 969063"/>
                    <a:gd name="connsiteX335" fmla="*/ 794985 w 843742"/>
                    <a:gd name="connsiteY335" fmla="*/ 494823 h 969063"/>
                    <a:gd name="connsiteX336" fmla="*/ 798724 w 843742"/>
                    <a:gd name="connsiteY336" fmla="*/ 481892 h 969063"/>
                    <a:gd name="connsiteX337" fmla="*/ 801479 w 843742"/>
                    <a:gd name="connsiteY337" fmla="*/ 462653 h 969063"/>
                    <a:gd name="connsiteX338" fmla="*/ 807672 w 843742"/>
                    <a:gd name="connsiteY338" fmla="*/ 461021 h 969063"/>
                    <a:gd name="connsiteX339" fmla="*/ 811585 w 843742"/>
                    <a:gd name="connsiteY339" fmla="*/ 461576 h 969063"/>
                    <a:gd name="connsiteX340" fmla="*/ 817222 w 843742"/>
                    <a:gd name="connsiteY340" fmla="*/ 465466 h 969063"/>
                    <a:gd name="connsiteX341" fmla="*/ 820070 w 843742"/>
                    <a:gd name="connsiteY341" fmla="*/ 465049 h 969063"/>
                    <a:gd name="connsiteX342" fmla="*/ 820093 w 843742"/>
                    <a:gd name="connsiteY342" fmla="*/ 465049 h 969063"/>
                    <a:gd name="connsiteX343" fmla="*/ 818137 w 843742"/>
                    <a:gd name="connsiteY343" fmla="*/ 472307 h 969063"/>
                    <a:gd name="connsiteX344" fmla="*/ 814861 w 843742"/>
                    <a:gd name="connsiteY344" fmla="*/ 476081 h 969063"/>
                    <a:gd name="connsiteX345" fmla="*/ 817639 w 843742"/>
                    <a:gd name="connsiteY345" fmla="*/ 476764 h 969063"/>
                    <a:gd name="connsiteX346" fmla="*/ 814537 w 843742"/>
                    <a:gd name="connsiteY346" fmla="*/ 478917 h 969063"/>
                    <a:gd name="connsiteX347" fmla="*/ 812210 w 843742"/>
                    <a:gd name="connsiteY347" fmla="*/ 483721 h 969063"/>
                    <a:gd name="connsiteX348" fmla="*/ 822096 w 843742"/>
                    <a:gd name="connsiteY348" fmla="*/ 490308 h 969063"/>
                    <a:gd name="connsiteX349" fmla="*/ 808413 w 843742"/>
                    <a:gd name="connsiteY349" fmla="*/ 498110 h 969063"/>
                    <a:gd name="connsiteX350" fmla="*/ 792149 w 843742"/>
                    <a:gd name="connsiteY350" fmla="*/ 513263 h 969063"/>
                    <a:gd name="connsiteX351" fmla="*/ 786859 w 843742"/>
                    <a:gd name="connsiteY351" fmla="*/ 511851 h 969063"/>
                    <a:gd name="connsiteX352" fmla="*/ 786315 w 843742"/>
                    <a:gd name="connsiteY352" fmla="*/ 510774 h 969063"/>
                    <a:gd name="connsiteX353" fmla="*/ 773049 w 843742"/>
                    <a:gd name="connsiteY353" fmla="*/ 511515 h 969063"/>
                    <a:gd name="connsiteX354" fmla="*/ 766323 w 843742"/>
                    <a:gd name="connsiteY354" fmla="*/ 517198 h 969063"/>
                    <a:gd name="connsiteX355" fmla="*/ 761010 w 843742"/>
                    <a:gd name="connsiteY355" fmla="*/ 517141 h 969063"/>
                    <a:gd name="connsiteX356" fmla="*/ 757630 w 843742"/>
                    <a:gd name="connsiteY356" fmla="*/ 521192 h 969063"/>
                    <a:gd name="connsiteX357" fmla="*/ 748508 w 843742"/>
                    <a:gd name="connsiteY357" fmla="*/ 519236 h 969063"/>
                    <a:gd name="connsiteX358" fmla="*/ 741771 w 843742"/>
                    <a:gd name="connsiteY358" fmla="*/ 527084 h 969063"/>
                    <a:gd name="connsiteX359" fmla="*/ 743901 w 843742"/>
                    <a:gd name="connsiteY359" fmla="*/ 546428 h 969063"/>
                    <a:gd name="connsiteX360" fmla="*/ 734501 w 843742"/>
                    <a:gd name="connsiteY360" fmla="*/ 556406 h 969063"/>
                    <a:gd name="connsiteX361" fmla="*/ 715702 w 843742"/>
                    <a:gd name="connsiteY361" fmla="*/ 558895 h 969063"/>
                    <a:gd name="connsiteX362" fmla="*/ 715192 w 843742"/>
                    <a:gd name="connsiteY362" fmla="*/ 556557 h 969063"/>
                    <a:gd name="connsiteX363" fmla="*/ 703883 w 843742"/>
                    <a:gd name="connsiteY363" fmla="*/ 551162 h 969063"/>
                    <a:gd name="connsiteX364" fmla="*/ 703316 w 843742"/>
                    <a:gd name="connsiteY364" fmla="*/ 553084 h 969063"/>
                    <a:gd name="connsiteX365" fmla="*/ 700040 w 843742"/>
                    <a:gd name="connsiteY365" fmla="*/ 553118 h 969063"/>
                    <a:gd name="connsiteX366" fmla="*/ 695432 w 843742"/>
                    <a:gd name="connsiteY366" fmla="*/ 556360 h 969063"/>
                    <a:gd name="connsiteX367" fmla="*/ 690188 w 843742"/>
                    <a:gd name="connsiteY367" fmla="*/ 553304 h 969063"/>
                    <a:gd name="connsiteX368" fmla="*/ 677119 w 843742"/>
                    <a:gd name="connsiteY368" fmla="*/ 563849 h 969063"/>
                    <a:gd name="connsiteX369" fmla="*/ 676610 w 843742"/>
                    <a:gd name="connsiteY369" fmla="*/ 565841 h 969063"/>
                    <a:gd name="connsiteX370" fmla="*/ 662545 w 843742"/>
                    <a:gd name="connsiteY370" fmla="*/ 560874 h 969063"/>
                    <a:gd name="connsiteX371" fmla="*/ 658077 w 843742"/>
                    <a:gd name="connsiteY371" fmla="*/ 565759 h 969063"/>
                    <a:gd name="connsiteX372" fmla="*/ 653134 w 843742"/>
                    <a:gd name="connsiteY372" fmla="*/ 556684 h 969063"/>
                    <a:gd name="connsiteX373" fmla="*/ 650854 w 843742"/>
                    <a:gd name="connsiteY373" fmla="*/ 557564 h 969063"/>
                    <a:gd name="connsiteX374" fmla="*/ 646582 w 843742"/>
                    <a:gd name="connsiteY374" fmla="*/ 558386 h 969063"/>
                    <a:gd name="connsiteX375" fmla="*/ 633826 w 843742"/>
                    <a:gd name="connsiteY375" fmla="*/ 566952 h 969063"/>
                    <a:gd name="connsiteX376" fmla="*/ 623372 w 843742"/>
                    <a:gd name="connsiteY376" fmla="*/ 556117 h 969063"/>
                    <a:gd name="connsiteX377" fmla="*/ 606947 w 843742"/>
                    <a:gd name="connsiteY377" fmla="*/ 553802 h 969063"/>
                    <a:gd name="connsiteX378" fmla="*/ 606576 w 843742"/>
                    <a:gd name="connsiteY378" fmla="*/ 557517 h 969063"/>
                    <a:gd name="connsiteX379" fmla="*/ 601703 w 843742"/>
                    <a:gd name="connsiteY379" fmla="*/ 561719 h 969063"/>
                    <a:gd name="connsiteX380" fmla="*/ 586469 w 843742"/>
                    <a:gd name="connsiteY380" fmla="*/ 566477 h 969063"/>
                    <a:gd name="connsiteX381" fmla="*/ 582058 w 843742"/>
                    <a:gd name="connsiteY381" fmla="*/ 570135 h 969063"/>
                    <a:gd name="connsiteX382" fmla="*/ 572647 w 843742"/>
                    <a:gd name="connsiteY382" fmla="*/ 570216 h 969063"/>
                    <a:gd name="connsiteX383" fmla="*/ 565169 w 843742"/>
                    <a:gd name="connsiteY383" fmla="*/ 566836 h 969063"/>
                    <a:gd name="connsiteX384" fmla="*/ 565111 w 843742"/>
                    <a:gd name="connsiteY384" fmla="*/ 569799 h 969063"/>
                    <a:gd name="connsiteX385" fmla="*/ 556962 w 843742"/>
                    <a:gd name="connsiteY385" fmla="*/ 570285 h 969063"/>
                    <a:gd name="connsiteX386" fmla="*/ 557216 w 843742"/>
                    <a:gd name="connsiteY386" fmla="*/ 572427 h 969063"/>
                    <a:gd name="connsiteX387" fmla="*/ 553963 w 843742"/>
                    <a:gd name="connsiteY387" fmla="*/ 571872 h 969063"/>
                    <a:gd name="connsiteX388" fmla="*/ 550294 w 843742"/>
                    <a:gd name="connsiteY388" fmla="*/ 575368 h 969063"/>
                    <a:gd name="connsiteX389" fmla="*/ 552516 w 843742"/>
                    <a:gd name="connsiteY389" fmla="*/ 579720 h 969063"/>
                    <a:gd name="connsiteX390" fmla="*/ 553466 w 843742"/>
                    <a:gd name="connsiteY390" fmla="*/ 578771 h 969063"/>
                    <a:gd name="connsiteX391" fmla="*/ 556857 w 843742"/>
                    <a:gd name="connsiteY391" fmla="*/ 580959 h 969063"/>
                    <a:gd name="connsiteX392" fmla="*/ 559034 w 843742"/>
                    <a:gd name="connsiteY392" fmla="*/ 585033 h 969063"/>
                    <a:gd name="connsiteX393" fmla="*/ 558143 w 843742"/>
                    <a:gd name="connsiteY393" fmla="*/ 590428 h 969063"/>
                    <a:gd name="connsiteX394" fmla="*/ 556024 w 843742"/>
                    <a:gd name="connsiteY394" fmla="*/ 590462 h 969063"/>
                    <a:gd name="connsiteX395" fmla="*/ 555677 w 843742"/>
                    <a:gd name="connsiteY395" fmla="*/ 597327 h 969063"/>
                    <a:gd name="connsiteX396" fmla="*/ 554103 w 843742"/>
                    <a:gd name="connsiteY396" fmla="*/ 597709 h 969063"/>
                    <a:gd name="connsiteX397" fmla="*/ 552355 w 843742"/>
                    <a:gd name="connsiteY397" fmla="*/ 604597 h 969063"/>
                    <a:gd name="connsiteX398" fmla="*/ 549923 w 843742"/>
                    <a:gd name="connsiteY398" fmla="*/ 606819 h 969063"/>
                    <a:gd name="connsiteX399" fmla="*/ 551764 w 843742"/>
                    <a:gd name="connsiteY399" fmla="*/ 609690 h 969063"/>
                    <a:gd name="connsiteX400" fmla="*/ 556777 w 843742"/>
                    <a:gd name="connsiteY400" fmla="*/ 612213 h 969063"/>
                    <a:gd name="connsiteX401" fmla="*/ 556823 w 843742"/>
                    <a:gd name="connsiteY401" fmla="*/ 614436 h 969063"/>
                    <a:gd name="connsiteX402" fmla="*/ 575981 w 843742"/>
                    <a:gd name="connsiteY402" fmla="*/ 608868 h 969063"/>
                    <a:gd name="connsiteX403" fmla="*/ 579477 w 843742"/>
                    <a:gd name="connsiteY403" fmla="*/ 610952 h 969063"/>
                    <a:gd name="connsiteX404" fmla="*/ 579477 w 843742"/>
                    <a:gd name="connsiteY404" fmla="*/ 616034 h 969063"/>
                    <a:gd name="connsiteX405" fmla="*/ 582568 w 843742"/>
                    <a:gd name="connsiteY405" fmla="*/ 619530 h 969063"/>
                    <a:gd name="connsiteX406" fmla="*/ 578227 w 843742"/>
                    <a:gd name="connsiteY406" fmla="*/ 622620 h 969063"/>
                    <a:gd name="connsiteX407" fmla="*/ 579847 w 843742"/>
                    <a:gd name="connsiteY407" fmla="*/ 626938 h 969063"/>
                    <a:gd name="connsiteX408" fmla="*/ 584640 w 843742"/>
                    <a:gd name="connsiteY408" fmla="*/ 628732 h 969063"/>
                    <a:gd name="connsiteX409" fmla="*/ 585045 w 843742"/>
                    <a:gd name="connsiteY409" fmla="*/ 634393 h 969063"/>
                    <a:gd name="connsiteX410" fmla="*/ 580797 w 843742"/>
                    <a:gd name="connsiteY410" fmla="*/ 642137 h 969063"/>
                    <a:gd name="connsiteX411" fmla="*/ 589073 w 843742"/>
                    <a:gd name="connsiteY411" fmla="*/ 645622 h 969063"/>
                    <a:gd name="connsiteX412" fmla="*/ 593796 w 843742"/>
                    <a:gd name="connsiteY412" fmla="*/ 650680 h 969063"/>
                    <a:gd name="connsiteX413" fmla="*/ 602305 w 843742"/>
                    <a:gd name="connsiteY413" fmla="*/ 652937 h 969063"/>
                    <a:gd name="connsiteX414" fmla="*/ 603126 w 843742"/>
                    <a:gd name="connsiteY414" fmla="*/ 654778 h 969063"/>
                    <a:gd name="connsiteX415" fmla="*/ 600684 w 843742"/>
                    <a:gd name="connsiteY415" fmla="*/ 658355 h 969063"/>
                    <a:gd name="connsiteX416" fmla="*/ 600718 w 843742"/>
                    <a:gd name="connsiteY416" fmla="*/ 662754 h 969063"/>
                    <a:gd name="connsiteX417" fmla="*/ 604156 w 843742"/>
                    <a:gd name="connsiteY417" fmla="*/ 666979 h 969063"/>
                    <a:gd name="connsiteX418" fmla="*/ 604411 w 843742"/>
                    <a:gd name="connsiteY418" fmla="*/ 672651 h 969063"/>
                    <a:gd name="connsiteX419" fmla="*/ 607409 w 843742"/>
                    <a:gd name="connsiteY419" fmla="*/ 676078 h 969063"/>
                    <a:gd name="connsiteX420" fmla="*/ 603439 w 843742"/>
                    <a:gd name="connsiteY420" fmla="*/ 679631 h 969063"/>
                    <a:gd name="connsiteX421" fmla="*/ 597489 w 843742"/>
                    <a:gd name="connsiteY421" fmla="*/ 692191 h 969063"/>
                    <a:gd name="connsiteX422" fmla="*/ 596945 w 843742"/>
                    <a:gd name="connsiteY422" fmla="*/ 694020 h 969063"/>
                    <a:gd name="connsiteX423" fmla="*/ 600383 w 843742"/>
                    <a:gd name="connsiteY423" fmla="*/ 695895 h 969063"/>
                    <a:gd name="connsiteX424" fmla="*/ 594329 w 843742"/>
                    <a:gd name="connsiteY424" fmla="*/ 699299 h 969063"/>
                    <a:gd name="connsiteX425" fmla="*/ 586770 w 843742"/>
                    <a:gd name="connsiteY425" fmla="*/ 706823 h 969063"/>
                    <a:gd name="connsiteX426" fmla="*/ 581028 w 843742"/>
                    <a:gd name="connsiteY426" fmla="*/ 709219 h 969063"/>
                    <a:gd name="connsiteX427" fmla="*/ 579963 w 843742"/>
                    <a:gd name="connsiteY427" fmla="*/ 713085 h 969063"/>
                    <a:gd name="connsiteX428" fmla="*/ 581537 w 843742"/>
                    <a:gd name="connsiteY428" fmla="*/ 713792 h 969063"/>
                    <a:gd name="connsiteX429" fmla="*/ 575529 w 843742"/>
                    <a:gd name="connsiteY429" fmla="*/ 718318 h 969063"/>
                    <a:gd name="connsiteX430" fmla="*/ 572578 w 843742"/>
                    <a:gd name="connsiteY430" fmla="*/ 725044 h 969063"/>
                    <a:gd name="connsiteX431" fmla="*/ 570911 w 843742"/>
                    <a:gd name="connsiteY431" fmla="*/ 726132 h 969063"/>
                    <a:gd name="connsiteX432" fmla="*/ 567739 w 843742"/>
                    <a:gd name="connsiteY432" fmla="*/ 724743 h 969063"/>
                    <a:gd name="connsiteX433" fmla="*/ 567102 w 843742"/>
                    <a:gd name="connsiteY433" fmla="*/ 726734 h 969063"/>
                    <a:gd name="connsiteX434" fmla="*/ 562970 w 843742"/>
                    <a:gd name="connsiteY434" fmla="*/ 726491 h 969063"/>
                    <a:gd name="connsiteX435" fmla="*/ 562437 w 843742"/>
                    <a:gd name="connsiteY435" fmla="*/ 728262 h 969063"/>
                    <a:gd name="connsiteX436" fmla="*/ 557066 w 843742"/>
                    <a:gd name="connsiteY436" fmla="*/ 727359 h 969063"/>
                    <a:gd name="connsiteX437" fmla="*/ 556383 w 843742"/>
                    <a:gd name="connsiteY437" fmla="*/ 728898 h 969063"/>
                    <a:gd name="connsiteX438" fmla="*/ 553061 w 843742"/>
                    <a:gd name="connsiteY438" fmla="*/ 728690 h 969063"/>
                    <a:gd name="connsiteX439" fmla="*/ 555804 w 843742"/>
                    <a:gd name="connsiteY439" fmla="*/ 731862 h 969063"/>
                    <a:gd name="connsiteX440" fmla="*/ 551949 w 843742"/>
                    <a:gd name="connsiteY440" fmla="*/ 736075 h 969063"/>
                    <a:gd name="connsiteX441" fmla="*/ 552308 w 843742"/>
                    <a:gd name="connsiteY441" fmla="*/ 740115 h 969063"/>
                    <a:gd name="connsiteX442" fmla="*/ 560018 w 843742"/>
                    <a:gd name="connsiteY442" fmla="*/ 746529 h 969063"/>
                    <a:gd name="connsiteX443" fmla="*/ 558108 w 843742"/>
                    <a:gd name="connsiteY443" fmla="*/ 751286 h 969063"/>
                    <a:gd name="connsiteX444" fmla="*/ 564104 w 843742"/>
                    <a:gd name="connsiteY444" fmla="*/ 752328 h 969063"/>
                    <a:gd name="connsiteX445" fmla="*/ 564776 w 843742"/>
                    <a:gd name="connsiteY445" fmla="*/ 761704 h 969063"/>
                    <a:gd name="connsiteX446" fmla="*/ 560909 w 843742"/>
                    <a:gd name="connsiteY446" fmla="*/ 764656 h 969063"/>
                    <a:gd name="connsiteX447" fmla="*/ 556950 w 843742"/>
                    <a:gd name="connsiteY447" fmla="*/ 762966 h 969063"/>
                    <a:gd name="connsiteX448" fmla="*/ 545212 w 843742"/>
                    <a:gd name="connsiteY448" fmla="*/ 765200 h 969063"/>
                    <a:gd name="connsiteX449" fmla="*/ 547331 w 843742"/>
                    <a:gd name="connsiteY449" fmla="*/ 766925 h 969063"/>
                    <a:gd name="connsiteX450" fmla="*/ 537572 w 843742"/>
                    <a:gd name="connsiteY450" fmla="*/ 781672 h 969063"/>
                    <a:gd name="connsiteX451" fmla="*/ 540547 w 843742"/>
                    <a:gd name="connsiteY451" fmla="*/ 786766 h 969063"/>
                    <a:gd name="connsiteX452" fmla="*/ 541693 w 843742"/>
                    <a:gd name="connsiteY452" fmla="*/ 793086 h 969063"/>
                    <a:gd name="connsiteX453" fmla="*/ 538811 w 843742"/>
                    <a:gd name="connsiteY453" fmla="*/ 795679 h 969063"/>
                    <a:gd name="connsiteX454" fmla="*/ 537966 w 843742"/>
                    <a:gd name="connsiteY454" fmla="*/ 801583 h 969063"/>
                    <a:gd name="connsiteX455" fmla="*/ 533335 w 843742"/>
                    <a:gd name="connsiteY455" fmla="*/ 800437 h 969063"/>
                    <a:gd name="connsiteX456" fmla="*/ 529446 w 843742"/>
                    <a:gd name="connsiteY456" fmla="*/ 803285 h 969063"/>
                    <a:gd name="connsiteX457" fmla="*/ 521158 w 843742"/>
                    <a:gd name="connsiteY457" fmla="*/ 793272 h 969063"/>
                    <a:gd name="connsiteX458" fmla="*/ 521771 w 843742"/>
                    <a:gd name="connsiteY458" fmla="*/ 792056 h 969063"/>
                    <a:gd name="connsiteX459" fmla="*/ 512939 w 843742"/>
                    <a:gd name="connsiteY459" fmla="*/ 788305 h 969063"/>
                    <a:gd name="connsiteX460" fmla="*/ 507093 w 843742"/>
                    <a:gd name="connsiteY460" fmla="*/ 791130 h 969063"/>
                    <a:gd name="connsiteX461" fmla="*/ 505553 w 843742"/>
                    <a:gd name="connsiteY461" fmla="*/ 794001 h 969063"/>
                    <a:gd name="connsiteX462" fmla="*/ 502463 w 843742"/>
                    <a:gd name="connsiteY462" fmla="*/ 792646 h 969063"/>
                    <a:gd name="connsiteX463" fmla="*/ 497543 w 843742"/>
                    <a:gd name="connsiteY463" fmla="*/ 795182 h 969063"/>
                    <a:gd name="connsiteX464" fmla="*/ 503886 w 843742"/>
                    <a:gd name="connsiteY464" fmla="*/ 819156 h 969063"/>
                    <a:gd name="connsiteX465" fmla="*/ 495390 w 843742"/>
                    <a:gd name="connsiteY465" fmla="*/ 830604 h 969063"/>
                    <a:gd name="connsiteX466" fmla="*/ 493121 w 843742"/>
                    <a:gd name="connsiteY466" fmla="*/ 838349 h 969063"/>
                    <a:gd name="connsiteX467" fmla="*/ 487136 w 843742"/>
                    <a:gd name="connsiteY467" fmla="*/ 837689 h 969063"/>
                    <a:gd name="connsiteX468" fmla="*/ 479669 w 843742"/>
                    <a:gd name="connsiteY468" fmla="*/ 840629 h 969063"/>
                    <a:gd name="connsiteX469" fmla="*/ 463926 w 843742"/>
                    <a:gd name="connsiteY469" fmla="*/ 855423 h 969063"/>
                    <a:gd name="connsiteX470" fmla="*/ 461356 w 843742"/>
                    <a:gd name="connsiteY470" fmla="*/ 855122 h 969063"/>
                    <a:gd name="connsiteX471" fmla="*/ 459504 w 843742"/>
                    <a:gd name="connsiteY471" fmla="*/ 857506 h 969063"/>
                    <a:gd name="connsiteX472" fmla="*/ 458243 w 843742"/>
                    <a:gd name="connsiteY472" fmla="*/ 853038 h 969063"/>
                    <a:gd name="connsiteX473" fmla="*/ 453693 w 843742"/>
                    <a:gd name="connsiteY473" fmla="*/ 854496 h 969063"/>
                    <a:gd name="connsiteX474" fmla="*/ 448762 w 843742"/>
                    <a:gd name="connsiteY474" fmla="*/ 864822 h 969063"/>
                    <a:gd name="connsiteX475" fmla="*/ 445127 w 843742"/>
                    <a:gd name="connsiteY475" fmla="*/ 860562 h 969063"/>
                    <a:gd name="connsiteX476" fmla="*/ 443113 w 843742"/>
                    <a:gd name="connsiteY476" fmla="*/ 861593 h 969063"/>
                    <a:gd name="connsiteX477" fmla="*/ 440914 w 843742"/>
                    <a:gd name="connsiteY477" fmla="*/ 870159 h 969063"/>
                    <a:gd name="connsiteX478" fmla="*/ 434419 w 843742"/>
                    <a:gd name="connsiteY478" fmla="*/ 869545 h 969063"/>
                    <a:gd name="connsiteX479" fmla="*/ 435890 w 843742"/>
                    <a:gd name="connsiteY479" fmla="*/ 876039 h 969063"/>
                    <a:gd name="connsiteX480" fmla="*/ 429210 w 843742"/>
                    <a:gd name="connsiteY480" fmla="*/ 878030 h 969063"/>
                    <a:gd name="connsiteX481" fmla="*/ 426733 w 843742"/>
                    <a:gd name="connsiteY481" fmla="*/ 876734 h 969063"/>
                    <a:gd name="connsiteX482" fmla="*/ 421153 w 843742"/>
                    <a:gd name="connsiteY482" fmla="*/ 877440 h 969063"/>
                    <a:gd name="connsiteX483" fmla="*/ 416940 w 843742"/>
                    <a:gd name="connsiteY483" fmla="*/ 880021 h 969063"/>
                    <a:gd name="connsiteX484" fmla="*/ 417009 w 843742"/>
                    <a:gd name="connsiteY484" fmla="*/ 883633 h 969063"/>
                    <a:gd name="connsiteX485" fmla="*/ 414775 w 843742"/>
                    <a:gd name="connsiteY485" fmla="*/ 887187 h 969063"/>
                    <a:gd name="connsiteX486" fmla="*/ 420436 w 843742"/>
                    <a:gd name="connsiteY486" fmla="*/ 888542 h 969063"/>
                    <a:gd name="connsiteX487" fmla="*/ 422751 w 843742"/>
                    <a:gd name="connsiteY487" fmla="*/ 893692 h 969063"/>
                    <a:gd name="connsiteX488" fmla="*/ 421234 w 843742"/>
                    <a:gd name="connsiteY488" fmla="*/ 895418 h 969063"/>
                    <a:gd name="connsiteX489" fmla="*/ 425460 w 843742"/>
                    <a:gd name="connsiteY489" fmla="*/ 896841 h 969063"/>
                    <a:gd name="connsiteX490" fmla="*/ 426640 w 843742"/>
                    <a:gd name="connsiteY490" fmla="*/ 899851 h 969063"/>
                    <a:gd name="connsiteX491" fmla="*/ 429569 w 843742"/>
                    <a:gd name="connsiteY491" fmla="*/ 900303 h 969063"/>
                    <a:gd name="connsiteX492" fmla="*/ 435299 w 843742"/>
                    <a:gd name="connsiteY492" fmla="*/ 911716 h 969063"/>
                    <a:gd name="connsiteX493" fmla="*/ 432440 w 843742"/>
                    <a:gd name="connsiteY493" fmla="*/ 916532 h 969063"/>
                    <a:gd name="connsiteX494" fmla="*/ 425969 w 843742"/>
                    <a:gd name="connsiteY494" fmla="*/ 916486 h 969063"/>
                    <a:gd name="connsiteX495" fmla="*/ 424071 w 843742"/>
                    <a:gd name="connsiteY495" fmla="*/ 918372 h 969063"/>
                    <a:gd name="connsiteX496" fmla="*/ 424962 w 843742"/>
                    <a:gd name="connsiteY496" fmla="*/ 922123 h 969063"/>
                    <a:gd name="connsiteX497" fmla="*/ 427879 w 843742"/>
                    <a:gd name="connsiteY497" fmla="*/ 924322 h 969063"/>
                    <a:gd name="connsiteX498" fmla="*/ 425402 w 843742"/>
                    <a:gd name="connsiteY498" fmla="*/ 927946 h 969063"/>
                    <a:gd name="connsiteX499" fmla="*/ 422381 w 843742"/>
                    <a:gd name="connsiteY499" fmla="*/ 927043 h 969063"/>
                    <a:gd name="connsiteX500" fmla="*/ 421131 w 843742"/>
                    <a:gd name="connsiteY500" fmla="*/ 930573 h 969063"/>
                    <a:gd name="connsiteX501" fmla="*/ 419000 w 843742"/>
                    <a:gd name="connsiteY501" fmla="*/ 936650 h 969063"/>
                    <a:gd name="connsiteX502" fmla="*/ 416998 w 843742"/>
                    <a:gd name="connsiteY502" fmla="*/ 937704 h 969063"/>
                    <a:gd name="connsiteX503" fmla="*/ 414393 w 843742"/>
                    <a:gd name="connsiteY503" fmla="*/ 935783 h 969063"/>
                    <a:gd name="connsiteX504" fmla="*/ 408721 w 843742"/>
                    <a:gd name="connsiteY504" fmla="*/ 941952 h 969063"/>
                    <a:gd name="connsiteX505" fmla="*/ 399761 w 843742"/>
                    <a:gd name="connsiteY505" fmla="*/ 929208 h 969063"/>
                    <a:gd name="connsiteX506" fmla="*/ 396821 w 843742"/>
                    <a:gd name="connsiteY506" fmla="*/ 918627 h 969063"/>
                    <a:gd name="connsiteX507" fmla="*/ 398314 w 843742"/>
                    <a:gd name="connsiteY507" fmla="*/ 917759 h 969063"/>
                    <a:gd name="connsiteX508" fmla="*/ 396300 w 843742"/>
                    <a:gd name="connsiteY508" fmla="*/ 918071 h 969063"/>
                    <a:gd name="connsiteX509" fmla="*/ 396265 w 843742"/>
                    <a:gd name="connsiteY509" fmla="*/ 915015 h 969063"/>
                    <a:gd name="connsiteX510" fmla="*/ 394390 w 843742"/>
                    <a:gd name="connsiteY510" fmla="*/ 913464 h 969063"/>
                    <a:gd name="connsiteX511" fmla="*/ 395907 w 843742"/>
                    <a:gd name="connsiteY511" fmla="*/ 910026 h 969063"/>
                    <a:gd name="connsiteX512" fmla="*/ 391577 w 843742"/>
                    <a:gd name="connsiteY512" fmla="*/ 906738 h 969063"/>
                    <a:gd name="connsiteX513" fmla="*/ 388382 w 843742"/>
                    <a:gd name="connsiteY513" fmla="*/ 908486 h 969063"/>
                    <a:gd name="connsiteX514" fmla="*/ 385905 w 843742"/>
                    <a:gd name="connsiteY514" fmla="*/ 913070 h 969063"/>
                    <a:gd name="connsiteX515" fmla="*/ 383879 w 843742"/>
                    <a:gd name="connsiteY515" fmla="*/ 912029 h 969063"/>
                    <a:gd name="connsiteX516" fmla="*/ 379943 w 843742"/>
                    <a:gd name="connsiteY516" fmla="*/ 913857 h 969063"/>
                    <a:gd name="connsiteX517" fmla="*/ 372465 w 843742"/>
                    <a:gd name="connsiteY517" fmla="*/ 911751 h 969063"/>
                    <a:gd name="connsiteX518" fmla="*/ 369571 w 843742"/>
                    <a:gd name="connsiteY518" fmla="*/ 912897 h 969063"/>
                    <a:gd name="connsiteX519" fmla="*/ 364663 w 843742"/>
                    <a:gd name="connsiteY519" fmla="*/ 910559 h 969063"/>
                    <a:gd name="connsiteX520" fmla="*/ 358887 w 843742"/>
                    <a:gd name="connsiteY520" fmla="*/ 911797 h 969063"/>
                    <a:gd name="connsiteX521" fmla="*/ 363540 w 843742"/>
                    <a:gd name="connsiteY521" fmla="*/ 913857 h 969063"/>
                    <a:gd name="connsiteX522" fmla="*/ 364270 w 843742"/>
                    <a:gd name="connsiteY522" fmla="*/ 917585 h 969063"/>
                    <a:gd name="connsiteX523" fmla="*/ 360125 w 843742"/>
                    <a:gd name="connsiteY523" fmla="*/ 916254 h 969063"/>
                    <a:gd name="connsiteX524" fmla="*/ 355136 w 843742"/>
                    <a:gd name="connsiteY524" fmla="*/ 920109 h 969063"/>
                    <a:gd name="connsiteX525" fmla="*/ 351814 w 843742"/>
                    <a:gd name="connsiteY525" fmla="*/ 918338 h 969063"/>
                    <a:gd name="connsiteX526" fmla="*/ 348376 w 843742"/>
                    <a:gd name="connsiteY526" fmla="*/ 921092 h 969063"/>
                    <a:gd name="connsiteX527" fmla="*/ 346559 w 843742"/>
                    <a:gd name="connsiteY527" fmla="*/ 920688 h 969063"/>
                    <a:gd name="connsiteX528" fmla="*/ 344209 w 843742"/>
                    <a:gd name="connsiteY528" fmla="*/ 924530 h 969063"/>
                    <a:gd name="connsiteX529" fmla="*/ 330225 w 843742"/>
                    <a:gd name="connsiteY529" fmla="*/ 928953 h 969063"/>
                    <a:gd name="connsiteX530" fmla="*/ 325074 w 843742"/>
                    <a:gd name="connsiteY530" fmla="*/ 942474 h 969063"/>
                    <a:gd name="connsiteX531" fmla="*/ 331857 w 843742"/>
                    <a:gd name="connsiteY531" fmla="*/ 946409 h 969063"/>
                    <a:gd name="connsiteX532" fmla="*/ 327157 w 843742"/>
                    <a:gd name="connsiteY532" fmla="*/ 952660 h 969063"/>
                    <a:gd name="connsiteX533" fmla="*/ 326092 w 843742"/>
                    <a:gd name="connsiteY533" fmla="*/ 957128 h 969063"/>
                    <a:gd name="connsiteX534" fmla="*/ 318024 w 843742"/>
                    <a:gd name="connsiteY534" fmla="*/ 960208 h 969063"/>
                    <a:gd name="connsiteX535" fmla="*/ 315419 w 843742"/>
                    <a:gd name="connsiteY535" fmla="*/ 959536 h 969063"/>
                    <a:gd name="connsiteX536" fmla="*/ 311055 w 843742"/>
                    <a:gd name="connsiteY536" fmla="*/ 966273 h 969063"/>
                    <a:gd name="connsiteX537" fmla="*/ 305719 w 843742"/>
                    <a:gd name="connsiteY537" fmla="*/ 966643 h 969063"/>
                    <a:gd name="connsiteX538" fmla="*/ 303751 w 843742"/>
                    <a:gd name="connsiteY538" fmla="*/ 969063 h 969063"/>
                    <a:gd name="connsiteX539" fmla="*/ 291585 w 843742"/>
                    <a:gd name="connsiteY539" fmla="*/ 966886 h 969063"/>
                    <a:gd name="connsiteX540" fmla="*/ 287232 w 843742"/>
                    <a:gd name="connsiteY540" fmla="*/ 964039 h 969063"/>
                    <a:gd name="connsiteX541" fmla="*/ 280252 w 843742"/>
                    <a:gd name="connsiteY541" fmla="*/ 967257 h 969063"/>
                    <a:gd name="connsiteX542" fmla="*/ 273005 w 843742"/>
                    <a:gd name="connsiteY542" fmla="*/ 966493 h 969063"/>
                    <a:gd name="connsiteX543" fmla="*/ 272102 w 843742"/>
                    <a:gd name="connsiteY543" fmla="*/ 968148 h 969063"/>
                    <a:gd name="connsiteX544" fmla="*/ 270065 w 843742"/>
                    <a:gd name="connsiteY544" fmla="*/ 962187 h 969063"/>
                    <a:gd name="connsiteX545" fmla="*/ 272403 w 843742"/>
                    <a:gd name="connsiteY545" fmla="*/ 960289 h 969063"/>
                    <a:gd name="connsiteX546" fmla="*/ 271998 w 843742"/>
                    <a:gd name="connsiteY546" fmla="*/ 956376 h 969063"/>
                    <a:gd name="connsiteX547" fmla="*/ 274256 w 843742"/>
                    <a:gd name="connsiteY547" fmla="*/ 952961 h 969063"/>
                    <a:gd name="connsiteX548" fmla="*/ 271500 w 843742"/>
                    <a:gd name="connsiteY548" fmla="*/ 949847 h 969063"/>
                    <a:gd name="connsiteX549" fmla="*/ 273654 w 843742"/>
                    <a:gd name="connsiteY549" fmla="*/ 949430 h 969063"/>
                    <a:gd name="connsiteX550" fmla="*/ 273804 w 843742"/>
                    <a:gd name="connsiteY550" fmla="*/ 947717 h 969063"/>
                    <a:gd name="connsiteX551" fmla="*/ 271142 w 843742"/>
                    <a:gd name="connsiteY551" fmla="*/ 940575 h 969063"/>
                    <a:gd name="connsiteX552" fmla="*/ 267866 w 843742"/>
                    <a:gd name="connsiteY552" fmla="*/ 939683 h 969063"/>
                    <a:gd name="connsiteX553" fmla="*/ 268722 w 843742"/>
                    <a:gd name="connsiteY553" fmla="*/ 937368 h 969063"/>
                    <a:gd name="connsiteX554" fmla="*/ 266615 w 843742"/>
                    <a:gd name="connsiteY554" fmla="*/ 931071 h 969063"/>
                    <a:gd name="connsiteX555" fmla="*/ 260990 w 843742"/>
                    <a:gd name="connsiteY555" fmla="*/ 925989 h 969063"/>
                    <a:gd name="connsiteX556" fmla="*/ 262958 w 843742"/>
                    <a:gd name="connsiteY556" fmla="*/ 922366 h 969063"/>
                    <a:gd name="connsiteX557" fmla="*/ 262784 w 843742"/>
                    <a:gd name="connsiteY557" fmla="*/ 918384 h 969063"/>
                    <a:gd name="connsiteX558" fmla="*/ 264810 w 843742"/>
                    <a:gd name="connsiteY558" fmla="*/ 917979 h 969063"/>
                    <a:gd name="connsiteX559" fmla="*/ 265481 w 843742"/>
                    <a:gd name="connsiteY559" fmla="*/ 915791 h 969063"/>
                    <a:gd name="connsiteX560" fmla="*/ 263062 w 843742"/>
                    <a:gd name="connsiteY560" fmla="*/ 914876 h 969063"/>
                    <a:gd name="connsiteX561" fmla="*/ 266419 w 843742"/>
                    <a:gd name="connsiteY561" fmla="*/ 910292 h 969063"/>
                    <a:gd name="connsiteX562" fmla="*/ 265736 w 843742"/>
                    <a:gd name="connsiteY562" fmla="*/ 909100 h 969063"/>
                    <a:gd name="connsiteX563" fmla="*/ 258929 w 843742"/>
                    <a:gd name="connsiteY563" fmla="*/ 909273 h 969063"/>
                    <a:gd name="connsiteX564" fmla="*/ 257806 w 843742"/>
                    <a:gd name="connsiteY564" fmla="*/ 905106 h 969063"/>
                    <a:gd name="connsiteX565" fmla="*/ 262553 w 843742"/>
                    <a:gd name="connsiteY565" fmla="*/ 901981 h 969063"/>
                    <a:gd name="connsiteX566" fmla="*/ 270100 w 843742"/>
                    <a:gd name="connsiteY566" fmla="*/ 901692 h 969063"/>
                    <a:gd name="connsiteX567" fmla="*/ 275448 w 843742"/>
                    <a:gd name="connsiteY567" fmla="*/ 898566 h 969063"/>
                    <a:gd name="connsiteX568" fmla="*/ 284211 w 843742"/>
                    <a:gd name="connsiteY568" fmla="*/ 898890 h 969063"/>
                    <a:gd name="connsiteX569" fmla="*/ 282417 w 843742"/>
                    <a:gd name="connsiteY569" fmla="*/ 894954 h 969063"/>
                    <a:gd name="connsiteX570" fmla="*/ 273689 w 843742"/>
                    <a:gd name="connsiteY570" fmla="*/ 887291 h 969063"/>
                    <a:gd name="connsiteX571" fmla="*/ 262101 w 843742"/>
                    <a:gd name="connsiteY571" fmla="*/ 871860 h 969063"/>
                    <a:gd name="connsiteX572" fmla="*/ 262807 w 843742"/>
                    <a:gd name="connsiteY572" fmla="*/ 870645 h 969063"/>
                    <a:gd name="connsiteX573" fmla="*/ 253477 w 843742"/>
                    <a:gd name="connsiteY573" fmla="*/ 857252 h 969063"/>
                    <a:gd name="connsiteX574" fmla="*/ 253593 w 843742"/>
                    <a:gd name="connsiteY574" fmla="*/ 853929 h 969063"/>
                    <a:gd name="connsiteX575" fmla="*/ 256695 w 843742"/>
                    <a:gd name="connsiteY575" fmla="*/ 849403 h 969063"/>
                    <a:gd name="connsiteX576" fmla="*/ 258362 w 843742"/>
                    <a:gd name="connsiteY576" fmla="*/ 849611 h 969063"/>
                    <a:gd name="connsiteX577" fmla="*/ 260133 w 843742"/>
                    <a:gd name="connsiteY577" fmla="*/ 844275 h 969063"/>
                    <a:gd name="connsiteX578" fmla="*/ 271674 w 843742"/>
                    <a:gd name="connsiteY578" fmla="*/ 843291 h 969063"/>
                    <a:gd name="connsiteX579" fmla="*/ 271663 w 843742"/>
                    <a:gd name="connsiteY579" fmla="*/ 841034 h 969063"/>
                    <a:gd name="connsiteX580" fmla="*/ 278388 w 843742"/>
                    <a:gd name="connsiteY580" fmla="*/ 840860 h 969063"/>
                    <a:gd name="connsiteX581" fmla="*/ 281167 w 843742"/>
                    <a:gd name="connsiteY581" fmla="*/ 839112 h 969063"/>
                    <a:gd name="connsiteX582" fmla="*/ 278851 w 843742"/>
                    <a:gd name="connsiteY582" fmla="*/ 829076 h 969063"/>
                    <a:gd name="connsiteX583" fmla="*/ 273631 w 843742"/>
                    <a:gd name="connsiteY583" fmla="*/ 825591 h 969063"/>
                    <a:gd name="connsiteX584" fmla="*/ 273029 w 843742"/>
                    <a:gd name="connsiteY584" fmla="*/ 823740 h 969063"/>
                    <a:gd name="connsiteX585" fmla="*/ 274568 w 843742"/>
                    <a:gd name="connsiteY585" fmla="*/ 822350 h 969063"/>
                    <a:gd name="connsiteX586" fmla="*/ 272450 w 843742"/>
                    <a:gd name="connsiteY586" fmla="*/ 821667 h 969063"/>
                    <a:gd name="connsiteX587" fmla="*/ 270158 w 843742"/>
                    <a:gd name="connsiteY587" fmla="*/ 815891 h 969063"/>
                    <a:gd name="connsiteX588" fmla="*/ 276583 w 843742"/>
                    <a:gd name="connsiteY588" fmla="*/ 817790 h 969063"/>
                    <a:gd name="connsiteX589" fmla="*/ 276814 w 843742"/>
                    <a:gd name="connsiteY589" fmla="*/ 814502 h 969063"/>
                    <a:gd name="connsiteX590" fmla="*/ 280981 w 843742"/>
                    <a:gd name="connsiteY590" fmla="*/ 810497 h 969063"/>
                    <a:gd name="connsiteX591" fmla="*/ 287012 w 843742"/>
                    <a:gd name="connsiteY591" fmla="*/ 809918 h 969063"/>
                    <a:gd name="connsiteX592" fmla="*/ 288702 w 843742"/>
                    <a:gd name="connsiteY592" fmla="*/ 807070 h 969063"/>
                    <a:gd name="connsiteX593" fmla="*/ 294085 w 843742"/>
                    <a:gd name="connsiteY593" fmla="*/ 802000 h 969063"/>
                    <a:gd name="connsiteX594" fmla="*/ 294849 w 843742"/>
                    <a:gd name="connsiteY594" fmla="*/ 799291 h 969063"/>
                    <a:gd name="connsiteX595" fmla="*/ 291886 w 843742"/>
                    <a:gd name="connsiteY595" fmla="*/ 787299 h 969063"/>
                    <a:gd name="connsiteX596" fmla="*/ 288181 w 843742"/>
                    <a:gd name="connsiteY596" fmla="*/ 785284 h 969063"/>
                    <a:gd name="connsiteX597" fmla="*/ 296875 w 843742"/>
                    <a:gd name="connsiteY597" fmla="*/ 770560 h 969063"/>
                    <a:gd name="connsiteX598" fmla="*/ 283459 w 843742"/>
                    <a:gd name="connsiteY598" fmla="*/ 766937 h 969063"/>
                    <a:gd name="connsiteX599" fmla="*/ 276583 w 843742"/>
                    <a:gd name="connsiteY599" fmla="*/ 763035 h 969063"/>
                    <a:gd name="connsiteX600" fmla="*/ 279164 w 843742"/>
                    <a:gd name="connsiteY600" fmla="*/ 757780 h 969063"/>
                    <a:gd name="connsiteX601" fmla="*/ 287985 w 843742"/>
                    <a:gd name="connsiteY601" fmla="*/ 752247 h 969063"/>
                    <a:gd name="connsiteX602" fmla="*/ 300602 w 843742"/>
                    <a:gd name="connsiteY602" fmla="*/ 748335 h 969063"/>
                    <a:gd name="connsiteX603" fmla="*/ 302848 w 843742"/>
                    <a:gd name="connsiteY603" fmla="*/ 749423 h 969063"/>
                    <a:gd name="connsiteX604" fmla="*/ 308949 w 843742"/>
                    <a:gd name="connsiteY604" fmla="*/ 746274 h 969063"/>
                    <a:gd name="connsiteX605" fmla="*/ 309932 w 843742"/>
                    <a:gd name="connsiteY605" fmla="*/ 743310 h 969063"/>
                    <a:gd name="connsiteX606" fmla="*/ 299097 w 843742"/>
                    <a:gd name="connsiteY606" fmla="*/ 722601 h 969063"/>
                    <a:gd name="connsiteX607" fmla="*/ 284755 w 843742"/>
                    <a:gd name="connsiteY607" fmla="*/ 697239 h 969063"/>
                    <a:gd name="connsiteX608" fmla="*/ 261024 w 843742"/>
                    <a:gd name="connsiteY608" fmla="*/ 666169 h 969063"/>
                    <a:gd name="connsiteX609" fmla="*/ 254114 w 843742"/>
                    <a:gd name="connsiteY609" fmla="*/ 661735 h 969063"/>
                    <a:gd name="connsiteX610" fmla="*/ 220856 w 843742"/>
                    <a:gd name="connsiteY610" fmla="*/ 642380 h 969063"/>
                    <a:gd name="connsiteX611" fmla="*/ 220266 w 843742"/>
                    <a:gd name="connsiteY611" fmla="*/ 640436 h 969063"/>
                    <a:gd name="connsiteX612" fmla="*/ 205495 w 843742"/>
                    <a:gd name="connsiteY612" fmla="*/ 632425 h 969063"/>
                    <a:gd name="connsiteX613" fmla="*/ 182887 w 843742"/>
                    <a:gd name="connsiteY613" fmla="*/ 621405 h 969063"/>
                    <a:gd name="connsiteX614" fmla="*/ 181313 w 843742"/>
                    <a:gd name="connsiteY614" fmla="*/ 614286 h 969063"/>
                    <a:gd name="connsiteX615" fmla="*/ 177586 w 843742"/>
                    <a:gd name="connsiteY615" fmla="*/ 610292 h 969063"/>
                    <a:gd name="connsiteX616" fmla="*/ 169228 w 843742"/>
                    <a:gd name="connsiteY616" fmla="*/ 606472 h 969063"/>
                    <a:gd name="connsiteX617" fmla="*/ 171415 w 843742"/>
                    <a:gd name="connsiteY617" fmla="*/ 595532 h 969063"/>
                    <a:gd name="connsiteX618" fmla="*/ 166936 w 843742"/>
                    <a:gd name="connsiteY618" fmla="*/ 592083 h 969063"/>
                    <a:gd name="connsiteX619" fmla="*/ 167723 w 843742"/>
                    <a:gd name="connsiteY619" fmla="*/ 585844 h 969063"/>
                    <a:gd name="connsiteX620" fmla="*/ 165304 w 843742"/>
                    <a:gd name="connsiteY620" fmla="*/ 583494 h 969063"/>
                    <a:gd name="connsiteX621" fmla="*/ 170767 w 843742"/>
                    <a:gd name="connsiteY621" fmla="*/ 581700 h 969063"/>
                    <a:gd name="connsiteX622" fmla="*/ 174865 w 843742"/>
                    <a:gd name="connsiteY622" fmla="*/ 577949 h 969063"/>
                    <a:gd name="connsiteX623" fmla="*/ 175583 w 843742"/>
                    <a:gd name="connsiteY623" fmla="*/ 572635 h 969063"/>
                    <a:gd name="connsiteX624" fmla="*/ 173835 w 843742"/>
                    <a:gd name="connsiteY624" fmla="*/ 571270 h 969063"/>
                    <a:gd name="connsiteX625" fmla="*/ 172180 w 843742"/>
                    <a:gd name="connsiteY625" fmla="*/ 564533 h 969063"/>
                    <a:gd name="connsiteX626" fmla="*/ 165489 w 843742"/>
                    <a:gd name="connsiteY626" fmla="*/ 559636 h 969063"/>
                    <a:gd name="connsiteX627" fmla="*/ 166889 w 843742"/>
                    <a:gd name="connsiteY627" fmla="*/ 558594 h 969063"/>
                    <a:gd name="connsiteX628" fmla="*/ 165952 w 843742"/>
                    <a:gd name="connsiteY628" fmla="*/ 557390 h 969063"/>
                    <a:gd name="connsiteX629" fmla="*/ 162907 w 843742"/>
                    <a:gd name="connsiteY629" fmla="*/ 558050 h 969063"/>
                    <a:gd name="connsiteX630" fmla="*/ 158578 w 843742"/>
                    <a:gd name="connsiteY630" fmla="*/ 552968 h 969063"/>
                    <a:gd name="connsiteX631" fmla="*/ 159759 w 843742"/>
                    <a:gd name="connsiteY631" fmla="*/ 548708 h 969063"/>
                    <a:gd name="connsiteX632" fmla="*/ 155719 w 843742"/>
                    <a:gd name="connsiteY632" fmla="*/ 545247 h 969063"/>
                    <a:gd name="connsiteX633" fmla="*/ 152894 w 843742"/>
                    <a:gd name="connsiteY633" fmla="*/ 547539 h 969063"/>
                    <a:gd name="connsiteX634" fmla="*/ 149352 w 843742"/>
                    <a:gd name="connsiteY634" fmla="*/ 545108 h 969063"/>
                    <a:gd name="connsiteX635" fmla="*/ 145833 w 843742"/>
                    <a:gd name="connsiteY635" fmla="*/ 547064 h 969063"/>
                    <a:gd name="connsiteX636" fmla="*/ 142210 w 843742"/>
                    <a:gd name="connsiteY636" fmla="*/ 544101 h 969063"/>
                    <a:gd name="connsiteX637" fmla="*/ 141399 w 843742"/>
                    <a:gd name="connsiteY637" fmla="*/ 545756 h 969063"/>
                    <a:gd name="connsiteX638" fmla="*/ 135183 w 843742"/>
                    <a:gd name="connsiteY638" fmla="*/ 546312 h 969063"/>
                    <a:gd name="connsiteX639" fmla="*/ 135426 w 843742"/>
                    <a:gd name="connsiteY639" fmla="*/ 540779 h 969063"/>
                    <a:gd name="connsiteX640" fmla="*/ 133620 w 843742"/>
                    <a:gd name="connsiteY640" fmla="*/ 537329 h 969063"/>
                    <a:gd name="connsiteX641" fmla="*/ 134558 w 843742"/>
                    <a:gd name="connsiteY641" fmla="*/ 532814 h 969063"/>
                    <a:gd name="connsiteX642" fmla="*/ 127774 w 843742"/>
                    <a:gd name="connsiteY642" fmla="*/ 531009 h 969063"/>
                    <a:gd name="connsiteX643" fmla="*/ 126929 w 843742"/>
                    <a:gd name="connsiteY643" fmla="*/ 529469 h 969063"/>
                    <a:gd name="connsiteX644" fmla="*/ 120146 w 843742"/>
                    <a:gd name="connsiteY644" fmla="*/ 529677 h 969063"/>
                    <a:gd name="connsiteX645" fmla="*/ 117565 w 843742"/>
                    <a:gd name="connsiteY645" fmla="*/ 526818 h 969063"/>
                    <a:gd name="connsiteX646" fmla="*/ 119799 w 843742"/>
                    <a:gd name="connsiteY646" fmla="*/ 524862 h 969063"/>
                    <a:gd name="connsiteX647" fmla="*/ 119868 w 843742"/>
                    <a:gd name="connsiteY647" fmla="*/ 519942 h 969063"/>
                    <a:gd name="connsiteX648" fmla="*/ 121790 w 843742"/>
                    <a:gd name="connsiteY648" fmla="*/ 519722 h 969063"/>
                    <a:gd name="connsiteX649" fmla="*/ 120111 w 843742"/>
                    <a:gd name="connsiteY649" fmla="*/ 514663 h 969063"/>
                    <a:gd name="connsiteX650" fmla="*/ 123989 w 843742"/>
                    <a:gd name="connsiteY650" fmla="*/ 510959 h 969063"/>
                    <a:gd name="connsiteX651" fmla="*/ 125344 w 843742"/>
                    <a:gd name="connsiteY651" fmla="*/ 504372 h 969063"/>
                    <a:gd name="connsiteX652" fmla="*/ 129580 w 843742"/>
                    <a:gd name="connsiteY652" fmla="*/ 502474 h 969063"/>
                    <a:gd name="connsiteX653" fmla="*/ 129349 w 843742"/>
                    <a:gd name="connsiteY653" fmla="*/ 497994 h 969063"/>
                    <a:gd name="connsiteX654" fmla="*/ 130842 w 843742"/>
                    <a:gd name="connsiteY654" fmla="*/ 495806 h 969063"/>
                    <a:gd name="connsiteX655" fmla="*/ 136028 w 843742"/>
                    <a:gd name="connsiteY655" fmla="*/ 498851 h 969063"/>
                    <a:gd name="connsiteX656" fmla="*/ 140925 w 843742"/>
                    <a:gd name="connsiteY656" fmla="*/ 494579 h 969063"/>
                    <a:gd name="connsiteX657" fmla="*/ 144976 w 843742"/>
                    <a:gd name="connsiteY657" fmla="*/ 498654 h 969063"/>
                    <a:gd name="connsiteX658" fmla="*/ 147685 w 843742"/>
                    <a:gd name="connsiteY658" fmla="*/ 495459 h 969063"/>
                    <a:gd name="connsiteX659" fmla="*/ 150614 w 843742"/>
                    <a:gd name="connsiteY659" fmla="*/ 497659 h 969063"/>
                    <a:gd name="connsiteX660" fmla="*/ 151204 w 843742"/>
                    <a:gd name="connsiteY660" fmla="*/ 495864 h 969063"/>
                    <a:gd name="connsiteX661" fmla="*/ 149445 w 843742"/>
                    <a:gd name="connsiteY661" fmla="*/ 493630 h 969063"/>
                    <a:gd name="connsiteX662" fmla="*/ 153589 w 843742"/>
                    <a:gd name="connsiteY662" fmla="*/ 491419 h 969063"/>
                    <a:gd name="connsiteX663" fmla="*/ 153265 w 843742"/>
                    <a:gd name="connsiteY663" fmla="*/ 489382 h 969063"/>
                    <a:gd name="connsiteX664" fmla="*/ 155290 w 843742"/>
                    <a:gd name="connsiteY664" fmla="*/ 487680 h 969063"/>
                    <a:gd name="connsiteX665" fmla="*/ 156841 w 843742"/>
                    <a:gd name="connsiteY665" fmla="*/ 488502 h 969063"/>
                    <a:gd name="connsiteX666" fmla="*/ 158485 w 843742"/>
                    <a:gd name="connsiteY666" fmla="*/ 486766 h 969063"/>
                    <a:gd name="connsiteX667" fmla="*/ 157397 w 843742"/>
                    <a:gd name="connsiteY667" fmla="*/ 481105 h 969063"/>
                    <a:gd name="connsiteX668" fmla="*/ 150718 w 843742"/>
                    <a:gd name="connsiteY668" fmla="*/ 477088 h 969063"/>
                    <a:gd name="connsiteX669" fmla="*/ 153554 w 843742"/>
                    <a:gd name="connsiteY669" fmla="*/ 471092 h 969063"/>
                    <a:gd name="connsiteX670" fmla="*/ 159631 w 843742"/>
                    <a:gd name="connsiteY670" fmla="*/ 468036 h 969063"/>
                    <a:gd name="connsiteX671" fmla="*/ 157385 w 843742"/>
                    <a:gd name="connsiteY671" fmla="*/ 467862 h 969063"/>
                    <a:gd name="connsiteX672" fmla="*/ 157409 w 843742"/>
                    <a:gd name="connsiteY672" fmla="*/ 465293 h 969063"/>
                    <a:gd name="connsiteX673" fmla="*/ 153728 w 843742"/>
                    <a:gd name="connsiteY673" fmla="*/ 464818 h 969063"/>
                    <a:gd name="connsiteX674" fmla="*/ 151864 w 843742"/>
                    <a:gd name="connsiteY674" fmla="*/ 461218 h 969063"/>
                    <a:gd name="connsiteX675" fmla="*/ 148113 w 843742"/>
                    <a:gd name="connsiteY675" fmla="*/ 460419 h 969063"/>
                    <a:gd name="connsiteX676" fmla="*/ 144293 w 843742"/>
                    <a:gd name="connsiteY676" fmla="*/ 456275 h 969063"/>
                    <a:gd name="connsiteX677" fmla="*/ 144814 w 843742"/>
                    <a:gd name="connsiteY677" fmla="*/ 454758 h 969063"/>
                    <a:gd name="connsiteX678" fmla="*/ 141388 w 843742"/>
                    <a:gd name="connsiteY678" fmla="*/ 455545 h 969063"/>
                    <a:gd name="connsiteX679" fmla="*/ 122183 w 843742"/>
                    <a:gd name="connsiteY679" fmla="*/ 448959 h 969063"/>
                    <a:gd name="connsiteX680" fmla="*/ 118514 w 843742"/>
                    <a:gd name="connsiteY680" fmla="*/ 451262 h 969063"/>
                    <a:gd name="connsiteX681" fmla="*/ 117171 w 843742"/>
                    <a:gd name="connsiteY681" fmla="*/ 447686 h 969063"/>
                    <a:gd name="connsiteX682" fmla="*/ 112923 w 843742"/>
                    <a:gd name="connsiteY682" fmla="*/ 448391 h 969063"/>
                    <a:gd name="connsiteX683" fmla="*/ 112691 w 843742"/>
                    <a:gd name="connsiteY683" fmla="*/ 451170 h 969063"/>
                    <a:gd name="connsiteX684" fmla="*/ 110839 w 843742"/>
                    <a:gd name="connsiteY684" fmla="*/ 449723 h 969063"/>
                    <a:gd name="connsiteX685" fmla="*/ 109728 w 843742"/>
                    <a:gd name="connsiteY685" fmla="*/ 451841 h 969063"/>
                    <a:gd name="connsiteX686" fmla="*/ 109323 w 843742"/>
                    <a:gd name="connsiteY686" fmla="*/ 449850 h 969063"/>
                    <a:gd name="connsiteX687" fmla="*/ 104785 w 843742"/>
                    <a:gd name="connsiteY687" fmla="*/ 448832 h 969063"/>
                    <a:gd name="connsiteX688" fmla="*/ 104565 w 843742"/>
                    <a:gd name="connsiteY688" fmla="*/ 447153 h 969063"/>
                    <a:gd name="connsiteX689" fmla="*/ 101103 w 843742"/>
                    <a:gd name="connsiteY689" fmla="*/ 447709 h 969063"/>
                    <a:gd name="connsiteX690" fmla="*/ 102342 w 843742"/>
                    <a:gd name="connsiteY690" fmla="*/ 446551 h 969063"/>
                    <a:gd name="connsiteX691" fmla="*/ 101775 w 843742"/>
                    <a:gd name="connsiteY691" fmla="*/ 445451 h 969063"/>
                    <a:gd name="connsiteX692" fmla="*/ 100120 w 843742"/>
                    <a:gd name="connsiteY692" fmla="*/ 446493 h 969063"/>
                    <a:gd name="connsiteX693" fmla="*/ 100664 w 843742"/>
                    <a:gd name="connsiteY693" fmla="*/ 443611 h 969063"/>
                    <a:gd name="connsiteX694" fmla="*/ 97851 w 843742"/>
                    <a:gd name="connsiteY694" fmla="*/ 441562 h 969063"/>
                    <a:gd name="connsiteX695" fmla="*/ 92283 w 843742"/>
                    <a:gd name="connsiteY695" fmla="*/ 440381 h 969063"/>
                    <a:gd name="connsiteX696" fmla="*/ 91218 w 843742"/>
                    <a:gd name="connsiteY696" fmla="*/ 437707 h 969063"/>
                    <a:gd name="connsiteX697" fmla="*/ 88903 w 843742"/>
                    <a:gd name="connsiteY697" fmla="*/ 437626 h 969063"/>
                    <a:gd name="connsiteX698" fmla="*/ 87329 w 843742"/>
                    <a:gd name="connsiteY698" fmla="*/ 439953 h 969063"/>
                    <a:gd name="connsiteX699" fmla="*/ 82640 w 843742"/>
                    <a:gd name="connsiteY699" fmla="*/ 436341 h 969063"/>
                    <a:gd name="connsiteX700" fmla="*/ 79075 w 843742"/>
                    <a:gd name="connsiteY700" fmla="*/ 439617 h 969063"/>
                    <a:gd name="connsiteX701" fmla="*/ 74757 w 843742"/>
                    <a:gd name="connsiteY701" fmla="*/ 438402 h 969063"/>
                    <a:gd name="connsiteX702" fmla="*/ 75104 w 843742"/>
                    <a:gd name="connsiteY702" fmla="*/ 436329 h 969063"/>
                    <a:gd name="connsiteX703" fmla="*/ 73078 w 843742"/>
                    <a:gd name="connsiteY703" fmla="*/ 437395 h 969063"/>
                    <a:gd name="connsiteX704" fmla="*/ 70590 w 843742"/>
                    <a:gd name="connsiteY704" fmla="*/ 433401 h 969063"/>
                    <a:gd name="connsiteX705" fmla="*/ 70937 w 843742"/>
                    <a:gd name="connsiteY705" fmla="*/ 430808 h 969063"/>
                    <a:gd name="connsiteX706" fmla="*/ 72465 w 843742"/>
                    <a:gd name="connsiteY706" fmla="*/ 430403 h 969063"/>
                    <a:gd name="connsiteX707" fmla="*/ 71319 w 843742"/>
                    <a:gd name="connsiteY707" fmla="*/ 427208 h 969063"/>
                    <a:gd name="connsiteX708" fmla="*/ 66144 w 843742"/>
                    <a:gd name="connsiteY708" fmla="*/ 422959 h 969063"/>
                    <a:gd name="connsiteX709" fmla="*/ 67904 w 843742"/>
                    <a:gd name="connsiteY709" fmla="*/ 420563 h 969063"/>
                    <a:gd name="connsiteX710" fmla="*/ 66017 w 843742"/>
                    <a:gd name="connsiteY710" fmla="*/ 420621 h 969063"/>
                    <a:gd name="connsiteX711" fmla="*/ 66168 w 843742"/>
                    <a:gd name="connsiteY711" fmla="*/ 416407 h 969063"/>
                    <a:gd name="connsiteX712" fmla="*/ 63656 w 843742"/>
                    <a:gd name="connsiteY712" fmla="*/ 416512 h 969063"/>
                    <a:gd name="connsiteX713" fmla="*/ 62949 w 843742"/>
                    <a:gd name="connsiteY713" fmla="*/ 414509 h 969063"/>
                    <a:gd name="connsiteX714" fmla="*/ 65520 w 843742"/>
                    <a:gd name="connsiteY714" fmla="*/ 407321 h 969063"/>
                    <a:gd name="connsiteX715" fmla="*/ 69004 w 843742"/>
                    <a:gd name="connsiteY715" fmla="*/ 403917 h 969063"/>
                    <a:gd name="connsiteX716" fmla="*/ 71226 w 843742"/>
                    <a:gd name="connsiteY716" fmla="*/ 404021 h 969063"/>
                    <a:gd name="connsiteX717" fmla="*/ 70370 w 843742"/>
                    <a:gd name="connsiteY717" fmla="*/ 401625 h 969063"/>
                    <a:gd name="connsiteX718" fmla="*/ 72430 w 843742"/>
                    <a:gd name="connsiteY718" fmla="*/ 401370 h 969063"/>
                    <a:gd name="connsiteX719" fmla="*/ 70752 w 843742"/>
                    <a:gd name="connsiteY719" fmla="*/ 395953 h 969063"/>
                    <a:gd name="connsiteX720" fmla="*/ 73912 w 843742"/>
                    <a:gd name="connsiteY720" fmla="*/ 391890 h 969063"/>
                    <a:gd name="connsiteX721" fmla="*/ 72257 w 843742"/>
                    <a:gd name="connsiteY721" fmla="*/ 386287 h 969063"/>
                    <a:gd name="connsiteX722" fmla="*/ 73449 w 843742"/>
                    <a:gd name="connsiteY722" fmla="*/ 382919 h 969063"/>
                    <a:gd name="connsiteX723" fmla="*/ 80927 w 843742"/>
                    <a:gd name="connsiteY723" fmla="*/ 380904 h 969063"/>
                    <a:gd name="connsiteX724" fmla="*/ 82397 w 843742"/>
                    <a:gd name="connsiteY724" fmla="*/ 379423 h 969063"/>
                    <a:gd name="connsiteX725" fmla="*/ 81240 w 843742"/>
                    <a:gd name="connsiteY725" fmla="*/ 377964 h 969063"/>
                    <a:gd name="connsiteX726" fmla="*/ 84087 w 843742"/>
                    <a:gd name="connsiteY726" fmla="*/ 378172 h 969063"/>
                    <a:gd name="connsiteX727" fmla="*/ 85280 w 843742"/>
                    <a:gd name="connsiteY727" fmla="*/ 375498 h 969063"/>
                    <a:gd name="connsiteX728" fmla="*/ 87363 w 843742"/>
                    <a:gd name="connsiteY728" fmla="*/ 375626 h 969063"/>
                    <a:gd name="connsiteX729" fmla="*/ 86483 w 843742"/>
                    <a:gd name="connsiteY729" fmla="*/ 373831 h 969063"/>
                    <a:gd name="connsiteX730" fmla="*/ 96253 w 843742"/>
                    <a:gd name="connsiteY730" fmla="*/ 369456 h 969063"/>
                    <a:gd name="connsiteX731" fmla="*/ 94911 w 843742"/>
                    <a:gd name="connsiteY731" fmla="*/ 364027 h 969063"/>
                    <a:gd name="connsiteX732" fmla="*/ 97874 w 843742"/>
                    <a:gd name="connsiteY732" fmla="*/ 359373 h 969063"/>
                    <a:gd name="connsiteX733" fmla="*/ 95744 w 843742"/>
                    <a:gd name="connsiteY733" fmla="*/ 356780 h 969063"/>
                    <a:gd name="connsiteX734" fmla="*/ 98048 w 843742"/>
                    <a:gd name="connsiteY734" fmla="*/ 352439 h 969063"/>
                    <a:gd name="connsiteX735" fmla="*/ 96497 w 843742"/>
                    <a:gd name="connsiteY735" fmla="*/ 349742 h 969063"/>
                    <a:gd name="connsiteX736" fmla="*/ 97411 w 843742"/>
                    <a:gd name="connsiteY736" fmla="*/ 347427 h 969063"/>
                    <a:gd name="connsiteX737" fmla="*/ 94123 w 843742"/>
                    <a:gd name="connsiteY737" fmla="*/ 343491 h 969063"/>
                    <a:gd name="connsiteX738" fmla="*/ 90384 w 843742"/>
                    <a:gd name="connsiteY738" fmla="*/ 344104 h 969063"/>
                    <a:gd name="connsiteX739" fmla="*/ 90292 w 843742"/>
                    <a:gd name="connsiteY739" fmla="*/ 343028 h 969063"/>
                    <a:gd name="connsiteX740" fmla="*/ 88451 w 843742"/>
                    <a:gd name="connsiteY740" fmla="*/ 337240 h 969063"/>
                    <a:gd name="connsiteX741" fmla="*/ 91449 w 843742"/>
                    <a:gd name="connsiteY741" fmla="*/ 334497 h 969063"/>
                    <a:gd name="connsiteX742" fmla="*/ 87907 w 843742"/>
                    <a:gd name="connsiteY742" fmla="*/ 332297 h 969063"/>
                    <a:gd name="connsiteX743" fmla="*/ 85858 w 843742"/>
                    <a:gd name="connsiteY743" fmla="*/ 323430 h 969063"/>
                    <a:gd name="connsiteX744" fmla="*/ 86819 w 843742"/>
                    <a:gd name="connsiteY744" fmla="*/ 321833 h 969063"/>
                    <a:gd name="connsiteX745" fmla="*/ 84816 w 843742"/>
                    <a:gd name="connsiteY745" fmla="*/ 317434 h 969063"/>
                    <a:gd name="connsiteX746" fmla="*/ 85546 w 843742"/>
                    <a:gd name="connsiteY746" fmla="*/ 315559 h 969063"/>
                    <a:gd name="connsiteX747" fmla="*/ 88764 w 843742"/>
                    <a:gd name="connsiteY747" fmla="*/ 314656 h 969063"/>
                    <a:gd name="connsiteX748" fmla="*/ 88509 w 843742"/>
                    <a:gd name="connsiteY748" fmla="*/ 308937 h 969063"/>
                    <a:gd name="connsiteX749" fmla="*/ 87351 w 843742"/>
                    <a:gd name="connsiteY749" fmla="*/ 305487 h 969063"/>
                    <a:gd name="connsiteX750" fmla="*/ 82536 w 843742"/>
                    <a:gd name="connsiteY750" fmla="*/ 301887 h 969063"/>
                    <a:gd name="connsiteX751" fmla="*/ 79306 w 843742"/>
                    <a:gd name="connsiteY751" fmla="*/ 296632 h 969063"/>
                    <a:gd name="connsiteX752" fmla="*/ 78195 w 843742"/>
                    <a:gd name="connsiteY752" fmla="*/ 291342 h 969063"/>
                    <a:gd name="connsiteX753" fmla="*/ 74965 w 843742"/>
                    <a:gd name="connsiteY753" fmla="*/ 289061 h 969063"/>
                    <a:gd name="connsiteX754" fmla="*/ 78241 w 843742"/>
                    <a:gd name="connsiteY754" fmla="*/ 278678 h 969063"/>
                    <a:gd name="connsiteX755" fmla="*/ 71944 w 843742"/>
                    <a:gd name="connsiteY755" fmla="*/ 270795 h 969063"/>
                    <a:gd name="connsiteX756" fmla="*/ 71330 w 843742"/>
                    <a:gd name="connsiteY756" fmla="*/ 267843 h 969063"/>
                    <a:gd name="connsiteX757" fmla="*/ 61167 w 843742"/>
                    <a:gd name="connsiteY757" fmla="*/ 258686 h 969063"/>
                    <a:gd name="connsiteX758" fmla="*/ 56467 w 843742"/>
                    <a:gd name="connsiteY758" fmla="*/ 254600 h 969063"/>
                    <a:gd name="connsiteX759" fmla="*/ 47773 w 843742"/>
                    <a:gd name="connsiteY759" fmla="*/ 251926 h 969063"/>
                    <a:gd name="connsiteX760" fmla="*/ 44451 w 843742"/>
                    <a:gd name="connsiteY760" fmla="*/ 252759 h 969063"/>
                    <a:gd name="connsiteX761" fmla="*/ 33975 w 843742"/>
                    <a:gd name="connsiteY761" fmla="*/ 244992 h 969063"/>
                    <a:gd name="connsiteX762" fmla="*/ 27261 w 843742"/>
                    <a:gd name="connsiteY762" fmla="*/ 243834 h 969063"/>
                    <a:gd name="connsiteX763" fmla="*/ 25259 w 843742"/>
                    <a:gd name="connsiteY763" fmla="*/ 236495 h 969063"/>
                    <a:gd name="connsiteX764" fmla="*/ 16426 w 843742"/>
                    <a:gd name="connsiteY764" fmla="*/ 243938 h 969063"/>
                    <a:gd name="connsiteX765" fmla="*/ 15419 w 843742"/>
                    <a:gd name="connsiteY765" fmla="*/ 238405 h 969063"/>
                    <a:gd name="connsiteX766" fmla="*/ 20431 w 843742"/>
                    <a:gd name="connsiteY766" fmla="*/ 235731 h 969063"/>
                    <a:gd name="connsiteX767" fmla="*/ 20848 w 843742"/>
                    <a:gd name="connsiteY767" fmla="*/ 233659 h 969063"/>
                    <a:gd name="connsiteX768" fmla="*/ 18371 w 843742"/>
                    <a:gd name="connsiteY768" fmla="*/ 229237 h 969063"/>
                    <a:gd name="connsiteX769" fmla="*/ 12074 w 843742"/>
                    <a:gd name="connsiteY769" fmla="*/ 225440 h 969063"/>
                    <a:gd name="connsiteX770" fmla="*/ 11865 w 843742"/>
                    <a:gd name="connsiteY770" fmla="*/ 219328 h 969063"/>
                    <a:gd name="connsiteX771" fmla="*/ 8636 w 843742"/>
                    <a:gd name="connsiteY771" fmla="*/ 216261 h 969063"/>
                    <a:gd name="connsiteX772" fmla="*/ 10152 w 843742"/>
                    <a:gd name="connsiteY772" fmla="*/ 211329 h 969063"/>
                    <a:gd name="connsiteX773" fmla="*/ 8693 w 843742"/>
                    <a:gd name="connsiteY773" fmla="*/ 191766 h 969063"/>
                    <a:gd name="connsiteX774" fmla="*/ 11437 w 843742"/>
                    <a:gd name="connsiteY774" fmla="*/ 181996 h 969063"/>
                    <a:gd name="connsiteX775" fmla="*/ 8207 w 843742"/>
                    <a:gd name="connsiteY775" fmla="*/ 179276 h 969063"/>
                    <a:gd name="connsiteX776" fmla="*/ 8717 w 843742"/>
                    <a:gd name="connsiteY776" fmla="*/ 174668 h 969063"/>
                    <a:gd name="connsiteX777" fmla="*/ 7177 w 843742"/>
                    <a:gd name="connsiteY777" fmla="*/ 174066 h 969063"/>
                    <a:gd name="connsiteX778" fmla="*/ 6946 w 843742"/>
                    <a:gd name="connsiteY778" fmla="*/ 169575 h 969063"/>
                    <a:gd name="connsiteX779" fmla="*/ 10349 w 843742"/>
                    <a:gd name="connsiteY779" fmla="*/ 166068 h 969063"/>
                    <a:gd name="connsiteX780" fmla="*/ 9596 w 843742"/>
                    <a:gd name="connsiteY780" fmla="*/ 161032 h 969063"/>
                    <a:gd name="connsiteX781" fmla="*/ 8230 w 843742"/>
                    <a:gd name="connsiteY781" fmla="*/ 160372 h 969063"/>
                    <a:gd name="connsiteX782" fmla="*/ 8821 w 843742"/>
                    <a:gd name="connsiteY782" fmla="*/ 156668 h 969063"/>
                    <a:gd name="connsiteX783" fmla="*/ 4306 w 843742"/>
                    <a:gd name="connsiteY783" fmla="*/ 153866 h 969063"/>
                    <a:gd name="connsiteX784" fmla="*/ 2442 w 843742"/>
                    <a:gd name="connsiteY784" fmla="*/ 155626 h 969063"/>
                    <a:gd name="connsiteX785" fmla="*/ 0 w 843742"/>
                    <a:gd name="connsiteY785" fmla="*/ 153288 h 969063"/>
                    <a:gd name="connsiteX786" fmla="*/ 1065 w 843742"/>
                    <a:gd name="connsiteY786" fmla="*/ 151806 h 969063"/>
                    <a:gd name="connsiteX787" fmla="*/ 104 w 843742"/>
                    <a:gd name="connsiteY787" fmla="*/ 148704 h 969063"/>
                    <a:gd name="connsiteX788" fmla="*/ 4434 w 843742"/>
                    <a:gd name="connsiteY788" fmla="*/ 148993 h 969063"/>
                    <a:gd name="connsiteX789" fmla="*/ 5973 w 843742"/>
                    <a:gd name="connsiteY789" fmla="*/ 147361 h 969063"/>
                    <a:gd name="connsiteX790" fmla="*/ 5047 w 843742"/>
                    <a:gd name="connsiteY790" fmla="*/ 145729 h 969063"/>
                    <a:gd name="connsiteX791" fmla="*/ 10349 w 843742"/>
                    <a:gd name="connsiteY791" fmla="*/ 142360 h 969063"/>
                    <a:gd name="connsiteX792" fmla="*/ 10221 w 843742"/>
                    <a:gd name="connsiteY792" fmla="*/ 138529 h 969063"/>
                    <a:gd name="connsiteX793" fmla="*/ 14678 w 843742"/>
                    <a:gd name="connsiteY793" fmla="*/ 125390 h 969063"/>
                    <a:gd name="connsiteX794" fmla="*/ 7165 w 843742"/>
                    <a:gd name="connsiteY794" fmla="*/ 124985 h 969063"/>
                    <a:gd name="connsiteX795" fmla="*/ 3658 w 843742"/>
                    <a:gd name="connsiteY795" fmla="*/ 122241 h 969063"/>
                    <a:gd name="connsiteX796" fmla="*/ 5058 w 843742"/>
                    <a:gd name="connsiteY796" fmla="*/ 119556 h 969063"/>
                    <a:gd name="connsiteX797" fmla="*/ 2766 w 843742"/>
                    <a:gd name="connsiteY797" fmla="*/ 116766 h 969063"/>
                    <a:gd name="connsiteX798" fmla="*/ 2431 w 843742"/>
                    <a:gd name="connsiteY798" fmla="*/ 115215 h 969063"/>
                    <a:gd name="connsiteX799" fmla="*/ 6992 w 843742"/>
                    <a:gd name="connsiteY799" fmla="*/ 110943 h 969063"/>
                    <a:gd name="connsiteX800" fmla="*/ 10499 w 843742"/>
                    <a:gd name="connsiteY800" fmla="*/ 113200 h 969063"/>
                    <a:gd name="connsiteX801" fmla="*/ 9087 w 843742"/>
                    <a:gd name="connsiteY801" fmla="*/ 109890 h 969063"/>
                    <a:gd name="connsiteX802" fmla="*/ 13405 w 843742"/>
                    <a:gd name="connsiteY802" fmla="*/ 107297 h 969063"/>
                    <a:gd name="connsiteX803" fmla="*/ 13775 w 843742"/>
                    <a:gd name="connsiteY803" fmla="*/ 104496 h 969063"/>
                    <a:gd name="connsiteX804" fmla="*/ 16970 w 843742"/>
                    <a:gd name="connsiteY804" fmla="*/ 101856 h 969063"/>
                    <a:gd name="connsiteX805" fmla="*/ 16137 w 843742"/>
                    <a:gd name="connsiteY805" fmla="*/ 98696 h 969063"/>
                    <a:gd name="connsiteX806" fmla="*/ 18787 w 843742"/>
                    <a:gd name="connsiteY806" fmla="*/ 97156 h 969063"/>
                    <a:gd name="connsiteX807" fmla="*/ 16009 w 843742"/>
                    <a:gd name="connsiteY807" fmla="*/ 93151 h 969063"/>
                    <a:gd name="connsiteX808" fmla="*/ 16252 w 843742"/>
                    <a:gd name="connsiteY808" fmla="*/ 86634 h 969063"/>
                    <a:gd name="connsiteX809" fmla="*/ 20883 w 843742"/>
                    <a:gd name="connsiteY809" fmla="*/ 82617 h 969063"/>
                    <a:gd name="connsiteX810" fmla="*/ 21543 w 843742"/>
                    <a:gd name="connsiteY810" fmla="*/ 74063 h 969063"/>
                    <a:gd name="connsiteX811" fmla="*/ 24818 w 843742"/>
                    <a:gd name="connsiteY811" fmla="*/ 69745 h 969063"/>
                    <a:gd name="connsiteX812" fmla="*/ 29044 w 843742"/>
                    <a:gd name="connsiteY812" fmla="*/ 73055 h 969063"/>
                    <a:gd name="connsiteX813" fmla="*/ 39335 w 843742"/>
                    <a:gd name="connsiteY813" fmla="*/ 69664 h 969063"/>
                    <a:gd name="connsiteX814" fmla="*/ 41152 w 843742"/>
                    <a:gd name="connsiteY814" fmla="*/ 66989 h 969063"/>
                    <a:gd name="connsiteX815" fmla="*/ 37645 w 843742"/>
                    <a:gd name="connsiteY815" fmla="*/ 63193 h 969063"/>
                    <a:gd name="connsiteX816" fmla="*/ 39149 w 843742"/>
                    <a:gd name="connsiteY816" fmla="*/ 57393 h 969063"/>
                    <a:gd name="connsiteX817" fmla="*/ 43641 w 843742"/>
                    <a:gd name="connsiteY817" fmla="*/ 52936 h 969063"/>
                    <a:gd name="connsiteX818" fmla="*/ 47253 w 843742"/>
                    <a:gd name="connsiteY818" fmla="*/ 53087 h 969063"/>
                    <a:gd name="connsiteX819" fmla="*/ 49082 w 843742"/>
                    <a:gd name="connsiteY819" fmla="*/ 55738 h 969063"/>
                    <a:gd name="connsiteX820" fmla="*/ 56294 w 843742"/>
                    <a:gd name="connsiteY820" fmla="*/ 51710 h 969063"/>
                    <a:gd name="connsiteX821" fmla="*/ 67418 w 843742"/>
                    <a:gd name="connsiteY821" fmla="*/ 63760 h 969063"/>
                    <a:gd name="connsiteX822" fmla="*/ 72546 w 843742"/>
                    <a:gd name="connsiteY822" fmla="*/ 61630 h 969063"/>
                    <a:gd name="connsiteX823" fmla="*/ 74282 w 843742"/>
                    <a:gd name="connsiteY823" fmla="*/ 63042 h 969063"/>
                    <a:gd name="connsiteX824" fmla="*/ 75232 w 843742"/>
                    <a:gd name="connsiteY824" fmla="*/ 67545 h 969063"/>
                    <a:gd name="connsiteX825" fmla="*/ 81807 w 843742"/>
                    <a:gd name="connsiteY825" fmla="*/ 68737 h 969063"/>
                    <a:gd name="connsiteX826" fmla="*/ 78449 w 843742"/>
                    <a:gd name="connsiteY826" fmla="*/ 71713 h 969063"/>
                    <a:gd name="connsiteX827" fmla="*/ 83392 w 843742"/>
                    <a:gd name="connsiteY827" fmla="*/ 73565 h 969063"/>
                    <a:gd name="connsiteX828" fmla="*/ 81621 w 843742"/>
                    <a:gd name="connsiteY828" fmla="*/ 86611 h 969063"/>
                    <a:gd name="connsiteX829" fmla="*/ 85256 w 843742"/>
                    <a:gd name="connsiteY829" fmla="*/ 89655 h 969063"/>
                    <a:gd name="connsiteX830" fmla="*/ 89493 w 843742"/>
                    <a:gd name="connsiteY830" fmla="*/ 90570 h 969063"/>
                    <a:gd name="connsiteX831" fmla="*/ 90500 w 843742"/>
                    <a:gd name="connsiteY831" fmla="*/ 94031 h 969063"/>
                    <a:gd name="connsiteX832" fmla="*/ 93232 w 843742"/>
                    <a:gd name="connsiteY832" fmla="*/ 96115 h 969063"/>
                    <a:gd name="connsiteX833" fmla="*/ 98951 w 843742"/>
                    <a:gd name="connsiteY833" fmla="*/ 95999 h 969063"/>
                    <a:gd name="connsiteX834" fmla="*/ 101347 w 843742"/>
                    <a:gd name="connsiteY834" fmla="*/ 97608 h 969063"/>
                    <a:gd name="connsiteX835" fmla="*/ 100363 w 843742"/>
                    <a:gd name="connsiteY835" fmla="*/ 100456 h 969063"/>
                    <a:gd name="connsiteX836" fmla="*/ 101960 w 843742"/>
                    <a:gd name="connsiteY836" fmla="*/ 107737 h 969063"/>
                    <a:gd name="connsiteX837" fmla="*/ 99853 w 843742"/>
                    <a:gd name="connsiteY837" fmla="*/ 111175 h 969063"/>
                    <a:gd name="connsiteX838" fmla="*/ 101787 w 843742"/>
                    <a:gd name="connsiteY838" fmla="*/ 115759 h 969063"/>
                    <a:gd name="connsiteX839" fmla="*/ 100930 w 843742"/>
                    <a:gd name="connsiteY839" fmla="*/ 118769 h 969063"/>
                    <a:gd name="connsiteX840" fmla="*/ 103384 w 843742"/>
                    <a:gd name="connsiteY840" fmla="*/ 121824 h 969063"/>
                    <a:gd name="connsiteX841" fmla="*/ 106891 w 843742"/>
                    <a:gd name="connsiteY841" fmla="*/ 124765 h 969063"/>
                    <a:gd name="connsiteX842" fmla="*/ 110920 w 843742"/>
                    <a:gd name="connsiteY842" fmla="*/ 122704 h 969063"/>
                    <a:gd name="connsiteX843" fmla="*/ 114370 w 843742"/>
                    <a:gd name="connsiteY843" fmla="*/ 123920 h 969063"/>
                    <a:gd name="connsiteX844" fmla="*/ 116233 w 843742"/>
                    <a:gd name="connsiteY844" fmla="*/ 126038 h 969063"/>
                    <a:gd name="connsiteX845" fmla="*/ 115655 w 843742"/>
                    <a:gd name="connsiteY845" fmla="*/ 131143 h 969063"/>
                    <a:gd name="connsiteX846" fmla="*/ 119324 w 843742"/>
                    <a:gd name="connsiteY846" fmla="*/ 133412 h 969063"/>
                    <a:gd name="connsiteX847" fmla="*/ 123792 w 843742"/>
                    <a:gd name="connsiteY847" fmla="*/ 133030 h 969063"/>
                    <a:gd name="connsiteX848" fmla="*/ 128643 w 843742"/>
                    <a:gd name="connsiteY848" fmla="*/ 138123 h 969063"/>
                    <a:gd name="connsiteX849" fmla="*/ 133655 w 843742"/>
                    <a:gd name="connsiteY849" fmla="*/ 138783 h 969063"/>
                    <a:gd name="connsiteX850" fmla="*/ 130310 w 843742"/>
                    <a:gd name="connsiteY850" fmla="*/ 153693 h 969063"/>
                    <a:gd name="connsiteX851" fmla="*/ 141932 w 843742"/>
                    <a:gd name="connsiteY851" fmla="*/ 159770 h 969063"/>
                    <a:gd name="connsiteX852" fmla="*/ 143703 w 843742"/>
                    <a:gd name="connsiteY852" fmla="*/ 162167 h 969063"/>
                    <a:gd name="connsiteX853" fmla="*/ 156054 w 843742"/>
                    <a:gd name="connsiteY853" fmla="*/ 165709 h 969063"/>
                    <a:gd name="connsiteX854" fmla="*/ 152188 w 843742"/>
                    <a:gd name="connsiteY854" fmla="*/ 167676 h 969063"/>
                    <a:gd name="connsiteX855" fmla="*/ 148403 w 843742"/>
                    <a:gd name="connsiteY855" fmla="*/ 167341 h 969063"/>
                    <a:gd name="connsiteX856" fmla="*/ 141283 w 843742"/>
                    <a:gd name="connsiteY856" fmla="*/ 180537 h 969063"/>
                    <a:gd name="connsiteX857" fmla="*/ 143842 w 843742"/>
                    <a:gd name="connsiteY857" fmla="*/ 183119 h 969063"/>
                    <a:gd name="connsiteX858" fmla="*/ 149560 w 843742"/>
                    <a:gd name="connsiteY858" fmla="*/ 179426 h 969063"/>
                    <a:gd name="connsiteX859" fmla="*/ 152281 w 843742"/>
                    <a:gd name="connsiteY859" fmla="*/ 182031 h 969063"/>
                    <a:gd name="connsiteX860" fmla="*/ 153160 w 843742"/>
                    <a:gd name="connsiteY860" fmla="*/ 186071 h 969063"/>
                    <a:gd name="connsiteX861" fmla="*/ 158127 w 843742"/>
                    <a:gd name="connsiteY861" fmla="*/ 180005 h 969063"/>
                    <a:gd name="connsiteX862" fmla="*/ 160245 w 843742"/>
                    <a:gd name="connsiteY862" fmla="*/ 182876 h 969063"/>
                    <a:gd name="connsiteX863" fmla="*/ 158809 w 843742"/>
                    <a:gd name="connsiteY863" fmla="*/ 183454 h 969063"/>
                    <a:gd name="connsiteX864" fmla="*/ 159689 w 843742"/>
                    <a:gd name="connsiteY864" fmla="*/ 185793 h 969063"/>
                    <a:gd name="connsiteX865" fmla="*/ 166299 w 843742"/>
                    <a:gd name="connsiteY865" fmla="*/ 183258 h 969063"/>
                    <a:gd name="connsiteX866" fmla="*/ 168417 w 843742"/>
                    <a:gd name="connsiteY866" fmla="*/ 185851 h 969063"/>
                    <a:gd name="connsiteX867" fmla="*/ 166334 w 843742"/>
                    <a:gd name="connsiteY867" fmla="*/ 188883 h 969063"/>
                    <a:gd name="connsiteX868" fmla="*/ 175131 w 843742"/>
                    <a:gd name="connsiteY868" fmla="*/ 189810 h 969063"/>
                    <a:gd name="connsiteX869" fmla="*/ 177065 w 843742"/>
                    <a:gd name="connsiteY869" fmla="*/ 186325 h 969063"/>
                    <a:gd name="connsiteX870" fmla="*/ 187274 w 843742"/>
                    <a:gd name="connsiteY870" fmla="*/ 182181 h 969063"/>
                    <a:gd name="connsiteX871" fmla="*/ 195621 w 843742"/>
                    <a:gd name="connsiteY871" fmla="*/ 181070 h 969063"/>
                    <a:gd name="connsiteX872" fmla="*/ 199325 w 843742"/>
                    <a:gd name="connsiteY872" fmla="*/ 182366 h 969063"/>
                    <a:gd name="connsiteX873" fmla="*/ 203770 w 843742"/>
                    <a:gd name="connsiteY873" fmla="*/ 179530 h 969063"/>
                    <a:gd name="connsiteX874" fmla="*/ 202091 w 843742"/>
                    <a:gd name="connsiteY874" fmla="*/ 174367 h 969063"/>
                    <a:gd name="connsiteX875" fmla="*/ 205113 w 843742"/>
                    <a:gd name="connsiteY875" fmla="*/ 173951 h 969063"/>
                    <a:gd name="connsiteX876" fmla="*/ 208366 w 843742"/>
                    <a:gd name="connsiteY876" fmla="*/ 170316 h 969063"/>
                    <a:gd name="connsiteX877" fmla="*/ 215809 w 843742"/>
                    <a:gd name="connsiteY877" fmla="*/ 171971 h 969063"/>
                    <a:gd name="connsiteX878" fmla="*/ 219236 w 843742"/>
                    <a:gd name="connsiteY878" fmla="*/ 167584 h 969063"/>
                    <a:gd name="connsiteX879" fmla="*/ 227883 w 843742"/>
                    <a:gd name="connsiteY879" fmla="*/ 171682 h 969063"/>
                    <a:gd name="connsiteX880" fmla="*/ 226031 w 843742"/>
                    <a:gd name="connsiteY880" fmla="*/ 178894 h 969063"/>
                    <a:gd name="connsiteX881" fmla="*/ 227906 w 843742"/>
                    <a:gd name="connsiteY881" fmla="*/ 181834 h 969063"/>
                    <a:gd name="connsiteX882" fmla="*/ 236414 w 843742"/>
                    <a:gd name="connsiteY882" fmla="*/ 183281 h 969063"/>
                    <a:gd name="connsiteX883" fmla="*/ 236646 w 843742"/>
                    <a:gd name="connsiteY883" fmla="*/ 181278 h 969063"/>
                    <a:gd name="connsiteX884" fmla="*/ 239760 w 843742"/>
                    <a:gd name="connsiteY884" fmla="*/ 180861 h 969063"/>
                    <a:gd name="connsiteX885" fmla="*/ 245165 w 843742"/>
                    <a:gd name="connsiteY885" fmla="*/ 182725 h 969063"/>
                    <a:gd name="connsiteX886" fmla="*/ 248418 w 843742"/>
                    <a:gd name="connsiteY886" fmla="*/ 174981 h 969063"/>
                    <a:gd name="connsiteX887" fmla="*/ 249703 w 843742"/>
                    <a:gd name="connsiteY887" fmla="*/ 175062 h 969063"/>
                    <a:gd name="connsiteX888" fmla="*/ 250768 w 843742"/>
                    <a:gd name="connsiteY888" fmla="*/ 177007 h 969063"/>
                    <a:gd name="connsiteX889" fmla="*/ 254669 w 843742"/>
                    <a:gd name="connsiteY889" fmla="*/ 174692 h 969063"/>
                    <a:gd name="connsiteX890" fmla="*/ 254021 w 843742"/>
                    <a:gd name="connsiteY890" fmla="*/ 171879 h 969063"/>
                    <a:gd name="connsiteX891" fmla="*/ 258709 w 843742"/>
                    <a:gd name="connsiteY891" fmla="*/ 172805 h 969063"/>
                    <a:gd name="connsiteX892" fmla="*/ 262414 w 843742"/>
                    <a:gd name="connsiteY892" fmla="*/ 176463 h 969063"/>
                    <a:gd name="connsiteX893" fmla="*/ 260121 w 843742"/>
                    <a:gd name="connsiteY893" fmla="*/ 179091 h 969063"/>
                    <a:gd name="connsiteX894" fmla="*/ 259982 w 843742"/>
                    <a:gd name="connsiteY894" fmla="*/ 183061 h 969063"/>
                    <a:gd name="connsiteX895" fmla="*/ 264833 w 843742"/>
                    <a:gd name="connsiteY895" fmla="*/ 186290 h 969063"/>
                    <a:gd name="connsiteX896" fmla="*/ 267692 w 843742"/>
                    <a:gd name="connsiteY896" fmla="*/ 185642 h 969063"/>
                    <a:gd name="connsiteX897" fmla="*/ 274638 w 843742"/>
                    <a:gd name="connsiteY897" fmla="*/ 190724 h 969063"/>
                    <a:gd name="connsiteX898" fmla="*/ 278307 w 843742"/>
                    <a:gd name="connsiteY898" fmla="*/ 190794 h 969063"/>
                    <a:gd name="connsiteX899" fmla="*/ 282903 w 843742"/>
                    <a:gd name="connsiteY899" fmla="*/ 186638 h 969063"/>
                    <a:gd name="connsiteX900" fmla="*/ 286746 w 843742"/>
                    <a:gd name="connsiteY900" fmla="*/ 189231 h 969063"/>
                    <a:gd name="connsiteX901" fmla="*/ 292603 w 843742"/>
                    <a:gd name="connsiteY901" fmla="*/ 189080 h 969063"/>
                    <a:gd name="connsiteX902" fmla="*/ 293784 w 843742"/>
                    <a:gd name="connsiteY902" fmla="*/ 184821 h 969063"/>
                    <a:gd name="connsiteX903" fmla="*/ 296319 w 843742"/>
                    <a:gd name="connsiteY903" fmla="*/ 180352 h 969063"/>
                    <a:gd name="connsiteX904" fmla="*/ 302617 w 843742"/>
                    <a:gd name="connsiteY904" fmla="*/ 178870 h 969063"/>
                    <a:gd name="connsiteX905" fmla="*/ 302362 w 843742"/>
                    <a:gd name="connsiteY905" fmla="*/ 176358 h 969063"/>
                    <a:gd name="connsiteX906" fmla="*/ 312607 w 843742"/>
                    <a:gd name="connsiteY906" fmla="*/ 167445 h 969063"/>
                    <a:gd name="connsiteX907" fmla="*/ 315060 w 843742"/>
                    <a:gd name="connsiteY907" fmla="*/ 166971 h 969063"/>
                    <a:gd name="connsiteX908" fmla="*/ 314215 w 843742"/>
                    <a:gd name="connsiteY908" fmla="*/ 163822 h 969063"/>
                    <a:gd name="connsiteX909" fmla="*/ 308659 w 843742"/>
                    <a:gd name="connsiteY909" fmla="*/ 164933 h 969063"/>
                    <a:gd name="connsiteX910" fmla="*/ 306552 w 843742"/>
                    <a:gd name="connsiteY910" fmla="*/ 157976 h 969063"/>
                    <a:gd name="connsiteX911" fmla="*/ 310789 w 843742"/>
                    <a:gd name="connsiteY911" fmla="*/ 159353 h 969063"/>
                    <a:gd name="connsiteX912" fmla="*/ 315026 w 843742"/>
                    <a:gd name="connsiteY912" fmla="*/ 158428 h 969063"/>
                    <a:gd name="connsiteX913" fmla="*/ 314250 w 843742"/>
                    <a:gd name="connsiteY913" fmla="*/ 153647 h 969063"/>
                    <a:gd name="connsiteX914" fmla="*/ 312190 w 843742"/>
                    <a:gd name="connsiteY914" fmla="*/ 153728 h 969063"/>
                    <a:gd name="connsiteX915" fmla="*/ 312294 w 843742"/>
                    <a:gd name="connsiteY915" fmla="*/ 150741 h 969063"/>
                    <a:gd name="connsiteX916" fmla="*/ 317700 w 843742"/>
                    <a:gd name="connsiteY916" fmla="*/ 146828 h 969063"/>
                    <a:gd name="connsiteX917" fmla="*/ 317352 w 843742"/>
                    <a:gd name="connsiteY917" fmla="*/ 138690 h 969063"/>
                    <a:gd name="connsiteX918" fmla="*/ 316160 w 843742"/>
                    <a:gd name="connsiteY918" fmla="*/ 138343 h 969063"/>
                    <a:gd name="connsiteX919" fmla="*/ 320246 w 843742"/>
                    <a:gd name="connsiteY919" fmla="*/ 133424 h 969063"/>
                    <a:gd name="connsiteX920" fmla="*/ 322793 w 843742"/>
                    <a:gd name="connsiteY920" fmla="*/ 134060 h 969063"/>
                    <a:gd name="connsiteX921" fmla="*/ 322562 w 843742"/>
                    <a:gd name="connsiteY921" fmla="*/ 128087 h 969063"/>
                    <a:gd name="connsiteX922" fmla="*/ 325247 w 843742"/>
                    <a:gd name="connsiteY922" fmla="*/ 128978 h 969063"/>
                    <a:gd name="connsiteX923" fmla="*/ 328581 w 843742"/>
                    <a:gd name="connsiteY923" fmla="*/ 121257 h 969063"/>
                    <a:gd name="connsiteX924" fmla="*/ 332610 w 843742"/>
                    <a:gd name="connsiteY924" fmla="*/ 117252 h 969063"/>
                    <a:gd name="connsiteX925" fmla="*/ 335411 w 843742"/>
                    <a:gd name="connsiteY925" fmla="*/ 118826 h 969063"/>
                    <a:gd name="connsiteX926" fmla="*/ 334925 w 843742"/>
                    <a:gd name="connsiteY926" fmla="*/ 116453 h 969063"/>
                    <a:gd name="connsiteX927" fmla="*/ 343595 w 843742"/>
                    <a:gd name="connsiteY927" fmla="*/ 117252 h 969063"/>
                    <a:gd name="connsiteX928" fmla="*/ 352266 w 843742"/>
                    <a:gd name="connsiteY928" fmla="*/ 113802 h 969063"/>
                    <a:gd name="connsiteX929" fmla="*/ 352474 w 843742"/>
                    <a:gd name="connsiteY929" fmla="*/ 117206 h 969063"/>
                    <a:gd name="connsiteX930" fmla="*/ 358134 w 843742"/>
                    <a:gd name="connsiteY930" fmla="*/ 116477 h 969063"/>
                    <a:gd name="connsiteX931" fmla="*/ 358748 w 843742"/>
                    <a:gd name="connsiteY931" fmla="*/ 112645 h 969063"/>
                    <a:gd name="connsiteX932" fmla="*/ 364605 w 843742"/>
                    <a:gd name="connsiteY932" fmla="*/ 110133 h 969063"/>
                    <a:gd name="connsiteX933" fmla="*/ 363899 w 843742"/>
                    <a:gd name="connsiteY933" fmla="*/ 106186 h 969063"/>
                    <a:gd name="connsiteX934" fmla="*/ 367962 w 843742"/>
                    <a:gd name="connsiteY934" fmla="*/ 95721 h 969063"/>
                    <a:gd name="connsiteX935" fmla="*/ 367719 w 843742"/>
                    <a:gd name="connsiteY935" fmla="*/ 89655 h 969063"/>
                    <a:gd name="connsiteX936" fmla="*/ 379087 w 843742"/>
                    <a:gd name="connsiteY936" fmla="*/ 81992 h 969063"/>
                    <a:gd name="connsiteX937" fmla="*/ 385141 w 843742"/>
                    <a:gd name="connsiteY937" fmla="*/ 71261 h 969063"/>
                    <a:gd name="connsiteX938" fmla="*/ 397689 w 843742"/>
                    <a:gd name="connsiteY938" fmla="*/ 87166 h 969063"/>
                    <a:gd name="connsiteX939" fmla="*/ 390836 w 843742"/>
                    <a:gd name="connsiteY939" fmla="*/ 92943 h 969063"/>
                    <a:gd name="connsiteX940" fmla="*/ 392283 w 843742"/>
                    <a:gd name="connsiteY940" fmla="*/ 95987 h 969063"/>
                    <a:gd name="connsiteX941" fmla="*/ 407193 w 843742"/>
                    <a:gd name="connsiteY941" fmla="*/ 95061 h 969063"/>
                    <a:gd name="connsiteX942" fmla="*/ 407783 w 843742"/>
                    <a:gd name="connsiteY942" fmla="*/ 92213 h 969063"/>
                    <a:gd name="connsiteX943" fmla="*/ 434014 w 843742"/>
                    <a:gd name="connsiteY943" fmla="*/ 98395 h 969063"/>
                    <a:gd name="connsiteX944" fmla="*/ 438529 w 843742"/>
                    <a:gd name="connsiteY944" fmla="*/ 93429 h 969063"/>
                    <a:gd name="connsiteX945" fmla="*/ 438390 w 843742"/>
                    <a:gd name="connsiteY945" fmla="*/ 85615 h 969063"/>
                    <a:gd name="connsiteX946" fmla="*/ 442858 w 843742"/>
                    <a:gd name="connsiteY946" fmla="*/ 84052 h 969063"/>
                    <a:gd name="connsiteX947" fmla="*/ 441342 w 843742"/>
                    <a:gd name="connsiteY947" fmla="*/ 78299 h 969063"/>
                    <a:gd name="connsiteX948" fmla="*/ 443877 w 843742"/>
                    <a:gd name="connsiteY948" fmla="*/ 72430 h 969063"/>
                    <a:gd name="connsiteX949" fmla="*/ 449468 w 843742"/>
                    <a:gd name="connsiteY949" fmla="*/ 71388 h 969063"/>
                    <a:gd name="connsiteX950" fmla="*/ 453659 w 843742"/>
                    <a:gd name="connsiteY950" fmla="*/ 59905 h 969063"/>
                    <a:gd name="connsiteX951" fmla="*/ 467040 w 843742"/>
                    <a:gd name="connsiteY951" fmla="*/ 63042 h 969063"/>
                    <a:gd name="connsiteX952" fmla="*/ 471995 w 843742"/>
                    <a:gd name="connsiteY952" fmla="*/ 61653 h 969063"/>
                    <a:gd name="connsiteX953" fmla="*/ 476116 w 843742"/>
                    <a:gd name="connsiteY953" fmla="*/ 63852 h 969063"/>
                    <a:gd name="connsiteX954" fmla="*/ 494070 w 843742"/>
                    <a:gd name="connsiteY954" fmla="*/ 63332 h 969063"/>
                    <a:gd name="connsiteX955" fmla="*/ 492832 w 843742"/>
                    <a:gd name="connsiteY955" fmla="*/ 66885 h 969063"/>
                    <a:gd name="connsiteX956" fmla="*/ 493827 w 843742"/>
                    <a:gd name="connsiteY956" fmla="*/ 73484 h 969063"/>
                    <a:gd name="connsiteX957" fmla="*/ 492391 w 843742"/>
                    <a:gd name="connsiteY957" fmla="*/ 79156 h 969063"/>
                    <a:gd name="connsiteX958" fmla="*/ 491026 w 843742"/>
                    <a:gd name="connsiteY958" fmla="*/ 79526 h 969063"/>
                    <a:gd name="connsiteX959" fmla="*/ 490933 w 843742"/>
                    <a:gd name="connsiteY959" fmla="*/ 88845 h 969063"/>
                    <a:gd name="connsiteX960" fmla="*/ 493885 w 843742"/>
                    <a:gd name="connsiteY960" fmla="*/ 93197 h 969063"/>
                    <a:gd name="connsiteX961" fmla="*/ 492843 w 843742"/>
                    <a:gd name="connsiteY961" fmla="*/ 95478 h 969063"/>
                    <a:gd name="connsiteX962" fmla="*/ 503481 w 843742"/>
                    <a:gd name="connsiteY962" fmla="*/ 96346 h 969063"/>
                    <a:gd name="connsiteX963" fmla="*/ 520185 w 843742"/>
                    <a:gd name="connsiteY963" fmla="*/ 94170 h 969063"/>
                    <a:gd name="connsiteX964" fmla="*/ 548071 w 843742"/>
                    <a:gd name="connsiteY964" fmla="*/ 84562 h 969063"/>
                    <a:gd name="connsiteX965" fmla="*/ 542781 w 843742"/>
                    <a:gd name="connsiteY965" fmla="*/ 81378 h 969063"/>
                    <a:gd name="connsiteX966" fmla="*/ 542295 w 843742"/>
                    <a:gd name="connsiteY966" fmla="*/ 77072 h 969063"/>
                    <a:gd name="connsiteX967" fmla="*/ 544668 w 843742"/>
                    <a:gd name="connsiteY967" fmla="*/ 72060 h 969063"/>
                    <a:gd name="connsiteX968" fmla="*/ 541867 w 843742"/>
                    <a:gd name="connsiteY968" fmla="*/ 67059 h 969063"/>
                    <a:gd name="connsiteX969" fmla="*/ 546208 w 843742"/>
                    <a:gd name="connsiteY969" fmla="*/ 64536 h 969063"/>
                    <a:gd name="connsiteX970" fmla="*/ 557355 w 843742"/>
                    <a:gd name="connsiteY970" fmla="*/ 64049 h 969063"/>
                    <a:gd name="connsiteX971" fmla="*/ 570899 w 843742"/>
                    <a:gd name="connsiteY971" fmla="*/ 58921 h 969063"/>
                    <a:gd name="connsiteX972" fmla="*/ 569626 w 843742"/>
                    <a:gd name="connsiteY972" fmla="*/ 50424 h 969063"/>
                    <a:gd name="connsiteX973" fmla="*/ 567392 w 843742"/>
                    <a:gd name="connsiteY973" fmla="*/ 48271 h 969063"/>
                    <a:gd name="connsiteX974" fmla="*/ 564799 w 843742"/>
                    <a:gd name="connsiteY974" fmla="*/ 49151 h 969063"/>
                    <a:gd name="connsiteX975" fmla="*/ 561557 w 843742"/>
                    <a:gd name="connsiteY975" fmla="*/ 42229 h 969063"/>
                    <a:gd name="connsiteX976" fmla="*/ 536959 w 843742"/>
                    <a:gd name="connsiteY976" fmla="*/ 47982 h 969063"/>
                    <a:gd name="connsiteX977" fmla="*/ 540466 w 843742"/>
                    <a:gd name="connsiteY977" fmla="*/ 42958 h 969063"/>
                    <a:gd name="connsiteX978" fmla="*/ 548789 w 843742"/>
                    <a:gd name="connsiteY978" fmla="*/ 40967 h 969063"/>
                    <a:gd name="connsiteX979" fmla="*/ 549183 w 843742"/>
                    <a:gd name="connsiteY979" fmla="*/ 36800 h 969063"/>
                    <a:gd name="connsiteX980" fmla="*/ 552204 w 843742"/>
                    <a:gd name="connsiteY980" fmla="*/ 34820 h 969063"/>
                    <a:gd name="connsiteX981" fmla="*/ 554369 w 843742"/>
                    <a:gd name="connsiteY981" fmla="*/ 35549 h 969063"/>
                    <a:gd name="connsiteX982" fmla="*/ 558189 w 843742"/>
                    <a:gd name="connsiteY982" fmla="*/ 28211 h 969063"/>
                    <a:gd name="connsiteX983" fmla="*/ 561777 w 843742"/>
                    <a:gd name="connsiteY983" fmla="*/ 25641 h 969063"/>
                    <a:gd name="connsiteX984" fmla="*/ 566130 w 843742"/>
                    <a:gd name="connsiteY984" fmla="*/ 32204 h 969063"/>
                    <a:gd name="connsiteX985" fmla="*/ 587453 w 843742"/>
                    <a:gd name="connsiteY985" fmla="*/ 35932 h 969063"/>
                    <a:gd name="connsiteX986" fmla="*/ 590393 w 843742"/>
                    <a:gd name="connsiteY986" fmla="*/ 35862 h 969063"/>
                    <a:gd name="connsiteX987" fmla="*/ 590092 w 843742"/>
                    <a:gd name="connsiteY987" fmla="*/ 33836 h 969063"/>
                    <a:gd name="connsiteX988" fmla="*/ 594560 w 843742"/>
                    <a:gd name="connsiteY988" fmla="*/ 34253 h 969063"/>
                    <a:gd name="connsiteX989" fmla="*/ 602895 w 843742"/>
                    <a:gd name="connsiteY989" fmla="*/ 15512 h 969063"/>
                    <a:gd name="connsiteX990" fmla="*/ 605488 w 843742"/>
                    <a:gd name="connsiteY990" fmla="*/ 15072 h 969063"/>
                    <a:gd name="connsiteX991" fmla="*/ 606368 w 843742"/>
                    <a:gd name="connsiteY991" fmla="*/ 12409 h 969063"/>
                    <a:gd name="connsiteX992" fmla="*/ 603369 w 843742"/>
                    <a:gd name="connsiteY992" fmla="*/ 1273 h 969063"/>
                    <a:gd name="connsiteX993" fmla="*/ 606009 w 843742"/>
                    <a:gd name="connsiteY993" fmla="*/ 0 h 969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</a:cxnLst>
                  <a:rect l="l" t="t" r="r" b="b"/>
                  <a:pathLst>
                    <a:path w="843742" h="969063">
                      <a:moveTo>
                        <a:pt x="606009" y="0"/>
                      </a:moveTo>
                      <a:lnTo>
                        <a:pt x="607004" y="2234"/>
                      </a:lnTo>
                      <a:lnTo>
                        <a:pt x="609134" y="1760"/>
                      </a:lnTo>
                      <a:lnTo>
                        <a:pt x="613047" y="5788"/>
                      </a:lnTo>
                      <a:lnTo>
                        <a:pt x="612422" y="6841"/>
                      </a:lnTo>
                      <a:lnTo>
                        <a:pt x="620814" y="11066"/>
                      </a:lnTo>
                      <a:lnTo>
                        <a:pt x="622585" y="13659"/>
                      </a:lnTo>
                      <a:lnTo>
                        <a:pt x="624669" y="12919"/>
                      </a:lnTo>
                      <a:lnTo>
                        <a:pt x="623778" y="18243"/>
                      </a:lnTo>
                      <a:lnTo>
                        <a:pt x="628003" y="16079"/>
                      </a:lnTo>
                      <a:lnTo>
                        <a:pt x="629612" y="17155"/>
                      </a:lnTo>
                      <a:lnTo>
                        <a:pt x="634115" y="27770"/>
                      </a:lnTo>
                      <a:lnTo>
                        <a:pt x="643642" y="25409"/>
                      </a:lnTo>
                      <a:lnTo>
                        <a:pt x="645772" y="28708"/>
                      </a:lnTo>
                      <a:lnTo>
                        <a:pt x="645656" y="31602"/>
                      </a:lnTo>
                      <a:lnTo>
                        <a:pt x="635574" y="48572"/>
                      </a:lnTo>
                      <a:lnTo>
                        <a:pt x="638838" y="49012"/>
                      </a:lnTo>
                      <a:lnTo>
                        <a:pt x="637854" y="52184"/>
                      </a:lnTo>
                      <a:lnTo>
                        <a:pt x="641408" y="60681"/>
                      </a:lnTo>
                      <a:lnTo>
                        <a:pt x="639498" y="75718"/>
                      </a:lnTo>
                      <a:lnTo>
                        <a:pt x="647254" y="76551"/>
                      </a:lnTo>
                      <a:lnTo>
                        <a:pt x="649870" y="85835"/>
                      </a:lnTo>
                      <a:lnTo>
                        <a:pt x="659779" y="87328"/>
                      </a:lnTo>
                      <a:lnTo>
                        <a:pt x="658146" y="89783"/>
                      </a:lnTo>
                      <a:lnTo>
                        <a:pt x="661631" y="98441"/>
                      </a:lnTo>
                      <a:lnTo>
                        <a:pt x="663379" y="101810"/>
                      </a:lnTo>
                      <a:lnTo>
                        <a:pt x="666979" y="101810"/>
                      </a:lnTo>
                      <a:lnTo>
                        <a:pt x="667882" y="104611"/>
                      </a:lnTo>
                      <a:lnTo>
                        <a:pt x="671054" y="103697"/>
                      </a:lnTo>
                      <a:lnTo>
                        <a:pt x="671968" y="105896"/>
                      </a:lnTo>
                      <a:lnTo>
                        <a:pt x="685084" y="95200"/>
                      </a:lnTo>
                      <a:lnTo>
                        <a:pt x="675800" y="84446"/>
                      </a:lnTo>
                      <a:lnTo>
                        <a:pt x="681993" y="79677"/>
                      </a:lnTo>
                      <a:lnTo>
                        <a:pt x="679874" y="74850"/>
                      </a:lnTo>
                      <a:lnTo>
                        <a:pt x="686913" y="72697"/>
                      </a:lnTo>
                      <a:lnTo>
                        <a:pt x="690026" y="55309"/>
                      </a:lnTo>
                      <a:lnTo>
                        <a:pt x="696463" y="54337"/>
                      </a:lnTo>
                      <a:lnTo>
                        <a:pt x="699033" y="58365"/>
                      </a:lnTo>
                      <a:lnTo>
                        <a:pt x="702806" y="55784"/>
                      </a:lnTo>
                      <a:lnTo>
                        <a:pt x="705978" y="55321"/>
                      </a:lnTo>
                      <a:lnTo>
                        <a:pt x="707761" y="56780"/>
                      </a:lnTo>
                      <a:lnTo>
                        <a:pt x="716165" y="53237"/>
                      </a:lnTo>
                      <a:lnTo>
                        <a:pt x="718596" y="50332"/>
                      </a:lnTo>
                      <a:lnTo>
                        <a:pt x="718758" y="50621"/>
                      </a:lnTo>
                      <a:lnTo>
                        <a:pt x="720494" y="53781"/>
                      </a:lnTo>
                      <a:lnTo>
                        <a:pt x="724175" y="54823"/>
                      </a:lnTo>
                      <a:lnTo>
                        <a:pt x="727000" y="59361"/>
                      </a:lnTo>
                      <a:lnTo>
                        <a:pt x="726305" y="57185"/>
                      </a:lnTo>
                      <a:lnTo>
                        <a:pt x="728146" y="57023"/>
                      </a:lnTo>
                      <a:lnTo>
                        <a:pt x="726190" y="55553"/>
                      </a:lnTo>
                      <a:lnTo>
                        <a:pt x="728343" y="56965"/>
                      </a:lnTo>
                      <a:lnTo>
                        <a:pt x="728215" y="57277"/>
                      </a:lnTo>
                      <a:lnTo>
                        <a:pt x="726652" y="57625"/>
                      </a:lnTo>
                      <a:lnTo>
                        <a:pt x="728319" y="57393"/>
                      </a:lnTo>
                      <a:lnTo>
                        <a:pt x="728609" y="56896"/>
                      </a:lnTo>
                      <a:lnTo>
                        <a:pt x="728655" y="57046"/>
                      </a:lnTo>
                      <a:lnTo>
                        <a:pt x="729859" y="60739"/>
                      </a:lnTo>
                      <a:lnTo>
                        <a:pt x="730554" y="59442"/>
                      </a:lnTo>
                      <a:lnTo>
                        <a:pt x="728817" y="57162"/>
                      </a:lnTo>
                      <a:lnTo>
                        <a:pt x="730288" y="58250"/>
                      </a:lnTo>
                      <a:lnTo>
                        <a:pt x="731237" y="57139"/>
                      </a:lnTo>
                      <a:lnTo>
                        <a:pt x="732232" y="60947"/>
                      </a:lnTo>
                      <a:lnTo>
                        <a:pt x="731294" y="62232"/>
                      </a:lnTo>
                      <a:lnTo>
                        <a:pt x="729813" y="61063"/>
                      </a:lnTo>
                      <a:lnTo>
                        <a:pt x="731283" y="62290"/>
                      </a:lnTo>
                      <a:lnTo>
                        <a:pt x="734825" y="58609"/>
                      </a:lnTo>
                      <a:lnTo>
                        <a:pt x="732695" y="59790"/>
                      </a:lnTo>
                      <a:lnTo>
                        <a:pt x="733540" y="58343"/>
                      </a:lnTo>
                      <a:lnTo>
                        <a:pt x="731248" y="56988"/>
                      </a:lnTo>
                      <a:lnTo>
                        <a:pt x="734350" y="56664"/>
                      </a:lnTo>
                      <a:lnTo>
                        <a:pt x="730901" y="56745"/>
                      </a:lnTo>
                      <a:lnTo>
                        <a:pt x="732973" y="54696"/>
                      </a:lnTo>
                      <a:lnTo>
                        <a:pt x="729489" y="56606"/>
                      </a:lnTo>
                      <a:lnTo>
                        <a:pt x="730635" y="53770"/>
                      </a:lnTo>
                      <a:lnTo>
                        <a:pt x="725912" y="49614"/>
                      </a:lnTo>
                      <a:lnTo>
                        <a:pt x="732545" y="53874"/>
                      </a:lnTo>
                      <a:lnTo>
                        <a:pt x="732591" y="52624"/>
                      </a:lnTo>
                      <a:lnTo>
                        <a:pt x="737337" y="54673"/>
                      </a:lnTo>
                      <a:lnTo>
                        <a:pt x="737626" y="56884"/>
                      </a:lnTo>
                      <a:lnTo>
                        <a:pt x="740208" y="58296"/>
                      </a:lnTo>
                      <a:lnTo>
                        <a:pt x="741817" y="57405"/>
                      </a:lnTo>
                      <a:lnTo>
                        <a:pt x="740694" y="55101"/>
                      </a:lnTo>
                      <a:lnTo>
                        <a:pt x="742639" y="55228"/>
                      </a:lnTo>
                      <a:lnTo>
                        <a:pt x="744375" y="58562"/>
                      </a:lnTo>
                      <a:lnTo>
                        <a:pt x="742280" y="57937"/>
                      </a:lnTo>
                      <a:lnTo>
                        <a:pt x="740439" y="60611"/>
                      </a:lnTo>
                      <a:lnTo>
                        <a:pt x="742940" y="66608"/>
                      </a:lnTo>
                      <a:lnTo>
                        <a:pt x="745868" y="68275"/>
                      </a:lnTo>
                      <a:lnTo>
                        <a:pt x="743866" y="69722"/>
                      </a:lnTo>
                      <a:lnTo>
                        <a:pt x="746783" y="67834"/>
                      </a:lnTo>
                      <a:lnTo>
                        <a:pt x="747119" y="69825"/>
                      </a:lnTo>
                      <a:lnTo>
                        <a:pt x="748925" y="68911"/>
                      </a:lnTo>
                      <a:lnTo>
                        <a:pt x="747084" y="70902"/>
                      </a:lnTo>
                      <a:lnTo>
                        <a:pt x="748820" y="69177"/>
                      </a:lnTo>
                      <a:lnTo>
                        <a:pt x="750186" y="71145"/>
                      </a:lnTo>
                      <a:lnTo>
                        <a:pt x="750140" y="72488"/>
                      </a:lnTo>
                      <a:lnTo>
                        <a:pt x="749561" y="72708"/>
                      </a:lnTo>
                      <a:lnTo>
                        <a:pt x="748994" y="73657"/>
                      </a:lnTo>
                      <a:lnTo>
                        <a:pt x="750337" y="74896"/>
                      </a:lnTo>
                      <a:lnTo>
                        <a:pt x="751390" y="74665"/>
                      </a:lnTo>
                      <a:lnTo>
                        <a:pt x="751483" y="74641"/>
                      </a:lnTo>
                      <a:lnTo>
                        <a:pt x="752513" y="74954"/>
                      </a:lnTo>
                      <a:lnTo>
                        <a:pt x="751541" y="74525"/>
                      </a:lnTo>
                      <a:lnTo>
                        <a:pt x="751390" y="74560"/>
                      </a:lnTo>
                      <a:lnTo>
                        <a:pt x="750406" y="74792"/>
                      </a:lnTo>
                      <a:lnTo>
                        <a:pt x="749121" y="73622"/>
                      </a:lnTo>
                      <a:lnTo>
                        <a:pt x="749654" y="72743"/>
                      </a:lnTo>
                      <a:lnTo>
                        <a:pt x="750163" y="72616"/>
                      </a:lnTo>
                      <a:lnTo>
                        <a:pt x="750360" y="71330"/>
                      </a:lnTo>
                      <a:lnTo>
                        <a:pt x="751147" y="71771"/>
                      </a:lnTo>
                      <a:lnTo>
                        <a:pt x="751089" y="73136"/>
                      </a:lnTo>
                      <a:lnTo>
                        <a:pt x="751332" y="71944"/>
                      </a:lnTo>
                      <a:lnTo>
                        <a:pt x="751390" y="71979"/>
                      </a:lnTo>
                      <a:lnTo>
                        <a:pt x="755037" y="73993"/>
                      </a:lnTo>
                      <a:lnTo>
                        <a:pt x="751390" y="71678"/>
                      </a:lnTo>
                      <a:lnTo>
                        <a:pt x="751263" y="71597"/>
                      </a:lnTo>
                      <a:lnTo>
                        <a:pt x="750233" y="70266"/>
                      </a:lnTo>
                      <a:lnTo>
                        <a:pt x="751390" y="70821"/>
                      </a:lnTo>
                      <a:lnTo>
                        <a:pt x="751749" y="70995"/>
                      </a:lnTo>
                      <a:lnTo>
                        <a:pt x="751830" y="70902"/>
                      </a:lnTo>
                      <a:lnTo>
                        <a:pt x="751390" y="70601"/>
                      </a:lnTo>
                      <a:lnTo>
                        <a:pt x="749793" y="69490"/>
                      </a:lnTo>
                      <a:lnTo>
                        <a:pt x="751390" y="70532"/>
                      </a:lnTo>
                      <a:lnTo>
                        <a:pt x="751876" y="70844"/>
                      </a:lnTo>
                      <a:lnTo>
                        <a:pt x="755997" y="73970"/>
                      </a:lnTo>
                      <a:lnTo>
                        <a:pt x="751911" y="70810"/>
                      </a:lnTo>
                      <a:lnTo>
                        <a:pt x="752224" y="70416"/>
                      </a:lnTo>
                      <a:lnTo>
                        <a:pt x="753914" y="70543"/>
                      </a:lnTo>
                      <a:lnTo>
                        <a:pt x="752721" y="69825"/>
                      </a:lnTo>
                      <a:lnTo>
                        <a:pt x="754527" y="67626"/>
                      </a:lnTo>
                      <a:lnTo>
                        <a:pt x="751390" y="62857"/>
                      </a:lnTo>
                      <a:lnTo>
                        <a:pt x="750973" y="62209"/>
                      </a:lnTo>
                      <a:lnTo>
                        <a:pt x="751390" y="62405"/>
                      </a:lnTo>
                      <a:lnTo>
                        <a:pt x="756784" y="64848"/>
                      </a:lnTo>
                      <a:lnTo>
                        <a:pt x="761033" y="66989"/>
                      </a:lnTo>
                      <a:lnTo>
                        <a:pt x="759505" y="66387"/>
                      </a:lnTo>
                      <a:lnTo>
                        <a:pt x="758035" y="69883"/>
                      </a:lnTo>
                      <a:lnTo>
                        <a:pt x="758463" y="73449"/>
                      </a:lnTo>
                      <a:lnTo>
                        <a:pt x="763858" y="74826"/>
                      </a:lnTo>
                      <a:lnTo>
                        <a:pt x="764922" y="67638"/>
                      </a:lnTo>
                      <a:lnTo>
                        <a:pt x="770780" y="74525"/>
                      </a:lnTo>
                      <a:lnTo>
                        <a:pt x="772285" y="77454"/>
                      </a:lnTo>
                      <a:lnTo>
                        <a:pt x="772447" y="77755"/>
                      </a:lnTo>
                      <a:lnTo>
                        <a:pt x="772053" y="77454"/>
                      </a:lnTo>
                      <a:lnTo>
                        <a:pt x="768905" y="75058"/>
                      </a:lnTo>
                      <a:lnTo>
                        <a:pt x="768661" y="76470"/>
                      </a:lnTo>
                      <a:lnTo>
                        <a:pt x="769402" y="77454"/>
                      </a:lnTo>
                      <a:lnTo>
                        <a:pt x="772088" y="81008"/>
                      </a:lnTo>
                      <a:lnTo>
                        <a:pt x="773951" y="80429"/>
                      </a:lnTo>
                      <a:lnTo>
                        <a:pt x="776371" y="84527"/>
                      </a:lnTo>
                      <a:lnTo>
                        <a:pt x="774322" y="83300"/>
                      </a:lnTo>
                      <a:lnTo>
                        <a:pt x="778756" y="89053"/>
                      </a:lnTo>
                      <a:lnTo>
                        <a:pt x="776799" y="88289"/>
                      </a:lnTo>
                      <a:lnTo>
                        <a:pt x="777795" y="91750"/>
                      </a:lnTo>
                      <a:lnTo>
                        <a:pt x="781140" y="93475"/>
                      </a:lnTo>
                      <a:lnTo>
                        <a:pt x="778952" y="93707"/>
                      </a:lnTo>
                      <a:lnTo>
                        <a:pt x="778848" y="96485"/>
                      </a:lnTo>
                      <a:lnTo>
                        <a:pt x="783270" y="98430"/>
                      </a:lnTo>
                      <a:lnTo>
                        <a:pt x="784613" y="101161"/>
                      </a:lnTo>
                      <a:lnTo>
                        <a:pt x="781105" y="98869"/>
                      </a:lnTo>
                      <a:lnTo>
                        <a:pt x="780075" y="100386"/>
                      </a:lnTo>
                      <a:lnTo>
                        <a:pt x="782668" y="104843"/>
                      </a:lnTo>
                      <a:lnTo>
                        <a:pt x="786025" y="104750"/>
                      </a:lnTo>
                      <a:lnTo>
                        <a:pt x="789047" y="109774"/>
                      </a:lnTo>
                      <a:lnTo>
                        <a:pt x="786407" y="111615"/>
                      </a:lnTo>
                      <a:lnTo>
                        <a:pt x="788445" y="112112"/>
                      </a:lnTo>
                      <a:lnTo>
                        <a:pt x="781569" y="111800"/>
                      </a:lnTo>
                      <a:lnTo>
                        <a:pt x="788445" y="112321"/>
                      </a:lnTo>
                      <a:lnTo>
                        <a:pt x="785238" y="113501"/>
                      </a:lnTo>
                      <a:lnTo>
                        <a:pt x="787750" y="113154"/>
                      </a:lnTo>
                      <a:lnTo>
                        <a:pt x="786129" y="115249"/>
                      </a:lnTo>
                      <a:lnTo>
                        <a:pt x="787484" y="114509"/>
                      </a:lnTo>
                      <a:lnTo>
                        <a:pt x="787090" y="116477"/>
                      </a:lnTo>
                      <a:lnTo>
                        <a:pt x="788607" y="112876"/>
                      </a:lnTo>
                      <a:lnTo>
                        <a:pt x="787704" y="116152"/>
                      </a:lnTo>
                      <a:lnTo>
                        <a:pt x="790030" y="116558"/>
                      </a:lnTo>
                      <a:lnTo>
                        <a:pt x="790517" y="114335"/>
                      </a:lnTo>
                      <a:lnTo>
                        <a:pt x="792681" y="115365"/>
                      </a:lnTo>
                      <a:lnTo>
                        <a:pt x="796617" y="123144"/>
                      </a:lnTo>
                      <a:lnTo>
                        <a:pt x="795008" y="121257"/>
                      </a:lnTo>
                      <a:lnTo>
                        <a:pt x="794603" y="124082"/>
                      </a:lnTo>
                      <a:lnTo>
                        <a:pt x="796201" y="127589"/>
                      </a:lnTo>
                      <a:lnTo>
                        <a:pt x="797347" y="126606"/>
                      </a:lnTo>
                      <a:lnTo>
                        <a:pt x="800900" y="138274"/>
                      </a:lnTo>
                      <a:lnTo>
                        <a:pt x="808297" y="153936"/>
                      </a:lnTo>
                      <a:lnTo>
                        <a:pt x="809883" y="157339"/>
                      </a:lnTo>
                      <a:lnTo>
                        <a:pt x="815115" y="168950"/>
                      </a:lnTo>
                      <a:lnTo>
                        <a:pt x="816586" y="172631"/>
                      </a:lnTo>
                      <a:lnTo>
                        <a:pt x="822073" y="183165"/>
                      </a:lnTo>
                      <a:lnTo>
                        <a:pt x="822165" y="183350"/>
                      </a:lnTo>
                      <a:lnTo>
                        <a:pt x="830523" y="199556"/>
                      </a:lnTo>
                      <a:lnTo>
                        <a:pt x="836311" y="214732"/>
                      </a:lnTo>
                      <a:lnTo>
                        <a:pt x="840524" y="233416"/>
                      </a:lnTo>
                      <a:lnTo>
                        <a:pt x="843743" y="242908"/>
                      </a:lnTo>
                      <a:lnTo>
                        <a:pt x="843059" y="254808"/>
                      </a:lnTo>
                      <a:lnTo>
                        <a:pt x="842515" y="270899"/>
                      </a:lnTo>
                      <a:lnTo>
                        <a:pt x="842608" y="275101"/>
                      </a:lnTo>
                      <a:lnTo>
                        <a:pt x="842435" y="284906"/>
                      </a:lnTo>
                      <a:lnTo>
                        <a:pt x="842608" y="288865"/>
                      </a:lnTo>
                      <a:lnTo>
                        <a:pt x="842724" y="291712"/>
                      </a:lnTo>
                      <a:lnTo>
                        <a:pt x="839483" y="296308"/>
                      </a:lnTo>
                      <a:lnTo>
                        <a:pt x="841740" y="292708"/>
                      </a:lnTo>
                      <a:lnTo>
                        <a:pt x="840165" y="294838"/>
                      </a:lnTo>
                      <a:lnTo>
                        <a:pt x="840860" y="290034"/>
                      </a:lnTo>
                      <a:lnTo>
                        <a:pt x="839216" y="296481"/>
                      </a:lnTo>
                      <a:lnTo>
                        <a:pt x="839193" y="300475"/>
                      </a:lnTo>
                      <a:lnTo>
                        <a:pt x="837561" y="305105"/>
                      </a:lnTo>
                      <a:lnTo>
                        <a:pt x="836705" y="302929"/>
                      </a:lnTo>
                      <a:lnTo>
                        <a:pt x="834401" y="302570"/>
                      </a:lnTo>
                      <a:lnTo>
                        <a:pt x="835292" y="301760"/>
                      </a:lnTo>
                      <a:lnTo>
                        <a:pt x="832572" y="302073"/>
                      </a:lnTo>
                      <a:lnTo>
                        <a:pt x="833359" y="301864"/>
                      </a:lnTo>
                      <a:lnTo>
                        <a:pt x="833811" y="300325"/>
                      </a:lnTo>
                      <a:lnTo>
                        <a:pt x="832873" y="301644"/>
                      </a:lnTo>
                      <a:lnTo>
                        <a:pt x="831808" y="301135"/>
                      </a:lnTo>
                      <a:lnTo>
                        <a:pt x="832954" y="298449"/>
                      </a:lnTo>
                      <a:lnTo>
                        <a:pt x="826958" y="290902"/>
                      </a:lnTo>
                      <a:lnTo>
                        <a:pt x="832607" y="298519"/>
                      </a:lnTo>
                      <a:lnTo>
                        <a:pt x="831472" y="301065"/>
                      </a:lnTo>
                      <a:lnTo>
                        <a:pt x="832688" y="302697"/>
                      </a:lnTo>
                      <a:lnTo>
                        <a:pt x="830060" y="300521"/>
                      </a:lnTo>
                      <a:lnTo>
                        <a:pt x="830812" y="302061"/>
                      </a:lnTo>
                      <a:lnTo>
                        <a:pt x="826622" y="302628"/>
                      </a:lnTo>
                      <a:lnTo>
                        <a:pt x="830917" y="302397"/>
                      </a:lnTo>
                      <a:lnTo>
                        <a:pt x="831611" y="304122"/>
                      </a:lnTo>
                      <a:lnTo>
                        <a:pt x="818565" y="314852"/>
                      </a:lnTo>
                      <a:lnTo>
                        <a:pt x="805947" y="329612"/>
                      </a:lnTo>
                      <a:lnTo>
                        <a:pt x="791535" y="338363"/>
                      </a:lnTo>
                      <a:lnTo>
                        <a:pt x="778964" y="350240"/>
                      </a:lnTo>
                      <a:lnTo>
                        <a:pt x="774901" y="353307"/>
                      </a:lnTo>
                      <a:lnTo>
                        <a:pt x="759771" y="378288"/>
                      </a:lnTo>
                      <a:lnTo>
                        <a:pt x="755176" y="382525"/>
                      </a:lnTo>
                      <a:lnTo>
                        <a:pt x="751390" y="390651"/>
                      </a:lnTo>
                      <a:lnTo>
                        <a:pt x="750348" y="392908"/>
                      </a:lnTo>
                      <a:lnTo>
                        <a:pt x="750314" y="394564"/>
                      </a:lnTo>
                      <a:lnTo>
                        <a:pt x="750233" y="397828"/>
                      </a:lnTo>
                      <a:lnTo>
                        <a:pt x="748774" y="398569"/>
                      </a:lnTo>
                      <a:lnTo>
                        <a:pt x="742488" y="399553"/>
                      </a:lnTo>
                      <a:lnTo>
                        <a:pt x="731341" y="394946"/>
                      </a:lnTo>
                      <a:lnTo>
                        <a:pt x="731051" y="394564"/>
                      </a:lnTo>
                      <a:lnTo>
                        <a:pt x="720182" y="380893"/>
                      </a:lnTo>
                      <a:lnTo>
                        <a:pt x="717241" y="378346"/>
                      </a:lnTo>
                      <a:lnTo>
                        <a:pt x="713850" y="379538"/>
                      </a:lnTo>
                      <a:lnTo>
                        <a:pt x="713028" y="379156"/>
                      </a:lnTo>
                      <a:lnTo>
                        <a:pt x="712820" y="377385"/>
                      </a:lnTo>
                      <a:lnTo>
                        <a:pt x="714070" y="375579"/>
                      </a:lnTo>
                      <a:lnTo>
                        <a:pt x="713329" y="374815"/>
                      </a:lnTo>
                      <a:lnTo>
                        <a:pt x="713225" y="374873"/>
                      </a:lnTo>
                      <a:lnTo>
                        <a:pt x="713908" y="375568"/>
                      </a:lnTo>
                      <a:lnTo>
                        <a:pt x="712611" y="377269"/>
                      </a:lnTo>
                      <a:lnTo>
                        <a:pt x="712831" y="379307"/>
                      </a:lnTo>
                      <a:lnTo>
                        <a:pt x="713479" y="379770"/>
                      </a:lnTo>
                      <a:lnTo>
                        <a:pt x="717519" y="378982"/>
                      </a:lnTo>
                      <a:lnTo>
                        <a:pt x="723006" y="385407"/>
                      </a:lnTo>
                      <a:lnTo>
                        <a:pt x="730241" y="394564"/>
                      </a:lnTo>
                      <a:lnTo>
                        <a:pt x="730519" y="394923"/>
                      </a:lnTo>
                      <a:lnTo>
                        <a:pt x="735635" y="397863"/>
                      </a:lnTo>
                      <a:lnTo>
                        <a:pt x="742546" y="400143"/>
                      </a:lnTo>
                      <a:lnTo>
                        <a:pt x="749503" y="399032"/>
                      </a:lnTo>
                      <a:lnTo>
                        <a:pt x="749561" y="399078"/>
                      </a:lnTo>
                      <a:lnTo>
                        <a:pt x="749642" y="399148"/>
                      </a:lnTo>
                      <a:lnTo>
                        <a:pt x="741065" y="407795"/>
                      </a:lnTo>
                      <a:lnTo>
                        <a:pt x="737673" y="401636"/>
                      </a:lnTo>
                      <a:lnTo>
                        <a:pt x="738622" y="404623"/>
                      </a:lnTo>
                      <a:lnTo>
                        <a:pt x="740381" y="407969"/>
                      </a:lnTo>
                      <a:lnTo>
                        <a:pt x="738217" y="407378"/>
                      </a:lnTo>
                      <a:lnTo>
                        <a:pt x="737430" y="404820"/>
                      </a:lnTo>
                      <a:lnTo>
                        <a:pt x="736168" y="404287"/>
                      </a:lnTo>
                      <a:lnTo>
                        <a:pt x="735809" y="403755"/>
                      </a:lnTo>
                      <a:lnTo>
                        <a:pt x="734362" y="403998"/>
                      </a:lnTo>
                      <a:lnTo>
                        <a:pt x="734061" y="402412"/>
                      </a:lnTo>
                      <a:lnTo>
                        <a:pt x="734073" y="403986"/>
                      </a:lnTo>
                      <a:lnTo>
                        <a:pt x="734397" y="404183"/>
                      </a:lnTo>
                      <a:lnTo>
                        <a:pt x="735786" y="403859"/>
                      </a:lnTo>
                      <a:lnTo>
                        <a:pt x="736064" y="404380"/>
                      </a:lnTo>
                      <a:lnTo>
                        <a:pt x="735404" y="405410"/>
                      </a:lnTo>
                      <a:lnTo>
                        <a:pt x="733147" y="405526"/>
                      </a:lnTo>
                      <a:lnTo>
                        <a:pt x="735369" y="405526"/>
                      </a:lnTo>
                      <a:lnTo>
                        <a:pt x="735960" y="405075"/>
                      </a:lnTo>
                      <a:lnTo>
                        <a:pt x="736156" y="404461"/>
                      </a:lnTo>
                      <a:lnTo>
                        <a:pt x="737198" y="404866"/>
                      </a:lnTo>
                      <a:lnTo>
                        <a:pt x="738066" y="407309"/>
                      </a:lnTo>
                      <a:lnTo>
                        <a:pt x="738263" y="407865"/>
                      </a:lnTo>
                      <a:lnTo>
                        <a:pt x="741609" y="408547"/>
                      </a:lnTo>
                      <a:lnTo>
                        <a:pt x="739594" y="410944"/>
                      </a:lnTo>
                      <a:lnTo>
                        <a:pt x="736515" y="414532"/>
                      </a:lnTo>
                      <a:lnTo>
                        <a:pt x="735496" y="410215"/>
                      </a:lnTo>
                      <a:lnTo>
                        <a:pt x="735728" y="415447"/>
                      </a:lnTo>
                      <a:lnTo>
                        <a:pt x="735416" y="415817"/>
                      </a:lnTo>
                      <a:lnTo>
                        <a:pt x="730322" y="415817"/>
                      </a:lnTo>
                      <a:lnTo>
                        <a:pt x="735184" y="416072"/>
                      </a:lnTo>
                      <a:lnTo>
                        <a:pt x="734119" y="417310"/>
                      </a:lnTo>
                      <a:lnTo>
                        <a:pt x="730936" y="419498"/>
                      </a:lnTo>
                      <a:lnTo>
                        <a:pt x="726548" y="421605"/>
                      </a:lnTo>
                      <a:lnTo>
                        <a:pt x="726618" y="422219"/>
                      </a:lnTo>
                      <a:lnTo>
                        <a:pt x="714197" y="432046"/>
                      </a:lnTo>
                      <a:lnTo>
                        <a:pt x="713178" y="432845"/>
                      </a:lnTo>
                      <a:lnTo>
                        <a:pt x="712611" y="433158"/>
                      </a:lnTo>
                      <a:lnTo>
                        <a:pt x="708374" y="435496"/>
                      </a:lnTo>
                      <a:lnTo>
                        <a:pt x="708455" y="435705"/>
                      </a:lnTo>
                      <a:lnTo>
                        <a:pt x="710284" y="434998"/>
                      </a:lnTo>
                      <a:lnTo>
                        <a:pt x="713375" y="433632"/>
                      </a:lnTo>
                      <a:lnTo>
                        <a:pt x="722485" y="426212"/>
                      </a:lnTo>
                      <a:lnTo>
                        <a:pt x="736538" y="416569"/>
                      </a:lnTo>
                      <a:lnTo>
                        <a:pt x="747026" y="406719"/>
                      </a:lnTo>
                      <a:lnTo>
                        <a:pt x="746042" y="410643"/>
                      </a:lnTo>
                      <a:lnTo>
                        <a:pt x="747420" y="412888"/>
                      </a:lnTo>
                      <a:lnTo>
                        <a:pt x="742963" y="415852"/>
                      </a:lnTo>
                      <a:lnTo>
                        <a:pt x="748959" y="414104"/>
                      </a:lnTo>
                      <a:lnTo>
                        <a:pt x="748496" y="415805"/>
                      </a:lnTo>
                      <a:lnTo>
                        <a:pt x="751390" y="417171"/>
                      </a:lnTo>
                      <a:lnTo>
                        <a:pt x="752328" y="417611"/>
                      </a:lnTo>
                      <a:lnTo>
                        <a:pt x="751390" y="418167"/>
                      </a:lnTo>
                      <a:lnTo>
                        <a:pt x="750383" y="418769"/>
                      </a:lnTo>
                      <a:lnTo>
                        <a:pt x="751390" y="418410"/>
                      </a:lnTo>
                      <a:lnTo>
                        <a:pt x="753520" y="417635"/>
                      </a:lnTo>
                      <a:lnTo>
                        <a:pt x="754481" y="420390"/>
                      </a:lnTo>
                      <a:lnTo>
                        <a:pt x="764378" y="420945"/>
                      </a:lnTo>
                      <a:lnTo>
                        <a:pt x="774785" y="425691"/>
                      </a:lnTo>
                      <a:lnTo>
                        <a:pt x="775480" y="427497"/>
                      </a:lnTo>
                      <a:lnTo>
                        <a:pt x="771717" y="431942"/>
                      </a:lnTo>
                      <a:lnTo>
                        <a:pt x="776707" y="427219"/>
                      </a:lnTo>
                      <a:lnTo>
                        <a:pt x="777123" y="428689"/>
                      </a:lnTo>
                      <a:lnTo>
                        <a:pt x="779983" y="428342"/>
                      </a:lnTo>
                      <a:lnTo>
                        <a:pt x="786118" y="431803"/>
                      </a:lnTo>
                      <a:lnTo>
                        <a:pt x="789614" y="442534"/>
                      </a:lnTo>
                      <a:lnTo>
                        <a:pt x="792369" y="444433"/>
                      </a:lnTo>
                      <a:lnTo>
                        <a:pt x="795633" y="452571"/>
                      </a:lnTo>
                      <a:lnTo>
                        <a:pt x="800426" y="457942"/>
                      </a:lnTo>
                      <a:lnTo>
                        <a:pt x="794453" y="457687"/>
                      </a:lnTo>
                      <a:lnTo>
                        <a:pt x="800727" y="458208"/>
                      </a:lnTo>
                      <a:lnTo>
                        <a:pt x="798886" y="463545"/>
                      </a:lnTo>
                      <a:lnTo>
                        <a:pt x="800773" y="461658"/>
                      </a:lnTo>
                      <a:lnTo>
                        <a:pt x="798180" y="482355"/>
                      </a:lnTo>
                      <a:lnTo>
                        <a:pt x="794719" y="494707"/>
                      </a:lnTo>
                      <a:lnTo>
                        <a:pt x="794985" y="494823"/>
                      </a:lnTo>
                      <a:lnTo>
                        <a:pt x="798724" y="481892"/>
                      </a:lnTo>
                      <a:lnTo>
                        <a:pt x="801479" y="462653"/>
                      </a:lnTo>
                      <a:lnTo>
                        <a:pt x="807672" y="461021"/>
                      </a:lnTo>
                      <a:lnTo>
                        <a:pt x="811585" y="461576"/>
                      </a:lnTo>
                      <a:lnTo>
                        <a:pt x="817222" y="465466"/>
                      </a:lnTo>
                      <a:lnTo>
                        <a:pt x="820070" y="465049"/>
                      </a:lnTo>
                      <a:lnTo>
                        <a:pt x="820093" y="465049"/>
                      </a:lnTo>
                      <a:lnTo>
                        <a:pt x="818137" y="472307"/>
                      </a:lnTo>
                      <a:lnTo>
                        <a:pt x="814861" y="476081"/>
                      </a:lnTo>
                      <a:lnTo>
                        <a:pt x="817639" y="476764"/>
                      </a:lnTo>
                      <a:lnTo>
                        <a:pt x="814537" y="478917"/>
                      </a:lnTo>
                      <a:lnTo>
                        <a:pt x="812210" y="483721"/>
                      </a:lnTo>
                      <a:lnTo>
                        <a:pt x="822096" y="490308"/>
                      </a:lnTo>
                      <a:lnTo>
                        <a:pt x="808413" y="498110"/>
                      </a:lnTo>
                      <a:lnTo>
                        <a:pt x="792149" y="513263"/>
                      </a:lnTo>
                      <a:lnTo>
                        <a:pt x="786859" y="511851"/>
                      </a:lnTo>
                      <a:lnTo>
                        <a:pt x="786315" y="510774"/>
                      </a:lnTo>
                      <a:lnTo>
                        <a:pt x="773049" y="511515"/>
                      </a:lnTo>
                      <a:lnTo>
                        <a:pt x="766323" y="517198"/>
                      </a:lnTo>
                      <a:lnTo>
                        <a:pt x="761010" y="517141"/>
                      </a:lnTo>
                      <a:lnTo>
                        <a:pt x="757630" y="521192"/>
                      </a:lnTo>
                      <a:lnTo>
                        <a:pt x="748508" y="519236"/>
                      </a:lnTo>
                      <a:lnTo>
                        <a:pt x="741771" y="527084"/>
                      </a:lnTo>
                      <a:lnTo>
                        <a:pt x="743901" y="546428"/>
                      </a:lnTo>
                      <a:lnTo>
                        <a:pt x="734501" y="556406"/>
                      </a:lnTo>
                      <a:lnTo>
                        <a:pt x="715702" y="558895"/>
                      </a:lnTo>
                      <a:lnTo>
                        <a:pt x="715192" y="556557"/>
                      </a:lnTo>
                      <a:lnTo>
                        <a:pt x="703883" y="551162"/>
                      </a:lnTo>
                      <a:lnTo>
                        <a:pt x="703316" y="553084"/>
                      </a:lnTo>
                      <a:lnTo>
                        <a:pt x="700040" y="553118"/>
                      </a:lnTo>
                      <a:lnTo>
                        <a:pt x="695432" y="556360"/>
                      </a:lnTo>
                      <a:lnTo>
                        <a:pt x="690188" y="553304"/>
                      </a:lnTo>
                      <a:lnTo>
                        <a:pt x="677119" y="563849"/>
                      </a:lnTo>
                      <a:lnTo>
                        <a:pt x="676610" y="565841"/>
                      </a:lnTo>
                      <a:lnTo>
                        <a:pt x="662545" y="560874"/>
                      </a:lnTo>
                      <a:lnTo>
                        <a:pt x="658077" y="565759"/>
                      </a:lnTo>
                      <a:lnTo>
                        <a:pt x="653134" y="556684"/>
                      </a:lnTo>
                      <a:lnTo>
                        <a:pt x="650854" y="557564"/>
                      </a:lnTo>
                      <a:lnTo>
                        <a:pt x="646582" y="558386"/>
                      </a:lnTo>
                      <a:lnTo>
                        <a:pt x="633826" y="566952"/>
                      </a:lnTo>
                      <a:lnTo>
                        <a:pt x="623372" y="556117"/>
                      </a:lnTo>
                      <a:lnTo>
                        <a:pt x="606947" y="553802"/>
                      </a:lnTo>
                      <a:lnTo>
                        <a:pt x="606576" y="557517"/>
                      </a:lnTo>
                      <a:lnTo>
                        <a:pt x="601703" y="561719"/>
                      </a:lnTo>
                      <a:lnTo>
                        <a:pt x="586469" y="566477"/>
                      </a:lnTo>
                      <a:lnTo>
                        <a:pt x="582058" y="570135"/>
                      </a:lnTo>
                      <a:lnTo>
                        <a:pt x="572647" y="570216"/>
                      </a:lnTo>
                      <a:lnTo>
                        <a:pt x="565169" y="566836"/>
                      </a:lnTo>
                      <a:lnTo>
                        <a:pt x="565111" y="569799"/>
                      </a:lnTo>
                      <a:lnTo>
                        <a:pt x="556962" y="570285"/>
                      </a:lnTo>
                      <a:lnTo>
                        <a:pt x="557216" y="572427"/>
                      </a:lnTo>
                      <a:lnTo>
                        <a:pt x="553963" y="571872"/>
                      </a:lnTo>
                      <a:lnTo>
                        <a:pt x="550294" y="575368"/>
                      </a:lnTo>
                      <a:lnTo>
                        <a:pt x="552516" y="579720"/>
                      </a:lnTo>
                      <a:lnTo>
                        <a:pt x="553466" y="578771"/>
                      </a:lnTo>
                      <a:lnTo>
                        <a:pt x="556857" y="580959"/>
                      </a:lnTo>
                      <a:lnTo>
                        <a:pt x="559034" y="585033"/>
                      </a:lnTo>
                      <a:lnTo>
                        <a:pt x="558143" y="590428"/>
                      </a:lnTo>
                      <a:lnTo>
                        <a:pt x="556024" y="590462"/>
                      </a:lnTo>
                      <a:lnTo>
                        <a:pt x="555677" y="597327"/>
                      </a:lnTo>
                      <a:lnTo>
                        <a:pt x="554103" y="597709"/>
                      </a:lnTo>
                      <a:lnTo>
                        <a:pt x="552355" y="604597"/>
                      </a:lnTo>
                      <a:lnTo>
                        <a:pt x="549923" y="606819"/>
                      </a:lnTo>
                      <a:lnTo>
                        <a:pt x="551764" y="609690"/>
                      </a:lnTo>
                      <a:lnTo>
                        <a:pt x="556777" y="612213"/>
                      </a:lnTo>
                      <a:lnTo>
                        <a:pt x="556823" y="614436"/>
                      </a:lnTo>
                      <a:lnTo>
                        <a:pt x="575981" y="608868"/>
                      </a:lnTo>
                      <a:lnTo>
                        <a:pt x="579477" y="610952"/>
                      </a:lnTo>
                      <a:lnTo>
                        <a:pt x="579477" y="616034"/>
                      </a:lnTo>
                      <a:lnTo>
                        <a:pt x="582568" y="619530"/>
                      </a:lnTo>
                      <a:lnTo>
                        <a:pt x="578227" y="622620"/>
                      </a:lnTo>
                      <a:lnTo>
                        <a:pt x="579847" y="626938"/>
                      </a:lnTo>
                      <a:lnTo>
                        <a:pt x="584640" y="628732"/>
                      </a:lnTo>
                      <a:lnTo>
                        <a:pt x="585045" y="634393"/>
                      </a:lnTo>
                      <a:lnTo>
                        <a:pt x="580797" y="642137"/>
                      </a:lnTo>
                      <a:lnTo>
                        <a:pt x="589073" y="645622"/>
                      </a:lnTo>
                      <a:lnTo>
                        <a:pt x="593796" y="650680"/>
                      </a:lnTo>
                      <a:lnTo>
                        <a:pt x="602305" y="652937"/>
                      </a:lnTo>
                      <a:lnTo>
                        <a:pt x="603126" y="654778"/>
                      </a:lnTo>
                      <a:lnTo>
                        <a:pt x="600684" y="658355"/>
                      </a:lnTo>
                      <a:lnTo>
                        <a:pt x="600718" y="662754"/>
                      </a:lnTo>
                      <a:lnTo>
                        <a:pt x="604156" y="666979"/>
                      </a:lnTo>
                      <a:lnTo>
                        <a:pt x="604411" y="672651"/>
                      </a:lnTo>
                      <a:lnTo>
                        <a:pt x="607409" y="676078"/>
                      </a:lnTo>
                      <a:lnTo>
                        <a:pt x="603439" y="679631"/>
                      </a:lnTo>
                      <a:lnTo>
                        <a:pt x="597489" y="692191"/>
                      </a:lnTo>
                      <a:lnTo>
                        <a:pt x="596945" y="694020"/>
                      </a:lnTo>
                      <a:lnTo>
                        <a:pt x="600383" y="695895"/>
                      </a:lnTo>
                      <a:lnTo>
                        <a:pt x="594329" y="699299"/>
                      </a:lnTo>
                      <a:lnTo>
                        <a:pt x="586770" y="706823"/>
                      </a:lnTo>
                      <a:lnTo>
                        <a:pt x="581028" y="709219"/>
                      </a:lnTo>
                      <a:lnTo>
                        <a:pt x="579963" y="713085"/>
                      </a:lnTo>
                      <a:lnTo>
                        <a:pt x="581537" y="713792"/>
                      </a:lnTo>
                      <a:lnTo>
                        <a:pt x="575529" y="718318"/>
                      </a:lnTo>
                      <a:lnTo>
                        <a:pt x="572578" y="725044"/>
                      </a:lnTo>
                      <a:lnTo>
                        <a:pt x="570911" y="726132"/>
                      </a:lnTo>
                      <a:lnTo>
                        <a:pt x="567739" y="724743"/>
                      </a:lnTo>
                      <a:lnTo>
                        <a:pt x="567102" y="726734"/>
                      </a:lnTo>
                      <a:lnTo>
                        <a:pt x="562970" y="726491"/>
                      </a:lnTo>
                      <a:lnTo>
                        <a:pt x="562437" y="728262"/>
                      </a:lnTo>
                      <a:lnTo>
                        <a:pt x="557066" y="727359"/>
                      </a:lnTo>
                      <a:lnTo>
                        <a:pt x="556383" y="728898"/>
                      </a:lnTo>
                      <a:lnTo>
                        <a:pt x="553061" y="728690"/>
                      </a:lnTo>
                      <a:lnTo>
                        <a:pt x="555804" y="731862"/>
                      </a:lnTo>
                      <a:lnTo>
                        <a:pt x="551949" y="736075"/>
                      </a:lnTo>
                      <a:lnTo>
                        <a:pt x="552308" y="740115"/>
                      </a:lnTo>
                      <a:lnTo>
                        <a:pt x="560018" y="746529"/>
                      </a:lnTo>
                      <a:lnTo>
                        <a:pt x="558108" y="751286"/>
                      </a:lnTo>
                      <a:lnTo>
                        <a:pt x="564104" y="752328"/>
                      </a:lnTo>
                      <a:lnTo>
                        <a:pt x="564776" y="761704"/>
                      </a:lnTo>
                      <a:lnTo>
                        <a:pt x="560909" y="764656"/>
                      </a:lnTo>
                      <a:lnTo>
                        <a:pt x="556950" y="762966"/>
                      </a:lnTo>
                      <a:lnTo>
                        <a:pt x="545212" y="765200"/>
                      </a:lnTo>
                      <a:lnTo>
                        <a:pt x="547331" y="766925"/>
                      </a:lnTo>
                      <a:lnTo>
                        <a:pt x="537572" y="781672"/>
                      </a:lnTo>
                      <a:lnTo>
                        <a:pt x="540547" y="786766"/>
                      </a:lnTo>
                      <a:lnTo>
                        <a:pt x="541693" y="793086"/>
                      </a:lnTo>
                      <a:lnTo>
                        <a:pt x="538811" y="795679"/>
                      </a:lnTo>
                      <a:lnTo>
                        <a:pt x="537966" y="801583"/>
                      </a:lnTo>
                      <a:lnTo>
                        <a:pt x="533335" y="800437"/>
                      </a:lnTo>
                      <a:lnTo>
                        <a:pt x="529446" y="803285"/>
                      </a:lnTo>
                      <a:lnTo>
                        <a:pt x="521158" y="793272"/>
                      </a:lnTo>
                      <a:lnTo>
                        <a:pt x="521771" y="792056"/>
                      </a:lnTo>
                      <a:lnTo>
                        <a:pt x="512939" y="788305"/>
                      </a:lnTo>
                      <a:lnTo>
                        <a:pt x="507093" y="791130"/>
                      </a:lnTo>
                      <a:lnTo>
                        <a:pt x="505553" y="794001"/>
                      </a:lnTo>
                      <a:lnTo>
                        <a:pt x="502463" y="792646"/>
                      </a:lnTo>
                      <a:lnTo>
                        <a:pt x="497543" y="795182"/>
                      </a:lnTo>
                      <a:lnTo>
                        <a:pt x="503886" y="819156"/>
                      </a:lnTo>
                      <a:lnTo>
                        <a:pt x="495390" y="830604"/>
                      </a:lnTo>
                      <a:lnTo>
                        <a:pt x="493121" y="838349"/>
                      </a:lnTo>
                      <a:lnTo>
                        <a:pt x="487136" y="837689"/>
                      </a:lnTo>
                      <a:lnTo>
                        <a:pt x="479669" y="840629"/>
                      </a:lnTo>
                      <a:lnTo>
                        <a:pt x="463926" y="855423"/>
                      </a:lnTo>
                      <a:lnTo>
                        <a:pt x="461356" y="855122"/>
                      </a:lnTo>
                      <a:lnTo>
                        <a:pt x="459504" y="857506"/>
                      </a:lnTo>
                      <a:lnTo>
                        <a:pt x="458243" y="853038"/>
                      </a:lnTo>
                      <a:lnTo>
                        <a:pt x="453693" y="854496"/>
                      </a:lnTo>
                      <a:lnTo>
                        <a:pt x="448762" y="864822"/>
                      </a:lnTo>
                      <a:lnTo>
                        <a:pt x="445127" y="860562"/>
                      </a:lnTo>
                      <a:lnTo>
                        <a:pt x="443113" y="861593"/>
                      </a:lnTo>
                      <a:lnTo>
                        <a:pt x="440914" y="870159"/>
                      </a:lnTo>
                      <a:lnTo>
                        <a:pt x="434419" y="869545"/>
                      </a:lnTo>
                      <a:lnTo>
                        <a:pt x="435890" y="876039"/>
                      </a:lnTo>
                      <a:lnTo>
                        <a:pt x="429210" y="878030"/>
                      </a:lnTo>
                      <a:lnTo>
                        <a:pt x="426733" y="876734"/>
                      </a:lnTo>
                      <a:lnTo>
                        <a:pt x="421153" y="877440"/>
                      </a:lnTo>
                      <a:lnTo>
                        <a:pt x="416940" y="880021"/>
                      </a:lnTo>
                      <a:lnTo>
                        <a:pt x="417009" y="883633"/>
                      </a:lnTo>
                      <a:lnTo>
                        <a:pt x="414775" y="887187"/>
                      </a:lnTo>
                      <a:lnTo>
                        <a:pt x="420436" y="888542"/>
                      </a:lnTo>
                      <a:lnTo>
                        <a:pt x="422751" y="893692"/>
                      </a:lnTo>
                      <a:lnTo>
                        <a:pt x="421234" y="895418"/>
                      </a:lnTo>
                      <a:lnTo>
                        <a:pt x="425460" y="896841"/>
                      </a:lnTo>
                      <a:lnTo>
                        <a:pt x="426640" y="899851"/>
                      </a:lnTo>
                      <a:lnTo>
                        <a:pt x="429569" y="900303"/>
                      </a:lnTo>
                      <a:lnTo>
                        <a:pt x="435299" y="911716"/>
                      </a:lnTo>
                      <a:lnTo>
                        <a:pt x="432440" y="916532"/>
                      </a:lnTo>
                      <a:lnTo>
                        <a:pt x="425969" y="916486"/>
                      </a:lnTo>
                      <a:lnTo>
                        <a:pt x="424071" y="918372"/>
                      </a:lnTo>
                      <a:lnTo>
                        <a:pt x="424962" y="922123"/>
                      </a:lnTo>
                      <a:lnTo>
                        <a:pt x="427879" y="924322"/>
                      </a:lnTo>
                      <a:lnTo>
                        <a:pt x="425402" y="927946"/>
                      </a:lnTo>
                      <a:lnTo>
                        <a:pt x="422381" y="927043"/>
                      </a:lnTo>
                      <a:lnTo>
                        <a:pt x="421131" y="930573"/>
                      </a:lnTo>
                      <a:lnTo>
                        <a:pt x="419000" y="936650"/>
                      </a:lnTo>
                      <a:lnTo>
                        <a:pt x="416998" y="937704"/>
                      </a:lnTo>
                      <a:lnTo>
                        <a:pt x="414393" y="935783"/>
                      </a:lnTo>
                      <a:lnTo>
                        <a:pt x="408721" y="941952"/>
                      </a:lnTo>
                      <a:lnTo>
                        <a:pt x="399761" y="929208"/>
                      </a:lnTo>
                      <a:lnTo>
                        <a:pt x="396821" y="918627"/>
                      </a:lnTo>
                      <a:lnTo>
                        <a:pt x="398314" y="917759"/>
                      </a:lnTo>
                      <a:lnTo>
                        <a:pt x="396300" y="918071"/>
                      </a:lnTo>
                      <a:lnTo>
                        <a:pt x="396265" y="915015"/>
                      </a:lnTo>
                      <a:lnTo>
                        <a:pt x="394390" y="913464"/>
                      </a:lnTo>
                      <a:lnTo>
                        <a:pt x="395907" y="910026"/>
                      </a:lnTo>
                      <a:lnTo>
                        <a:pt x="391577" y="906738"/>
                      </a:lnTo>
                      <a:lnTo>
                        <a:pt x="388382" y="908486"/>
                      </a:lnTo>
                      <a:lnTo>
                        <a:pt x="385905" y="913070"/>
                      </a:lnTo>
                      <a:lnTo>
                        <a:pt x="383879" y="912029"/>
                      </a:lnTo>
                      <a:lnTo>
                        <a:pt x="379943" y="913857"/>
                      </a:lnTo>
                      <a:lnTo>
                        <a:pt x="372465" y="911751"/>
                      </a:lnTo>
                      <a:lnTo>
                        <a:pt x="369571" y="912897"/>
                      </a:lnTo>
                      <a:lnTo>
                        <a:pt x="364663" y="910559"/>
                      </a:lnTo>
                      <a:lnTo>
                        <a:pt x="358887" y="911797"/>
                      </a:lnTo>
                      <a:lnTo>
                        <a:pt x="363540" y="913857"/>
                      </a:lnTo>
                      <a:lnTo>
                        <a:pt x="364270" y="917585"/>
                      </a:lnTo>
                      <a:lnTo>
                        <a:pt x="360125" y="916254"/>
                      </a:lnTo>
                      <a:lnTo>
                        <a:pt x="355136" y="920109"/>
                      </a:lnTo>
                      <a:lnTo>
                        <a:pt x="351814" y="918338"/>
                      </a:lnTo>
                      <a:lnTo>
                        <a:pt x="348376" y="921092"/>
                      </a:lnTo>
                      <a:lnTo>
                        <a:pt x="346559" y="920688"/>
                      </a:lnTo>
                      <a:lnTo>
                        <a:pt x="344209" y="924530"/>
                      </a:lnTo>
                      <a:lnTo>
                        <a:pt x="330225" y="928953"/>
                      </a:lnTo>
                      <a:lnTo>
                        <a:pt x="325074" y="942474"/>
                      </a:lnTo>
                      <a:lnTo>
                        <a:pt x="331857" y="946409"/>
                      </a:lnTo>
                      <a:lnTo>
                        <a:pt x="327157" y="952660"/>
                      </a:lnTo>
                      <a:lnTo>
                        <a:pt x="326092" y="957128"/>
                      </a:lnTo>
                      <a:lnTo>
                        <a:pt x="318024" y="960208"/>
                      </a:lnTo>
                      <a:lnTo>
                        <a:pt x="315419" y="959536"/>
                      </a:lnTo>
                      <a:lnTo>
                        <a:pt x="311055" y="966273"/>
                      </a:lnTo>
                      <a:lnTo>
                        <a:pt x="305719" y="966643"/>
                      </a:lnTo>
                      <a:lnTo>
                        <a:pt x="303751" y="969063"/>
                      </a:lnTo>
                      <a:lnTo>
                        <a:pt x="291585" y="966886"/>
                      </a:lnTo>
                      <a:lnTo>
                        <a:pt x="287232" y="964039"/>
                      </a:lnTo>
                      <a:lnTo>
                        <a:pt x="280252" y="967257"/>
                      </a:lnTo>
                      <a:lnTo>
                        <a:pt x="273005" y="966493"/>
                      </a:lnTo>
                      <a:lnTo>
                        <a:pt x="272102" y="968148"/>
                      </a:lnTo>
                      <a:lnTo>
                        <a:pt x="270065" y="962187"/>
                      </a:lnTo>
                      <a:lnTo>
                        <a:pt x="272403" y="960289"/>
                      </a:lnTo>
                      <a:lnTo>
                        <a:pt x="271998" y="956376"/>
                      </a:lnTo>
                      <a:lnTo>
                        <a:pt x="274256" y="952961"/>
                      </a:lnTo>
                      <a:lnTo>
                        <a:pt x="271500" y="949847"/>
                      </a:lnTo>
                      <a:lnTo>
                        <a:pt x="273654" y="949430"/>
                      </a:lnTo>
                      <a:lnTo>
                        <a:pt x="273804" y="947717"/>
                      </a:lnTo>
                      <a:lnTo>
                        <a:pt x="271142" y="940575"/>
                      </a:lnTo>
                      <a:lnTo>
                        <a:pt x="267866" y="939683"/>
                      </a:lnTo>
                      <a:lnTo>
                        <a:pt x="268722" y="937368"/>
                      </a:lnTo>
                      <a:lnTo>
                        <a:pt x="266615" y="931071"/>
                      </a:lnTo>
                      <a:lnTo>
                        <a:pt x="260990" y="925989"/>
                      </a:lnTo>
                      <a:lnTo>
                        <a:pt x="262958" y="922366"/>
                      </a:lnTo>
                      <a:lnTo>
                        <a:pt x="262784" y="918384"/>
                      </a:lnTo>
                      <a:lnTo>
                        <a:pt x="264810" y="917979"/>
                      </a:lnTo>
                      <a:lnTo>
                        <a:pt x="265481" y="915791"/>
                      </a:lnTo>
                      <a:lnTo>
                        <a:pt x="263062" y="914876"/>
                      </a:lnTo>
                      <a:lnTo>
                        <a:pt x="266419" y="910292"/>
                      </a:lnTo>
                      <a:lnTo>
                        <a:pt x="265736" y="909100"/>
                      </a:lnTo>
                      <a:lnTo>
                        <a:pt x="258929" y="909273"/>
                      </a:lnTo>
                      <a:lnTo>
                        <a:pt x="257806" y="905106"/>
                      </a:lnTo>
                      <a:lnTo>
                        <a:pt x="262553" y="901981"/>
                      </a:lnTo>
                      <a:lnTo>
                        <a:pt x="270100" y="901692"/>
                      </a:lnTo>
                      <a:lnTo>
                        <a:pt x="275448" y="898566"/>
                      </a:lnTo>
                      <a:lnTo>
                        <a:pt x="284211" y="898890"/>
                      </a:lnTo>
                      <a:lnTo>
                        <a:pt x="282417" y="894954"/>
                      </a:lnTo>
                      <a:lnTo>
                        <a:pt x="273689" y="887291"/>
                      </a:lnTo>
                      <a:lnTo>
                        <a:pt x="262101" y="871860"/>
                      </a:lnTo>
                      <a:lnTo>
                        <a:pt x="262807" y="870645"/>
                      </a:lnTo>
                      <a:lnTo>
                        <a:pt x="253477" y="857252"/>
                      </a:lnTo>
                      <a:lnTo>
                        <a:pt x="253593" y="853929"/>
                      </a:lnTo>
                      <a:lnTo>
                        <a:pt x="256695" y="849403"/>
                      </a:lnTo>
                      <a:lnTo>
                        <a:pt x="258362" y="849611"/>
                      </a:lnTo>
                      <a:lnTo>
                        <a:pt x="260133" y="844275"/>
                      </a:lnTo>
                      <a:lnTo>
                        <a:pt x="271674" y="843291"/>
                      </a:lnTo>
                      <a:lnTo>
                        <a:pt x="271663" y="841034"/>
                      </a:lnTo>
                      <a:lnTo>
                        <a:pt x="278388" y="840860"/>
                      </a:lnTo>
                      <a:lnTo>
                        <a:pt x="281167" y="839112"/>
                      </a:lnTo>
                      <a:lnTo>
                        <a:pt x="278851" y="829076"/>
                      </a:lnTo>
                      <a:lnTo>
                        <a:pt x="273631" y="825591"/>
                      </a:lnTo>
                      <a:lnTo>
                        <a:pt x="273029" y="823740"/>
                      </a:lnTo>
                      <a:lnTo>
                        <a:pt x="274568" y="822350"/>
                      </a:lnTo>
                      <a:lnTo>
                        <a:pt x="272450" y="821667"/>
                      </a:lnTo>
                      <a:lnTo>
                        <a:pt x="270158" y="815891"/>
                      </a:lnTo>
                      <a:lnTo>
                        <a:pt x="276583" y="817790"/>
                      </a:lnTo>
                      <a:lnTo>
                        <a:pt x="276814" y="814502"/>
                      </a:lnTo>
                      <a:lnTo>
                        <a:pt x="280981" y="810497"/>
                      </a:lnTo>
                      <a:lnTo>
                        <a:pt x="287012" y="809918"/>
                      </a:lnTo>
                      <a:lnTo>
                        <a:pt x="288702" y="807070"/>
                      </a:lnTo>
                      <a:lnTo>
                        <a:pt x="294085" y="802000"/>
                      </a:lnTo>
                      <a:lnTo>
                        <a:pt x="294849" y="799291"/>
                      </a:lnTo>
                      <a:lnTo>
                        <a:pt x="291886" y="787299"/>
                      </a:lnTo>
                      <a:lnTo>
                        <a:pt x="288181" y="785284"/>
                      </a:lnTo>
                      <a:lnTo>
                        <a:pt x="296875" y="770560"/>
                      </a:lnTo>
                      <a:lnTo>
                        <a:pt x="283459" y="766937"/>
                      </a:lnTo>
                      <a:lnTo>
                        <a:pt x="276583" y="763035"/>
                      </a:lnTo>
                      <a:lnTo>
                        <a:pt x="279164" y="757780"/>
                      </a:lnTo>
                      <a:lnTo>
                        <a:pt x="287985" y="752247"/>
                      </a:lnTo>
                      <a:lnTo>
                        <a:pt x="300602" y="748335"/>
                      </a:lnTo>
                      <a:lnTo>
                        <a:pt x="302848" y="749423"/>
                      </a:lnTo>
                      <a:lnTo>
                        <a:pt x="308949" y="746274"/>
                      </a:lnTo>
                      <a:lnTo>
                        <a:pt x="309932" y="743310"/>
                      </a:lnTo>
                      <a:lnTo>
                        <a:pt x="299097" y="722601"/>
                      </a:lnTo>
                      <a:lnTo>
                        <a:pt x="284755" y="697239"/>
                      </a:lnTo>
                      <a:lnTo>
                        <a:pt x="261024" y="666169"/>
                      </a:lnTo>
                      <a:lnTo>
                        <a:pt x="254114" y="661735"/>
                      </a:lnTo>
                      <a:lnTo>
                        <a:pt x="220856" y="642380"/>
                      </a:lnTo>
                      <a:lnTo>
                        <a:pt x="220266" y="640436"/>
                      </a:lnTo>
                      <a:lnTo>
                        <a:pt x="205495" y="632425"/>
                      </a:lnTo>
                      <a:lnTo>
                        <a:pt x="182887" y="621405"/>
                      </a:lnTo>
                      <a:lnTo>
                        <a:pt x="181313" y="614286"/>
                      </a:lnTo>
                      <a:lnTo>
                        <a:pt x="177586" y="610292"/>
                      </a:lnTo>
                      <a:lnTo>
                        <a:pt x="169228" y="606472"/>
                      </a:lnTo>
                      <a:lnTo>
                        <a:pt x="171415" y="595532"/>
                      </a:lnTo>
                      <a:lnTo>
                        <a:pt x="166936" y="592083"/>
                      </a:lnTo>
                      <a:lnTo>
                        <a:pt x="167723" y="585844"/>
                      </a:lnTo>
                      <a:lnTo>
                        <a:pt x="165304" y="583494"/>
                      </a:lnTo>
                      <a:lnTo>
                        <a:pt x="170767" y="581700"/>
                      </a:lnTo>
                      <a:lnTo>
                        <a:pt x="174865" y="577949"/>
                      </a:lnTo>
                      <a:lnTo>
                        <a:pt x="175583" y="572635"/>
                      </a:lnTo>
                      <a:lnTo>
                        <a:pt x="173835" y="571270"/>
                      </a:lnTo>
                      <a:lnTo>
                        <a:pt x="172180" y="564533"/>
                      </a:lnTo>
                      <a:lnTo>
                        <a:pt x="165489" y="559636"/>
                      </a:lnTo>
                      <a:lnTo>
                        <a:pt x="166889" y="558594"/>
                      </a:lnTo>
                      <a:lnTo>
                        <a:pt x="165952" y="557390"/>
                      </a:lnTo>
                      <a:lnTo>
                        <a:pt x="162907" y="558050"/>
                      </a:lnTo>
                      <a:lnTo>
                        <a:pt x="158578" y="552968"/>
                      </a:lnTo>
                      <a:lnTo>
                        <a:pt x="159759" y="548708"/>
                      </a:lnTo>
                      <a:lnTo>
                        <a:pt x="155719" y="545247"/>
                      </a:lnTo>
                      <a:lnTo>
                        <a:pt x="152894" y="547539"/>
                      </a:lnTo>
                      <a:lnTo>
                        <a:pt x="149352" y="545108"/>
                      </a:lnTo>
                      <a:lnTo>
                        <a:pt x="145833" y="547064"/>
                      </a:lnTo>
                      <a:lnTo>
                        <a:pt x="142210" y="544101"/>
                      </a:lnTo>
                      <a:lnTo>
                        <a:pt x="141399" y="545756"/>
                      </a:lnTo>
                      <a:lnTo>
                        <a:pt x="135183" y="546312"/>
                      </a:lnTo>
                      <a:lnTo>
                        <a:pt x="135426" y="540779"/>
                      </a:lnTo>
                      <a:lnTo>
                        <a:pt x="133620" y="537329"/>
                      </a:lnTo>
                      <a:lnTo>
                        <a:pt x="134558" y="532814"/>
                      </a:lnTo>
                      <a:lnTo>
                        <a:pt x="127774" y="531009"/>
                      </a:lnTo>
                      <a:lnTo>
                        <a:pt x="126929" y="529469"/>
                      </a:lnTo>
                      <a:lnTo>
                        <a:pt x="120146" y="529677"/>
                      </a:lnTo>
                      <a:lnTo>
                        <a:pt x="117565" y="526818"/>
                      </a:lnTo>
                      <a:lnTo>
                        <a:pt x="119799" y="524862"/>
                      </a:lnTo>
                      <a:lnTo>
                        <a:pt x="119868" y="519942"/>
                      </a:lnTo>
                      <a:lnTo>
                        <a:pt x="121790" y="519722"/>
                      </a:lnTo>
                      <a:lnTo>
                        <a:pt x="120111" y="514663"/>
                      </a:lnTo>
                      <a:lnTo>
                        <a:pt x="123989" y="510959"/>
                      </a:lnTo>
                      <a:lnTo>
                        <a:pt x="125344" y="504372"/>
                      </a:lnTo>
                      <a:lnTo>
                        <a:pt x="129580" y="502474"/>
                      </a:lnTo>
                      <a:lnTo>
                        <a:pt x="129349" y="497994"/>
                      </a:lnTo>
                      <a:lnTo>
                        <a:pt x="130842" y="495806"/>
                      </a:lnTo>
                      <a:lnTo>
                        <a:pt x="136028" y="498851"/>
                      </a:lnTo>
                      <a:lnTo>
                        <a:pt x="140925" y="494579"/>
                      </a:lnTo>
                      <a:lnTo>
                        <a:pt x="144976" y="498654"/>
                      </a:lnTo>
                      <a:lnTo>
                        <a:pt x="147685" y="495459"/>
                      </a:lnTo>
                      <a:lnTo>
                        <a:pt x="150614" y="497659"/>
                      </a:lnTo>
                      <a:lnTo>
                        <a:pt x="151204" y="495864"/>
                      </a:lnTo>
                      <a:lnTo>
                        <a:pt x="149445" y="493630"/>
                      </a:lnTo>
                      <a:lnTo>
                        <a:pt x="153589" y="491419"/>
                      </a:lnTo>
                      <a:lnTo>
                        <a:pt x="153265" y="489382"/>
                      </a:lnTo>
                      <a:lnTo>
                        <a:pt x="155290" y="487680"/>
                      </a:lnTo>
                      <a:lnTo>
                        <a:pt x="156841" y="488502"/>
                      </a:lnTo>
                      <a:lnTo>
                        <a:pt x="158485" y="486766"/>
                      </a:lnTo>
                      <a:lnTo>
                        <a:pt x="157397" y="481105"/>
                      </a:lnTo>
                      <a:lnTo>
                        <a:pt x="150718" y="477088"/>
                      </a:lnTo>
                      <a:lnTo>
                        <a:pt x="153554" y="471092"/>
                      </a:lnTo>
                      <a:lnTo>
                        <a:pt x="159631" y="468036"/>
                      </a:lnTo>
                      <a:lnTo>
                        <a:pt x="157385" y="467862"/>
                      </a:lnTo>
                      <a:lnTo>
                        <a:pt x="157409" y="465293"/>
                      </a:lnTo>
                      <a:lnTo>
                        <a:pt x="153728" y="464818"/>
                      </a:lnTo>
                      <a:lnTo>
                        <a:pt x="151864" y="461218"/>
                      </a:lnTo>
                      <a:lnTo>
                        <a:pt x="148113" y="460419"/>
                      </a:lnTo>
                      <a:lnTo>
                        <a:pt x="144293" y="456275"/>
                      </a:lnTo>
                      <a:lnTo>
                        <a:pt x="144814" y="454758"/>
                      </a:lnTo>
                      <a:lnTo>
                        <a:pt x="141388" y="455545"/>
                      </a:lnTo>
                      <a:lnTo>
                        <a:pt x="122183" y="448959"/>
                      </a:lnTo>
                      <a:lnTo>
                        <a:pt x="118514" y="451262"/>
                      </a:lnTo>
                      <a:lnTo>
                        <a:pt x="117171" y="447686"/>
                      </a:lnTo>
                      <a:lnTo>
                        <a:pt x="112923" y="448391"/>
                      </a:lnTo>
                      <a:lnTo>
                        <a:pt x="112691" y="451170"/>
                      </a:lnTo>
                      <a:lnTo>
                        <a:pt x="110839" y="449723"/>
                      </a:lnTo>
                      <a:lnTo>
                        <a:pt x="109728" y="451841"/>
                      </a:lnTo>
                      <a:lnTo>
                        <a:pt x="109323" y="449850"/>
                      </a:lnTo>
                      <a:lnTo>
                        <a:pt x="104785" y="448832"/>
                      </a:lnTo>
                      <a:lnTo>
                        <a:pt x="104565" y="447153"/>
                      </a:lnTo>
                      <a:lnTo>
                        <a:pt x="101103" y="447709"/>
                      </a:lnTo>
                      <a:lnTo>
                        <a:pt x="102342" y="446551"/>
                      </a:lnTo>
                      <a:lnTo>
                        <a:pt x="101775" y="445451"/>
                      </a:lnTo>
                      <a:lnTo>
                        <a:pt x="100120" y="446493"/>
                      </a:lnTo>
                      <a:lnTo>
                        <a:pt x="100664" y="443611"/>
                      </a:lnTo>
                      <a:lnTo>
                        <a:pt x="97851" y="441562"/>
                      </a:lnTo>
                      <a:lnTo>
                        <a:pt x="92283" y="440381"/>
                      </a:lnTo>
                      <a:lnTo>
                        <a:pt x="91218" y="437707"/>
                      </a:lnTo>
                      <a:lnTo>
                        <a:pt x="88903" y="437626"/>
                      </a:lnTo>
                      <a:lnTo>
                        <a:pt x="87329" y="439953"/>
                      </a:lnTo>
                      <a:lnTo>
                        <a:pt x="82640" y="436341"/>
                      </a:lnTo>
                      <a:lnTo>
                        <a:pt x="79075" y="439617"/>
                      </a:lnTo>
                      <a:lnTo>
                        <a:pt x="74757" y="438402"/>
                      </a:lnTo>
                      <a:lnTo>
                        <a:pt x="75104" y="436329"/>
                      </a:lnTo>
                      <a:lnTo>
                        <a:pt x="73078" y="437395"/>
                      </a:lnTo>
                      <a:lnTo>
                        <a:pt x="70590" y="433401"/>
                      </a:lnTo>
                      <a:lnTo>
                        <a:pt x="70937" y="430808"/>
                      </a:lnTo>
                      <a:lnTo>
                        <a:pt x="72465" y="430403"/>
                      </a:lnTo>
                      <a:lnTo>
                        <a:pt x="71319" y="427208"/>
                      </a:lnTo>
                      <a:lnTo>
                        <a:pt x="66144" y="422959"/>
                      </a:lnTo>
                      <a:lnTo>
                        <a:pt x="67904" y="420563"/>
                      </a:lnTo>
                      <a:lnTo>
                        <a:pt x="66017" y="420621"/>
                      </a:lnTo>
                      <a:lnTo>
                        <a:pt x="66168" y="416407"/>
                      </a:lnTo>
                      <a:lnTo>
                        <a:pt x="63656" y="416512"/>
                      </a:lnTo>
                      <a:lnTo>
                        <a:pt x="62949" y="414509"/>
                      </a:lnTo>
                      <a:lnTo>
                        <a:pt x="65520" y="407321"/>
                      </a:lnTo>
                      <a:lnTo>
                        <a:pt x="69004" y="403917"/>
                      </a:lnTo>
                      <a:lnTo>
                        <a:pt x="71226" y="404021"/>
                      </a:lnTo>
                      <a:lnTo>
                        <a:pt x="70370" y="401625"/>
                      </a:lnTo>
                      <a:lnTo>
                        <a:pt x="72430" y="401370"/>
                      </a:lnTo>
                      <a:lnTo>
                        <a:pt x="70752" y="395953"/>
                      </a:lnTo>
                      <a:lnTo>
                        <a:pt x="73912" y="391890"/>
                      </a:lnTo>
                      <a:lnTo>
                        <a:pt x="72257" y="386287"/>
                      </a:lnTo>
                      <a:lnTo>
                        <a:pt x="73449" y="382919"/>
                      </a:lnTo>
                      <a:lnTo>
                        <a:pt x="80927" y="380904"/>
                      </a:lnTo>
                      <a:lnTo>
                        <a:pt x="82397" y="379423"/>
                      </a:lnTo>
                      <a:lnTo>
                        <a:pt x="81240" y="377964"/>
                      </a:lnTo>
                      <a:lnTo>
                        <a:pt x="84087" y="378172"/>
                      </a:lnTo>
                      <a:lnTo>
                        <a:pt x="85280" y="375498"/>
                      </a:lnTo>
                      <a:lnTo>
                        <a:pt x="87363" y="375626"/>
                      </a:lnTo>
                      <a:lnTo>
                        <a:pt x="86483" y="373831"/>
                      </a:lnTo>
                      <a:lnTo>
                        <a:pt x="96253" y="369456"/>
                      </a:lnTo>
                      <a:lnTo>
                        <a:pt x="94911" y="364027"/>
                      </a:lnTo>
                      <a:lnTo>
                        <a:pt x="97874" y="359373"/>
                      </a:lnTo>
                      <a:lnTo>
                        <a:pt x="95744" y="356780"/>
                      </a:lnTo>
                      <a:lnTo>
                        <a:pt x="98048" y="352439"/>
                      </a:lnTo>
                      <a:lnTo>
                        <a:pt x="96497" y="349742"/>
                      </a:lnTo>
                      <a:lnTo>
                        <a:pt x="97411" y="347427"/>
                      </a:lnTo>
                      <a:lnTo>
                        <a:pt x="94123" y="343491"/>
                      </a:lnTo>
                      <a:lnTo>
                        <a:pt x="90384" y="344104"/>
                      </a:lnTo>
                      <a:lnTo>
                        <a:pt x="90292" y="343028"/>
                      </a:lnTo>
                      <a:lnTo>
                        <a:pt x="88451" y="337240"/>
                      </a:lnTo>
                      <a:lnTo>
                        <a:pt x="91449" y="334497"/>
                      </a:lnTo>
                      <a:lnTo>
                        <a:pt x="87907" y="332297"/>
                      </a:lnTo>
                      <a:lnTo>
                        <a:pt x="85858" y="323430"/>
                      </a:lnTo>
                      <a:lnTo>
                        <a:pt x="86819" y="321833"/>
                      </a:lnTo>
                      <a:lnTo>
                        <a:pt x="84816" y="317434"/>
                      </a:lnTo>
                      <a:lnTo>
                        <a:pt x="85546" y="315559"/>
                      </a:lnTo>
                      <a:lnTo>
                        <a:pt x="88764" y="314656"/>
                      </a:lnTo>
                      <a:lnTo>
                        <a:pt x="88509" y="308937"/>
                      </a:lnTo>
                      <a:lnTo>
                        <a:pt x="87351" y="305487"/>
                      </a:lnTo>
                      <a:lnTo>
                        <a:pt x="82536" y="301887"/>
                      </a:lnTo>
                      <a:lnTo>
                        <a:pt x="79306" y="296632"/>
                      </a:lnTo>
                      <a:lnTo>
                        <a:pt x="78195" y="291342"/>
                      </a:lnTo>
                      <a:lnTo>
                        <a:pt x="74965" y="289061"/>
                      </a:lnTo>
                      <a:lnTo>
                        <a:pt x="78241" y="278678"/>
                      </a:lnTo>
                      <a:lnTo>
                        <a:pt x="71944" y="270795"/>
                      </a:lnTo>
                      <a:lnTo>
                        <a:pt x="71330" y="267843"/>
                      </a:lnTo>
                      <a:lnTo>
                        <a:pt x="61167" y="258686"/>
                      </a:lnTo>
                      <a:lnTo>
                        <a:pt x="56467" y="254600"/>
                      </a:lnTo>
                      <a:lnTo>
                        <a:pt x="47773" y="251926"/>
                      </a:lnTo>
                      <a:lnTo>
                        <a:pt x="44451" y="252759"/>
                      </a:lnTo>
                      <a:lnTo>
                        <a:pt x="33975" y="244992"/>
                      </a:lnTo>
                      <a:lnTo>
                        <a:pt x="27261" y="243834"/>
                      </a:lnTo>
                      <a:lnTo>
                        <a:pt x="25259" y="236495"/>
                      </a:lnTo>
                      <a:lnTo>
                        <a:pt x="16426" y="243938"/>
                      </a:lnTo>
                      <a:lnTo>
                        <a:pt x="15419" y="238405"/>
                      </a:lnTo>
                      <a:lnTo>
                        <a:pt x="20431" y="235731"/>
                      </a:lnTo>
                      <a:lnTo>
                        <a:pt x="20848" y="233659"/>
                      </a:lnTo>
                      <a:lnTo>
                        <a:pt x="18371" y="229237"/>
                      </a:lnTo>
                      <a:lnTo>
                        <a:pt x="12074" y="225440"/>
                      </a:lnTo>
                      <a:lnTo>
                        <a:pt x="11865" y="219328"/>
                      </a:lnTo>
                      <a:lnTo>
                        <a:pt x="8636" y="216261"/>
                      </a:lnTo>
                      <a:lnTo>
                        <a:pt x="10152" y="211329"/>
                      </a:lnTo>
                      <a:lnTo>
                        <a:pt x="8693" y="191766"/>
                      </a:lnTo>
                      <a:lnTo>
                        <a:pt x="11437" y="181996"/>
                      </a:lnTo>
                      <a:lnTo>
                        <a:pt x="8207" y="179276"/>
                      </a:lnTo>
                      <a:lnTo>
                        <a:pt x="8717" y="174668"/>
                      </a:lnTo>
                      <a:lnTo>
                        <a:pt x="7177" y="174066"/>
                      </a:lnTo>
                      <a:lnTo>
                        <a:pt x="6946" y="169575"/>
                      </a:lnTo>
                      <a:lnTo>
                        <a:pt x="10349" y="166068"/>
                      </a:lnTo>
                      <a:lnTo>
                        <a:pt x="9596" y="161032"/>
                      </a:lnTo>
                      <a:lnTo>
                        <a:pt x="8230" y="160372"/>
                      </a:lnTo>
                      <a:lnTo>
                        <a:pt x="8821" y="156668"/>
                      </a:lnTo>
                      <a:lnTo>
                        <a:pt x="4306" y="153866"/>
                      </a:lnTo>
                      <a:lnTo>
                        <a:pt x="2442" y="155626"/>
                      </a:lnTo>
                      <a:lnTo>
                        <a:pt x="0" y="153288"/>
                      </a:lnTo>
                      <a:lnTo>
                        <a:pt x="1065" y="151806"/>
                      </a:lnTo>
                      <a:lnTo>
                        <a:pt x="104" y="148704"/>
                      </a:lnTo>
                      <a:lnTo>
                        <a:pt x="4434" y="148993"/>
                      </a:lnTo>
                      <a:lnTo>
                        <a:pt x="5973" y="147361"/>
                      </a:lnTo>
                      <a:lnTo>
                        <a:pt x="5047" y="145729"/>
                      </a:lnTo>
                      <a:lnTo>
                        <a:pt x="10349" y="142360"/>
                      </a:lnTo>
                      <a:lnTo>
                        <a:pt x="10221" y="138529"/>
                      </a:lnTo>
                      <a:lnTo>
                        <a:pt x="14678" y="125390"/>
                      </a:lnTo>
                      <a:lnTo>
                        <a:pt x="7165" y="124985"/>
                      </a:lnTo>
                      <a:lnTo>
                        <a:pt x="3658" y="122241"/>
                      </a:lnTo>
                      <a:lnTo>
                        <a:pt x="5058" y="119556"/>
                      </a:lnTo>
                      <a:lnTo>
                        <a:pt x="2766" y="116766"/>
                      </a:lnTo>
                      <a:lnTo>
                        <a:pt x="2431" y="115215"/>
                      </a:lnTo>
                      <a:lnTo>
                        <a:pt x="6992" y="110943"/>
                      </a:lnTo>
                      <a:lnTo>
                        <a:pt x="10499" y="113200"/>
                      </a:lnTo>
                      <a:lnTo>
                        <a:pt x="9087" y="109890"/>
                      </a:lnTo>
                      <a:lnTo>
                        <a:pt x="13405" y="107297"/>
                      </a:lnTo>
                      <a:lnTo>
                        <a:pt x="13775" y="104496"/>
                      </a:lnTo>
                      <a:lnTo>
                        <a:pt x="16970" y="101856"/>
                      </a:lnTo>
                      <a:lnTo>
                        <a:pt x="16137" y="98696"/>
                      </a:lnTo>
                      <a:lnTo>
                        <a:pt x="18787" y="97156"/>
                      </a:lnTo>
                      <a:lnTo>
                        <a:pt x="16009" y="93151"/>
                      </a:lnTo>
                      <a:lnTo>
                        <a:pt x="16252" y="86634"/>
                      </a:lnTo>
                      <a:lnTo>
                        <a:pt x="20883" y="82617"/>
                      </a:lnTo>
                      <a:lnTo>
                        <a:pt x="21543" y="74063"/>
                      </a:lnTo>
                      <a:lnTo>
                        <a:pt x="24818" y="69745"/>
                      </a:lnTo>
                      <a:lnTo>
                        <a:pt x="29044" y="73055"/>
                      </a:lnTo>
                      <a:lnTo>
                        <a:pt x="39335" y="69664"/>
                      </a:lnTo>
                      <a:lnTo>
                        <a:pt x="41152" y="66989"/>
                      </a:lnTo>
                      <a:lnTo>
                        <a:pt x="37645" y="63193"/>
                      </a:lnTo>
                      <a:lnTo>
                        <a:pt x="39149" y="57393"/>
                      </a:lnTo>
                      <a:lnTo>
                        <a:pt x="43641" y="52936"/>
                      </a:lnTo>
                      <a:lnTo>
                        <a:pt x="47253" y="53087"/>
                      </a:lnTo>
                      <a:lnTo>
                        <a:pt x="49082" y="55738"/>
                      </a:lnTo>
                      <a:lnTo>
                        <a:pt x="56294" y="51710"/>
                      </a:lnTo>
                      <a:lnTo>
                        <a:pt x="67418" y="63760"/>
                      </a:lnTo>
                      <a:lnTo>
                        <a:pt x="72546" y="61630"/>
                      </a:lnTo>
                      <a:lnTo>
                        <a:pt x="74282" y="63042"/>
                      </a:lnTo>
                      <a:lnTo>
                        <a:pt x="75232" y="67545"/>
                      </a:lnTo>
                      <a:lnTo>
                        <a:pt x="81807" y="68737"/>
                      </a:lnTo>
                      <a:lnTo>
                        <a:pt x="78449" y="71713"/>
                      </a:lnTo>
                      <a:lnTo>
                        <a:pt x="83392" y="73565"/>
                      </a:lnTo>
                      <a:lnTo>
                        <a:pt x="81621" y="86611"/>
                      </a:lnTo>
                      <a:lnTo>
                        <a:pt x="85256" y="89655"/>
                      </a:lnTo>
                      <a:lnTo>
                        <a:pt x="89493" y="90570"/>
                      </a:lnTo>
                      <a:lnTo>
                        <a:pt x="90500" y="94031"/>
                      </a:lnTo>
                      <a:lnTo>
                        <a:pt x="93232" y="96115"/>
                      </a:lnTo>
                      <a:lnTo>
                        <a:pt x="98951" y="95999"/>
                      </a:lnTo>
                      <a:lnTo>
                        <a:pt x="101347" y="97608"/>
                      </a:lnTo>
                      <a:lnTo>
                        <a:pt x="100363" y="100456"/>
                      </a:lnTo>
                      <a:lnTo>
                        <a:pt x="101960" y="107737"/>
                      </a:lnTo>
                      <a:lnTo>
                        <a:pt x="99853" y="111175"/>
                      </a:lnTo>
                      <a:lnTo>
                        <a:pt x="101787" y="115759"/>
                      </a:lnTo>
                      <a:lnTo>
                        <a:pt x="100930" y="118769"/>
                      </a:lnTo>
                      <a:lnTo>
                        <a:pt x="103384" y="121824"/>
                      </a:lnTo>
                      <a:lnTo>
                        <a:pt x="106891" y="124765"/>
                      </a:lnTo>
                      <a:lnTo>
                        <a:pt x="110920" y="122704"/>
                      </a:lnTo>
                      <a:lnTo>
                        <a:pt x="114370" y="123920"/>
                      </a:lnTo>
                      <a:lnTo>
                        <a:pt x="116233" y="126038"/>
                      </a:lnTo>
                      <a:lnTo>
                        <a:pt x="115655" y="131143"/>
                      </a:lnTo>
                      <a:lnTo>
                        <a:pt x="119324" y="133412"/>
                      </a:lnTo>
                      <a:lnTo>
                        <a:pt x="123792" y="133030"/>
                      </a:lnTo>
                      <a:lnTo>
                        <a:pt x="128643" y="138123"/>
                      </a:lnTo>
                      <a:lnTo>
                        <a:pt x="133655" y="138783"/>
                      </a:lnTo>
                      <a:lnTo>
                        <a:pt x="130310" y="153693"/>
                      </a:lnTo>
                      <a:lnTo>
                        <a:pt x="141932" y="159770"/>
                      </a:lnTo>
                      <a:lnTo>
                        <a:pt x="143703" y="162167"/>
                      </a:lnTo>
                      <a:lnTo>
                        <a:pt x="156054" y="165709"/>
                      </a:lnTo>
                      <a:lnTo>
                        <a:pt x="152188" y="167676"/>
                      </a:lnTo>
                      <a:lnTo>
                        <a:pt x="148403" y="167341"/>
                      </a:lnTo>
                      <a:lnTo>
                        <a:pt x="141283" y="180537"/>
                      </a:lnTo>
                      <a:lnTo>
                        <a:pt x="143842" y="183119"/>
                      </a:lnTo>
                      <a:lnTo>
                        <a:pt x="149560" y="179426"/>
                      </a:lnTo>
                      <a:lnTo>
                        <a:pt x="152281" y="182031"/>
                      </a:lnTo>
                      <a:lnTo>
                        <a:pt x="153160" y="186071"/>
                      </a:lnTo>
                      <a:lnTo>
                        <a:pt x="158127" y="180005"/>
                      </a:lnTo>
                      <a:lnTo>
                        <a:pt x="160245" y="182876"/>
                      </a:lnTo>
                      <a:lnTo>
                        <a:pt x="158809" y="183454"/>
                      </a:lnTo>
                      <a:lnTo>
                        <a:pt x="159689" y="185793"/>
                      </a:lnTo>
                      <a:lnTo>
                        <a:pt x="166299" y="183258"/>
                      </a:lnTo>
                      <a:lnTo>
                        <a:pt x="168417" y="185851"/>
                      </a:lnTo>
                      <a:lnTo>
                        <a:pt x="166334" y="188883"/>
                      </a:lnTo>
                      <a:lnTo>
                        <a:pt x="175131" y="189810"/>
                      </a:lnTo>
                      <a:lnTo>
                        <a:pt x="177065" y="186325"/>
                      </a:lnTo>
                      <a:lnTo>
                        <a:pt x="187274" y="182181"/>
                      </a:lnTo>
                      <a:lnTo>
                        <a:pt x="195621" y="181070"/>
                      </a:lnTo>
                      <a:lnTo>
                        <a:pt x="199325" y="182366"/>
                      </a:lnTo>
                      <a:lnTo>
                        <a:pt x="203770" y="179530"/>
                      </a:lnTo>
                      <a:lnTo>
                        <a:pt x="202091" y="174367"/>
                      </a:lnTo>
                      <a:lnTo>
                        <a:pt x="205113" y="173951"/>
                      </a:lnTo>
                      <a:lnTo>
                        <a:pt x="208366" y="170316"/>
                      </a:lnTo>
                      <a:lnTo>
                        <a:pt x="215809" y="171971"/>
                      </a:lnTo>
                      <a:lnTo>
                        <a:pt x="219236" y="167584"/>
                      </a:lnTo>
                      <a:lnTo>
                        <a:pt x="227883" y="171682"/>
                      </a:lnTo>
                      <a:lnTo>
                        <a:pt x="226031" y="178894"/>
                      </a:lnTo>
                      <a:lnTo>
                        <a:pt x="227906" y="181834"/>
                      </a:lnTo>
                      <a:lnTo>
                        <a:pt x="236414" y="183281"/>
                      </a:lnTo>
                      <a:lnTo>
                        <a:pt x="236646" y="181278"/>
                      </a:lnTo>
                      <a:lnTo>
                        <a:pt x="239760" y="180861"/>
                      </a:lnTo>
                      <a:lnTo>
                        <a:pt x="245165" y="182725"/>
                      </a:lnTo>
                      <a:lnTo>
                        <a:pt x="248418" y="174981"/>
                      </a:lnTo>
                      <a:lnTo>
                        <a:pt x="249703" y="175062"/>
                      </a:lnTo>
                      <a:lnTo>
                        <a:pt x="250768" y="177007"/>
                      </a:lnTo>
                      <a:lnTo>
                        <a:pt x="254669" y="174692"/>
                      </a:lnTo>
                      <a:lnTo>
                        <a:pt x="254021" y="171879"/>
                      </a:lnTo>
                      <a:lnTo>
                        <a:pt x="258709" y="172805"/>
                      </a:lnTo>
                      <a:lnTo>
                        <a:pt x="262414" y="176463"/>
                      </a:lnTo>
                      <a:lnTo>
                        <a:pt x="260121" y="179091"/>
                      </a:lnTo>
                      <a:lnTo>
                        <a:pt x="259982" y="183061"/>
                      </a:lnTo>
                      <a:lnTo>
                        <a:pt x="264833" y="186290"/>
                      </a:lnTo>
                      <a:lnTo>
                        <a:pt x="267692" y="185642"/>
                      </a:lnTo>
                      <a:lnTo>
                        <a:pt x="274638" y="190724"/>
                      </a:lnTo>
                      <a:lnTo>
                        <a:pt x="278307" y="190794"/>
                      </a:lnTo>
                      <a:lnTo>
                        <a:pt x="282903" y="186638"/>
                      </a:lnTo>
                      <a:lnTo>
                        <a:pt x="286746" y="189231"/>
                      </a:lnTo>
                      <a:lnTo>
                        <a:pt x="292603" y="189080"/>
                      </a:lnTo>
                      <a:lnTo>
                        <a:pt x="293784" y="184821"/>
                      </a:lnTo>
                      <a:lnTo>
                        <a:pt x="296319" y="180352"/>
                      </a:lnTo>
                      <a:lnTo>
                        <a:pt x="302617" y="178870"/>
                      </a:lnTo>
                      <a:lnTo>
                        <a:pt x="302362" y="176358"/>
                      </a:lnTo>
                      <a:lnTo>
                        <a:pt x="312607" y="167445"/>
                      </a:lnTo>
                      <a:lnTo>
                        <a:pt x="315060" y="166971"/>
                      </a:lnTo>
                      <a:lnTo>
                        <a:pt x="314215" y="163822"/>
                      </a:lnTo>
                      <a:lnTo>
                        <a:pt x="308659" y="164933"/>
                      </a:lnTo>
                      <a:lnTo>
                        <a:pt x="306552" y="157976"/>
                      </a:lnTo>
                      <a:lnTo>
                        <a:pt x="310789" y="159353"/>
                      </a:lnTo>
                      <a:lnTo>
                        <a:pt x="315026" y="158428"/>
                      </a:lnTo>
                      <a:lnTo>
                        <a:pt x="314250" y="153647"/>
                      </a:lnTo>
                      <a:lnTo>
                        <a:pt x="312190" y="153728"/>
                      </a:lnTo>
                      <a:lnTo>
                        <a:pt x="312294" y="150741"/>
                      </a:lnTo>
                      <a:lnTo>
                        <a:pt x="317700" y="146828"/>
                      </a:lnTo>
                      <a:lnTo>
                        <a:pt x="317352" y="138690"/>
                      </a:lnTo>
                      <a:lnTo>
                        <a:pt x="316160" y="138343"/>
                      </a:lnTo>
                      <a:lnTo>
                        <a:pt x="320246" y="133424"/>
                      </a:lnTo>
                      <a:lnTo>
                        <a:pt x="322793" y="134060"/>
                      </a:lnTo>
                      <a:lnTo>
                        <a:pt x="322562" y="128087"/>
                      </a:lnTo>
                      <a:lnTo>
                        <a:pt x="325247" y="128978"/>
                      </a:lnTo>
                      <a:lnTo>
                        <a:pt x="328581" y="121257"/>
                      </a:lnTo>
                      <a:lnTo>
                        <a:pt x="332610" y="117252"/>
                      </a:lnTo>
                      <a:lnTo>
                        <a:pt x="335411" y="118826"/>
                      </a:lnTo>
                      <a:lnTo>
                        <a:pt x="334925" y="116453"/>
                      </a:lnTo>
                      <a:lnTo>
                        <a:pt x="343595" y="117252"/>
                      </a:lnTo>
                      <a:lnTo>
                        <a:pt x="352266" y="113802"/>
                      </a:lnTo>
                      <a:lnTo>
                        <a:pt x="352474" y="117206"/>
                      </a:lnTo>
                      <a:lnTo>
                        <a:pt x="358134" y="116477"/>
                      </a:lnTo>
                      <a:lnTo>
                        <a:pt x="358748" y="112645"/>
                      </a:lnTo>
                      <a:lnTo>
                        <a:pt x="364605" y="110133"/>
                      </a:lnTo>
                      <a:lnTo>
                        <a:pt x="363899" y="106186"/>
                      </a:lnTo>
                      <a:lnTo>
                        <a:pt x="367962" y="95721"/>
                      </a:lnTo>
                      <a:lnTo>
                        <a:pt x="367719" y="89655"/>
                      </a:lnTo>
                      <a:lnTo>
                        <a:pt x="379087" y="81992"/>
                      </a:lnTo>
                      <a:lnTo>
                        <a:pt x="385141" y="71261"/>
                      </a:lnTo>
                      <a:lnTo>
                        <a:pt x="397689" y="87166"/>
                      </a:lnTo>
                      <a:lnTo>
                        <a:pt x="390836" y="92943"/>
                      </a:lnTo>
                      <a:lnTo>
                        <a:pt x="392283" y="95987"/>
                      </a:lnTo>
                      <a:lnTo>
                        <a:pt x="407193" y="95061"/>
                      </a:lnTo>
                      <a:lnTo>
                        <a:pt x="407783" y="92213"/>
                      </a:lnTo>
                      <a:lnTo>
                        <a:pt x="434014" y="98395"/>
                      </a:lnTo>
                      <a:lnTo>
                        <a:pt x="438529" y="93429"/>
                      </a:lnTo>
                      <a:lnTo>
                        <a:pt x="438390" y="85615"/>
                      </a:lnTo>
                      <a:lnTo>
                        <a:pt x="442858" y="84052"/>
                      </a:lnTo>
                      <a:lnTo>
                        <a:pt x="441342" y="78299"/>
                      </a:lnTo>
                      <a:lnTo>
                        <a:pt x="443877" y="72430"/>
                      </a:lnTo>
                      <a:lnTo>
                        <a:pt x="449468" y="71388"/>
                      </a:lnTo>
                      <a:lnTo>
                        <a:pt x="453659" y="59905"/>
                      </a:lnTo>
                      <a:lnTo>
                        <a:pt x="467040" y="63042"/>
                      </a:lnTo>
                      <a:lnTo>
                        <a:pt x="471995" y="61653"/>
                      </a:lnTo>
                      <a:lnTo>
                        <a:pt x="476116" y="63852"/>
                      </a:lnTo>
                      <a:lnTo>
                        <a:pt x="494070" y="63332"/>
                      </a:lnTo>
                      <a:lnTo>
                        <a:pt x="492832" y="66885"/>
                      </a:lnTo>
                      <a:lnTo>
                        <a:pt x="493827" y="73484"/>
                      </a:lnTo>
                      <a:lnTo>
                        <a:pt x="492391" y="79156"/>
                      </a:lnTo>
                      <a:lnTo>
                        <a:pt x="491026" y="79526"/>
                      </a:lnTo>
                      <a:lnTo>
                        <a:pt x="490933" y="88845"/>
                      </a:lnTo>
                      <a:lnTo>
                        <a:pt x="493885" y="93197"/>
                      </a:lnTo>
                      <a:lnTo>
                        <a:pt x="492843" y="95478"/>
                      </a:lnTo>
                      <a:lnTo>
                        <a:pt x="503481" y="96346"/>
                      </a:lnTo>
                      <a:lnTo>
                        <a:pt x="520185" y="94170"/>
                      </a:lnTo>
                      <a:lnTo>
                        <a:pt x="548071" y="84562"/>
                      </a:lnTo>
                      <a:lnTo>
                        <a:pt x="542781" y="81378"/>
                      </a:lnTo>
                      <a:lnTo>
                        <a:pt x="542295" y="77072"/>
                      </a:lnTo>
                      <a:lnTo>
                        <a:pt x="544668" y="72060"/>
                      </a:lnTo>
                      <a:lnTo>
                        <a:pt x="541867" y="67059"/>
                      </a:lnTo>
                      <a:lnTo>
                        <a:pt x="546208" y="64536"/>
                      </a:lnTo>
                      <a:lnTo>
                        <a:pt x="557355" y="64049"/>
                      </a:lnTo>
                      <a:lnTo>
                        <a:pt x="570899" y="58921"/>
                      </a:lnTo>
                      <a:lnTo>
                        <a:pt x="569626" y="50424"/>
                      </a:lnTo>
                      <a:lnTo>
                        <a:pt x="567392" y="48271"/>
                      </a:lnTo>
                      <a:lnTo>
                        <a:pt x="564799" y="49151"/>
                      </a:lnTo>
                      <a:lnTo>
                        <a:pt x="561557" y="42229"/>
                      </a:lnTo>
                      <a:lnTo>
                        <a:pt x="536959" y="47982"/>
                      </a:lnTo>
                      <a:lnTo>
                        <a:pt x="540466" y="42958"/>
                      </a:lnTo>
                      <a:lnTo>
                        <a:pt x="548789" y="40967"/>
                      </a:lnTo>
                      <a:lnTo>
                        <a:pt x="549183" y="36800"/>
                      </a:lnTo>
                      <a:lnTo>
                        <a:pt x="552204" y="34820"/>
                      </a:lnTo>
                      <a:lnTo>
                        <a:pt x="554369" y="35549"/>
                      </a:lnTo>
                      <a:lnTo>
                        <a:pt x="558189" y="28211"/>
                      </a:lnTo>
                      <a:lnTo>
                        <a:pt x="561777" y="25641"/>
                      </a:lnTo>
                      <a:lnTo>
                        <a:pt x="566130" y="32204"/>
                      </a:lnTo>
                      <a:lnTo>
                        <a:pt x="587453" y="35932"/>
                      </a:lnTo>
                      <a:lnTo>
                        <a:pt x="590393" y="35862"/>
                      </a:lnTo>
                      <a:lnTo>
                        <a:pt x="590092" y="33836"/>
                      </a:lnTo>
                      <a:lnTo>
                        <a:pt x="594560" y="34253"/>
                      </a:lnTo>
                      <a:lnTo>
                        <a:pt x="602895" y="15512"/>
                      </a:lnTo>
                      <a:lnTo>
                        <a:pt x="605488" y="15072"/>
                      </a:lnTo>
                      <a:lnTo>
                        <a:pt x="606368" y="12409"/>
                      </a:lnTo>
                      <a:lnTo>
                        <a:pt x="603369" y="1273"/>
                      </a:lnTo>
                      <a:lnTo>
                        <a:pt x="606009" y="0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5FBF4F89-BD1A-41AF-935F-B4AF05ED5EE9}"/>
                    </a:ext>
                  </a:extLst>
                </p:cNvPr>
                <p:cNvSpPr/>
                <p:nvPr/>
              </p:nvSpPr>
              <p:spPr>
                <a:xfrm>
                  <a:off x="10267789" y="6023107"/>
                  <a:ext cx="694" cy="1551"/>
                </a:xfrm>
                <a:custGeom>
                  <a:avLst/>
                  <a:gdLst>
                    <a:gd name="connsiteX0" fmla="*/ 660 w 694"/>
                    <a:gd name="connsiteY0" fmla="*/ 0 h 1551"/>
                    <a:gd name="connsiteX1" fmla="*/ 695 w 694"/>
                    <a:gd name="connsiteY1" fmla="*/ 1551 h 1551"/>
                    <a:gd name="connsiteX2" fmla="*/ 0 w 694"/>
                    <a:gd name="connsiteY2" fmla="*/ 1517 h 1551"/>
                    <a:gd name="connsiteX3" fmla="*/ 660 w 694"/>
                    <a:gd name="connsiteY3" fmla="*/ 0 h 1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4" h="1551">
                      <a:moveTo>
                        <a:pt x="660" y="0"/>
                      </a:moveTo>
                      <a:lnTo>
                        <a:pt x="695" y="1551"/>
                      </a:lnTo>
                      <a:lnTo>
                        <a:pt x="0" y="1517"/>
                      </a:lnTo>
                      <a:lnTo>
                        <a:pt x="660" y="0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1B99018C-5536-D0F0-C8F6-A0195B1ADD64}"/>
                    </a:ext>
                  </a:extLst>
                </p:cNvPr>
                <p:cNvSpPr/>
                <p:nvPr/>
              </p:nvSpPr>
              <p:spPr>
                <a:xfrm>
                  <a:off x="10202177" y="5980555"/>
                  <a:ext cx="1296" cy="914"/>
                </a:xfrm>
                <a:custGeom>
                  <a:avLst/>
                  <a:gdLst>
                    <a:gd name="connsiteX0" fmla="*/ 1296 w 1296"/>
                    <a:gd name="connsiteY0" fmla="*/ 23 h 914"/>
                    <a:gd name="connsiteX1" fmla="*/ 0 w 1296"/>
                    <a:gd name="connsiteY1" fmla="*/ 915 h 914"/>
                    <a:gd name="connsiteX2" fmla="*/ 868 w 1296"/>
                    <a:gd name="connsiteY2" fmla="*/ 0 h 914"/>
                    <a:gd name="connsiteX3" fmla="*/ 1296 w 1296"/>
                    <a:gd name="connsiteY3" fmla="*/ 23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6" h="914">
                      <a:moveTo>
                        <a:pt x="1296" y="23"/>
                      </a:moveTo>
                      <a:lnTo>
                        <a:pt x="0" y="915"/>
                      </a:lnTo>
                      <a:lnTo>
                        <a:pt x="868" y="0"/>
                      </a:lnTo>
                      <a:lnTo>
                        <a:pt x="1296" y="23"/>
                      </a:lnTo>
                    </a:path>
                  </a:pathLst>
                </a:custGeom>
                <a:solidFill>
                  <a:srgbClr val="08306B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6710B058-A5DB-1384-0A80-AC631263F7AA}"/>
                    </a:ext>
                  </a:extLst>
                </p:cNvPr>
                <p:cNvSpPr/>
                <p:nvPr/>
              </p:nvSpPr>
              <p:spPr>
                <a:xfrm>
                  <a:off x="9035710" y="5800966"/>
                  <a:ext cx="741817" cy="822060"/>
                </a:xfrm>
                <a:custGeom>
                  <a:avLst/>
                  <a:gdLst>
                    <a:gd name="connsiteX0" fmla="*/ 465860 w 741817"/>
                    <a:gd name="connsiteY0" fmla="*/ 8497 h 822060"/>
                    <a:gd name="connsiteX1" fmla="*/ 476336 w 741817"/>
                    <a:gd name="connsiteY1" fmla="*/ 16264 h 822060"/>
                    <a:gd name="connsiteX2" fmla="*/ 479658 w 741817"/>
                    <a:gd name="connsiteY2" fmla="*/ 15431 h 822060"/>
                    <a:gd name="connsiteX3" fmla="*/ 488352 w 741817"/>
                    <a:gd name="connsiteY3" fmla="*/ 18105 h 822060"/>
                    <a:gd name="connsiteX4" fmla="*/ 493052 w 741817"/>
                    <a:gd name="connsiteY4" fmla="*/ 22191 h 822060"/>
                    <a:gd name="connsiteX5" fmla="*/ 503215 w 741817"/>
                    <a:gd name="connsiteY5" fmla="*/ 31348 h 822060"/>
                    <a:gd name="connsiteX6" fmla="*/ 503829 w 741817"/>
                    <a:gd name="connsiteY6" fmla="*/ 34299 h 822060"/>
                    <a:gd name="connsiteX7" fmla="*/ 510126 w 741817"/>
                    <a:gd name="connsiteY7" fmla="*/ 42183 h 822060"/>
                    <a:gd name="connsiteX8" fmla="*/ 506850 w 741817"/>
                    <a:gd name="connsiteY8" fmla="*/ 52566 h 822060"/>
                    <a:gd name="connsiteX9" fmla="*/ 510080 w 741817"/>
                    <a:gd name="connsiteY9" fmla="*/ 54847 h 822060"/>
                    <a:gd name="connsiteX10" fmla="*/ 511191 w 741817"/>
                    <a:gd name="connsiteY10" fmla="*/ 60137 h 822060"/>
                    <a:gd name="connsiteX11" fmla="*/ 514421 w 741817"/>
                    <a:gd name="connsiteY11" fmla="*/ 65392 h 822060"/>
                    <a:gd name="connsiteX12" fmla="*/ 519236 w 741817"/>
                    <a:gd name="connsiteY12" fmla="*/ 68992 h 822060"/>
                    <a:gd name="connsiteX13" fmla="*/ 520394 w 741817"/>
                    <a:gd name="connsiteY13" fmla="*/ 72442 h 822060"/>
                    <a:gd name="connsiteX14" fmla="*/ 520649 w 741817"/>
                    <a:gd name="connsiteY14" fmla="*/ 78160 h 822060"/>
                    <a:gd name="connsiteX15" fmla="*/ 517430 w 741817"/>
                    <a:gd name="connsiteY15" fmla="*/ 79063 h 822060"/>
                    <a:gd name="connsiteX16" fmla="*/ 516701 w 741817"/>
                    <a:gd name="connsiteY16" fmla="*/ 80939 h 822060"/>
                    <a:gd name="connsiteX17" fmla="*/ 518704 w 741817"/>
                    <a:gd name="connsiteY17" fmla="*/ 85337 h 822060"/>
                    <a:gd name="connsiteX18" fmla="*/ 517743 w 741817"/>
                    <a:gd name="connsiteY18" fmla="*/ 86935 h 822060"/>
                    <a:gd name="connsiteX19" fmla="*/ 519792 w 741817"/>
                    <a:gd name="connsiteY19" fmla="*/ 95802 h 822060"/>
                    <a:gd name="connsiteX20" fmla="*/ 523334 w 741817"/>
                    <a:gd name="connsiteY20" fmla="*/ 98001 h 822060"/>
                    <a:gd name="connsiteX21" fmla="*/ 520336 w 741817"/>
                    <a:gd name="connsiteY21" fmla="*/ 100745 h 822060"/>
                    <a:gd name="connsiteX22" fmla="*/ 522176 w 741817"/>
                    <a:gd name="connsiteY22" fmla="*/ 106533 h 822060"/>
                    <a:gd name="connsiteX23" fmla="*/ 522269 w 741817"/>
                    <a:gd name="connsiteY23" fmla="*/ 107609 h 822060"/>
                    <a:gd name="connsiteX24" fmla="*/ 526008 w 741817"/>
                    <a:gd name="connsiteY24" fmla="*/ 106996 h 822060"/>
                    <a:gd name="connsiteX25" fmla="*/ 529295 w 741817"/>
                    <a:gd name="connsiteY25" fmla="*/ 110932 h 822060"/>
                    <a:gd name="connsiteX26" fmla="*/ 528381 w 741817"/>
                    <a:gd name="connsiteY26" fmla="*/ 113247 h 822060"/>
                    <a:gd name="connsiteX27" fmla="*/ 529932 w 741817"/>
                    <a:gd name="connsiteY27" fmla="*/ 115944 h 822060"/>
                    <a:gd name="connsiteX28" fmla="*/ 527629 w 741817"/>
                    <a:gd name="connsiteY28" fmla="*/ 120285 h 822060"/>
                    <a:gd name="connsiteX29" fmla="*/ 529759 w 741817"/>
                    <a:gd name="connsiteY29" fmla="*/ 122878 h 822060"/>
                    <a:gd name="connsiteX30" fmla="*/ 526795 w 741817"/>
                    <a:gd name="connsiteY30" fmla="*/ 127531 h 822060"/>
                    <a:gd name="connsiteX31" fmla="*/ 528138 w 741817"/>
                    <a:gd name="connsiteY31" fmla="*/ 132960 h 822060"/>
                    <a:gd name="connsiteX32" fmla="*/ 518368 w 741817"/>
                    <a:gd name="connsiteY32" fmla="*/ 137336 h 822060"/>
                    <a:gd name="connsiteX33" fmla="*/ 519248 w 741817"/>
                    <a:gd name="connsiteY33" fmla="*/ 139131 h 822060"/>
                    <a:gd name="connsiteX34" fmla="*/ 517164 w 741817"/>
                    <a:gd name="connsiteY34" fmla="*/ 139003 h 822060"/>
                    <a:gd name="connsiteX35" fmla="*/ 515972 w 741817"/>
                    <a:gd name="connsiteY35" fmla="*/ 141677 h 822060"/>
                    <a:gd name="connsiteX36" fmla="*/ 513124 w 741817"/>
                    <a:gd name="connsiteY36" fmla="*/ 141469 h 822060"/>
                    <a:gd name="connsiteX37" fmla="*/ 514282 w 741817"/>
                    <a:gd name="connsiteY37" fmla="*/ 142928 h 822060"/>
                    <a:gd name="connsiteX38" fmla="*/ 512812 w 741817"/>
                    <a:gd name="connsiteY38" fmla="*/ 144409 h 822060"/>
                    <a:gd name="connsiteX39" fmla="*/ 505334 w 741817"/>
                    <a:gd name="connsiteY39" fmla="*/ 146423 h 822060"/>
                    <a:gd name="connsiteX40" fmla="*/ 504141 w 741817"/>
                    <a:gd name="connsiteY40" fmla="*/ 149792 h 822060"/>
                    <a:gd name="connsiteX41" fmla="*/ 505796 w 741817"/>
                    <a:gd name="connsiteY41" fmla="*/ 155395 h 822060"/>
                    <a:gd name="connsiteX42" fmla="*/ 502636 w 741817"/>
                    <a:gd name="connsiteY42" fmla="*/ 159458 h 822060"/>
                    <a:gd name="connsiteX43" fmla="*/ 504315 w 741817"/>
                    <a:gd name="connsiteY43" fmla="*/ 164875 h 822060"/>
                    <a:gd name="connsiteX44" fmla="*/ 502254 w 741817"/>
                    <a:gd name="connsiteY44" fmla="*/ 165130 h 822060"/>
                    <a:gd name="connsiteX45" fmla="*/ 503111 w 741817"/>
                    <a:gd name="connsiteY45" fmla="*/ 167526 h 822060"/>
                    <a:gd name="connsiteX46" fmla="*/ 500889 w 741817"/>
                    <a:gd name="connsiteY46" fmla="*/ 167422 h 822060"/>
                    <a:gd name="connsiteX47" fmla="*/ 497404 w 741817"/>
                    <a:gd name="connsiteY47" fmla="*/ 170825 h 822060"/>
                    <a:gd name="connsiteX48" fmla="*/ 494834 w 741817"/>
                    <a:gd name="connsiteY48" fmla="*/ 178014 h 822060"/>
                    <a:gd name="connsiteX49" fmla="*/ 495540 w 741817"/>
                    <a:gd name="connsiteY49" fmla="*/ 180016 h 822060"/>
                    <a:gd name="connsiteX50" fmla="*/ 498052 w 741817"/>
                    <a:gd name="connsiteY50" fmla="*/ 179912 h 822060"/>
                    <a:gd name="connsiteX51" fmla="*/ 497902 w 741817"/>
                    <a:gd name="connsiteY51" fmla="*/ 184126 h 822060"/>
                    <a:gd name="connsiteX52" fmla="*/ 499789 w 741817"/>
                    <a:gd name="connsiteY52" fmla="*/ 184068 h 822060"/>
                    <a:gd name="connsiteX53" fmla="*/ 498029 w 741817"/>
                    <a:gd name="connsiteY53" fmla="*/ 186464 h 822060"/>
                    <a:gd name="connsiteX54" fmla="*/ 503203 w 741817"/>
                    <a:gd name="connsiteY54" fmla="*/ 190713 h 822060"/>
                    <a:gd name="connsiteX55" fmla="*/ 504349 w 741817"/>
                    <a:gd name="connsiteY55" fmla="*/ 193908 h 822060"/>
                    <a:gd name="connsiteX56" fmla="*/ 502822 w 741817"/>
                    <a:gd name="connsiteY56" fmla="*/ 194313 h 822060"/>
                    <a:gd name="connsiteX57" fmla="*/ 502474 w 741817"/>
                    <a:gd name="connsiteY57" fmla="*/ 196906 h 822060"/>
                    <a:gd name="connsiteX58" fmla="*/ 504963 w 741817"/>
                    <a:gd name="connsiteY58" fmla="*/ 200899 h 822060"/>
                    <a:gd name="connsiteX59" fmla="*/ 506989 w 741817"/>
                    <a:gd name="connsiteY59" fmla="*/ 199834 h 822060"/>
                    <a:gd name="connsiteX60" fmla="*/ 506641 w 741817"/>
                    <a:gd name="connsiteY60" fmla="*/ 201907 h 822060"/>
                    <a:gd name="connsiteX61" fmla="*/ 510959 w 741817"/>
                    <a:gd name="connsiteY61" fmla="*/ 203122 h 822060"/>
                    <a:gd name="connsiteX62" fmla="*/ 514525 w 741817"/>
                    <a:gd name="connsiteY62" fmla="*/ 199846 h 822060"/>
                    <a:gd name="connsiteX63" fmla="*/ 519213 w 741817"/>
                    <a:gd name="connsiteY63" fmla="*/ 203458 h 822060"/>
                    <a:gd name="connsiteX64" fmla="*/ 520787 w 741817"/>
                    <a:gd name="connsiteY64" fmla="*/ 201131 h 822060"/>
                    <a:gd name="connsiteX65" fmla="*/ 523103 w 741817"/>
                    <a:gd name="connsiteY65" fmla="*/ 201212 h 822060"/>
                    <a:gd name="connsiteX66" fmla="*/ 524167 w 741817"/>
                    <a:gd name="connsiteY66" fmla="*/ 203886 h 822060"/>
                    <a:gd name="connsiteX67" fmla="*/ 529736 w 741817"/>
                    <a:gd name="connsiteY67" fmla="*/ 205067 h 822060"/>
                    <a:gd name="connsiteX68" fmla="*/ 532548 w 741817"/>
                    <a:gd name="connsiteY68" fmla="*/ 207116 h 822060"/>
                    <a:gd name="connsiteX69" fmla="*/ 532004 w 741817"/>
                    <a:gd name="connsiteY69" fmla="*/ 209998 h 822060"/>
                    <a:gd name="connsiteX70" fmla="*/ 533660 w 741817"/>
                    <a:gd name="connsiteY70" fmla="*/ 208956 h 822060"/>
                    <a:gd name="connsiteX71" fmla="*/ 534227 w 741817"/>
                    <a:gd name="connsiteY71" fmla="*/ 210056 h 822060"/>
                    <a:gd name="connsiteX72" fmla="*/ 532988 w 741817"/>
                    <a:gd name="connsiteY72" fmla="*/ 211213 h 822060"/>
                    <a:gd name="connsiteX73" fmla="*/ 536450 w 741817"/>
                    <a:gd name="connsiteY73" fmla="*/ 210658 h 822060"/>
                    <a:gd name="connsiteX74" fmla="*/ 536670 w 741817"/>
                    <a:gd name="connsiteY74" fmla="*/ 212337 h 822060"/>
                    <a:gd name="connsiteX75" fmla="*/ 541207 w 741817"/>
                    <a:gd name="connsiteY75" fmla="*/ 213355 h 822060"/>
                    <a:gd name="connsiteX76" fmla="*/ 541613 w 741817"/>
                    <a:gd name="connsiteY76" fmla="*/ 215346 h 822060"/>
                    <a:gd name="connsiteX77" fmla="*/ 542724 w 741817"/>
                    <a:gd name="connsiteY77" fmla="*/ 213228 h 822060"/>
                    <a:gd name="connsiteX78" fmla="*/ 544576 w 741817"/>
                    <a:gd name="connsiteY78" fmla="*/ 214675 h 822060"/>
                    <a:gd name="connsiteX79" fmla="*/ 544807 w 741817"/>
                    <a:gd name="connsiteY79" fmla="*/ 211896 h 822060"/>
                    <a:gd name="connsiteX80" fmla="*/ 549056 w 741817"/>
                    <a:gd name="connsiteY80" fmla="*/ 211191 h 822060"/>
                    <a:gd name="connsiteX81" fmla="*/ 550399 w 741817"/>
                    <a:gd name="connsiteY81" fmla="*/ 214767 h 822060"/>
                    <a:gd name="connsiteX82" fmla="*/ 554068 w 741817"/>
                    <a:gd name="connsiteY82" fmla="*/ 212464 h 822060"/>
                    <a:gd name="connsiteX83" fmla="*/ 573272 w 741817"/>
                    <a:gd name="connsiteY83" fmla="*/ 219050 h 822060"/>
                    <a:gd name="connsiteX84" fmla="*/ 576699 w 741817"/>
                    <a:gd name="connsiteY84" fmla="*/ 218263 h 822060"/>
                    <a:gd name="connsiteX85" fmla="*/ 576178 w 741817"/>
                    <a:gd name="connsiteY85" fmla="*/ 219780 h 822060"/>
                    <a:gd name="connsiteX86" fmla="*/ 579998 w 741817"/>
                    <a:gd name="connsiteY86" fmla="*/ 223924 h 822060"/>
                    <a:gd name="connsiteX87" fmla="*/ 583749 w 741817"/>
                    <a:gd name="connsiteY87" fmla="*/ 224722 h 822060"/>
                    <a:gd name="connsiteX88" fmla="*/ 585612 w 741817"/>
                    <a:gd name="connsiteY88" fmla="*/ 228323 h 822060"/>
                    <a:gd name="connsiteX89" fmla="*/ 589293 w 741817"/>
                    <a:gd name="connsiteY89" fmla="*/ 228797 h 822060"/>
                    <a:gd name="connsiteX90" fmla="*/ 589270 w 741817"/>
                    <a:gd name="connsiteY90" fmla="*/ 231367 h 822060"/>
                    <a:gd name="connsiteX91" fmla="*/ 591516 w 741817"/>
                    <a:gd name="connsiteY91" fmla="*/ 231541 h 822060"/>
                    <a:gd name="connsiteX92" fmla="*/ 585439 w 741817"/>
                    <a:gd name="connsiteY92" fmla="*/ 234597 h 822060"/>
                    <a:gd name="connsiteX93" fmla="*/ 582603 w 741817"/>
                    <a:gd name="connsiteY93" fmla="*/ 240593 h 822060"/>
                    <a:gd name="connsiteX94" fmla="*/ 589282 w 741817"/>
                    <a:gd name="connsiteY94" fmla="*/ 244610 h 822060"/>
                    <a:gd name="connsiteX95" fmla="*/ 590370 w 741817"/>
                    <a:gd name="connsiteY95" fmla="*/ 250270 h 822060"/>
                    <a:gd name="connsiteX96" fmla="*/ 588726 w 741817"/>
                    <a:gd name="connsiteY96" fmla="*/ 252007 h 822060"/>
                    <a:gd name="connsiteX97" fmla="*/ 587175 w 741817"/>
                    <a:gd name="connsiteY97" fmla="*/ 251185 h 822060"/>
                    <a:gd name="connsiteX98" fmla="*/ 585149 w 741817"/>
                    <a:gd name="connsiteY98" fmla="*/ 252887 h 822060"/>
                    <a:gd name="connsiteX99" fmla="*/ 585474 w 741817"/>
                    <a:gd name="connsiteY99" fmla="*/ 254924 h 822060"/>
                    <a:gd name="connsiteX100" fmla="*/ 581329 w 741817"/>
                    <a:gd name="connsiteY100" fmla="*/ 257135 h 822060"/>
                    <a:gd name="connsiteX101" fmla="*/ 583089 w 741817"/>
                    <a:gd name="connsiteY101" fmla="*/ 259369 h 822060"/>
                    <a:gd name="connsiteX102" fmla="*/ 582498 w 741817"/>
                    <a:gd name="connsiteY102" fmla="*/ 261163 h 822060"/>
                    <a:gd name="connsiteX103" fmla="*/ 579570 w 741817"/>
                    <a:gd name="connsiteY103" fmla="*/ 258964 h 822060"/>
                    <a:gd name="connsiteX104" fmla="*/ 576861 w 741817"/>
                    <a:gd name="connsiteY104" fmla="*/ 262159 h 822060"/>
                    <a:gd name="connsiteX105" fmla="*/ 572809 w 741817"/>
                    <a:gd name="connsiteY105" fmla="*/ 258084 h 822060"/>
                    <a:gd name="connsiteX106" fmla="*/ 567913 w 741817"/>
                    <a:gd name="connsiteY106" fmla="*/ 262356 h 822060"/>
                    <a:gd name="connsiteX107" fmla="*/ 562727 w 741817"/>
                    <a:gd name="connsiteY107" fmla="*/ 259311 h 822060"/>
                    <a:gd name="connsiteX108" fmla="*/ 561233 w 741817"/>
                    <a:gd name="connsiteY108" fmla="*/ 261499 h 822060"/>
                    <a:gd name="connsiteX109" fmla="*/ 561465 w 741817"/>
                    <a:gd name="connsiteY109" fmla="*/ 265979 h 822060"/>
                    <a:gd name="connsiteX110" fmla="*/ 557228 w 741817"/>
                    <a:gd name="connsiteY110" fmla="*/ 267877 h 822060"/>
                    <a:gd name="connsiteX111" fmla="*/ 555874 w 741817"/>
                    <a:gd name="connsiteY111" fmla="*/ 274464 h 822060"/>
                    <a:gd name="connsiteX112" fmla="*/ 551996 w 741817"/>
                    <a:gd name="connsiteY112" fmla="*/ 278168 h 822060"/>
                    <a:gd name="connsiteX113" fmla="*/ 553674 w 741817"/>
                    <a:gd name="connsiteY113" fmla="*/ 283227 h 822060"/>
                    <a:gd name="connsiteX114" fmla="*/ 551753 w 741817"/>
                    <a:gd name="connsiteY114" fmla="*/ 283447 h 822060"/>
                    <a:gd name="connsiteX115" fmla="*/ 551683 w 741817"/>
                    <a:gd name="connsiteY115" fmla="*/ 288367 h 822060"/>
                    <a:gd name="connsiteX116" fmla="*/ 549449 w 741817"/>
                    <a:gd name="connsiteY116" fmla="*/ 290323 h 822060"/>
                    <a:gd name="connsiteX117" fmla="*/ 552031 w 741817"/>
                    <a:gd name="connsiteY117" fmla="*/ 293182 h 822060"/>
                    <a:gd name="connsiteX118" fmla="*/ 558814 w 741817"/>
                    <a:gd name="connsiteY118" fmla="*/ 292974 h 822060"/>
                    <a:gd name="connsiteX119" fmla="*/ 559659 w 741817"/>
                    <a:gd name="connsiteY119" fmla="*/ 294514 h 822060"/>
                    <a:gd name="connsiteX120" fmla="*/ 566443 w 741817"/>
                    <a:gd name="connsiteY120" fmla="*/ 296319 h 822060"/>
                    <a:gd name="connsiteX121" fmla="*/ 565505 w 741817"/>
                    <a:gd name="connsiteY121" fmla="*/ 300834 h 822060"/>
                    <a:gd name="connsiteX122" fmla="*/ 567311 w 741817"/>
                    <a:gd name="connsiteY122" fmla="*/ 304284 h 822060"/>
                    <a:gd name="connsiteX123" fmla="*/ 567068 w 741817"/>
                    <a:gd name="connsiteY123" fmla="*/ 309817 h 822060"/>
                    <a:gd name="connsiteX124" fmla="*/ 573284 w 741817"/>
                    <a:gd name="connsiteY124" fmla="*/ 309261 h 822060"/>
                    <a:gd name="connsiteX125" fmla="*/ 574094 w 741817"/>
                    <a:gd name="connsiteY125" fmla="*/ 307606 h 822060"/>
                    <a:gd name="connsiteX126" fmla="*/ 577718 w 741817"/>
                    <a:gd name="connsiteY126" fmla="*/ 310569 h 822060"/>
                    <a:gd name="connsiteX127" fmla="*/ 581236 w 741817"/>
                    <a:gd name="connsiteY127" fmla="*/ 308613 h 822060"/>
                    <a:gd name="connsiteX128" fmla="*/ 584779 w 741817"/>
                    <a:gd name="connsiteY128" fmla="*/ 311044 h 822060"/>
                    <a:gd name="connsiteX129" fmla="*/ 587603 w 741817"/>
                    <a:gd name="connsiteY129" fmla="*/ 308752 h 822060"/>
                    <a:gd name="connsiteX130" fmla="*/ 591643 w 741817"/>
                    <a:gd name="connsiteY130" fmla="*/ 312213 h 822060"/>
                    <a:gd name="connsiteX131" fmla="*/ 590463 w 741817"/>
                    <a:gd name="connsiteY131" fmla="*/ 316473 h 822060"/>
                    <a:gd name="connsiteX132" fmla="*/ 594792 w 741817"/>
                    <a:gd name="connsiteY132" fmla="*/ 321555 h 822060"/>
                    <a:gd name="connsiteX133" fmla="*/ 597837 w 741817"/>
                    <a:gd name="connsiteY133" fmla="*/ 320895 h 822060"/>
                    <a:gd name="connsiteX134" fmla="*/ 598774 w 741817"/>
                    <a:gd name="connsiteY134" fmla="*/ 322099 h 822060"/>
                    <a:gd name="connsiteX135" fmla="*/ 597373 w 741817"/>
                    <a:gd name="connsiteY135" fmla="*/ 323141 h 822060"/>
                    <a:gd name="connsiteX136" fmla="*/ 604064 w 741817"/>
                    <a:gd name="connsiteY136" fmla="*/ 328037 h 822060"/>
                    <a:gd name="connsiteX137" fmla="*/ 605720 w 741817"/>
                    <a:gd name="connsiteY137" fmla="*/ 334775 h 822060"/>
                    <a:gd name="connsiteX138" fmla="*/ 607468 w 741817"/>
                    <a:gd name="connsiteY138" fmla="*/ 336140 h 822060"/>
                    <a:gd name="connsiteX139" fmla="*/ 606750 w 741817"/>
                    <a:gd name="connsiteY139" fmla="*/ 341454 h 822060"/>
                    <a:gd name="connsiteX140" fmla="*/ 602652 w 741817"/>
                    <a:gd name="connsiteY140" fmla="*/ 345204 h 822060"/>
                    <a:gd name="connsiteX141" fmla="*/ 597188 w 741817"/>
                    <a:gd name="connsiteY141" fmla="*/ 346999 h 822060"/>
                    <a:gd name="connsiteX142" fmla="*/ 599607 w 741817"/>
                    <a:gd name="connsiteY142" fmla="*/ 349349 h 822060"/>
                    <a:gd name="connsiteX143" fmla="*/ 598820 w 741817"/>
                    <a:gd name="connsiteY143" fmla="*/ 355588 h 822060"/>
                    <a:gd name="connsiteX144" fmla="*/ 603300 w 741817"/>
                    <a:gd name="connsiteY144" fmla="*/ 359037 h 822060"/>
                    <a:gd name="connsiteX145" fmla="*/ 601112 w 741817"/>
                    <a:gd name="connsiteY145" fmla="*/ 369977 h 822060"/>
                    <a:gd name="connsiteX146" fmla="*/ 609470 w 741817"/>
                    <a:gd name="connsiteY146" fmla="*/ 373797 h 822060"/>
                    <a:gd name="connsiteX147" fmla="*/ 613198 w 741817"/>
                    <a:gd name="connsiteY147" fmla="*/ 377791 h 822060"/>
                    <a:gd name="connsiteX148" fmla="*/ 614772 w 741817"/>
                    <a:gd name="connsiteY148" fmla="*/ 384910 h 822060"/>
                    <a:gd name="connsiteX149" fmla="*/ 637380 w 741817"/>
                    <a:gd name="connsiteY149" fmla="*/ 395930 h 822060"/>
                    <a:gd name="connsiteX150" fmla="*/ 652150 w 741817"/>
                    <a:gd name="connsiteY150" fmla="*/ 403940 h 822060"/>
                    <a:gd name="connsiteX151" fmla="*/ 652741 w 741817"/>
                    <a:gd name="connsiteY151" fmla="*/ 405885 h 822060"/>
                    <a:gd name="connsiteX152" fmla="*/ 685998 w 741817"/>
                    <a:gd name="connsiteY152" fmla="*/ 425240 h 822060"/>
                    <a:gd name="connsiteX153" fmla="*/ 692909 w 741817"/>
                    <a:gd name="connsiteY153" fmla="*/ 429674 h 822060"/>
                    <a:gd name="connsiteX154" fmla="*/ 716640 w 741817"/>
                    <a:gd name="connsiteY154" fmla="*/ 460743 h 822060"/>
                    <a:gd name="connsiteX155" fmla="*/ 730982 w 741817"/>
                    <a:gd name="connsiteY155" fmla="*/ 486106 h 822060"/>
                    <a:gd name="connsiteX156" fmla="*/ 741817 w 741817"/>
                    <a:gd name="connsiteY156" fmla="*/ 506815 h 822060"/>
                    <a:gd name="connsiteX157" fmla="*/ 740833 w 741817"/>
                    <a:gd name="connsiteY157" fmla="*/ 509778 h 822060"/>
                    <a:gd name="connsiteX158" fmla="*/ 734733 w 741817"/>
                    <a:gd name="connsiteY158" fmla="*/ 512927 h 822060"/>
                    <a:gd name="connsiteX159" fmla="*/ 732487 w 741817"/>
                    <a:gd name="connsiteY159" fmla="*/ 511839 h 822060"/>
                    <a:gd name="connsiteX160" fmla="*/ 719869 w 741817"/>
                    <a:gd name="connsiteY160" fmla="*/ 515752 h 822060"/>
                    <a:gd name="connsiteX161" fmla="*/ 711049 w 741817"/>
                    <a:gd name="connsiteY161" fmla="*/ 521285 h 822060"/>
                    <a:gd name="connsiteX162" fmla="*/ 708467 w 741817"/>
                    <a:gd name="connsiteY162" fmla="*/ 526540 h 822060"/>
                    <a:gd name="connsiteX163" fmla="*/ 715343 w 741817"/>
                    <a:gd name="connsiteY163" fmla="*/ 530442 h 822060"/>
                    <a:gd name="connsiteX164" fmla="*/ 728760 w 741817"/>
                    <a:gd name="connsiteY164" fmla="*/ 534065 h 822060"/>
                    <a:gd name="connsiteX165" fmla="*/ 720066 w 741817"/>
                    <a:gd name="connsiteY165" fmla="*/ 548789 h 822060"/>
                    <a:gd name="connsiteX166" fmla="*/ 723770 w 741817"/>
                    <a:gd name="connsiteY166" fmla="*/ 550803 h 822060"/>
                    <a:gd name="connsiteX167" fmla="*/ 726734 w 741817"/>
                    <a:gd name="connsiteY167" fmla="*/ 562796 h 822060"/>
                    <a:gd name="connsiteX168" fmla="*/ 725970 w 741817"/>
                    <a:gd name="connsiteY168" fmla="*/ 565505 h 822060"/>
                    <a:gd name="connsiteX169" fmla="*/ 720587 w 741817"/>
                    <a:gd name="connsiteY169" fmla="*/ 570575 h 822060"/>
                    <a:gd name="connsiteX170" fmla="*/ 718897 w 741817"/>
                    <a:gd name="connsiteY170" fmla="*/ 573422 h 822060"/>
                    <a:gd name="connsiteX171" fmla="*/ 712866 w 741817"/>
                    <a:gd name="connsiteY171" fmla="*/ 574002 h 822060"/>
                    <a:gd name="connsiteX172" fmla="*/ 708699 w 741817"/>
                    <a:gd name="connsiteY172" fmla="*/ 578006 h 822060"/>
                    <a:gd name="connsiteX173" fmla="*/ 708467 w 741817"/>
                    <a:gd name="connsiteY173" fmla="*/ 581295 h 822060"/>
                    <a:gd name="connsiteX174" fmla="*/ 702042 w 741817"/>
                    <a:gd name="connsiteY174" fmla="*/ 579396 h 822060"/>
                    <a:gd name="connsiteX175" fmla="*/ 704334 w 741817"/>
                    <a:gd name="connsiteY175" fmla="*/ 585172 h 822060"/>
                    <a:gd name="connsiteX176" fmla="*/ 706453 w 741817"/>
                    <a:gd name="connsiteY176" fmla="*/ 585855 h 822060"/>
                    <a:gd name="connsiteX177" fmla="*/ 704913 w 741817"/>
                    <a:gd name="connsiteY177" fmla="*/ 587244 h 822060"/>
                    <a:gd name="connsiteX178" fmla="*/ 705515 w 741817"/>
                    <a:gd name="connsiteY178" fmla="*/ 589096 h 822060"/>
                    <a:gd name="connsiteX179" fmla="*/ 710736 w 741817"/>
                    <a:gd name="connsiteY179" fmla="*/ 592581 h 822060"/>
                    <a:gd name="connsiteX180" fmla="*/ 713051 w 741817"/>
                    <a:gd name="connsiteY180" fmla="*/ 602617 h 822060"/>
                    <a:gd name="connsiteX181" fmla="*/ 710273 w 741817"/>
                    <a:gd name="connsiteY181" fmla="*/ 604365 h 822060"/>
                    <a:gd name="connsiteX182" fmla="*/ 703547 w 741817"/>
                    <a:gd name="connsiteY182" fmla="*/ 604539 h 822060"/>
                    <a:gd name="connsiteX183" fmla="*/ 703559 w 741817"/>
                    <a:gd name="connsiteY183" fmla="*/ 606796 h 822060"/>
                    <a:gd name="connsiteX184" fmla="*/ 692018 w 741817"/>
                    <a:gd name="connsiteY184" fmla="*/ 607780 h 822060"/>
                    <a:gd name="connsiteX185" fmla="*/ 690247 w 741817"/>
                    <a:gd name="connsiteY185" fmla="*/ 613116 h 822060"/>
                    <a:gd name="connsiteX186" fmla="*/ 688580 w 741817"/>
                    <a:gd name="connsiteY186" fmla="*/ 612908 h 822060"/>
                    <a:gd name="connsiteX187" fmla="*/ 685477 w 741817"/>
                    <a:gd name="connsiteY187" fmla="*/ 617434 h 822060"/>
                    <a:gd name="connsiteX188" fmla="*/ 685362 w 741817"/>
                    <a:gd name="connsiteY188" fmla="*/ 620757 h 822060"/>
                    <a:gd name="connsiteX189" fmla="*/ 684656 w 741817"/>
                    <a:gd name="connsiteY189" fmla="*/ 626302 h 822060"/>
                    <a:gd name="connsiteX190" fmla="*/ 681264 w 741817"/>
                    <a:gd name="connsiteY190" fmla="*/ 629762 h 822060"/>
                    <a:gd name="connsiteX191" fmla="*/ 682190 w 741817"/>
                    <a:gd name="connsiteY191" fmla="*/ 634683 h 822060"/>
                    <a:gd name="connsiteX192" fmla="*/ 678983 w 741817"/>
                    <a:gd name="connsiteY192" fmla="*/ 636627 h 822060"/>
                    <a:gd name="connsiteX193" fmla="*/ 679458 w 741817"/>
                    <a:gd name="connsiteY193" fmla="*/ 640424 h 822060"/>
                    <a:gd name="connsiteX194" fmla="*/ 673149 w 741817"/>
                    <a:gd name="connsiteY194" fmla="*/ 639926 h 822060"/>
                    <a:gd name="connsiteX195" fmla="*/ 666204 w 741817"/>
                    <a:gd name="connsiteY195" fmla="*/ 644499 h 822060"/>
                    <a:gd name="connsiteX196" fmla="*/ 663414 w 741817"/>
                    <a:gd name="connsiteY196" fmla="*/ 650067 h 822060"/>
                    <a:gd name="connsiteX197" fmla="*/ 664363 w 741817"/>
                    <a:gd name="connsiteY197" fmla="*/ 651340 h 822060"/>
                    <a:gd name="connsiteX198" fmla="*/ 671540 w 741817"/>
                    <a:gd name="connsiteY198" fmla="*/ 650843 h 822060"/>
                    <a:gd name="connsiteX199" fmla="*/ 671737 w 741817"/>
                    <a:gd name="connsiteY199" fmla="*/ 653667 h 822060"/>
                    <a:gd name="connsiteX200" fmla="*/ 673624 w 741817"/>
                    <a:gd name="connsiteY200" fmla="*/ 654489 h 822060"/>
                    <a:gd name="connsiteX201" fmla="*/ 676356 w 741817"/>
                    <a:gd name="connsiteY201" fmla="*/ 660334 h 822060"/>
                    <a:gd name="connsiteX202" fmla="*/ 670336 w 741817"/>
                    <a:gd name="connsiteY202" fmla="*/ 661318 h 822060"/>
                    <a:gd name="connsiteX203" fmla="*/ 666389 w 741817"/>
                    <a:gd name="connsiteY203" fmla="*/ 664629 h 822060"/>
                    <a:gd name="connsiteX204" fmla="*/ 659617 w 741817"/>
                    <a:gd name="connsiteY204" fmla="*/ 655311 h 822060"/>
                    <a:gd name="connsiteX205" fmla="*/ 651630 w 741817"/>
                    <a:gd name="connsiteY205" fmla="*/ 650587 h 822060"/>
                    <a:gd name="connsiteX206" fmla="*/ 643364 w 741817"/>
                    <a:gd name="connsiteY206" fmla="*/ 651931 h 822060"/>
                    <a:gd name="connsiteX207" fmla="*/ 641663 w 741817"/>
                    <a:gd name="connsiteY207" fmla="*/ 653736 h 822060"/>
                    <a:gd name="connsiteX208" fmla="*/ 644001 w 741817"/>
                    <a:gd name="connsiteY208" fmla="*/ 662765 h 822060"/>
                    <a:gd name="connsiteX209" fmla="*/ 636639 w 741817"/>
                    <a:gd name="connsiteY209" fmla="*/ 663159 h 822060"/>
                    <a:gd name="connsiteX210" fmla="*/ 633085 w 741817"/>
                    <a:gd name="connsiteY210" fmla="*/ 660658 h 822060"/>
                    <a:gd name="connsiteX211" fmla="*/ 632089 w 741817"/>
                    <a:gd name="connsiteY211" fmla="*/ 665289 h 822060"/>
                    <a:gd name="connsiteX212" fmla="*/ 629311 w 741817"/>
                    <a:gd name="connsiteY212" fmla="*/ 665034 h 822060"/>
                    <a:gd name="connsiteX213" fmla="*/ 630133 w 741817"/>
                    <a:gd name="connsiteY213" fmla="*/ 668680 h 822060"/>
                    <a:gd name="connsiteX214" fmla="*/ 626985 w 741817"/>
                    <a:gd name="connsiteY214" fmla="*/ 671968 h 822060"/>
                    <a:gd name="connsiteX215" fmla="*/ 628350 w 741817"/>
                    <a:gd name="connsiteY215" fmla="*/ 674932 h 822060"/>
                    <a:gd name="connsiteX216" fmla="*/ 624322 w 741817"/>
                    <a:gd name="connsiteY216" fmla="*/ 678196 h 822060"/>
                    <a:gd name="connsiteX217" fmla="*/ 626000 w 741817"/>
                    <a:gd name="connsiteY217" fmla="*/ 685628 h 822060"/>
                    <a:gd name="connsiteX218" fmla="*/ 617006 w 741817"/>
                    <a:gd name="connsiteY218" fmla="*/ 722208 h 822060"/>
                    <a:gd name="connsiteX219" fmla="*/ 615177 w 741817"/>
                    <a:gd name="connsiteY219" fmla="*/ 725205 h 822060"/>
                    <a:gd name="connsiteX220" fmla="*/ 610153 w 741817"/>
                    <a:gd name="connsiteY220" fmla="*/ 722485 h 822060"/>
                    <a:gd name="connsiteX221" fmla="*/ 604550 w 741817"/>
                    <a:gd name="connsiteY221" fmla="*/ 725333 h 822060"/>
                    <a:gd name="connsiteX222" fmla="*/ 607329 w 741817"/>
                    <a:gd name="connsiteY222" fmla="*/ 731665 h 822060"/>
                    <a:gd name="connsiteX223" fmla="*/ 602305 w 741817"/>
                    <a:gd name="connsiteY223" fmla="*/ 733934 h 822060"/>
                    <a:gd name="connsiteX224" fmla="*/ 596135 w 741817"/>
                    <a:gd name="connsiteY224" fmla="*/ 736353 h 822060"/>
                    <a:gd name="connsiteX225" fmla="*/ 588958 w 741817"/>
                    <a:gd name="connsiteY225" fmla="*/ 734073 h 822060"/>
                    <a:gd name="connsiteX226" fmla="*/ 592129 w 741817"/>
                    <a:gd name="connsiteY226" fmla="*/ 737870 h 822060"/>
                    <a:gd name="connsiteX227" fmla="*/ 584663 w 741817"/>
                    <a:gd name="connsiteY227" fmla="*/ 746760 h 822060"/>
                    <a:gd name="connsiteX228" fmla="*/ 575171 w 741817"/>
                    <a:gd name="connsiteY228" fmla="*/ 735184 h 822060"/>
                    <a:gd name="connsiteX229" fmla="*/ 565169 w 741817"/>
                    <a:gd name="connsiteY229" fmla="*/ 727995 h 822060"/>
                    <a:gd name="connsiteX230" fmla="*/ 563653 w 741817"/>
                    <a:gd name="connsiteY230" fmla="*/ 724708 h 822060"/>
                    <a:gd name="connsiteX231" fmla="*/ 564996 w 741817"/>
                    <a:gd name="connsiteY231" fmla="*/ 722451 h 822060"/>
                    <a:gd name="connsiteX232" fmla="*/ 573423 w 741817"/>
                    <a:gd name="connsiteY232" fmla="*/ 715192 h 822060"/>
                    <a:gd name="connsiteX233" fmla="*/ 574916 w 741817"/>
                    <a:gd name="connsiteY233" fmla="*/ 708548 h 822060"/>
                    <a:gd name="connsiteX234" fmla="*/ 578609 w 741817"/>
                    <a:gd name="connsiteY234" fmla="*/ 704577 h 822060"/>
                    <a:gd name="connsiteX235" fmla="*/ 581769 w 741817"/>
                    <a:gd name="connsiteY235" fmla="*/ 704115 h 822060"/>
                    <a:gd name="connsiteX236" fmla="*/ 582533 w 741817"/>
                    <a:gd name="connsiteY236" fmla="*/ 700896 h 822060"/>
                    <a:gd name="connsiteX237" fmla="*/ 580021 w 741817"/>
                    <a:gd name="connsiteY237" fmla="*/ 697655 h 822060"/>
                    <a:gd name="connsiteX238" fmla="*/ 572439 w 741817"/>
                    <a:gd name="connsiteY238" fmla="*/ 700479 h 822060"/>
                    <a:gd name="connsiteX239" fmla="*/ 569464 w 741817"/>
                    <a:gd name="connsiteY239" fmla="*/ 699808 h 822060"/>
                    <a:gd name="connsiteX240" fmla="*/ 565736 w 741817"/>
                    <a:gd name="connsiteY240" fmla="*/ 702251 h 822060"/>
                    <a:gd name="connsiteX241" fmla="*/ 564405 w 741817"/>
                    <a:gd name="connsiteY241" fmla="*/ 699333 h 822060"/>
                    <a:gd name="connsiteX242" fmla="*/ 554797 w 741817"/>
                    <a:gd name="connsiteY242" fmla="*/ 697447 h 822060"/>
                    <a:gd name="connsiteX243" fmla="*/ 556707 w 741817"/>
                    <a:gd name="connsiteY243" fmla="*/ 690200 h 822060"/>
                    <a:gd name="connsiteX244" fmla="*/ 556140 w 741817"/>
                    <a:gd name="connsiteY244" fmla="*/ 688499 h 822060"/>
                    <a:gd name="connsiteX245" fmla="*/ 552285 w 741817"/>
                    <a:gd name="connsiteY245" fmla="*/ 688290 h 822060"/>
                    <a:gd name="connsiteX246" fmla="*/ 550711 w 741817"/>
                    <a:gd name="connsiteY246" fmla="*/ 685605 h 822060"/>
                    <a:gd name="connsiteX247" fmla="*/ 551915 w 741817"/>
                    <a:gd name="connsiteY247" fmla="*/ 677895 h 822060"/>
                    <a:gd name="connsiteX248" fmla="*/ 548952 w 741817"/>
                    <a:gd name="connsiteY248" fmla="*/ 677594 h 822060"/>
                    <a:gd name="connsiteX249" fmla="*/ 547863 w 741817"/>
                    <a:gd name="connsiteY249" fmla="*/ 681565 h 822060"/>
                    <a:gd name="connsiteX250" fmla="*/ 541427 w 741817"/>
                    <a:gd name="connsiteY250" fmla="*/ 677594 h 822060"/>
                    <a:gd name="connsiteX251" fmla="*/ 542133 w 741817"/>
                    <a:gd name="connsiteY251" fmla="*/ 661874 h 822060"/>
                    <a:gd name="connsiteX252" fmla="*/ 538533 w 741817"/>
                    <a:gd name="connsiteY252" fmla="*/ 667014 h 822060"/>
                    <a:gd name="connsiteX253" fmla="*/ 535825 w 741817"/>
                    <a:gd name="connsiteY253" fmla="*/ 666111 h 822060"/>
                    <a:gd name="connsiteX254" fmla="*/ 527953 w 741817"/>
                    <a:gd name="connsiteY254" fmla="*/ 654593 h 822060"/>
                    <a:gd name="connsiteX255" fmla="*/ 520093 w 741817"/>
                    <a:gd name="connsiteY255" fmla="*/ 658274 h 822060"/>
                    <a:gd name="connsiteX256" fmla="*/ 519838 w 741817"/>
                    <a:gd name="connsiteY256" fmla="*/ 661677 h 822060"/>
                    <a:gd name="connsiteX257" fmla="*/ 515439 w 741817"/>
                    <a:gd name="connsiteY257" fmla="*/ 663830 h 822060"/>
                    <a:gd name="connsiteX258" fmla="*/ 511689 w 741817"/>
                    <a:gd name="connsiteY258" fmla="*/ 674538 h 822060"/>
                    <a:gd name="connsiteX259" fmla="*/ 509432 w 741817"/>
                    <a:gd name="connsiteY259" fmla="*/ 670626 h 822060"/>
                    <a:gd name="connsiteX260" fmla="*/ 504813 w 741817"/>
                    <a:gd name="connsiteY260" fmla="*/ 678069 h 822060"/>
                    <a:gd name="connsiteX261" fmla="*/ 499418 w 741817"/>
                    <a:gd name="connsiteY261" fmla="*/ 674167 h 822060"/>
                    <a:gd name="connsiteX262" fmla="*/ 497022 w 741817"/>
                    <a:gd name="connsiteY262" fmla="*/ 678300 h 822060"/>
                    <a:gd name="connsiteX263" fmla="*/ 491408 w 741817"/>
                    <a:gd name="connsiteY263" fmla="*/ 677420 h 822060"/>
                    <a:gd name="connsiteX264" fmla="*/ 489359 w 741817"/>
                    <a:gd name="connsiteY264" fmla="*/ 679736 h 822060"/>
                    <a:gd name="connsiteX265" fmla="*/ 490354 w 741817"/>
                    <a:gd name="connsiteY265" fmla="*/ 682410 h 822060"/>
                    <a:gd name="connsiteX266" fmla="*/ 492774 w 741817"/>
                    <a:gd name="connsiteY266" fmla="*/ 681912 h 822060"/>
                    <a:gd name="connsiteX267" fmla="*/ 493549 w 741817"/>
                    <a:gd name="connsiteY267" fmla="*/ 683579 h 822060"/>
                    <a:gd name="connsiteX268" fmla="*/ 493353 w 741817"/>
                    <a:gd name="connsiteY268" fmla="*/ 689471 h 822060"/>
                    <a:gd name="connsiteX269" fmla="*/ 503817 w 741817"/>
                    <a:gd name="connsiteY269" fmla="*/ 695143 h 822060"/>
                    <a:gd name="connsiteX270" fmla="*/ 505577 w 741817"/>
                    <a:gd name="connsiteY270" fmla="*/ 697875 h 822060"/>
                    <a:gd name="connsiteX271" fmla="*/ 505299 w 741817"/>
                    <a:gd name="connsiteY271" fmla="*/ 701950 h 822060"/>
                    <a:gd name="connsiteX272" fmla="*/ 507301 w 741817"/>
                    <a:gd name="connsiteY272" fmla="*/ 702656 h 822060"/>
                    <a:gd name="connsiteX273" fmla="*/ 503458 w 741817"/>
                    <a:gd name="connsiteY273" fmla="*/ 707622 h 822060"/>
                    <a:gd name="connsiteX274" fmla="*/ 503609 w 741817"/>
                    <a:gd name="connsiteY274" fmla="*/ 715459 h 822060"/>
                    <a:gd name="connsiteX275" fmla="*/ 502254 w 741817"/>
                    <a:gd name="connsiteY275" fmla="*/ 716860 h 822060"/>
                    <a:gd name="connsiteX276" fmla="*/ 494082 w 741817"/>
                    <a:gd name="connsiteY276" fmla="*/ 713444 h 822060"/>
                    <a:gd name="connsiteX277" fmla="*/ 493816 w 741817"/>
                    <a:gd name="connsiteY277" fmla="*/ 710585 h 822060"/>
                    <a:gd name="connsiteX278" fmla="*/ 475236 w 741817"/>
                    <a:gd name="connsiteY278" fmla="*/ 694761 h 822060"/>
                    <a:gd name="connsiteX279" fmla="*/ 472088 w 741817"/>
                    <a:gd name="connsiteY279" fmla="*/ 699959 h 822060"/>
                    <a:gd name="connsiteX280" fmla="*/ 470316 w 741817"/>
                    <a:gd name="connsiteY280" fmla="*/ 699357 h 822060"/>
                    <a:gd name="connsiteX281" fmla="*/ 468615 w 741817"/>
                    <a:gd name="connsiteY281" fmla="*/ 703292 h 822060"/>
                    <a:gd name="connsiteX282" fmla="*/ 462885 w 741817"/>
                    <a:gd name="connsiteY282" fmla="*/ 702158 h 822060"/>
                    <a:gd name="connsiteX283" fmla="*/ 461484 w 741817"/>
                    <a:gd name="connsiteY283" fmla="*/ 698732 h 822060"/>
                    <a:gd name="connsiteX284" fmla="*/ 449619 w 741817"/>
                    <a:gd name="connsiteY284" fmla="*/ 699820 h 822060"/>
                    <a:gd name="connsiteX285" fmla="*/ 445602 w 741817"/>
                    <a:gd name="connsiteY285" fmla="*/ 705295 h 822060"/>
                    <a:gd name="connsiteX286" fmla="*/ 444387 w 741817"/>
                    <a:gd name="connsiteY286" fmla="*/ 703478 h 822060"/>
                    <a:gd name="connsiteX287" fmla="*/ 435276 w 741817"/>
                    <a:gd name="connsiteY287" fmla="*/ 710944 h 822060"/>
                    <a:gd name="connsiteX288" fmla="*/ 433239 w 741817"/>
                    <a:gd name="connsiteY288" fmla="*/ 713364 h 822060"/>
                    <a:gd name="connsiteX289" fmla="*/ 434072 w 741817"/>
                    <a:gd name="connsiteY289" fmla="*/ 714695 h 822060"/>
                    <a:gd name="connsiteX290" fmla="*/ 429986 w 741817"/>
                    <a:gd name="connsiteY290" fmla="*/ 715285 h 822060"/>
                    <a:gd name="connsiteX291" fmla="*/ 429951 w 741817"/>
                    <a:gd name="connsiteY291" fmla="*/ 718202 h 822060"/>
                    <a:gd name="connsiteX292" fmla="*/ 425900 w 741817"/>
                    <a:gd name="connsiteY292" fmla="*/ 718677 h 822060"/>
                    <a:gd name="connsiteX293" fmla="*/ 426201 w 741817"/>
                    <a:gd name="connsiteY293" fmla="*/ 716732 h 822060"/>
                    <a:gd name="connsiteX294" fmla="*/ 422358 w 741817"/>
                    <a:gd name="connsiteY294" fmla="*/ 715343 h 822060"/>
                    <a:gd name="connsiteX295" fmla="*/ 421814 w 741817"/>
                    <a:gd name="connsiteY295" fmla="*/ 712275 h 822060"/>
                    <a:gd name="connsiteX296" fmla="*/ 413074 w 741817"/>
                    <a:gd name="connsiteY296" fmla="*/ 714741 h 822060"/>
                    <a:gd name="connsiteX297" fmla="*/ 403165 w 741817"/>
                    <a:gd name="connsiteY297" fmla="*/ 711859 h 822060"/>
                    <a:gd name="connsiteX298" fmla="*/ 396150 w 741817"/>
                    <a:gd name="connsiteY298" fmla="*/ 717404 h 822060"/>
                    <a:gd name="connsiteX299" fmla="*/ 394807 w 741817"/>
                    <a:gd name="connsiteY299" fmla="*/ 721038 h 822060"/>
                    <a:gd name="connsiteX300" fmla="*/ 392816 w 741817"/>
                    <a:gd name="connsiteY300" fmla="*/ 721177 h 822060"/>
                    <a:gd name="connsiteX301" fmla="*/ 393406 w 741817"/>
                    <a:gd name="connsiteY301" fmla="*/ 718550 h 822060"/>
                    <a:gd name="connsiteX302" fmla="*/ 389158 w 741817"/>
                    <a:gd name="connsiteY302" fmla="*/ 716964 h 822060"/>
                    <a:gd name="connsiteX303" fmla="*/ 389575 w 741817"/>
                    <a:gd name="connsiteY303" fmla="*/ 714243 h 822060"/>
                    <a:gd name="connsiteX304" fmla="*/ 393314 w 741817"/>
                    <a:gd name="connsiteY304" fmla="*/ 704474 h 822060"/>
                    <a:gd name="connsiteX305" fmla="*/ 401359 w 741817"/>
                    <a:gd name="connsiteY305" fmla="*/ 701116 h 822060"/>
                    <a:gd name="connsiteX306" fmla="*/ 400942 w 741817"/>
                    <a:gd name="connsiteY306" fmla="*/ 696127 h 822060"/>
                    <a:gd name="connsiteX307" fmla="*/ 386553 w 741817"/>
                    <a:gd name="connsiteY307" fmla="*/ 691335 h 822060"/>
                    <a:gd name="connsiteX308" fmla="*/ 381750 w 741817"/>
                    <a:gd name="connsiteY308" fmla="*/ 692874 h 822060"/>
                    <a:gd name="connsiteX309" fmla="*/ 378369 w 741817"/>
                    <a:gd name="connsiteY309" fmla="*/ 696301 h 822060"/>
                    <a:gd name="connsiteX310" fmla="*/ 379701 w 741817"/>
                    <a:gd name="connsiteY310" fmla="*/ 707576 h 822060"/>
                    <a:gd name="connsiteX311" fmla="*/ 375788 w 741817"/>
                    <a:gd name="connsiteY311" fmla="*/ 709613 h 822060"/>
                    <a:gd name="connsiteX312" fmla="*/ 377096 w 741817"/>
                    <a:gd name="connsiteY312" fmla="*/ 712657 h 822060"/>
                    <a:gd name="connsiteX313" fmla="*/ 384099 w 741817"/>
                    <a:gd name="connsiteY313" fmla="*/ 718376 h 822060"/>
                    <a:gd name="connsiteX314" fmla="*/ 384123 w 741817"/>
                    <a:gd name="connsiteY314" fmla="*/ 723111 h 822060"/>
                    <a:gd name="connsiteX315" fmla="*/ 381657 w 741817"/>
                    <a:gd name="connsiteY315" fmla="*/ 723921 h 822060"/>
                    <a:gd name="connsiteX316" fmla="*/ 378277 w 741817"/>
                    <a:gd name="connsiteY316" fmla="*/ 721062 h 822060"/>
                    <a:gd name="connsiteX317" fmla="*/ 378751 w 741817"/>
                    <a:gd name="connsiteY317" fmla="*/ 723863 h 822060"/>
                    <a:gd name="connsiteX318" fmla="*/ 376691 w 741817"/>
                    <a:gd name="connsiteY318" fmla="*/ 726375 h 822060"/>
                    <a:gd name="connsiteX319" fmla="*/ 370243 w 741817"/>
                    <a:gd name="connsiteY319" fmla="*/ 722949 h 822060"/>
                    <a:gd name="connsiteX320" fmla="*/ 363807 w 741817"/>
                    <a:gd name="connsiteY320" fmla="*/ 723446 h 822060"/>
                    <a:gd name="connsiteX321" fmla="*/ 352590 w 741817"/>
                    <a:gd name="connsiteY321" fmla="*/ 740416 h 822060"/>
                    <a:gd name="connsiteX322" fmla="*/ 345621 w 741817"/>
                    <a:gd name="connsiteY322" fmla="*/ 738993 h 822060"/>
                    <a:gd name="connsiteX323" fmla="*/ 339196 w 741817"/>
                    <a:gd name="connsiteY323" fmla="*/ 737951 h 822060"/>
                    <a:gd name="connsiteX324" fmla="*/ 334775 w 741817"/>
                    <a:gd name="connsiteY324" fmla="*/ 740219 h 822060"/>
                    <a:gd name="connsiteX325" fmla="*/ 331499 w 741817"/>
                    <a:gd name="connsiteY325" fmla="*/ 737927 h 822060"/>
                    <a:gd name="connsiteX326" fmla="*/ 330376 w 741817"/>
                    <a:gd name="connsiteY326" fmla="*/ 734478 h 822060"/>
                    <a:gd name="connsiteX327" fmla="*/ 325317 w 741817"/>
                    <a:gd name="connsiteY327" fmla="*/ 734883 h 822060"/>
                    <a:gd name="connsiteX328" fmla="*/ 327493 w 741817"/>
                    <a:gd name="connsiteY328" fmla="*/ 725287 h 822060"/>
                    <a:gd name="connsiteX329" fmla="*/ 326058 w 741817"/>
                    <a:gd name="connsiteY329" fmla="*/ 718550 h 822060"/>
                    <a:gd name="connsiteX330" fmla="*/ 324356 w 741817"/>
                    <a:gd name="connsiteY330" fmla="*/ 716628 h 822060"/>
                    <a:gd name="connsiteX331" fmla="*/ 320339 w 741817"/>
                    <a:gd name="connsiteY331" fmla="*/ 716663 h 822060"/>
                    <a:gd name="connsiteX332" fmla="*/ 315987 w 741817"/>
                    <a:gd name="connsiteY332" fmla="*/ 712646 h 822060"/>
                    <a:gd name="connsiteX333" fmla="*/ 316427 w 741817"/>
                    <a:gd name="connsiteY333" fmla="*/ 708050 h 822060"/>
                    <a:gd name="connsiteX334" fmla="*/ 303485 w 741817"/>
                    <a:gd name="connsiteY334" fmla="*/ 713386 h 822060"/>
                    <a:gd name="connsiteX335" fmla="*/ 301343 w 741817"/>
                    <a:gd name="connsiteY335" fmla="*/ 712912 h 822060"/>
                    <a:gd name="connsiteX336" fmla="*/ 299074 w 741817"/>
                    <a:gd name="connsiteY336" fmla="*/ 722786 h 822060"/>
                    <a:gd name="connsiteX337" fmla="*/ 293923 w 741817"/>
                    <a:gd name="connsiteY337" fmla="*/ 723967 h 822060"/>
                    <a:gd name="connsiteX338" fmla="*/ 285184 w 741817"/>
                    <a:gd name="connsiteY338" fmla="*/ 722103 h 822060"/>
                    <a:gd name="connsiteX339" fmla="*/ 286549 w 741817"/>
                    <a:gd name="connsiteY339" fmla="*/ 715818 h 822060"/>
                    <a:gd name="connsiteX340" fmla="*/ 285519 w 741817"/>
                    <a:gd name="connsiteY340" fmla="*/ 711743 h 822060"/>
                    <a:gd name="connsiteX341" fmla="*/ 275830 w 741817"/>
                    <a:gd name="connsiteY341" fmla="*/ 711951 h 822060"/>
                    <a:gd name="connsiteX342" fmla="*/ 275564 w 741817"/>
                    <a:gd name="connsiteY342" fmla="*/ 706696 h 822060"/>
                    <a:gd name="connsiteX343" fmla="*/ 270181 w 741817"/>
                    <a:gd name="connsiteY343" fmla="*/ 707101 h 822060"/>
                    <a:gd name="connsiteX344" fmla="*/ 269996 w 741817"/>
                    <a:gd name="connsiteY344" fmla="*/ 710307 h 822060"/>
                    <a:gd name="connsiteX345" fmla="*/ 265377 w 741817"/>
                    <a:gd name="connsiteY345" fmla="*/ 715806 h 822060"/>
                    <a:gd name="connsiteX346" fmla="*/ 267704 w 741817"/>
                    <a:gd name="connsiteY346" fmla="*/ 720135 h 822060"/>
                    <a:gd name="connsiteX347" fmla="*/ 270552 w 741817"/>
                    <a:gd name="connsiteY347" fmla="*/ 720251 h 822060"/>
                    <a:gd name="connsiteX348" fmla="*/ 272948 w 741817"/>
                    <a:gd name="connsiteY348" fmla="*/ 723457 h 822060"/>
                    <a:gd name="connsiteX349" fmla="*/ 266512 w 741817"/>
                    <a:gd name="connsiteY349" fmla="*/ 727718 h 822060"/>
                    <a:gd name="connsiteX350" fmla="*/ 264220 w 741817"/>
                    <a:gd name="connsiteY350" fmla="*/ 731433 h 822060"/>
                    <a:gd name="connsiteX351" fmla="*/ 265111 w 741817"/>
                    <a:gd name="connsiteY351" fmla="*/ 741401 h 822060"/>
                    <a:gd name="connsiteX352" fmla="*/ 262645 w 741817"/>
                    <a:gd name="connsiteY352" fmla="*/ 741620 h 822060"/>
                    <a:gd name="connsiteX353" fmla="*/ 261951 w 741817"/>
                    <a:gd name="connsiteY353" fmla="*/ 743450 h 822060"/>
                    <a:gd name="connsiteX354" fmla="*/ 265829 w 741817"/>
                    <a:gd name="connsiteY354" fmla="*/ 746783 h 822060"/>
                    <a:gd name="connsiteX355" fmla="*/ 267322 w 741817"/>
                    <a:gd name="connsiteY355" fmla="*/ 745359 h 822060"/>
                    <a:gd name="connsiteX356" fmla="*/ 271813 w 741817"/>
                    <a:gd name="connsiteY356" fmla="*/ 745903 h 822060"/>
                    <a:gd name="connsiteX357" fmla="*/ 274788 w 741817"/>
                    <a:gd name="connsiteY357" fmla="*/ 748763 h 822060"/>
                    <a:gd name="connsiteX358" fmla="*/ 274499 w 741817"/>
                    <a:gd name="connsiteY358" fmla="*/ 762712 h 822060"/>
                    <a:gd name="connsiteX359" fmla="*/ 278469 w 741817"/>
                    <a:gd name="connsiteY359" fmla="*/ 767805 h 822060"/>
                    <a:gd name="connsiteX360" fmla="*/ 280947 w 741817"/>
                    <a:gd name="connsiteY360" fmla="*/ 768221 h 822060"/>
                    <a:gd name="connsiteX361" fmla="*/ 283817 w 741817"/>
                    <a:gd name="connsiteY361" fmla="*/ 777784 h 822060"/>
                    <a:gd name="connsiteX362" fmla="*/ 281896 w 741817"/>
                    <a:gd name="connsiteY362" fmla="*/ 778872 h 822060"/>
                    <a:gd name="connsiteX363" fmla="*/ 284084 w 741817"/>
                    <a:gd name="connsiteY363" fmla="*/ 780747 h 822060"/>
                    <a:gd name="connsiteX364" fmla="*/ 281653 w 741817"/>
                    <a:gd name="connsiteY364" fmla="*/ 782738 h 822060"/>
                    <a:gd name="connsiteX365" fmla="*/ 274186 w 741817"/>
                    <a:gd name="connsiteY365" fmla="*/ 783525 h 822060"/>
                    <a:gd name="connsiteX366" fmla="*/ 271651 w 741817"/>
                    <a:gd name="connsiteY366" fmla="*/ 787634 h 822060"/>
                    <a:gd name="connsiteX367" fmla="*/ 266801 w 741817"/>
                    <a:gd name="connsiteY367" fmla="*/ 788086 h 822060"/>
                    <a:gd name="connsiteX368" fmla="*/ 266407 w 741817"/>
                    <a:gd name="connsiteY368" fmla="*/ 790621 h 822060"/>
                    <a:gd name="connsiteX369" fmla="*/ 264196 w 741817"/>
                    <a:gd name="connsiteY369" fmla="*/ 790841 h 822060"/>
                    <a:gd name="connsiteX370" fmla="*/ 263919 w 741817"/>
                    <a:gd name="connsiteY370" fmla="*/ 788352 h 822060"/>
                    <a:gd name="connsiteX371" fmla="*/ 261569 w 741817"/>
                    <a:gd name="connsiteY371" fmla="*/ 789706 h 822060"/>
                    <a:gd name="connsiteX372" fmla="*/ 261302 w 741817"/>
                    <a:gd name="connsiteY372" fmla="*/ 787113 h 822060"/>
                    <a:gd name="connsiteX373" fmla="*/ 258848 w 741817"/>
                    <a:gd name="connsiteY373" fmla="*/ 787773 h 822060"/>
                    <a:gd name="connsiteX374" fmla="*/ 253801 w 741817"/>
                    <a:gd name="connsiteY374" fmla="*/ 799766 h 822060"/>
                    <a:gd name="connsiteX375" fmla="*/ 250375 w 741817"/>
                    <a:gd name="connsiteY375" fmla="*/ 802058 h 822060"/>
                    <a:gd name="connsiteX376" fmla="*/ 245907 w 741817"/>
                    <a:gd name="connsiteY376" fmla="*/ 802336 h 822060"/>
                    <a:gd name="connsiteX377" fmla="*/ 239459 w 741817"/>
                    <a:gd name="connsiteY377" fmla="*/ 799905 h 822060"/>
                    <a:gd name="connsiteX378" fmla="*/ 232536 w 741817"/>
                    <a:gd name="connsiteY378" fmla="*/ 801387 h 822060"/>
                    <a:gd name="connsiteX379" fmla="*/ 230858 w 741817"/>
                    <a:gd name="connsiteY379" fmla="*/ 802394 h 822060"/>
                    <a:gd name="connsiteX380" fmla="*/ 233161 w 741817"/>
                    <a:gd name="connsiteY380" fmla="*/ 806364 h 822060"/>
                    <a:gd name="connsiteX381" fmla="*/ 231691 w 741817"/>
                    <a:gd name="connsiteY381" fmla="*/ 808494 h 822060"/>
                    <a:gd name="connsiteX382" fmla="*/ 225024 w 741817"/>
                    <a:gd name="connsiteY382" fmla="*/ 804535 h 822060"/>
                    <a:gd name="connsiteX383" fmla="*/ 221979 w 741817"/>
                    <a:gd name="connsiteY383" fmla="*/ 810045 h 822060"/>
                    <a:gd name="connsiteX384" fmla="*/ 217534 w 741817"/>
                    <a:gd name="connsiteY384" fmla="*/ 812048 h 822060"/>
                    <a:gd name="connsiteX385" fmla="*/ 216110 w 741817"/>
                    <a:gd name="connsiteY385" fmla="*/ 814595 h 822060"/>
                    <a:gd name="connsiteX386" fmla="*/ 212036 w 741817"/>
                    <a:gd name="connsiteY386" fmla="*/ 812140 h 822060"/>
                    <a:gd name="connsiteX387" fmla="*/ 212163 w 741817"/>
                    <a:gd name="connsiteY387" fmla="*/ 814259 h 822060"/>
                    <a:gd name="connsiteX388" fmla="*/ 206965 w 741817"/>
                    <a:gd name="connsiteY388" fmla="*/ 822061 h 822060"/>
                    <a:gd name="connsiteX389" fmla="*/ 204616 w 741817"/>
                    <a:gd name="connsiteY389" fmla="*/ 821598 h 822060"/>
                    <a:gd name="connsiteX390" fmla="*/ 204152 w 741817"/>
                    <a:gd name="connsiteY390" fmla="*/ 818171 h 822060"/>
                    <a:gd name="connsiteX391" fmla="*/ 201258 w 741817"/>
                    <a:gd name="connsiteY391" fmla="*/ 816435 h 822060"/>
                    <a:gd name="connsiteX392" fmla="*/ 195204 w 741817"/>
                    <a:gd name="connsiteY392" fmla="*/ 814710 h 822060"/>
                    <a:gd name="connsiteX393" fmla="*/ 193665 w 741817"/>
                    <a:gd name="connsiteY393" fmla="*/ 817870 h 822060"/>
                    <a:gd name="connsiteX394" fmla="*/ 191384 w 741817"/>
                    <a:gd name="connsiteY394" fmla="*/ 817384 h 822060"/>
                    <a:gd name="connsiteX395" fmla="*/ 189984 w 741817"/>
                    <a:gd name="connsiteY395" fmla="*/ 810925 h 822060"/>
                    <a:gd name="connsiteX396" fmla="*/ 187147 w 741817"/>
                    <a:gd name="connsiteY396" fmla="*/ 810381 h 822060"/>
                    <a:gd name="connsiteX397" fmla="*/ 186325 w 741817"/>
                    <a:gd name="connsiteY397" fmla="*/ 814073 h 822060"/>
                    <a:gd name="connsiteX398" fmla="*/ 183466 w 741817"/>
                    <a:gd name="connsiteY398" fmla="*/ 813541 h 822060"/>
                    <a:gd name="connsiteX399" fmla="*/ 181892 w 741817"/>
                    <a:gd name="connsiteY399" fmla="*/ 808425 h 822060"/>
                    <a:gd name="connsiteX400" fmla="*/ 178928 w 741817"/>
                    <a:gd name="connsiteY400" fmla="*/ 813564 h 822060"/>
                    <a:gd name="connsiteX401" fmla="*/ 177493 w 741817"/>
                    <a:gd name="connsiteY401" fmla="*/ 812812 h 822060"/>
                    <a:gd name="connsiteX402" fmla="*/ 174808 w 741817"/>
                    <a:gd name="connsiteY402" fmla="*/ 815590 h 822060"/>
                    <a:gd name="connsiteX403" fmla="*/ 174009 w 741817"/>
                    <a:gd name="connsiteY403" fmla="*/ 812140 h 822060"/>
                    <a:gd name="connsiteX404" fmla="*/ 168302 w 741817"/>
                    <a:gd name="connsiteY404" fmla="*/ 810069 h 822060"/>
                    <a:gd name="connsiteX405" fmla="*/ 163799 w 741817"/>
                    <a:gd name="connsiteY405" fmla="*/ 800345 h 822060"/>
                    <a:gd name="connsiteX406" fmla="*/ 160442 w 741817"/>
                    <a:gd name="connsiteY406" fmla="*/ 798249 h 822060"/>
                    <a:gd name="connsiteX407" fmla="*/ 161206 w 741817"/>
                    <a:gd name="connsiteY407" fmla="*/ 793839 h 822060"/>
                    <a:gd name="connsiteX408" fmla="*/ 164308 w 741817"/>
                    <a:gd name="connsiteY408" fmla="*/ 789661 h 822060"/>
                    <a:gd name="connsiteX409" fmla="*/ 152292 w 741817"/>
                    <a:gd name="connsiteY409" fmla="*/ 783745 h 822060"/>
                    <a:gd name="connsiteX410" fmla="*/ 145405 w 741817"/>
                    <a:gd name="connsiteY410" fmla="*/ 774866 h 822060"/>
                    <a:gd name="connsiteX411" fmla="*/ 139860 w 741817"/>
                    <a:gd name="connsiteY411" fmla="*/ 774403 h 822060"/>
                    <a:gd name="connsiteX412" fmla="*/ 137834 w 741817"/>
                    <a:gd name="connsiteY412" fmla="*/ 767504 h 822060"/>
                    <a:gd name="connsiteX413" fmla="*/ 136630 w 741817"/>
                    <a:gd name="connsiteY413" fmla="*/ 768963 h 822060"/>
                    <a:gd name="connsiteX414" fmla="*/ 133620 w 741817"/>
                    <a:gd name="connsiteY414" fmla="*/ 768569 h 822060"/>
                    <a:gd name="connsiteX415" fmla="*/ 133377 w 741817"/>
                    <a:gd name="connsiteY415" fmla="*/ 770062 h 822060"/>
                    <a:gd name="connsiteX416" fmla="*/ 130530 w 741817"/>
                    <a:gd name="connsiteY416" fmla="*/ 769599 h 822060"/>
                    <a:gd name="connsiteX417" fmla="*/ 130067 w 741817"/>
                    <a:gd name="connsiteY417" fmla="*/ 767724 h 822060"/>
                    <a:gd name="connsiteX418" fmla="*/ 136758 w 741817"/>
                    <a:gd name="connsiteY418" fmla="*/ 764968 h 822060"/>
                    <a:gd name="connsiteX419" fmla="*/ 131653 w 741817"/>
                    <a:gd name="connsiteY419" fmla="*/ 761577 h 822060"/>
                    <a:gd name="connsiteX420" fmla="*/ 127671 w 741817"/>
                    <a:gd name="connsiteY420" fmla="*/ 762029 h 822060"/>
                    <a:gd name="connsiteX421" fmla="*/ 124881 w 741817"/>
                    <a:gd name="connsiteY421" fmla="*/ 757896 h 822060"/>
                    <a:gd name="connsiteX422" fmla="*/ 121026 w 741817"/>
                    <a:gd name="connsiteY422" fmla="*/ 757989 h 822060"/>
                    <a:gd name="connsiteX423" fmla="*/ 121500 w 741817"/>
                    <a:gd name="connsiteY423" fmla="*/ 761172 h 822060"/>
                    <a:gd name="connsiteX424" fmla="*/ 119579 w 741817"/>
                    <a:gd name="connsiteY424" fmla="*/ 762758 h 822060"/>
                    <a:gd name="connsiteX425" fmla="*/ 115261 w 741817"/>
                    <a:gd name="connsiteY425" fmla="*/ 762850 h 822060"/>
                    <a:gd name="connsiteX426" fmla="*/ 110805 w 741817"/>
                    <a:gd name="connsiteY426" fmla="*/ 767203 h 822060"/>
                    <a:gd name="connsiteX427" fmla="*/ 106487 w 741817"/>
                    <a:gd name="connsiteY427" fmla="*/ 769379 h 822060"/>
                    <a:gd name="connsiteX428" fmla="*/ 104357 w 741817"/>
                    <a:gd name="connsiteY428" fmla="*/ 768673 h 822060"/>
                    <a:gd name="connsiteX429" fmla="*/ 97608 w 741817"/>
                    <a:gd name="connsiteY429" fmla="*/ 773744 h 822060"/>
                    <a:gd name="connsiteX430" fmla="*/ 90500 w 741817"/>
                    <a:gd name="connsiteY430" fmla="*/ 774415 h 822060"/>
                    <a:gd name="connsiteX431" fmla="*/ 88926 w 741817"/>
                    <a:gd name="connsiteY431" fmla="*/ 761160 h 822060"/>
                    <a:gd name="connsiteX432" fmla="*/ 80684 w 741817"/>
                    <a:gd name="connsiteY432" fmla="*/ 763418 h 822060"/>
                    <a:gd name="connsiteX433" fmla="*/ 77489 w 741817"/>
                    <a:gd name="connsiteY433" fmla="*/ 761207 h 822060"/>
                    <a:gd name="connsiteX434" fmla="*/ 77431 w 741817"/>
                    <a:gd name="connsiteY434" fmla="*/ 754770 h 822060"/>
                    <a:gd name="connsiteX435" fmla="*/ 71261 w 741817"/>
                    <a:gd name="connsiteY435" fmla="*/ 743392 h 822060"/>
                    <a:gd name="connsiteX436" fmla="*/ 67869 w 741817"/>
                    <a:gd name="connsiteY436" fmla="*/ 741898 h 822060"/>
                    <a:gd name="connsiteX437" fmla="*/ 66376 w 741817"/>
                    <a:gd name="connsiteY437" fmla="*/ 737916 h 822060"/>
                    <a:gd name="connsiteX438" fmla="*/ 56444 w 741817"/>
                    <a:gd name="connsiteY438" fmla="*/ 727984 h 822060"/>
                    <a:gd name="connsiteX439" fmla="*/ 50552 w 741817"/>
                    <a:gd name="connsiteY439" fmla="*/ 715563 h 822060"/>
                    <a:gd name="connsiteX440" fmla="*/ 49626 w 741817"/>
                    <a:gd name="connsiteY440" fmla="*/ 709787 h 822060"/>
                    <a:gd name="connsiteX441" fmla="*/ 45239 w 741817"/>
                    <a:gd name="connsiteY441" fmla="*/ 704566 h 822060"/>
                    <a:gd name="connsiteX442" fmla="*/ 50077 w 741817"/>
                    <a:gd name="connsiteY442" fmla="*/ 694345 h 822060"/>
                    <a:gd name="connsiteX443" fmla="*/ 47774 w 741817"/>
                    <a:gd name="connsiteY443" fmla="*/ 690026 h 822060"/>
                    <a:gd name="connsiteX444" fmla="*/ 48607 w 741817"/>
                    <a:gd name="connsiteY444" fmla="*/ 688256 h 822060"/>
                    <a:gd name="connsiteX445" fmla="*/ 39381 w 741817"/>
                    <a:gd name="connsiteY445" fmla="*/ 679099 h 822060"/>
                    <a:gd name="connsiteX446" fmla="*/ 36071 w 741817"/>
                    <a:gd name="connsiteY446" fmla="*/ 671714 h 822060"/>
                    <a:gd name="connsiteX447" fmla="*/ 38710 w 741817"/>
                    <a:gd name="connsiteY447" fmla="*/ 665636 h 822060"/>
                    <a:gd name="connsiteX448" fmla="*/ 37448 w 741817"/>
                    <a:gd name="connsiteY448" fmla="*/ 657128 h 822060"/>
                    <a:gd name="connsiteX449" fmla="*/ 43711 w 741817"/>
                    <a:gd name="connsiteY449" fmla="*/ 655913 h 822060"/>
                    <a:gd name="connsiteX450" fmla="*/ 43977 w 741817"/>
                    <a:gd name="connsiteY450" fmla="*/ 649256 h 822060"/>
                    <a:gd name="connsiteX451" fmla="*/ 35700 w 741817"/>
                    <a:gd name="connsiteY451" fmla="*/ 644511 h 822060"/>
                    <a:gd name="connsiteX452" fmla="*/ 32528 w 741817"/>
                    <a:gd name="connsiteY452" fmla="*/ 645193 h 822060"/>
                    <a:gd name="connsiteX453" fmla="*/ 30723 w 741817"/>
                    <a:gd name="connsiteY453" fmla="*/ 642496 h 822060"/>
                    <a:gd name="connsiteX454" fmla="*/ 33582 w 741817"/>
                    <a:gd name="connsiteY454" fmla="*/ 639185 h 822060"/>
                    <a:gd name="connsiteX455" fmla="*/ 33003 w 741817"/>
                    <a:gd name="connsiteY455" fmla="*/ 636627 h 822060"/>
                    <a:gd name="connsiteX456" fmla="*/ 48318 w 741817"/>
                    <a:gd name="connsiteY456" fmla="*/ 633096 h 822060"/>
                    <a:gd name="connsiteX457" fmla="*/ 56062 w 741817"/>
                    <a:gd name="connsiteY457" fmla="*/ 626475 h 822060"/>
                    <a:gd name="connsiteX458" fmla="*/ 56432 w 741817"/>
                    <a:gd name="connsiteY458" fmla="*/ 625062 h 822060"/>
                    <a:gd name="connsiteX459" fmla="*/ 52508 w 741817"/>
                    <a:gd name="connsiteY459" fmla="*/ 622146 h 822060"/>
                    <a:gd name="connsiteX460" fmla="*/ 46524 w 741817"/>
                    <a:gd name="connsiteY460" fmla="*/ 626938 h 822060"/>
                    <a:gd name="connsiteX461" fmla="*/ 38096 w 741817"/>
                    <a:gd name="connsiteY461" fmla="*/ 621706 h 822060"/>
                    <a:gd name="connsiteX462" fmla="*/ 38282 w 741817"/>
                    <a:gd name="connsiteY462" fmla="*/ 619657 h 822060"/>
                    <a:gd name="connsiteX463" fmla="*/ 41754 w 741817"/>
                    <a:gd name="connsiteY463" fmla="*/ 617758 h 822060"/>
                    <a:gd name="connsiteX464" fmla="*/ 41777 w 741817"/>
                    <a:gd name="connsiteY464" fmla="*/ 615767 h 822060"/>
                    <a:gd name="connsiteX465" fmla="*/ 45817 w 741817"/>
                    <a:gd name="connsiteY465" fmla="*/ 613684 h 822060"/>
                    <a:gd name="connsiteX466" fmla="*/ 48318 w 741817"/>
                    <a:gd name="connsiteY466" fmla="*/ 609910 h 822060"/>
                    <a:gd name="connsiteX467" fmla="*/ 45794 w 741817"/>
                    <a:gd name="connsiteY467" fmla="*/ 598716 h 822060"/>
                    <a:gd name="connsiteX468" fmla="*/ 56722 w 741817"/>
                    <a:gd name="connsiteY468" fmla="*/ 592789 h 822060"/>
                    <a:gd name="connsiteX469" fmla="*/ 54604 w 741817"/>
                    <a:gd name="connsiteY469" fmla="*/ 591018 h 822060"/>
                    <a:gd name="connsiteX470" fmla="*/ 57486 w 741817"/>
                    <a:gd name="connsiteY470" fmla="*/ 583297 h 822060"/>
                    <a:gd name="connsiteX471" fmla="*/ 56583 w 741817"/>
                    <a:gd name="connsiteY471" fmla="*/ 579384 h 822060"/>
                    <a:gd name="connsiteX472" fmla="*/ 67001 w 741817"/>
                    <a:gd name="connsiteY472" fmla="*/ 578331 h 822060"/>
                    <a:gd name="connsiteX473" fmla="*/ 67534 w 741817"/>
                    <a:gd name="connsiteY473" fmla="*/ 574638 h 822060"/>
                    <a:gd name="connsiteX474" fmla="*/ 65033 w 741817"/>
                    <a:gd name="connsiteY474" fmla="*/ 574222 h 822060"/>
                    <a:gd name="connsiteX475" fmla="*/ 66689 w 741817"/>
                    <a:gd name="connsiteY475" fmla="*/ 573099 h 822060"/>
                    <a:gd name="connsiteX476" fmla="*/ 65624 w 741817"/>
                    <a:gd name="connsiteY476" fmla="*/ 571073 h 822060"/>
                    <a:gd name="connsiteX477" fmla="*/ 70173 w 741817"/>
                    <a:gd name="connsiteY477" fmla="*/ 567311 h 822060"/>
                    <a:gd name="connsiteX478" fmla="*/ 81089 w 741817"/>
                    <a:gd name="connsiteY478" fmla="*/ 563051 h 822060"/>
                    <a:gd name="connsiteX479" fmla="*/ 86796 w 741817"/>
                    <a:gd name="connsiteY479" fmla="*/ 565331 h 822060"/>
                    <a:gd name="connsiteX480" fmla="*/ 90882 w 741817"/>
                    <a:gd name="connsiteY480" fmla="*/ 564301 h 822060"/>
                    <a:gd name="connsiteX481" fmla="*/ 91368 w 741817"/>
                    <a:gd name="connsiteY481" fmla="*/ 565875 h 822060"/>
                    <a:gd name="connsiteX482" fmla="*/ 95814 w 741817"/>
                    <a:gd name="connsiteY482" fmla="*/ 564347 h 822060"/>
                    <a:gd name="connsiteX483" fmla="*/ 95814 w 741817"/>
                    <a:gd name="connsiteY483" fmla="*/ 560979 h 822060"/>
                    <a:gd name="connsiteX484" fmla="*/ 99124 w 741817"/>
                    <a:gd name="connsiteY484" fmla="*/ 559382 h 822060"/>
                    <a:gd name="connsiteX485" fmla="*/ 101370 w 741817"/>
                    <a:gd name="connsiteY485" fmla="*/ 560261 h 822060"/>
                    <a:gd name="connsiteX486" fmla="*/ 95895 w 741817"/>
                    <a:gd name="connsiteY486" fmla="*/ 557309 h 822060"/>
                    <a:gd name="connsiteX487" fmla="*/ 85859 w 741817"/>
                    <a:gd name="connsiteY487" fmla="*/ 558085 h 822060"/>
                    <a:gd name="connsiteX488" fmla="*/ 78739 w 741817"/>
                    <a:gd name="connsiteY488" fmla="*/ 554253 h 822060"/>
                    <a:gd name="connsiteX489" fmla="*/ 79943 w 741817"/>
                    <a:gd name="connsiteY489" fmla="*/ 552100 h 822060"/>
                    <a:gd name="connsiteX490" fmla="*/ 79052 w 741817"/>
                    <a:gd name="connsiteY490" fmla="*/ 549010 h 822060"/>
                    <a:gd name="connsiteX491" fmla="*/ 81367 w 741817"/>
                    <a:gd name="connsiteY491" fmla="*/ 547539 h 822060"/>
                    <a:gd name="connsiteX492" fmla="*/ 82988 w 741817"/>
                    <a:gd name="connsiteY492" fmla="*/ 542098 h 822060"/>
                    <a:gd name="connsiteX493" fmla="*/ 83323 w 741817"/>
                    <a:gd name="connsiteY493" fmla="*/ 529272 h 822060"/>
                    <a:gd name="connsiteX494" fmla="*/ 84689 w 741817"/>
                    <a:gd name="connsiteY494" fmla="*/ 527663 h 822060"/>
                    <a:gd name="connsiteX495" fmla="*/ 88683 w 741817"/>
                    <a:gd name="connsiteY495" fmla="*/ 528346 h 822060"/>
                    <a:gd name="connsiteX496" fmla="*/ 95651 w 741817"/>
                    <a:gd name="connsiteY496" fmla="*/ 524920 h 822060"/>
                    <a:gd name="connsiteX497" fmla="*/ 100178 w 741817"/>
                    <a:gd name="connsiteY497" fmla="*/ 513390 h 822060"/>
                    <a:gd name="connsiteX498" fmla="*/ 94483 w 741817"/>
                    <a:gd name="connsiteY498" fmla="*/ 512025 h 822060"/>
                    <a:gd name="connsiteX499" fmla="*/ 93082 w 741817"/>
                    <a:gd name="connsiteY499" fmla="*/ 510034 h 822060"/>
                    <a:gd name="connsiteX500" fmla="*/ 88938 w 741817"/>
                    <a:gd name="connsiteY500" fmla="*/ 512233 h 822060"/>
                    <a:gd name="connsiteX501" fmla="*/ 83879 w 741817"/>
                    <a:gd name="connsiteY501" fmla="*/ 511666 h 822060"/>
                    <a:gd name="connsiteX502" fmla="*/ 69351 w 741817"/>
                    <a:gd name="connsiteY502" fmla="*/ 515809 h 822060"/>
                    <a:gd name="connsiteX503" fmla="*/ 62012 w 741817"/>
                    <a:gd name="connsiteY503" fmla="*/ 513402 h 822060"/>
                    <a:gd name="connsiteX504" fmla="*/ 58516 w 741817"/>
                    <a:gd name="connsiteY504" fmla="*/ 508795 h 822060"/>
                    <a:gd name="connsiteX505" fmla="*/ 50830 w 741817"/>
                    <a:gd name="connsiteY505" fmla="*/ 504743 h 822060"/>
                    <a:gd name="connsiteX506" fmla="*/ 44290 w 741817"/>
                    <a:gd name="connsiteY506" fmla="*/ 496108 h 822060"/>
                    <a:gd name="connsiteX507" fmla="*/ 40840 w 741817"/>
                    <a:gd name="connsiteY507" fmla="*/ 495887 h 822060"/>
                    <a:gd name="connsiteX508" fmla="*/ 37552 w 741817"/>
                    <a:gd name="connsiteY508" fmla="*/ 491709 h 822060"/>
                    <a:gd name="connsiteX509" fmla="*/ 28616 w 741817"/>
                    <a:gd name="connsiteY509" fmla="*/ 489671 h 822060"/>
                    <a:gd name="connsiteX510" fmla="*/ 26115 w 741817"/>
                    <a:gd name="connsiteY510" fmla="*/ 487020 h 822060"/>
                    <a:gd name="connsiteX511" fmla="*/ 26532 w 741817"/>
                    <a:gd name="connsiteY511" fmla="*/ 482460 h 822060"/>
                    <a:gd name="connsiteX512" fmla="*/ 20061 w 741817"/>
                    <a:gd name="connsiteY512" fmla="*/ 476787 h 822060"/>
                    <a:gd name="connsiteX513" fmla="*/ 5534 w 741817"/>
                    <a:gd name="connsiteY513" fmla="*/ 469576 h 822060"/>
                    <a:gd name="connsiteX514" fmla="*/ 4619 w 741817"/>
                    <a:gd name="connsiteY514" fmla="*/ 466311 h 822060"/>
                    <a:gd name="connsiteX515" fmla="*/ 1632 w 741817"/>
                    <a:gd name="connsiteY515" fmla="*/ 464077 h 822060"/>
                    <a:gd name="connsiteX516" fmla="*/ 2570 w 741817"/>
                    <a:gd name="connsiteY516" fmla="*/ 458787 h 822060"/>
                    <a:gd name="connsiteX517" fmla="*/ 0 w 741817"/>
                    <a:gd name="connsiteY517" fmla="*/ 456992 h 822060"/>
                    <a:gd name="connsiteX518" fmla="*/ 1401 w 741817"/>
                    <a:gd name="connsiteY518" fmla="*/ 450800 h 822060"/>
                    <a:gd name="connsiteX519" fmla="*/ 14088 w 741817"/>
                    <a:gd name="connsiteY519" fmla="*/ 437534 h 822060"/>
                    <a:gd name="connsiteX520" fmla="*/ 20177 w 741817"/>
                    <a:gd name="connsiteY520" fmla="*/ 438842 h 822060"/>
                    <a:gd name="connsiteX521" fmla="*/ 34242 w 741817"/>
                    <a:gd name="connsiteY521" fmla="*/ 428829 h 822060"/>
                    <a:gd name="connsiteX522" fmla="*/ 39613 w 741817"/>
                    <a:gd name="connsiteY522" fmla="*/ 428319 h 822060"/>
                    <a:gd name="connsiteX523" fmla="*/ 45250 w 741817"/>
                    <a:gd name="connsiteY523" fmla="*/ 424534 h 822060"/>
                    <a:gd name="connsiteX524" fmla="*/ 74618 w 741817"/>
                    <a:gd name="connsiteY524" fmla="*/ 423608 h 822060"/>
                    <a:gd name="connsiteX525" fmla="*/ 72025 w 741817"/>
                    <a:gd name="connsiteY525" fmla="*/ 416500 h 822060"/>
                    <a:gd name="connsiteX526" fmla="*/ 74201 w 741817"/>
                    <a:gd name="connsiteY526" fmla="*/ 412865 h 822060"/>
                    <a:gd name="connsiteX527" fmla="*/ 73669 w 741817"/>
                    <a:gd name="connsiteY527" fmla="*/ 410377 h 822060"/>
                    <a:gd name="connsiteX528" fmla="*/ 83856 w 741817"/>
                    <a:gd name="connsiteY528" fmla="*/ 412819 h 822060"/>
                    <a:gd name="connsiteX529" fmla="*/ 84956 w 741817"/>
                    <a:gd name="connsiteY529" fmla="*/ 410423 h 822060"/>
                    <a:gd name="connsiteX530" fmla="*/ 83971 w 741817"/>
                    <a:gd name="connsiteY530" fmla="*/ 404739 h 822060"/>
                    <a:gd name="connsiteX531" fmla="*/ 87607 w 741817"/>
                    <a:gd name="connsiteY531" fmla="*/ 393418 h 822060"/>
                    <a:gd name="connsiteX532" fmla="*/ 85627 w 741817"/>
                    <a:gd name="connsiteY532" fmla="*/ 392353 h 822060"/>
                    <a:gd name="connsiteX533" fmla="*/ 85430 w 741817"/>
                    <a:gd name="connsiteY533" fmla="*/ 384528 h 822060"/>
                    <a:gd name="connsiteX534" fmla="*/ 83358 w 741817"/>
                    <a:gd name="connsiteY534" fmla="*/ 381043 h 822060"/>
                    <a:gd name="connsiteX535" fmla="*/ 80603 w 741817"/>
                    <a:gd name="connsiteY535" fmla="*/ 380036 h 822060"/>
                    <a:gd name="connsiteX536" fmla="*/ 72616 w 741817"/>
                    <a:gd name="connsiteY536" fmla="*/ 382097 h 822060"/>
                    <a:gd name="connsiteX537" fmla="*/ 63864 w 741817"/>
                    <a:gd name="connsiteY537" fmla="*/ 391670 h 822060"/>
                    <a:gd name="connsiteX538" fmla="*/ 62255 w 741817"/>
                    <a:gd name="connsiteY538" fmla="*/ 390755 h 822060"/>
                    <a:gd name="connsiteX539" fmla="*/ 54233 w 741817"/>
                    <a:gd name="connsiteY539" fmla="*/ 393869 h 822060"/>
                    <a:gd name="connsiteX540" fmla="*/ 54627 w 741817"/>
                    <a:gd name="connsiteY540" fmla="*/ 395397 h 822060"/>
                    <a:gd name="connsiteX541" fmla="*/ 51779 w 741817"/>
                    <a:gd name="connsiteY541" fmla="*/ 397608 h 822060"/>
                    <a:gd name="connsiteX542" fmla="*/ 56456 w 741817"/>
                    <a:gd name="connsiteY542" fmla="*/ 401069 h 822060"/>
                    <a:gd name="connsiteX543" fmla="*/ 54742 w 741817"/>
                    <a:gd name="connsiteY543" fmla="*/ 403767 h 822060"/>
                    <a:gd name="connsiteX544" fmla="*/ 46361 w 741817"/>
                    <a:gd name="connsiteY544" fmla="*/ 406777 h 822060"/>
                    <a:gd name="connsiteX545" fmla="*/ 37599 w 741817"/>
                    <a:gd name="connsiteY545" fmla="*/ 407645 h 822060"/>
                    <a:gd name="connsiteX546" fmla="*/ 36233 w 741817"/>
                    <a:gd name="connsiteY546" fmla="*/ 403755 h 822060"/>
                    <a:gd name="connsiteX547" fmla="*/ 45458 w 741817"/>
                    <a:gd name="connsiteY547" fmla="*/ 399600 h 822060"/>
                    <a:gd name="connsiteX548" fmla="*/ 39995 w 741817"/>
                    <a:gd name="connsiteY548" fmla="*/ 384991 h 822060"/>
                    <a:gd name="connsiteX549" fmla="*/ 36360 w 741817"/>
                    <a:gd name="connsiteY549" fmla="*/ 380360 h 822060"/>
                    <a:gd name="connsiteX550" fmla="*/ 36140 w 741817"/>
                    <a:gd name="connsiteY550" fmla="*/ 375001 h 822060"/>
                    <a:gd name="connsiteX551" fmla="*/ 37436 w 741817"/>
                    <a:gd name="connsiteY551" fmla="*/ 374584 h 822060"/>
                    <a:gd name="connsiteX552" fmla="*/ 35827 w 741817"/>
                    <a:gd name="connsiteY552" fmla="*/ 373357 h 822060"/>
                    <a:gd name="connsiteX553" fmla="*/ 42067 w 741817"/>
                    <a:gd name="connsiteY553" fmla="*/ 372327 h 822060"/>
                    <a:gd name="connsiteX554" fmla="*/ 43746 w 741817"/>
                    <a:gd name="connsiteY554" fmla="*/ 373461 h 822060"/>
                    <a:gd name="connsiteX555" fmla="*/ 49927 w 741817"/>
                    <a:gd name="connsiteY555" fmla="*/ 366573 h 822060"/>
                    <a:gd name="connsiteX556" fmla="*/ 53839 w 741817"/>
                    <a:gd name="connsiteY556" fmla="*/ 365531 h 822060"/>
                    <a:gd name="connsiteX557" fmla="*/ 52474 w 741817"/>
                    <a:gd name="connsiteY557" fmla="*/ 359732 h 822060"/>
                    <a:gd name="connsiteX558" fmla="*/ 56467 w 741817"/>
                    <a:gd name="connsiteY558" fmla="*/ 356086 h 822060"/>
                    <a:gd name="connsiteX559" fmla="*/ 59952 w 741817"/>
                    <a:gd name="connsiteY559" fmla="*/ 348307 h 822060"/>
                    <a:gd name="connsiteX560" fmla="*/ 64756 w 741817"/>
                    <a:gd name="connsiteY560" fmla="*/ 347346 h 822060"/>
                    <a:gd name="connsiteX561" fmla="*/ 61318 w 741817"/>
                    <a:gd name="connsiteY561" fmla="*/ 343306 h 822060"/>
                    <a:gd name="connsiteX562" fmla="*/ 56352 w 741817"/>
                    <a:gd name="connsiteY562" fmla="*/ 341002 h 822060"/>
                    <a:gd name="connsiteX563" fmla="*/ 61283 w 741817"/>
                    <a:gd name="connsiteY563" fmla="*/ 338421 h 822060"/>
                    <a:gd name="connsiteX564" fmla="*/ 68008 w 741817"/>
                    <a:gd name="connsiteY564" fmla="*/ 337599 h 822060"/>
                    <a:gd name="connsiteX565" fmla="*/ 68518 w 741817"/>
                    <a:gd name="connsiteY565" fmla="*/ 333304 h 822060"/>
                    <a:gd name="connsiteX566" fmla="*/ 70289 w 741817"/>
                    <a:gd name="connsiteY566" fmla="*/ 332610 h 822060"/>
                    <a:gd name="connsiteX567" fmla="*/ 68865 w 741817"/>
                    <a:gd name="connsiteY567" fmla="*/ 328824 h 822060"/>
                    <a:gd name="connsiteX568" fmla="*/ 72731 w 741817"/>
                    <a:gd name="connsiteY568" fmla="*/ 321196 h 822060"/>
                    <a:gd name="connsiteX569" fmla="*/ 70196 w 741817"/>
                    <a:gd name="connsiteY569" fmla="*/ 321115 h 822060"/>
                    <a:gd name="connsiteX570" fmla="*/ 71528 w 741817"/>
                    <a:gd name="connsiteY570" fmla="*/ 317584 h 822060"/>
                    <a:gd name="connsiteX571" fmla="*/ 69838 w 741817"/>
                    <a:gd name="connsiteY571" fmla="*/ 311808 h 822060"/>
                    <a:gd name="connsiteX572" fmla="*/ 74433 w 741817"/>
                    <a:gd name="connsiteY572" fmla="*/ 310604 h 822060"/>
                    <a:gd name="connsiteX573" fmla="*/ 75243 w 741817"/>
                    <a:gd name="connsiteY573" fmla="*/ 306819 h 822060"/>
                    <a:gd name="connsiteX574" fmla="*/ 78739 w 741817"/>
                    <a:gd name="connsiteY574" fmla="*/ 302883 h 822060"/>
                    <a:gd name="connsiteX575" fmla="*/ 77813 w 741817"/>
                    <a:gd name="connsiteY575" fmla="*/ 297002 h 822060"/>
                    <a:gd name="connsiteX576" fmla="*/ 79654 w 741817"/>
                    <a:gd name="connsiteY576" fmla="*/ 292060 h 822060"/>
                    <a:gd name="connsiteX577" fmla="*/ 80325 w 741817"/>
                    <a:gd name="connsiteY577" fmla="*/ 294328 h 822060"/>
                    <a:gd name="connsiteX578" fmla="*/ 86680 w 741817"/>
                    <a:gd name="connsiteY578" fmla="*/ 295000 h 822060"/>
                    <a:gd name="connsiteX579" fmla="*/ 94934 w 741817"/>
                    <a:gd name="connsiteY579" fmla="*/ 291400 h 822060"/>
                    <a:gd name="connsiteX580" fmla="*/ 94656 w 741817"/>
                    <a:gd name="connsiteY580" fmla="*/ 297998 h 822060"/>
                    <a:gd name="connsiteX581" fmla="*/ 100745 w 741817"/>
                    <a:gd name="connsiteY581" fmla="*/ 297431 h 822060"/>
                    <a:gd name="connsiteX582" fmla="*/ 100560 w 741817"/>
                    <a:gd name="connsiteY582" fmla="*/ 291978 h 822060"/>
                    <a:gd name="connsiteX583" fmla="*/ 98812 w 741817"/>
                    <a:gd name="connsiteY583" fmla="*/ 292002 h 822060"/>
                    <a:gd name="connsiteX584" fmla="*/ 99448 w 741817"/>
                    <a:gd name="connsiteY584" fmla="*/ 288112 h 822060"/>
                    <a:gd name="connsiteX585" fmla="*/ 96404 w 741817"/>
                    <a:gd name="connsiteY585" fmla="*/ 286040 h 822060"/>
                    <a:gd name="connsiteX586" fmla="*/ 90084 w 741817"/>
                    <a:gd name="connsiteY586" fmla="*/ 287082 h 822060"/>
                    <a:gd name="connsiteX587" fmla="*/ 87965 w 741817"/>
                    <a:gd name="connsiteY587" fmla="*/ 284385 h 822060"/>
                    <a:gd name="connsiteX588" fmla="*/ 89690 w 741817"/>
                    <a:gd name="connsiteY588" fmla="*/ 284269 h 822060"/>
                    <a:gd name="connsiteX589" fmla="*/ 89933 w 741817"/>
                    <a:gd name="connsiteY589" fmla="*/ 281236 h 822060"/>
                    <a:gd name="connsiteX590" fmla="*/ 83647 w 741817"/>
                    <a:gd name="connsiteY590" fmla="*/ 277265 h 822060"/>
                    <a:gd name="connsiteX591" fmla="*/ 81390 w 741817"/>
                    <a:gd name="connsiteY591" fmla="*/ 278527 h 822060"/>
                    <a:gd name="connsiteX592" fmla="*/ 79364 w 741817"/>
                    <a:gd name="connsiteY592" fmla="*/ 276270 h 822060"/>
                    <a:gd name="connsiteX593" fmla="*/ 81957 w 741817"/>
                    <a:gd name="connsiteY593" fmla="*/ 275760 h 822060"/>
                    <a:gd name="connsiteX594" fmla="*/ 83346 w 741817"/>
                    <a:gd name="connsiteY594" fmla="*/ 272438 h 822060"/>
                    <a:gd name="connsiteX595" fmla="*/ 81135 w 741817"/>
                    <a:gd name="connsiteY595" fmla="*/ 267056 h 822060"/>
                    <a:gd name="connsiteX596" fmla="*/ 79156 w 741817"/>
                    <a:gd name="connsiteY596" fmla="*/ 269093 h 822060"/>
                    <a:gd name="connsiteX597" fmla="*/ 77871 w 741817"/>
                    <a:gd name="connsiteY597" fmla="*/ 267368 h 822060"/>
                    <a:gd name="connsiteX598" fmla="*/ 74722 w 741817"/>
                    <a:gd name="connsiteY598" fmla="*/ 269105 h 822060"/>
                    <a:gd name="connsiteX599" fmla="*/ 75625 w 741817"/>
                    <a:gd name="connsiteY599" fmla="*/ 267218 h 822060"/>
                    <a:gd name="connsiteX600" fmla="*/ 73391 w 741817"/>
                    <a:gd name="connsiteY600" fmla="*/ 265331 h 822060"/>
                    <a:gd name="connsiteX601" fmla="*/ 70671 w 741817"/>
                    <a:gd name="connsiteY601" fmla="*/ 267276 h 822060"/>
                    <a:gd name="connsiteX602" fmla="*/ 68529 w 741817"/>
                    <a:gd name="connsiteY602" fmla="*/ 266269 h 822060"/>
                    <a:gd name="connsiteX603" fmla="*/ 70266 w 741817"/>
                    <a:gd name="connsiteY603" fmla="*/ 263965 h 822060"/>
                    <a:gd name="connsiteX604" fmla="*/ 66666 w 741817"/>
                    <a:gd name="connsiteY604" fmla="*/ 263305 h 822060"/>
                    <a:gd name="connsiteX605" fmla="*/ 64953 w 741817"/>
                    <a:gd name="connsiteY605" fmla="*/ 265990 h 822060"/>
                    <a:gd name="connsiteX606" fmla="*/ 62880 w 741817"/>
                    <a:gd name="connsiteY606" fmla="*/ 262935 h 822060"/>
                    <a:gd name="connsiteX607" fmla="*/ 61364 w 741817"/>
                    <a:gd name="connsiteY607" fmla="*/ 265597 h 822060"/>
                    <a:gd name="connsiteX608" fmla="*/ 58944 w 741817"/>
                    <a:gd name="connsiteY608" fmla="*/ 264463 h 822060"/>
                    <a:gd name="connsiteX609" fmla="*/ 58597 w 741817"/>
                    <a:gd name="connsiteY609" fmla="*/ 260978 h 822060"/>
                    <a:gd name="connsiteX610" fmla="*/ 55680 w 741817"/>
                    <a:gd name="connsiteY610" fmla="*/ 260874 h 822060"/>
                    <a:gd name="connsiteX611" fmla="*/ 54742 w 741817"/>
                    <a:gd name="connsiteY611" fmla="*/ 255491 h 822060"/>
                    <a:gd name="connsiteX612" fmla="*/ 56896 w 741817"/>
                    <a:gd name="connsiteY612" fmla="*/ 253384 h 822060"/>
                    <a:gd name="connsiteX613" fmla="*/ 56629 w 741817"/>
                    <a:gd name="connsiteY613" fmla="*/ 250270 h 822060"/>
                    <a:gd name="connsiteX614" fmla="*/ 52636 w 741817"/>
                    <a:gd name="connsiteY614" fmla="*/ 252690 h 822060"/>
                    <a:gd name="connsiteX615" fmla="*/ 49661 w 741817"/>
                    <a:gd name="connsiteY615" fmla="*/ 251717 h 822060"/>
                    <a:gd name="connsiteX616" fmla="*/ 48306 w 741817"/>
                    <a:gd name="connsiteY616" fmla="*/ 255376 h 822060"/>
                    <a:gd name="connsiteX617" fmla="*/ 45239 w 741817"/>
                    <a:gd name="connsiteY617" fmla="*/ 257158 h 822060"/>
                    <a:gd name="connsiteX618" fmla="*/ 45042 w 741817"/>
                    <a:gd name="connsiteY618" fmla="*/ 255017 h 822060"/>
                    <a:gd name="connsiteX619" fmla="*/ 36684 w 741817"/>
                    <a:gd name="connsiteY619" fmla="*/ 253060 h 822060"/>
                    <a:gd name="connsiteX620" fmla="*/ 35746 w 741817"/>
                    <a:gd name="connsiteY620" fmla="*/ 254056 h 822060"/>
                    <a:gd name="connsiteX621" fmla="*/ 30179 w 741817"/>
                    <a:gd name="connsiteY621" fmla="*/ 249773 h 822060"/>
                    <a:gd name="connsiteX622" fmla="*/ 29843 w 741817"/>
                    <a:gd name="connsiteY622" fmla="*/ 247643 h 822060"/>
                    <a:gd name="connsiteX623" fmla="*/ 32644 w 741817"/>
                    <a:gd name="connsiteY623" fmla="*/ 245825 h 822060"/>
                    <a:gd name="connsiteX624" fmla="*/ 33003 w 741817"/>
                    <a:gd name="connsiteY624" fmla="*/ 243568 h 822060"/>
                    <a:gd name="connsiteX625" fmla="*/ 31927 w 741817"/>
                    <a:gd name="connsiteY625" fmla="*/ 242584 h 822060"/>
                    <a:gd name="connsiteX626" fmla="*/ 29773 w 741817"/>
                    <a:gd name="connsiteY626" fmla="*/ 245131 h 822060"/>
                    <a:gd name="connsiteX627" fmla="*/ 27667 w 741817"/>
                    <a:gd name="connsiteY627" fmla="*/ 242920 h 822060"/>
                    <a:gd name="connsiteX628" fmla="*/ 27898 w 741817"/>
                    <a:gd name="connsiteY628" fmla="*/ 235893 h 822060"/>
                    <a:gd name="connsiteX629" fmla="*/ 32945 w 741817"/>
                    <a:gd name="connsiteY629" fmla="*/ 228415 h 822060"/>
                    <a:gd name="connsiteX630" fmla="*/ 32123 w 741817"/>
                    <a:gd name="connsiteY630" fmla="*/ 225533 h 822060"/>
                    <a:gd name="connsiteX631" fmla="*/ 34033 w 741817"/>
                    <a:gd name="connsiteY631" fmla="*/ 222292 h 822060"/>
                    <a:gd name="connsiteX632" fmla="*/ 29901 w 741817"/>
                    <a:gd name="connsiteY632" fmla="*/ 219340 h 822060"/>
                    <a:gd name="connsiteX633" fmla="*/ 42646 w 741817"/>
                    <a:gd name="connsiteY633" fmla="*/ 208007 h 822060"/>
                    <a:gd name="connsiteX634" fmla="*/ 33964 w 741817"/>
                    <a:gd name="connsiteY634" fmla="*/ 201015 h 822060"/>
                    <a:gd name="connsiteX635" fmla="*/ 35932 w 741817"/>
                    <a:gd name="connsiteY635" fmla="*/ 197554 h 822060"/>
                    <a:gd name="connsiteX636" fmla="*/ 40029 w 741817"/>
                    <a:gd name="connsiteY636" fmla="*/ 197427 h 822060"/>
                    <a:gd name="connsiteX637" fmla="*/ 35816 w 741817"/>
                    <a:gd name="connsiteY637" fmla="*/ 194336 h 822060"/>
                    <a:gd name="connsiteX638" fmla="*/ 39416 w 741817"/>
                    <a:gd name="connsiteY638" fmla="*/ 191592 h 822060"/>
                    <a:gd name="connsiteX639" fmla="*/ 47716 w 741817"/>
                    <a:gd name="connsiteY639" fmla="*/ 192276 h 822060"/>
                    <a:gd name="connsiteX640" fmla="*/ 46790 w 741817"/>
                    <a:gd name="connsiteY640" fmla="*/ 188907 h 822060"/>
                    <a:gd name="connsiteX641" fmla="*/ 49568 w 741817"/>
                    <a:gd name="connsiteY641" fmla="*/ 177921 h 822060"/>
                    <a:gd name="connsiteX642" fmla="*/ 54511 w 741817"/>
                    <a:gd name="connsiteY642" fmla="*/ 171034 h 822060"/>
                    <a:gd name="connsiteX643" fmla="*/ 61375 w 741817"/>
                    <a:gd name="connsiteY643" fmla="*/ 173962 h 822060"/>
                    <a:gd name="connsiteX644" fmla="*/ 65878 w 741817"/>
                    <a:gd name="connsiteY644" fmla="*/ 173522 h 822060"/>
                    <a:gd name="connsiteX645" fmla="*/ 66967 w 741817"/>
                    <a:gd name="connsiteY645" fmla="*/ 171775 h 822060"/>
                    <a:gd name="connsiteX646" fmla="*/ 76135 w 741817"/>
                    <a:gd name="connsiteY646" fmla="*/ 171832 h 822060"/>
                    <a:gd name="connsiteX647" fmla="*/ 78542 w 741817"/>
                    <a:gd name="connsiteY647" fmla="*/ 167607 h 822060"/>
                    <a:gd name="connsiteX648" fmla="*/ 80175 w 741817"/>
                    <a:gd name="connsiteY648" fmla="*/ 167781 h 822060"/>
                    <a:gd name="connsiteX649" fmla="*/ 80163 w 741817"/>
                    <a:gd name="connsiteY649" fmla="*/ 164308 h 822060"/>
                    <a:gd name="connsiteX650" fmla="*/ 84041 w 741817"/>
                    <a:gd name="connsiteY650" fmla="*/ 160627 h 822060"/>
                    <a:gd name="connsiteX651" fmla="*/ 85384 w 741817"/>
                    <a:gd name="connsiteY651" fmla="*/ 156251 h 822060"/>
                    <a:gd name="connsiteX652" fmla="*/ 95223 w 741817"/>
                    <a:gd name="connsiteY652" fmla="*/ 154619 h 822060"/>
                    <a:gd name="connsiteX653" fmla="*/ 97782 w 741817"/>
                    <a:gd name="connsiteY653" fmla="*/ 148901 h 822060"/>
                    <a:gd name="connsiteX654" fmla="*/ 100062 w 741817"/>
                    <a:gd name="connsiteY654" fmla="*/ 151760 h 822060"/>
                    <a:gd name="connsiteX655" fmla="*/ 98731 w 741817"/>
                    <a:gd name="connsiteY655" fmla="*/ 154445 h 822060"/>
                    <a:gd name="connsiteX656" fmla="*/ 102366 w 741817"/>
                    <a:gd name="connsiteY656" fmla="*/ 156795 h 822060"/>
                    <a:gd name="connsiteX657" fmla="*/ 103037 w 741817"/>
                    <a:gd name="connsiteY657" fmla="*/ 159446 h 822060"/>
                    <a:gd name="connsiteX658" fmla="*/ 113930 w 741817"/>
                    <a:gd name="connsiteY658" fmla="*/ 166936 h 822060"/>
                    <a:gd name="connsiteX659" fmla="*/ 117021 w 741817"/>
                    <a:gd name="connsiteY659" fmla="*/ 164204 h 822060"/>
                    <a:gd name="connsiteX660" fmla="*/ 121304 w 741817"/>
                    <a:gd name="connsiteY660" fmla="*/ 165026 h 822060"/>
                    <a:gd name="connsiteX661" fmla="*/ 124881 w 741817"/>
                    <a:gd name="connsiteY661" fmla="*/ 160256 h 822060"/>
                    <a:gd name="connsiteX662" fmla="*/ 128747 w 741817"/>
                    <a:gd name="connsiteY662" fmla="*/ 158983 h 822060"/>
                    <a:gd name="connsiteX663" fmla="*/ 130090 w 741817"/>
                    <a:gd name="connsiteY663" fmla="*/ 162456 h 822060"/>
                    <a:gd name="connsiteX664" fmla="*/ 145162 w 741817"/>
                    <a:gd name="connsiteY664" fmla="*/ 165003 h 822060"/>
                    <a:gd name="connsiteX665" fmla="*/ 145984 w 741817"/>
                    <a:gd name="connsiteY665" fmla="*/ 171149 h 822060"/>
                    <a:gd name="connsiteX666" fmla="*/ 154920 w 741817"/>
                    <a:gd name="connsiteY666" fmla="*/ 181394 h 822060"/>
                    <a:gd name="connsiteX667" fmla="*/ 154909 w 741817"/>
                    <a:gd name="connsiteY667" fmla="*/ 184554 h 822060"/>
                    <a:gd name="connsiteX668" fmla="*/ 159828 w 741817"/>
                    <a:gd name="connsiteY668" fmla="*/ 192727 h 822060"/>
                    <a:gd name="connsiteX669" fmla="*/ 175490 w 741817"/>
                    <a:gd name="connsiteY669" fmla="*/ 175919 h 822060"/>
                    <a:gd name="connsiteX670" fmla="*/ 185041 w 741817"/>
                    <a:gd name="connsiteY670" fmla="*/ 175618 h 822060"/>
                    <a:gd name="connsiteX671" fmla="*/ 185411 w 741817"/>
                    <a:gd name="connsiteY671" fmla="*/ 158972 h 822060"/>
                    <a:gd name="connsiteX672" fmla="*/ 186742 w 741817"/>
                    <a:gd name="connsiteY672" fmla="*/ 156934 h 822060"/>
                    <a:gd name="connsiteX673" fmla="*/ 185631 w 741817"/>
                    <a:gd name="connsiteY673" fmla="*/ 151494 h 822060"/>
                    <a:gd name="connsiteX674" fmla="*/ 182876 w 741817"/>
                    <a:gd name="connsiteY674" fmla="*/ 149352 h 822060"/>
                    <a:gd name="connsiteX675" fmla="*/ 185955 w 741817"/>
                    <a:gd name="connsiteY675" fmla="*/ 141550 h 822060"/>
                    <a:gd name="connsiteX676" fmla="*/ 191280 w 741817"/>
                    <a:gd name="connsiteY676" fmla="*/ 139941 h 822060"/>
                    <a:gd name="connsiteX677" fmla="*/ 195806 w 741817"/>
                    <a:gd name="connsiteY677" fmla="*/ 134489 h 822060"/>
                    <a:gd name="connsiteX678" fmla="*/ 200089 w 741817"/>
                    <a:gd name="connsiteY678" fmla="*/ 139593 h 822060"/>
                    <a:gd name="connsiteX679" fmla="*/ 204488 w 741817"/>
                    <a:gd name="connsiteY679" fmla="*/ 140323 h 822060"/>
                    <a:gd name="connsiteX680" fmla="*/ 212452 w 741817"/>
                    <a:gd name="connsiteY680" fmla="*/ 134905 h 822060"/>
                    <a:gd name="connsiteX681" fmla="*/ 215832 w 741817"/>
                    <a:gd name="connsiteY681" fmla="*/ 135831 h 822060"/>
                    <a:gd name="connsiteX682" fmla="*/ 219444 w 741817"/>
                    <a:gd name="connsiteY682" fmla="*/ 133979 h 822060"/>
                    <a:gd name="connsiteX683" fmla="*/ 223195 w 741817"/>
                    <a:gd name="connsiteY683" fmla="*/ 139860 h 822060"/>
                    <a:gd name="connsiteX684" fmla="*/ 228242 w 741817"/>
                    <a:gd name="connsiteY684" fmla="*/ 138945 h 822060"/>
                    <a:gd name="connsiteX685" fmla="*/ 228936 w 741817"/>
                    <a:gd name="connsiteY685" fmla="*/ 144224 h 822060"/>
                    <a:gd name="connsiteX686" fmla="*/ 232756 w 741817"/>
                    <a:gd name="connsiteY686" fmla="*/ 144131 h 822060"/>
                    <a:gd name="connsiteX687" fmla="*/ 231055 w 741817"/>
                    <a:gd name="connsiteY687" fmla="*/ 146574 h 822060"/>
                    <a:gd name="connsiteX688" fmla="*/ 233486 w 741817"/>
                    <a:gd name="connsiteY688" fmla="*/ 147338 h 822060"/>
                    <a:gd name="connsiteX689" fmla="*/ 231460 w 741817"/>
                    <a:gd name="connsiteY689" fmla="*/ 148762 h 822060"/>
                    <a:gd name="connsiteX690" fmla="*/ 231680 w 741817"/>
                    <a:gd name="connsiteY690" fmla="*/ 153890 h 822060"/>
                    <a:gd name="connsiteX691" fmla="*/ 235650 w 741817"/>
                    <a:gd name="connsiteY691" fmla="*/ 158404 h 822060"/>
                    <a:gd name="connsiteX692" fmla="*/ 239065 w 741817"/>
                    <a:gd name="connsiteY692" fmla="*/ 157999 h 822060"/>
                    <a:gd name="connsiteX693" fmla="*/ 241403 w 741817"/>
                    <a:gd name="connsiteY693" fmla="*/ 155869 h 822060"/>
                    <a:gd name="connsiteX694" fmla="*/ 240269 w 741817"/>
                    <a:gd name="connsiteY694" fmla="*/ 154121 h 822060"/>
                    <a:gd name="connsiteX695" fmla="*/ 244622 w 741817"/>
                    <a:gd name="connsiteY695" fmla="*/ 152848 h 822060"/>
                    <a:gd name="connsiteX696" fmla="*/ 247273 w 741817"/>
                    <a:gd name="connsiteY696" fmla="*/ 157270 h 822060"/>
                    <a:gd name="connsiteX697" fmla="*/ 249877 w 741817"/>
                    <a:gd name="connsiteY697" fmla="*/ 157652 h 822060"/>
                    <a:gd name="connsiteX698" fmla="*/ 255815 w 741817"/>
                    <a:gd name="connsiteY698" fmla="*/ 163393 h 822060"/>
                    <a:gd name="connsiteX699" fmla="*/ 258061 w 741817"/>
                    <a:gd name="connsiteY699" fmla="*/ 159180 h 822060"/>
                    <a:gd name="connsiteX700" fmla="*/ 258802 w 741817"/>
                    <a:gd name="connsiteY700" fmla="*/ 147477 h 822060"/>
                    <a:gd name="connsiteX701" fmla="*/ 263930 w 741817"/>
                    <a:gd name="connsiteY701" fmla="*/ 153010 h 822060"/>
                    <a:gd name="connsiteX702" fmla="*/ 266732 w 741817"/>
                    <a:gd name="connsiteY702" fmla="*/ 150961 h 822060"/>
                    <a:gd name="connsiteX703" fmla="*/ 269325 w 741817"/>
                    <a:gd name="connsiteY703" fmla="*/ 151424 h 822060"/>
                    <a:gd name="connsiteX704" fmla="*/ 273040 w 741817"/>
                    <a:gd name="connsiteY704" fmla="*/ 156656 h 822060"/>
                    <a:gd name="connsiteX705" fmla="*/ 275205 w 741817"/>
                    <a:gd name="connsiteY705" fmla="*/ 154515 h 822060"/>
                    <a:gd name="connsiteX706" fmla="*/ 284038 w 741817"/>
                    <a:gd name="connsiteY706" fmla="*/ 152477 h 822060"/>
                    <a:gd name="connsiteX707" fmla="*/ 286642 w 741817"/>
                    <a:gd name="connsiteY707" fmla="*/ 149734 h 822060"/>
                    <a:gd name="connsiteX708" fmla="*/ 289605 w 741817"/>
                    <a:gd name="connsiteY708" fmla="*/ 150475 h 822060"/>
                    <a:gd name="connsiteX709" fmla="*/ 288899 w 741817"/>
                    <a:gd name="connsiteY709" fmla="*/ 140624 h 822060"/>
                    <a:gd name="connsiteX710" fmla="*/ 298056 w 741817"/>
                    <a:gd name="connsiteY710" fmla="*/ 139709 h 822060"/>
                    <a:gd name="connsiteX711" fmla="*/ 300371 w 741817"/>
                    <a:gd name="connsiteY711" fmla="*/ 137521 h 822060"/>
                    <a:gd name="connsiteX712" fmla="*/ 299491 w 741817"/>
                    <a:gd name="connsiteY712" fmla="*/ 135009 h 822060"/>
                    <a:gd name="connsiteX713" fmla="*/ 305615 w 741817"/>
                    <a:gd name="connsiteY713" fmla="*/ 135357 h 822060"/>
                    <a:gd name="connsiteX714" fmla="*/ 308798 w 741817"/>
                    <a:gd name="connsiteY714" fmla="*/ 133597 h 822060"/>
                    <a:gd name="connsiteX715" fmla="*/ 308023 w 741817"/>
                    <a:gd name="connsiteY715" fmla="*/ 128075 h 822060"/>
                    <a:gd name="connsiteX716" fmla="*/ 312502 w 741817"/>
                    <a:gd name="connsiteY716" fmla="*/ 124105 h 822060"/>
                    <a:gd name="connsiteX717" fmla="*/ 307664 w 741817"/>
                    <a:gd name="connsiteY717" fmla="*/ 117264 h 822060"/>
                    <a:gd name="connsiteX718" fmla="*/ 309238 w 741817"/>
                    <a:gd name="connsiteY718" fmla="*/ 116442 h 822060"/>
                    <a:gd name="connsiteX719" fmla="*/ 307004 w 741817"/>
                    <a:gd name="connsiteY719" fmla="*/ 112911 h 822060"/>
                    <a:gd name="connsiteX720" fmla="*/ 308798 w 741817"/>
                    <a:gd name="connsiteY720" fmla="*/ 101764 h 822060"/>
                    <a:gd name="connsiteX721" fmla="*/ 317191 w 741817"/>
                    <a:gd name="connsiteY721" fmla="*/ 100525 h 822060"/>
                    <a:gd name="connsiteX722" fmla="*/ 318568 w 741817"/>
                    <a:gd name="connsiteY722" fmla="*/ 98106 h 822060"/>
                    <a:gd name="connsiteX723" fmla="*/ 320733 w 741817"/>
                    <a:gd name="connsiteY723" fmla="*/ 99691 h 822060"/>
                    <a:gd name="connsiteX724" fmla="*/ 326822 w 741817"/>
                    <a:gd name="connsiteY724" fmla="*/ 91091 h 822060"/>
                    <a:gd name="connsiteX725" fmla="*/ 327378 w 741817"/>
                    <a:gd name="connsiteY725" fmla="*/ 87722 h 822060"/>
                    <a:gd name="connsiteX726" fmla="*/ 331267 w 741817"/>
                    <a:gd name="connsiteY726" fmla="*/ 84932 h 822060"/>
                    <a:gd name="connsiteX727" fmla="*/ 336453 w 741817"/>
                    <a:gd name="connsiteY727" fmla="*/ 84018 h 822060"/>
                    <a:gd name="connsiteX728" fmla="*/ 339995 w 741817"/>
                    <a:gd name="connsiteY728" fmla="*/ 86750 h 822060"/>
                    <a:gd name="connsiteX729" fmla="*/ 345563 w 741817"/>
                    <a:gd name="connsiteY729" fmla="*/ 85071 h 822060"/>
                    <a:gd name="connsiteX730" fmla="*/ 345772 w 741817"/>
                    <a:gd name="connsiteY730" fmla="*/ 82316 h 822060"/>
                    <a:gd name="connsiteX731" fmla="*/ 352856 w 741817"/>
                    <a:gd name="connsiteY731" fmla="*/ 79931 h 822060"/>
                    <a:gd name="connsiteX732" fmla="*/ 354234 w 741817"/>
                    <a:gd name="connsiteY732" fmla="*/ 77605 h 822060"/>
                    <a:gd name="connsiteX733" fmla="*/ 356294 w 741817"/>
                    <a:gd name="connsiteY733" fmla="*/ 80036 h 822060"/>
                    <a:gd name="connsiteX734" fmla="*/ 359663 w 741817"/>
                    <a:gd name="connsiteY734" fmla="*/ 73472 h 822060"/>
                    <a:gd name="connsiteX735" fmla="*/ 364930 w 741817"/>
                    <a:gd name="connsiteY735" fmla="*/ 71863 h 822060"/>
                    <a:gd name="connsiteX736" fmla="*/ 369109 w 741817"/>
                    <a:gd name="connsiteY736" fmla="*/ 64813 h 822060"/>
                    <a:gd name="connsiteX737" fmla="*/ 381449 w 741817"/>
                    <a:gd name="connsiteY737" fmla="*/ 47380 h 822060"/>
                    <a:gd name="connsiteX738" fmla="*/ 387480 w 741817"/>
                    <a:gd name="connsiteY738" fmla="*/ 43051 h 822060"/>
                    <a:gd name="connsiteX739" fmla="*/ 388869 w 741817"/>
                    <a:gd name="connsiteY739" fmla="*/ 39115 h 822060"/>
                    <a:gd name="connsiteX740" fmla="*/ 393893 w 741817"/>
                    <a:gd name="connsiteY740" fmla="*/ 40863 h 822060"/>
                    <a:gd name="connsiteX741" fmla="*/ 392689 w 741817"/>
                    <a:gd name="connsiteY741" fmla="*/ 30804 h 822060"/>
                    <a:gd name="connsiteX742" fmla="*/ 394263 w 741817"/>
                    <a:gd name="connsiteY742" fmla="*/ 24900 h 822060"/>
                    <a:gd name="connsiteX743" fmla="*/ 396601 w 741817"/>
                    <a:gd name="connsiteY743" fmla="*/ 25340 h 822060"/>
                    <a:gd name="connsiteX744" fmla="*/ 398187 w 741817"/>
                    <a:gd name="connsiteY744" fmla="*/ 29820 h 822060"/>
                    <a:gd name="connsiteX745" fmla="*/ 401637 w 741817"/>
                    <a:gd name="connsiteY745" fmla="*/ 30306 h 822060"/>
                    <a:gd name="connsiteX746" fmla="*/ 404264 w 741817"/>
                    <a:gd name="connsiteY746" fmla="*/ 33825 h 822060"/>
                    <a:gd name="connsiteX747" fmla="*/ 407923 w 741817"/>
                    <a:gd name="connsiteY747" fmla="*/ 33686 h 822060"/>
                    <a:gd name="connsiteX748" fmla="*/ 411060 w 741817"/>
                    <a:gd name="connsiteY748" fmla="*/ 31336 h 822060"/>
                    <a:gd name="connsiteX749" fmla="*/ 413051 w 741817"/>
                    <a:gd name="connsiteY749" fmla="*/ 33130 h 822060"/>
                    <a:gd name="connsiteX750" fmla="*/ 419059 w 741817"/>
                    <a:gd name="connsiteY750" fmla="*/ 32065 h 822060"/>
                    <a:gd name="connsiteX751" fmla="*/ 419788 w 741817"/>
                    <a:gd name="connsiteY751" fmla="*/ 30294 h 822060"/>
                    <a:gd name="connsiteX752" fmla="*/ 423469 w 741817"/>
                    <a:gd name="connsiteY752" fmla="*/ 29160 h 822060"/>
                    <a:gd name="connsiteX753" fmla="*/ 422948 w 741817"/>
                    <a:gd name="connsiteY753" fmla="*/ 26648 h 822060"/>
                    <a:gd name="connsiteX754" fmla="*/ 425402 w 741817"/>
                    <a:gd name="connsiteY754" fmla="*/ 24853 h 822060"/>
                    <a:gd name="connsiteX755" fmla="*/ 424430 w 741817"/>
                    <a:gd name="connsiteY755" fmla="*/ 23395 h 822060"/>
                    <a:gd name="connsiteX756" fmla="*/ 427440 w 741817"/>
                    <a:gd name="connsiteY756" fmla="*/ 19748 h 822060"/>
                    <a:gd name="connsiteX757" fmla="*/ 433783 w 741817"/>
                    <a:gd name="connsiteY757" fmla="*/ 19332 h 822060"/>
                    <a:gd name="connsiteX758" fmla="*/ 437441 w 741817"/>
                    <a:gd name="connsiteY758" fmla="*/ 21867 h 822060"/>
                    <a:gd name="connsiteX759" fmla="*/ 443796 w 741817"/>
                    <a:gd name="connsiteY759" fmla="*/ 19112 h 822060"/>
                    <a:gd name="connsiteX760" fmla="*/ 448311 w 741817"/>
                    <a:gd name="connsiteY760" fmla="*/ 7443 h 822060"/>
                    <a:gd name="connsiteX761" fmla="*/ 457143 w 741817"/>
                    <a:gd name="connsiteY761" fmla="*/ 0 h 822060"/>
                    <a:gd name="connsiteX762" fmla="*/ 459146 w 741817"/>
                    <a:gd name="connsiteY762" fmla="*/ 7339 h 822060"/>
                    <a:gd name="connsiteX763" fmla="*/ 465860 w 741817"/>
                    <a:gd name="connsiteY763" fmla="*/ 8497 h 8220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</a:cxnLst>
                  <a:rect l="l" t="t" r="r" b="b"/>
                  <a:pathLst>
                    <a:path w="741817" h="822060">
                      <a:moveTo>
                        <a:pt x="465860" y="8497"/>
                      </a:moveTo>
                      <a:lnTo>
                        <a:pt x="476336" y="16264"/>
                      </a:lnTo>
                      <a:lnTo>
                        <a:pt x="479658" y="15431"/>
                      </a:lnTo>
                      <a:lnTo>
                        <a:pt x="488352" y="18105"/>
                      </a:lnTo>
                      <a:lnTo>
                        <a:pt x="493052" y="22191"/>
                      </a:lnTo>
                      <a:lnTo>
                        <a:pt x="503215" y="31348"/>
                      </a:lnTo>
                      <a:lnTo>
                        <a:pt x="503829" y="34299"/>
                      </a:lnTo>
                      <a:lnTo>
                        <a:pt x="510126" y="42183"/>
                      </a:lnTo>
                      <a:lnTo>
                        <a:pt x="506850" y="52566"/>
                      </a:lnTo>
                      <a:lnTo>
                        <a:pt x="510080" y="54847"/>
                      </a:lnTo>
                      <a:lnTo>
                        <a:pt x="511191" y="60137"/>
                      </a:lnTo>
                      <a:lnTo>
                        <a:pt x="514421" y="65392"/>
                      </a:lnTo>
                      <a:lnTo>
                        <a:pt x="519236" y="68992"/>
                      </a:lnTo>
                      <a:lnTo>
                        <a:pt x="520394" y="72442"/>
                      </a:lnTo>
                      <a:lnTo>
                        <a:pt x="520649" y="78160"/>
                      </a:lnTo>
                      <a:lnTo>
                        <a:pt x="517430" y="79063"/>
                      </a:lnTo>
                      <a:lnTo>
                        <a:pt x="516701" y="80939"/>
                      </a:lnTo>
                      <a:lnTo>
                        <a:pt x="518704" y="85337"/>
                      </a:lnTo>
                      <a:lnTo>
                        <a:pt x="517743" y="86935"/>
                      </a:lnTo>
                      <a:lnTo>
                        <a:pt x="519792" y="95802"/>
                      </a:lnTo>
                      <a:lnTo>
                        <a:pt x="523334" y="98001"/>
                      </a:lnTo>
                      <a:lnTo>
                        <a:pt x="520336" y="100745"/>
                      </a:lnTo>
                      <a:lnTo>
                        <a:pt x="522176" y="106533"/>
                      </a:lnTo>
                      <a:lnTo>
                        <a:pt x="522269" y="107609"/>
                      </a:lnTo>
                      <a:lnTo>
                        <a:pt x="526008" y="106996"/>
                      </a:lnTo>
                      <a:lnTo>
                        <a:pt x="529295" y="110932"/>
                      </a:lnTo>
                      <a:lnTo>
                        <a:pt x="528381" y="113247"/>
                      </a:lnTo>
                      <a:lnTo>
                        <a:pt x="529932" y="115944"/>
                      </a:lnTo>
                      <a:lnTo>
                        <a:pt x="527629" y="120285"/>
                      </a:lnTo>
                      <a:lnTo>
                        <a:pt x="529759" y="122878"/>
                      </a:lnTo>
                      <a:lnTo>
                        <a:pt x="526795" y="127531"/>
                      </a:lnTo>
                      <a:lnTo>
                        <a:pt x="528138" y="132960"/>
                      </a:lnTo>
                      <a:lnTo>
                        <a:pt x="518368" y="137336"/>
                      </a:lnTo>
                      <a:lnTo>
                        <a:pt x="519248" y="139131"/>
                      </a:lnTo>
                      <a:lnTo>
                        <a:pt x="517164" y="139003"/>
                      </a:lnTo>
                      <a:lnTo>
                        <a:pt x="515972" y="141677"/>
                      </a:lnTo>
                      <a:lnTo>
                        <a:pt x="513124" y="141469"/>
                      </a:lnTo>
                      <a:lnTo>
                        <a:pt x="514282" y="142928"/>
                      </a:lnTo>
                      <a:lnTo>
                        <a:pt x="512812" y="144409"/>
                      </a:lnTo>
                      <a:lnTo>
                        <a:pt x="505334" y="146423"/>
                      </a:lnTo>
                      <a:lnTo>
                        <a:pt x="504141" y="149792"/>
                      </a:lnTo>
                      <a:lnTo>
                        <a:pt x="505796" y="155395"/>
                      </a:lnTo>
                      <a:lnTo>
                        <a:pt x="502636" y="159458"/>
                      </a:lnTo>
                      <a:lnTo>
                        <a:pt x="504315" y="164875"/>
                      </a:lnTo>
                      <a:lnTo>
                        <a:pt x="502254" y="165130"/>
                      </a:lnTo>
                      <a:lnTo>
                        <a:pt x="503111" y="167526"/>
                      </a:lnTo>
                      <a:lnTo>
                        <a:pt x="500889" y="167422"/>
                      </a:lnTo>
                      <a:lnTo>
                        <a:pt x="497404" y="170825"/>
                      </a:lnTo>
                      <a:lnTo>
                        <a:pt x="494834" y="178014"/>
                      </a:lnTo>
                      <a:lnTo>
                        <a:pt x="495540" y="180016"/>
                      </a:lnTo>
                      <a:lnTo>
                        <a:pt x="498052" y="179912"/>
                      </a:lnTo>
                      <a:lnTo>
                        <a:pt x="497902" y="184126"/>
                      </a:lnTo>
                      <a:lnTo>
                        <a:pt x="499789" y="184068"/>
                      </a:lnTo>
                      <a:lnTo>
                        <a:pt x="498029" y="186464"/>
                      </a:lnTo>
                      <a:lnTo>
                        <a:pt x="503203" y="190713"/>
                      </a:lnTo>
                      <a:lnTo>
                        <a:pt x="504349" y="193908"/>
                      </a:lnTo>
                      <a:lnTo>
                        <a:pt x="502822" y="194313"/>
                      </a:lnTo>
                      <a:lnTo>
                        <a:pt x="502474" y="196906"/>
                      </a:lnTo>
                      <a:lnTo>
                        <a:pt x="504963" y="200899"/>
                      </a:lnTo>
                      <a:lnTo>
                        <a:pt x="506989" y="199834"/>
                      </a:lnTo>
                      <a:lnTo>
                        <a:pt x="506641" y="201907"/>
                      </a:lnTo>
                      <a:lnTo>
                        <a:pt x="510959" y="203122"/>
                      </a:lnTo>
                      <a:lnTo>
                        <a:pt x="514525" y="199846"/>
                      </a:lnTo>
                      <a:lnTo>
                        <a:pt x="519213" y="203458"/>
                      </a:lnTo>
                      <a:lnTo>
                        <a:pt x="520787" y="201131"/>
                      </a:lnTo>
                      <a:lnTo>
                        <a:pt x="523103" y="201212"/>
                      </a:lnTo>
                      <a:lnTo>
                        <a:pt x="524167" y="203886"/>
                      </a:lnTo>
                      <a:lnTo>
                        <a:pt x="529736" y="205067"/>
                      </a:lnTo>
                      <a:lnTo>
                        <a:pt x="532548" y="207116"/>
                      </a:lnTo>
                      <a:lnTo>
                        <a:pt x="532004" y="209998"/>
                      </a:lnTo>
                      <a:lnTo>
                        <a:pt x="533660" y="208956"/>
                      </a:lnTo>
                      <a:lnTo>
                        <a:pt x="534227" y="210056"/>
                      </a:lnTo>
                      <a:lnTo>
                        <a:pt x="532988" y="211213"/>
                      </a:lnTo>
                      <a:lnTo>
                        <a:pt x="536450" y="210658"/>
                      </a:lnTo>
                      <a:lnTo>
                        <a:pt x="536670" y="212337"/>
                      </a:lnTo>
                      <a:lnTo>
                        <a:pt x="541207" y="213355"/>
                      </a:lnTo>
                      <a:lnTo>
                        <a:pt x="541613" y="215346"/>
                      </a:lnTo>
                      <a:lnTo>
                        <a:pt x="542724" y="213228"/>
                      </a:lnTo>
                      <a:lnTo>
                        <a:pt x="544576" y="214675"/>
                      </a:lnTo>
                      <a:lnTo>
                        <a:pt x="544807" y="211896"/>
                      </a:lnTo>
                      <a:lnTo>
                        <a:pt x="549056" y="211191"/>
                      </a:lnTo>
                      <a:lnTo>
                        <a:pt x="550399" y="214767"/>
                      </a:lnTo>
                      <a:lnTo>
                        <a:pt x="554068" y="212464"/>
                      </a:lnTo>
                      <a:lnTo>
                        <a:pt x="573272" y="219050"/>
                      </a:lnTo>
                      <a:lnTo>
                        <a:pt x="576699" y="218263"/>
                      </a:lnTo>
                      <a:lnTo>
                        <a:pt x="576178" y="219780"/>
                      </a:lnTo>
                      <a:lnTo>
                        <a:pt x="579998" y="223924"/>
                      </a:lnTo>
                      <a:lnTo>
                        <a:pt x="583749" y="224722"/>
                      </a:lnTo>
                      <a:lnTo>
                        <a:pt x="585612" y="228323"/>
                      </a:lnTo>
                      <a:lnTo>
                        <a:pt x="589293" y="228797"/>
                      </a:lnTo>
                      <a:lnTo>
                        <a:pt x="589270" y="231367"/>
                      </a:lnTo>
                      <a:lnTo>
                        <a:pt x="591516" y="231541"/>
                      </a:lnTo>
                      <a:lnTo>
                        <a:pt x="585439" y="234597"/>
                      </a:lnTo>
                      <a:lnTo>
                        <a:pt x="582603" y="240593"/>
                      </a:lnTo>
                      <a:lnTo>
                        <a:pt x="589282" y="244610"/>
                      </a:lnTo>
                      <a:lnTo>
                        <a:pt x="590370" y="250270"/>
                      </a:lnTo>
                      <a:lnTo>
                        <a:pt x="588726" y="252007"/>
                      </a:lnTo>
                      <a:lnTo>
                        <a:pt x="587175" y="251185"/>
                      </a:lnTo>
                      <a:lnTo>
                        <a:pt x="585149" y="252887"/>
                      </a:lnTo>
                      <a:lnTo>
                        <a:pt x="585474" y="254924"/>
                      </a:lnTo>
                      <a:lnTo>
                        <a:pt x="581329" y="257135"/>
                      </a:lnTo>
                      <a:lnTo>
                        <a:pt x="583089" y="259369"/>
                      </a:lnTo>
                      <a:lnTo>
                        <a:pt x="582498" y="261163"/>
                      </a:lnTo>
                      <a:lnTo>
                        <a:pt x="579570" y="258964"/>
                      </a:lnTo>
                      <a:lnTo>
                        <a:pt x="576861" y="262159"/>
                      </a:lnTo>
                      <a:lnTo>
                        <a:pt x="572809" y="258084"/>
                      </a:lnTo>
                      <a:lnTo>
                        <a:pt x="567913" y="262356"/>
                      </a:lnTo>
                      <a:lnTo>
                        <a:pt x="562727" y="259311"/>
                      </a:lnTo>
                      <a:lnTo>
                        <a:pt x="561233" y="261499"/>
                      </a:lnTo>
                      <a:lnTo>
                        <a:pt x="561465" y="265979"/>
                      </a:lnTo>
                      <a:lnTo>
                        <a:pt x="557228" y="267877"/>
                      </a:lnTo>
                      <a:lnTo>
                        <a:pt x="555874" y="274464"/>
                      </a:lnTo>
                      <a:lnTo>
                        <a:pt x="551996" y="278168"/>
                      </a:lnTo>
                      <a:lnTo>
                        <a:pt x="553674" y="283227"/>
                      </a:lnTo>
                      <a:lnTo>
                        <a:pt x="551753" y="283447"/>
                      </a:lnTo>
                      <a:lnTo>
                        <a:pt x="551683" y="288367"/>
                      </a:lnTo>
                      <a:lnTo>
                        <a:pt x="549449" y="290323"/>
                      </a:lnTo>
                      <a:lnTo>
                        <a:pt x="552031" y="293182"/>
                      </a:lnTo>
                      <a:lnTo>
                        <a:pt x="558814" y="292974"/>
                      </a:lnTo>
                      <a:lnTo>
                        <a:pt x="559659" y="294514"/>
                      </a:lnTo>
                      <a:lnTo>
                        <a:pt x="566443" y="296319"/>
                      </a:lnTo>
                      <a:lnTo>
                        <a:pt x="565505" y="300834"/>
                      </a:lnTo>
                      <a:lnTo>
                        <a:pt x="567311" y="304284"/>
                      </a:lnTo>
                      <a:lnTo>
                        <a:pt x="567068" y="309817"/>
                      </a:lnTo>
                      <a:lnTo>
                        <a:pt x="573284" y="309261"/>
                      </a:lnTo>
                      <a:lnTo>
                        <a:pt x="574094" y="307606"/>
                      </a:lnTo>
                      <a:lnTo>
                        <a:pt x="577718" y="310569"/>
                      </a:lnTo>
                      <a:lnTo>
                        <a:pt x="581236" y="308613"/>
                      </a:lnTo>
                      <a:lnTo>
                        <a:pt x="584779" y="311044"/>
                      </a:lnTo>
                      <a:lnTo>
                        <a:pt x="587603" y="308752"/>
                      </a:lnTo>
                      <a:lnTo>
                        <a:pt x="591643" y="312213"/>
                      </a:lnTo>
                      <a:lnTo>
                        <a:pt x="590463" y="316473"/>
                      </a:lnTo>
                      <a:lnTo>
                        <a:pt x="594792" y="321555"/>
                      </a:lnTo>
                      <a:lnTo>
                        <a:pt x="597837" y="320895"/>
                      </a:lnTo>
                      <a:lnTo>
                        <a:pt x="598774" y="322099"/>
                      </a:lnTo>
                      <a:lnTo>
                        <a:pt x="597373" y="323141"/>
                      </a:lnTo>
                      <a:lnTo>
                        <a:pt x="604064" y="328037"/>
                      </a:lnTo>
                      <a:lnTo>
                        <a:pt x="605720" y="334775"/>
                      </a:lnTo>
                      <a:lnTo>
                        <a:pt x="607468" y="336140"/>
                      </a:lnTo>
                      <a:lnTo>
                        <a:pt x="606750" y="341454"/>
                      </a:lnTo>
                      <a:lnTo>
                        <a:pt x="602652" y="345204"/>
                      </a:lnTo>
                      <a:lnTo>
                        <a:pt x="597188" y="346999"/>
                      </a:lnTo>
                      <a:lnTo>
                        <a:pt x="599607" y="349349"/>
                      </a:lnTo>
                      <a:lnTo>
                        <a:pt x="598820" y="355588"/>
                      </a:lnTo>
                      <a:lnTo>
                        <a:pt x="603300" y="359037"/>
                      </a:lnTo>
                      <a:lnTo>
                        <a:pt x="601112" y="369977"/>
                      </a:lnTo>
                      <a:lnTo>
                        <a:pt x="609470" y="373797"/>
                      </a:lnTo>
                      <a:lnTo>
                        <a:pt x="613198" y="377791"/>
                      </a:lnTo>
                      <a:lnTo>
                        <a:pt x="614772" y="384910"/>
                      </a:lnTo>
                      <a:lnTo>
                        <a:pt x="637380" y="395930"/>
                      </a:lnTo>
                      <a:lnTo>
                        <a:pt x="652150" y="403940"/>
                      </a:lnTo>
                      <a:lnTo>
                        <a:pt x="652741" y="405885"/>
                      </a:lnTo>
                      <a:lnTo>
                        <a:pt x="685998" y="425240"/>
                      </a:lnTo>
                      <a:lnTo>
                        <a:pt x="692909" y="429674"/>
                      </a:lnTo>
                      <a:lnTo>
                        <a:pt x="716640" y="460743"/>
                      </a:lnTo>
                      <a:lnTo>
                        <a:pt x="730982" y="486106"/>
                      </a:lnTo>
                      <a:lnTo>
                        <a:pt x="741817" y="506815"/>
                      </a:lnTo>
                      <a:lnTo>
                        <a:pt x="740833" y="509778"/>
                      </a:lnTo>
                      <a:lnTo>
                        <a:pt x="734733" y="512927"/>
                      </a:lnTo>
                      <a:lnTo>
                        <a:pt x="732487" y="511839"/>
                      </a:lnTo>
                      <a:lnTo>
                        <a:pt x="719869" y="515752"/>
                      </a:lnTo>
                      <a:lnTo>
                        <a:pt x="711049" y="521285"/>
                      </a:lnTo>
                      <a:lnTo>
                        <a:pt x="708467" y="526540"/>
                      </a:lnTo>
                      <a:lnTo>
                        <a:pt x="715343" y="530442"/>
                      </a:lnTo>
                      <a:lnTo>
                        <a:pt x="728760" y="534065"/>
                      </a:lnTo>
                      <a:lnTo>
                        <a:pt x="720066" y="548789"/>
                      </a:lnTo>
                      <a:lnTo>
                        <a:pt x="723770" y="550803"/>
                      </a:lnTo>
                      <a:lnTo>
                        <a:pt x="726734" y="562796"/>
                      </a:lnTo>
                      <a:lnTo>
                        <a:pt x="725970" y="565505"/>
                      </a:lnTo>
                      <a:lnTo>
                        <a:pt x="720587" y="570575"/>
                      </a:lnTo>
                      <a:lnTo>
                        <a:pt x="718897" y="573422"/>
                      </a:lnTo>
                      <a:lnTo>
                        <a:pt x="712866" y="574002"/>
                      </a:lnTo>
                      <a:lnTo>
                        <a:pt x="708699" y="578006"/>
                      </a:lnTo>
                      <a:lnTo>
                        <a:pt x="708467" y="581295"/>
                      </a:lnTo>
                      <a:lnTo>
                        <a:pt x="702042" y="579396"/>
                      </a:lnTo>
                      <a:lnTo>
                        <a:pt x="704334" y="585172"/>
                      </a:lnTo>
                      <a:lnTo>
                        <a:pt x="706453" y="585855"/>
                      </a:lnTo>
                      <a:lnTo>
                        <a:pt x="704913" y="587244"/>
                      </a:lnTo>
                      <a:lnTo>
                        <a:pt x="705515" y="589096"/>
                      </a:lnTo>
                      <a:lnTo>
                        <a:pt x="710736" y="592581"/>
                      </a:lnTo>
                      <a:lnTo>
                        <a:pt x="713051" y="602617"/>
                      </a:lnTo>
                      <a:lnTo>
                        <a:pt x="710273" y="604365"/>
                      </a:lnTo>
                      <a:lnTo>
                        <a:pt x="703547" y="604539"/>
                      </a:lnTo>
                      <a:lnTo>
                        <a:pt x="703559" y="606796"/>
                      </a:lnTo>
                      <a:lnTo>
                        <a:pt x="692018" y="607780"/>
                      </a:lnTo>
                      <a:lnTo>
                        <a:pt x="690247" y="613116"/>
                      </a:lnTo>
                      <a:lnTo>
                        <a:pt x="688580" y="612908"/>
                      </a:lnTo>
                      <a:lnTo>
                        <a:pt x="685477" y="617434"/>
                      </a:lnTo>
                      <a:lnTo>
                        <a:pt x="685362" y="620757"/>
                      </a:lnTo>
                      <a:lnTo>
                        <a:pt x="684656" y="626302"/>
                      </a:lnTo>
                      <a:lnTo>
                        <a:pt x="681264" y="629762"/>
                      </a:lnTo>
                      <a:lnTo>
                        <a:pt x="682190" y="634683"/>
                      </a:lnTo>
                      <a:lnTo>
                        <a:pt x="678983" y="636627"/>
                      </a:lnTo>
                      <a:lnTo>
                        <a:pt x="679458" y="640424"/>
                      </a:lnTo>
                      <a:lnTo>
                        <a:pt x="673149" y="639926"/>
                      </a:lnTo>
                      <a:lnTo>
                        <a:pt x="666204" y="644499"/>
                      </a:lnTo>
                      <a:lnTo>
                        <a:pt x="663414" y="650067"/>
                      </a:lnTo>
                      <a:lnTo>
                        <a:pt x="664363" y="651340"/>
                      </a:lnTo>
                      <a:lnTo>
                        <a:pt x="671540" y="650843"/>
                      </a:lnTo>
                      <a:lnTo>
                        <a:pt x="671737" y="653667"/>
                      </a:lnTo>
                      <a:lnTo>
                        <a:pt x="673624" y="654489"/>
                      </a:lnTo>
                      <a:lnTo>
                        <a:pt x="676356" y="660334"/>
                      </a:lnTo>
                      <a:lnTo>
                        <a:pt x="670336" y="661318"/>
                      </a:lnTo>
                      <a:lnTo>
                        <a:pt x="666389" y="664629"/>
                      </a:lnTo>
                      <a:lnTo>
                        <a:pt x="659617" y="655311"/>
                      </a:lnTo>
                      <a:lnTo>
                        <a:pt x="651630" y="650587"/>
                      </a:lnTo>
                      <a:lnTo>
                        <a:pt x="643364" y="651931"/>
                      </a:lnTo>
                      <a:lnTo>
                        <a:pt x="641663" y="653736"/>
                      </a:lnTo>
                      <a:lnTo>
                        <a:pt x="644001" y="662765"/>
                      </a:lnTo>
                      <a:lnTo>
                        <a:pt x="636639" y="663159"/>
                      </a:lnTo>
                      <a:lnTo>
                        <a:pt x="633085" y="660658"/>
                      </a:lnTo>
                      <a:lnTo>
                        <a:pt x="632089" y="665289"/>
                      </a:lnTo>
                      <a:lnTo>
                        <a:pt x="629311" y="665034"/>
                      </a:lnTo>
                      <a:lnTo>
                        <a:pt x="630133" y="668680"/>
                      </a:lnTo>
                      <a:lnTo>
                        <a:pt x="626985" y="671968"/>
                      </a:lnTo>
                      <a:lnTo>
                        <a:pt x="628350" y="674932"/>
                      </a:lnTo>
                      <a:lnTo>
                        <a:pt x="624322" y="678196"/>
                      </a:lnTo>
                      <a:lnTo>
                        <a:pt x="626000" y="685628"/>
                      </a:lnTo>
                      <a:lnTo>
                        <a:pt x="617006" y="722208"/>
                      </a:lnTo>
                      <a:lnTo>
                        <a:pt x="615177" y="725205"/>
                      </a:lnTo>
                      <a:lnTo>
                        <a:pt x="610153" y="722485"/>
                      </a:lnTo>
                      <a:lnTo>
                        <a:pt x="604550" y="725333"/>
                      </a:lnTo>
                      <a:lnTo>
                        <a:pt x="607329" y="731665"/>
                      </a:lnTo>
                      <a:lnTo>
                        <a:pt x="602305" y="733934"/>
                      </a:lnTo>
                      <a:lnTo>
                        <a:pt x="596135" y="736353"/>
                      </a:lnTo>
                      <a:lnTo>
                        <a:pt x="588958" y="734073"/>
                      </a:lnTo>
                      <a:lnTo>
                        <a:pt x="592129" y="737870"/>
                      </a:lnTo>
                      <a:lnTo>
                        <a:pt x="584663" y="746760"/>
                      </a:lnTo>
                      <a:lnTo>
                        <a:pt x="575171" y="735184"/>
                      </a:lnTo>
                      <a:lnTo>
                        <a:pt x="565169" y="727995"/>
                      </a:lnTo>
                      <a:lnTo>
                        <a:pt x="563653" y="724708"/>
                      </a:lnTo>
                      <a:lnTo>
                        <a:pt x="564996" y="722451"/>
                      </a:lnTo>
                      <a:lnTo>
                        <a:pt x="573423" y="715192"/>
                      </a:lnTo>
                      <a:lnTo>
                        <a:pt x="574916" y="708548"/>
                      </a:lnTo>
                      <a:lnTo>
                        <a:pt x="578609" y="704577"/>
                      </a:lnTo>
                      <a:lnTo>
                        <a:pt x="581769" y="704115"/>
                      </a:lnTo>
                      <a:lnTo>
                        <a:pt x="582533" y="700896"/>
                      </a:lnTo>
                      <a:lnTo>
                        <a:pt x="580021" y="697655"/>
                      </a:lnTo>
                      <a:lnTo>
                        <a:pt x="572439" y="700479"/>
                      </a:lnTo>
                      <a:lnTo>
                        <a:pt x="569464" y="699808"/>
                      </a:lnTo>
                      <a:lnTo>
                        <a:pt x="565736" y="702251"/>
                      </a:lnTo>
                      <a:lnTo>
                        <a:pt x="564405" y="699333"/>
                      </a:lnTo>
                      <a:lnTo>
                        <a:pt x="554797" y="697447"/>
                      </a:lnTo>
                      <a:lnTo>
                        <a:pt x="556707" y="690200"/>
                      </a:lnTo>
                      <a:lnTo>
                        <a:pt x="556140" y="688499"/>
                      </a:lnTo>
                      <a:lnTo>
                        <a:pt x="552285" y="688290"/>
                      </a:lnTo>
                      <a:lnTo>
                        <a:pt x="550711" y="685605"/>
                      </a:lnTo>
                      <a:lnTo>
                        <a:pt x="551915" y="677895"/>
                      </a:lnTo>
                      <a:lnTo>
                        <a:pt x="548952" y="677594"/>
                      </a:lnTo>
                      <a:lnTo>
                        <a:pt x="547863" y="681565"/>
                      </a:lnTo>
                      <a:lnTo>
                        <a:pt x="541427" y="677594"/>
                      </a:lnTo>
                      <a:lnTo>
                        <a:pt x="542133" y="661874"/>
                      </a:lnTo>
                      <a:lnTo>
                        <a:pt x="538533" y="667014"/>
                      </a:lnTo>
                      <a:lnTo>
                        <a:pt x="535825" y="666111"/>
                      </a:lnTo>
                      <a:lnTo>
                        <a:pt x="527953" y="654593"/>
                      </a:lnTo>
                      <a:lnTo>
                        <a:pt x="520093" y="658274"/>
                      </a:lnTo>
                      <a:lnTo>
                        <a:pt x="519838" y="661677"/>
                      </a:lnTo>
                      <a:lnTo>
                        <a:pt x="515439" y="663830"/>
                      </a:lnTo>
                      <a:lnTo>
                        <a:pt x="511689" y="674538"/>
                      </a:lnTo>
                      <a:lnTo>
                        <a:pt x="509432" y="670626"/>
                      </a:lnTo>
                      <a:lnTo>
                        <a:pt x="504813" y="678069"/>
                      </a:lnTo>
                      <a:lnTo>
                        <a:pt x="499418" y="674167"/>
                      </a:lnTo>
                      <a:lnTo>
                        <a:pt x="497022" y="678300"/>
                      </a:lnTo>
                      <a:lnTo>
                        <a:pt x="491408" y="677420"/>
                      </a:lnTo>
                      <a:lnTo>
                        <a:pt x="489359" y="679736"/>
                      </a:lnTo>
                      <a:lnTo>
                        <a:pt x="490354" y="682410"/>
                      </a:lnTo>
                      <a:lnTo>
                        <a:pt x="492774" y="681912"/>
                      </a:lnTo>
                      <a:lnTo>
                        <a:pt x="493549" y="683579"/>
                      </a:lnTo>
                      <a:lnTo>
                        <a:pt x="493353" y="689471"/>
                      </a:lnTo>
                      <a:lnTo>
                        <a:pt x="503817" y="695143"/>
                      </a:lnTo>
                      <a:lnTo>
                        <a:pt x="505577" y="697875"/>
                      </a:lnTo>
                      <a:lnTo>
                        <a:pt x="505299" y="701950"/>
                      </a:lnTo>
                      <a:lnTo>
                        <a:pt x="507301" y="702656"/>
                      </a:lnTo>
                      <a:lnTo>
                        <a:pt x="503458" y="707622"/>
                      </a:lnTo>
                      <a:lnTo>
                        <a:pt x="503609" y="715459"/>
                      </a:lnTo>
                      <a:lnTo>
                        <a:pt x="502254" y="716860"/>
                      </a:lnTo>
                      <a:lnTo>
                        <a:pt x="494082" y="713444"/>
                      </a:lnTo>
                      <a:lnTo>
                        <a:pt x="493816" y="710585"/>
                      </a:lnTo>
                      <a:lnTo>
                        <a:pt x="475236" y="694761"/>
                      </a:lnTo>
                      <a:lnTo>
                        <a:pt x="472088" y="699959"/>
                      </a:lnTo>
                      <a:lnTo>
                        <a:pt x="470316" y="699357"/>
                      </a:lnTo>
                      <a:lnTo>
                        <a:pt x="468615" y="703292"/>
                      </a:lnTo>
                      <a:lnTo>
                        <a:pt x="462885" y="702158"/>
                      </a:lnTo>
                      <a:lnTo>
                        <a:pt x="461484" y="698732"/>
                      </a:lnTo>
                      <a:lnTo>
                        <a:pt x="449619" y="699820"/>
                      </a:lnTo>
                      <a:lnTo>
                        <a:pt x="445602" y="705295"/>
                      </a:lnTo>
                      <a:lnTo>
                        <a:pt x="444387" y="703478"/>
                      </a:lnTo>
                      <a:lnTo>
                        <a:pt x="435276" y="710944"/>
                      </a:lnTo>
                      <a:lnTo>
                        <a:pt x="433239" y="713364"/>
                      </a:lnTo>
                      <a:lnTo>
                        <a:pt x="434072" y="714695"/>
                      </a:lnTo>
                      <a:lnTo>
                        <a:pt x="429986" y="715285"/>
                      </a:lnTo>
                      <a:lnTo>
                        <a:pt x="429951" y="718202"/>
                      </a:lnTo>
                      <a:lnTo>
                        <a:pt x="425900" y="718677"/>
                      </a:lnTo>
                      <a:lnTo>
                        <a:pt x="426201" y="716732"/>
                      </a:lnTo>
                      <a:lnTo>
                        <a:pt x="422358" y="715343"/>
                      </a:lnTo>
                      <a:lnTo>
                        <a:pt x="421814" y="712275"/>
                      </a:lnTo>
                      <a:lnTo>
                        <a:pt x="413074" y="714741"/>
                      </a:lnTo>
                      <a:lnTo>
                        <a:pt x="403165" y="711859"/>
                      </a:lnTo>
                      <a:lnTo>
                        <a:pt x="396150" y="717404"/>
                      </a:lnTo>
                      <a:lnTo>
                        <a:pt x="394807" y="721038"/>
                      </a:lnTo>
                      <a:lnTo>
                        <a:pt x="392816" y="721177"/>
                      </a:lnTo>
                      <a:lnTo>
                        <a:pt x="393406" y="718550"/>
                      </a:lnTo>
                      <a:lnTo>
                        <a:pt x="389158" y="716964"/>
                      </a:lnTo>
                      <a:lnTo>
                        <a:pt x="389575" y="714243"/>
                      </a:lnTo>
                      <a:lnTo>
                        <a:pt x="393314" y="704474"/>
                      </a:lnTo>
                      <a:lnTo>
                        <a:pt x="401359" y="701116"/>
                      </a:lnTo>
                      <a:lnTo>
                        <a:pt x="400942" y="696127"/>
                      </a:lnTo>
                      <a:lnTo>
                        <a:pt x="386553" y="691335"/>
                      </a:lnTo>
                      <a:lnTo>
                        <a:pt x="381750" y="692874"/>
                      </a:lnTo>
                      <a:lnTo>
                        <a:pt x="378369" y="696301"/>
                      </a:lnTo>
                      <a:lnTo>
                        <a:pt x="379701" y="707576"/>
                      </a:lnTo>
                      <a:lnTo>
                        <a:pt x="375788" y="709613"/>
                      </a:lnTo>
                      <a:lnTo>
                        <a:pt x="377096" y="712657"/>
                      </a:lnTo>
                      <a:lnTo>
                        <a:pt x="384099" y="718376"/>
                      </a:lnTo>
                      <a:lnTo>
                        <a:pt x="384123" y="723111"/>
                      </a:lnTo>
                      <a:lnTo>
                        <a:pt x="381657" y="723921"/>
                      </a:lnTo>
                      <a:lnTo>
                        <a:pt x="378277" y="721062"/>
                      </a:lnTo>
                      <a:lnTo>
                        <a:pt x="378751" y="723863"/>
                      </a:lnTo>
                      <a:lnTo>
                        <a:pt x="376691" y="726375"/>
                      </a:lnTo>
                      <a:lnTo>
                        <a:pt x="370243" y="722949"/>
                      </a:lnTo>
                      <a:lnTo>
                        <a:pt x="363807" y="723446"/>
                      </a:lnTo>
                      <a:lnTo>
                        <a:pt x="352590" y="740416"/>
                      </a:lnTo>
                      <a:lnTo>
                        <a:pt x="345621" y="738993"/>
                      </a:lnTo>
                      <a:lnTo>
                        <a:pt x="339196" y="737951"/>
                      </a:lnTo>
                      <a:lnTo>
                        <a:pt x="334775" y="740219"/>
                      </a:lnTo>
                      <a:lnTo>
                        <a:pt x="331499" y="737927"/>
                      </a:lnTo>
                      <a:lnTo>
                        <a:pt x="330376" y="734478"/>
                      </a:lnTo>
                      <a:lnTo>
                        <a:pt x="325317" y="734883"/>
                      </a:lnTo>
                      <a:lnTo>
                        <a:pt x="327493" y="725287"/>
                      </a:lnTo>
                      <a:lnTo>
                        <a:pt x="326058" y="718550"/>
                      </a:lnTo>
                      <a:lnTo>
                        <a:pt x="324356" y="716628"/>
                      </a:lnTo>
                      <a:lnTo>
                        <a:pt x="320339" y="716663"/>
                      </a:lnTo>
                      <a:lnTo>
                        <a:pt x="315987" y="712646"/>
                      </a:lnTo>
                      <a:lnTo>
                        <a:pt x="316427" y="708050"/>
                      </a:lnTo>
                      <a:lnTo>
                        <a:pt x="303485" y="713386"/>
                      </a:lnTo>
                      <a:lnTo>
                        <a:pt x="301343" y="712912"/>
                      </a:lnTo>
                      <a:lnTo>
                        <a:pt x="299074" y="722786"/>
                      </a:lnTo>
                      <a:lnTo>
                        <a:pt x="293923" y="723967"/>
                      </a:lnTo>
                      <a:lnTo>
                        <a:pt x="285184" y="722103"/>
                      </a:lnTo>
                      <a:lnTo>
                        <a:pt x="286549" y="715818"/>
                      </a:lnTo>
                      <a:lnTo>
                        <a:pt x="285519" y="711743"/>
                      </a:lnTo>
                      <a:lnTo>
                        <a:pt x="275830" y="711951"/>
                      </a:lnTo>
                      <a:lnTo>
                        <a:pt x="275564" y="706696"/>
                      </a:lnTo>
                      <a:lnTo>
                        <a:pt x="270181" y="707101"/>
                      </a:lnTo>
                      <a:lnTo>
                        <a:pt x="269996" y="710307"/>
                      </a:lnTo>
                      <a:lnTo>
                        <a:pt x="265377" y="715806"/>
                      </a:lnTo>
                      <a:lnTo>
                        <a:pt x="267704" y="720135"/>
                      </a:lnTo>
                      <a:lnTo>
                        <a:pt x="270552" y="720251"/>
                      </a:lnTo>
                      <a:lnTo>
                        <a:pt x="272948" y="723457"/>
                      </a:lnTo>
                      <a:lnTo>
                        <a:pt x="266512" y="727718"/>
                      </a:lnTo>
                      <a:lnTo>
                        <a:pt x="264220" y="731433"/>
                      </a:lnTo>
                      <a:lnTo>
                        <a:pt x="265111" y="741401"/>
                      </a:lnTo>
                      <a:lnTo>
                        <a:pt x="262645" y="741620"/>
                      </a:lnTo>
                      <a:lnTo>
                        <a:pt x="261951" y="743450"/>
                      </a:lnTo>
                      <a:lnTo>
                        <a:pt x="265829" y="746783"/>
                      </a:lnTo>
                      <a:lnTo>
                        <a:pt x="267322" y="745359"/>
                      </a:lnTo>
                      <a:lnTo>
                        <a:pt x="271813" y="745903"/>
                      </a:lnTo>
                      <a:lnTo>
                        <a:pt x="274788" y="748763"/>
                      </a:lnTo>
                      <a:lnTo>
                        <a:pt x="274499" y="762712"/>
                      </a:lnTo>
                      <a:lnTo>
                        <a:pt x="278469" y="767805"/>
                      </a:lnTo>
                      <a:lnTo>
                        <a:pt x="280947" y="768221"/>
                      </a:lnTo>
                      <a:lnTo>
                        <a:pt x="283817" y="777784"/>
                      </a:lnTo>
                      <a:lnTo>
                        <a:pt x="281896" y="778872"/>
                      </a:lnTo>
                      <a:lnTo>
                        <a:pt x="284084" y="780747"/>
                      </a:lnTo>
                      <a:lnTo>
                        <a:pt x="281653" y="782738"/>
                      </a:lnTo>
                      <a:lnTo>
                        <a:pt x="274186" y="783525"/>
                      </a:lnTo>
                      <a:lnTo>
                        <a:pt x="271651" y="787634"/>
                      </a:lnTo>
                      <a:lnTo>
                        <a:pt x="266801" y="788086"/>
                      </a:lnTo>
                      <a:lnTo>
                        <a:pt x="266407" y="790621"/>
                      </a:lnTo>
                      <a:lnTo>
                        <a:pt x="264196" y="790841"/>
                      </a:lnTo>
                      <a:lnTo>
                        <a:pt x="263919" y="788352"/>
                      </a:lnTo>
                      <a:lnTo>
                        <a:pt x="261569" y="789706"/>
                      </a:lnTo>
                      <a:lnTo>
                        <a:pt x="261302" y="787113"/>
                      </a:lnTo>
                      <a:lnTo>
                        <a:pt x="258848" y="787773"/>
                      </a:lnTo>
                      <a:lnTo>
                        <a:pt x="253801" y="799766"/>
                      </a:lnTo>
                      <a:lnTo>
                        <a:pt x="250375" y="802058"/>
                      </a:lnTo>
                      <a:lnTo>
                        <a:pt x="245907" y="802336"/>
                      </a:lnTo>
                      <a:lnTo>
                        <a:pt x="239459" y="799905"/>
                      </a:lnTo>
                      <a:lnTo>
                        <a:pt x="232536" y="801387"/>
                      </a:lnTo>
                      <a:lnTo>
                        <a:pt x="230858" y="802394"/>
                      </a:lnTo>
                      <a:lnTo>
                        <a:pt x="233161" y="806364"/>
                      </a:lnTo>
                      <a:lnTo>
                        <a:pt x="231691" y="808494"/>
                      </a:lnTo>
                      <a:lnTo>
                        <a:pt x="225024" y="804535"/>
                      </a:lnTo>
                      <a:lnTo>
                        <a:pt x="221979" y="810045"/>
                      </a:lnTo>
                      <a:lnTo>
                        <a:pt x="217534" y="812048"/>
                      </a:lnTo>
                      <a:lnTo>
                        <a:pt x="216110" y="814595"/>
                      </a:lnTo>
                      <a:lnTo>
                        <a:pt x="212036" y="812140"/>
                      </a:lnTo>
                      <a:lnTo>
                        <a:pt x="212163" y="814259"/>
                      </a:lnTo>
                      <a:lnTo>
                        <a:pt x="206965" y="822061"/>
                      </a:lnTo>
                      <a:lnTo>
                        <a:pt x="204616" y="821598"/>
                      </a:lnTo>
                      <a:lnTo>
                        <a:pt x="204152" y="818171"/>
                      </a:lnTo>
                      <a:lnTo>
                        <a:pt x="201258" y="816435"/>
                      </a:lnTo>
                      <a:lnTo>
                        <a:pt x="195204" y="814710"/>
                      </a:lnTo>
                      <a:lnTo>
                        <a:pt x="193665" y="817870"/>
                      </a:lnTo>
                      <a:lnTo>
                        <a:pt x="191384" y="817384"/>
                      </a:lnTo>
                      <a:lnTo>
                        <a:pt x="189984" y="810925"/>
                      </a:lnTo>
                      <a:lnTo>
                        <a:pt x="187147" y="810381"/>
                      </a:lnTo>
                      <a:lnTo>
                        <a:pt x="186325" y="814073"/>
                      </a:lnTo>
                      <a:lnTo>
                        <a:pt x="183466" y="813541"/>
                      </a:lnTo>
                      <a:lnTo>
                        <a:pt x="181892" y="808425"/>
                      </a:lnTo>
                      <a:lnTo>
                        <a:pt x="178928" y="813564"/>
                      </a:lnTo>
                      <a:lnTo>
                        <a:pt x="177493" y="812812"/>
                      </a:lnTo>
                      <a:lnTo>
                        <a:pt x="174808" y="815590"/>
                      </a:lnTo>
                      <a:lnTo>
                        <a:pt x="174009" y="812140"/>
                      </a:lnTo>
                      <a:lnTo>
                        <a:pt x="168302" y="810069"/>
                      </a:lnTo>
                      <a:lnTo>
                        <a:pt x="163799" y="800345"/>
                      </a:lnTo>
                      <a:lnTo>
                        <a:pt x="160442" y="798249"/>
                      </a:lnTo>
                      <a:lnTo>
                        <a:pt x="161206" y="793839"/>
                      </a:lnTo>
                      <a:lnTo>
                        <a:pt x="164308" y="789661"/>
                      </a:lnTo>
                      <a:lnTo>
                        <a:pt x="152292" y="783745"/>
                      </a:lnTo>
                      <a:lnTo>
                        <a:pt x="145405" y="774866"/>
                      </a:lnTo>
                      <a:lnTo>
                        <a:pt x="139860" y="774403"/>
                      </a:lnTo>
                      <a:lnTo>
                        <a:pt x="137834" y="767504"/>
                      </a:lnTo>
                      <a:lnTo>
                        <a:pt x="136630" y="768963"/>
                      </a:lnTo>
                      <a:lnTo>
                        <a:pt x="133620" y="768569"/>
                      </a:lnTo>
                      <a:lnTo>
                        <a:pt x="133377" y="770062"/>
                      </a:lnTo>
                      <a:lnTo>
                        <a:pt x="130530" y="769599"/>
                      </a:lnTo>
                      <a:lnTo>
                        <a:pt x="130067" y="767724"/>
                      </a:lnTo>
                      <a:lnTo>
                        <a:pt x="136758" y="764968"/>
                      </a:lnTo>
                      <a:lnTo>
                        <a:pt x="131653" y="761577"/>
                      </a:lnTo>
                      <a:lnTo>
                        <a:pt x="127671" y="762029"/>
                      </a:lnTo>
                      <a:lnTo>
                        <a:pt x="124881" y="757896"/>
                      </a:lnTo>
                      <a:lnTo>
                        <a:pt x="121026" y="757989"/>
                      </a:lnTo>
                      <a:lnTo>
                        <a:pt x="121500" y="761172"/>
                      </a:lnTo>
                      <a:lnTo>
                        <a:pt x="119579" y="762758"/>
                      </a:lnTo>
                      <a:lnTo>
                        <a:pt x="115261" y="762850"/>
                      </a:lnTo>
                      <a:lnTo>
                        <a:pt x="110805" y="767203"/>
                      </a:lnTo>
                      <a:lnTo>
                        <a:pt x="106487" y="769379"/>
                      </a:lnTo>
                      <a:lnTo>
                        <a:pt x="104357" y="768673"/>
                      </a:lnTo>
                      <a:lnTo>
                        <a:pt x="97608" y="773744"/>
                      </a:lnTo>
                      <a:lnTo>
                        <a:pt x="90500" y="774415"/>
                      </a:lnTo>
                      <a:lnTo>
                        <a:pt x="88926" y="761160"/>
                      </a:lnTo>
                      <a:lnTo>
                        <a:pt x="80684" y="763418"/>
                      </a:lnTo>
                      <a:lnTo>
                        <a:pt x="77489" y="761207"/>
                      </a:lnTo>
                      <a:lnTo>
                        <a:pt x="77431" y="754770"/>
                      </a:lnTo>
                      <a:lnTo>
                        <a:pt x="71261" y="743392"/>
                      </a:lnTo>
                      <a:lnTo>
                        <a:pt x="67869" y="741898"/>
                      </a:lnTo>
                      <a:lnTo>
                        <a:pt x="66376" y="737916"/>
                      </a:lnTo>
                      <a:lnTo>
                        <a:pt x="56444" y="727984"/>
                      </a:lnTo>
                      <a:lnTo>
                        <a:pt x="50552" y="715563"/>
                      </a:lnTo>
                      <a:lnTo>
                        <a:pt x="49626" y="709787"/>
                      </a:lnTo>
                      <a:lnTo>
                        <a:pt x="45239" y="704566"/>
                      </a:lnTo>
                      <a:lnTo>
                        <a:pt x="50077" y="694345"/>
                      </a:lnTo>
                      <a:lnTo>
                        <a:pt x="47774" y="690026"/>
                      </a:lnTo>
                      <a:lnTo>
                        <a:pt x="48607" y="688256"/>
                      </a:lnTo>
                      <a:lnTo>
                        <a:pt x="39381" y="679099"/>
                      </a:lnTo>
                      <a:lnTo>
                        <a:pt x="36071" y="671714"/>
                      </a:lnTo>
                      <a:lnTo>
                        <a:pt x="38710" y="665636"/>
                      </a:lnTo>
                      <a:lnTo>
                        <a:pt x="37448" y="657128"/>
                      </a:lnTo>
                      <a:lnTo>
                        <a:pt x="43711" y="655913"/>
                      </a:lnTo>
                      <a:lnTo>
                        <a:pt x="43977" y="649256"/>
                      </a:lnTo>
                      <a:lnTo>
                        <a:pt x="35700" y="644511"/>
                      </a:lnTo>
                      <a:lnTo>
                        <a:pt x="32528" y="645193"/>
                      </a:lnTo>
                      <a:lnTo>
                        <a:pt x="30723" y="642496"/>
                      </a:lnTo>
                      <a:lnTo>
                        <a:pt x="33582" y="639185"/>
                      </a:lnTo>
                      <a:lnTo>
                        <a:pt x="33003" y="636627"/>
                      </a:lnTo>
                      <a:lnTo>
                        <a:pt x="48318" y="633096"/>
                      </a:lnTo>
                      <a:lnTo>
                        <a:pt x="56062" y="626475"/>
                      </a:lnTo>
                      <a:lnTo>
                        <a:pt x="56432" y="625062"/>
                      </a:lnTo>
                      <a:lnTo>
                        <a:pt x="52508" y="622146"/>
                      </a:lnTo>
                      <a:lnTo>
                        <a:pt x="46524" y="626938"/>
                      </a:lnTo>
                      <a:lnTo>
                        <a:pt x="38096" y="621706"/>
                      </a:lnTo>
                      <a:lnTo>
                        <a:pt x="38282" y="619657"/>
                      </a:lnTo>
                      <a:lnTo>
                        <a:pt x="41754" y="617758"/>
                      </a:lnTo>
                      <a:lnTo>
                        <a:pt x="41777" y="615767"/>
                      </a:lnTo>
                      <a:lnTo>
                        <a:pt x="45817" y="613684"/>
                      </a:lnTo>
                      <a:lnTo>
                        <a:pt x="48318" y="609910"/>
                      </a:lnTo>
                      <a:lnTo>
                        <a:pt x="45794" y="598716"/>
                      </a:lnTo>
                      <a:lnTo>
                        <a:pt x="56722" y="592789"/>
                      </a:lnTo>
                      <a:lnTo>
                        <a:pt x="54604" y="591018"/>
                      </a:lnTo>
                      <a:lnTo>
                        <a:pt x="57486" y="583297"/>
                      </a:lnTo>
                      <a:lnTo>
                        <a:pt x="56583" y="579384"/>
                      </a:lnTo>
                      <a:lnTo>
                        <a:pt x="67001" y="578331"/>
                      </a:lnTo>
                      <a:lnTo>
                        <a:pt x="67534" y="574638"/>
                      </a:lnTo>
                      <a:lnTo>
                        <a:pt x="65033" y="574222"/>
                      </a:lnTo>
                      <a:lnTo>
                        <a:pt x="66689" y="573099"/>
                      </a:lnTo>
                      <a:lnTo>
                        <a:pt x="65624" y="571073"/>
                      </a:lnTo>
                      <a:lnTo>
                        <a:pt x="70173" y="567311"/>
                      </a:lnTo>
                      <a:lnTo>
                        <a:pt x="81089" y="563051"/>
                      </a:lnTo>
                      <a:lnTo>
                        <a:pt x="86796" y="565331"/>
                      </a:lnTo>
                      <a:lnTo>
                        <a:pt x="90882" y="564301"/>
                      </a:lnTo>
                      <a:lnTo>
                        <a:pt x="91368" y="565875"/>
                      </a:lnTo>
                      <a:lnTo>
                        <a:pt x="95814" y="564347"/>
                      </a:lnTo>
                      <a:lnTo>
                        <a:pt x="95814" y="560979"/>
                      </a:lnTo>
                      <a:lnTo>
                        <a:pt x="99124" y="559382"/>
                      </a:lnTo>
                      <a:lnTo>
                        <a:pt x="101370" y="560261"/>
                      </a:lnTo>
                      <a:lnTo>
                        <a:pt x="95895" y="557309"/>
                      </a:lnTo>
                      <a:lnTo>
                        <a:pt x="85859" y="558085"/>
                      </a:lnTo>
                      <a:lnTo>
                        <a:pt x="78739" y="554253"/>
                      </a:lnTo>
                      <a:lnTo>
                        <a:pt x="79943" y="552100"/>
                      </a:lnTo>
                      <a:lnTo>
                        <a:pt x="79052" y="549010"/>
                      </a:lnTo>
                      <a:lnTo>
                        <a:pt x="81367" y="547539"/>
                      </a:lnTo>
                      <a:lnTo>
                        <a:pt x="82988" y="542098"/>
                      </a:lnTo>
                      <a:lnTo>
                        <a:pt x="83323" y="529272"/>
                      </a:lnTo>
                      <a:lnTo>
                        <a:pt x="84689" y="527663"/>
                      </a:lnTo>
                      <a:lnTo>
                        <a:pt x="88683" y="528346"/>
                      </a:lnTo>
                      <a:lnTo>
                        <a:pt x="95651" y="524920"/>
                      </a:lnTo>
                      <a:lnTo>
                        <a:pt x="100178" y="513390"/>
                      </a:lnTo>
                      <a:lnTo>
                        <a:pt x="94483" y="512025"/>
                      </a:lnTo>
                      <a:lnTo>
                        <a:pt x="93082" y="510034"/>
                      </a:lnTo>
                      <a:lnTo>
                        <a:pt x="88938" y="512233"/>
                      </a:lnTo>
                      <a:lnTo>
                        <a:pt x="83879" y="511666"/>
                      </a:lnTo>
                      <a:lnTo>
                        <a:pt x="69351" y="515809"/>
                      </a:lnTo>
                      <a:lnTo>
                        <a:pt x="62012" y="513402"/>
                      </a:lnTo>
                      <a:lnTo>
                        <a:pt x="58516" y="508795"/>
                      </a:lnTo>
                      <a:lnTo>
                        <a:pt x="50830" y="504743"/>
                      </a:lnTo>
                      <a:lnTo>
                        <a:pt x="44290" y="496108"/>
                      </a:lnTo>
                      <a:lnTo>
                        <a:pt x="40840" y="495887"/>
                      </a:lnTo>
                      <a:lnTo>
                        <a:pt x="37552" y="491709"/>
                      </a:lnTo>
                      <a:lnTo>
                        <a:pt x="28616" y="489671"/>
                      </a:lnTo>
                      <a:lnTo>
                        <a:pt x="26115" y="487020"/>
                      </a:lnTo>
                      <a:lnTo>
                        <a:pt x="26532" y="482460"/>
                      </a:lnTo>
                      <a:lnTo>
                        <a:pt x="20061" y="476787"/>
                      </a:lnTo>
                      <a:lnTo>
                        <a:pt x="5534" y="469576"/>
                      </a:lnTo>
                      <a:lnTo>
                        <a:pt x="4619" y="466311"/>
                      </a:lnTo>
                      <a:lnTo>
                        <a:pt x="1632" y="464077"/>
                      </a:lnTo>
                      <a:lnTo>
                        <a:pt x="2570" y="458787"/>
                      </a:lnTo>
                      <a:lnTo>
                        <a:pt x="0" y="456992"/>
                      </a:lnTo>
                      <a:lnTo>
                        <a:pt x="1401" y="450800"/>
                      </a:lnTo>
                      <a:lnTo>
                        <a:pt x="14088" y="437534"/>
                      </a:lnTo>
                      <a:lnTo>
                        <a:pt x="20177" y="438842"/>
                      </a:lnTo>
                      <a:lnTo>
                        <a:pt x="34242" y="428829"/>
                      </a:lnTo>
                      <a:lnTo>
                        <a:pt x="39613" y="428319"/>
                      </a:lnTo>
                      <a:lnTo>
                        <a:pt x="45250" y="424534"/>
                      </a:lnTo>
                      <a:lnTo>
                        <a:pt x="74618" y="423608"/>
                      </a:lnTo>
                      <a:lnTo>
                        <a:pt x="72025" y="416500"/>
                      </a:lnTo>
                      <a:lnTo>
                        <a:pt x="74201" y="412865"/>
                      </a:lnTo>
                      <a:lnTo>
                        <a:pt x="73669" y="410377"/>
                      </a:lnTo>
                      <a:lnTo>
                        <a:pt x="83856" y="412819"/>
                      </a:lnTo>
                      <a:lnTo>
                        <a:pt x="84956" y="410423"/>
                      </a:lnTo>
                      <a:lnTo>
                        <a:pt x="83971" y="404739"/>
                      </a:lnTo>
                      <a:lnTo>
                        <a:pt x="87607" y="393418"/>
                      </a:lnTo>
                      <a:lnTo>
                        <a:pt x="85627" y="392353"/>
                      </a:lnTo>
                      <a:lnTo>
                        <a:pt x="85430" y="384528"/>
                      </a:lnTo>
                      <a:lnTo>
                        <a:pt x="83358" y="381043"/>
                      </a:lnTo>
                      <a:lnTo>
                        <a:pt x="80603" y="380036"/>
                      </a:lnTo>
                      <a:lnTo>
                        <a:pt x="72616" y="382097"/>
                      </a:lnTo>
                      <a:lnTo>
                        <a:pt x="63864" y="391670"/>
                      </a:lnTo>
                      <a:lnTo>
                        <a:pt x="62255" y="390755"/>
                      </a:lnTo>
                      <a:lnTo>
                        <a:pt x="54233" y="393869"/>
                      </a:lnTo>
                      <a:lnTo>
                        <a:pt x="54627" y="395397"/>
                      </a:lnTo>
                      <a:lnTo>
                        <a:pt x="51779" y="397608"/>
                      </a:lnTo>
                      <a:lnTo>
                        <a:pt x="56456" y="401069"/>
                      </a:lnTo>
                      <a:lnTo>
                        <a:pt x="54742" y="403767"/>
                      </a:lnTo>
                      <a:lnTo>
                        <a:pt x="46361" y="406777"/>
                      </a:lnTo>
                      <a:lnTo>
                        <a:pt x="37599" y="407645"/>
                      </a:lnTo>
                      <a:lnTo>
                        <a:pt x="36233" y="403755"/>
                      </a:lnTo>
                      <a:lnTo>
                        <a:pt x="45458" y="399600"/>
                      </a:lnTo>
                      <a:lnTo>
                        <a:pt x="39995" y="384991"/>
                      </a:lnTo>
                      <a:lnTo>
                        <a:pt x="36360" y="380360"/>
                      </a:lnTo>
                      <a:lnTo>
                        <a:pt x="36140" y="375001"/>
                      </a:lnTo>
                      <a:lnTo>
                        <a:pt x="37436" y="374584"/>
                      </a:lnTo>
                      <a:lnTo>
                        <a:pt x="35827" y="373357"/>
                      </a:lnTo>
                      <a:lnTo>
                        <a:pt x="42067" y="372327"/>
                      </a:lnTo>
                      <a:lnTo>
                        <a:pt x="43746" y="373461"/>
                      </a:lnTo>
                      <a:lnTo>
                        <a:pt x="49927" y="366573"/>
                      </a:lnTo>
                      <a:lnTo>
                        <a:pt x="53839" y="365531"/>
                      </a:lnTo>
                      <a:lnTo>
                        <a:pt x="52474" y="359732"/>
                      </a:lnTo>
                      <a:lnTo>
                        <a:pt x="56467" y="356086"/>
                      </a:lnTo>
                      <a:lnTo>
                        <a:pt x="59952" y="348307"/>
                      </a:lnTo>
                      <a:lnTo>
                        <a:pt x="64756" y="347346"/>
                      </a:lnTo>
                      <a:lnTo>
                        <a:pt x="61318" y="343306"/>
                      </a:lnTo>
                      <a:lnTo>
                        <a:pt x="56352" y="341002"/>
                      </a:lnTo>
                      <a:lnTo>
                        <a:pt x="61283" y="338421"/>
                      </a:lnTo>
                      <a:lnTo>
                        <a:pt x="68008" y="337599"/>
                      </a:lnTo>
                      <a:lnTo>
                        <a:pt x="68518" y="333304"/>
                      </a:lnTo>
                      <a:lnTo>
                        <a:pt x="70289" y="332610"/>
                      </a:lnTo>
                      <a:lnTo>
                        <a:pt x="68865" y="328824"/>
                      </a:lnTo>
                      <a:lnTo>
                        <a:pt x="72731" y="321196"/>
                      </a:lnTo>
                      <a:lnTo>
                        <a:pt x="70196" y="321115"/>
                      </a:lnTo>
                      <a:lnTo>
                        <a:pt x="71528" y="317584"/>
                      </a:lnTo>
                      <a:lnTo>
                        <a:pt x="69838" y="311808"/>
                      </a:lnTo>
                      <a:lnTo>
                        <a:pt x="74433" y="310604"/>
                      </a:lnTo>
                      <a:lnTo>
                        <a:pt x="75243" y="306819"/>
                      </a:lnTo>
                      <a:lnTo>
                        <a:pt x="78739" y="302883"/>
                      </a:lnTo>
                      <a:lnTo>
                        <a:pt x="77813" y="297002"/>
                      </a:lnTo>
                      <a:lnTo>
                        <a:pt x="79654" y="292060"/>
                      </a:lnTo>
                      <a:lnTo>
                        <a:pt x="80325" y="294328"/>
                      </a:lnTo>
                      <a:lnTo>
                        <a:pt x="86680" y="295000"/>
                      </a:lnTo>
                      <a:lnTo>
                        <a:pt x="94934" y="291400"/>
                      </a:lnTo>
                      <a:lnTo>
                        <a:pt x="94656" y="297998"/>
                      </a:lnTo>
                      <a:lnTo>
                        <a:pt x="100745" y="297431"/>
                      </a:lnTo>
                      <a:lnTo>
                        <a:pt x="100560" y="291978"/>
                      </a:lnTo>
                      <a:lnTo>
                        <a:pt x="98812" y="292002"/>
                      </a:lnTo>
                      <a:lnTo>
                        <a:pt x="99448" y="288112"/>
                      </a:lnTo>
                      <a:lnTo>
                        <a:pt x="96404" y="286040"/>
                      </a:lnTo>
                      <a:lnTo>
                        <a:pt x="90084" y="287082"/>
                      </a:lnTo>
                      <a:lnTo>
                        <a:pt x="87965" y="284385"/>
                      </a:lnTo>
                      <a:lnTo>
                        <a:pt x="89690" y="284269"/>
                      </a:lnTo>
                      <a:lnTo>
                        <a:pt x="89933" y="281236"/>
                      </a:lnTo>
                      <a:lnTo>
                        <a:pt x="83647" y="277265"/>
                      </a:lnTo>
                      <a:lnTo>
                        <a:pt x="81390" y="278527"/>
                      </a:lnTo>
                      <a:lnTo>
                        <a:pt x="79364" y="276270"/>
                      </a:lnTo>
                      <a:lnTo>
                        <a:pt x="81957" y="275760"/>
                      </a:lnTo>
                      <a:lnTo>
                        <a:pt x="83346" y="272438"/>
                      </a:lnTo>
                      <a:lnTo>
                        <a:pt x="81135" y="267056"/>
                      </a:lnTo>
                      <a:lnTo>
                        <a:pt x="79156" y="269093"/>
                      </a:lnTo>
                      <a:lnTo>
                        <a:pt x="77871" y="267368"/>
                      </a:lnTo>
                      <a:lnTo>
                        <a:pt x="74722" y="269105"/>
                      </a:lnTo>
                      <a:lnTo>
                        <a:pt x="75625" y="267218"/>
                      </a:lnTo>
                      <a:lnTo>
                        <a:pt x="73391" y="265331"/>
                      </a:lnTo>
                      <a:lnTo>
                        <a:pt x="70671" y="267276"/>
                      </a:lnTo>
                      <a:lnTo>
                        <a:pt x="68529" y="266269"/>
                      </a:lnTo>
                      <a:lnTo>
                        <a:pt x="70266" y="263965"/>
                      </a:lnTo>
                      <a:lnTo>
                        <a:pt x="66666" y="263305"/>
                      </a:lnTo>
                      <a:lnTo>
                        <a:pt x="64953" y="265990"/>
                      </a:lnTo>
                      <a:lnTo>
                        <a:pt x="62880" y="262935"/>
                      </a:lnTo>
                      <a:lnTo>
                        <a:pt x="61364" y="265597"/>
                      </a:lnTo>
                      <a:lnTo>
                        <a:pt x="58944" y="264463"/>
                      </a:lnTo>
                      <a:lnTo>
                        <a:pt x="58597" y="260978"/>
                      </a:lnTo>
                      <a:lnTo>
                        <a:pt x="55680" y="260874"/>
                      </a:lnTo>
                      <a:lnTo>
                        <a:pt x="54742" y="255491"/>
                      </a:lnTo>
                      <a:lnTo>
                        <a:pt x="56896" y="253384"/>
                      </a:lnTo>
                      <a:lnTo>
                        <a:pt x="56629" y="250270"/>
                      </a:lnTo>
                      <a:lnTo>
                        <a:pt x="52636" y="252690"/>
                      </a:lnTo>
                      <a:lnTo>
                        <a:pt x="49661" y="251717"/>
                      </a:lnTo>
                      <a:lnTo>
                        <a:pt x="48306" y="255376"/>
                      </a:lnTo>
                      <a:lnTo>
                        <a:pt x="45239" y="257158"/>
                      </a:lnTo>
                      <a:lnTo>
                        <a:pt x="45042" y="255017"/>
                      </a:lnTo>
                      <a:lnTo>
                        <a:pt x="36684" y="253060"/>
                      </a:lnTo>
                      <a:lnTo>
                        <a:pt x="35746" y="254056"/>
                      </a:lnTo>
                      <a:lnTo>
                        <a:pt x="30179" y="249773"/>
                      </a:lnTo>
                      <a:lnTo>
                        <a:pt x="29843" y="247643"/>
                      </a:lnTo>
                      <a:lnTo>
                        <a:pt x="32644" y="245825"/>
                      </a:lnTo>
                      <a:lnTo>
                        <a:pt x="33003" y="243568"/>
                      </a:lnTo>
                      <a:lnTo>
                        <a:pt x="31927" y="242584"/>
                      </a:lnTo>
                      <a:lnTo>
                        <a:pt x="29773" y="245131"/>
                      </a:lnTo>
                      <a:lnTo>
                        <a:pt x="27667" y="242920"/>
                      </a:lnTo>
                      <a:lnTo>
                        <a:pt x="27898" y="235893"/>
                      </a:lnTo>
                      <a:lnTo>
                        <a:pt x="32945" y="228415"/>
                      </a:lnTo>
                      <a:lnTo>
                        <a:pt x="32123" y="225533"/>
                      </a:lnTo>
                      <a:lnTo>
                        <a:pt x="34033" y="222292"/>
                      </a:lnTo>
                      <a:lnTo>
                        <a:pt x="29901" y="219340"/>
                      </a:lnTo>
                      <a:lnTo>
                        <a:pt x="42646" y="208007"/>
                      </a:lnTo>
                      <a:lnTo>
                        <a:pt x="33964" y="201015"/>
                      </a:lnTo>
                      <a:lnTo>
                        <a:pt x="35932" y="197554"/>
                      </a:lnTo>
                      <a:lnTo>
                        <a:pt x="40029" y="197427"/>
                      </a:lnTo>
                      <a:lnTo>
                        <a:pt x="35816" y="194336"/>
                      </a:lnTo>
                      <a:lnTo>
                        <a:pt x="39416" y="191592"/>
                      </a:lnTo>
                      <a:lnTo>
                        <a:pt x="47716" y="192276"/>
                      </a:lnTo>
                      <a:lnTo>
                        <a:pt x="46790" y="188907"/>
                      </a:lnTo>
                      <a:lnTo>
                        <a:pt x="49568" y="177921"/>
                      </a:lnTo>
                      <a:lnTo>
                        <a:pt x="54511" y="171034"/>
                      </a:lnTo>
                      <a:lnTo>
                        <a:pt x="61375" y="173962"/>
                      </a:lnTo>
                      <a:lnTo>
                        <a:pt x="65878" y="173522"/>
                      </a:lnTo>
                      <a:lnTo>
                        <a:pt x="66967" y="171775"/>
                      </a:lnTo>
                      <a:lnTo>
                        <a:pt x="76135" y="171832"/>
                      </a:lnTo>
                      <a:lnTo>
                        <a:pt x="78542" y="167607"/>
                      </a:lnTo>
                      <a:lnTo>
                        <a:pt x="80175" y="167781"/>
                      </a:lnTo>
                      <a:lnTo>
                        <a:pt x="80163" y="164308"/>
                      </a:lnTo>
                      <a:lnTo>
                        <a:pt x="84041" y="160627"/>
                      </a:lnTo>
                      <a:lnTo>
                        <a:pt x="85384" y="156251"/>
                      </a:lnTo>
                      <a:lnTo>
                        <a:pt x="95223" y="154619"/>
                      </a:lnTo>
                      <a:lnTo>
                        <a:pt x="97782" y="148901"/>
                      </a:lnTo>
                      <a:lnTo>
                        <a:pt x="100062" y="151760"/>
                      </a:lnTo>
                      <a:lnTo>
                        <a:pt x="98731" y="154445"/>
                      </a:lnTo>
                      <a:lnTo>
                        <a:pt x="102366" y="156795"/>
                      </a:lnTo>
                      <a:lnTo>
                        <a:pt x="103037" y="159446"/>
                      </a:lnTo>
                      <a:lnTo>
                        <a:pt x="113930" y="166936"/>
                      </a:lnTo>
                      <a:lnTo>
                        <a:pt x="117021" y="164204"/>
                      </a:lnTo>
                      <a:lnTo>
                        <a:pt x="121304" y="165026"/>
                      </a:lnTo>
                      <a:lnTo>
                        <a:pt x="124881" y="160256"/>
                      </a:lnTo>
                      <a:lnTo>
                        <a:pt x="128747" y="158983"/>
                      </a:lnTo>
                      <a:lnTo>
                        <a:pt x="130090" y="162456"/>
                      </a:lnTo>
                      <a:lnTo>
                        <a:pt x="145162" y="165003"/>
                      </a:lnTo>
                      <a:lnTo>
                        <a:pt x="145984" y="171149"/>
                      </a:lnTo>
                      <a:lnTo>
                        <a:pt x="154920" y="181394"/>
                      </a:lnTo>
                      <a:lnTo>
                        <a:pt x="154909" y="184554"/>
                      </a:lnTo>
                      <a:lnTo>
                        <a:pt x="159828" y="192727"/>
                      </a:lnTo>
                      <a:lnTo>
                        <a:pt x="175490" y="175919"/>
                      </a:lnTo>
                      <a:lnTo>
                        <a:pt x="185041" y="175618"/>
                      </a:lnTo>
                      <a:lnTo>
                        <a:pt x="185411" y="158972"/>
                      </a:lnTo>
                      <a:lnTo>
                        <a:pt x="186742" y="156934"/>
                      </a:lnTo>
                      <a:lnTo>
                        <a:pt x="185631" y="151494"/>
                      </a:lnTo>
                      <a:lnTo>
                        <a:pt x="182876" y="149352"/>
                      </a:lnTo>
                      <a:lnTo>
                        <a:pt x="185955" y="141550"/>
                      </a:lnTo>
                      <a:lnTo>
                        <a:pt x="191280" y="139941"/>
                      </a:lnTo>
                      <a:lnTo>
                        <a:pt x="195806" y="134489"/>
                      </a:lnTo>
                      <a:lnTo>
                        <a:pt x="200089" y="139593"/>
                      </a:lnTo>
                      <a:lnTo>
                        <a:pt x="204488" y="140323"/>
                      </a:lnTo>
                      <a:lnTo>
                        <a:pt x="212452" y="134905"/>
                      </a:lnTo>
                      <a:lnTo>
                        <a:pt x="215832" y="135831"/>
                      </a:lnTo>
                      <a:lnTo>
                        <a:pt x="219444" y="133979"/>
                      </a:lnTo>
                      <a:lnTo>
                        <a:pt x="223195" y="139860"/>
                      </a:lnTo>
                      <a:lnTo>
                        <a:pt x="228242" y="138945"/>
                      </a:lnTo>
                      <a:lnTo>
                        <a:pt x="228936" y="144224"/>
                      </a:lnTo>
                      <a:lnTo>
                        <a:pt x="232756" y="144131"/>
                      </a:lnTo>
                      <a:lnTo>
                        <a:pt x="231055" y="146574"/>
                      </a:lnTo>
                      <a:lnTo>
                        <a:pt x="233486" y="147338"/>
                      </a:lnTo>
                      <a:lnTo>
                        <a:pt x="231460" y="148762"/>
                      </a:lnTo>
                      <a:lnTo>
                        <a:pt x="231680" y="153890"/>
                      </a:lnTo>
                      <a:lnTo>
                        <a:pt x="235650" y="158404"/>
                      </a:lnTo>
                      <a:lnTo>
                        <a:pt x="239065" y="157999"/>
                      </a:lnTo>
                      <a:lnTo>
                        <a:pt x="241403" y="155869"/>
                      </a:lnTo>
                      <a:lnTo>
                        <a:pt x="240269" y="154121"/>
                      </a:lnTo>
                      <a:lnTo>
                        <a:pt x="244622" y="152848"/>
                      </a:lnTo>
                      <a:lnTo>
                        <a:pt x="247273" y="157270"/>
                      </a:lnTo>
                      <a:lnTo>
                        <a:pt x="249877" y="157652"/>
                      </a:lnTo>
                      <a:lnTo>
                        <a:pt x="255815" y="163393"/>
                      </a:lnTo>
                      <a:lnTo>
                        <a:pt x="258061" y="159180"/>
                      </a:lnTo>
                      <a:lnTo>
                        <a:pt x="258802" y="147477"/>
                      </a:lnTo>
                      <a:lnTo>
                        <a:pt x="263930" y="153010"/>
                      </a:lnTo>
                      <a:lnTo>
                        <a:pt x="266732" y="150961"/>
                      </a:lnTo>
                      <a:lnTo>
                        <a:pt x="269325" y="151424"/>
                      </a:lnTo>
                      <a:lnTo>
                        <a:pt x="273040" y="156656"/>
                      </a:lnTo>
                      <a:lnTo>
                        <a:pt x="275205" y="154515"/>
                      </a:lnTo>
                      <a:lnTo>
                        <a:pt x="284038" y="152477"/>
                      </a:lnTo>
                      <a:lnTo>
                        <a:pt x="286642" y="149734"/>
                      </a:lnTo>
                      <a:lnTo>
                        <a:pt x="289605" y="150475"/>
                      </a:lnTo>
                      <a:lnTo>
                        <a:pt x="288899" y="140624"/>
                      </a:lnTo>
                      <a:lnTo>
                        <a:pt x="298056" y="139709"/>
                      </a:lnTo>
                      <a:lnTo>
                        <a:pt x="300371" y="137521"/>
                      </a:lnTo>
                      <a:lnTo>
                        <a:pt x="299491" y="135009"/>
                      </a:lnTo>
                      <a:lnTo>
                        <a:pt x="305615" y="135357"/>
                      </a:lnTo>
                      <a:lnTo>
                        <a:pt x="308798" y="133597"/>
                      </a:lnTo>
                      <a:lnTo>
                        <a:pt x="308023" y="128075"/>
                      </a:lnTo>
                      <a:lnTo>
                        <a:pt x="312502" y="124105"/>
                      </a:lnTo>
                      <a:lnTo>
                        <a:pt x="307664" y="117264"/>
                      </a:lnTo>
                      <a:lnTo>
                        <a:pt x="309238" y="116442"/>
                      </a:lnTo>
                      <a:lnTo>
                        <a:pt x="307004" y="112911"/>
                      </a:lnTo>
                      <a:lnTo>
                        <a:pt x="308798" y="101764"/>
                      </a:lnTo>
                      <a:lnTo>
                        <a:pt x="317191" y="100525"/>
                      </a:lnTo>
                      <a:lnTo>
                        <a:pt x="318568" y="98106"/>
                      </a:lnTo>
                      <a:lnTo>
                        <a:pt x="320733" y="99691"/>
                      </a:lnTo>
                      <a:lnTo>
                        <a:pt x="326822" y="91091"/>
                      </a:lnTo>
                      <a:lnTo>
                        <a:pt x="327378" y="87722"/>
                      </a:lnTo>
                      <a:lnTo>
                        <a:pt x="331267" y="84932"/>
                      </a:lnTo>
                      <a:lnTo>
                        <a:pt x="336453" y="84018"/>
                      </a:lnTo>
                      <a:lnTo>
                        <a:pt x="339995" y="86750"/>
                      </a:lnTo>
                      <a:lnTo>
                        <a:pt x="345563" y="85071"/>
                      </a:lnTo>
                      <a:lnTo>
                        <a:pt x="345772" y="82316"/>
                      </a:lnTo>
                      <a:lnTo>
                        <a:pt x="352856" y="79931"/>
                      </a:lnTo>
                      <a:lnTo>
                        <a:pt x="354234" y="77605"/>
                      </a:lnTo>
                      <a:lnTo>
                        <a:pt x="356294" y="80036"/>
                      </a:lnTo>
                      <a:lnTo>
                        <a:pt x="359663" y="73472"/>
                      </a:lnTo>
                      <a:lnTo>
                        <a:pt x="364930" y="71863"/>
                      </a:lnTo>
                      <a:lnTo>
                        <a:pt x="369109" y="64813"/>
                      </a:lnTo>
                      <a:lnTo>
                        <a:pt x="381449" y="47380"/>
                      </a:lnTo>
                      <a:lnTo>
                        <a:pt x="387480" y="43051"/>
                      </a:lnTo>
                      <a:lnTo>
                        <a:pt x="388869" y="39115"/>
                      </a:lnTo>
                      <a:lnTo>
                        <a:pt x="393893" y="40863"/>
                      </a:lnTo>
                      <a:lnTo>
                        <a:pt x="392689" y="30804"/>
                      </a:lnTo>
                      <a:lnTo>
                        <a:pt x="394263" y="24900"/>
                      </a:lnTo>
                      <a:lnTo>
                        <a:pt x="396601" y="25340"/>
                      </a:lnTo>
                      <a:lnTo>
                        <a:pt x="398187" y="29820"/>
                      </a:lnTo>
                      <a:lnTo>
                        <a:pt x="401637" y="30306"/>
                      </a:lnTo>
                      <a:lnTo>
                        <a:pt x="404264" y="33825"/>
                      </a:lnTo>
                      <a:lnTo>
                        <a:pt x="407923" y="33686"/>
                      </a:lnTo>
                      <a:lnTo>
                        <a:pt x="411060" y="31336"/>
                      </a:lnTo>
                      <a:lnTo>
                        <a:pt x="413051" y="33130"/>
                      </a:lnTo>
                      <a:lnTo>
                        <a:pt x="419059" y="32065"/>
                      </a:lnTo>
                      <a:lnTo>
                        <a:pt x="419788" y="30294"/>
                      </a:lnTo>
                      <a:lnTo>
                        <a:pt x="423469" y="29160"/>
                      </a:lnTo>
                      <a:lnTo>
                        <a:pt x="422948" y="26648"/>
                      </a:lnTo>
                      <a:lnTo>
                        <a:pt x="425402" y="24853"/>
                      </a:lnTo>
                      <a:lnTo>
                        <a:pt x="424430" y="23395"/>
                      </a:lnTo>
                      <a:lnTo>
                        <a:pt x="427440" y="19748"/>
                      </a:lnTo>
                      <a:lnTo>
                        <a:pt x="433783" y="19332"/>
                      </a:lnTo>
                      <a:lnTo>
                        <a:pt x="437441" y="21867"/>
                      </a:lnTo>
                      <a:lnTo>
                        <a:pt x="443796" y="19112"/>
                      </a:lnTo>
                      <a:lnTo>
                        <a:pt x="448311" y="7443"/>
                      </a:lnTo>
                      <a:lnTo>
                        <a:pt x="457143" y="0"/>
                      </a:lnTo>
                      <a:lnTo>
                        <a:pt x="459146" y="7339"/>
                      </a:lnTo>
                      <a:lnTo>
                        <a:pt x="465860" y="8497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A00C50AE-4D5F-F2C6-C84F-588B45CA147E}"/>
                    </a:ext>
                  </a:extLst>
                </p:cNvPr>
                <p:cNvSpPr/>
                <p:nvPr/>
              </p:nvSpPr>
              <p:spPr>
                <a:xfrm>
                  <a:off x="9936279" y="5924377"/>
                  <a:ext cx="891574" cy="905696"/>
                </a:xfrm>
                <a:custGeom>
                  <a:avLst/>
                  <a:gdLst>
                    <a:gd name="connsiteX0" fmla="*/ 602802 w 891574"/>
                    <a:gd name="connsiteY0" fmla="*/ 173 h 905696"/>
                    <a:gd name="connsiteX1" fmla="*/ 603994 w 891574"/>
                    <a:gd name="connsiteY1" fmla="*/ 498 h 905696"/>
                    <a:gd name="connsiteX2" fmla="*/ 606298 w 891574"/>
                    <a:gd name="connsiteY2" fmla="*/ 972 h 905696"/>
                    <a:gd name="connsiteX3" fmla="*/ 607780 w 891574"/>
                    <a:gd name="connsiteY3" fmla="*/ 1528 h 905696"/>
                    <a:gd name="connsiteX4" fmla="*/ 617932 w 891574"/>
                    <a:gd name="connsiteY4" fmla="*/ 4306 h 905696"/>
                    <a:gd name="connsiteX5" fmla="*/ 649268 w 891574"/>
                    <a:gd name="connsiteY5" fmla="*/ 13336 h 905696"/>
                    <a:gd name="connsiteX6" fmla="*/ 652914 w 891574"/>
                    <a:gd name="connsiteY6" fmla="*/ 13787 h 905696"/>
                    <a:gd name="connsiteX7" fmla="*/ 654963 w 891574"/>
                    <a:gd name="connsiteY7" fmla="*/ 14377 h 905696"/>
                    <a:gd name="connsiteX8" fmla="*/ 659524 w 891574"/>
                    <a:gd name="connsiteY8" fmla="*/ 14609 h 905696"/>
                    <a:gd name="connsiteX9" fmla="*/ 667129 w 891574"/>
                    <a:gd name="connsiteY9" fmla="*/ 15546 h 905696"/>
                    <a:gd name="connsiteX10" fmla="*/ 674758 w 891574"/>
                    <a:gd name="connsiteY10" fmla="*/ 16021 h 905696"/>
                    <a:gd name="connsiteX11" fmla="*/ 690223 w 891574"/>
                    <a:gd name="connsiteY11" fmla="*/ 16993 h 905696"/>
                    <a:gd name="connsiteX12" fmla="*/ 694587 w 891574"/>
                    <a:gd name="connsiteY12" fmla="*/ 17468 h 905696"/>
                    <a:gd name="connsiteX13" fmla="*/ 705527 w 891574"/>
                    <a:gd name="connsiteY13" fmla="*/ 19853 h 905696"/>
                    <a:gd name="connsiteX14" fmla="*/ 709451 w 891574"/>
                    <a:gd name="connsiteY14" fmla="*/ 20698 h 905696"/>
                    <a:gd name="connsiteX15" fmla="*/ 717785 w 891574"/>
                    <a:gd name="connsiteY15" fmla="*/ 23175 h 905696"/>
                    <a:gd name="connsiteX16" fmla="*/ 723284 w 891574"/>
                    <a:gd name="connsiteY16" fmla="*/ 25884 h 905696"/>
                    <a:gd name="connsiteX17" fmla="*/ 731132 w 891574"/>
                    <a:gd name="connsiteY17" fmla="*/ 28963 h 905696"/>
                    <a:gd name="connsiteX18" fmla="*/ 740358 w 891574"/>
                    <a:gd name="connsiteY18" fmla="*/ 34658 h 905696"/>
                    <a:gd name="connsiteX19" fmla="*/ 754354 w 891574"/>
                    <a:gd name="connsiteY19" fmla="*/ 43294 h 905696"/>
                    <a:gd name="connsiteX20" fmla="*/ 757062 w 891574"/>
                    <a:gd name="connsiteY20" fmla="*/ 45030 h 905696"/>
                    <a:gd name="connsiteX21" fmla="*/ 788028 w 891574"/>
                    <a:gd name="connsiteY21" fmla="*/ 70694 h 905696"/>
                    <a:gd name="connsiteX22" fmla="*/ 797578 w 891574"/>
                    <a:gd name="connsiteY22" fmla="*/ 77894 h 905696"/>
                    <a:gd name="connsiteX23" fmla="*/ 804547 w 891574"/>
                    <a:gd name="connsiteY23" fmla="*/ 83775 h 905696"/>
                    <a:gd name="connsiteX24" fmla="*/ 809316 w 891574"/>
                    <a:gd name="connsiteY24" fmla="*/ 86761 h 905696"/>
                    <a:gd name="connsiteX25" fmla="*/ 811226 w 891574"/>
                    <a:gd name="connsiteY25" fmla="*/ 88208 h 905696"/>
                    <a:gd name="connsiteX26" fmla="*/ 812522 w 891574"/>
                    <a:gd name="connsiteY26" fmla="*/ 89192 h 905696"/>
                    <a:gd name="connsiteX27" fmla="*/ 821100 w 891574"/>
                    <a:gd name="connsiteY27" fmla="*/ 94355 h 905696"/>
                    <a:gd name="connsiteX28" fmla="*/ 840455 w 891574"/>
                    <a:gd name="connsiteY28" fmla="*/ 113536 h 905696"/>
                    <a:gd name="connsiteX29" fmla="*/ 854369 w 891574"/>
                    <a:gd name="connsiteY29" fmla="*/ 127439 h 905696"/>
                    <a:gd name="connsiteX30" fmla="*/ 855156 w 891574"/>
                    <a:gd name="connsiteY30" fmla="*/ 128434 h 905696"/>
                    <a:gd name="connsiteX31" fmla="*/ 863421 w 891574"/>
                    <a:gd name="connsiteY31" fmla="*/ 140369 h 905696"/>
                    <a:gd name="connsiteX32" fmla="*/ 863699 w 891574"/>
                    <a:gd name="connsiteY32" fmla="*/ 140774 h 905696"/>
                    <a:gd name="connsiteX33" fmla="*/ 870159 w 891574"/>
                    <a:gd name="connsiteY33" fmla="*/ 158879 h 905696"/>
                    <a:gd name="connsiteX34" fmla="*/ 875773 w 891574"/>
                    <a:gd name="connsiteY34" fmla="*/ 173013 h 905696"/>
                    <a:gd name="connsiteX35" fmla="*/ 877289 w 891574"/>
                    <a:gd name="connsiteY35" fmla="*/ 178060 h 905696"/>
                    <a:gd name="connsiteX36" fmla="*/ 881376 w 891574"/>
                    <a:gd name="connsiteY36" fmla="*/ 189833 h 905696"/>
                    <a:gd name="connsiteX37" fmla="*/ 882221 w 891574"/>
                    <a:gd name="connsiteY37" fmla="*/ 192379 h 905696"/>
                    <a:gd name="connsiteX38" fmla="*/ 882302 w 891574"/>
                    <a:gd name="connsiteY38" fmla="*/ 198098 h 905696"/>
                    <a:gd name="connsiteX39" fmla="*/ 882070 w 891574"/>
                    <a:gd name="connsiteY39" fmla="*/ 199418 h 905696"/>
                    <a:gd name="connsiteX40" fmla="*/ 881850 w 891574"/>
                    <a:gd name="connsiteY40" fmla="*/ 205125 h 905696"/>
                    <a:gd name="connsiteX41" fmla="*/ 881665 w 891574"/>
                    <a:gd name="connsiteY41" fmla="*/ 220405 h 905696"/>
                    <a:gd name="connsiteX42" fmla="*/ 884165 w 891574"/>
                    <a:gd name="connsiteY42" fmla="*/ 222141 h 905696"/>
                    <a:gd name="connsiteX43" fmla="*/ 884212 w 891574"/>
                    <a:gd name="connsiteY43" fmla="*/ 222350 h 905696"/>
                    <a:gd name="connsiteX44" fmla="*/ 882035 w 891574"/>
                    <a:gd name="connsiteY44" fmla="*/ 221852 h 905696"/>
                    <a:gd name="connsiteX45" fmla="*/ 882313 w 891574"/>
                    <a:gd name="connsiteY45" fmla="*/ 224896 h 905696"/>
                    <a:gd name="connsiteX46" fmla="*/ 884594 w 891574"/>
                    <a:gd name="connsiteY46" fmla="*/ 223773 h 905696"/>
                    <a:gd name="connsiteX47" fmla="*/ 882614 w 891574"/>
                    <a:gd name="connsiteY47" fmla="*/ 225915 h 905696"/>
                    <a:gd name="connsiteX48" fmla="*/ 880380 w 891574"/>
                    <a:gd name="connsiteY48" fmla="*/ 225371 h 905696"/>
                    <a:gd name="connsiteX49" fmla="*/ 876606 w 891574"/>
                    <a:gd name="connsiteY49" fmla="*/ 207949 h 905696"/>
                    <a:gd name="connsiteX50" fmla="*/ 876004 w 891574"/>
                    <a:gd name="connsiteY50" fmla="*/ 206815 h 905696"/>
                    <a:gd name="connsiteX51" fmla="*/ 874372 w 891574"/>
                    <a:gd name="connsiteY51" fmla="*/ 204117 h 905696"/>
                    <a:gd name="connsiteX52" fmla="*/ 875437 w 891574"/>
                    <a:gd name="connsiteY52" fmla="*/ 203284 h 905696"/>
                    <a:gd name="connsiteX53" fmla="*/ 875611 w 891574"/>
                    <a:gd name="connsiteY53" fmla="*/ 202057 h 905696"/>
                    <a:gd name="connsiteX54" fmla="*/ 874881 w 891574"/>
                    <a:gd name="connsiteY54" fmla="*/ 201015 h 905696"/>
                    <a:gd name="connsiteX55" fmla="*/ 876386 w 891574"/>
                    <a:gd name="connsiteY55" fmla="*/ 196211 h 905696"/>
                    <a:gd name="connsiteX56" fmla="*/ 875877 w 891574"/>
                    <a:gd name="connsiteY56" fmla="*/ 194510 h 905696"/>
                    <a:gd name="connsiteX57" fmla="*/ 874268 w 891574"/>
                    <a:gd name="connsiteY57" fmla="*/ 192530 h 905696"/>
                    <a:gd name="connsiteX58" fmla="*/ 870217 w 891574"/>
                    <a:gd name="connsiteY58" fmla="*/ 192368 h 905696"/>
                    <a:gd name="connsiteX59" fmla="*/ 866130 w 891574"/>
                    <a:gd name="connsiteY59" fmla="*/ 195563 h 905696"/>
                    <a:gd name="connsiteX60" fmla="*/ 864336 w 891574"/>
                    <a:gd name="connsiteY60" fmla="*/ 198272 h 905696"/>
                    <a:gd name="connsiteX61" fmla="*/ 862310 w 891574"/>
                    <a:gd name="connsiteY61" fmla="*/ 194706 h 905696"/>
                    <a:gd name="connsiteX62" fmla="*/ 859196 w 891574"/>
                    <a:gd name="connsiteY62" fmla="*/ 193745 h 905696"/>
                    <a:gd name="connsiteX63" fmla="*/ 849785 w 891574"/>
                    <a:gd name="connsiteY63" fmla="*/ 192796 h 905696"/>
                    <a:gd name="connsiteX64" fmla="*/ 845953 w 891574"/>
                    <a:gd name="connsiteY64" fmla="*/ 193745 h 905696"/>
                    <a:gd name="connsiteX65" fmla="*/ 844807 w 891574"/>
                    <a:gd name="connsiteY65" fmla="*/ 194035 h 905696"/>
                    <a:gd name="connsiteX66" fmla="*/ 843048 w 891574"/>
                    <a:gd name="connsiteY66" fmla="*/ 192889 h 905696"/>
                    <a:gd name="connsiteX67" fmla="*/ 842770 w 891574"/>
                    <a:gd name="connsiteY67" fmla="*/ 192715 h 905696"/>
                    <a:gd name="connsiteX68" fmla="*/ 836623 w 891574"/>
                    <a:gd name="connsiteY68" fmla="*/ 193294 h 905696"/>
                    <a:gd name="connsiteX69" fmla="*/ 837133 w 891574"/>
                    <a:gd name="connsiteY69" fmla="*/ 195297 h 905696"/>
                    <a:gd name="connsiteX70" fmla="*/ 835327 w 891574"/>
                    <a:gd name="connsiteY70" fmla="*/ 196697 h 905696"/>
                    <a:gd name="connsiteX71" fmla="*/ 833232 w 891574"/>
                    <a:gd name="connsiteY71" fmla="*/ 198306 h 905696"/>
                    <a:gd name="connsiteX72" fmla="*/ 833151 w 891574"/>
                    <a:gd name="connsiteY72" fmla="*/ 198272 h 905696"/>
                    <a:gd name="connsiteX73" fmla="*/ 828567 w 891574"/>
                    <a:gd name="connsiteY73" fmla="*/ 195656 h 905696"/>
                    <a:gd name="connsiteX74" fmla="*/ 827849 w 891574"/>
                    <a:gd name="connsiteY74" fmla="*/ 190689 h 905696"/>
                    <a:gd name="connsiteX75" fmla="*/ 827722 w 891574"/>
                    <a:gd name="connsiteY75" fmla="*/ 190828 h 905696"/>
                    <a:gd name="connsiteX76" fmla="*/ 828057 w 891574"/>
                    <a:gd name="connsiteY76" fmla="*/ 194000 h 905696"/>
                    <a:gd name="connsiteX77" fmla="*/ 828242 w 891574"/>
                    <a:gd name="connsiteY77" fmla="*/ 195667 h 905696"/>
                    <a:gd name="connsiteX78" fmla="*/ 831067 w 891574"/>
                    <a:gd name="connsiteY78" fmla="*/ 197241 h 905696"/>
                    <a:gd name="connsiteX79" fmla="*/ 833035 w 891574"/>
                    <a:gd name="connsiteY79" fmla="*/ 198352 h 905696"/>
                    <a:gd name="connsiteX80" fmla="*/ 833289 w 891574"/>
                    <a:gd name="connsiteY80" fmla="*/ 198492 h 905696"/>
                    <a:gd name="connsiteX81" fmla="*/ 837249 w 891574"/>
                    <a:gd name="connsiteY81" fmla="*/ 195412 h 905696"/>
                    <a:gd name="connsiteX82" fmla="*/ 837283 w 891574"/>
                    <a:gd name="connsiteY82" fmla="*/ 195389 h 905696"/>
                    <a:gd name="connsiteX83" fmla="*/ 836936 w 891574"/>
                    <a:gd name="connsiteY83" fmla="*/ 193421 h 905696"/>
                    <a:gd name="connsiteX84" fmla="*/ 842678 w 891574"/>
                    <a:gd name="connsiteY84" fmla="*/ 192900 h 905696"/>
                    <a:gd name="connsiteX85" fmla="*/ 842747 w 891574"/>
                    <a:gd name="connsiteY85" fmla="*/ 192889 h 905696"/>
                    <a:gd name="connsiteX86" fmla="*/ 844680 w 891574"/>
                    <a:gd name="connsiteY86" fmla="*/ 194174 h 905696"/>
                    <a:gd name="connsiteX87" fmla="*/ 846636 w 891574"/>
                    <a:gd name="connsiteY87" fmla="*/ 194046 h 905696"/>
                    <a:gd name="connsiteX88" fmla="*/ 849808 w 891574"/>
                    <a:gd name="connsiteY88" fmla="*/ 192958 h 905696"/>
                    <a:gd name="connsiteX89" fmla="*/ 859219 w 891574"/>
                    <a:gd name="connsiteY89" fmla="*/ 193977 h 905696"/>
                    <a:gd name="connsiteX90" fmla="*/ 862183 w 891574"/>
                    <a:gd name="connsiteY90" fmla="*/ 194891 h 905696"/>
                    <a:gd name="connsiteX91" fmla="*/ 863028 w 891574"/>
                    <a:gd name="connsiteY91" fmla="*/ 197728 h 905696"/>
                    <a:gd name="connsiteX92" fmla="*/ 864290 w 891574"/>
                    <a:gd name="connsiteY92" fmla="*/ 198445 h 905696"/>
                    <a:gd name="connsiteX93" fmla="*/ 864845 w 891574"/>
                    <a:gd name="connsiteY93" fmla="*/ 198225 h 905696"/>
                    <a:gd name="connsiteX94" fmla="*/ 870228 w 891574"/>
                    <a:gd name="connsiteY94" fmla="*/ 192599 h 905696"/>
                    <a:gd name="connsiteX95" fmla="*/ 873851 w 891574"/>
                    <a:gd name="connsiteY95" fmla="*/ 192564 h 905696"/>
                    <a:gd name="connsiteX96" fmla="*/ 876132 w 891574"/>
                    <a:gd name="connsiteY96" fmla="*/ 196130 h 905696"/>
                    <a:gd name="connsiteX97" fmla="*/ 874754 w 891574"/>
                    <a:gd name="connsiteY97" fmla="*/ 198665 h 905696"/>
                    <a:gd name="connsiteX98" fmla="*/ 874801 w 891574"/>
                    <a:gd name="connsiteY98" fmla="*/ 201223 h 905696"/>
                    <a:gd name="connsiteX99" fmla="*/ 875483 w 891574"/>
                    <a:gd name="connsiteY99" fmla="*/ 202138 h 905696"/>
                    <a:gd name="connsiteX100" fmla="*/ 875275 w 891574"/>
                    <a:gd name="connsiteY100" fmla="*/ 203272 h 905696"/>
                    <a:gd name="connsiteX101" fmla="*/ 874465 w 891574"/>
                    <a:gd name="connsiteY101" fmla="*/ 203666 h 905696"/>
                    <a:gd name="connsiteX102" fmla="*/ 872624 w 891574"/>
                    <a:gd name="connsiteY102" fmla="*/ 202856 h 905696"/>
                    <a:gd name="connsiteX103" fmla="*/ 872775 w 891574"/>
                    <a:gd name="connsiteY103" fmla="*/ 200621 h 905696"/>
                    <a:gd name="connsiteX104" fmla="*/ 870795 w 891574"/>
                    <a:gd name="connsiteY104" fmla="*/ 199429 h 905696"/>
                    <a:gd name="connsiteX105" fmla="*/ 865181 w 891574"/>
                    <a:gd name="connsiteY105" fmla="*/ 200332 h 905696"/>
                    <a:gd name="connsiteX106" fmla="*/ 860759 w 891574"/>
                    <a:gd name="connsiteY106" fmla="*/ 206259 h 905696"/>
                    <a:gd name="connsiteX107" fmla="*/ 852367 w 891574"/>
                    <a:gd name="connsiteY107" fmla="*/ 209292 h 905696"/>
                    <a:gd name="connsiteX108" fmla="*/ 848350 w 891574"/>
                    <a:gd name="connsiteY108" fmla="*/ 218043 h 905696"/>
                    <a:gd name="connsiteX109" fmla="*/ 846509 w 891574"/>
                    <a:gd name="connsiteY109" fmla="*/ 219015 h 905696"/>
                    <a:gd name="connsiteX110" fmla="*/ 846231 w 891574"/>
                    <a:gd name="connsiteY110" fmla="*/ 219166 h 905696"/>
                    <a:gd name="connsiteX111" fmla="*/ 845965 w 891574"/>
                    <a:gd name="connsiteY111" fmla="*/ 219305 h 905696"/>
                    <a:gd name="connsiteX112" fmla="*/ 845213 w 891574"/>
                    <a:gd name="connsiteY112" fmla="*/ 222639 h 905696"/>
                    <a:gd name="connsiteX113" fmla="*/ 842122 w 891574"/>
                    <a:gd name="connsiteY113" fmla="*/ 223947 h 905696"/>
                    <a:gd name="connsiteX114" fmla="*/ 841242 w 891574"/>
                    <a:gd name="connsiteY114" fmla="*/ 226332 h 905696"/>
                    <a:gd name="connsiteX115" fmla="*/ 840976 w 891574"/>
                    <a:gd name="connsiteY115" fmla="*/ 227026 h 905696"/>
                    <a:gd name="connsiteX116" fmla="*/ 840906 w 891574"/>
                    <a:gd name="connsiteY116" fmla="*/ 227026 h 905696"/>
                    <a:gd name="connsiteX117" fmla="*/ 835072 w 891574"/>
                    <a:gd name="connsiteY117" fmla="*/ 227651 h 905696"/>
                    <a:gd name="connsiteX118" fmla="*/ 835570 w 891574"/>
                    <a:gd name="connsiteY118" fmla="*/ 230441 h 905696"/>
                    <a:gd name="connsiteX119" fmla="*/ 833151 w 891574"/>
                    <a:gd name="connsiteY119" fmla="*/ 231714 h 905696"/>
                    <a:gd name="connsiteX120" fmla="*/ 830095 w 891574"/>
                    <a:gd name="connsiteY120" fmla="*/ 237259 h 905696"/>
                    <a:gd name="connsiteX121" fmla="*/ 825476 w 891574"/>
                    <a:gd name="connsiteY121" fmla="*/ 238417 h 905696"/>
                    <a:gd name="connsiteX122" fmla="*/ 823207 w 891574"/>
                    <a:gd name="connsiteY122" fmla="*/ 237201 h 905696"/>
                    <a:gd name="connsiteX123" fmla="*/ 822061 w 891574"/>
                    <a:gd name="connsiteY123" fmla="*/ 237051 h 905696"/>
                    <a:gd name="connsiteX124" fmla="*/ 820417 w 891574"/>
                    <a:gd name="connsiteY124" fmla="*/ 237757 h 905696"/>
                    <a:gd name="connsiteX125" fmla="*/ 819132 w 891574"/>
                    <a:gd name="connsiteY125" fmla="*/ 238324 h 905696"/>
                    <a:gd name="connsiteX126" fmla="*/ 817106 w 891574"/>
                    <a:gd name="connsiteY126" fmla="*/ 237213 h 905696"/>
                    <a:gd name="connsiteX127" fmla="*/ 816759 w 891574"/>
                    <a:gd name="connsiteY127" fmla="*/ 237027 h 905696"/>
                    <a:gd name="connsiteX128" fmla="*/ 815127 w 891574"/>
                    <a:gd name="connsiteY128" fmla="*/ 238023 h 905696"/>
                    <a:gd name="connsiteX129" fmla="*/ 812245 w 891574"/>
                    <a:gd name="connsiteY129" fmla="*/ 239783 h 905696"/>
                    <a:gd name="connsiteX130" fmla="*/ 812129 w 891574"/>
                    <a:gd name="connsiteY130" fmla="*/ 239586 h 905696"/>
                    <a:gd name="connsiteX131" fmla="*/ 811226 w 891574"/>
                    <a:gd name="connsiteY131" fmla="*/ 237977 h 905696"/>
                    <a:gd name="connsiteX132" fmla="*/ 810091 w 891574"/>
                    <a:gd name="connsiteY132" fmla="*/ 235951 h 905696"/>
                    <a:gd name="connsiteX133" fmla="*/ 809976 w 891574"/>
                    <a:gd name="connsiteY133" fmla="*/ 236136 h 905696"/>
                    <a:gd name="connsiteX134" fmla="*/ 811226 w 891574"/>
                    <a:gd name="connsiteY134" fmla="*/ 238845 h 905696"/>
                    <a:gd name="connsiteX135" fmla="*/ 811701 w 891574"/>
                    <a:gd name="connsiteY135" fmla="*/ 239875 h 905696"/>
                    <a:gd name="connsiteX136" fmla="*/ 812881 w 891574"/>
                    <a:gd name="connsiteY136" fmla="*/ 240164 h 905696"/>
                    <a:gd name="connsiteX137" fmla="*/ 816562 w 891574"/>
                    <a:gd name="connsiteY137" fmla="*/ 237352 h 905696"/>
                    <a:gd name="connsiteX138" fmla="*/ 819144 w 891574"/>
                    <a:gd name="connsiteY138" fmla="*/ 238567 h 905696"/>
                    <a:gd name="connsiteX139" fmla="*/ 821355 w 891574"/>
                    <a:gd name="connsiteY139" fmla="*/ 237919 h 905696"/>
                    <a:gd name="connsiteX140" fmla="*/ 823161 w 891574"/>
                    <a:gd name="connsiteY140" fmla="*/ 237386 h 905696"/>
                    <a:gd name="connsiteX141" fmla="*/ 824422 w 891574"/>
                    <a:gd name="connsiteY141" fmla="*/ 238428 h 905696"/>
                    <a:gd name="connsiteX142" fmla="*/ 833706 w 891574"/>
                    <a:gd name="connsiteY142" fmla="*/ 246068 h 905696"/>
                    <a:gd name="connsiteX143" fmla="*/ 842353 w 891574"/>
                    <a:gd name="connsiteY143" fmla="*/ 253187 h 905696"/>
                    <a:gd name="connsiteX144" fmla="*/ 842643 w 891574"/>
                    <a:gd name="connsiteY144" fmla="*/ 253431 h 905696"/>
                    <a:gd name="connsiteX145" fmla="*/ 843534 w 891574"/>
                    <a:gd name="connsiteY145" fmla="*/ 254172 h 905696"/>
                    <a:gd name="connsiteX146" fmla="*/ 843904 w 891574"/>
                    <a:gd name="connsiteY146" fmla="*/ 255225 h 905696"/>
                    <a:gd name="connsiteX147" fmla="*/ 845178 w 891574"/>
                    <a:gd name="connsiteY147" fmla="*/ 258756 h 905696"/>
                    <a:gd name="connsiteX148" fmla="*/ 850920 w 891574"/>
                    <a:gd name="connsiteY148" fmla="*/ 262101 h 905696"/>
                    <a:gd name="connsiteX149" fmla="*/ 851070 w 891574"/>
                    <a:gd name="connsiteY149" fmla="*/ 262182 h 905696"/>
                    <a:gd name="connsiteX150" fmla="*/ 850780 w 891574"/>
                    <a:gd name="connsiteY150" fmla="*/ 263965 h 905696"/>
                    <a:gd name="connsiteX151" fmla="*/ 850514 w 891574"/>
                    <a:gd name="connsiteY151" fmla="*/ 265493 h 905696"/>
                    <a:gd name="connsiteX152" fmla="*/ 854022 w 891574"/>
                    <a:gd name="connsiteY152" fmla="*/ 269614 h 905696"/>
                    <a:gd name="connsiteX153" fmla="*/ 860354 w 891574"/>
                    <a:gd name="connsiteY153" fmla="*/ 267901 h 905696"/>
                    <a:gd name="connsiteX154" fmla="*/ 862044 w 891574"/>
                    <a:gd name="connsiteY154" fmla="*/ 271512 h 905696"/>
                    <a:gd name="connsiteX155" fmla="*/ 864266 w 891574"/>
                    <a:gd name="connsiteY155" fmla="*/ 272681 h 905696"/>
                    <a:gd name="connsiteX156" fmla="*/ 862715 w 891574"/>
                    <a:gd name="connsiteY156" fmla="*/ 277983 h 905696"/>
                    <a:gd name="connsiteX157" fmla="*/ 862345 w 891574"/>
                    <a:gd name="connsiteY157" fmla="*/ 279245 h 905696"/>
                    <a:gd name="connsiteX158" fmla="*/ 861210 w 891574"/>
                    <a:gd name="connsiteY158" fmla="*/ 279963 h 905696"/>
                    <a:gd name="connsiteX159" fmla="*/ 860007 w 891574"/>
                    <a:gd name="connsiteY159" fmla="*/ 280727 h 905696"/>
                    <a:gd name="connsiteX160" fmla="*/ 860840 w 891574"/>
                    <a:gd name="connsiteY160" fmla="*/ 283435 h 905696"/>
                    <a:gd name="connsiteX161" fmla="*/ 860875 w 891574"/>
                    <a:gd name="connsiteY161" fmla="*/ 283563 h 905696"/>
                    <a:gd name="connsiteX162" fmla="*/ 860840 w 891574"/>
                    <a:gd name="connsiteY162" fmla="*/ 283574 h 905696"/>
                    <a:gd name="connsiteX163" fmla="*/ 857969 w 891574"/>
                    <a:gd name="connsiteY163" fmla="*/ 285068 h 905696"/>
                    <a:gd name="connsiteX164" fmla="*/ 856800 w 891574"/>
                    <a:gd name="connsiteY164" fmla="*/ 288656 h 905696"/>
                    <a:gd name="connsiteX165" fmla="*/ 856360 w 891574"/>
                    <a:gd name="connsiteY165" fmla="*/ 288725 h 905696"/>
                    <a:gd name="connsiteX166" fmla="*/ 854902 w 891574"/>
                    <a:gd name="connsiteY166" fmla="*/ 288957 h 905696"/>
                    <a:gd name="connsiteX167" fmla="*/ 854138 w 891574"/>
                    <a:gd name="connsiteY167" fmla="*/ 287788 h 905696"/>
                    <a:gd name="connsiteX168" fmla="*/ 852957 w 891574"/>
                    <a:gd name="connsiteY168" fmla="*/ 285994 h 905696"/>
                    <a:gd name="connsiteX169" fmla="*/ 851105 w 891574"/>
                    <a:gd name="connsiteY169" fmla="*/ 286619 h 905696"/>
                    <a:gd name="connsiteX170" fmla="*/ 847852 w 891574"/>
                    <a:gd name="connsiteY170" fmla="*/ 292522 h 905696"/>
                    <a:gd name="connsiteX171" fmla="*/ 847829 w 891574"/>
                    <a:gd name="connsiteY171" fmla="*/ 292580 h 905696"/>
                    <a:gd name="connsiteX172" fmla="*/ 847597 w 891574"/>
                    <a:gd name="connsiteY172" fmla="*/ 292534 h 905696"/>
                    <a:gd name="connsiteX173" fmla="*/ 840351 w 891574"/>
                    <a:gd name="connsiteY173" fmla="*/ 291168 h 905696"/>
                    <a:gd name="connsiteX174" fmla="*/ 838267 w 891574"/>
                    <a:gd name="connsiteY174" fmla="*/ 290774 h 905696"/>
                    <a:gd name="connsiteX175" fmla="*/ 837596 w 891574"/>
                    <a:gd name="connsiteY175" fmla="*/ 289235 h 905696"/>
                    <a:gd name="connsiteX176" fmla="*/ 836994 w 891574"/>
                    <a:gd name="connsiteY176" fmla="*/ 287846 h 905696"/>
                    <a:gd name="connsiteX177" fmla="*/ 830558 w 891574"/>
                    <a:gd name="connsiteY177" fmla="*/ 284003 h 905696"/>
                    <a:gd name="connsiteX178" fmla="*/ 830384 w 891574"/>
                    <a:gd name="connsiteY178" fmla="*/ 284165 h 905696"/>
                    <a:gd name="connsiteX179" fmla="*/ 829319 w 891574"/>
                    <a:gd name="connsiteY179" fmla="*/ 285125 h 905696"/>
                    <a:gd name="connsiteX180" fmla="*/ 824550 w 891574"/>
                    <a:gd name="connsiteY180" fmla="*/ 286607 h 905696"/>
                    <a:gd name="connsiteX181" fmla="*/ 823843 w 891574"/>
                    <a:gd name="connsiteY181" fmla="*/ 286827 h 905696"/>
                    <a:gd name="connsiteX182" fmla="*/ 822211 w 891574"/>
                    <a:gd name="connsiteY182" fmla="*/ 291515 h 905696"/>
                    <a:gd name="connsiteX183" fmla="*/ 822385 w 891574"/>
                    <a:gd name="connsiteY183" fmla="*/ 291573 h 905696"/>
                    <a:gd name="connsiteX184" fmla="*/ 822871 w 891574"/>
                    <a:gd name="connsiteY184" fmla="*/ 290335 h 905696"/>
                    <a:gd name="connsiteX185" fmla="*/ 824283 w 891574"/>
                    <a:gd name="connsiteY185" fmla="*/ 286781 h 905696"/>
                    <a:gd name="connsiteX186" fmla="*/ 825742 w 891574"/>
                    <a:gd name="connsiteY186" fmla="*/ 286596 h 905696"/>
                    <a:gd name="connsiteX187" fmla="*/ 829400 w 891574"/>
                    <a:gd name="connsiteY187" fmla="*/ 285299 h 905696"/>
                    <a:gd name="connsiteX188" fmla="*/ 830511 w 891574"/>
                    <a:gd name="connsiteY188" fmla="*/ 284257 h 905696"/>
                    <a:gd name="connsiteX189" fmla="*/ 831310 w 891574"/>
                    <a:gd name="connsiteY189" fmla="*/ 284813 h 905696"/>
                    <a:gd name="connsiteX190" fmla="*/ 835651 w 891574"/>
                    <a:gd name="connsiteY190" fmla="*/ 287788 h 905696"/>
                    <a:gd name="connsiteX191" fmla="*/ 835778 w 891574"/>
                    <a:gd name="connsiteY191" fmla="*/ 287950 h 905696"/>
                    <a:gd name="connsiteX192" fmla="*/ 838163 w 891574"/>
                    <a:gd name="connsiteY192" fmla="*/ 290983 h 905696"/>
                    <a:gd name="connsiteX193" fmla="*/ 841358 w 891574"/>
                    <a:gd name="connsiteY193" fmla="*/ 291874 h 905696"/>
                    <a:gd name="connsiteX194" fmla="*/ 843939 w 891574"/>
                    <a:gd name="connsiteY194" fmla="*/ 292592 h 905696"/>
                    <a:gd name="connsiteX195" fmla="*/ 845768 w 891574"/>
                    <a:gd name="connsiteY195" fmla="*/ 293101 h 905696"/>
                    <a:gd name="connsiteX196" fmla="*/ 848269 w 891574"/>
                    <a:gd name="connsiteY196" fmla="*/ 292627 h 905696"/>
                    <a:gd name="connsiteX197" fmla="*/ 852239 w 891574"/>
                    <a:gd name="connsiteY197" fmla="*/ 287117 h 905696"/>
                    <a:gd name="connsiteX198" fmla="*/ 855098 w 891574"/>
                    <a:gd name="connsiteY198" fmla="*/ 289339 h 905696"/>
                    <a:gd name="connsiteX199" fmla="*/ 856881 w 891574"/>
                    <a:gd name="connsiteY199" fmla="*/ 288899 h 905696"/>
                    <a:gd name="connsiteX200" fmla="*/ 858328 w 891574"/>
                    <a:gd name="connsiteY200" fmla="*/ 285033 h 905696"/>
                    <a:gd name="connsiteX201" fmla="*/ 860828 w 891574"/>
                    <a:gd name="connsiteY201" fmla="*/ 284176 h 905696"/>
                    <a:gd name="connsiteX202" fmla="*/ 861106 w 891574"/>
                    <a:gd name="connsiteY202" fmla="*/ 283111 h 905696"/>
                    <a:gd name="connsiteX203" fmla="*/ 860817 w 891574"/>
                    <a:gd name="connsiteY203" fmla="*/ 280703 h 905696"/>
                    <a:gd name="connsiteX204" fmla="*/ 862530 w 891574"/>
                    <a:gd name="connsiteY204" fmla="*/ 279268 h 905696"/>
                    <a:gd name="connsiteX205" fmla="*/ 864244 w 891574"/>
                    <a:gd name="connsiteY205" fmla="*/ 276154 h 905696"/>
                    <a:gd name="connsiteX206" fmla="*/ 864602 w 891574"/>
                    <a:gd name="connsiteY206" fmla="*/ 284986 h 905696"/>
                    <a:gd name="connsiteX207" fmla="*/ 867450 w 891574"/>
                    <a:gd name="connsiteY207" fmla="*/ 286109 h 905696"/>
                    <a:gd name="connsiteX208" fmla="*/ 868260 w 891574"/>
                    <a:gd name="connsiteY208" fmla="*/ 287290 h 905696"/>
                    <a:gd name="connsiteX209" fmla="*/ 872543 w 891574"/>
                    <a:gd name="connsiteY209" fmla="*/ 286422 h 905696"/>
                    <a:gd name="connsiteX210" fmla="*/ 873840 w 891574"/>
                    <a:gd name="connsiteY210" fmla="*/ 284384 h 905696"/>
                    <a:gd name="connsiteX211" fmla="*/ 877405 w 891574"/>
                    <a:gd name="connsiteY211" fmla="*/ 285172 h 905696"/>
                    <a:gd name="connsiteX212" fmla="*/ 879084 w 891574"/>
                    <a:gd name="connsiteY212" fmla="*/ 282787 h 905696"/>
                    <a:gd name="connsiteX213" fmla="*/ 882140 w 891574"/>
                    <a:gd name="connsiteY213" fmla="*/ 284234 h 905696"/>
                    <a:gd name="connsiteX214" fmla="*/ 885473 w 891574"/>
                    <a:gd name="connsiteY214" fmla="*/ 285924 h 905696"/>
                    <a:gd name="connsiteX215" fmla="*/ 887569 w 891574"/>
                    <a:gd name="connsiteY215" fmla="*/ 284836 h 905696"/>
                    <a:gd name="connsiteX216" fmla="*/ 891574 w 891574"/>
                    <a:gd name="connsiteY216" fmla="*/ 285229 h 905696"/>
                    <a:gd name="connsiteX217" fmla="*/ 889907 w 891574"/>
                    <a:gd name="connsiteY217" fmla="*/ 285450 h 905696"/>
                    <a:gd name="connsiteX218" fmla="*/ 886631 w 891574"/>
                    <a:gd name="connsiteY218" fmla="*/ 292765 h 905696"/>
                    <a:gd name="connsiteX219" fmla="*/ 884756 w 891574"/>
                    <a:gd name="connsiteY219" fmla="*/ 299433 h 905696"/>
                    <a:gd name="connsiteX220" fmla="*/ 884536 w 891574"/>
                    <a:gd name="connsiteY220" fmla="*/ 299491 h 905696"/>
                    <a:gd name="connsiteX221" fmla="*/ 884513 w 891574"/>
                    <a:gd name="connsiteY221" fmla="*/ 300301 h 905696"/>
                    <a:gd name="connsiteX222" fmla="*/ 884223 w 891574"/>
                    <a:gd name="connsiteY222" fmla="*/ 301355 h 905696"/>
                    <a:gd name="connsiteX223" fmla="*/ 883818 w 891574"/>
                    <a:gd name="connsiteY223" fmla="*/ 327678 h 905696"/>
                    <a:gd name="connsiteX224" fmla="*/ 874754 w 891574"/>
                    <a:gd name="connsiteY224" fmla="*/ 351767 h 905696"/>
                    <a:gd name="connsiteX225" fmla="*/ 873840 w 891574"/>
                    <a:gd name="connsiteY225" fmla="*/ 354210 h 905696"/>
                    <a:gd name="connsiteX226" fmla="*/ 873817 w 891574"/>
                    <a:gd name="connsiteY226" fmla="*/ 354280 h 905696"/>
                    <a:gd name="connsiteX227" fmla="*/ 872346 w 891574"/>
                    <a:gd name="connsiteY227" fmla="*/ 358146 h 905696"/>
                    <a:gd name="connsiteX228" fmla="*/ 870761 w 891574"/>
                    <a:gd name="connsiteY228" fmla="*/ 366273 h 905696"/>
                    <a:gd name="connsiteX229" fmla="*/ 867357 w 891574"/>
                    <a:gd name="connsiteY229" fmla="*/ 379642 h 905696"/>
                    <a:gd name="connsiteX230" fmla="*/ 861292 w 891574"/>
                    <a:gd name="connsiteY230" fmla="*/ 373195 h 905696"/>
                    <a:gd name="connsiteX231" fmla="*/ 859787 w 891574"/>
                    <a:gd name="connsiteY231" fmla="*/ 373252 h 905696"/>
                    <a:gd name="connsiteX232" fmla="*/ 858479 w 891574"/>
                    <a:gd name="connsiteY232" fmla="*/ 373299 h 905696"/>
                    <a:gd name="connsiteX233" fmla="*/ 857333 w 891574"/>
                    <a:gd name="connsiteY233" fmla="*/ 372268 h 905696"/>
                    <a:gd name="connsiteX234" fmla="*/ 856013 w 891574"/>
                    <a:gd name="connsiteY234" fmla="*/ 371065 h 905696"/>
                    <a:gd name="connsiteX235" fmla="*/ 852170 w 891574"/>
                    <a:gd name="connsiteY235" fmla="*/ 369143 h 905696"/>
                    <a:gd name="connsiteX236" fmla="*/ 850769 w 891574"/>
                    <a:gd name="connsiteY236" fmla="*/ 369444 h 905696"/>
                    <a:gd name="connsiteX237" fmla="*/ 850723 w 891574"/>
                    <a:gd name="connsiteY237" fmla="*/ 369456 h 905696"/>
                    <a:gd name="connsiteX238" fmla="*/ 848940 w 891574"/>
                    <a:gd name="connsiteY238" fmla="*/ 368148 h 905696"/>
                    <a:gd name="connsiteX239" fmla="*/ 848859 w 891574"/>
                    <a:gd name="connsiteY239" fmla="*/ 368391 h 905696"/>
                    <a:gd name="connsiteX240" fmla="*/ 850838 w 891574"/>
                    <a:gd name="connsiteY240" fmla="*/ 369849 h 905696"/>
                    <a:gd name="connsiteX241" fmla="*/ 844159 w 891574"/>
                    <a:gd name="connsiteY241" fmla="*/ 372697 h 905696"/>
                    <a:gd name="connsiteX242" fmla="*/ 843603 w 891574"/>
                    <a:gd name="connsiteY242" fmla="*/ 376609 h 905696"/>
                    <a:gd name="connsiteX243" fmla="*/ 840362 w 891574"/>
                    <a:gd name="connsiteY243" fmla="*/ 371331 h 905696"/>
                    <a:gd name="connsiteX244" fmla="*/ 838406 w 891574"/>
                    <a:gd name="connsiteY244" fmla="*/ 373171 h 905696"/>
                    <a:gd name="connsiteX245" fmla="*/ 838939 w 891574"/>
                    <a:gd name="connsiteY245" fmla="*/ 375105 h 905696"/>
                    <a:gd name="connsiteX246" fmla="*/ 838036 w 891574"/>
                    <a:gd name="connsiteY246" fmla="*/ 375313 h 905696"/>
                    <a:gd name="connsiteX247" fmla="*/ 838117 w 891574"/>
                    <a:gd name="connsiteY247" fmla="*/ 375441 h 905696"/>
                    <a:gd name="connsiteX248" fmla="*/ 838962 w 891574"/>
                    <a:gd name="connsiteY248" fmla="*/ 375174 h 905696"/>
                    <a:gd name="connsiteX249" fmla="*/ 842990 w 891574"/>
                    <a:gd name="connsiteY249" fmla="*/ 379631 h 905696"/>
                    <a:gd name="connsiteX250" fmla="*/ 843083 w 891574"/>
                    <a:gd name="connsiteY250" fmla="*/ 379040 h 905696"/>
                    <a:gd name="connsiteX251" fmla="*/ 843291 w 891574"/>
                    <a:gd name="connsiteY251" fmla="*/ 379457 h 905696"/>
                    <a:gd name="connsiteX252" fmla="*/ 846278 w 891574"/>
                    <a:gd name="connsiteY252" fmla="*/ 378913 h 905696"/>
                    <a:gd name="connsiteX253" fmla="*/ 851139 w 891574"/>
                    <a:gd name="connsiteY253" fmla="*/ 373982 h 905696"/>
                    <a:gd name="connsiteX254" fmla="*/ 850804 w 891574"/>
                    <a:gd name="connsiteY254" fmla="*/ 372720 h 905696"/>
                    <a:gd name="connsiteX255" fmla="*/ 851846 w 891574"/>
                    <a:gd name="connsiteY255" fmla="*/ 371736 h 905696"/>
                    <a:gd name="connsiteX256" fmla="*/ 853130 w 891574"/>
                    <a:gd name="connsiteY256" fmla="*/ 372072 h 905696"/>
                    <a:gd name="connsiteX257" fmla="*/ 853443 w 891574"/>
                    <a:gd name="connsiteY257" fmla="*/ 370694 h 905696"/>
                    <a:gd name="connsiteX258" fmla="*/ 853466 w 891574"/>
                    <a:gd name="connsiteY258" fmla="*/ 370590 h 905696"/>
                    <a:gd name="connsiteX259" fmla="*/ 853987 w 891574"/>
                    <a:gd name="connsiteY259" fmla="*/ 370926 h 905696"/>
                    <a:gd name="connsiteX260" fmla="*/ 858583 w 891574"/>
                    <a:gd name="connsiteY260" fmla="*/ 373773 h 905696"/>
                    <a:gd name="connsiteX261" fmla="*/ 860921 w 891574"/>
                    <a:gd name="connsiteY261" fmla="*/ 373912 h 905696"/>
                    <a:gd name="connsiteX262" fmla="*/ 861372 w 891574"/>
                    <a:gd name="connsiteY262" fmla="*/ 374456 h 905696"/>
                    <a:gd name="connsiteX263" fmla="*/ 864810 w 891574"/>
                    <a:gd name="connsiteY263" fmla="*/ 378636 h 905696"/>
                    <a:gd name="connsiteX264" fmla="*/ 866396 w 891574"/>
                    <a:gd name="connsiteY264" fmla="*/ 379399 h 905696"/>
                    <a:gd name="connsiteX265" fmla="*/ 864567 w 891574"/>
                    <a:gd name="connsiteY265" fmla="*/ 380707 h 905696"/>
                    <a:gd name="connsiteX266" fmla="*/ 864405 w 891574"/>
                    <a:gd name="connsiteY266" fmla="*/ 380823 h 905696"/>
                    <a:gd name="connsiteX267" fmla="*/ 862195 w 891574"/>
                    <a:gd name="connsiteY267" fmla="*/ 383196 h 905696"/>
                    <a:gd name="connsiteX268" fmla="*/ 856916 w 891574"/>
                    <a:gd name="connsiteY268" fmla="*/ 391172 h 905696"/>
                    <a:gd name="connsiteX269" fmla="*/ 853466 w 891574"/>
                    <a:gd name="connsiteY269" fmla="*/ 400814 h 905696"/>
                    <a:gd name="connsiteX270" fmla="*/ 852702 w 891574"/>
                    <a:gd name="connsiteY270" fmla="*/ 420158 h 905696"/>
                    <a:gd name="connsiteX271" fmla="*/ 851683 w 891574"/>
                    <a:gd name="connsiteY271" fmla="*/ 444849 h 905696"/>
                    <a:gd name="connsiteX272" fmla="*/ 851926 w 891574"/>
                    <a:gd name="connsiteY272" fmla="*/ 455337 h 905696"/>
                    <a:gd name="connsiteX273" fmla="*/ 851174 w 891574"/>
                    <a:gd name="connsiteY273" fmla="*/ 457479 h 905696"/>
                    <a:gd name="connsiteX274" fmla="*/ 847458 w 891574"/>
                    <a:gd name="connsiteY274" fmla="*/ 468094 h 905696"/>
                    <a:gd name="connsiteX275" fmla="*/ 846891 w 891574"/>
                    <a:gd name="connsiteY275" fmla="*/ 471358 h 905696"/>
                    <a:gd name="connsiteX276" fmla="*/ 846579 w 891574"/>
                    <a:gd name="connsiteY276" fmla="*/ 472365 h 905696"/>
                    <a:gd name="connsiteX277" fmla="*/ 839587 w 891574"/>
                    <a:gd name="connsiteY277" fmla="*/ 514652 h 905696"/>
                    <a:gd name="connsiteX278" fmla="*/ 839448 w 891574"/>
                    <a:gd name="connsiteY278" fmla="*/ 514964 h 905696"/>
                    <a:gd name="connsiteX279" fmla="*/ 811226 w 891574"/>
                    <a:gd name="connsiteY279" fmla="*/ 531402 h 905696"/>
                    <a:gd name="connsiteX280" fmla="*/ 806214 w 891574"/>
                    <a:gd name="connsiteY280" fmla="*/ 534331 h 905696"/>
                    <a:gd name="connsiteX281" fmla="*/ 802995 w 891574"/>
                    <a:gd name="connsiteY281" fmla="*/ 537086 h 905696"/>
                    <a:gd name="connsiteX282" fmla="*/ 802787 w 891574"/>
                    <a:gd name="connsiteY282" fmla="*/ 537213 h 905696"/>
                    <a:gd name="connsiteX283" fmla="*/ 802694 w 891574"/>
                    <a:gd name="connsiteY283" fmla="*/ 537340 h 905696"/>
                    <a:gd name="connsiteX284" fmla="*/ 801271 w 891574"/>
                    <a:gd name="connsiteY284" fmla="*/ 538568 h 905696"/>
                    <a:gd name="connsiteX285" fmla="*/ 799604 w 891574"/>
                    <a:gd name="connsiteY285" fmla="*/ 541693 h 905696"/>
                    <a:gd name="connsiteX286" fmla="*/ 798817 w 891574"/>
                    <a:gd name="connsiteY286" fmla="*/ 542793 h 905696"/>
                    <a:gd name="connsiteX287" fmla="*/ 800113 w 891574"/>
                    <a:gd name="connsiteY287" fmla="*/ 538857 h 905696"/>
                    <a:gd name="connsiteX288" fmla="*/ 807024 w 891574"/>
                    <a:gd name="connsiteY288" fmla="*/ 532305 h 905696"/>
                    <a:gd name="connsiteX289" fmla="*/ 811226 w 891574"/>
                    <a:gd name="connsiteY289" fmla="*/ 529897 h 905696"/>
                    <a:gd name="connsiteX290" fmla="*/ 824515 w 891574"/>
                    <a:gd name="connsiteY290" fmla="*/ 522292 h 905696"/>
                    <a:gd name="connsiteX291" fmla="*/ 832988 w 891574"/>
                    <a:gd name="connsiteY291" fmla="*/ 515219 h 905696"/>
                    <a:gd name="connsiteX292" fmla="*/ 826043 w 891574"/>
                    <a:gd name="connsiteY292" fmla="*/ 519664 h 905696"/>
                    <a:gd name="connsiteX293" fmla="*/ 824851 w 891574"/>
                    <a:gd name="connsiteY293" fmla="*/ 514513 h 905696"/>
                    <a:gd name="connsiteX294" fmla="*/ 830338 w 891574"/>
                    <a:gd name="connsiteY294" fmla="*/ 513182 h 905696"/>
                    <a:gd name="connsiteX295" fmla="*/ 835153 w 891574"/>
                    <a:gd name="connsiteY295" fmla="*/ 508077 h 905696"/>
                    <a:gd name="connsiteX296" fmla="*/ 834794 w 891574"/>
                    <a:gd name="connsiteY296" fmla="*/ 501200 h 905696"/>
                    <a:gd name="connsiteX297" fmla="*/ 841068 w 891574"/>
                    <a:gd name="connsiteY297" fmla="*/ 495031 h 905696"/>
                    <a:gd name="connsiteX298" fmla="*/ 843824 w 891574"/>
                    <a:gd name="connsiteY298" fmla="*/ 485700 h 905696"/>
                    <a:gd name="connsiteX299" fmla="*/ 844807 w 891574"/>
                    <a:gd name="connsiteY299" fmla="*/ 480792 h 905696"/>
                    <a:gd name="connsiteX300" fmla="*/ 842596 w 891574"/>
                    <a:gd name="connsiteY300" fmla="*/ 479762 h 905696"/>
                    <a:gd name="connsiteX301" fmla="*/ 839216 w 891574"/>
                    <a:gd name="connsiteY301" fmla="*/ 481881 h 905696"/>
                    <a:gd name="connsiteX302" fmla="*/ 836230 w 891574"/>
                    <a:gd name="connsiteY302" fmla="*/ 480885 h 905696"/>
                    <a:gd name="connsiteX303" fmla="*/ 834598 w 891574"/>
                    <a:gd name="connsiteY303" fmla="*/ 478628 h 905696"/>
                    <a:gd name="connsiteX304" fmla="*/ 837538 w 891574"/>
                    <a:gd name="connsiteY304" fmla="*/ 474541 h 905696"/>
                    <a:gd name="connsiteX305" fmla="*/ 834574 w 891574"/>
                    <a:gd name="connsiteY305" fmla="*/ 471833 h 905696"/>
                    <a:gd name="connsiteX306" fmla="*/ 831032 w 891574"/>
                    <a:gd name="connsiteY306" fmla="*/ 471879 h 905696"/>
                    <a:gd name="connsiteX307" fmla="*/ 828624 w 891574"/>
                    <a:gd name="connsiteY307" fmla="*/ 472712 h 905696"/>
                    <a:gd name="connsiteX308" fmla="*/ 827803 w 891574"/>
                    <a:gd name="connsiteY308" fmla="*/ 471335 h 905696"/>
                    <a:gd name="connsiteX309" fmla="*/ 829180 w 891574"/>
                    <a:gd name="connsiteY309" fmla="*/ 470374 h 905696"/>
                    <a:gd name="connsiteX310" fmla="*/ 827004 w 891574"/>
                    <a:gd name="connsiteY310" fmla="*/ 468152 h 905696"/>
                    <a:gd name="connsiteX311" fmla="*/ 819642 w 891574"/>
                    <a:gd name="connsiteY311" fmla="*/ 470571 h 905696"/>
                    <a:gd name="connsiteX312" fmla="*/ 818831 w 891574"/>
                    <a:gd name="connsiteY312" fmla="*/ 469437 h 905696"/>
                    <a:gd name="connsiteX313" fmla="*/ 818519 w 891574"/>
                    <a:gd name="connsiteY313" fmla="*/ 471775 h 905696"/>
                    <a:gd name="connsiteX314" fmla="*/ 816967 w 891574"/>
                    <a:gd name="connsiteY314" fmla="*/ 471428 h 905696"/>
                    <a:gd name="connsiteX315" fmla="*/ 812707 w 891574"/>
                    <a:gd name="connsiteY315" fmla="*/ 475606 h 905696"/>
                    <a:gd name="connsiteX316" fmla="*/ 811689 w 891574"/>
                    <a:gd name="connsiteY316" fmla="*/ 470282 h 905696"/>
                    <a:gd name="connsiteX317" fmla="*/ 811226 w 891574"/>
                    <a:gd name="connsiteY317" fmla="*/ 470258 h 905696"/>
                    <a:gd name="connsiteX318" fmla="*/ 806966 w 891574"/>
                    <a:gd name="connsiteY318" fmla="*/ 469969 h 905696"/>
                    <a:gd name="connsiteX319" fmla="*/ 811006 w 891574"/>
                    <a:gd name="connsiteY319" fmla="*/ 471127 h 905696"/>
                    <a:gd name="connsiteX320" fmla="*/ 808112 w 891574"/>
                    <a:gd name="connsiteY320" fmla="*/ 470663 h 905696"/>
                    <a:gd name="connsiteX321" fmla="*/ 809316 w 891574"/>
                    <a:gd name="connsiteY321" fmla="*/ 471590 h 905696"/>
                    <a:gd name="connsiteX322" fmla="*/ 808239 w 891574"/>
                    <a:gd name="connsiteY322" fmla="*/ 473256 h 905696"/>
                    <a:gd name="connsiteX323" fmla="*/ 809721 w 891574"/>
                    <a:gd name="connsiteY323" fmla="*/ 472296 h 905696"/>
                    <a:gd name="connsiteX324" fmla="*/ 810091 w 891574"/>
                    <a:gd name="connsiteY324" fmla="*/ 476556 h 905696"/>
                    <a:gd name="connsiteX325" fmla="*/ 811226 w 891574"/>
                    <a:gd name="connsiteY325" fmla="*/ 477019 h 905696"/>
                    <a:gd name="connsiteX326" fmla="*/ 811955 w 891574"/>
                    <a:gd name="connsiteY326" fmla="*/ 477320 h 905696"/>
                    <a:gd name="connsiteX327" fmla="*/ 811561 w 891574"/>
                    <a:gd name="connsiteY327" fmla="*/ 474438 h 905696"/>
                    <a:gd name="connsiteX328" fmla="*/ 812661 w 891574"/>
                    <a:gd name="connsiteY328" fmla="*/ 477991 h 905696"/>
                    <a:gd name="connsiteX329" fmla="*/ 817210 w 891574"/>
                    <a:gd name="connsiteY329" fmla="*/ 477678 h 905696"/>
                    <a:gd name="connsiteX330" fmla="*/ 817639 w 891574"/>
                    <a:gd name="connsiteY330" fmla="*/ 474125 h 905696"/>
                    <a:gd name="connsiteX331" fmla="*/ 822987 w 891574"/>
                    <a:gd name="connsiteY331" fmla="*/ 473754 h 905696"/>
                    <a:gd name="connsiteX332" fmla="*/ 828034 w 891574"/>
                    <a:gd name="connsiteY332" fmla="*/ 477736 h 905696"/>
                    <a:gd name="connsiteX333" fmla="*/ 833035 w 891574"/>
                    <a:gd name="connsiteY333" fmla="*/ 474021 h 905696"/>
                    <a:gd name="connsiteX334" fmla="*/ 835072 w 891574"/>
                    <a:gd name="connsiteY334" fmla="*/ 475873 h 905696"/>
                    <a:gd name="connsiteX335" fmla="*/ 833787 w 891574"/>
                    <a:gd name="connsiteY335" fmla="*/ 476602 h 905696"/>
                    <a:gd name="connsiteX336" fmla="*/ 833486 w 891574"/>
                    <a:gd name="connsiteY336" fmla="*/ 478454 h 905696"/>
                    <a:gd name="connsiteX337" fmla="*/ 835535 w 891574"/>
                    <a:gd name="connsiteY337" fmla="*/ 481776 h 905696"/>
                    <a:gd name="connsiteX338" fmla="*/ 839066 w 891574"/>
                    <a:gd name="connsiteY338" fmla="*/ 483363 h 905696"/>
                    <a:gd name="connsiteX339" fmla="*/ 843546 w 891574"/>
                    <a:gd name="connsiteY339" fmla="*/ 481996 h 905696"/>
                    <a:gd name="connsiteX340" fmla="*/ 839216 w 891574"/>
                    <a:gd name="connsiteY340" fmla="*/ 495169 h 905696"/>
                    <a:gd name="connsiteX341" fmla="*/ 833845 w 891574"/>
                    <a:gd name="connsiteY341" fmla="*/ 500043 h 905696"/>
                    <a:gd name="connsiteX342" fmla="*/ 833914 w 891574"/>
                    <a:gd name="connsiteY342" fmla="*/ 506931 h 905696"/>
                    <a:gd name="connsiteX343" fmla="*/ 829493 w 891574"/>
                    <a:gd name="connsiteY343" fmla="*/ 511909 h 905696"/>
                    <a:gd name="connsiteX344" fmla="*/ 824052 w 891574"/>
                    <a:gd name="connsiteY344" fmla="*/ 513193 h 905696"/>
                    <a:gd name="connsiteX345" fmla="*/ 824469 w 891574"/>
                    <a:gd name="connsiteY345" fmla="*/ 518657 h 905696"/>
                    <a:gd name="connsiteX346" fmla="*/ 819757 w 891574"/>
                    <a:gd name="connsiteY346" fmla="*/ 518310 h 905696"/>
                    <a:gd name="connsiteX347" fmla="*/ 814988 w 891574"/>
                    <a:gd name="connsiteY347" fmla="*/ 525822 h 905696"/>
                    <a:gd name="connsiteX348" fmla="*/ 811226 w 891574"/>
                    <a:gd name="connsiteY348" fmla="*/ 524874 h 905696"/>
                    <a:gd name="connsiteX349" fmla="*/ 807568 w 891574"/>
                    <a:gd name="connsiteY349" fmla="*/ 523936 h 905696"/>
                    <a:gd name="connsiteX350" fmla="*/ 807579 w 891574"/>
                    <a:gd name="connsiteY350" fmla="*/ 519826 h 905696"/>
                    <a:gd name="connsiteX351" fmla="*/ 809987 w 891574"/>
                    <a:gd name="connsiteY351" fmla="*/ 516654 h 905696"/>
                    <a:gd name="connsiteX352" fmla="*/ 807834 w 891574"/>
                    <a:gd name="connsiteY352" fmla="*/ 507498 h 905696"/>
                    <a:gd name="connsiteX353" fmla="*/ 807915 w 891574"/>
                    <a:gd name="connsiteY353" fmla="*/ 508447 h 905696"/>
                    <a:gd name="connsiteX354" fmla="*/ 805160 w 891574"/>
                    <a:gd name="connsiteY354" fmla="*/ 508772 h 905696"/>
                    <a:gd name="connsiteX355" fmla="*/ 804709 w 891574"/>
                    <a:gd name="connsiteY355" fmla="*/ 501583 h 905696"/>
                    <a:gd name="connsiteX356" fmla="*/ 803806 w 891574"/>
                    <a:gd name="connsiteY356" fmla="*/ 506433 h 905696"/>
                    <a:gd name="connsiteX357" fmla="*/ 805172 w 891574"/>
                    <a:gd name="connsiteY357" fmla="*/ 509466 h 905696"/>
                    <a:gd name="connsiteX358" fmla="*/ 807776 w 891574"/>
                    <a:gd name="connsiteY358" fmla="*/ 509651 h 905696"/>
                    <a:gd name="connsiteX359" fmla="*/ 809327 w 891574"/>
                    <a:gd name="connsiteY359" fmla="*/ 516018 h 905696"/>
                    <a:gd name="connsiteX360" fmla="*/ 807105 w 891574"/>
                    <a:gd name="connsiteY360" fmla="*/ 519560 h 905696"/>
                    <a:gd name="connsiteX361" fmla="*/ 807117 w 891574"/>
                    <a:gd name="connsiteY361" fmla="*/ 523913 h 905696"/>
                    <a:gd name="connsiteX362" fmla="*/ 811226 w 891574"/>
                    <a:gd name="connsiteY362" fmla="*/ 525290 h 905696"/>
                    <a:gd name="connsiteX363" fmla="*/ 811515 w 891574"/>
                    <a:gd name="connsiteY363" fmla="*/ 525383 h 905696"/>
                    <a:gd name="connsiteX364" fmla="*/ 811226 w 891574"/>
                    <a:gd name="connsiteY364" fmla="*/ 525927 h 905696"/>
                    <a:gd name="connsiteX365" fmla="*/ 809524 w 891574"/>
                    <a:gd name="connsiteY365" fmla="*/ 529203 h 905696"/>
                    <a:gd name="connsiteX366" fmla="*/ 803794 w 891574"/>
                    <a:gd name="connsiteY366" fmla="*/ 532490 h 905696"/>
                    <a:gd name="connsiteX367" fmla="*/ 798018 w 891574"/>
                    <a:gd name="connsiteY367" fmla="*/ 539123 h 905696"/>
                    <a:gd name="connsiteX368" fmla="*/ 796304 w 891574"/>
                    <a:gd name="connsiteY368" fmla="*/ 541866 h 905696"/>
                    <a:gd name="connsiteX369" fmla="*/ 794047 w 891574"/>
                    <a:gd name="connsiteY369" fmla="*/ 541890 h 905696"/>
                    <a:gd name="connsiteX370" fmla="*/ 796513 w 891574"/>
                    <a:gd name="connsiteY370" fmla="*/ 542191 h 905696"/>
                    <a:gd name="connsiteX371" fmla="*/ 798064 w 891574"/>
                    <a:gd name="connsiteY371" fmla="*/ 540952 h 905696"/>
                    <a:gd name="connsiteX372" fmla="*/ 796258 w 891574"/>
                    <a:gd name="connsiteY372" fmla="*/ 546381 h 905696"/>
                    <a:gd name="connsiteX373" fmla="*/ 792843 w 891574"/>
                    <a:gd name="connsiteY373" fmla="*/ 551174 h 905696"/>
                    <a:gd name="connsiteX374" fmla="*/ 792612 w 891574"/>
                    <a:gd name="connsiteY374" fmla="*/ 551868 h 905696"/>
                    <a:gd name="connsiteX375" fmla="*/ 792045 w 891574"/>
                    <a:gd name="connsiteY375" fmla="*/ 552644 h 905696"/>
                    <a:gd name="connsiteX376" fmla="*/ 788630 w 891574"/>
                    <a:gd name="connsiteY376" fmla="*/ 563178 h 905696"/>
                    <a:gd name="connsiteX377" fmla="*/ 787970 w 891574"/>
                    <a:gd name="connsiteY377" fmla="*/ 565239 h 905696"/>
                    <a:gd name="connsiteX378" fmla="*/ 776116 w 891574"/>
                    <a:gd name="connsiteY378" fmla="*/ 575761 h 905696"/>
                    <a:gd name="connsiteX379" fmla="*/ 774843 w 891574"/>
                    <a:gd name="connsiteY379" fmla="*/ 576050 h 905696"/>
                    <a:gd name="connsiteX380" fmla="*/ 775213 w 891574"/>
                    <a:gd name="connsiteY380" fmla="*/ 569603 h 905696"/>
                    <a:gd name="connsiteX381" fmla="*/ 774021 w 891574"/>
                    <a:gd name="connsiteY381" fmla="*/ 570992 h 905696"/>
                    <a:gd name="connsiteX382" fmla="*/ 772632 w 891574"/>
                    <a:gd name="connsiteY382" fmla="*/ 569232 h 905696"/>
                    <a:gd name="connsiteX383" fmla="*/ 775040 w 891574"/>
                    <a:gd name="connsiteY383" fmla="*/ 569139 h 905696"/>
                    <a:gd name="connsiteX384" fmla="*/ 763800 w 891574"/>
                    <a:gd name="connsiteY384" fmla="*/ 564081 h 905696"/>
                    <a:gd name="connsiteX385" fmla="*/ 763684 w 891574"/>
                    <a:gd name="connsiteY385" fmla="*/ 563178 h 905696"/>
                    <a:gd name="connsiteX386" fmla="*/ 762746 w 891574"/>
                    <a:gd name="connsiteY386" fmla="*/ 556082 h 905696"/>
                    <a:gd name="connsiteX387" fmla="*/ 755708 w 891574"/>
                    <a:gd name="connsiteY387" fmla="*/ 550769 h 905696"/>
                    <a:gd name="connsiteX388" fmla="*/ 758567 w 891574"/>
                    <a:gd name="connsiteY388" fmla="*/ 547030 h 905696"/>
                    <a:gd name="connsiteX389" fmla="*/ 758000 w 891574"/>
                    <a:gd name="connsiteY389" fmla="*/ 542677 h 905696"/>
                    <a:gd name="connsiteX390" fmla="*/ 753948 w 891574"/>
                    <a:gd name="connsiteY390" fmla="*/ 538428 h 905696"/>
                    <a:gd name="connsiteX391" fmla="*/ 754620 w 891574"/>
                    <a:gd name="connsiteY391" fmla="*/ 531923 h 905696"/>
                    <a:gd name="connsiteX392" fmla="*/ 749306 w 891574"/>
                    <a:gd name="connsiteY392" fmla="*/ 529411 h 905696"/>
                    <a:gd name="connsiteX393" fmla="*/ 745220 w 891574"/>
                    <a:gd name="connsiteY393" fmla="*/ 522570 h 905696"/>
                    <a:gd name="connsiteX394" fmla="*/ 745197 w 891574"/>
                    <a:gd name="connsiteY394" fmla="*/ 518901 h 905696"/>
                    <a:gd name="connsiteX395" fmla="*/ 747142 w 891574"/>
                    <a:gd name="connsiteY395" fmla="*/ 517800 h 905696"/>
                    <a:gd name="connsiteX396" fmla="*/ 749561 w 891574"/>
                    <a:gd name="connsiteY396" fmla="*/ 514502 h 905696"/>
                    <a:gd name="connsiteX397" fmla="*/ 749330 w 891574"/>
                    <a:gd name="connsiteY397" fmla="*/ 511967 h 905696"/>
                    <a:gd name="connsiteX398" fmla="*/ 753786 w 891574"/>
                    <a:gd name="connsiteY398" fmla="*/ 509651 h 905696"/>
                    <a:gd name="connsiteX399" fmla="*/ 751205 w 891574"/>
                    <a:gd name="connsiteY399" fmla="*/ 508736 h 905696"/>
                    <a:gd name="connsiteX400" fmla="*/ 747466 w 891574"/>
                    <a:gd name="connsiteY400" fmla="*/ 513784 h 905696"/>
                    <a:gd name="connsiteX401" fmla="*/ 747396 w 891574"/>
                    <a:gd name="connsiteY401" fmla="*/ 513772 h 905696"/>
                    <a:gd name="connsiteX402" fmla="*/ 747269 w 891574"/>
                    <a:gd name="connsiteY402" fmla="*/ 513737 h 905696"/>
                    <a:gd name="connsiteX403" fmla="*/ 747165 w 891574"/>
                    <a:gd name="connsiteY403" fmla="*/ 516782 h 905696"/>
                    <a:gd name="connsiteX404" fmla="*/ 745614 w 891574"/>
                    <a:gd name="connsiteY404" fmla="*/ 517025 h 905696"/>
                    <a:gd name="connsiteX405" fmla="*/ 742766 w 891574"/>
                    <a:gd name="connsiteY405" fmla="*/ 522778 h 905696"/>
                    <a:gd name="connsiteX406" fmla="*/ 743414 w 891574"/>
                    <a:gd name="connsiteY406" fmla="*/ 524457 h 905696"/>
                    <a:gd name="connsiteX407" fmla="*/ 739907 w 891574"/>
                    <a:gd name="connsiteY407" fmla="*/ 524364 h 905696"/>
                    <a:gd name="connsiteX408" fmla="*/ 736665 w 891574"/>
                    <a:gd name="connsiteY408" fmla="*/ 525001 h 905696"/>
                    <a:gd name="connsiteX409" fmla="*/ 744780 w 891574"/>
                    <a:gd name="connsiteY409" fmla="*/ 525325 h 905696"/>
                    <a:gd name="connsiteX410" fmla="*/ 747616 w 891574"/>
                    <a:gd name="connsiteY410" fmla="*/ 532768 h 905696"/>
                    <a:gd name="connsiteX411" fmla="*/ 747952 w 891574"/>
                    <a:gd name="connsiteY411" fmla="*/ 532455 h 905696"/>
                    <a:gd name="connsiteX412" fmla="*/ 751182 w 891574"/>
                    <a:gd name="connsiteY412" fmla="*/ 535326 h 905696"/>
                    <a:gd name="connsiteX413" fmla="*/ 751911 w 891574"/>
                    <a:gd name="connsiteY413" fmla="*/ 541103 h 905696"/>
                    <a:gd name="connsiteX414" fmla="*/ 756541 w 891574"/>
                    <a:gd name="connsiteY414" fmla="*/ 544703 h 905696"/>
                    <a:gd name="connsiteX415" fmla="*/ 756194 w 891574"/>
                    <a:gd name="connsiteY415" fmla="*/ 546937 h 905696"/>
                    <a:gd name="connsiteX416" fmla="*/ 754388 w 891574"/>
                    <a:gd name="connsiteY416" fmla="*/ 545710 h 905696"/>
                    <a:gd name="connsiteX417" fmla="*/ 753080 w 891574"/>
                    <a:gd name="connsiteY417" fmla="*/ 543337 h 905696"/>
                    <a:gd name="connsiteX418" fmla="*/ 753115 w 891574"/>
                    <a:gd name="connsiteY418" fmla="*/ 550132 h 905696"/>
                    <a:gd name="connsiteX419" fmla="*/ 754307 w 891574"/>
                    <a:gd name="connsiteY419" fmla="*/ 546335 h 905696"/>
                    <a:gd name="connsiteX420" fmla="*/ 755650 w 891574"/>
                    <a:gd name="connsiteY420" fmla="*/ 547273 h 905696"/>
                    <a:gd name="connsiteX421" fmla="*/ 753763 w 891574"/>
                    <a:gd name="connsiteY421" fmla="*/ 550213 h 905696"/>
                    <a:gd name="connsiteX422" fmla="*/ 755476 w 891574"/>
                    <a:gd name="connsiteY422" fmla="*/ 553616 h 905696"/>
                    <a:gd name="connsiteX423" fmla="*/ 753381 w 891574"/>
                    <a:gd name="connsiteY423" fmla="*/ 555248 h 905696"/>
                    <a:gd name="connsiteX424" fmla="*/ 755905 w 891574"/>
                    <a:gd name="connsiteY424" fmla="*/ 554044 h 905696"/>
                    <a:gd name="connsiteX425" fmla="*/ 760350 w 891574"/>
                    <a:gd name="connsiteY425" fmla="*/ 556372 h 905696"/>
                    <a:gd name="connsiteX426" fmla="*/ 761635 w 891574"/>
                    <a:gd name="connsiteY426" fmla="*/ 560701 h 905696"/>
                    <a:gd name="connsiteX427" fmla="*/ 760512 w 891574"/>
                    <a:gd name="connsiteY427" fmla="*/ 562032 h 905696"/>
                    <a:gd name="connsiteX428" fmla="*/ 761415 w 891574"/>
                    <a:gd name="connsiteY428" fmla="*/ 560041 h 905696"/>
                    <a:gd name="connsiteX429" fmla="*/ 760292 w 891574"/>
                    <a:gd name="connsiteY429" fmla="*/ 559937 h 905696"/>
                    <a:gd name="connsiteX430" fmla="*/ 759817 w 891574"/>
                    <a:gd name="connsiteY430" fmla="*/ 561372 h 905696"/>
                    <a:gd name="connsiteX431" fmla="*/ 761114 w 891574"/>
                    <a:gd name="connsiteY431" fmla="*/ 563178 h 905696"/>
                    <a:gd name="connsiteX432" fmla="*/ 763591 w 891574"/>
                    <a:gd name="connsiteY432" fmla="*/ 566628 h 905696"/>
                    <a:gd name="connsiteX433" fmla="*/ 769692 w 891574"/>
                    <a:gd name="connsiteY433" fmla="*/ 569881 h 905696"/>
                    <a:gd name="connsiteX434" fmla="*/ 769530 w 891574"/>
                    <a:gd name="connsiteY434" fmla="*/ 571362 h 905696"/>
                    <a:gd name="connsiteX435" fmla="*/ 770652 w 891574"/>
                    <a:gd name="connsiteY435" fmla="*/ 570922 h 905696"/>
                    <a:gd name="connsiteX436" fmla="*/ 772690 w 891574"/>
                    <a:gd name="connsiteY436" fmla="*/ 574603 h 905696"/>
                    <a:gd name="connsiteX437" fmla="*/ 771185 w 891574"/>
                    <a:gd name="connsiteY437" fmla="*/ 575078 h 905696"/>
                    <a:gd name="connsiteX438" fmla="*/ 773975 w 891574"/>
                    <a:gd name="connsiteY438" fmla="*/ 575078 h 905696"/>
                    <a:gd name="connsiteX439" fmla="*/ 773303 w 891574"/>
                    <a:gd name="connsiteY439" fmla="*/ 580924 h 905696"/>
                    <a:gd name="connsiteX440" fmla="*/ 768870 w 891574"/>
                    <a:gd name="connsiteY440" fmla="*/ 586851 h 905696"/>
                    <a:gd name="connsiteX441" fmla="*/ 766485 w 891574"/>
                    <a:gd name="connsiteY441" fmla="*/ 590312 h 905696"/>
                    <a:gd name="connsiteX442" fmla="*/ 760477 w 891574"/>
                    <a:gd name="connsiteY442" fmla="*/ 593136 h 905696"/>
                    <a:gd name="connsiteX443" fmla="*/ 758833 w 891574"/>
                    <a:gd name="connsiteY443" fmla="*/ 594537 h 905696"/>
                    <a:gd name="connsiteX444" fmla="*/ 757977 w 891574"/>
                    <a:gd name="connsiteY444" fmla="*/ 595000 h 905696"/>
                    <a:gd name="connsiteX445" fmla="*/ 757699 w 891574"/>
                    <a:gd name="connsiteY445" fmla="*/ 595498 h 905696"/>
                    <a:gd name="connsiteX446" fmla="*/ 757305 w 891574"/>
                    <a:gd name="connsiteY446" fmla="*/ 595845 h 905696"/>
                    <a:gd name="connsiteX447" fmla="*/ 749584 w 891574"/>
                    <a:gd name="connsiteY447" fmla="*/ 609122 h 905696"/>
                    <a:gd name="connsiteX448" fmla="*/ 748751 w 891574"/>
                    <a:gd name="connsiteY448" fmla="*/ 602038 h 905696"/>
                    <a:gd name="connsiteX449" fmla="*/ 748357 w 891574"/>
                    <a:gd name="connsiteY449" fmla="*/ 602385 h 905696"/>
                    <a:gd name="connsiteX450" fmla="*/ 747813 w 891574"/>
                    <a:gd name="connsiteY450" fmla="*/ 602837 h 905696"/>
                    <a:gd name="connsiteX451" fmla="*/ 746389 w 891574"/>
                    <a:gd name="connsiteY451" fmla="*/ 599156 h 905696"/>
                    <a:gd name="connsiteX452" fmla="*/ 747582 w 891574"/>
                    <a:gd name="connsiteY452" fmla="*/ 598750 h 905696"/>
                    <a:gd name="connsiteX453" fmla="*/ 747362 w 891574"/>
                    <a:gd name="connsiteY453" fmla="*/ 598600 h 905696"/>
                    <a:gd name="connsiteX454" fmla="*/ 747408 w 891574"/>
                    <a:gd name="connsiteY454" fmla="*/ 598577 h 905696"/>
                    <a:gd name="connsiteX455" fmla="*/ 735138 w 891574"/>
                    <a:gd name="connsiteY455" fmla="*/ 590520 h 905696"/>
                    <a:gd name="connsiteX456" fmla="*/ 733552 w 891574"/>
                    <a:gd name="connsiteY456" fmla="*/ 574696 h 905696"/>
                    <a:gd name="connsiteX457" fmla="*/ 727613 w 891574"/>
                    <a:gd name="connsiteY457" fmla="*/ 573377 h 905696"/>
                    <a:gd name="connsiteX458" fmla="*/ 725321 w 891574"/>
                    <a:gd name="connsiteY458" fmla="*/ 569267 h 905696"/>
                    <a:gd name="connsiteX459" fmla="*/ 724962 w 891574"/>
                    <a:gd name="connsiteY459" fmla="*/ 573064 h 905696"/>
                    <a:gd name="connsiteX460" fmla="*/ 714949 w 891574"/>
                    <a:gd name="connsiteY460" fmla="*/ 567739 h 905696"/>
                    <a:gd name="connsiteX461" fmla="*/ 709671 w 891574"/>
                    <a:gd name="connsiteY461" fmla="*/ 567878 h 905696"/>
                    <a:gd name="connsiteX462" fmla="*/ 707679 w 891574"/>
                    <a:gd name="connsiteY462" fmla="*/ 565030 h 905696"/>
                    <a:gd name="connsiteX463" fmla="*/ 705527 w 891574"/>
                    <a:gd name="connsiteY463" fmla="*/ 564081 h 905696"/>
                    <a:gd name="connsiteX464" fmla="*/ 703489 w 891574"/>
                    <a:gd name="connsiteY464" fmla="*/ 563178 h 905696"/>
                    <a:gd name="connsiteX465" fmla="*/ 700919 w 891574"/>
                    <a:gd name="connsiteY465" fmla="*/ 563178 h 905696"/>
                    <a:gd name="connsiteX466" fmla="*/ 699611 w 891574"/>
                    <a:gd name="connsiteY466" fmla="*/ 563328 h 905696"/>
                    <a:gd name="connsiteX467" fmla="*/ 699472 w 891574"/>
                    <a:gd name="connsiteY467" fmla="*/ 563178 h 905696"/>
                    <a:gd name="connsiteX468" fmla="*/ 695988 w 891574"/>
                    <a:gd name="connsiteY468" fmla="*/ 559647 h 905696"/>
                    <a:gd name="connsiteX469" fmla="*/ 695502 w 891574"/>
                    <a:gd name="connsiteY469" fmla="*/ 558941 h 905696"/>
                    <a:gd name="connsiteX470" fmla="*/ 692469 w 891574"/>
                    <a:gd name="connsiteY470" fmla="*/ 554600 h 905696"/>
                    <a:gd name="connsiteX471" fmla="*/ 691219 w 891574"/>
                    <a:gd name="connsiteY471" fmla="*/ 554959 h 905696"/>
                    <a:gd name="connsiteX472" fmla="*/ 689147 w 891574"/>
                    <a:gd name="connsiteY472" fmla="*/ 553998 h 905696"/>
                    <a:gd name="connsiteX473" fmla="*/ 688718 w 891574"/>
                    <a:gd name="connsiteY473" fmla="*/ 553084 h 905696"/>
                    <a:gd name="connsiteX474" fmla="*/ 687954 w 891574"/>
                    <a:gd name="connsiteY474" fmla="*/ 551475 h 905696"/>
                    <a:gd name="connsiteX475" fmla="*/ 689656 w 891574"/>
                    <a:gd name="connsiteY475" fmla="*/ 545478 h 905696"/>
                    <a:gd name="connsiteX476" fmla="*/ 687572 w 891574"/>
                    <a:gd name="connsiteY476" fmla="*/ 542631 h 905696"/>
                    <a:gd name="connsiteX477" fmla="*/ 686218 w 891574"/>
                    <a:gd name="connsiteY477" fmla="*/ 542052 h 905696"/>
                    <a:gd name="connsiteX478" fmla="*/ 686241 w 891574"/>
                    <a:gd name="connsiteY478" fmla="*/ 542399 h 905696"/>
                    <a:gd name="connsiteX479" fmla="*/ 687618 w 891574"/>
                    <a:gd name="connsiteY479" fmla="*/ 542839 h 905696"/>
                    <a:gd name="connsiteX480" fmla="*/ 688614 w 891574"/>
                    <a:gd name="connsiteY480" fmla="*/ 545097 h 905696"/>
                    <a:gd name="connsiteX481" fmla="*/ 687734 w 891574"/>
                    <a:gd name="connsiteY481" fmla="*/ 549611 h 905696"/>
                    <a:gd name="connsiteX482" fmla="*/ 685246 w 891574"/>
                    <a:gd name="connsiteY482" fmla="*/ 552760 h 905696"/>
                    <a:gd name="connsiteX483" fmla="*/ 685419 w 891574"/>
                    <a:gd name="connsiteY483" fmla="*/ 552922 h 905696"/>
                    <a:gd name="connsiteX484" fmla="*/ 689725 w 891574"/>
                    <a:gd name="connsiteY484" fmla="*/ 556811 h 905696"/>
                    <a:gd name="connsiteX485" fmla="*/ 691751 w 891574"/>
                    <a:gd name="connsiteY485" fmla="*/ 561754 h 905696"/>
                    <a:gd name="connsiteX486" fmla="*/ 693383 w 891574"/>
                    <a:gd name="connsiteY486" fmla="*/ 563178 h 905696"/>
                    <a:gd name="connsiteX487" fmla="*/ 698674 w 891574"/>
                    <a:gd name="connsiteY487" fmla="*/ 567832 h 905696"/>
                    <a:gd name="connsiteX488" fmla="*/ 705376 w 891574"/>
                    <a:gd name="connsiteY488" fmla="*/ 569082 h 905696"/>
                    <a:gd name="connsiteX489" fmla="*/ 705527 w 891574"/>
                    <a:gd name="connsiteY489" fmla="*/ 569302 h 905696"/>
                    <a:gd name="connsiteX490" fmla="*/ 708502 w 891574"/>
                    <a:gd name="connsiteY490" fmla="*/ 573758 h 905696"/>
                    <a:gd name="connsiteX491" fmla="*/ 715667 w 891574"/>
                    <a:gd name="connsiteY491" fmla="*/ 573897 h 905696"/>
                    <a:gd name="connsiteX492" fmla="*/ 720019 w 891574"/>
                    <a:gd name="connsiteY492" fmla="*/ 575529 h 905696"/>
                    <a:gd name="connsiteX493" fmla="*/ 720112 w 891574"/>
                    <a:gd name="connsiteY493" fmla="*/ 577104 h 905696"/>
                    <a:gd name="connsiteX494" fmla="*/ 720552 w 891574"/>
                    <a:gd name="connsiteY494" fmla="*/ 576004 h 905696"/>
                    <a:gd name="connsiteX495" fmla="*/ 728968 w 891574"/>
                    <a:gd name="connsiteY495" fmla="*/ 577995 h 905696"/>
                    <a:gd name="connsiteX496" fmla="*/ 730438 w 891574"/>
                    <a:gd name="connsiteY496" fmla="*/ 583054 h 905696"/>
                    <a:gd name="connsiteX497" fmla="*/ 729361 w 891574"/>
                    <a:gd name="connsiteY497" fmla="*/ 584721 h 905696"/>
                    <a:gd name="connsiteX498" fmla="*/ 733969 w 891574"/>
                    <a:gd name="connsiteY498" fmla="*/ 593947 h 905696"/>
                    <a:gd name="connsiteX499" fmla="*/ 732603 w 891574"/>
                    <a:gd name="connsiteY499" fmla="*/ 596586 h 905696"/>
                    <a:gd name="connsiteX500" fmla="*/ 730600 w 891574"/>
                    <a:gd name="connsiteY500" fmla="*/ 597570 h 905696"/>
                    <a:gd name="connsiteX501" fmla="*/ 720830 w 891574"/>
                    <a:gd name="connsiteY501" fmla="*/ 593935 h 905696"/>
                    <a:gd name="connsiteX502" fmla="*/ 712611 w 891574"/>
                    <a:gd name="connsiteY502" fmla="*/ 599330 h 905696"/>
                    <a:gd name="connsiteX503" fmla="*/ 709069 w 891574"/>
                    <a:gd name="connsiteY503" fmla="*/ 597651 h 905696"/>
                    <a:gd name="connsiteX504" fmla="*/ 705527 w 891574"/>
                    <a:gd name="connsiteY504" fmla="*/ 597859 h 905696"/>
                    <a:gd name="connsiteX505" fmla="*/ 700780 w 891574"/>
                    <a:gd name="connsiteY505" fmla="*/ 598148 h 905696"/>
                    <a:gd name="connsiteX506" fmla="*/ 697111 w 891574"/>
                    <a:gd name="connsiteY506" fmla="*/ 592974 h 905696"/>
                    <a:gd name="connsiteX507" fmla="*/ 691670 w 891574"/>
                    <a:gd name="connsiteY507" fmla="*/ 591758 h 905696"/>
                    <a:gd name="connsiteX508" fmla="*/ 691763 w 891574"/>
                    <a:gd name="connsiteY508" fmla="*/ 589849 h 905696"/>
                    <a:gd name="connsiteX509" fmla="*/ 690582 w 891574"/>
                    <a:gd name="connsiteY509" fmla="*/ 593009 h 905696"/>
                    <a:gd name="connsiteX510" fmla="*/ 688174 w 891574"/>
                    <a:gd name="connsiteY510" fmla="*/ 593379 h 905696"/>
                    <a:gd name="connsiteX511" fmla="*/ 680731 w 891574"/>
                    <a:gd name="connsiteY511" fmla="*/ 597963 h 905696"/>
                    <a:gd name="connsiteX512" fmla="*/ 680129 w 891574"/>
                    <a:gd name="connsiteY512" fmla="*/ 600360 h 905696"/>
                    <a:gd name="connsiteX513" fmla="*/ 675788 w 891574"/>
                    <a:gd name="connsiteY513" fmla="*/ 598959 h 905696"/>
                    <a:gd name="connsiteX514" fmla="*/ 669051 w 891574"/>
                    <a:gd name="connsiteY514" fmla="*/ 600730 h 905696"/>
                    <a:gd name="connsiteX515" fmla="*/ 663958 w 891574"/>
                    <a:gd name="connsiteY515" fmla="*/ 597871 h 905696"/>
                    <a:gd name="connsiteX516" fmla="*/ 657996 w 891574"/>
                    <a:gd name="connsiteY516" fmla="*/ 600290 h 905696"/>
                    <a:gd name="connsiteX517" fmla="*/ 659281 w 891574"/>
                    <a:gd name="connsiteY517" fmla="*/ 600892 h 905696"/>
                    <a:gd name="connsiteX518" fmla="*/ 657834 w 891574"/>
                    <a:gd name="connsiteY518" fmla="*/ 600707 h 905696"/>
                    <a:gd name="connsiteX519" fmla="*/ 656908 w 891574"/>
                    <a:gd name="connsiteY519" fmla="*/ 604018 h 905696"/>
                    <a:gd name="connsiteX520" fmla="*/ 654118 w 891574"/>
                    <a:gd name="connsiteY520" fmla="*/ 600059 h 905696"/>
                    <a:gd name="connsiteX521" fmla="*/ 656051 w 891574"/>
                    <a:gd name="connsiteY521" fmla="*/ 604377 h 905696"/>
                    <a:gd name="connsiteX522" fmla="*/ 653088 w 891574"/>
                    <a:gd name="connsiteY522" fmla="*/ 602328 h 905696"/>
                    <a:gd name="connsiteX523" fmla="*/ 652405 w 891574"/>
                    <a:gd name="connsiteY523" fmla="*/ 601853 h 905696"/>
                    <a:gd name="connsiteX524" fmla="*/ 654048 w 891574"/>
                    <a:gd name="connsiteY524" fmla="*/ 603635 h 905696"/>
                    <a:gd name="connsiteX525" fmla="*/ 654245 w 891574"/>
                    <a:gd name="connsiteY525" fmla="*/ 603844 h 905696"/>
                    <a:gd name="connsiteX526" fmla="*/ 654697 w 891574"/>
                    <a:gd name="connsiteY526" fmla="*/ 604331 h 905696"/>
                    <a:gd name="connsiteX527" fmla="*/ 655472 w 891574"/>
                    <a:gd name="connsiteY527" fmla="*/ 605881 h 905696"/>
                    <a:gd name="connsiteX528" fmla="*/ 660415 w 891574"/>
                    <a:gd name="connsiteY528" fmla="*/ 605036 h 905696"/>
                    <a:gd name="connsiteX529" fmla="*/ 662128 w 891574"/>
                    <a:gd name="connsiteY529" fmla="*/ 605361 h 905696"/>
                    <a:gd name="connsiteX530" fmla="*/ 663946 w 891574"/>
                    <a:gd name="connsiteY530" fmla="*/ 605696 h 905696"/>
                    <a:gd name="connsiteX531" fmla="*/ 668750 w 891574"/>
                    <a:gd name="connsiteY531" fmla="*/ 606611 h 905696"/>
                    <a:gd name="connsiteX532" fmla="*/ 676529 w 891574"/>
                    <a:gd name="connsiteY532" fmla="*/ 608463 h 905696"/>
                    <a:gd name="connsiteX533" fmla="*/ 682641 w 891574"/>
                    <a:gd name="connsiteY533" fmla="*/ 607942 h 905696"/>
                    <a:gd name="connsiteX534" fmla="*/ 687607 w 891574"/>
                    <a:gd name="connsiteY534" fmla="*/ 604538 h 905696"/>
                    <a:gd name="connsiteX535" fmla="*/ 694911 w 891574"/>
                    <a:gd name="connsiteY535" fmla="*/ 602976 h 905696"/>
                    <a:gd name="connsiteX536" fmla="*/ 698847 w 891574"/>
                    <a:gd name="connsiteY536" fmla="*/ 606483 h 905696"/>
                    <a:gd name="connsiteX537" fmla="*/ 705527 w 891574"/>
                    <a:gd name="connsiteY537" fmla="*/ 605742 h 905696"/>
                    <a:gd name="connsiteX538" fmla="*/ 707842 w 891574"/>
                    <a:gd name="connsiteY538" fmla="*/ 605477 h 905696"/>
                    <a:gd name="connsiteX539" fmla="*/ 710886 w 891574"/>
                    <a:gd name="connsiteY539" fmla="*/ 606796 h 905696"/>
                    <a:gd name="connsiteX540" fmla="*/ 712588 w 891574"/>
                    <a:gd name="connsiteY540" fmla="*/ 604018 h 905696"/>
                    <a:gd name="connsiteX541" fmla="*/ 712067 w 891574"/>
                    <a:gd name="connsiteY541" fmla="*/ 607039 h 905696"/>
                    <a:gd name="connsiteX542" fmla="*/ 715759 w 891574"/>
                    <a:gd name="connsiteY542" fmla="*/ 607085 h 905696"/>
                    <a:gd name="connsiteX543" fmla="*/ 718260 w 891574"/>
                    <a:gd name="connsiteY543" fmla="*/ 605592 h 905696"/>
                    <a:gd name="connsiteX544" fmla="*/ 717288 w 891574"/>
                    <a:gd name="connsiteY544" fmla="*/ 603879 h 905696"/>
                    <a:gd name="connsiteX545" fmla="*/ 718468 w 891574"/>
                    <a:gd name="connsiteY545" fmla="*/ 604585 h 905696"/>
                    <a:gd name="connsiteX546" fmla="*/ 720517 w 891574"/>
                    <a:gd name="connsiteY546" fmla="*/ 602119 h 905696"/>
                    <a:gd name="connsiteX547" fmla="*/ 727428 w 891574"/>
                    <a:gd name="connsiteY547" fmla="*/ 601668 h 905696"/>
                    <a:gd name="connsiteX548" fmla="*/ 727613 w 891574"/>
                    <a:gd name="connsiteY548" fmla="*/ 601680 h 905696"/>
                    <a:gd name="connsiteX549" fmla="*/ 728482 w 891574"/>
                    <a:gd name="connsiteY549" fmla="*/ 602848 h 905696"/>
                    <a:gd name="connsiteX550" fmla="*/ 732892 w 891574"/>
                    <a:gd name="connsiteY550" fmla="*/ 606356 h 905696"/>
                    <a:gd name="connsiteX551" fmla="*/ 735033 w 891574"/>
                    <a:gd name="connsiteY551" fmla="*/ 605662 h 905696"/>
                    <a:gd name="connsiteX552" fmla="*/ 735369 w 891574"/>
                    <a:gd name="connsiteY552" fmla="*/ 601981 h 905696"/>
                    <a:gd name="connsiteX553" fmla="*/ 736191 w 891574"/>
                    <a:gd name="connsiteY553" fmla="*/ 602015 h 905696"/>
                    <a:gd name="connsiteX554" fmla="*/ 737534 w 891574"/>
                    <a:gd name="connsiteY554" fmla="*/ 600799 h 905696"/>
                    <a:gd name="connsiteX555" fmla="*/ 738518 w 891574"/>
                    <a:gd name="connsiteY555" fmla="*/ 600371 h 905696"/>
                    <a:gd name="connsiteX556" fmla="*/ 738807 w 891574"/>
                    <a:gd name="connsiteY556" fmla="*/ 601078 h 905696"/>
                    <a:gd name="connsiteX557" fmla="*/ 738564 w 891574"/>
                    <a:gd name="connsiteY557" fmla="*/ 606830 h 905696"/>
                    <a:gd name="connsiteX558" fmla="*/ 739351 w 891574"/>
                    <a:gd name="connsiteY558" fmla="*/ 607282 h 905696"/>
                    <a:gd name="connsiteX559" fmla="*/ 739316 w 891574"/>
                    <a:gd name="connsiteY559" fmla="*/ 607444 h 905696"/>
                    <a:gd name="connsiteX560" fmla="*/ 740995 w 891574"/>
                    <a:gd name="connsiteY560" fmla="*/ 608243 h 905696"/>
                    <a:gd name="connsiteX561" fmla="*/ 736851 w 891574"/>
                    <a:gd name="connsiteY561" fmla="*/ 607641 h 905696"/>
                    <a:gd name="connsiteX562" fmla="*/ 735496 w 891574"/>
                    <a:gd name="connsiteY562" fmla="*/ 609366 h 905696"/>
                    <a:gd name="connsiteX563" fmla="*/ 735404 w 891574"/>
                    <a:gd name="connsiteY563" fmla="*/ 609389 h 905696"/>
                    <a:gd name="connsiteX564" fmla="*/ 735045 w 891574"/>
                    <a:gd name="connsiteY564" fmla="*/ 609933 h 905696"/>
                    <a:gd name="connsiteX565" fmla="*/ 732614 w 891574"/>
                    <a:gd name="connsiteY565" fmla="*/ 613024 h 905696"/>
                    <a:gd name="connsiteX566" fmla="*/ 728817 w 891574"/>
                    <a:gd name="connsiteY566" fmla="*/ 619194 h 905696"/>
                    <a:gd name="connsiteX567" fmla="*/ 727833 w 891574"/>
                    <a:gd name="connsiteY567" fmla="*/ 620154 h 905696"/>
                    <a:gd name="connsiteX568" fmla="*/ 727683 w 891574"/>
                    <a:gd name="connsiteY568" fmla="*/ 620062 h 905696"/>
                    <a:gd name="connsiteX569" fmla="*/ 726375 w 891574"/>
                    <a:gd name="connsiteY569" fmla="*/ 619205 h 905696"/>
                    <a:gd name="connsiteX570" fmla="*/ 726317 w 891574"/>
                    <a:gd name="connsiteY570" fmla="*/ 619229 h 905696"/>
                    <a:gd name="connsiteX571" fmla="*/ 725981 w 891574"/>
                    <a:gd name="connsiteY571" fmla="*/ 619194 h 905696"/>
                    <a:gd name="connsiteX572" fmla="*/ 726016 w 891574"/>
                    <a:gd name="connsiteY572" fmla="*/ 619298 h 905696"/>
                    <a:gd name="connsiteX573" fmla="*/ 726178 w 891574"/>
                    <a:gd name="connsiteY573" fmla="*/ 619332 h 905696"/>
                    <a:gd name="connsiteX574" fmla="*/ 727833 w 891574"/>
                    <a:gd name="connsiteY574" fmla="*/ 620779 h 905696"/>
                    <a:gd name="connsiteX575" fmla="*/ 726386 w 891574"/>
                    <a:gd name="connsiteY575" fmla="*/ 627424 h 905696"/>
                    <a:gd name="connsiteX576" fmla="*/ 723909 w 891574"/>
                    <a:gd name="connsiteY576" fmla="*/ 632251 h 905696"/>
                    <a:gd name="connsiteX577" fmla="*/ 722612 w 891574"/>
                    <a:gd name="connsiteY577" fmla="*/ 629902 h 905696"/>
                    <a:gd name="connsiteX578" fmla="*/ 723029 w 891574"/>
                    <a:gd name="connsiteY578" fmla="*/ 631777 h 905696"/>
                    <a:gd name="connsiteX579" fmla="*/ 721443 w 891574"/>
                    <a:gd name="connsiteY579" fmla="*/ 632078 h 905696"/>
                    <a:gd name="connsiteX580" fmla="*/ 718260 w 891574"/>
                    <a:gd name="connsiteY580" fmla="*/ 628756 h 905696"/>
                    <a:gd name="connsiteX581" fmla="*/ 721316 w 891574"/>
                    <a:gd name="connsiteY581" fmla="*/ 628524 h 905696"/>
                    <a:gd name="connsiteX582" fmla="*/ 717519 w 891574"/>
                    <a:gd name="connsiteY582" fmla="*/ 627563 h 905696"/>
                    <a:gd name="connsiteX583" fmla="*/ 711326 w 891574"/>
                    <a:gd name="connsiteY583" fmla="*/ 632321 h 905696"/>
                    <a:gd name="connsiteX584" fmla="*/ 717924 w 891574"/>
                    <a:gd name="connsiteY584" fmla="*/ 633686 h 905696"/>
                    <a:gd name="connsiteX585" fmla="*/ 717357 w 891574"/>
                    <a:gd name="connsiteY585" fmla="*/ 635817 h 905696"/>
                    <a:gd name="connsiteX586" fmla="*/ 711616 w 891574"/>
                    <a:gd name="connsiteY586" fmla="*/ 636164 h 905696"/>
                    <a:gd name="connsiteX587" fmla="*/ 711627 w 891574"/>
                    <a:gd name="connsiteY587" fmla="*/ 638525 h 905696"/>
                    <a:gd name="connsiteX588" fmla="*/ 706858 w 891574"/>
                    <a:gd name="connsiteY588" fmla="*/ 639671 h 905696"/>
                    <a:gd name="connsiteX589" fmla="*/ 708316 w 891574"/>
                    <a:gd name="connsiteY589" fmla="*/ 643514 h 905696"/>
                    <a:gd name="connsiteX590" fmla="*/ 711164 w 891574"/>
                    <a:gd name="connsiteY590" fmla="*/ 642577 h 905696"/>
                    <a:gd name="connsiteX591" fmla="*/ 711175 w 891574"/>
                    <a:gd name="connsiteY591" fmla="*/ 642565 h 905696"/>
                    <a:gd name="connsiteX592" fmla="*/ 709578 w 891574"/>
                    <a:gd name="connsiteY592" fmla="*/ 641304 h 905696"/>
                    <a:gd name="connsiteX593" fmla="*/ 711395 w 891574"/>
                    <a:gd name="connsiteY593" fmla="*/ 641963 h 905696"/>
                    <a:gd name="connsiteX594" fmla="*/ 711233 w 891574"/>
                    <a:gd name="connsiteY594" fmla="*/ 642589 h 905696"/>
                    <a:gd name="connsiteX595" fmla="*/ 710932 w 891574"/>
                    <a:gd name="connsiteY595" fmla="*/ 643191 h 905696"/>
                    <a:gd name="connsiteX596" fmla="*/ 706360 w 891574"/>
                    <a:gd name="connsiteY596" fmla="*/ 644082 h 905696"/>
                    <a:gd name="connsiteX597" fmla="*/ 707332 w 891574"/>
                    <a:gd name="connsiteY597" fmla="*/ 645008 h 905696"/>
                    <a:gd name="connsiteX598" fmla="*/ 705527 w 891574"/>
                    <a:gd name="connsiteY598" fmla="*/ 646709 h 905696"/>
                    <a:gd name="connsiteX599" fmla="*/ 704763 w 891574"/>
                    <a:gd name="connsiteY599" fmla="*/ 647439 h 905696"/>
                    <a:gd name="connsiteX600" fmla="*/ 699634 w 891574"/>
                    <a:gd name="connsiteY600" fmla="*/ 647855 h 905696"/>
                    <a:gd name="connsiteX601" fmla="*/ 705527 w 891574"/>
                    <a:gd name="connsiteY601" fmla="*/ 647775 h 905696"/>
                    <a:gd name="connsiteX602" fmla="*/ 710400 w 891574"/>
                    <a:gd name="connsiteY602" fmla="*/ 647705 h 905696"/>
                    <a:gd name="connsiteX603" fmla="*/ 716200 w 891574"/>
                    <a:gd name="connsiteY603" fmla="*/ 641732 h 905696"/>
                    <a:gd name="connsiteX604" fmla="*/ 715459 w 891574"/>
                    <a:gd name="connsiteY604" fmla="*/ 646779 h 905696"/>
                    <a:gd name="connsiteX605" fmla="*/ 712241 w 891574"/>
                    <a:gd name="connsiteY605" fmla="*/ 648168 h 905696"/>
                    <a:gd name="connsiteX606" fmla="*/ 717890 w 891574"/>
                    <a:gd name="connsiteY606" fmla="*/ 646350 h 905696"/>
                    <a:gd name="connsiteX607" fmla="*/ 718619 w 891574"/>
                    <a:gd name="connsiteY607" fmla="*/ 649037 h 905696"/>
                    <a:gd name="connsiteX608" fmla="*/ 716929 w 891574"/>
                    <a:gd name="connsiteY608" fmla="*/ 650900 h 905696"/>
                    <a:gd name="connsiteX609" fmla="*/ 719522 w 891574"/>
                    <a:gd name="connsiteY609" fmla="*/ 651953 h 905696"/>
                    <a:gd name="connsiteX610" fmla="*/ 718109 w 891574"/>
                    <a:gd name="connsiteY610" fmla="*/ 654408 h 905696"/>
                    <a:gd name="connsiteX611" fmla="*/ 719776 w 891574"/>
                    <a:gd name="connsiteY611" fmla="*/ 656595 h 905696"/>
                    <a:gd name="connsiteX612" fmla="*/ 720772 w 891574"/>
                    <a:gd name="connsiteY612" fmla="*/ 652764 h 905696"/>
                    <a:gd name="connsiteX613" fmla="*/ 723573 w 891574"/>
                    <a:gd name="connsiteY613" fmla="*/ 653979 h 905696"/>
                    <a:gd name="connsiteX614" fmla="*/ 725727 w 891574"/>
                    <a:gd name="connsiteY614" fmla="*/ 652069 h 905696"/>
                    <a:gd name="connsiteX615" fmla="*/ 726942 w 891574"/>
                    <a:gd name="connsiteY615" fmla="*/ 653991 h 905696"/>
                    <a:gd name="connsiteX616" fmla="*/ 725912 w 891574"/>
                    <a:gd name="connsiteY616" fmla="*/ 655449 h 905696"/>
                    <a:gd name="connsiteX617" fmla="*/ 727474 w 891574"/>
                    <a:gd name="connsiteY617" fmla="*/ 654488 h 905696"/>
                    <a:gd name="connsiteX618" fmla="*/ 726873 w 891574"/>
                    <a:gd name="connsiteY618" fmla="*/ 651166 h 905696"/>
                    <a:gd name="connsiteX619" fmla="*/ 729130 w 891574"/>
                    <a:gd name="connsiteY619" fmla="*/ 651213 h 905696"/>
                    <a:gd name="connsiteX620" fmla="*/ 733795 w 891574"/>
                    <a:gd name="connsiteY620" fmla="*/ 651710 h 905696"/>
                    <a:gd name="connsiteX621" fmla="*/ 731896 w 891574"/>
                    <a:gd name="connsiteY621" fmla="*/ 652011 h 905696"/>
                    <a:gd name="connsiteX622" fmla="*/ 733829 w 891574"/>
                    <a:gd name="connsiteY622" fmla="*/ 652718 h 905696"/>
                    <a:gd name="connsiteX623" fmla="*/ 731780 w 891574"/>
                    <a:gd name="connsiteY623" fmla="*/ 655576 h 905696"/>
                    <a:gd name="connsiteX624" fmla="*/ 733204 w 891574"/>
                    <a:gd name="connsiteY624" fmla="*/ 657950 h 905696"/>
                    <a:gd name="connsiteX625" fmla="*/ 733332 w 891574"/>
                    <a:gd name="connsiteY625" fmla="*/ 655415 h 905696"/>
                    <a:gd name="connsiteX626" fmla="*/ 735253 w 891574"/>
                    <a:gd name="connsiteY626" fmla="*/ 656016 h 905696"/>
                    <a:gd name="connsiteX627" fmla="*/ 733459 w 891574"/>
                    <a:gd name="connsiteY627" fmla="*/ 654870 h 905696"/>
                    <a:gd name="connsiteX628" fmla="*/ 734536 w 891574"/>
                    <a:gd name="connsiteY628" fmla="*/ 651791 h 905696"/>
                    <a:gd name="connsiteX629" fmla="*/ 732070 w 891574"/>
                    <a:gd name="connsiteY629" fmla="*/ 643075 h 905696"/>
                    <a:gd name="connsiteX630" fmla="*/ 732996 w 891574"/>
                    <a:gd name="connsiteY630" fmla="*/ 643075 h 905696"/>
                    <a:gd name="connsiteX631" fmla="*/ 734814 w 891574"/>
                    <a:gd name="connsiteY631" fmla="*/ 643063 h 905696"/>
                    <a:gd name="connsiteX632" fmla="*/ 735346 w 891574"/>
                    <a:gd name="connsiteY632" fmla="*/ 641894 h 905696"/>
                    <a:gd name="connsiteX633" fmla="*/ 732823 w 891574"/>
                    <a:gd name="connsiteY633" fmla="*/ 642797 h 905696"/>
                    <a:gd name="connsiteX634" fmla="*/ 731479 w 891574"/>
                    <a:gd name="connsiteY634" fmla="*/ 640632 h 905696"/>
                    <a:gd name="connsiteX635" fmla="*/ 733332 w 891574"/>
                    <a:gd name="connsiteY635" fmla="*/ 640076 h 905696"/>
                    <a:gd name="connsiteX636" fmla="*/ 730253 w 891574"/>
                    <a:gd name="connsiteY636" fmla="*/ 639683 h 905696"/>
                    <a:gd name="connsiteX637" fmla="*/ 731213 w 891574"/>
                    <a:gd name="connsiteY637" fmla="*/ 638190 h 905696"/>
                    <a:gd name="connsiteX638" fmla="*/ 737800 w 891574"/>
                    <a:gd name="connsiteY638" fmla="*/ 643040 h 905696"/>
                    <a:gd name="connsiteX639" fmla="*/ 738796 w 891574"/>
                    <a:gd name="connsiteY639" fmla="*/ 643028 h 905696"/>
                    <a:gd name="connsiteX640" fmla="*/ 740648 w 891574"/>
                    <a:gd name="connsiteY640" fmla="*/ 645864 h 905696"/>
                    <a:gd name="connsiteX641" fmla="*/ 740995 w 891574"/>
                    <a:gd name="connsiteY641" fmla="*/ 647277 h 905696"/>
                    <a:gd name="connsiteX642" fmla="*/ 739976 w 891574"/>
                    <a:gd name="connsiteY642" fmla="*/ 651641 h 905696"/>
                    <a:gd name="connsiteX643" fmla="*/ 737754 w 891574"/>
                    <a:gd name="connsiteY643" fmla="*/ 655785 h 905696"/>
                    <a:gd name="connsiteX644" fmla="*/ 730484 w 891574"/>
                    <a:gd name="connsiteY644" fmla="*/ 665810 h 905696"/>
                    <a:gd name="connsiteX645" fmla="*/ 728296 w 891574"/>
                    <a:gd name="connsiteY645" fmla="*/ 668889 h 905696"/>
                    <a:gd name="connsiteX646" fmla="*/ 722971 w 891574"/>
                    <a:gd name="connsiteY646" fmla="*/ 676367 h 905696"/>
                    <a:gd name="connsiteX647" fmla="*/ 720575 w 891574"/>
                    <a:gd name="connsiteY647" fmla="*/ 678879 h 905696"/>
                    <a:gd name="connsiteX648" fmla="*/ 707934 w 891574"/>
                    <a:gd name="connsiteY648" fmla="*/ 688857 h 905696"/>
                    <a:gd name="connsiteX649" fmla="*/ 705527 w 891574"/>
                    <a:gd name="connsiteY649" fmla="*/ 690189 h 905696"/>
                    <a:gd name="connsiteX650" fmla="*/ 701799 w 891574"/>
                    <a:gd name="connsiteY650" fmla="*/ 692249 h 905696"/>
                    <a:gd name="connsiteX651" fmla="*/ 695595 w 891574"/>
                    <a:gd name="connsiteY651" fmla="*/ 696185 h 905696"/>
                    <a:gd name="connsiteX652" fmla="*/ 691624 w 891574"/>
                    <a:gd name="connsiteY652" fmla="*/ 699218 h 905696"/>
                    <a:gd name="connsiteX653" fmla="*/ 682467 w 891574"/>
                    <a:gd name="connsiteY653" fmla="*/ 705110 h 905696"/>
                    <a:gd name="connsiteX654" fmla="*/ 671644 w 891574"/>
                    <a:gd name="connsiteY654" fmla="*/ 707633 h 905696"/>
                    <a:gd name="connsiteX655" fmla="*/ 652822 w 891574"/>
                    <a:gd name="connsiteY655" fmla="*/ 709613 h 905696"/>
                    <a:gd name="connsiteX656" fmla="*/ 649094 w 891574"/>
                    <a:gd name="connsiteY656" fmla="*/ 704820 h 905696"/>
                    <a:gd name="connsiteX657" fmla="*/ 647462 w 891574"/>
                    <a:gd name="connsiteY657" fmla="*/ 698778 h 905696"/>
                    <a:gd name="connsiteX658" fmla="*/ 648608 w 891574"/>
                    <a:gd name="connsiteY658" fmla="*/ 700190 h 905696"/>
                    <a:gd name="connsiteX659" fmla="*/ 649754 w 891574"/>
                    <a:gd name="connsiteY659" fmla="*/ 699437 h 905696"/>
                    <a:gd name="connsiteX660" fmla="*/ 649835 w 891574"/>
                    <a:gd name="connsiteY660" fmla="*/ 699553 h 905696"/>
                    <a:gd name="connsiteX661" fmla="*/ 650124 w 891574"/>
                    <a:gd name="connsiteY661" fmla="*/ 700942 h 905696"/>
                    <a:gd name="connsiteX662" fmla="*/ 650680 w 891574"/>
                    <a:gd name="connsiteY662" fmla="*/ 701093 h 905696"/>
                    <a:gd name="connsiteX663" fmla="*/ 651930 w 891574"/>
                    <a:gd name="connsiteY663" fmla="*/ 701428 h 905696"/>
                    <a:gd name="connsiteX664" fmla="*/ 650402 w 891574"/>
                    <a:gd name="connsiteY664" fmla="*/ 700537 h 905696"/>
                    <a:gd name="connsiteX665" fmla="*/ 650298 w 891574"/>
                    <a:gd name="connsiteY665" fmla="*/ 697539 h 905696"/>
                    <a:gd name="connsiteX666" fmla="*/ 642936 w 891574"/>
                    <a:gd name="connsiteY666" fmla="*/ 691925 h 905696"/>
                    <a:gd name="connsiteX667" fmla="*/ 644035 w 891574"/>
                    <a:gd name="connsiteY667" fmla="*/ 690409 h 905696"/>
                    <a:gd name="connsiteX668" fmla="*/ 647369 w 891574"/>
                    <a:gd name="connsiteY668" fmla="*/ 691901 h 905696"/>
                    <a:gd name="connsiteX669" fmla="*/ 653435 w 891574"/>
                    <a:gd name="connsiteY669" fmla="*/ 690432 h 905696"/>
                    <a:gd name="connsiteX670" fmla="*/ 652648 w 891574"/>
                    <a:gd name="connsiteY670" fmla="*/ 690073 h 905696"/>
                    <a:gd name="connsiteX671" fmla="*/ 658933 w 891574"/>
                    <a:gd name="connsiteY671" fmla="*/ 685535 h 905696"/>
                    <a:gd name="connsiteX672" fmla="*/ 660716 w 891574"/>
                    <a:gd name="connsiteY672" fmla="*/ 679157 h 905696"/>
                    <a:gd name="connsiteX673" fmla="*/ 659084 w 891574"/>
                    <a:gd name="connsiteY673" fmla="*/ 679516 h 905696"/>
                    <a:gd name="connsiteX674" fmla="*/ 657637 w 891574"/>
                    <a:gd name="connsiteY674" fmla="*/ 677467 h 905696"/>
                    <a:gd name="connsiteX675" fmla="*/ 659258 w 891574"/>
                    <a:gd name="connsiteY675" fmla="*/ 680720 h 905696"/>
                    <a:gd name="connsiteX676" fmla="*/ 653794 w 891574"/>
                    <a:gd name="connsiteY676" fmla="*/ 678196 h 905696"/>
                    <a:gd name="connsiteX677" fmla="*/ 652393 w 891574"/>
                    <a:gd name="connsiteY677" fmla="*/ 680476 h 905696"/>
                    <a:gd name="connsiteX678" fmla="*/ 653782 w 891574"/>
                    <a:gd name="connsiteY678" fmla="*/ 678347 h 905696"/>
                    <a:gd name="connsiteX679" fmla="*/ 659154 w 891574"/>
                    <a:gd name="connsiteY679" fmla="*/ 681090 h 905696"/>
                    <a:gd name="connsiteX680" fmla="*/ 658193 w 891574"/>
                    <a:gd name="connsiteY680" fmla="*/ 684840 h 905696"/>
                    <a:gd name="connsiteX681" fmla="*/ 650854 w 891574"/>
                    <a:gd name="connsiteY681" fmla="*/ 688684 h 905696"/>
                    <a:gd name="connsiteX682" fmla="*/ 640262 w 891574"/>
                    <a:gd name="connsiteY682" fmla="*/ 689112 h 905696"/>
                    <a:gd name="connsiteX683" fmla="*/ 633826 w 891574"/>
                    <a:gd name="connsiteY683" fmla="*/ 683023 h 905696"/>
                    <a:gd name="connsiteX684" fmla="*/ 629485 w 891574"/>
                    <a:gd name="connsiteY684" fmla="*/ 674503 h 905696"/>
                    <a:gd name="connsiteX685" fmla="*/ 631360 w 891574"/>
                    <a:gd name="connsiteY685" fmla="*/ 670799 h 905696"/>
                    <a:gd name="connsiteX686" fmla="*/ 639544 w 891574"/>
                    <a:gd name="connsiteY686" fmla="*/ 673647 h 905696"/>
                    <a:gd name="connsiteX687" fmla="*/ 640690 w 891574"/>
                    <a:gd name="connsiteY687" fmla="*/ 673496 h 905696"/>
                    <a:gd name="connsiteX688" fmla="*/ 643306 w 891574"/>
                    <a:gd name="connsiteY688" fmla="*/ 671852 h 905696"/>
                    <a:gd name="connsiteX689" fmla="*/ 639579 w 891574"/>
                    <a:gd name="connsiteY689" fmla="*/ 673404 h 905696"/>
                    <a:gd name="connsiteX690" fmla="*/ 630318 w 891574"/>
                    <a:gd name="connsiteY690" fmla="*/ 670024 h 905696"/>
                    <a:gd name="connsiteX691" fmla="*/ 629832 w 891574"/>
                    <a:gd name="connsiteY691" fmla="*/ 668889 h 905696"/>
                    <a:gd name="connsiteX692" fmla="*/ 628269 w 891574"/>
                    <a:gd name="connsiteY692" fmla="*/ 665161 h 905696"/>
                    <a:gd name="connsiteX693" fmla="*/ 622863 w 891574"/>
                    <a:gd name="connsiteY693" fmla="*/ 662823 h 905696"/>
                    <a:gd name="connsiteX694" fmla="*/ 617133 w 891574"/>
                    <a:gd name="connsiteY694" fmla="*/ 660334 h 905696"/>
                    <a:gd name="connsiteX695" fmla="*/ 617747 w 891574"/>
                    <a:gd name="connsiteY695" fmla="*/ 658216 h 905696"/>
                    <a:gd name="connsiteX696" fmla="*/ 616323 w 891574"/>
                    <a:gd name="connsiteY696" fmla="*/ 655264 h 905696"/>
                    <a:gd name="connsiteX697" fmla="*/ 611241 w 891574"/>
                    <a:gd name="connsiteY697" fmla="*/ 648399 h 905696"/>
                    <a:gd name="connsiteX698" fmla="*/ 608532 w 891574"/>
                    <a:gd name="connsiteY698" fmla="*/ 646513 h 905696"/>
                    <a:gd name="connsiteX699" fmla="*/ 608278 w 891574"/>
                    <a:gd name="connsiteY699" fmla="*/ 646501 h 905696"/>
                    <a:gd name="connsiteX700" fmla="*/ 611264 w 891574"/>
                    <a:gd name="connsiteY700" fmla="*/ 648758 h 905696"/>
                    <a:gd name="connsiteX701" fmla="*/ 617203 w 891574"/>
                    <a:gd name="connsiteY701" fmla="*/ 658089 h 905696"/>
                    <a:gd name="connsiteX702" fmla="*/ 616647 w 891574"/>
                    <a:gd name="connsiteY702" fmla="*/ 660334 h 905696"/>
                    <a:gd name="connsiteX703" fmla="*/ 618314 w 891574"/>
                    <a:gd name="connsiteY703" fmla="*/ 661712 h 905696"/>
                    <a:gd name="connsiteX704" fmla="*/ 617805 w 891574"/>
                    <a:gd name="connsiteY704" fmla="*/ 664930 h 905696"/>
                    <a:gd name="connsiteX705" fmla="*/ 619020 w 891574"/>
                    <a:gd name="connsiteY705" fmla="*/ 661434 h 905696"/>
                    <a:gd name="connsiteX706" fmla="*/ 626683 w 891574"/>
                    <a:gd name="connsiteY706" fmla="*/ 665671 h 905696"/>
                    <a:gd name="connsiteX707" fmla="*/ 627401 w 891574"/>
                    <a:gd name="connsiteY707" fmla="*/ 668889 h 905696"/>
                    <a:gd name="connsiteX708" fmla="*/ 627760 w 891574"/>
                    <a:gd name="connsiteY708" fmla="*/ 670486 h 905696"/>
                    <a:gd name="connsiteX709" fmla="*/ 626521 w 891574"/>
                    <a:gd name="connsiteY709" fmla="*/ 676020 h 905696"/>
                    <a:gd name="connsiteX710" fmla="*/ 629681 w 891574"/>
                    <a:gd name="connsiteY710" fmla="*/ 682641 h 905696"/>
                    <a:gd name="connsiteX711" fmla="*/ 623754 w 891574"/>
                    <a:gd name="connsiteY711" fmla="*/ 679990 h 905696"/>
                    <a:gd name="connsiteX712" fmla="*/ 622748 w 891574"/>
                    <a:gd name="connsiteY712" fmla="*/ 676066 h 905696"/>
                    <a:gd name="connsiteX713" fmla="*/ 618453 w 891574"/>
                    <a:gd name="connsiteY713" fmla="*/ 673728 h 905696"/>
                    <a:gd name="connsiteX714" fmla="*/ 622354 w 891574"/>
                    <a:gd name="connsiteY714" fmla="*/ 676517 h 905696"/>
                    <a:gd name="connsiteX715" fmla="*/ 622956 w 891574"/>
                    <a:gd name="connsiteY715" fmla="*/ 680187 h 905696"/>
                    <a:gd name="connsiteX716" fmla="*/ 617457 w 891574"/>
                    <a:gd name="connsiteY716" fmla="*/ 678844 h 905696"/>
                    <a:gd name="connsiteX717" fmla="*/ 615443 w 891574"/>
                    <a:gd name="connsiteY717" fmla="*/ 680395 h 905696"/>
                    <a:gd name="connsiteX718" fmla="*/ 618210 w 891574"/>
                    <a:gd name="connsiteY718" fmla="*/ 679562 h 905696"/>
                    <a:gd name="connsiteX719" fmla="*/ 623905 w 891574"/>
                    <a:gd name="connsiteY719" fmla="*/ 681645 h 905696"/>
                    <a:gd name="connsiteX720" fmla="*/ 633177 w 891574"/>
                    <a:gd name="connsiteY720" fmla="*/ 688463 h 905696"/>
                    <a:gd name="connsiteX721" fmla="*/ 625155 w 891574"/>
                    <a:gd name="connsiteY721" fmla="*/ 685547 h 905696"/>
                    <a:gd name="connsiteX722" fmla="*/ 609933 w 891574"/>
                    <a:gd name="connsiteY722" fmla="*/ 689216 h 905696"/>
                    <a:gd name="connsiteX723" fmla="*/ 609111 w 891574"/>
                    <a:gd name="connsiteY723" fmla="*/ 688800 h 905696"/>
                    <a:gd name="connsiteX724" fmla="*/ 607166 w 891574"/>
                    <a:gd name="connsiteY724" fmla="*/ 689112 h 905696"/>
                    <a:gd name="connsiteX725" fmla="*/ 608428 w 891574"/>
                    <a:gd name="connsiteY725" fmla="*/ 690084 h 905696"/>
                    <a:gd name="connsiteX726" fmla="*/ 613498 w 891574"/>
                    <a:gd name="connsiteY726" fmla="*/ 690061 h 905696"/>
                    <a:gd name="connsiteX727" fmla="*/ 606703 w 891574"/>
                    <a:gd name="connsiteY727" fmla="*/ 694321 h 905696"/>
                    <a:gd name="connsiteX728" fmla="*/ 601841 w 891574"/>
                    <a:gd name="connsiteY728" fmla="*/ 699102 h 905696"/>
                    <a:gd name="connsiteX729" fmla="*/ 599816 w 891574"/>
                    <a:gd name="connsiteY729" fmla="*/ 703072 h 905696"/>
                    <a:gd name="connsiteX730" fmla="*/ 599121 w 891574"/>
                    <a:gd name="connsiteY730" fmla="*/ 704462 h 905696"/>
                    <a:gd name="connsiteX731" fmla="*/ 599816 w 891574"/>
                    <a:gd name="connsiteY731" fmla="*/ 701729 h 905696"/>
                    <a:gd name="connsiteX732" fmla="*/ 600036 w 891574"/>
                    <a:gd name="connsiteY732" fmla="*/ 700873 h 905696"/>
                    <a:gd name="connsiteX733" fmla="*/ 603693 w 891574"/>
                    <a:gd name="connsiteY733" fmla="*/ 693615 h 905696"/>
                    <a:gd name="connsiteX734" fmla="*/ 601541 w 891574"/>
                    <a:gd name="connsiteY734" fmla="*/ 691578 h 905696"/>
                    <a:gd name="connsiteX735" fmla="*/ 603103 w 891574"/>
                    <a:gd name="connsiteY735" fmla="*/ 693731 h 905696"/>
                    <a:gd name="connsiteX736" fmla="*/ 599816 w 891574"/>
                    <a:gd name="connsiteY736" fmla="*/ 699692 h 905696"/>
                    <a:gd name="connsiteX737" fmla="*/ 599352 w 891574"/>
                    <a:gd name="connsiteY737" fmla="*/ 700537 h 905696"/>
                    <a:gd name="connsiteX738" fmla="*/ 598403 w 891574"/>
                    <a:gd name="connsiteY738" fmla="*/ 699403 h 905696"/>
                    <a:gd name="connsiteX739" fmla="*/ 598299 w 891574"/>
                    <a:gd name="connsiteY739" fmla="*/ 709173 h 905696"/>
                    <a:gd name="connsiteX740" fmla="*/ 592616 w 891574"/>
                    <a:gd name="connsiteY740" fmla="*/ 702737 h 905696"/>
                    <a:gd name="connsiteX741" fmla="*/ 589988 w 891574"/>
                    <a:gd name="connsiteY741" fmla="*/ 703709 h 905696"/>
                    <a:gd name="connsiteX742" fmla="*/ 590370 w 891574"/>
                    <a:gd name="connsiteY742" fmla="*/ 704322 h 905696"/>
                    <a:gd name="connsiteX743" fmla="*/ 584431 w 891574"/>
                    <a:gd name="connsiteY743" fmla="*/ 702077 h 905696"/>
                    <a:gd name="connsiteX744" fmla="*/ 585705 w 891574"/>
                    <a:gd name="connsiteY744" fmla="*/ 703003 h 905696"/>
                    <a:gd name="connsiteX745" fmla="*/ 582764 w 891574"/>
                    <a:gd name="connsiteY745" fmla="*/ 702806 h 905696"/>
                    <a:gd name="connsiteX746" fmla="*/ 579234 w 891574"/>
                    <a:gd name="connsiteY746" fmla="*/ 705283 h 905696"/>
                    <a:gd name="connsiteX747" fmla="*/ 577683 w 891574"/>
                    <a:gd name="connsiteY747" fmla="*/ 704230 h 905696"/>
                    <a:gd name="connsiteX748" fmla="*/ 578632 w 891574"/>
                    <a:gd name="connsiteY748" fmla="*/ 703524 h 905696"/>
                    <a:gd name="connsiteX749" fmla="*/ 576745 w 891574"/>
                    <a:gd name="connsiteY749" fmla="*/ 704161 h 905696"/>
                    <a:gd name="connsiteX750" fmla="*/ 579882 w 891574"/>
                    <a:gd name="connsiteY750" fmla="*/ 706175 h 905696"/>
                    <a:gd name="connsiteX751" fmla="*/ 580808 w 891574"/>
                    <a:gd name="connsiteY751" fmla="*/ 705793 h 905696"/>
                    <a:gd name="connsiteX752" fmla="*/ 585137 w 891574"/>
                    <a:gd name="connsiteY752" fmla="*/ 704033 h 905696"/>
                    <a:gd name="connsiteX753" fmla="*/ 592291 w 891574"/>
                    <a:gd name="connsiteY753" fmla="*/ 706510 h 905696"/>
                    <a:gd name="connsiteX754" fmla="*/ 597419 w 891574"/>
                    <a:gd name="connsiteY754" fmla="*/ 711986 h 905696"/>
                    <a:gd name="connsiteX755" fmla="*/ 595914 w 891574"/>
                    <a:gd name="connsiteY755" fmla="*/ 711407 h 905696"/>
                    <a:gd name="connsiteX756" fmla="*/ 595359 w 891574"/>
                    <a:gd name="connsiteY756" fmla="*/ 712924 h 905696"/>
                    <a:gd name="connsiteX757" fmla="*/ 598924 w 891574"/>
                    <a:gd name="connsiteY757" fmla="*/ 713930 h 905696"/>
                    <a:gd name="connsiteX758" fmla="*/ 594792 w 891574"/>
                    <a:gd name="connsiteY758" fmla="*/ 715540 h 905696"/>
                    <a:gd name="connsiteX759" fmla="*/ 586376 w 891574"/>
                    <a:gd name="connsiteY759" fmla="*/ 712924 h 905696"/>
                    <a:gd name="connsiteX760" fmla="*/ 585172 w 891574"/>
                    <a:gd name="connsiteY760" fmla="*/ 709359 h 905696"/>
                    <a:gd name="connsiteX761" fmla="*/ 582938 w 891574"/>
                    <a:gd name="connsiteY761" fmla="*/ 709983 h 905696"/>
                    <a:gd name="connsiteX762" fmla="*/ 583065 w 891574"/>
                    <a:gd name="connsiteY762" fmla="*/ 712079 h 905696"/>
                    <a:gd name="connsiteX763" fmla="*/ 577648 w 891574"/>
                    <a:gd name="connsiteY763" fmla="*/ 710307 h 905696"/>
                    <a:gd name="connsiteX764" fmla="*/ 576942 w 891574"/>
                    <a:gd name="connsiteY764" fmla="*/ 712356 h 905696"/>
                    <a:gd name="connsiteX765" fmla="*/ 578620 w 891574"/>
                    <a:gd name="connsiteY765" fmla="*/ 710666 h 905696"/>
                    <a:gd name="connsiteX766" fmla="*/ 578516 w 891574"/>
                    <a:gd name="connsiteY766" fmla="*/ 711951 h 905696"/>
                    <a:gd name="connsiteX767" fmla="*/ 579778 w 891574"/>
                    <a:gd name="connsiteY767" fmla="*/ 711187 h 905696"/>
                    <a:gd name="connsiteX768" fmla="*/ 584894 w 891574"/>
                    <a:gd name="connsiteY768" fmla="*/ 713653 h 905696"/>
                    <a:gd name="connsiteX769" fmla="*/ 579280 w 891574"/>
                    <a:gd name="connsiteY769" fmla="*/ 712403 h 905696"/>
                    <a:gd name="connsiteX770" fmla="*/ 580935 w 891574"/>
                    <a:gd name="connsiteY770" fmla="*/ 713930 h 905696"/>
                    <a:gd name="connsiteX771" fmla="*/ 579870 w 891574"/>
                    <a:gd name="connsiteY771" fmla="*/ 715551 h 905696"/>
                    <a:gd name="connsiteX772" fmla="*/ 586619 w 891574"/>
                    <a:gd name="connsiteY772" fmla="*/ 715598 h 905696"/>
                    <a:gd name="connsiteX773" fmla="*/ 582996 w 891574"/>
                    <a:gd name="connsiteY773" fmla="*/ 719961 h 905696"/>
                    <a:gd name="connsiteX774" fmla="*/ 587047 w 891574"/>
                    <a:gd name="connsiteY774" fmla="*/ 716280 h 905696"/>
                    <a:gd name="connsiteX775" fmla="*/ 594792 w 891574"/>
                    <a:gd name="connsiteY775" fmla="*/ 719186 h 905696"/>
                    <a:gd name="connsiteX776" fmla="*/ 585462 w 891574"/>
                    <a:gd name="connsiteY776" fmla="*/ 727706 h 905696"/>
                    <a:gd name="connsiteX777" fmla="*/ 583401 w 891574"/>
                    <a:gd name="connsiteY777" fmla="*/ 727439 h 905696"/>
                    <a:gd name="connsiteX778" fmla="*/ 583088 w 891574"/>
                    <a:gd name="connsiteY778" fmla="*/ 725622 h 905696"/>
                    <a:gd name="connsiteX779" fmla="*/ 582162 w 891574"/>
                    <a:gd name="connsiteY779" fmla="*/ 725715 h 905696"/>
                    <a:gd name="connsiteX780" fmla="*/ 582012 w 891574"/>
                    <a:gd name="connsiteY780" fmla="*/ 727081 h 905696"/>
                    <a:gd name="connsiteX781" fmla="*/ 584119 w 891574"/>
                    <a:gd name="connsiteY781" fmla="*/ 729049 h 905696"/>
                    <a:gd name="connsiteX782" fmla="*/ 577763 w 891574"/>
                    <a:gd name="connsiteY782" fmla="*/ 730982 h 905696"/>
                    <a:gd name="connsiteX783" fmla="*/ 574198 w 891574"/>
                    <a:gd name="connsiteY783" fmla="*/ 731329 h 905696"/>
                    <a:gd name="connsiteX784" fmla="*/ 573249 w 891574"/>
                    <a:gd name="connsiteY784" fmla="*/ 729929 h 905696"/>
                    <a:gd name="connsiteX785" fmla="*/ 569139 w 891574"/>
                    <a:gd name="connsiteY785" fmla="*/ 731248 h 905696"/>
                    <a:gd name="connsiteX786" fmla="*/ 562090 w 891574"/>
                    <a:gd name="connsiteY786" fmla="*/ 727810 h 905696"/>
                    <a:gd name="connsiteX787" fmla="*/ 561083 w 891574"/>
                    <a:gd name="connsiteY787" fmla="*/ 732279 h 905696"/>
                    <a:gd name="connsiteX788" fmla="*/ 563815 w 891574"/>
                    <a:gd name="connsiteY788" fmla="*/ 730774 h 905696"/>
                    <a:gd name="connsiteX789" fmla="*/ 560955 w 891574"/>
                    <a:gd name="connsiteY789" fmla="*/ 732857 h 905696"/>
                    <a:gd name="connsiteX790" fmla="*/ 557216 w 891574"/>
                    <a:gd name="connsiteY790" fmla="*/ 731433 h 905696"/>
                    <a:gd name="connsiteX791" fmla="*/ 556452 w 891574"/>
                    <a:gd name="connsiteY791" fmla="*/ 728725 h 905696"/>
                    <a:gd name="connsiteX792" fmla="*/ 554380 w 891574"/>
                    <a:gd name="connsiteY792" fmla="*/ 731515 h 905696"/>
                    <a:gd name="connsiteX793" fmla="*/ 555839 w 891574"/>
                    <a:gd name="connsiteY793" fmla="*/ 731734 h 905696"/>
                    <a:gd name="connsiteX794" fmla="*/ 553466 w 891574"/>
                    <a:gd name="connsiteY794" fmla="*/ 731862 h 905696"/>
                    <a:gd name="connsiteX795" fmla="*/ 550537 w 891574"/>
                    <a:gd name="connsiteY795" fmla="*/ 729824 h 905696"/>
                    <a:gd name="connsiteX796" fmla="*/ 551614 w 891574"/>
                    <a:gd name="connsiteY796" fmla="*/ 732001 h 905696"/>
                    <a:gd name="connsiteX797" fmla="*/ 548777 w 891574"/>
                    <a:gd name="connsiteY797" fmla="*/ 734119 h 905696"/>
                    <a:gd name="connsiteX798" fmla="*/ 545039 w 891574"/>
                    <a:gd name="connsiteY798" fmla="*/ 733586 h 905696"/>
                    <a:gd name="connsiteX799" fmla="*/ 545096 w 891574"/>
                    <a:gd name="connsiteY799" fmla="*/ 735346 h 905696"/>
                    <a:gd name="connsiteX800" fmla="*/ 546902 w 891574"/>
                    <a:gd name="connsiteY800" fmla="*/ 734605 h 905696"/>
                    <a:gd name="connsiteX801" fmla="*/ 546069 w 891574"/>
                    <a:gd name="connsiteY801" fmla="*/ 736203 h 905696"/>
                    <a:gd name="connsiteX802" fmla="*/ 547701 w 891574"/>
                    <a:gd name="connsiteY802" fmla="*/ 735659 h 905696"/>
                    <a:gd name="connsiteX803" fmla="*/ 545039 w 891574"/>
                    <a:gd name="connsiteY803" fmla="*/ 736851 h 905696"/>
                    <a:gd name="connsiteX804" fmla="*/ 542365 w 891574"/>
                    <a:gd name="connsiteY804" fmla="*/ 735867 h 905696"/>
                    <a:gd name="connsiteX805" fmla="*/ 543140 w 891574"/>
                    <a:gd name="connsiteY805" fmla="*/ 737557 h 905696"/>
                    <a:gd name="connsiteX806" fmla="*/ 541728 w 891574"/>
                    <a:gd name="connsiteY806" fmla="*/ 737811 h 905696"/>
                    <a:gd name="connsiteX807" fmla="*/ 533300 w 891574"/>
                    <a:gd name="connsiteY807" fmla="*/ 733401 h 905696"/>
                    <a:gd name="connsiteX808" fmla="*/ 533995 w 891574"/>
                    <a:gd name="connsiteY808" fmla="*/ 735369 h 905696"/>
                    <a:gd name="connsiteX809" fmla="*/ 530846 w 891574"/>
                    <a:gd name="connsiteY809" fmla="*/ 741528 h 905696"/>
                    <a:gd name="connsiteX810" fmla="*/ 529596 w 891574"/>
                    <a:gd name="connsiteY810" fmla="*/ 739178 h 905696"/>
                    <a:gd name="connsiteX811" fmla="*/ 525070 w 891574"/>
                    <a:gd name="connsiteY811" fmla="*/ 736723 h 905696"/>
                    <a:gd name="connsiteX812" fmla="*/ 524931 w 891574"/>
                    <a:gd name="connsiteY812" fmla="*/ 737881 h 905696"/>
                    <a:gd name="connsiteX813" fmla="*/ 523751 w 891574"/>
                    <a:gd name="connsiteY813" fmla="*/ 736284 h 905696"/>
                    <a:gd name="connsiteX814" fmla="*/ 525198 w 891574"/>
                    <a:gd name="connsiteY814" fmla="*/ 734837 h 905696"/>
                    <a:gd name="connsiteX815" fmla="*/ 523299 w 891574"/>
                    <a:gd name="connsiteY815" fmla="*/ 736388 h 905696"/>
                    <a:gd name="connsiteX816" fmla="*/ 515972 w 891574"/>
                    <a:gd name="connsiteY816" fmla="*/ 733274 h 905696"/>
                    <a:gd name="connsiteX817" fmla="*/ 514698 w 891574"/>
                    <a:gd name="connsiteY817" fmla="*/ 730554 h 905696"/>
                    <a:gd name="connsiteX818" fmla="*/ 515485 w 891574"/>
                    <a:gd name="connsiteY818" fmla="*/ 733239 h 905696"/>
                    <a:gd name="connsiteX819" fmla="*/ 523831 w 891574"/>
                    <a:gd name="connsiteY819" fmla="*/ 737024 h 905696"/>
                    <a:gd name="connsiteX820" fmla="*/ 524654 w 891574"/>
                    <a:gd name="connsiteY820" fmla="*/ 738993 h 905696"/>
                    <a:gd name="connsiteX821" fmla="*/ 528589 w 891574"/>
                    <a:gd name="connsiteY821" fmla="*/ 740254 h 905696"/>
                    <a:gd name="connsiteX822" fmla="*/ 527941 w 891574"/>
                    <a:gd name="connsiteY822" fmla="*/ 742234 h 905696"/>
                    <a:gd name="connsiteX823" fmla="*/ 533474 w 891574"/>
                    <a:gd name="connsiteY823" fmla="*/ 746192 h 905696"/>
                    <a:gd name="connsiteX824" fmla="*/ 532826 w 891574"/>
                    <a:gd name="connsiteY824" fmla="*/ 747304 h 905696"/>
                    <a:gd name="connsiteX825" fmla="*/ 535025 w 891574"/>
                    <a:gd name="connsiteY825" fmla="*/ 747396 h 905696"/>
                    <a:gd name="connsiteX826" fmla="*/ 535570 w 891574"/>
                    <a:gd name="connsiteY826" fmla="*/ 745834 h 905696"/>
                    <a:gd name="connsiteX827" fmla="*/ 546323 w 891574"/>
                    <a:gd name="connsiteY827" fmla="*/ 748241 h 905696"/>
                    <a:gd name="connsiteX828" fmla="*/ 545247 w 891574"/>
                    <a:gd name="connsiteY828" fmla="*/ 751193 h 905696"/>
                    <a:gd name="connsiteX829" fmla="*/ 546717 w 891574"/>
                    <a:gd name="connsiteY829" fmla="*/ 748924 h 905696"/>
                    <a:gd name="connsiteX830" fmla="*/ 547898 w 891574"/>
                    <a:gd name="connsiteY830" fmla="*/ 750290 h 905696"/>
                    <a:gd name="connsiteX831" fmla="*/ 549148 w 891574"/>
                    <a:gd name="connsiteY831" fmla="*/ 748994 h 905696"/>
                    <a:gd name="connsiteX832" fmla="*/ 554485 w 891574"/>
                    <a:gd name="connsiteY832" fmla="*/ 749758 h 905696"/>
                    <a:gd name="connsiteX833" fmla="*/ 547597 w 891574"/>
                    <a:gd name="connsiteY833" fmla="*/ 754747 h 905696"/>
                    <a:gd name="connsiteX834" fmla="*/ 549322 w 891574"/>
                    <a:gd name="connsiteY834" fmla="*/ 757606 h 905696"/>
                    <a:gd name="connsiteX835" fmla="*/ 546671 w 891574"/>
                    <a:gd name="connsiteY835" fmla="*/ 758139 h 905696"/>
                    <a:gd name="connsiteX836" fmla="*/ 547238 w 891574"/>
                    <a:gd name="connsiteY836" fmla="*/ 760269 h 905696"/>
                    <a:gd name="connsiteX837" fmla="*/ 543522 w 891574"/>
                    <a:gd name="connsiteY837" fmla="*/ 758776 h 905696"/>
                    <a:gd name="connsiteX838" fmla="*/ 544958 w 891574"/>
                    <a:gd name="connsiteY838" fmla="*/ 760072 h 905696"/>
                    <a:gd name="connsiteX839" fmla="*/ 544379 w 891574"/>
                    <a:gd name="connsiteY839" fmla="*/ 761299 h 905696"/>
                    <a:gd name="connsiteX840" fmla="*/ 548372 w 891574"/>
                    <a:gd name="connsiteY840" fmla="*/ 761670 h 905696"/>
                    <a:gd name="connsiteX841" fmla="*/ 550132 w 891574"/>
                    <a:gd name="connsiteY841" fmla="*/ 759702 h 905696"/>
                    <a:gd name="connsiteX842" fmla="*/ 551035 w 891574"/>
                    <a:gd name="connsiteY842" fmla="*/ 754886 h 905696"/>
                    <a:gd name="connsiteX843" fmla="*/ 555723 w 891574"/>
                    <a:gd name="connsiteY843" fmla="*/ 753601 h 905696"/>
                    <a:gd name="connsiteX844" fmla="*/ 555908 w 891574"/>
                    <a:gd name="connsiteY844" fmla="*/ 758127 h 905696"/>
                    <a:gd name="connsiteX845" fmla="*/ 557321 w 891574"/>
                    <a:gd name="connsiteY845" fmla="*/ 760165 h 905696"/>
                    <a:gd name="connsiteX846" fmla="*/ 556476 w 891574"/>
                    <a:gd name="connsiteY846" fmla="*/ 761114 h 905696"/>
                    <a:gd name="connsiteX847" fmla="*/ 557459 w 891574"/>
                    <a:gd name="connsiteY847" fmla="*/ 761137 h 905696"/>
                    <a:gd name="connsiteX848" fmla="*/ 556487 w 891574"/>
                    <a:gd name="connsiteY848" fmla="*/ 761936 h 905696"/>
                    <a:gd name="connsiteX849" fmla="*/ 558270 w 891574"/>
                    <a:gd name="connsiteY849" fmla="*/ 763267 h 905696"/>
                    <a:gd name="connsiteX850" fmla="*/ 557726 w 891574"/>
                    <a:gd name="connsiteY850" fmla="*/ 761149 h 905696"/>
                    <a:gd name="connsiteX851" fmla="*/ 557679 w 891574"/>
                    <a:gd name="connsiteY851" fmla="*/ 760963 h 905696"/>
                    <a:gd name="connsiteX852" fmla="*/ 557564 w 891574"/>
                    <a:gd name="connsiteY852" fmla="*/ 760500 h 905696"/>
                    <a:gd name="connsiteX853" fmla="*/ 557448 w 891574"/>
                    <a:gd name="connsiteY853" fmla="*/ 760038 h 905696"/>
                    <a:gd name="connsiteX854" fmla="*/ 557321 w 891574"/>
                    <a:gd name="connsiteY854" fmla="*/ 759539 h 905696"/>
                    <a:gd name="connsiteX855" fmla="*/ 558698 w 891574"/>
                    <a:gd name="connsiteY855" fmla="*/ 758764 h 905696"/>
                    <a:gd name="connsiteX856" fmla="*/ 558270 w 891574"/>
                    <a:gd name="connsiteY856" fmla="*/ 758694 h 905696"/>
                    <a:gd name="connsiteX857" fmla="*/ 556568 w 891574"/>
                    <a:gd name="connsiteY857" fmla="*/ 758417 h 905696"/>
                    <a:gd name="connsiteX858" fmla="*/ 556915 w 891574"/>
                    <a:gd name="connsiteY858" fmla="*/ 753648 h 905696"/>
                    <a:gd name="connsiteX859" fmla="*/ 555457 w 891574"/>
                    <a:gd name="connsiteY859" fmla="*/ 752247 h 905696"/>
                    <a:gd name="connsiteX860" fmla="*/ 560400 w 891574"/>
                    <a:gd name="connsiteY860" fmla="*/ 749666 h 905696"/>
                    <a:gd name="connsiteX861" fmla="*/ 562206 w 891574"/>
                    <a:gd name="connsiteY861" fmla="*/ 750672 h 905696"/>
                    <a:gd name="connsiteX862" fmla="*/ 562368 w 891574"/>
                    <a:gd name="connsiteY862" fmla="*/ 749052 h 905696"/>
                    <a:gd name="connsiteX863" fmla="*/ 564856 w 891574"/>
                    <a:gd name="connsiteY863" fmla="*/ 749608 h 905696"/>
                    <a:gd name="connsiteX864" fmla="*/ 562333 w 891574"/>
                    <a:gd name="connsiteY864" fmla="*/ 748323 h 905696"/>
                    <a:gd name="connsiteX865" fmla="*/ 563664 w 891574"/>
                    <a:gd name="connsiteY865" fmla="*/ 743426 h 905696"/>
                    <a:gd name="connsiteX866" fmla="*/ 567669 w 891574"/>
                    <a:gd name="connsiteY866" fmla="*/ 743704 h 905696"/>
                    <a:gd name="connsiteX867" fmla="*/ 572647 w 891574"/>
                    <a:gd name="connsiteY867" fmla="*/ 741574 h 905696"/>
                    <a:gd name="connsiteX868" fmla="*/ 578064 w 891574"/>
                    <a:gd name="connsiteY868" fmla="*/ 744954 h 905696"/>
                    <a:gd name="connsiteX869" fmla="*/ 583158 w 891574"/>
                    <a:gd name="connsiteY869" fmla="*/ 744329 h 905696"/>
                    <a:gd name="connsiteX870" fmla="*/ 584292 w 891574"/>
                    <a:gd name="connsiteY870" fmla="*/ 744121 h 905696"/>
                    <a:gd name="connsiteX871" fmla="*/ 592824 w 891574"/>
                    <a:gd name="connsiteY871" fmla="*/ 738391 h 905696"/>
                    <a:gd name="connsiteX872" fmla="*/ 596667 w 891574"/>
                    <a:gd name="connsiteY872" fmla="*/ 733621 h 905696"/>
                    <a:gd name="connsiteX873" fmla="*/ 598079 w 891574"/>
                    <a:gd name="connsiteY873" fmla="*/ 728655 h 905696"/>
                    <a:gd name="connsiteX874" fmla="*/ 599827 w 891574"/>
                    <a:gd name="connsiteY874" fmla="*/ 727428 h 905696"/>
                    <a:gd name="connsiteX875" fmla="*/ 601216 w 891574"/>
                    <a:gd name="connsiteY875" fmla="*/ 726444 h 905696"/>
                    <a:gd name="connsiteX876" fmla="*/ 611438 w 891574"/>
                    <a:gd name="connsiteY876" fmla="*/ 724141 h 905696"/>
                    <a:gd name="connsiteX877" fmla="*/ 617110 w 891574"/>
                    <a:gd name="connsiteY877" fmla="*/ 728806 h 905696"/>
                    <a:gd name="connsiteX878" fmla="*/ 620178 w 891574"/>
                    <a:gd name="connsiteY878" fmla="*/ 733957 h 905696"/>
                    <a:gd name="connsiteX879" fmla="*/ 620409 w 891574"/>
                    <a:gd name="connsiteY879" fmla="*/ 738634 h 905696"/>
                    <a:gd name="connsiteX880" fmla="*/ 616902 w 891574"/>
                    <a:gd name="connsiteY880" fmla="*/ 753046 h 905696"/>
                    <a:gd name="connsiteX881" fmla="*/ 621115 w 891574"/>
                    <a:gd name="connsiteY881" fmla="*/ 761786 h 905696"/>
                    <a:gd name="connsiteX882" fmla="*/ 618800 w 891574"/>
                    <a:gd name="connsiteY882" fmla="*/ 768476 h 905696"/>
                    <a:gd name="connsiteX883" fmla="*/ 618788 w 891574"/>
                    <a:gd name="connsiteY883" fmla="*/ 774588 h 905696"/>
                    <a:gd name="connsiteX884" fmla="*/ 618788 w 891574"/>
                    <a:gd name="connsiteY884" fmla="*/ 775364 h 905696"/>
                    <a:gd name="connsiteX885" fmla="*/ 616381 w 891574"/>
                    <a:gd name="connsiteY885" fmla="*/ 775155 h 905696"/>
                    <a:gd name="connsiteX886" fmla="*/ 618661 w 891574"/>
                    <a:gd name="connsiteY886" fmla="*/ 775538 h 905696"/>
                    <a:gd name="connsiteX887" fmla="*/ 616728 w 891574"/>
                    <a:gd name="connsiteY887" fmla="*/ 775769 h 905696"/>
                    <a:gd name="connsiteX888" fmla="*/ 618001 w 891574"/>
                    <a:gd name="connsiteY888" fmla="*/ 776209 h 905696"/>
                    <a:gd name="connsiteX889" fmla="*/ 616195 w 891574"/>
                    <a:gd name="connsiteY889" fmla="*/ 778698 h 905696"/>
                    <a:gd name="connsiteX890" fmla="*/ 617793 w 891574"/>
                    <a:gd name="connsiteY890" fmla="*/ 777864 h 905696"/>
                    <a:gd name="connsiteX891" fmla="*/ 617990 w 891574"/>
                    <a:gd name="connsiteY891" fmla="*/ 778987 h 905696"/>
                    <a:gd name="connsiteX892" fmla="*/ 616033 w 891574"/>
                    <a:gd name="connsiteY892" fmla="*/ 779450 h 905696"/>
                    <a:gd name="connsiteX893" fmla="*/ 617920 w 891574"/>
                    <a:gd name="connsiteY893" fmla="*/ 779068 h 905696"/>
                    <a:gd name="connsiteX894" fmla="*/ 617249 w 891574"/>
                    <a:gd name="connsiteY894" fmla="*/ 780538 h 905696"/>
                    <a:gd name="connsiteX895" fmla="*/ 617504 w 891574"/>
                    <a:gd name="connsiteY895" fmla="*/ 789752 h 905696"/>
                    <a:gd name="connsiteX896" fmla="*/ 613811 w 891574"/>
                    <a:gd name="connsiteY896" fmla="*/ 794175 h 905696"/>
                    <a:gd name="connsiteX897" fmla="*/ 609875 w 891574"/>
                    <a:gd name="connsiteY897" fmla="*/ 796235 h 905696"/>
                    <a:gd name="connsiteX898" fmla="*/ 605036 w 891574"/>
                    <a:gd name="connsiteY898" fmla="*/ 798203 h 905696"/>
                    <a:gd name="connsiteX899" fmla="*/ 601286 w 891574"/>
                    <a:gd name="connsiteY899" fmla="*/ 797578 h 905696"/>
                    <a:gd name="connsiteX900" fmla="*/ 599827 w 891574"/>
                    <a:gd name="connsiteY900" fmla="*/ 797844 h 905696"/>
                    <a:gd name="connsiteX901" fmla="*/ 589490 w 891574"/>
                    <a:gd name="connsiteY901" fmla="*/ 799685 h 905696"/>
                    <a:gd name="connsiteX902" fmla="*/ 581699 w 891574"/>
                    <a:gd name="connsiteY902" fmla="*/ 798330 h 905696"/>
                    <a:gd name="connsiteX903" fmla="*/ 576027 w 891574"/>
                    <a:gd name="connsiteY903" fmla="*/ 799106 h 905696"/>
                    <a:gd name="connsiteX904" fmla="*/ 569186 w 891574"/>
                    <a:gd name="connsiteY904" fmla="*/ 797601 h 905696"/>
                    <a:gd name="connsiteX905" fmla="*/ 568607 w 891574"/>
                    <a:gd name="connsiteY905" fmla="*/ 795703 h 905696"/>
                    <a:gd name="connsiteX906" fmla="*/ 568653 w 891574"/>
                    <a:gd name="connsiteY906" fmla="*/ 797763 h 905696"/>
                    <a:gd name="connsiteX907" fmla="*/ 565817 w 891574"/>
                    <a:gd name="connsiteY907" fmla="*/ 798076 h 905696"/>
                    <a:gd name="connsiteX908" fmla="*/ 558756 w 891574"/>
                    <a:gd name="connsiteY908" fmla="*/ 792160 h 905696"/>
                    <a:gd name="connsiteX909" fmla="*/ 553257 w 891574"/>
                    <a:gd name="connsiteY909" fmla="*/ 787588 h 905696"/>
                    <a:gd name="connsiteX910" fmla="*/ 547261 w 891574"/>
                    <a:gd name="connsiteY910" fmla="*/ 788317 h 905696"/>
                    <a:gd name="connsiteX911" fmla="*/ 547493 w 891574"/>
                    <a:gd name="connsiteY911" fmla="*/ 786928 h 905696"/>
                    <a:gd name="connsiteX912" fmla="*/ 546046 w 891574"/>
                    <a:gd name="connsiteY912" fmla="*/ 789579 h 905696"/>
                    <a:gd name="connsiteX913" fmla="*/ 536843 w 891574"/>
                    <a:gd name="connsiteY913" fmla="*/ 788885 h 905696"/>
                    <a:gd name="connsiteX914" fmla="*/ 534759 w 891574"/>
                    <a:gd name="connsiteY914" fmla="*/ 790771 h 905696"/>
                    <a:gd name="connsiteX915" fmla="*/ 534123 w 891574"/>
                    <a:gd name="connsiteY915" fmla="*/ 792600 h 905696"/>
                    <a:gd name="connsiteX916" fmla="*/ 534088 w 891574"/>
                    <a:gd name="connsiteY916" fmla="*/ 792693 h 905696"/>
                    <a:gd name="connsiteX917" fmla="*/ 533775 w 891574"/>
                    <a:gd name="connsiteY917" fmla="*/ 792612 h 905696"/>
                    <a:gd name="connsiteX918" fmla="*/ 529238 w 891574"/>
                    <a:gd name="connsiteY918" fmla="*/ 791373 h 905696"/>
                    <a:gd name="connsiteX919" fmla="*/ 527849 w 891574"/>
                    <a:gd name="connsiteY919" fmla="*/ 792739 h 905696"/>
                    <a:gd name="connsiteX920" fmla="*/ 516921 w 891574"/>
                    <a:gd name="connsiteY920" fmla="*/ 793156 h 905696"/>
                    <a:gd name="connsiteX921" fmla="*/ 515995 w 891574"/>
                    <a:gd name="connsiteY921" fmla="*/ 789614 h 905696"/>
                    <a:gd name="connsiteX922" fmla="*/ 517800 w 891574"/>
                    <a:gd name="connsiteY922" fmla="*/ 790169 h 905696"/>
                    <a:gd name="connsiteX923" fmla="*/ 518460 w 891574"/>
                    <a:gd name="connsiteY923" fmla="*/ 789810 h 905696"/>
                    <a:gd name="connsiteX924" fmla="*/ 512522 w 891574"/>
                    <a:gd name="connsiteY924" fmla="*/ 787518 h 905696"/>
                    <a:gd name="connsiteX925" fmla="*/ 512394 w 891574"/>
                    <a:gd name="connsiteY925" fmla="*/ 786581 h 905696"/>
                    <a:gd name="connsiteX926" fmla="*/ 512047 w 891574"/>
                    <a:gd name="connsiteY926" fmla="*/ 788004 h 905696"/>
                    <a:gd name="connsiteX927" fmla="*/ 515451 w 891574"/>
                    <a:gd name="connsiteY927" fmla="*/ 789405 h 905696"/>
                    <a:gd name="connsiteX928" fmla="*/ 515358 w 891574"/>
                    <a:gd name="connsiteY928" fmla="*/ 792704 h 905696"/>
                    <a:gd name="connsiteX929" fmla="*/ 504940 w 891574"/>
                    <a:gd name="connsiteY929" fmla="*/ 792056 h 905696"/>
                    <a:gd name="connsiteX930" fmla="*/ 504708 w 891574"/>
                    <a:gd name="connsiteY930" fmla="*/ 790876 h 905696"/>
                    <a:gd name="connsiteX931" fmla="*/ 504615 w 891574"/>
                    <a:gd name="connsiteY931" fmla="*/ 791883 h 905696"/>
                    <a:gd name="connsiteX932" fmla="*/ 504569 w 891574"/>
                    <a:gd name="connsiteY932" fmla="*/ 792288 h 905696"/>
                    <a:gd name="connsiteX933" fmla="*/ 505310 w 891574"/>
                    <a:gd name="connsiteY933" fmla="*/ 793237 h 905696"/>
                    <a:gd name="connsiteX934" fmla="*/ 511295 w 891574"/>
                    <a:gd name="connsiteY934" fmla="*/ 793527 h 905696"/>
                    <a:gd name="connsiteX935" fmla="*/ 509883 w 891574"/>
                    <a:gd name="connsiteY935" fmla="*/ 795969 h 905696"/>
                    <a:gd name="connsiteX936" fmla="*/ 504129 w 891574"/>
                    <a:gd name="connsiteY936" fmla="*/ 795703 h 905696"/>
                    <a:gd name="connsiteX937" fmla="*/ 497195 w 891574"/>
                    <a:gd name="connsiteY937" fmla="*/ 798087 h 905696"/>
                    <a:gd name="connsiteX938" fmla="*/ 495169 w 891574"/>
                    <a:gd name="connsiteY938" fmla="*/ 793422 h 905696"/>
                    <a:gd name="connsiteX939" fmla="*/ 496732 w 891574"/>
                    <a:gd name="connsiteY939" fmla="*/ 798145 h 905696"/>
                    <a:gd name="connsiteX940" fmla="*/ 494116 w 891574"/>
                    <a:gd name="connsiteY940" fmla="*/ 797045 h 905696"/>
                    <a:gd name="connsiteX941" fmla="*/ 493399 w 891574"/>
                    <a:gd name="connsiteY941" fmla="*/ 796744 h 905696"/>
                    <a:gd name="connsiteX942" fmla="*/ 489567 w 891574"/>
                    <a:gd name="connsiteY942" fmla="*/ 797567 h 905696"/>
                    <a:gd name="connsiteX943" fmla="*/ 489359 w 891574"/>
                    <a:gd name="connsiteY943" fmla="*/ 802046 h 905696"/>
                    <a:gd name="connsiteX944" fmla="*/ 489116 w 891574"/>
                    <a:gd name="connsiteY944" fmla="*/ 801977 h 905696"/>
                    <a:gd name="connsiteX945" fmla="*/ 486279 w 891574"/>
                    <a:gd name="connsiteY945" fmla="*/ 801178 h 905696"/>
                    <a:gd name="connsiteX946" fmla="*/ 485481 w 891574"/>
                    <a:gd name="connsiteY946" fmla="*/ 801699 h 905696"/>
                    <a:gd name="connsiteX947" fmla="*/ 483906 w 891574"/>
                    <a:gd name="connsiteY947" fmla="*/ 802717 h 905696"/>
                    <a:gd name="connsiteX948" fmla="*/ 484010 w 891574"/>
                    <a:gd name="connsiteY948" fmla="*/ 802868 h 905696"/>
                    <a:gd name="connsiteX949" fmla="*/ 486465 w 891574"/>
                    <a:gd name="connsiteY949" fmla="*/ 801433 h 905696"/>
                    <a:gd name="connsiteX950" fmla="*/ 489590 w 891574"/>
                    <a:gd name="connsiteY950" fmla="*/ 802579 h 905696"/>
                    <a:gd name="connsiteX951" fmla="*/ 489636 w 891574"/>
                    <a:gd name="connsiteY951" fmla="*/ 802116 h 905696"/>
                    <a:gd name="connsiteX952" fmla="*/ 489822 w 891574"/>
                    <a:gd name="connsiteY952" fmla="*/ 800124 h 905696"/>
                    <a:gd name="connsiteX953" fmla="*/ 490007 w 891574"/>
                    <a:gd name="connsiteY953" fmla="*/ 798018 h 905696"/>
                    <a:gd name="connsiteX954" fmla="*/ 494116 w 891574"/>
                    <a:gd name="connsiteY954" fmla="*/ 798423 h 905696"/>
                    <a:gd name="connsiteX955" fmla="*/ 496223 w 891574"/>
                    <a:gd name="connsiteY955" fmla="*/ 798643 h 905696"/>
                    <a:gd name="connsiteX956" fmla="*/ 496767 w 891574"/>
                    <a:gd name="connsiteY956" fmla="*/ 798539 h 905696"/>
                    <a:gd name="connsiteX957" fmla="*/ 497230 w 891574"/>
                    <a:gd name="connsiteY957" fmla="*/ 798458 h 905696"/>
                    <a:gd name="connsiteX958" fmla="*/ 507926 w 891574"/>
                    <a:gd name="connsiteY958" fmla="*/ 796606 h 905696"/>
                    <a:gd name="connsiteX959" fmla="*/ 511688 w 891574"/>
                    <a:gd name="connsiteY959" fmla="*/ 797497 h 905696"/>
                    <a:gd name="connsiteX960" fmla="*/ 511434 w 891574"/>
                    <a:gd name="connsiteY960" fmla="*/ 795471 h 905696"/>
                    <a:gd name="connsiteX961" fmla="*/ 513101 w 891574"/>
                    <a:gd name="connsiteY961" fmla="*/ 793932 h 905696"/>
                    <a:gd name="connsiteX962" fmla="*/ 514756 w 891574"/>
                    <a:gd name="connsiteY962" fmla="*/ 795054 h 905696"/>
                    <a:gd name="connsiteX963" fmla="*/ 515080 w 891574"/>
                    <a:gd name="connsiteY963" fmla="*/ 794256 h 905696"/>
                    <a:gd name="connsiteX964" fmla="*/ 519699 w 891574"/>
                    <a:gd name="connsiteY964" fmla="*/ 795251 h 905696"/>
                    <a:gd name="connsiteX965" fmla="*/ 538845 w 891574"/>
                    <a:gd name="connsiteY965" fmla="*/ 793063 h 905696"/>
                    <a:gd name="connsiteX966" fmla="*/ 544691 w 891574"/>
                    <a:gd name="connsiteY966" fmla="*/ 795946 h 905696"/>
                    <a:gd name="connsiteX967" fmla="*/ 549785 w 891574"/>
                    <a:gd name="connsiteY967" fmla="*/ 795170 h 905696"/>
                    <a:gd name="connsiteX968" fmla="*/ 554218 w 891574"/>
                    <a:gd name="connsiteY968" fmla="*/ 791837 h 905696"/>
                    <a:gd name="connsiteX969" fmla="*/ 561928 w 891574"/>
                    <a:gd name="connsiteY969" fmla="*/ 798944 h 905696"/>
                    <a:gd name="connsiteX970" fmla="*/ 560238 w 891574"/>
                    <a:gd name="connsiteY970" fmla="*/ 802231 h 905696"/>
                    <a:gd name="connsiteX971" fmla="*/ 562194 w 891574"/>
                    <a:gd name="connsiteY971" fmla="*/ 799337 h 905696"/>
                    <a:gd name="connsiteX972" fmla="*/ 591874 w 891574"/>
                    <a:gd name="connsiteY972" fmla="*/ 802926 h 905696"/>
                    <a:gd name="connsiteX973" fmla="*/ 592395 w 891574"/>
                    <a:gd name="connsiteY973" fmla="*/ 812523 h 905696"/>
                    <a:gd name="connsiteX974" fmla="*/ 591145 w 891574"/>
                    <a:gd name="connsiteY974" fmla="*/ 814444 h 905696"/>
                    <a:gd name="connsiteX975" fmla="*/ 575958 w 891574"/>
                    <a:gd name="connsiteY975" fmla="*/ 813448 h 905696"/>
                    <a:gd name="connsiteX976" fmla="*/ 574245 w 891574"/>
                    <a:gd name="connsiteY976" fmla="*/ 810867 h 905696"/>
                    <a:gd name="connsiteX977" fmla="*/ 567438 w 891574"/>
                    <a:gd name="connsiteY977" fmla="*/ 804361 h 905696"/>
                    <a:gd name="connsiteX978" fmla="*/ 562518 w 891574"/>
                    <a:gd name="connsiteY978" fmla="*/ 805288 h 905696"/>
                    <a:gd name="connsiteX979" fmla="*/ 559624 w 891574"/>
                    <a:gd name="connsiteY979" fmla="*/ 807927 h 905696"/>
                    <a:gd name="connsiteX980" fmla="*/ 567195 w 891574"/>
                    <a:gd name="connsiteY980" fmla="*/ 804940 h 905696"/>
                    <a:gd name="connsiteX981" fmla="*/ 568086 w 891574"/>
                    <a:gd name="connsiteY981" fmla="*/ 807359 h 905696"/>
                    <a:gd name="connsiteX982" fmla="*/ 573527 w 891574"/>
                    <a:gd name="connsiteY982" fmla="*/ 810855 h 905696"/>
                    <a:gd name="connsiteX983" fmla="*/ 574082 w 891574"/>
                    <a:gd name="connsiteY983" fmla="*/ 811457 h 905696"/>
                    <a:gd name="connsiteX984" fmla="*/ 575228 w 891574"/>
                    <a:gd name="connsiteY984" fmla="*/ 814143 h 905696"/>
                    <a:gd name="connsiteX985" fmla="*/ 569973 w 891574"/>
                    <a:gd name="connsiteY985" fmla="*/ 819213 h 905696"/>
                    <a:gd name="connsiteX986" fmla="*/ 555607 w 891574"/>
                    <a:gd name="connsiteY986" fmla="*/ 823357 h 905696"/>
                    <a:gd name="connsiteX987" fmla="*/ 551706 w 891574"/>
                    <a:gd name="connsiteY987" fmla="*/ 820626 h 905696"/>
                    <a:gd name="connsiteX988" fmla="*/ 550583 w 891574"/>
                    <a:gd name="connsiteY988" fmla="*/ 821679 h 905696"/>
                    <a:gd name="connsiteX989" fmla="*/ 553790 w 891574"/>
                    <a:gd name="connsiteY989" fmla="*/ 822536 h 905696"/>
                    <a:gd name="connsiteX990" fmla="*/ 553408 w 891574"/>
                    <a:gd name="connsiteY990" fmla="*/ 825024 h 905696"/>
                    <a:gd name="connsiteX991" fmla="*/ 540015 w 891574"/>
                    <a:gd name="connsiteY991" fmla="*/ 825939 h 905696"/>
                    <a:gd name="connsiteX992" fmla="*/ 541450 w 891574"/>
                    <a:gd name="connsiteY992" fmla="*/ 827467 h 905696"/>
                    <a:gd name="connsiteX993" fmla="*/ 539818 w 891574"/>
                    <a:gd name="connsiteY993" fmla="*/ 828173 h 905696"/>
                    <a:gd name="connsiteX994" fmla="*/ 539644 w 891574"/>
                    <a:gd name="connsiteY994" fmla="*/ 828369 h 905696"/>
                    <a:gd name="connsiteX995" fmla="*/ 537179 w 891574"/>
                    <a:gd name="connsiteY995" fmla="*/ 830268 h 905696"/>
                    <a:gd name="connsiteX996" fmla="*/ 549507 w 891574"/>
                    <a:gd name="connsiteY996" fmla="*/ 825823 h 905696"/>
                    <a:gd name="connsiteX997" fmla="*/ 553917 w 891574"/>
                    <a:gd name="connsiteY997" fmla="*/ 825962 h 905696"/>
                    <a:gd name="connsiteX998" fmla="*/ 554450 w 891574"/>
                    <a:gd name="connsiteY998" fmla="*/ 827444 h 905696"/>
                    <a:gd name="connsiteX999" fmla="*/ 555665 w 891574"/>
                    <a:gd name="connsiteY999" fmla="*/ 824931 h 905696"/>
                    <a:gd name="connsiteX1000" fmla="*/ 570644 w 891574"/>
                    <a:gd name="connsiteY1000" fmla="*/ 821077 h 905696"/>
                    <a:gd name="connsiteX1001" fmla="*/ 571119 w 891574"/>
                    <a:gd name="connsiteY1001" fmla="*/ 824828 h 905696"/>
                    <a:gd name="connsiteX1002" fmla="*/ 566326 w 891574"/>
                    <a:gd name="connsiteY1002" fmla="*/ 827004 h 905696"/>
                    <a:gd name="connsiteX1003" fmla="*/ 568121 w 891574"/>
                    <a:gd name="connsiteY1003" fmla="*/ 829573 h 905696"/>
                    <a:gd name="connsiteX1004" fmla="*/ 568468 w 891574"/>
                    <a:gd name="connsiteY1004" fmla="*/ 830083 h 905696"/>
                    <a:gd name="connsiteX1005" fmla="*/ 569302 w 891574"/>
                    <a:gd name="connsiteY1005" fmla="*/ 831287 h 905696"/>
                    <a:gd name="connsiteX1006" fmla="*/ 563699 w 891574"/>
                    <a:gd name="connsiteY1006" fmla="*/ 832780 h 905696"/>
                    <a:gd name="connsiteX1007" fmla="*/ 567079 w 891574"/>
                    <a:gd name="connsiteY1007" fmla="*/ 833324 h 905696"/>
                    <a:gd name="connsiteX1008" fmla="*/ 570610 w 891574"/>
                    <a:gd name="connsiteY1008" fmla="*/ 831078 h 905696"/>
                    <a:gd name="connsiteX1009" fmla="*/ 568700 w 891574"/>
                    <a:gd name="connsiteY1009" fmla="*/ 829932 h 905696"/>
                    <a:gd name="connsiteX1010" fmla="*/ 569498 w 891574"/>
                    <a:gd name="connsiteY1010" fmla="*/ 829388 h 905696"/>
                    <a:gd name="connsiteX1011" fmla="*/ 571432 w 891574"/>
                    <a:gd name="connsiteY1011" fmla="*/ 830743 h 905696"/>
                    <a:gd name="connsiteX1012" fmla="*/ 570297 w 891574"/>
                    <a:gd name="connsiteY1012" fmla="*/ 832213 h 905696"/>
                    <a:gd name="connsiteX1013" fmla="*/ 571929 w 891574"/>
                    <a:gd name="connsiteY1013" fmla="*/ 832202 h 905696"/>
                    <a:gd name="connsiteX1014" fmla="*/ 572485 w 891574"/>
                    <a:gd name="connsiteY1014" fmla="*/ 830604 h 905696"/>
                    <a:gd name="connsiteX1015" fmla="*/ 567160 w 891574"/>
                    <a:gd name="connsiteY1015" fmla="*/ 827999 h 905696"/>
                    <a:gd name="connsiteX1016" fmla="*/ 571605 w 891574"/>
                    <a:gd name="connsiteY1016" fmla="*/ 825395 h 905696"/>
                    <a:gd name="connsiteX1017" fmla="*/ 573978 w 891574"/>
                    <a:gd name="connsiteY1017" fmla="*/ 826645 h 905696"/>
                    <a:gd name="connsiteX1018" fmla="*/ 576675 w 891574"/>
                    <a:gd name="connsiteY1018" fmla="*/ 833649 h 905696"/>
                    <a:gd name="connsiteX1019" fmla="*/ 575610 w 891574"/>
                    <a:gd name="connsiteY1019" fmla="*/ 834598 h 905696"/>
                    <a:gd name="connsiteX1020" fmla="*/ 578030 w 891574"/>
                    <a:gd name="connsiteY1020" fmla="*/ 834065 h 905696"/>
                    <a:gd name="connsiteX1021" fmla="*/ 579951 w 891574"/>
                    <a:gd name="connsiteY1021" fmla="*/ 836948 h 905696"/>
                    <a:gd name="connsiteX1022" fmla="*/ 583841 w 891574"/>
                    <a:gd name="connsiteY1022" fmla="*/ 835859 h 905696"/>
                    <a:gd name="connsiteX1023" fmla="*/ 587765 w 891574"/>
                    <a:gd name="connsiteY1023" fmla="*/ 838175 h 905696"/>
                    <a:gd name="connsiteX1024" fmla="*/ 587024 w 891574"/>
                    <a:gd name="connsiteY1024" fmla="*/ 840941 h 905696"/>
                    <a:gd name="connsiteX1025" fmla="*/ 577300 w 891574"/>
                    <a:gd name="connsiteY1025" fmla="*/ 847574 h 905696"/>
                    <a:gd name="connsiteX1026" fmla="*/ 577266 w 891574"/>
                    <a:gd name="connsiteY1026" fmla="*/ 847609 h 905696"/>
                    <a:gd name="connsiteX1027" fmla="*/ 565458 w 891574"/>
                    <a:gd name="connsiteY1027" fmla="*/ 859115 h 905696"/>
                    <a:gd name="connsiteX1028" fmla="*/ 561326 w 891574"/>
                    <a:gd name="connsiteY1028" fmla="*/ 858745 h 905696"/>
                    <a:gd name="connsiteX1029" fmla="*/ 558224 w 891574"/>
                    <a:gd name="connsiteY1029" fmla="*/ 857240 h 905696"/>
                    <a:gd name="connsiteX1030" fmla="*/ 544668 w 891574"/>
                    <a:gd name="connsiteY1030" fmla="*/ 854995 h 905696"/>
                    <a:gd name="connsiteX1031" fmla="*/ 540559 w 891574"/>
                    <a:gd name="connsiteY1031" fmla="*/ 853733 h 905696"/>
                    <a:gd name="connsiteX1032" fmla="*/ 528566 w 891574"/>
                    <a:gd name="connsiteY1032" fmla="*/ 852540 h 905696"/>
                    <a:gd name="connsiteX1033" fmla="*/ 522199 w 891574"/>
                    <a:gd name="connsiteY1033" fmla="*/ 851128 h 905696"/>
                    <a:gd name="connsiteX1034" fmla="*/ 510971 w 891574"/>
                    <a:gd name="connsiteY1034" fmla="*/ 850353 h 905696"/>
                    <a:gd name="connsiteX1035" fmla="*/ 506248 w 891574"/>
                    <a:gd name="connsiteY1035" fmla="*/ 851765 h 905696"/>
                    <a:gd name="connsiteX1036" fmla="*/ 505634 w 891574"/>
                    <a:gd name="connsiteY1036" fmla="*/ 851950 h 905696"/>
                    <a:gd name="connsiteX1037" fmla="*/ 499453 w 891574"/>
                    <a:gd name="connsiteY1037" fmla="*/ 853825 h 905696"/>
                    <a:gd name="connsiteX1038" fmla="*/ 494116 w 891574"/>
                    <a:gd name="connsiteY1038" fmla="*/ 852471 h 905696"/>
                    <a:gd name="connsiteX1039" fmla="*/ 491720 w 891574"/>
                    <a:gd name="connsiteY1039" fmla="*/ 851858 h 905696"/>
                    <a:gd name="connsiteX1040" fmla="*/ 483513 w 891574"/>
                    <a:gd name="connsiteY1040" fmla="*/ 850283 h 905696"/>
                    <a:gd name="connsiteX1041" fmla="*/ 476868 w 891574"/>
                    <a:gd name="connsiteY1041" fmla="*/ 847123 h 905696"/>
                    <a:gd name="connsiteX1042" fmla="*/ 476104 w 891574"/>
                    <a:gd name="connsiteY1042" fmla="*/ 847030 h 905696"/>
                    <a:gd name="connsiteX1043" fmla="*/ 475699 w 891574"/>
                    <a:gd name="connsiteY1043" fmla="*/ 847921 h 905696"/>
                    <a:gd name="connsiteX1044" fmla="*/ 475676 w 891574"/>
                    <a:gd name="connsiteY1044" fmla="*/ 847968 h 905696"/>
                    <a:gd name="connsiteX1045" fmla="*/ 475398 w 891574"/>
                    <a:gd name="connsiteY1045" fmla="*/ 854659 h 905696"/>
                    <a:gd name="connsiteX1046" fmla="*/ 472678 w 891574"/>
                    <a:gd name="connsiteY1046" fmla="*/ 856997 h 905696"/>
                    <a:gd name="connsiteX1047" fmla="*/ 468580 w 891574"/>
                    <a:gd name="connsiteY1047" fmla="*/ 855909 h 905696"/>
                    <a:gd name="connsiteX1048" fmla="*/ 467191 w 891574"/>
                    <a:gd name="connsiteY1048" fmla="*/ 856904 h 905696"/>
                    <a:gd name="connsiteX1049" fmla="*/ 465165 w 891574"/>
                    <a:gd name="connsiteY1049" fmla="*/ 856870 h 905696"/>
                    <a:gd name="connsiteX1050" fmla="*/ 464598 w 891574"/>
                    <a:gd name="connsiteY1050" fmla="*/ 856858 h 905696"/>
                    <a:gd name="connsiteX1051" fmla="*/ 462688 w 891574"/>
                    <a:gd name="connsiteY1051" fmla="*/ 857298 h 905696"/>
                    <a:gd name="connsiteX1052" fmla="*/ 463070 w 891574"/>
                    <a:gd name="connsiteY1052" fmla="*/ 854751 h 905696"/>
                    <a:gd name="connsiteX1053" fmla="*/ 462942 w 891574"/>
                    <a:gd name="connsiteY1053" fmla="*/ 854300 h 905696"/>
                    <a:gd name="connsiteX1054" fmla="*/ 461773 w 891574"/>
                    <a:gd name="connsiteY1054" fmla="*/ 850086 h 905696"/>
                    <a:gd name="connsiteX1055" fmla="*/ 458139 w 891574"/>
                    <a:gd name="connsiteY1055" fmla="*/ 847180 h 905696"/>
                    <a:gd name="connsiteX1056" fmla="*/ 460442 w 891574"/>
                    <a:gd name="connsiteY1056" fmla="*/ 844495 h 905696"/>
                    <a:gd name="connsiteX1057" fmla="*/ 457930 w 891574"/>
                    <a:gd name="connsiteY1057" fmla="*/ 847111 h 905696"/>
                    <a:gd name="connsiteX1058" fmla="*/ 459458 w 891574"/>
                    <a:gd name="connsiteY1058" fmla="*/ 849160 h 905696"/>
                    <a:gd name="connsiteX1059" fmla="*/ 456830 w 891574"/>
                    <a:gd name="connsiteY1059" fmla="*/ 847123 h 905696"/>
                    <a:gd name="connsiteX1060" fmla="*/ 459006 w 891574"/>
                    <a:gd name="connsiteY1060" fmla="*/ 842469 h 905696"/>
                    <a:gd name="connsiteX1061" fmla="*/ 457363 w 891574"/>
                    <a:gd name="connsiteY1061" fmla="*/ 844726 h 905696"/>
                    <a:gd name="connsiteX1062" fmla="*/ 455754 w 891574"/>
                    <a:gd name="connsiteY1062" fmla="*/ 842955 h 905696"/>
                    <a:gd name="connsiteX1063" fmla="*/ 456796 w 891574"/>
                    <a:gd name="connsiteY1063" fmla="*/ 848130 h 905696"/>
                    <a:gd name="connsiteX1064" fmla="*/ 460928 w 891574"/>
                    <a:gd name="connsiteY1064" fmla="*/ 850086 h 905696"/>
                    <a:gd name="connsiteX1065" fmla="*/ 462178 w 891574"/>
                    <a:gd name="connsiteY1065" fmla="*/ 853420 h 905696"/>
                    <a:gd name="connsiteX1066" fmla="*/ 462259 w 891574"/>
                    <a:gd name="connsiteY1066" fmla="*/ 853617 h 905696"/>
                    <a:gd name="connsiteX1067" fmla="*/ 461900 w 891574"/>
                    <a:gd name="connsiteY1067" fmla="*/ 853200 h 905696"/>
                    <a:gd name="connsiteX1068" fmla="*/ 458810 w 891574"/>
                    <a:gd name="connsiteY1068" fmla="*/ 853165 h 905696"/>
                    <a:gd name="connsiteX1069" fmla="*/ 461796 w 891574"/>
                    <a:gd name="connsiteY1069" fmla="*/ 853559 h 905696"/>
                    <a:gd name="connsiteX1070" fmla="*/ 461067 w 891574"/>
                    <a:gd name="connsiteY1070" fmla="*/ 854150 h 905696"/>
                    <a:gd name="connsiteX1071" fmla="*/ 462398 w 891574"/>
                    <a:gd name="connsiteY1071" fmla="*/ 854126 h 905696"/>
                    <a:gd name="connsiteX1072" fmla="*/ 462283 w 891574"/>
                    <a:gd name="connsiteY1072" fmla="*/ 857298 h 905696"/>
                    <a:gd name="connsiteX1073" fmla="*/ 466334 w 891574"/>
                    <a:gd name="connsiteY1073" fmla="*/ 859601 h 905696"/>
                    <a:gd name="connsiteX1074" fmla="*/ 468209 w 891574"/>
                    <a:gd name="connsiteY1074" fmla="*/ 866096 h 905696"/>
                    <a:gd name="connsiteX1075" fmla="*/ 475271 w 891574"/>
                    <a:gd name="connsiteY1075" fmla="*/ 867855 h 905696"/>
                    <a:gd name="connsiteX1076" fmla="*/ 471705 w 891574"/>
                    <a:gd name="connsiteY1076" fmla="*/ 870367 h 905696"/>
                    <a:gd name="connsiteX1077" fmla="*/ 468557 w 891574"/>
                    <a:gd name="connsiteY1077" fmla="*/ 870830 h 905696"/>
                    <a:gd name="connsiteX1078" fmla="*/ 467052 w 891574"/>
                    <a:gd name="connsiteY1078" fmla="*/ 869394 h 905696"/>
                    <a:gd name="connsiteX1079" fmla="*/ 463290 w 891574"/>
                    <a:gd name="connsiteY1079" fmla="*/ 872601 h 905696"/>
                    <a:gd name="connsiteX1080" fmla="*/ 458139 w 891574"/>
                    <a:gd name="connsiteY1080" fmla="*/ 871629 h 905696"/>
                    <a:gd name="connsiteX1081" fmla="*/ 448322 w 891574"/>
                    <a:gd name="connsiteY1081" fmla="*/ 873956 h 905696"/>
                    <a:gd name="connsiteX1082" fmla="*/ 445914 w 891574"/>
                    <a:gd name="connsiteY1082" fmla="*/ 872138 h 905696"/>
                    <a:gd name="connsiteX1083" fmla="*/ 444074 w 891574"/>
                    <a:gd name="connsiteY1083" fmla="*/ 872277 h 905696"/>
                    <a:gd name="connsiteX1084" fmla="*/ 444733 w 891574"/>
                    <a:gd name="connsiteY1084" fmla="*/ 873191 h 905696"/>
                    <a:gd name="connsiteX1085" fmla="*/ 441180 w 891574"/>
                    <a:gd name="connsiteY1085" fmla="*/ 876306 h 905696"/>
                    <a:gd name="connsiteX1086" fmla="*/ 439698 w 891574"/>
                    <a:gd name="connsiteY1086" fmla="*/ 875565 h 905696"/>
                    <a:gd name="connsiteX1087" fmla="*/ 436781 w 891574"/>
                    <a:gd name="connsiteY1087" fmla="*/ 876468 h 905696"/>
                    <a:gd name="connsiteX1088" fmla="*/ 434987 w 891574"/>
                    <a:gd name="connsiteY1088" fmla="*/ 872914 h 905696"/>
                    <a:gd name="connsiteX1089" fmla="*/ 436584 w 891574"/>
                    <a:gd name="connsiteY1089" fmla="*/ 876410 h 905696"/>
                    <a:gd name="connsiteX1090" fmla="*/ 436792 w 891574"/>
                    <a:gd name="connsiteY1090" fmla="*/ 876560 h 905696"/>
                    <a:gd name="connsiteX1091" fmla="*/ 439698 w 891574"/>
                    <a:gd name="connsiteY1091" fmla="*/ 875784 h 905696"/>
                    <a:gd name="connsiteX1092" fmla="*/ 440474 w 891574"/>
                    <a:gd name="connsiteY1092" fmla="*/ 877498 h 905696"/>
                    <a:gd name="connsiteX1093" fmla="*/ 439189 w 891574"/>
                    <a:gd name="connsiteY1093" fmla="*/ 880288 h 905696"/>
                    <a:gd name="connsiteX1094" fmla="*/ 438644 w 891574"/>
                    <a:gd name="connsiteY1094" fmla="*/ 881468 h 905696"/>
                    <a:gd name="connsiteX1095" fmla="*/ 436931 w 891574"/>
                    <a:gd name="connsiteY1095" fmla="*/ 899191 h 905696"/>
                    <a:gd name="connsiteX1096" fmla="*/ 424024 w 891574"/>
                    <a:gd name="connsiteY1096" fmla="*/ 904238 h 905696"/>
                    <a:gd name="connsiteX1097" fmla="*/ 417889 w 891574"/>
                    <a:gd name="connsiteY1097" fmla="*/ 905048 h 905696"/>
                    <a:gd name="connsiteX1098" fmla="*/ 416592 w 891574"/>
                    <a:gd name="connsiteY1098" fmla="*/ 902733 h 905696"/>
                    <a:gd name="connsiteX1099" fmla="*/ 416836 w 891574"/>
                    <a:gd name="connsiteY1099" fmla="*/ 905361 h 905696"/>
                    <a:gd name="connsiteX1100" fmla="*/ 402910 w 891574"/>
                    <a:gd name="connsiteY1100" fmla="*/ 905697 h 905696"/>
                    <a:gd name="connsiteX1101" fmla="*/ 397932 w 891574"/>
                    <a:gd name="connsiteY1101" fmla="*/ 895857 h 905696"/>
                    <a:gd name="connsiteX1102" fmla="*/ 394390 w 891574"/>
                    <a:gd name="connsiteY1102" fmla="*/ 893148 h 905696"/>
                    <a:gd name="connsiteX1103" fmla="*/ 389412 w 891574"/>
                    <a:gd name="connsiteY1103" fmla="*/ 893565 h 905696"/>
                    <a:gd name="connsiteX1104" fmla="*/ 388417 w 891574"/>
                    <a:gd name="connsiteY1104" fmla="*/ 894098 h 905696"/>
                    <a:gd name="connsiteX1105" fmla="*/ 384458 w 891574"/>
                    <a:gd name="connsiteY1105" fmla="*/ 896181 h 905696"/>
                    <a:gd name="connsiteX1106" fmla="*/ 380916 w 891574"/>
                    <a:gd name="connsiteY1106" fmla="*/ 901055 h 905696"/>
                    <a:gd name="connsiteX1107" fmla="*/ 368101 w 891574"/>
                    <a:gd name="connsiteY1107" fmla="*/ 894780 h 905696"/>
                    <a:gd name="connsiteX1108" fmla="*/ 360438 w 891574"/>
                    <a:gd name="connsiteY1108" fmla="*/ 887650 h 905696"/>
                    <a:gd name="connsiteX1109" fmla="*/ 354870 w 891574"/>
                    <a:gd name="connsiteY1109" fmla="*/ 885115 h 905696"/>
                    <a:gd name="connsiteX1110" fmla="*/ 355622 w 891574"/>
                    <a:gd name="connsiteY1110" fmla="*/ 881456 h 905696"/>
                    <a:gd name="connsiteX1111" fmla="*/ 361352 w 891574"/>
                    <a:gd name="connsiteY1111" fmla="*/ 879327 h 905696"/>
                    <a:gd name="connsiteX1112" fmla="*/ 359998 w 891574"/>
                    <a:gd name="connsiteY1112" fmla="*/ 875136 h 905696"/>
                    <a:gd name="connsiteX1113" fmla="*/ 365589 w 891574"/>
                    <a:gd name="connsiteY1113" fmla="*/ 874141 h 905696"/>
                    <a:gd name="connsiteX1114" fmla="*/ 363644 w 891574"/>
                    <a:gd name="connsiteY1114" fmla="*/ 867508 h 905696"/>
                    <a:gd name="connsiteX1115" fmla="*/ 366492 w 891574"/>
                    <a:gd name="connsiteY1115" fmla="*/ 867762 h 905696"/>
                    <a:gd name="connsiteX1116" fmla="*/ 364883 w 891574"/>
                    <a:gd name="connsiteY1116" fmla="*/ 865934 h 905696"/>
                    <a:gd name="connsiteX1117" fmla="*/ 367800 w 891574"/>
                    <a:gd name="connsiteY1117" fmla="*/ 861894 h 905696"/>
                    <a:gd name="connsiteX1118" fmla="*/ 369780 w 891574"/>
                    <a:gd name="connsiteY1118" fmla="*/ 868179 h 905696"/>
                    <a:gd name="connsiteX1119" fmla="*/ 373391 w 891574"/>
                    <a:gd name="connsiteY1119" fmla="*/ 868075 h 905696"/>
                    <a:gd name="connsiteX1120" fmla="*/ 373739 w 891574"/>
                    <a:gd name="connsiteY1120" fmla="*/ 859659 h 905696"/>
                    <a:gd name="connsiteX1121" fmla="*/ 385558 w 891574"/>
                    <a:gd name="connsiteY1121" fmla="*/ 857425 h 905696"/>
                    <a:gd name="connsiteX1122" fmla="*/ 386588 w 891574"/>
                    <a:gd name="connsiteY1122" fmla="*/ 855376 h 905696"/>
                    <a:gd name="connsiteX1123" fmla="*/ 398754 w 891574"/>
                    <a:gd name="connsiteY1123" fmla="*/ 853964 h 905696"/>
                    <a:gd name="connsiteX1124" fmla="*/ 396288 w 891574"/>
                    <a:gd name="connsiteY1124" fmla="*/ 847863 h 905696"/>
                    <a:gd name="connsiteX1125" fmla="*/ 391554 w 891574"/>
                    <a:gd name="connsiteY1125" fmla="*/ 843963 h 905696"/>
                    <a:gd name="connsiteX1126" fmla="*/ 390593 w 891574"/>
                    <a:gd name="connsiteY1126" fmla="*/ 839332 h 905696"/>
                    <a:gd name="connsiteX1127" fmla="*/ 382293 w 891574"/>
                    <a:gd name="connsiteY1127" fmla="*/ 840478 h 905696"/>
                    <a:gd name="connsiteX1128" fmla="*/ 380823 w 891574"/>
                    <a:gd name="connsiteY1128" fmla="*/ 835142 h 905696"/>
                    <a:gd name="connsiteX1129" fmla="*/ 374873 w 891574"/>
                    <a:gd name="connsiteY1129" fmla="*/ 826170 h 905696"/>
                    <a:gd name="connsiteX1130" fmla="*/ 374167 w 891574"/>
                    <a:gd name="connsiteY1130" fmla="*/ 819989 h 905696"/>
                    <a:gd name="connsiteX1131" fmla="*/ 368321 w 891574"/>
                    <a:gd name="connsiteY1131" fmla="*/ 818970 h 905696"/>
                    <a:gd name="connsiteX1132" fmla="*/ 372060 w 891574"/>
                    <a:gd name="connsiteY1132" fmla="*/ 814907 h 905696"/>
                    <a:gd name="connsiteX1133" fmla="*/ 367372 w 891574"/>
                    <a:gd name="connsiteY1133" fmla="*/ 809489 h 905696"/>
                    <a:gd name="connsiteX1134" fmla="*/ 356838 w 891574"/>
                    <a:gd name="connsiteY1134" fmla="*/ 801595 h 905696"/>
                    <a:gd name="connsiteX1135" fmla="*/ 348260 w 891574"/>
                    <a:gd name="connsiteY1135" fmla="*/ 805855 h 905696"/>
                    <a:gd name="connsiteX1136" fmla="*/ 341268 w 891574"/>
                    <a:gd name="connsiteY1136" fmla="*/ 805542 h 905696"/>
                    <a:gd name="connsiteX1137" fmla="*/ 336835 w 891574"/>
                    <a:gd name="connsiteY1137" fmla="*/ 808274 h 905696"/>
                    <a:gd name="connsiteX1138" fmla="*/ 325560 w 891574"/>
                    <a:gd name="connsiteY1138" fmla="*/ 807348 h 905696"/>
                    <a:gd name="connsiteX1139" fmla="*/ 318788 w 891574"/>
                    <a:gd name="connsiteY1139" fmla="*/ 812360 h 905696"/>
                    <a:gd name="connsiteX1140" fmla="*/ 308937 w 891574"/>
                    <a:gd name="connsiteY1140" fmla="*/ 813692 h 905696"/>
                    <a:gd name="connsiteX1141" fmla="*/ 309909 w 891574"/>
                    <a:gd name="connsiteY1141" fmla="*/ 815312 h 905696"/>
                    <a:gd name="connsiteX1142" fmla="*/ 307849 w 891574"/>
                    <a:gd name="connsiteY1142" fmla="*/ 818855 h 905696"/>
                    <a:gd name="connsiteX1143" fmla="*/ 304249 w 891574"/>
                    <a:gd name="connsiteY1143" fmla="*/ 817674 h 905696"/>
                    <a:gd name="connsiteX1144" fmla="*/ 301968 w 891574"/>
                    <a:gd name="connsiteY1144" fmla="*/ 819121 h 905696"/>
                    <a:gd name="connsiteX1145" fmla="*/ 292812 w 891574"/>
                    <a:gd name="connsiteY1145" fmla="*/ 814363 h 905696"/>
                    <a:gd name="connsiteX1146" fmla="*/ 294745 w 891574"/>
                    <a:gd name="connsiteY1146" fmla="*/ 811330 h 905696"/>
                    <a:gd name="connsiteX1147" fmla="*/ 290103 w 891574"/>
                    <a:gd name="connsiteY1147" fmla="*/ 812997 h 905696"/>
                    <a:gd name="connsiteX1148" fmla="*/ 282903 w 891574"/>
                    <a:gd name="connsiteY1148" fmla="*/ 805449 h 905696"/>
                    <a:gd name="connsiteX1149" fmla="*/ 284246 w 891574"/>
                    <a:gd name="connsiteY1149" fmla="*/ 802046 h 905696"/>
                    <a:gd name="connsiteX1150" fmla="*/ 283030 w 891574"/>
                    <a:gd name="connsiteY1150" fmla="*/ 798227 h 905696"/>
                    <a:gd name="connsiteX1151" fmla="*/ 275101 w 891574"/>
                    <a:gd name="connsiteY1151" fmla="*/ 798064 h 905696"/>
                    <a:gd name="connsiteX1152" fmla="*/ 270158 w 891574"/>
                    <a:gd name="connsiteY1152" fmla="*/ 795576 h 905696"/>
                    <a:gd name="connsiteX1153" fmla="*/ 271153 w 891574"/>
                    <a:gd name="connsiteY1153" fmla="*/ 787183 h 905696"/>
                    <a:gd name="connsiteX1154" fmla="*/ 269730 w 891574"/>
                    <a:gd name="connsiteY1154" fmla="*/ 775202 h 905696"/>
                    <a:gd name="connsiteX1155" fmla="*/ 256058 w 891574"/>
                    <a:gd name="connsiteY1155" fmla="*/ 773581 h 905696"/>
                    <a:gd name="connsiteX1156" fmla="*/ 251393 w 891574"/>
                    <a:gd name="connsiteY1156" fmla="*/ 774449 h 905696"/>
                    <a:gd name="connsiteX1157" fmla="*/ 243290 w 891574"/>
                    <a:gd name="connsiteY1157" fmla="*/ 770571 h 905696"/>
                    <a:gd name="connsiteX1158" fmla="*/ 235268 w 891574"/>
                    <a:gd name="connsiteY1158" fmla="*/ 769657 h 905696"/>
                    <a:gd name="connsiteX1159" fmla="*/ 219444 w 891574"/>
                    <a:gd name="connsiteY1159" fmla="*/ 773801 h 905696"/>
                    <a:gd name="connsiteX1160" fmla="*/ 214246 w 891574"/>
                    <a:gd name="connsiteY1160" fmla="*/ 772401 h 905696"/>
                    <a:gd name="connsiteX1161" fmla="*/ 214281 w 891574"/>
                    <a:gd name="connsiteY1161" fmla="*/ 775757 h 905696"/>
                    <a:gd name="connsiteX1162" fmla="*/ 211491 w 891574"/>
                    <a:gd name="connsiteY1162" fmla="*/ 780758 h 905696"/>
                    <a:gd name="connsiteX1163" fmla="*/ 207741 w 891574"/>
                    <a:gd name="connsiteY1163" fmla="*/ 784046 h 905696"/>
                    <a:gd name="connsiteX1164" fmla="*/ 204523 w 891574"/>
                    <a:gd name="connsiteY1164" fmla="*/ 786894 h 905696"/>
                    <a:gd name="connsiteX1165" fmla="*/ 202450 w 891574"/>
                    <a:gd name="connsiteY1165" fmla="*/ 786002 h 905696"/>
                    <a:gd name="connsiteX1166" fmla="*/ 203076 w 891574"/>
                    <a:gd name="connsiteY1166" fmla="*/ 784335 h 905696"/>
                    <a:gd name="connsiteX1167" fmla="*/ 199938 w 891574"/>
                    <a:gd name="connsiteY1167" fmla="*/ 783340 h 905696"/>
                    <a:gd name="connsiteX1168" fmla="*/ 200390 w 891574"/>
                    <a:gd name="connsiteY1168" fmla="*/ 784694 h 905696"/>
                    <a:gd name="connsiteX1169" fmla="*/ 197137 w 891574"/>
                    <a:gd name="connsiteY1169" fmla="*/ 785273 h 905696"/>
                    <a:gd name="connsiteX1170" fmla="*/ 198399 w 891574"/>
                    <a:gd name="connsiteY1170" fmla="*/ 787646 h 905696"/>
                    <a:gd name="connsiteX1171" fmla="*/ 196859 w 891574"/>
                    <a:gd name="connsiteY1171" fmla="*/ 788572 h 905696"/>
                    <a:gd name="connsiteX1172" fmla="*/ 191685 w 891574"/>
                    <a:gd name="connsiteY1172" fmla="*/ 791165 h 905696"/>
                    <a:gd name="connsiteX1173" fmla="*/ 190747 w 891574"/>
                    <a:gd name="connsiteY1173" fmla="*/ 789533 h 905696"/>
                    <a:gd name="connsiteX1174" fmla="*/ 182875 w 891574"/>
                    <a:gd name="connsiteY1174" fmla="*/ 792022 h 905696"/>
                    <a:gd name="connsiteX1175" fmla="*/ 180607 w 891574"/>
                    <a:gd name="connsiteY1175" fmla="*/ 800449 h 905696"/>
                    <a:gd name="connsiteX1176" fmla="*/ 178396 w 891574"/>
                    <a:gd name="connsiteY1176" fmla="*/ 798735 h 905696"/>
                    <a:gd name="connsiteX1177" fmla="*/ 174923 w 891574"/>
                    <a:gd name="connsiteY1177" fmla="*/ 800425 h 905696"/>
                    <a:gd name="connsiteX1178" fmla="*/ 174668 w 891574"/>
                    <a:gd name="connsiteY1178" fmla="*/ 802440 h 905696"/>
                    <a:gd name="connsiteX1179" fmla="*/ 163451 w 891574"/>
                    <a:gd name="connsiteY1179" fmla="*/ 804072 h 905696"/>
                    <a:gd name="connsiteX1180" fmla="*/ 158925 w 891574"/>
                    <a:gd name="connsiteY1180" fmla="*/ 801722 h 905696"/>
                    <a:gd name="connsiteX1181" fmla="*/ 151169 w 891574"/>
                    <a:gd name="connsiteY1181" fmla="*/ 808401 h 905696"/>
                    <a:gd name="connsiteX1182" fmla="*/ 142349 w 891574"/>
                    <a:gd name="connsiteY1182" fmla="*/ 812106 h 905696"/>
                    <a:gd name="connsiteX1183" fmla="*/ 137579 w 891574"/>
                    <a:gd name="connsiteY1183" fmla="*/ 815347 h 905696"/>
                    <a:gd name="connsiteX1184" fmla="*/ 127323 w 891574"/>
                    <a:gd name="connsiteY1184" fmla="*/ 818507 h 905696"/>
                    <a:gd name="connsiteX1185" fmla="*/ 113872 w 891574"/>
                    <a:gd name="connsiteY1185" fmla="*/ 814745 h 905696"/>
                    <a:gd name="connsiteX1186" fmla="*/ 107910 w 891574"/>
                    <a:gd name="connsiteY1186" fmla="*/ 819445 h 905696"/>
                    <a:gd name="connsiteX1187" fmla="*/ 93139 w 891574"/>
                    <a:gd name="connsiteY1187" fmla="*/ 808332 h 905696"/>
                    <a:gd name="connsiteX1188" fmla="*/ 91912 w 891574"/>
                    <a:gd name="connsiteY1188" fmla="*/ 810068 h 905696"/>
                    <a:gd name="connsiteX1189" fmla="*/ 92051 w 891574"/>
                    <a:gd name="connsiteY1189" fmla="*/ 814027 h 905696"/>
                    <a:gd name="connsiteX1190" fmla="*/ 93834 w 891574"/>
                    <a:gd name="connsiteY1190" fmla="*/ 815926 h 905696"/>
                    <a:gd name="connsiteX1191" fmla="*/ 92549 w 891574"/>
                    <a:gd name="connsiteY1191" fmla="*/ 821749 h 905696"/>
                    <a:gd name="connsiteX1192" fmla="*/ 93695 w 891574"/>
                    <a:gd name="connsiteY1192" fmla="*/ 825545 h 905696"/>
                    <a:gd name="connsiteX1193" fmla="*/ 92156 w 891574"/>
                    <a:gd name="connsiteY1193" fmla="*/ 827189 h 905696"/>
                    <a:gd name="connsiteX1194" fmla="*/ 85847 w 891574"/>
                    <a:gd name="connsiteY1194" fmla="*/ 826992 h 905696"/>
                    <a:gd name="connsiteX1195" fmla="*/ 84075 w 891574"/>
                    <a:gd name="connsiteY1195" fmla="*/ 824191 h 905696"/>
                    <a:gd name="connsiteX1196" fmla="*/ 81170 w 891574"/>
                    <a:gd name="connsiteY1196" fmla="*/ 817141 h 905696"/>
                    <a:gd name="connsiteX1197" fmla="*/ 79445 w 891574"/>
                    <a:gd name="connsiteY1197" fmla="*/ 805415 h 905696"/>
                    <a:gd name="connsiteX1198" fmla="*/ 77558 w 891574"/>
                    <a:gd name="connsiteY1198" fmla="*/ 804940 h 905696"/>
                    <a:gd name="connsiteX1199" fmla="*/ 80475 w 891574"/>
                    <a:gd name="connsiteY1199" fmla="*/ 798354 h 905696"/>
                    <a:gd name="connsiteX1200" fmla="*/ 78334 w 891574"/>
                    <a:gd name="connsiteY1200" fmla="*/ 796490 h 905696"/>
                    <a:gd name="connsiteX1201" fmla="*/ 78137 w 891574"/>
                    <a:gd name="connsiteY1201" fmla="*/ 791767 h 905696"/>
                    <a:gd name="connsiteX1202" fmla="*/ 79688 w 891574"/>
                    <a:gd name="connsiteY1202" fmla="*/ 790216 h 905696"/>
                    <a:gd name="connsiteX1203" fmla="*/ 83346 w 891574"/>
                    <a:gd name="connsiteY1203" fmla="*/ 792843 h 905696"/>
                    <a:gd name="connsiteX1204" fmla="*/ 83878 w 891574"/>
                    <a:gd name="connsiteY1204" fmla="*/ 787159 h 905696"/>
                    <a:gd name="connsiteX1205" fmla="*/ 86205 w 891574"/>
                    <a:gd name="connsiteY1205" fmla="*/ 788642 h 905696"/>
                    <a:gd name="connsiteX1206" fmla="*/ 89620 w 891574"/>
                    <a:gd name="connsiteY1206" fmla="*/ 784092 h 905696"/>
                    <a:gd name="connsiteX1207" fmla="*/ 87432 w 891574"/>
                    <a:gd name="connsiteY1207" fmla="*/ 780167 h 905696"/>
                    <a:gd name="connsiteX1208" fmla="*/ 82316 w 891574"/>
                    <a:gd name="connsiteY1208" fmla="*/ 780920 h 905696"/>
                    <a:gd name="connsiteX1209" fmla="*/ 82513 w 891574"/>
                    <a:gd name="connsiteY1209" fmla="*/ 778918 h 905696"/>
                    <a:gd name="connsiteX1210" fmla="*/ 77199 w 891574"/>
                    <a:gd name="connsiteY1210" fmla="*/ 780365 h 905696"/>
                    <a:gd name="connsiteX1211" fmla="*/ 73588 w 891574"/>
                    <a:gd name="connsiteY1211" fmla="*/ 778767 h 905696"/>
                    <a:gd name="connsiteX1212" fmla="*/ 75127 w 891574"/>
                    <a:gd name="connsiteY1212" fmla="*/ 770421 h 905696"/>
                    <a:gd name="connsiteX1213" fmla="*/ 73715 w 891574"/>
                    <a:gd name="connsiteY1213" fmla="*/ 766705 h 905696"/>
                    <a:gd name="connsiteX1214" fmla="*/ 67939 w 891574"/>
                    <a:gd name="connsiteY1214" fmla="*/ 761704 h 905696"/>
                    <a:gd name="connsiteX1215" fmla="*/ 68564 w 891574"/>
                    <a:gd name="connsiteY1215" fmla="*/ 758081 h 905696"/>
                    <a:gd name="connsiteX1216" fmla="*/ 72581 w 891574"/>
                    <a:gd name="connsiteY1216" fmla="*/ 754539 h 905696"/>
                    <a:gd name="connsiteX1217" fmla="*/ 71261 w 891574"/>
                    <a:gd name="connsiteY1217" fmla="*/ 751923 h 905696"/>
                    <a:gd name="connsiteX1218" fmla="*/ 72511 w 891574"/>
                    <a:gd name="connsiteY1218" fmla="*/ 750626 h 905696"/>
                    <a:gd name="connsiteX1219" fmla="*/ 71145 w 891574"/>
                    <a:gd name="connsiteY1219" fmla="*/ 748600 h 905696"/>
                    <a:gd name="connsiteX1220" fmla="*/ 68622 w 891574"/>
                    <a:gd name="connsiteY1220" fmla="*/ 748647 h 905696"/>
                    <a:gd name="connsiteX1221" fmla="*/ 69096 w 891574"/>
                    <a:gd name="connsiteY1221" fmla="*/ 746725 h 905696"/>
                    <a:gd name="connsiteX1222" fmla="*/ 66897 w 891574"/>
                    <a:gd name="connsiteY1222" fmla="*/ 747327 h 905696"/>
                    <a:gd name="connsiteX1223" fmla="*/ 67441 w 891574"/>
                    <a:gd name="connsiteY1223" fmla="*/ 745405 h 905696"/>
                    <a:gd name="connsiteX1224" fmla="*/ 64015 w 891574"/>
                    <a:gd name="connsiteY1224" fmla="*/ 747570 h 905696"/>
                    <a:gd name="connsiteX1225" fmla="*/ 59025 w 891574"/>
                    <a:gd name="connsiteY1225" fmla="*/ 738228 h 905696"/>
                    <a:gd name="connsiteX1226" fmla="*/ 49383 w 891574"/>
                    <a:gd name="connsiteY1226" fmla="*/ 741169 h 905696"/>
                    <a:gd name="connsiteX1227" fmla="*/ 49047 w 891574"/>
                    <a:gd name="connsiteY1227" fmla="*/ 739120 h 905696"/>
                    <a:gd name="connsiteX1228" fmla="*/ 45551 w 891574"/>
                    <a:gd name="connsiteY1228" fmla="*/ 737152 h 905696"/>
                    <a:gd name="connsiteX1229" fmla="*/ 38108 w 891574"/>
                    <a:gd name="connsiteY1229" fmla="*/ 737464 h 905696"/>
                    <a:gd name="connsiteX1230" fmla="*/ 27076 w 891574"/>
                    <a:gd name="connsiteY1230" fmla="*/ 729211 h 905696"/>
                    <a:gd name="connsiteX1231" fmla="*/ 23939 w 891574"/>
                    <a:gd name="connsiteY1231" fmla="*/ 717751 h 905696"/>
                    <a:gd name="connsiteX1232" fmla="*/ 20721 w 891574"/>
                    <a:gd name="connsiteY1232" fmla="*/ 715285 h 905696"/>
                    <a:gd name="connsiteX1233" fmla="*/ 23615 w 891574"/>
                    <a:gd name="connsiteY1233" fmla="*/ 713919 h 905696"/>
                    <a:gd name="connsiteX1234" fmla="*/ 22388 w 891574"/>
                    <a:gd name="connsiteY1234" fmla="*/ 710643 h 905696"/>
                    <a:gd name="connsiteX1235" fmla="*/ 13474 w 891574"/>
                    <a:gd name="connsiteY1235" fmla="*/ 698835 h 905696"/>
                    <a:gd name="connsiteX1236" fmla="*/ 9897 w 891574"/>
                    <a:gd name="connsiteY1236" fmla="*/ 701486 h 905696"/>
                    <a:gd name="connsiteX1237" fmla="*/ 8265 w 891574"/>
                    <a:gd name="connsiteY1237" fmla="*/ 700561 h 905696"/>
                    <a:gd name="connsiteX1238" fmla="*/ 231 w 891574"/>
                    <a:gd name="connsiteY1238" fmla="*/ 688764 h 905696"/>
                    <a:gd name="connsiteX1239" fmla="*/ 0 w 891574"/>
                    <a:gd name="connsiteY1239" fmla="*/ 686403 h 905696"/>
                    <a:gd name="connsiteX1240" fmla="*/ 3368 w 891574"/>
                    <a:gd name="connsiteY1240" fmla="*/ 686171 h 905696"/>
                    <a:gd name="connsiteX1241" fmla="*/ 5209 w 891574"/>
                    <a:gd name="connsiteY1241" fmla="*/ 682271 h 905696"/>
                    <a:gd name="connsiteX1242" fmla="*/ 8311 w 891574"/>
                    <a:gd name="connsiteY1242" fmla="*/ 681599 h 905696"/>
                    <a:gd name="connsiteX1243" fmla="*/ 9110 w 891574"/>
                    <a:gd name="connsiteY1243" fmla="*/ 677976 h 905696"/>
                    <a:gd name="connsiteX1244" fmla="*/ 12652 w 891574"/>
                    <a:gd name="connsiteY1244" fmla="*/ 676945 h 905696"/>
                    <a:gd name="connsiteX1245" fmla="*/ 13925 w 891574"/>
                    <a:gd name="connsiteY1245" fmla="*/ 678914 h 905696"/>
                    <a:gd name="connsiteX1246" fmla="*/ 16542 w 891574"/>
                    <a:gd name="connsiteY1246" fmla="*/ 676749 h 905696"/>
                    <a:gd name="connsiteX1247" fmla="*/ 19274 w 891574"/>
                    <a:gd name="connsiteY1247" fmla="*/ 677270 h 905696"/>
                    <a:gd name="connsiteX1248" fmla="*/ 21369 w 891574"/>
                    <a:gd name="connsiteY1248" fmla="*/ 681819 h 905696"/>
                    <a:gd name="connsiteX1249" fmla="*/ 18290 w 891574"/>
                    <a:gd name="connsiteY1249" fmla="*/ 686658 h 905696"/>
                    <a:gd name="connsiteX1250" fmla="*/ 21369 w 891574"/>
                    <a:gd name="connsiteY1250" fmla="*/ 687769 h 905696"/>
                    <a:gd name="connsiteX1251" fmla="*/ 28858 w 891574"/>
                    <a:gd name="connsiteY1251" fmla="*/ 701348 h 905696"/>
                    <a:gd name="connsiteX1252" fmla="*/ 35955 w 891574"/>
                    <a:gd name="connsiteY1252" fmla="*/ 702505 h 905696"/>
                    <a:gd name="connsiteX1253" fmla="*/ 41291 w 891574"/>
                    <a:gd name="connsiteY1253" fmla="*/ 698674 h 905696"/>
                    <a:gd name="connsiteX1254" fmla="*/ 49058 w 891574"/>
                    <a:gd name="connsiteY1254" fmla="*/ 703176 h 905696"/>
                    <a:gd name="connsiteX1255" fmla="*/ 55240 w 891574"/>
                    <a:gd name="connsiteY1255" fmla="*/ 701892 h 905696"/>
                    <a:gd name="connsiteX1256" fmla="*/ 56467 w 891574"/>
                    <a:gd name="connsiteY1256" fmla="*/ 705330 h 905696"/>
                    <a:gd name="connsiteX1257" fmla="*/ 60056 w 891574"/>
                    <a:gd name="connsiteY1257" fmla="*/ 705990 h 905696"/>
                    <a:gd name="connsiteX1258" fmla="*/ 62348 w 891574"/>
                    <a:gd name="connsiteY1258" fmla="*/ 698940 h 905696"/>
                    <a:gd name="connsiteX1259" fmla="*/ 65253 w 891574"/>
                    <a:gd name="connsiteY1259" fmla="*/ 698303 h 905696"/>
                    <a:gd name="connsiteX1260" fmla="*/ 67499 w 891574"/>
                    <a:gd name="connsiteY1260" fmla="*/ 694391 h 905696"/>
                    <a:gd name="connsiteX1261" fmla="*/ 68402 w 891574"/>
                    <a:gd name="connsiteY1261" fmla="*/ 695305 h 905696"/>
                    <a:gd name="connsiteX1262" fmla="*/ 67499 w 891574"/>
                    <a:gd name="connsiteY1262" fmla="*/ 692214 h 905696"/>
                    <a:gd name="connsiteX1263" fmla="*/ 68772 w 891574"/>
                    <a:gd name="connsiteY1263" fmla="*/ 691670 h 905696"/>
                    <a:gd name="connsiteX1264" fmla="*/ 70104 w 891574"/>
                    <a:gd name="connsiteY1264" fmla="*/ 694147 h 905696"/>
                    <a:gd name="connsiteX1265" fmla="*/ 71770 w 891574"/>
                    <a:gd name="connsiteY1265" fmla="*/ 693360 h 905696"/>
                    <a:gd name="connsiteX1266" fmla="*/ 73761 w 891574"/>
                    <a:gd name="connsiteY1266" fmla="*/ 695363 h 905696"/>
                    <a:gd name="connsiteX1267" fmla="*/ 75868 w 891574"/>
                    <a:gd name="connsiteY1267" fmla="*/ 691265 h 905696"/>
                    <a:gd name="connsiteX1268" fmla="*/ 65913 w 891574"/>
                    <a:gd name="connsiteY1268" fmla="*/ 682051 h 905696"/>
                    <a:gd name="connsiteX1269" fmla="*/ 65021 w 891574"/>
                    <a:gd name="connsiteY1269" fmla="*/ 680071 h 905696"/>
                    <a:gd name="connsiteX1270" fmla="*/ 66156 w 891574"/>
                    <a:gd name="connsiteY1270" fmla="*/ 679805 h 905696"/>
                    <a:gd name="connsiteX1271" fmla="*/ 64316 w 891574"/>
                    <a:gd name="connsiteY1271" fmla="*/ 679736 h 905696"/>
                    <a:gd name="connsiteX1272" fmla="*/ 63285 w 891574"/>
                    <a:gd name="connsiteY1272" fmla="*/ 677629 h 905696"/>
                    <a:gd name="connsiteX1273" fmla="*/ 64049 w 891574"/>
                    <a:gd name="connsiteY1273" fmla="*/ 675823 h 905696"/>
                    <a:gd name="connsiteX1274" fmla="*/ 58701 w 891574"/>
                    <a:gd name="connsiteY1274" fmla="*/ 668727 h 905696"/>
                    <a:gd name="connsiteX1275" fmla="*/ 49394 w 891574"/>
                    <a:gd name="connsiteY1275" fmla="*/ 665821 h 905696"/>
                    <a:gd name="connsiteX1276" fmla="*/ 45238 w 891574"/>
                    <a:gd name="connsiteY1276" fmla="*/ 660068 h 905696"/>
                    <a:gd name="connsiteX1277" fmla="*/ 42240 w 891574"/>
                    <a:gd name="connsiteY1277" fmla="*/ 662105 h 905696"/>
                    <a:gd name="connsiteX1278" fmla="*/ 33628 w 891574"/>
                    <a:gd name="connsiteY1278" fmla="*/ 659512 h 905696"/>
                    <a:gd name="connsiteX1279" fmla="*/ 25837 w 891574"/>
                    <a:gd name="connsiteY1279" fmla="*/ 650865 h 905696"/>
                    <a:gd name="connsiteX1280" fmla="*/ 18672 w 891574"/>
                    <a:gd name="connsiteY1280" fmla="*/ 651931 h 905696"/>
                    <a:gd name="connsiteX1281" fmla="*/ 15141 w 891574"/>
                    <a:gd name="connsiteY1281" fmla="*/ 646721 h 905696"/>
                    <a:gd name="connsiteX1282" fmla="*/ 18845 w 891574"/>
                    <a:gd name="connsiteY1282" fmla="*/ 636118 h 905696"/>
                    <a:gd name="connsiteX1283" fmla="*/ 22839 w 891574"/>
                    <a:gd name="connsiteY1283" fmla="*/ 630966 h 905696"/>
                    <a:gd name="connsiteX1284" fmla="*/ 21855 w 891574"/>
                    <a:gd name="connsiteY1284" fmla="*/ 627077 h 905696"/>
                    <a:gd name="connsiteX1285" fmla="*/ 24691 w 891574"/>
                    <a:gd name="connsiteY1285" fmla="*/ 625398 h 905696"/>
                    <a:gd name="connsiteX1286" fmla="*/ 26300 w 891574"/>
                    <a:gd name="connsiteY1286" fmla="*/ 626243 h 905696"/>
                    <a:gd name="connsiteX1287" fmla="*/ 25629 w 891574"/>
                    <a:gd name="connsiteY1287" fmla="*/ 618974 h 905696"/>
                    <a:gd name="connsiteX1288" fmla="*/ 29206 w 891574"/>
                    <a:gd name="connsiteY1288" fmla="*/ 619159 h 905696"/>
                    <a:gd name="connsiteX1289" fmla="*/ 31625 w 891574"/>
                    <a:gd name="connsiteY1289" fmla="*/ 616150 h 905696"/>
                    <a:gd name="connsiteX1290" fmla="*/ 32366 w 891574"/>
                    <a:gd name="connsiteY1290" fmla="*/ 611067 h 905696"/>
                    <a:gd name="connsiteX1291" fmla="*/ 34982 w 891574"/>
                    <a:gd name="connsiteY1291" fmla="*/ 609250 h 905696"/>
                    <a:gd name="connsiteX1292" fmla="*/ 31070 w 891574"/>
                    <a:gd name="connsiteY1292" fmla="*/ 603566 h 905696"/>
                    <a:gd name="connsiteX1293" fmla="*/ 28870 w 891574"/>
                    <a:gd name="connsiteY1293" fmla="*/ 593194 h 905696"/>
                    <a:gd name="connsiteX1294" fmla="*/ 32771 w 891574"/>
                    <a:gd name="connsiteY1294" fmla="*/ 587279 h 905696"/>
                    <a:gd name="connsiteX1295" fmla="*/ 35364 w 891574"/>
                    <a:gd name="connsiteY1295" fmla="*/ 586538 h 905696"/>
                    <a:gd name="connsiteX1296" fmla="*/ 32539 w 891574"/>
                    <a:gd name="connsiteY1296" fmla="*/ 582104 h 905696"/>
                    <a:gd name="connsiteX1297" fmla="*/ 36406 w 891574"/>
                    <a:gd name="connsiteY1297" fmla="*/ 578748 h 905696"/>
                    <a:gd name="connsiteX1298" fmla="*/ 34646 w 891574"/>
                    <a:gd name="connsiteY1298" fmla="*/ 574568 h 905696"/>
                    <a:gd name="connsiteX1299" fmla="*/ 35225 w 891574"/>
                    <a:gd name="connsiteY1299" fmla="*/ 571015 h 905696"/>
                    <a:gd name="connsiteX1300" fmla="*/ 25710 w 891574"/>
                    <a:gd name="connsiteY1300" fmla="*/ 564452 h 905696"/>
                    <a:gd name="connsiteX1301" fmla="*/ 32053 w 891574"/>
                    <a:gd name="connsiteY1301" fmla="*/ 555260 h 905696"/>
                    <a:gd name="connsiteX1302" fmla="*/ 35422 w 891574"/>
                    <a:gd name="connsiteY1302" fmla="*/ 553095 h 905696"/>
                    <a:gd name="connsiteX1303" fmla="*/ 38976 w 891574"/>
                    <a:gd name="connsiteY1303" fmla="*/ 545235 h 905696"/>
                    <a:gd name="connsiteX1304" fmla="*/ 48121 w 891574"/>
                    <a:gd name="connsiteY1304" fmla="*/ 538510 h 905696"/>
                    <a:gd name="connsiteX1305" fmla="*/ 48699 w 891574"/>
                    <a:gd name="connsiteY1305" fmla="*/ 534377 h 905696"/>
                    <a:gd name="connsiteX1306" fmla="*/ 51281 w 891574"/>
                    <a:gd name="connsiteY1306" fmla="*/ 532826 h 905696"/>
                    <a:gd name="connsiteX1307" fmla="*/ 49383 w 891574"/>
                    <a:gd name="connsiteY1307" fmla="*/ 530893 h 905696"/>
                    <a:gd name="connsiteX1308" fmla="*/ 52959 w 891574"/>
                    <a:gd name="connsiteY1308" fmla="*/ 527490 h 905696"/>
                    <a:gd name="connsiteX1309" fmla="*/ 47114 w 891574"/>
                    <a:gd name="connsiteY1309" fmla="*/ 513980 h 905696"/>
                    <a:gd name="connsiteX1310" fmla="*/ 42773 w 891574"/>
                    <a:gd name="connsiteY1310" fmla="*/ 514536 h 905696"/>
                    <a:gd name="connsiteX1311" fmla="*/ 36857 w 891574"/>
                    <a:gd name="connsiteY1311" fmla="*/ 511006 h 905696"/>
                    <a:gd name="connsiteX1312" fmla="*/ 34774 w 891574"/>
                    <a:gd name="connsiteY1312" fmla="*/ 503099 h 905696"/>
                    <a:gd name="connsiteX1313" fmla="*/ 38409 w 891574"/>
                    <a:gd name="connsiteY1313" fmla="*/ 501756 h 905696"/>
                    <a:gd name="connsiteX1314" fmla="*/ 36730 w 891574"/>
                    <a:gd name="connsiteY1314" fmla="*/ 494023 h 905696"/>
                    <a:gd name="connsiteX1315" fmla="*/ 39092 w 891574"/>
                    <a:gd name="connsiteY1315" fmla="*/ 491396 h 905696"/>
                    <a:gd name="connsiteX1316" fmla="*/ 39277 w 891574"/>
                    <a:gd name="connsiteY1316" fmla="*/ 486094 h 905696"/>
                    <a:gd name="connsiteX1317" fmla="*/ 34901 w 891574"/>
                    <a:gd name="connsiteY1317" fmla="*/ 485064 h 905696"/>
                    <a:gd name="connsiteX1318" fmla="*/ 33524 w 891574"/>
                    <a:gd name="connsiteY1318" fmla="*/ 481904 h 905696"/>
                    <a:gd name="connsiteX1319" fmla="*/ 28349 w 891574"/>
                    <a:gd name="connsiteY1319" fmla="*/ 481452 h 905696"/>
                    <a:gd name="connsiteX1320" fmla="*/ 24437 w 891574"/>
                    <a:gd name="connsiteY1320" fmla="*/ 478443 h 905696"/>
                    <a:gd name="connsiteX1321" fmla="*/ 26705 w 891574"/>
                    <a:gd name="connsiteY1321" fmla="*/ 470699 h 905696"/>
                    <a:gd name="connsiteX1322" fmla="*/ 35202 w 891574"/>
                    <a:gd name="connsiteY1322" fmla="*/ 459250 h 905696"/>
                    <a:gd name="connsiteX1323" fmla="*/ 28858 w 891574"/>
                    <a:gd name="connsiteY1323" fmla="*/ 435276 h 905696"/>
                    <a:gd name="connsiteX1324" fmla="*/ 33778 w 891574"/>
                    <a:gd name="connsiteY1324" fmla="*/ 432741 h 905696"/>
                    <a:gd name="connsiteX1325" fmla="*/ 36869 w 891574"/>
                    <a:gd name="connsiteY1325" fmla="*/ 434095 h 905696"/>
                    <a:gd name="connsiteX1326" fmla="*/ 38409 w 891574"/>
                    <a:gd name="connsiteY1326" fmla="*/ 431224 h 905696"/>
                    <a:gd name="connsiteX1327" fmla="*/ 44255 w 891574"/>
                    <a:gd name="connsiteY1327" fmla="*/ 428400 h 905696"/>
                    <a:gd name="connsiteX1328" fmla="*/ 53087 w 891574"/>
                    <a:gd name="connsiteY1328" fmla="*/ 432151 h 905696"/>
                    <a:gd name="connsiteX1329" fmla="*/ 52473 w 891574"/>
                    <a:gd name="connsiteY1329" fmla="*/ 433366 h 905696"/>
                    <a:gd name="connsiteX1330" fmla="*/ 60762 w 891574"/>
                    <a:gd name="connsiteY1330" fmla="*/ 443379 h 905696"/>
                    <a:gd name="connsiteX1331" fmla="*/ 64651 w 891574"/>
                    <a:gd name="connsiteY1331" fmla="*/ 440532 h 905696"/>
                    <a:gd name="connsiteX1332" fmla="*/ 69281 w 891574"/>
                    <a:gd name="connsiteY1332" fmla="*/ 441678 h 905696"/>
                    <a:gd name="connsiteX1333" fmla="*/ 70126 w 891574"/>
                    <a:gd name="connsiteY1333" fmla="*/ 435774 h 905696"/>
                    <a:gd name="connsiteX1334" fmla="*/ 73009 w 891574"/>
                    <a:gd name="connsiteY1334" fmla="*/ 433181 h 905696"/>
                    <a:gd name="connsiteX1335" fmla="*/ 71863 w 891574"/>
                    <a:gd name="connsiteY1335" fmla="*/ 426860 h 905696"/>
                    <a:gd name="connsiteX1336" fmla="*/ 68888 w 891574"/>
                    <a:gd name="connsiteY1336" fmla="*/ 421767 h 905696"/>
                    <a:gd name="connsiteX1337" fmla="*/ 78646 w 891574"/>
                    <a:gd name="connsiteY1337" fmla="*/ 407019 h 905696"/>
                    <a:gd name="connsiteX1338" fmla="*/ 76528 w 891574"/>
                    <a:gd name="connsiteY1338" fmla="*/ 405295 h 905696"/>
                    <a:gd name="connsiteX1339" fmla="*/ 88266 w 891574"/>
                    <a:gd name="connsiteY1339" fmla="*/ 403061 h 905696"/>
                    <a:gd name="connsiteX1340" fmla="*/ 92225 w 891574"/>
                    <a:gd name="connsiteY1340" fmla="*/ 404751 h 905696"/>
                    <a:gd name="connsiteX1341" fmla="*/ 96091 w 891574"/>
                    <a:gd name="connsiteY1341" fmla="*/ 401799 h 905696"/>
                    <a:gd name="connsiteX1342" fmla="*/ 95420 w 891574"/>
                    <a:gd name="connsiteY1342" fmla="*/ 392422 h 905696"/>
                    <a:gd name="connsiteX1343" fmla="*/ 89423 w 891574"/>
                    <a:gd name="connsiteY1343" fmla="*/ 391380 h 905696"/>
                    <a:gd name="connsiteX1344" fmla="*/ 91334 w 891574"/>
                    <a:gd name="connsiteY1344" fmla="*/ 386623 h 905696"/>
                    <a:gd name="connsiteX1345" fmla="*/ 83624 w 891574"/>
                    <a:gd name="connsiteY1345" fmla="*/ 380210 h 905696"/>
                    <a:gd name="connsiteX1346" fmla="*/ 83265 w 891574"/>
                    <a:gd name="connsiteY1346" fmla="*/ 376170 h 905696"/>
                    <a:gd name="connsiteX1347" fmla="*/ 87120 w 891574"/>
                    <a:gd name="connsiteY1347" fmla="*/ 371956 h 905696"/>
                    <a:gd name="connsiteX1348" fmla="*/ 84376 w 891574"/>
                    <a:gd name="connsiteY1348" fmla="*/ 368784 h 905696"/>
                    <a:gd name="connsiteX1349" fmla="*/ 87699 w 891574"/>
                    <a:gd name="connsiteY1349" fmla="*/ 368993 h 905696"/>
                    <a:gd name="connsiteX1350" fmla="*/ 88382 w 891574"/>
                    <a:gd name="connsiteY1350" fmla="*/ 367453 h 905696"/>
                    <a:gd name="connsiteX1351" fmla="*/ 93753 w 891574"/>
                    <a:gd name="connsiteY1351" fmla="*/ 368356 h 905696"/>
                    <a:gd name="connsiteX1352" fmla="*/ 94285 w 891574"/>
                    <a:gd name="connsiteY1352" fmla="*/ 366585 h 905696"/>
                    <a:gd name="connsiteX1353" fmla="*/ 98418 w 891574"/>
                    <a:gd name="connsiteY1353" fmla="*/ 366828 h 905696"/>
                    <a:gd name="connsiteX1354" fmla="*/ 99055 w 891574"/>
                    <a:gd name="connsiteY1354" fmla="*/ 364837 h 905696"/>
                    <a:gd name="connsiteX1355" fmla="*/ 102227 w 891574"/>
                    <a:gd name="connsiteY1355" fmla="*/ 366226 h 905696"/>
                    <a:gd name="connsiteX1356" fmla="*/ 103893 w 891574"/>
                    <a:gd name="connsiteY1356" fmla="*/ 365138 h 905696"/>
                    <a:gd name="connsiteX1357" fmla="*/ 106845 w 891574"/>
                    <a:gd name="connsiteY1357" fmla="*/ 358412 h 905696"/>
                    <a:gd name="connsiteX1358" fmla="*/ 112853 w 891574"/>
                    <a:gd name="connsiteY1358" fmla="*/ 353886 h 905696"/>
                    <a:gd name="connsiteX1359" fmla="*/ 111279 w 891574"/>
                    <a:gd name="connsiteY1359" fmla="*/ 353180 h 905696"/>
                    <a:gd name="connsiteX1360" fmla="*/ 112344 w 891574"/>
                    <a:gd name="connsiteY1360" fmla="*/ 349314 h 905696"/>
                    <a:gd name="connsiteX1361" fmla="*/ 118085 w 891574"/>
                    <a:gd name="connsiteY1361" fmla="*/ 346917 h 905696"/>
                    <a:gd name="connsiteX1362" fmla="*/ 125644 w 891574"/>
                    <a:gd name="connsiteY1362" fmla="*/ 339393 h 905696"/>
                    <a:gd name="connsiteX1363" fmla="*/ 131699 w 891574"/>
                    <a:gd name="connsiteY1363" fmla="*/ 335990 h 905696"/>
                    <a:gd name="connsiteX1364" fmla="*/ 128261 w 891574"/>
                    <a:gd name="connsiteY1364" fmla="*/ 334115 h 905696"/>
                    <a:gd name="connsiteX1365" fmla="*/ 128805 w 891574"/>
                    <a:gd name="connsiteY1365" fmla="*/ 332285 h 905696"/>
                    <a:gd name="connsiteX1366" fmla="*/ 134755 w 891574"/>
                    <a:gd name="connsiteY1366" fmla="*/ 319725 h 905696"/>
                    <a:gd name="connsiteX1367" fmla="*/ 138725 w 891574"/>
                    <a:gd name="connsiteY1367" fmla="*/ 316172 h 905696"/>
                    <a:gd name="connsiteX1368" fmla="*/ 135727 w 891574"/>
                    <a:gd name="connsiteY1368" fmla="*/ 312745 h 905696"/>
                    <a:gd name="connsiteX1369" fmla="*/ 135472 w 891574"/>
                    <a:gd name="connsiteY1369" fmla="*/ 307073 h 905696"/>
                    <a:gd name="connsiteX1370" fmla="*/ 132034 w 891574"/>
                    <a:gd name="connsiteY1370" fmla="*/ 302848 h 905696"/>
                    <a:gd name="connsiteX1371" fmla="*/ 132000 w 891574"/>
                    <a:gd name="connsiteY1371" fmla="*/ 298449 h 905696"/>
                    <a:gd name="connsiteX1372" fmla="*/ 134442 w 891574"/>
                    <a:gd name="connsiteY1372" fmla="*/ 294872 h 905696"/>
                    <a:gd name="connsiteX1373" fmla="*/ 133620 w 891574"/>
                    <a:gd name="connsiteY1373" fmla="*/ 293032 h 905696"/>
                    <a:gd name="connsiteX1374" fmla="*/ 125112 w 891574"/>
                    <a:gd name="connsiteY1374" fmla="*/ 290774 h 905696"/>
                    <a:gd name="connsiteX1375" fmla="*/ 120389 w 891574"/>
                    <a:gd name="connsiteY1375" fmla="*/ 285716 h 905696"/>
                    <a:gd name="connsiteX1376" fmla="*/ 112112 w 891574"/>
                    <a:gd name="connsiteY1376" fmla="*/ 282231 h 905696"/>
                    <a:gd name="connsiteX1377" fmla="*/ 116360 w 891574"/>
                    <a:gd name="connsiteY1377" fmla="*/ 274487 h 905696"/>
                    <a:gd name="connsiteX1378" fmla="*/ 115956 w 891574"/>
                    <a:gd name="connsiteY1378" fmla="*/ 268827 h 905696"/>
                    <a:gd name="connsiteX1379" fmla="*/ 111163 w 891574"/>
                    <a:gd name="connsiteY1379" fmla="*/ 267032 h 905696"/>
                    <a:gd name="connsiteX1380" fmla="*/ 109542 w 891574"/>
                    <a:gd name="connsiteY1380" fmla="*/ 262715 h 905696"/>
                    <a:gd name="connsiteX1381" fmla="*/ 113883 w 891574"/>
                    <a:gd name="connsiteY1381" fmla="*/ 259624 h 905696"/>
                    <a:gd name="connsiteX1382" fmla="*/ 110793 w 891574"/>
                    <a:gd name="connsiteY1382" fmla="*/ 256128 h 905696"/>
                    <a:gd name="connsiteX1383" fmla="*/ 110793 w 891574"/>
                    <a:gd name="connsiteY1383" fmla="*/ 251046 h 905696"/>
                    <a:gd name="connsiteX1384" fmla="*/ 107297 w 891574"/>
                    <a:gd name="connsiteY1384" fmla="*/ 248962 h 905696"/>
                    <a:gd name="connsiteX1385" fmla="*/ 88139 w 891574"/>
                    <a:gd name="connsiteY1385" fmla="*/ 254530 h 905696"/>
                    <a:gd name="connsiteX1386" fmla="*/ 88092 w 891574"/>
                    <a:gd name="connsiteY1386" fmla="*/ 252308 h 905696"/>
                    <a:gd name="connsiteX1387" fmla="*/ 83080 w 891574"/>
                    <a:gd name="connsiteY1387" fmla="*/ 249784 h 905696"/>
                    <a:gd name="connsiteX1388" fmla="*/ 81239 w 891574"/>
                    <a:gd name="connsiteY1388" fmla="*/ 246913 h 905696"/>
                    <a:gd name="connsiteX1389" fmla="*/ 83670 w 891574"/>
                    <a:gd name="connsiteY1389" fmla="*/ 244691 h 905696"/>
                    <a:gd name="connsiteX1390" fmla="*/ 85418 w 891574"/>
                    <a:gd name="connsiteY1390" fmla="*/ 237803 h 905696"/>
                    <a:gd name="connsiteX1391" fmla="*/ 86993 w 891574"/>
                    <a:gd name="connsiteY1391" fmla="*/ 237421 h 905696"/>
                    <a:gd name="connsiteX1392" fmla="*/ 87340 w 891574"/>
                    <a:gd name="connsiteY1392" fmla="*/ 230557 h 905696"/>
                    <a:gd name="connsiteX1393" fmla="*/ 89458 w 891574"/>
                    <a:gd name="connsiteY1393" fmla="*/ 230522 h 905696"/>
                    <a:gd name="connsiteX1394" fmla="*/ 90350 w 891574"/>
                    <a:gd name="connsiteY1394" fmla="*/ 225128 h 905696"/>
                    <a:gd name="connsiteX1395" fmla="*/ 88173 w 891574"/>
                    <a:gd name="connsiteY1395" fmla="*/ 221053 h 905696"/>
                    <a:gd name="connsiteX1396" fmla="*/ 84781 w 891574"/>
                    <a:gd name="connsiteY1396" fmla="*/ 218865 h 905696"/>
                    <a:gd name="connsiteX1397" fmla="*/ 83832 w 891574"/>
                    <a:gd name="connsiteY1397" fmla="*/ 219814 h 905696"/>
                    <a:gd name="connsiteX1398" fmla="*/ 81610 w 891574"/>
                    <a:gd name="connsiteY1398" fmla="*/ 215462 h 905696"/>
                    <a:gd name="connsiteX1399" fmla="*/ 85279 w 891574"/>
                    <a:gd name="connsiteY1399" fmla="*/ 211966 h 905696"/>
                    <a:gd name="connsiteX1400" fmla="*/ 88532 w 891574"/>
                    <a:gd name="connsiteY1400" fmla="*/ 212522 h 905696"/>
                    <a:gd name="connsiteX1401" fmla="*/ 88277 w 891574"/>
                    <a:gd name="connsiteY1401" fmla="*/ 210380 h 905696"/>
                    <a:gd name="connsiteX1402" fmla="*/ 96427 w 891574"/>
                    <a:gd name="connsiteY1402" fmla="*/ 209894 h 905696"/>
                    <a:gd name="connsiteX1403" fmla="*/ 96485 w 891574"/>
                    <a:gd name="connsiteY1403" fmla="*/ 206930 h 905696"/>
                    <a:gd name="connsiteX1404" fmla="*/ 103963 w 891574"/>
                    <a:gd name="connsiteY1404" fmla="*/ 210311 h 905696"/>
                    <a:gd name="connsiteX1405" fmla="*/ 113374 w 891574"/>
                    <a:gd name="connsiteY1405" fmla="*/ 210229 h 905696"/>
                    <a:gd name="connsiteX1406" fmla="*/ 117784 w 891574"/>
                    <a:gd name="connsiteY1406" fmla="*/ 206572 h 905696"/>
                    <a:gd name="connsiteX1407" fmla="*/ 133018 w 891574"/>
                    <a:gd name="connsiteY1407" fmla="*/ 201814 h 905696"/>
                    <a:gd name="connsiteX1408" fmla="*/ 137892 w 891574"/>
                    <a:gd name="connsiteY1408" fmla="*/ 197612 h 905696"/>
                    <a:gd name="connsiteX1409" fmla="*/ 138262 w 891574"/>
                    <a:gd name="connsiteY1409" fmla="*/ 193896 h 905696"/>
                    <a:gd name="connsiteX1410" fmla="*/ 154688 w 891574"/>
                    <a:gd name="connsiteY1410" fmla="*/ 196211 h 905696"/>
                    <a:gd name="connsiteX1411" fmla="*/ 165141 w 891574"/>
                    <a:gd name="connsiteY1411" fmla="*/ 207046 h 905696"/>
                    <a:gd name="connsiteX1412" fmla="*/ 177898 w 891574"/>
                    <a:gd name="connsiteY1412" fmla="*/ 198480 h 905696"/>
                    <a:gd name="connsiteX1413" fmla="*/ 182170 w 891574"/>
                    <a:gd name="connsiteY1413" fmla="*/ 197658 h 905696"/>
                    <a:gd name="connsiteX1414" fmla="*/ 184450 w 891574"/>
                    <a:gd name="connsiteY1414" fmla="*/ 196778 h 905696"/>
                    <a:gd name="connsiteX1415" fmla="*/ 189393 w 891574"/>
                    <a:gd name="connsiteY1415" fmla="*/ 205854 h 905696"/>
                    <a:gd name="connsiteX1416" fmla="*/ 193861 w 891574"/>
                    <a:gd name="connsiteY1416" fmla="*/ 200969 h 905696"/>
                    <a:gd name="connsiteX1417" fmla="*/ 207926 w 891574"/>
                    <a:gd name="connsiteY1417" fmla="*/ 205935 h 905696"/>
                    <a:gd name="connsiteX1418" fmla="*/ 208435 w 891574"/>
                    <a:gd name="connsiteY1418" fmla="*/ 203944 h 905696"/>
                    <a:gd name="connsiteX1419" fmla="*/ 221504 w 891574"/>
                    <a:gd name="connsiteY1419" fmla="*/ 193398 h 905696"/>
                    <a:gd name="connsiteX1420" fmla="*/ 226748 w 891574"/>
                    <a:gd name="connsiteY1420" fmla="*/ 196454 h 905696"/>
                    <a:gd name="connsiteX1421" fmla="*/ 231355 w 891574"/>
                    <a:gd name="connsiteY1421" fmla="*/ 193213 h 905696"/>
                    <a:gd name="connsiteX1422" fmla="*/ 234631 w 891574"/>
                    <a:gd name="connsiteY1422" fmla="*/ 193178 h 905696"/>
                    <a:gd name="connsiteX1423" fmla="*/ 235199 w 891574"/>
                    <a:gd name="connsiteY1423" fmla="*/ 191257 h 905696"/>
                    <a:gd name="connsiteX1424" fmla="*/ 246508 w 891574"/>
                    <a:gd name="connsiteY1424" fmla="*/ 196651 h 905696"/>
                    <a:gd name="connsiteX1425" fmla="*/ 247018 w 891574"/>
                    <a:gd name="connsiteY1425" fmla="*/ 198989 h 905696"/>
                    <a:gd name="connsiteX1426" fmla="*/ 265817 w 891574"/>
                    <a:gd name="connsiteY1426" fmla="*/ 196501 h 905696"/>
                    <a:gd name="connsiteX1427" fmla="*/ 275216 w 891574"/>
                    <a:gd name="connsiteY1427" fmla="*/ 186522 h 905696"/>
                    <a:gd name="connsiteX1428" fmla="*/ 273086 w 891574"/>
                    <a:gd name="connsiteY1428" fmla="*/ 167179 h 905696"/>
                    <a:gd name="connsiteX1429" fmla="*/ 279823 w 891574"/>
                    <a:gd name="connsiteY1429" fmla="*/ 159330 h 905696"/>
                    <a:gd name="connsiteX1430" fmla="*/ 288946 w 891574"/>
                    <a:gd name="connsiteY1430" fmla="*/ 161287 h 905696"/>
                    <a:gd name="connsiteX1431" fmla="*/ 292326 w 891574"/>
                    <a:gd name="connsiteY1431" fmla="*/ 157235 h 905696"/>
                    <a:gd name="connsiteX1432" fmla="*/ 297639 w 891574"/>
                    <a:gd name="connsiteY1432" fmla="*/ 157293 h 905696"/>
                    <a:gd name="connsiteX1433" fmla="*/ 304365 w 891574"/>
                    <a:gd name="connsiteY1433" fmla="*/ 151609 h 905696"/>
                    <a:gd name="connsiteX1434" fmla="*/ 317630 w 891574"/>
                    <a:gd name="connsiteY1434" fmla="*/ 150868 h 905696"/>
                    <a:gd name="connsiteX1435" fmla="*/ 318175 w 891574"/>
                    <a:gd name="connsiteY1435" fmla="*/ 151945 h 905696"/>
                    <a:gd name="connsiteX1436" fmla="*/ 323465 w 891574"/>
                    <a:gd name="connsiteY1436" fmla="*/ 153357 h 905696"/>
                    <a:gd name="connsiteX1437" fmla="*/ 339729 w 891574"/>
                    <a:gd name="connsiteY1437" fmla="*/ 138204 h 905696"/>
                    <a:gd name="connsiteX1438" fmla="*/ 353412 w 891574"/>
                    <a:gd name="connsiteY1438" fmla="*/ 130402 h 905696"/>
                    <a:gd name="connsiteX1439" fmla="*/ 343526 w 891574"/>
                    <a:gd name="connsiteY1439" fmla="*/ 123815 h 905696"/>
                    <a:gd name="connsiteX1440" fmla="*/ 345852 w 891574"/>
                    <a:gd name="connsiteY1440" fmla="*/ 119012 h 905696"/>
                    <a:gd name="connsiteX1441" fmla="*/ 348955 w 891574"/>
                    <a:gd name="connsiteY1441" fmla="*/ 116859 h 905696"/>
                    <a:gd name="connsiteX1442" fmla="*/ 346177 w 891574"/>
                    <a:gd name="connsiteY1442" fmla="*/ 116175 h 905696"/>
                    <a:gd name="connsiteX1443" fmla="*/ 349452 w 891574"/>
                    <a:gd name="connsiteY1443" fmla="*/ 112402 h 905696"/>
                    <a:gd name="connsiteX1444" fmla="*/ 351409 w 891574"/>
                    <a:gd name="connsiteY1444" fmla="*/ 105144 h 905696"/>
                    <a:gd name="connsiteX1445" fmla="*/ 358019 w 891574"/>
                    <a:gd name="connsiteY1445" fmla="*/ 102933 h 905696"/>
                    <a:gd name="connsiteX1446" fmla="*/ 374780 w 891574"/>
                    <a:gd name="connsiteY1446" fmla="*/ 103558 h 905696"/>
                    <a:gd name="connsiteX1447" fmla="*/ 381124 w 891574"/>
                    <a:gd name="connsiteY1447" fmla="*/ 107945 h 905696"/>
                    <a:gd name="connsiteX1448" fmla="*/ 387491 w 891574"/>
                    <a:gd name="connsiteY1448" fmla="*/ 120111 h 905696"/>
                    <a:gd name="connsiteX1449" fmla="*/ 388417 w 891574"/>
                    <a:gd name="connsiteY1449" fmla="*/ 122230 h 905696"/>
                    <a:gd name="connsiteX1450" fmla="*/ 389876 w 891574"/>
                    <a:gd name="connsiteY1450" fmla="*/ 125563 h 905696"/>
                    <a:gd name="connsiteX1451" fmla="*/ 390153 w 891574"/>
                    <a:gd name="connsiteY1451" fmla="*/ 126177 h 905696"/>
                    <a:gd name="connsiteX1452" fmla="*/ 395478 w 891574"/>
                    <a:gd name="connsiteY1452" fmla="*/ 140369 h 905696"/>
                    <a:gd name="connsiteX1453" fmla="*/ 396694 w 891574"/>
                    <a:gd name="connsiteY1453" fmla="*/ 143587 h 905696"/>
                    <a:gd name="connsiteX1454" fmla="*/ 394181 w 891574"/>
                    <a:gd name="connsiteY1454" fmla="*/ 148391 h 905696"/>
                    <a:gd name="connsiteX1455" fmla="*/ 388417 w 891574"/>
                    <a:gd name="connsiteY1455" fmla="*/ 155545 h 905696"/>
                    <a:gd name="connsiteX1456" fmla="*/ 387132 w 891574"/>
                    <a:gd name="connsiteY1456" fmla="*/ 157142 h 905696"/>
                    <a:gd name="connsiteX1457" fmla="*/ 383752 w 891574"/>
                    <a:gd name="connsiteY1457" fmla="*/ 162259 h 905696"/>
                    <a:gd name="connsiteX1458" fmla="*/ 383949 w 891574"/>
                    <a:gd name="connsiteY1458" fmla="*/ 168649 h 905696"/>
                    <a:gd name="connsiteX1459" fmla="*/ 382282 w 891574"/>
                    <a:gd name="connsiteY1459" fmla="*/ 170837 h 905696"/>
                    <a:gd name="connsiteX1460" fmla="*/ 384111 w 891574"/>
                    <a:gd name="connsiteY1460" fmla="*/ 168938 h 905696"/>
                    <a:gd name="connsiteX1461" fmla="*/ 386090 w 891574"/>
                    <a:gd name="connsiteY1461" fmla="*/ 171786 h 905696"/>
                    <a:gd name="connsiteX1462" fmla="*/ 388417 w 891574"/>
                    <a:gd name="connsiteY1462" fmla="*/ 174472 h 905696"/>
                    <a:gd name="connsiteX1463" fmla="*/ 390304 w 891574"/>
                    <a:gd name="connsiteY1463" fmla="*/ 176659 h 905696"/>
                    <a:gd name="connsiteX1464" fmla="*/ 390570 w 891574"/>
                    <a:gd name="connsiteY1464" fmla="*/ 180167 h 905696"/>
                    <a:gd name="connsiteX1465" fmla="*/ 388417 w 891574"/>
                    <a:gd name="connsiteY1465" fmla="*/ 186730 h 905696"/>
                    <a:gd name="connsiteX1466" fmla="*/ 386681 w 891574"/>
                    <a:gd name="connsiteY1466" fmla="*/ 192032 h 905696"/>
                    <a:gd name="connsiteX1467" fmla="*/ 388417 w 891574"/>
                    <a:gd name="connsiteY1467" fmla="*/ 199696 h 905696"/>
                    <a:gd name="connsiteX1468" fmla="*/ 390014 w 891574"/>
                    <a:gd name="connsiteY1468" fmla="*/ 206768 h 905696"/>
                    <a:gd name="connsiteX1469" fmla="*/ 389679 w 891574"/>
                    <a:gd name="connsiteY1469" fmla="*/ 209130 h 905696"/>
                    <a:gd name="connsiteX1470" fmla="*/ 390026 w 891574"/>
                    <a:gd name="connsiteY1470" fmla="*/ 209095 h 905696"/>
                    <a:gd name="connsiteX1471" fmla="*/ 390408 w 891574"/>
                    <a:gd name="connsiteY1471" fmla="*/ 207324 h 905696"/>
                    <a:gd name="connsiteX1472" fmla="*/ 388417 w 891574"/>
                    <a:gd name="connsiteY1472" fmla="*/ 197322 h 905696"/>
                    <a:gd name="connsiteX1473" fmla="*/ 387641 w 891574"/>
                    <a:gd name="connsiteY1473" fmla="*/ 193467 h 905696"/>
                    <a:gd name="connsiteX1474" fmla="*/ 388417 w 891574"/>
                    <a:gd name="connsiteY1474" fmla="*/ 190354 h 905696"/>
                    <a:gd name="connsiteX1475" fmla="*/ 391137 w 891574"/>
                    <a:gd name="connsiteY1475" fmla="*/ 179287 h 905696"/>
                    <a:gd name="connsiteX1476" fmla="*/ 390593 w 891574"/>
                    <a:gd name="connsiteY1476" fmla="*/ 176069 h 905696"/>
                    <a:gd name="connsiteX1477" fmla="*/ 388417 w 891574"/>
                    <a:gd name="connsiteY1477" fmla="*/ 173823 h 905696"/>
                    <a:gd name="connsiteX1478" fmla="*/ 386322 w 891574"/>
                    <a:gd name="connsiteY1478" fmla="*/ 171658 h 905696"/>
                    <a:gd name="connsiteX1479" fmla="*/ 384377 w 891574"/>
                    <a:gd name="connsiteY1479" fmla="*/ 167943 h 905696"/>
                    <a:gd name="connsiteX1480" fmla="*/ 384504 w 891574"/>
                    <a:gd name="connsiteY1480" fmla="*/ 161900 h 905696"/>
                    <a:gd name="connsiteX1481" fmla="*/ 387965 w 891574"/>
                    <a:gd name="connsiteY1481" fmla="*/ 157096 h 905696"/>
                    <a:gd name="connsiteX1482" fmla="*/ 388417 w 891574"/>
                    <a:gd name="connsiteY1482" fmla="*/ 156784 h 905696"/>
                    <a:gd name="connsiteX1483" fmla="*/ 391531 w 891574"/>
                    <a:gd name="connsiteY1483" fmla="*/ 154538 h 905696"/>
                    <a:gd name="connsiteX1484" fmla="*/ 397863 w 891574"/>
                    <a:gd name="connsiteY1484" fmla="*/ 143807 h 905696"/>
                    <a:gd name="connsiteX1485" fmla="*/ 396914 w 891574"/>
                    <a:gd name="connsiteY1485" fmla="*/ 140369 h 905696"/>
                    <a:gd name="connsiteX1486" fmla="*/ 396092 w 891574"/>
                    <a:gd name="connsiteY1486" fmla="*/ 137417 h 905696"/>
                    <a:gd name="connsiteX1487" fmla="*/ 395525 w 891574"/>
                    <a:gd name="connsiteY1487" fmla="*/ 135912 h 905696"/>
                    <a:gd name="connsiteX1488" fmla="*/ 396948 w 891574"/>
                    <a:gd name="connsiteY1488" fmla="*/ 136236 h 905696"/>
                    <a:gd name="connsiteX1489" fmla="*/ 395235 w 891574"/>
                    <a:gd name="connsiteY1489" fmla="*/ 135496 h 905696"/>
                    <a:gd name="connsiteX1490" fmla="*/ 389690 w 891574"/>
                    <a:gd name="connsiteY1490" fmla="*/ 122461 h 905696"/>
                    <a:gd name="connsiteX1491" fmla="*/ 391751 w 891574"/>
                    <a:gd name="connsiteY1491" fmla="*/ 123561 h 905696"/>
                    <a:gd name="connsiteX1492" fmla="*/ 389818 w 891574"/>
                    <a:gd name="connsiteY1492" fmla="*/ 121824 h 905696"/>
                    <a:gd name="connsiteX1493" fmla="*/ 391519 w 891574"/>
                    <a:gd name="connsiteY1493" fmla="*/ 120493 h 905696"/>
                    <a:gd name="connsiteX1494" fmla="*/ 391947 w 891574"/>
                    <a:gd name="connsiteY1494" fmla="*/ 121732 h 905696"/>
                    <a:gd name="connsiteX1495" fmla="*/ 392040 w 891574"/>
                    <a:gd name="connsiteY1495" fmla="*/ 119752 h 905696"/>
                    <a:gd name="connsiteX1496" fmla="*/ 389748 w 891574"/>
                    <a:gd name="connsiteY1496" fmla="*/ 121639 h 905696"/>
                    <a:gd name="connsiteX1497" fmla="*/ 388648 w 891574"/>
                    <a:gd name="connsiteY1497" fmla="*/ 119787 h 905696"/>
                    <a:gd name="connsiteX1498" fmla="*/ 388417 w 891574"/>
                    <a:gd name="connsiteY1498" fmla="*/ 119208 h 905696"/>
                    <a:gd name="connsiteX1499" fmla="*/ 388023 w 891574"/>
                    <a:gd name="connsiteY1499" fmla="*/ 118224 h 905696"/>
                    <a:gd name="connsiteX1500" fmla="*/ 383150 w 891574"/>
                    <a:gd name="connsiteY1500" fmla="*/ 106058 h 905696"/>
                    <a:gd name="connsiteX1501" fmla="*/ 388417 w 891574"/>
                    <a:gd name="connsiteY1501" fmla="*/ 101185 h 905696"/>
                    <a:gd name="connsiteX1502" fmla="*/ 403095 w 891574"/>
                    <a:gd name="connsiteY1502" fmla="*/ 87618 h 905696"/>
                    <a:gd name="connsiteX1503" fmla="*/ 409022 w 891574"/>
                    <a:gd name="connsiteY1503" fmla="*/ 81401 h 905696"/>
                    <a:gd name="connsiteX1504" fmla="*/ 413328 w 891574"/>
                    <a:gd name="connsiteY1504" fmla="*/ 81066 h 905696"/>
                    <a:gd name="connsiteX1505" fmla="*/ 413154 w 891574"/>
                    <a:gd name="connsiteY1505" fmla="*/ 68946 h 905696"/>
                    <a:gd name="connsiteX1506" fmla="*/ 419776 w 891574"/>
                    <a:gd name="connsiteY1506" fmla="*/ 54476 h 905696"/>
                    <a:gd name="connsiteX1507" fmla="*/ 423550 w 891574"/>
                    <a:gd name="connsiteY1507" fmla="*/ 37471 h 905696"/>
                    <a:gd name="connsiteX1508" fmla="*/ 424418 w 891574"/>
                    <a:gd name="connsiteY1508" fmla="*/ 34658 h 905696"/>
                    <a:gd name="connsiteX1509" fmla="*/ 427323 w 891574"/>
                    <a:gd name="connsiteY1509" fmla="*/ 25293 h 905696"/>
                    <a:gd name="connsiteX1510" fmla="*/ 430113 w 891574"/>
                    <a:gd name="connsiteY1510" fmla="*/ 21392 h 905696"/>
                    <a:gd name="connsiteX1511" fmla="*/ 439385 w 891574"/>
                    <a:gd name="connsiteY1511" fmla="*/ 12016 h 905696"/>
                    <a:gd name="connsiteX1512" fmla="*/ 443043 w 891574"/>
                    <a:gd name="connsiteY1512" fmla="*/ 10106 h 905696"/>
                    <a:gd name="connsiteX1513" fmla="*/ 441596 w 891574"/>
                    <a:gd name="connsiteY1513" fmla="*/ 11553 h 905696"/>
                    <a:gd name="connsiteX1514" fmla="*/ 443020 w 891574"/>
                    <a:gd name="connsiteY1514" fmla="*/ 11217 h 905696"/>
                    <a:gd name="connsiteX1515" fmla="*/ 445011 w 891574"/>
                    <a:gd name="connsiteY1515" fmla="*/ 8404 h 905696"/>
                    <a:gd name="connsiteX1516" fmla="*/ 452547 w 891574"/>
                    <a:gd name="connsiteY1516" fmla="*/ 7154 h 905696"/>
                    <a:gd name="connsiteX1517" fmla="*/ 452640 w 891574"/>
                    <a:gd name="connsiteY1517" fmla="*/ 8057 h 905696"/>
                    <a:gd name="connsiteX1518" fmla="*/ 455279 w 891574"/>
                    <a:gd name="connsiteY1518" fmla="*/ 9156 h 905696"/>
                    <a:gd name="connsiteX1519" fmla="*/ 452883 w 891574"/>
                    <a:gd name="connsiteY1519" fmla="*/ 9330 h 905696"/>
                    <a:gd name="connsiteX1520" fmla="*/ 452906 w 891574"/>
                    <a:gd name="connsiteY1520" fmla="*/ 9399 h 905696"/>
                    <a:gd name="connsiteX1521" fmla="*/ 452987 w 891574"/>
                    <a:gd name="connsiteY1521" fmla="*/ 11009 h 905696"/>
                    <a:gd name="connsiteX1522" fmla="*/ 454804 w 891574"/>
                    <a:gd name="connsiteY1522" fmla="*/ 10488 h 905696"/>
                    <a:gd name="connsiteX1523" fmla="*/ 453149 w 891574"/>
                    <a:gd name="connsiteY1523" fmla="*/ 11298 h 905696"/>
                    <a:gd name="connsiteX1524" fmla="*/ 457537 w 891574"/>
                    <a:gd name="connsiteY1524" fmla="*/ 14377 h 905696"/>
                    <a:gd name="connsiteX1525" fmla="*/ 460303 w 891574"/>
                    <a:gd name="connsiteY1525" fmla="*/ 12895 h 905696"/>
                    <a:gd name="connsiteX1526" fmla="*/ 457224 w 891574"/>
                    <a:gd name="connsiteY1526" fmla="*/ 13416 h 905696"/>
                    <a:gd name="connsiteX1527" fmla="*/ 458208 w 891574"/>
                    <a:gd name="connsiteY1527" fmla="*/ 10442 h 905696"/>
                    <a:gd name="connsiteX1528" fmla="*/ 460789 w 891574"/>
                    <a:gd name="connsiteY1528" fmla="*/ 12259 h 905696"/>
                    <a:gd name="connsiteX1529" fmla="*/ 459539 w 891574"/>
                    <a:gd name="connsiteY1529" fmla="*/ 10059 h 905696"/>
                    <a:gd name="connsiteX1530" fmla="*/ 461183 w 891574"/>
                    <a:gd name="connsiteY1530" fmla="*/ 8844 h 905696"/>
                    <a:gd name="connsiteX1531" fmla="*/ 461218 w 891574"/>
                    <a:gd name="connsiteY1531" fmla="*/ 11182 h 905696"/>
                    <a:gd name="connsiteX1532" fmla="*/ 461519 w 891574"/>
                    <a:gd name="connsiteY1532" fmla="*/ 13092 h 905696"/>
                    <a:gd name="connsiteX1533" fmla="*/ 462618 w 891574"/>
                    <a:gd name="connsiteY1533" fmla="*/ 13092 h 905696"/>
                    <a:gd name="connsiteX1534" fmla="*/ 461634 w 891574"/>
                    <a:gd name="connsiteY1534" fmla="*/ 13000 h 905696"/>
                    <a:gd name="connsiteX1535" fmla="*/ 461495 w 891574"/>
                    <a:gd name="connsiteY1535" fmla="*/ 11391 h 905696"/>
                    <a:gd name="connsiteX1536" fmla="*/ 462861 w 891574"/>
                    <a:gd name="connsiteY1536" fmla="*/ 11865 h 905696"/>
                    <a:gd name="connsiteX1537" fmla="*/ 461414 w 891574"/>
                    <a:gd name="connsiteY1537" fmla="*/ 11113 h 905696"/>
                    <a:gd name="connsiteX1538" fmla="*/ 462005 w 891574"/>
                    <a:gd name="connsiteY1538" fmla="*/ 10152 h 905696"/>
                    <a:gd name="connsiteX1539" fmla="*/ 464112 w 891574"/>
                    <a:gd name="connsiteY1539" fmla="*/ 11691 h 905696"/>
                    <a:gd name="connsiteX1540" fmla="*/ 462919 w 891574"/>
                    <a:gd name="connsiteY1540" fmla="*/ 13382 h 905696"/>
                    <a:gd name="connsiteX1541" fmla="*/ 464274 w 891574"/>
                    <a:gd name="connsiteY1541" fmla="*/ 11889 h 905696"/>
                    <a:gd name="connsiteX1542" fmla="*/ 467550 w 891574"/>
                    <a:gd name="connsiteY1542" fmla="*/ 11900 h 905696"/>
                    <a:gd name="connsiteX1543" fmla="*/ 464343 w 891574"/>
                    <a:gd name="connsiteY1543" fmla="*/ 11749 h 905696"/>
                    <a:gd name="connsiteX1544" fmla="*/ 465015 w 891574"/>
                    <a:gd name="connsiteY1544" fmla="*/ 8647 h 905696"/>
                    <a:gd name="connsiteX1545" fmla="*/ 466693 w 891574"/>
                    <a:gd name="connsiteY1545" fmla="*/ 9064 h 905696"/>
                    <a:gd name="connsiteX1546" fmla="*/ 465026 w 891574"/>
                    <a:gd name="connsiteY1546" fmla="*/ 8578 h 905696"/>
                    <a:gd name="connsiteX1547" fmla="*/ 463869 w 891574"/>
                    <a:gd name="connsiteY1547" fmla="*/ 10326 h 905696"/>
                    <a:gd name="connsiteX1548" fmla="*/ 461171 w 891574"/>
                    <a:gd name="connsiteY1548" fmla="*/ 7698 h 905696"/>
                    <a:gd name="connsiteX1549" fmla="*/ 462410 w 891574"/>
                    <a:gd name="connsiteY1549" fmla="*/ 6714 h 905696"/>
                    <a:gd name="connsiteX1550" fmla="*/ 472330 w 891574"/>
                    <a:gd name="connsiteY1550" fmla="*/ 8172 h 905696"/>
                    <a:gd name="connsiteX1551" fmla="*/ 471092 w 891574"/>
                    <a:gd name="connsiteY1551" fmla="*/ 10001 h 905696"/>
                    <a:gd name="connsiteX1552" fmla="*/ 472793 w 891574"/>
                    <a:gd name="connsiteY1552" fmla="*/ 8763 h 905696"/>
                    <a:gd name="connsiteX1553" fmla="*/ 472898 w 891574"/>
                    <a:gd name="connsiteY1553" fmla="*/ 10731 h 905696"/>
                    <a:gd name="connsiteX1554" fmla="*/ 475282 w 891574"/>
                    <a:gd name="connsiteY1554" fmla="*/ 9619 h 905696"/>
                    <a:gd name="connsiteX1555" fmla="*/ 473314 w 891574"/>
                    <a:gd name="connsiteY1555" fmla="*/ 10036 h 905696"/>
                    <a:gd name="connsiteX1556" fmla="*/ 473048 w 891574"/>
                    <a:gd name="connsiteY1556" fmla="*/ 8068 h 905696"/>
                    <a:gd name="connsiteX1557" fmla="*/ 490794 w 891574"/>
                    <a:gd name="connsiteY1557" fmla="*/ 5012 h 905696"/>
                    <a:gd name="connsiteX1558" fmla="*/ 492542 w 891574"/>
                    <a:gd name="connsiteY1558" fmla="*/ 7350 h 905696"/>
                    <a:gd name="connsiteX1559" fmla="*/ 490690 w 891574"/>
                    <a:gd name="connsiteY1559" fmla="*/ 9180 h 905696"/>
                    <a:gd name="connsiteX1560" fmla="*/ 486071 w 891574"/>
                    <a:gd name="connsiteY1560" fmla="*/ 7837 h 905696"/>
                    <a:gd name="connsiteX1561" fmla="*/ 486430 w 891574"/>
                    <a:gd name="connsiteY1561" fmla="*/ 9191 h 905696"/>
                    <a:gd name="connsiteX1562" fmla="*/ 481973 w 891574"/>
                    <a:gd name="connsiteY1562" fmla="*/ 9087 h 905696"/>
                    <a:gd name="connsiteX1563" fmla="*/ 480156 w 891574"/>
                    <a:gd name="connsiteY1563" fmla="*/ 10025 h 905696"/>
                    <a:gd name="connsiteX1564" fmla="*/ 482286 w 891574"/>
                    <a:gd name="connsiteY1564" fmla="*/ 11113 h 905696"/>
                    <a:gd name="connsiteX1565" fmla="*/ 478755 w 891574"/>
                    <a:gd name="connsiteY1565" fmla="*/ 11090 h 905696"/>
                    <a:gd name="connsiteX1566" fmla="*/ 481603 w 891574"/>
                    <a:gd name="connsiteY1566" fmla="*/ 12224 h 905696"/>
                    <a:gd name="connsiteX1567" fmla="*/ 483744 w 891574"/>
                    <a:gd name="connsiteY1567" fmla="*/ 10059 h 905696"/>
                    <a:gd name="connsiteX1568" fmla="*/ 483629 w 891574"/>
                    <a:gd name="connsiteY1568" fmla="*/ 11749 h 905696"/>
                    <a:gd name="connsiteX1569" fmla="*/ 489590 w 891574"/>
                    <a:gd name="connsiteY1569" fmla="*/ 11773 h 905696"/>
                    <a:gd name="connsiteX1570" fmla="*/ 491477 w 891574"/>
                    <a:gd name="connsiteY1570" fmla="*/ 9747 h 905696"/>
                    <a:gd name="connsiteX1571" fmla="*/ 494116 w 891574"/>
                    <a:gd name="connsiteY1571" fmla="*/ 10777 h 905696"/>
                    <a:gd name="connsiteX1572" fmla="*/ 495054 w 891574"/>
                    <a:gd name="connsiteY1572" fmla="*/ 11136 h 905696"/>
                    <a:gd name="connsiteX1573" fmla="*/ 497415 w 891574"/>
                    <a:gd name="connsiteY1573" fmla="*/ 8879 h 905696"/>
                    <a:gd name="connsiteX1574" fmla="*/ 494753 w 891574"/>
                    <a:gd name="connsiteY1574" fmla="*/ 9851 h 905696"/>
                    <a:gd name="connsiteX1575" fmla="*/ 494116 w 891574"/>
                    <a:gd name="connsiteY1575" fmla="*/ 9469 h 905696"/>
                    <a:gd name="connsiteX1576" fmla="*/ 492750 w 891574"/>
                    <a:gd name="connsiteY1576" fmla="*/ 8659 h 905696"/>
                    <a:gd name="connsiteX1577" fmla="*/ 494116 w 891574"/>
                    <a:gd name="connsiteY1577" fmla="*/ 8485 h 905696"/>
                    <a:gd name="connsiteX1578" fmla="*/ 496049 w 891574"/>
                    <a:gd name="connsiteY1578" fmla="*/ 8230 h 905696"/>
                    <a:gd name="connsiteX1579" fmla="*/ 499650 w 891574"/>
                    <a:gd name="connsiteY1579" fmla="*/ 4480 h 905696"/>
                    <a:gd name="connsiteX1580" fmla="*/ 501536 w 891574"/>
                    <a:gd name="connsiteY1580" fmla="*/ 4792 h 905696"/>
                    <a:gd name="connsiteX1581" fmla="*/ 501363 w 891574"/>
                    <a:gd name="connsiteY1581" fmla="*/ 6459 h 905696"/>
                    <a:gd name="connsiteX1582" fmla="*/ 502520 w 891574"/>
                    <a:gd name="connsiteY1582" fmla="*/ 5279 h 905696"/>
                    <a:gd name="connsiteX1583" fmla="*/ 502312 w 891574"/>
                    <a:gd name="connsiteY1583" fmla="*/ 7223 h 905696"/>
                    <a:gd name="connsiteX1584" fmla="*/ 505611 w 891574"/>
                    <a:gd name="connsiteY1584" fmla="*/ 6911 h 905696"/>
                    <a:gd name="connsiteX1585" fmla="*/ 507799 w 891574"/>
                    <a:gd name="connsiteY1585" fmla="*/ 7987 h 905696"/>
                    <a:gd name="connsiteX1586" fmla="*/ 508077 w 891574"/>
                    <a:gd name="connsiteY1586" fmla="*/ 7548 h 905696"/>
                    <a:gd name="connsiteX1587" fmla="*/ 513216 w 891574"/>
                    <a:gd name="connsiteY1587" fmla="*/ 6459 h 905696"/>
                    <a:gd name="connsiteX1588" fmla="*/ 513749 w 891574"/>
                    <a:gd name="connsiteY1588" fmla="*/ 5660 h 905696"/>
                    <a:gd name="connsiteX1589" fmla="*/ 514270 w 891574"/>
                    <a:gd name="connsiteY1589" fmla="*/ 5603 h 905696"/>
                    <a:gd name="connsiteX1590" fmla="*/ 519988 w 891574"/>
                    <a:gd name="connsiteY1590" fmla="*/ 6830 h 905696"/>
                    <a:gd name="connsiteX1591" fmla="*/ 517164 w 891574"/>
                    <a:gd name="connsiteY1591" fmla="*/ 11356 h 905696"/>
                    <a:gd name="connsiteX1592" fmla="*/ 514686 w 891574"/>
                    <a:gd name="connsiteY1592" fmla="*/ 10302 h 905696"/>
                    <a:gd name="connsiteX1593" fmla="*/ 518425 w 891574"/>
                    <a:gd name="connsiteY1593" fmla="*/ 7987 h 905696"/>
                    <a:gd name="connsiteX1594" fmla="*/ 514305 w 891574"/>
                    <a:gd name="connsiteY1594" fmla="*/ 10256 h 905696"/>
                    <a:gd name="connsiteX1595" fmla="*/ 514976 w 891574"/>
                    <a:gd name="connsiteY1595" fmla="*/ 6818 h 905696"/>
                    <a:gd name="connsiteX1596" fmla="*/ 513691 w 891574"/>
                    <a:gd name="connsiteY1596" fmla="*/ 8381 h 905696"/>
                    <a:gd name="connsiteX1597" fmla="*/ 512730 w 891574"/>
                    <a:gd name="connsiteY1597" fmla="*/ 7177 h 905696"/>
                    <a:gd name="connsiteX1598" fmla="*/ 514119 w 891574"/>
                    <a:gd name="connsiteY1598" fmla="*/ 9920 h 905696"/>
                    <a:gd name="connsiteX1599" fmla="*/ 513934 w 891574"/>
                    <a:gd name="connsiteY1599" fmla="*/ 10627 h 905696"/>
                    <a:gd name="connsiteX1600" fmla="*/ 513494 w 891574"/>
                    <a:gd name="connsiteY1600" fmla="*/ 12201 h 905696"/>
                    <a:gd name="connsiteX1601" fmla="*/ 514270 w 891574"/>
                    <a:gd name="connsiteY1601" fmla="*/ 12097 h 905696"/>
                    <a:gd name="connsiteX1602" fmla="*/ 518240 w 891574"/>
                    <a:gd name="connsiteY1602" fmla="*/ 11564 h 905696"/>
                    <a:gd name="connsiteX1603" fmla="*/ 522107 w 891574"/>
                    <a:gd name="connsiteY1603" fmla="*/ 8832 h 905696"/>
                    <a:gd name="connsiteX1604" fmla="*/ 522732 w 891574"/>
                    <a:gd name="connsiteY1604" fmla="*/ 6946 h 905696"/>
                    <a:gd name="connsiteX1605" fmla="*/ 520891 w 891574"/>
                    <a:gd name="connsiteY1605" fmla="*/ 8149 h 905696"/>
                    <a:gd name="connsiteX1606" fmla="*/ 520717 w 891574"/>
                    <a:gd name="connsiteY1606" fmla="*/ 5730 h 905696"/>
                    <a:gd name="connsiteX1607" fmla="*/ 523183 w 891574"/>
                    <a:gd name="connsiteY1607" fmla="*/ 4978 h 905696"/>
                    <a:gd name="connsiteX1608" fmla="*/ 519722 w 891574"/>
                    <a:gd name="connsiteY1608" fmla="*/ 4329 h 905696"/>
                    <a:gd name="connsiteX1609" fmla="*/ 526980 w 891574"/>
                    <a:gd name="connsiteY1609" fmla="*/ 3044 h 905696"/>
                    <a:gd name="connsiteX1610" fmla="*/ 530268 w 891574"/>
                    <a:gd name="connsiteY1610" fmla="*/ 4190 h 905696"/>
                    <a:gd name="connsiteX1611" fmla="*/ 540188 w 891574"/>
                    <a:gd name="connsiteY1611" fmla="*/ 5626 h 905696"/>
                    <a:gd name="connsiteX1612" fmla="*/ 541427 w 891574"/>
                    <a:gd name="connsiteY1612" fmla="*/ 7524 h 905696"/>
                    <a:gd name="connsiteX1613" fmla="*/ 541369 w 891574"/>
                    <a:gd name="connsiteY1613" fmla="*/ 5591 h 905696"/>
                    <a:gd name="connsiteX1614" fmla="*/ 544657 w 891574"/>
                    <a:gd name="connsiteY1614" fmla="*/ 3693 h 905696"/>
                    <a:gd name="connsiteX1615" fmla="*/ 544541 w 891574"/>
                    <a:gd name="connsiteY1615" fmla="*/ 3693 h 905696"/>
                    <a:gd name="connsiteX1616" fmla="*/ 541531 w 891574"/>
                    <a:gd name="connsiteY1616" fmla="*/ 5255 h 905696"/>
                    <a:gd name="connsiteX1617" fmla="*/ 540929 w 891574"/>
                    <a:gd name="connsiteY1617" fmla="*/ 4005 h 905696"/>
                    <a:gd name="connsiteX1618" fmla="*/ 545420 w 891574"/>
                    <a:gd name="connsiteY1618" fmla="*/ 3241 h 905696"/>
                    <a:gd name="connsiteX1619" fmla="*/ 552551 w 891574"/>
                    <a:gd name="connsiteY1619" fmla="*/ 3009 h 905696"/>
                    <a:gd name="connsiteX1620" fmla="*/ 552366 w 891574"/>
                    <a:gd name="connsiteY1620" fmla="*/ 4503 h 905696"/>
                    <a:gd name="connsiteX1621" fmla="*/ 555492 w 891574"/>
                    <a:gd name="connsiteY1621" fmla="*/ 5279 h 905696"/>
                    <a:gd name="connsiteX1622" fmla="*/ 555410 w 891574"/>
                    <a:gd name="connsiteY1622" fmla="*/ 14331 h 905696"/>
                    <a:gd name="connsiteX1623" fmla="*/ 561754 w 891574"/>
                    <a:gd name="connsiteY1623" fmla="*/ 14528 h 905696"/>
                    <a:gd name="connsiteX1624" fmla="*/ 562206 w 891574"/>
                    <a:gd name="connsiteY1624" fmla="*/ 15766 h 905696"/>
                    <a:gd name="connsiteX1625" fmla="*/ 563664 w 891574"/>
                    <a:gd name="connsiteY1625" fmla="*/ 13104 h 905696"/>
                    <a:gd name="connsiteX1626" fmla="*/ 565505 w 891574"/>
                    <a:gd name="connsiteY1626" fmla="*/ 12756 h 905696"/>
                    <a:gd name="connsiteX1627" fmla="*/ 568074 w 891574"/>
                    <a:gd name="connsiteY1627" fmla="*/ 13220 h 905696"/>
                    <a:gd name="connsiteX1628" fmla="*/ 569163 w 891574"/>
                    <a:gd name="connsiteY1628" fmla="*/ 12050 h 905696"/>
                    <a:gd name="connsiteX1629" fmla="*/ 570343 w 891574"/>
                    <a:gd name="connsiteY1629" fmla="*/ 11819 h 905696"/>
                    <a:gd name="connsiteX1630" fmla="*/ 571906 w 891574"/>
                    <a:gd name="connsiteY1630" fmla="*/ 12687 h 905696"/>
                    <a:gd name="connsiteX1631" fmla="*/ 575495 w 891574"/>
                    <a:gd name="connsiteY1631" fmla="*/ 10823 h 905696"/>
                    <a:gd name="connsiteX1632" fmla="*/ 575495 w 891574"/>
                    <a:gd name="connsiteY1632" fmla="*/ 13115 h 905696"/>
                    <a:gd name="connsiteX1633" fmla="*/ 576861 w 891574"/>
                    <a:gd name="connsiteY1633" fmla="*/ 10198 h 905696"/>
                    <a:gd name="connsiteX1634" fmla="*/ 579176 w 891574"/>
                    <a:gd name="connsiteY1634" fmla="*/ 10870 h 905696"/>
                    <a:gd name="connsiteX1635" fmla="*/ 578470 w 891574"/>
                    <a:gd name="connsiteY1635" fmla="*/ 11009 h 905696"/>
                    <a:gd name="connsiteX1636" fmla="*/ 578829 w 891574"/>
                    <a:gd name="connsiteY1636" fmla="*/ 12050 h 905696"/>
                    <a:gd name="connsiteX1637" fmla="*/ 577659 w 891574"/>
                    <a:gd name="connsiteY1637" fmla="*/ 12814 h 905696"/>
                    <a:gd name="connsiteX1638" fmla="*/ 579176 w 891574"/>
                    <a:gd name="connsiteY1638" fmla="*/ 12201 h 905696"/>
                    <a:gd name="connsiteX1639" fmla="*/ 578655 w 891574"/>
                    <a:gd name="connsiteY1639" fmla="*/ 11101 h 905696"/>
                    <a:gd name="connsiteX1640" fmla="*/ 581016 w 891574"/>
                    <a:gd name="connsiteY1640" fmla="*/ 11900 h 905696"/>
                    <a:gd name="connsiteX1641" fmla="*/ 579581 w 891574"/>
                    <a:gd name="connsiteY1641" fmla="*/ 10580 h 905696"/>
                    <a:gd name="connsiteX1642" fmla="*/ 578238 w 891574"/>
                    <a:gd name="connsiteY1642" fmla="*/ 10071 h 905696"/>
                    <a:gd name="connsiteX1643" fmla="*/ 579616 w 891574"/>
                    <a:gd name="connsiteY1643" fmla="*/ 8728 h 905696"/>
                    <a:gd name="connsiteX1644" fmla="*/ 585392 w 891574"/>
                    <a:gd name="connsiteY1644" fmla="*/ 10175 h 905696"/>
                    <a:gd name="connsiteX1645" fmla="*/ 585890 w 891574"/>
                    <a:gd name="connsiteY1645" fmla="*/ 11773 h 905696"/>
                    <a:gd name="connsiteX1646" fmla="*/ 584524 w 891574"/>
                    <a:gd name="connsiteY1646" fmla="*/ 12803 h 905696"/>
                    <a:gd name="connsiteX1647" fmla="*/ 583262 w 891574"/>
                    <a:gd name="connsiteY1647" fmla="*/ 12016 h 905696"/>
                    <a:gd name="connsiteX1648" fmla="*/ 584443 w 891574"/>
                    <a:gd name="connsiteY1648" fmla="*/ 13289 h 905696"/>
                    <a:gd name="connsiteX1649" fmla="*/ 583297 w 891574"/>
                    <a:gd name="connsiteY1649" fmla="*/ 13486 h 905696"/>
                    <a:gd name="connsiteX1650" fmla="*/ 582417 w 891574"/>
                    <a:gd name="connsiteY1650" fmla="*/ 12351 h 905696"/>
                    <a:gd name="connsiteX1651" fmla="*/ 583123 w 891574"/>
                    <a:gd name="connsiteY1651" fmla="*/ 13555 h 905696"/>
                    <a:gd name="connsiteX1652" fmla="*/ 584304 w 891574"/>
                    <a:gd name="connsiteY1652" fmla="*/ 13532 h 905696"/>
                    <a:gd name="connsiteX1653" fmla="*/ 585218 w 891574"/>
                    <a:gd name="connsiteY1653" fmla="*/ 12942 h 905696"/>
                    <a:gd name="connsiteX1654" fmla="*/ 586121 w 891574"/>
                    <a:gd name="connsiteY1654" fmla="*/ 11796 h 905696"/>
                    <a:gd name="connsiteX1655" fmla="*/ 586237 w 891574"/>
                    <a:gd name="connsiteY1655" fmla="*/ 9990 h 905696"/>
                    <a:gd name="connsiteX1656" fmla="*/ 587163 w 891574"/>
                    <a:gd name="connsiteY1656" fmla="*/ 11437 h 905696"/>
                    <a:gd name="connsiteX1657" fmla="*/ 586955 w 891574"/>
                    <a:gd name="connsiteY1657" fmla="*/ 9851 h 905696"/>
                    <a:gd name="connsiteX1658" fmla="*/ 588587 w 891574"/>
                    <a:gd name="connsiteY1658" fmla="*/ 9411 h 905696"/>
                    <a:gd name="connsiteX1659" fmla="*/ 589108 w 891574"/>
                    <a:gd name="connsiteY1659" fmla="*/ 12317 h 905696"/>
                    <a:gd name="connsiteX1660" fmla="*/ 594421 w 891574"/>
                    <a:gd name="connsiteY1660" fmla="*/ 11564 h 905696"/>
                    <a:gd name="connsiteX1661" fmla="*/ 594803 w 891574"/>
                    <a:gd name="connsiteY1661" fmla="*/ 11807 h 905696"/>
                    <a:gd name="connsiteX1662" fmla="*/ 593310 w 891574"/>
                    <a:gd name="connsiteY1662" fmla="*/ 12953 h 905696"/>
                    <a:gd name="connsiteX1663" fmla="*/ 594456 w 891574"/>
                    <a:gd name="connsiteY1663" fmla="*/ 13035 h 905696"/>
                    <a:gd name="connsiteX1664" fmla="*/ 597269 w 891574"/>
                    <a:gd name="connsiteY1664" fmla="*/ 9133 h 905696"/>
                    <a:gd name="connsiteX1665" fmla="*/ 599827 w 891574"/>
                    <a:gd name="connsiteY1665" fmla="*/ 9006 h 905696"/>
                    <a:gd name="connsiteX1666" fmla="*/ 602466 w 891574"/>
                    <a:gd name="connsiteY1666" fmla="*/ 8879 h 905696"/>
                    <a:gd name="connsiteX1667" fmla="*/ 600811 w 891574"/>
                    <a:gd name="connsiteY1667" fmla="*/ 10951 h 905696"/>
                    <a:gd name="connsiteX1668" fmla="*/ 602085 w 891574"/>
                    <a:gd name="connsiteY1668" fmla="*/ 10360 h 905696"/>
                    <a:gd name="connsiteX1669" fmla="*/ 602165 w 891574"/>
                    <a:gd name="connsiteY1669" fmla="*/ 12502 h 905696"/>
                    <a:gd name="connsiteX1670" fmla="*/ 608173 w 891574"/>
                    <a:gd name="connsiteY1670" fmla="*/ 13289 h 905696"/>
                    <a:gd name="connsiteX1671" fmla="*/ 610859 w 891574"/>
                    <a:gd name="connsiteY1671" fmla="*/ 13162 h 905696"/>
                    <a:gd name="connsiteX1672" fmla="*/ 611530 w 891574"/>
                    <a:gd name="connsiteY1672" fmla="*/ 11448 h 905696"/>
                    <a:gd name="connsiteX1673" fmla="*/ 611750 w 891574"/>
                    <a:gd name="connsiteY1673" fmla="*/ 12212 h 905696"/>
                    <a:gd name="connsiteX1674" fmla="*/ 613846 w 891574"/>
                    <a:gd name="connsiteY1674" fmla="*/ 13289 h 905696"/>
                    <a:gd name="connsiteX1675" fmla="*/ 614702 w 891574"/>
                    <a:gd name="connsiteY1675" fmla="*/ 12710 h 905696"/>
                    <a:gd name="connsiteX1676" fmla="*/ 614008 w 891574"/>
                    <a:gd name="connsiteY1676" fmla="*/ 8948 h 905696"/>
                    <a:gd name="connsiteX1677" fmla="*/ 614644 w 891574"/>
                    <a:gd name="connsiteY1677" fmla="*/ 10164 h 905696"/>
                    <a:gd name="connsiteX1678" fmla="*/ 614748 w 891574"/>
                    <a:gd name="connsiteY1678" fmla="*/ 8184 h 905696"/>
                    <a:gd name="connsiteX1679" fmla="*/ 617272 w 891574"/>
                    <a:gd name="connsiteY1679" fmla="*/ 6934 h 905696"/>
                    <a:gd name="connsiteX1680" fmla="*/ 617226 w 891574"/>
                    <a:gd name="connsiteY1680" fmla="*/ 7189 h 905696"/>
                    <a:gd name="connsiteX1681" fmla="*/ 617179 w 891574"/>
                    <a:gd name="connsiteY1681" fmla="*/ 7825 h 905696"/>
                    <a:gd name="connsiteX1682" fmla="*/ 623511 w 891574"/>
                    <a:gd name="connsiteY1682" fmla="*/ 6760 h 905696"/>
                    <a:gd name="connsiteX1683" fmla="*/ 624113 w 891574"/>
                    <a:gd name="connsiteY1683" fmla="*/ 8867 h 905696"/>
                    <a:gd name="connsiteX1684" fmla="*/ 624565 w 891574"/>
                    <a:gd name="connsiteY1684" fmla="*/ 6795 h 905696"/>
                    <a:gd name="connsiteX1685" fmla="*/ 617700 w 891574"/>
                    <a:gd name="connsiteY1685" fmla="*/ 5267 h 905696"/>
                    <a:gd name="connsiteX1686" fmla="*/ 606159 w 891574"/>
                    <a:gd name="connsiteY1686" fmla="*/ 1088 h 905696"/>
                    <a:gd name="connsiteX1687" fmla="*/ 601529 w 891574"/>
                    <a:gd name="connsiteY1687" fmla="*/ 4862 h 905696"/>
                    <a:gd name="connsiteX1688" fmla="*/ 603728 w 891574"/>
                    <a:gd name="connsiteY1688" fmla="*/ 891 h 905696"/>
                    <a:gd name="connsiteX1689" fmla="*/ 599873 w 891574"/>
                    <a:gd name="connsiteY1689" fmla="*/ 2952 h 905696"/>
                    <a:gd name="connsiteX1690" fmla="*/ 600475 w 891574"/>
                    <a:gd name="connsiteY1690" fmla="*/ 4422 h 905696"/>
                    <a:gd name="connsiteX1691" fmla="*/ 599827 w 891574"/>
                    <a:gd name="connsiteY1691" fmla="*/ 3924 h 905696"/>
                    <a:gd name="connsiteX1692" fmla="*/ 597778 w 891574"/>
                    <a:gd name="connsiteY1692" fmla="*/ 2338 h 905696"/>
                    <a:gd name="connsiteX1693" fmla="*/ 597431 w 891574"/>
                    <a:gd name="connsiteY1693" fmla="*/ 5093 h 905696"/>
                    <a:gd name="connsiteX1694" fmla="*/ 596644 w 891574"/>
                    <a:gd name="connsiteY1694" fmla="*/ 3681 h 905696"/>
                    <a:gd name="connsiteX1695" fmla="*/ 598461 w 891574"/>
                    <a:gd name="connsiteY1695" fmla="*/ 243 h 905696"/>
                    <a:gd name="connsiteX1696" fmla="*/ 593229 w 891574"/>
                    <a:gd name="connsiteY1696" fmla="*/ 6089 h 905696"/>
                    <a:gd name="connsiteX1697" fmla="*/ 593125 w 891574"/>
                    <a:gd name="connsiteY1697" fmla="*/ 4734 h 905696"/>
                    <a:gd name="connsiteX1698" fmla="*/ 595683 w 891574"/>
                    <a:gd name="connsiteY1698" fmla="*/ 1007 h 905696"/>
                    <a:gd name="connsiteX1699" fmla="*/ 598473 w 891574"/>
                    <a:gd name="connsiteY1699" fmla="*/ 0 h 905696"/>
                    <a:gd name="connsiteX1700" fmla="*/ 602802 w 891574"/>
                    <a:gd name="connsiteY1700" fmla="*/ 173 h 905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  <a:cxn ang="0">
                      <a:pos x="connsiteX1420" y="connsiteY1420"/>
                    </a:cxn>
                    <a:cxn ang="0">
                      <a:pos x="connsiteX1421" y="connsiteY1421"/>
                    </a:cxn>
                    <a:cxn ang="0">
                      <a:pos x="connsiteX1422" y="connsiteY1422"/>
                    </a:cxn>
                    <a:cxn ang="0">
                      <a:pos x="connsiteX1423" y="connsiteY1423"/>
                    </a:cxn>
                    <a:cxn ang="0">
                      <a:pos x="connsiteX1424" y="connsiteY1424"/>
                    </a:cxn>
                    <a:cxn ang="0">
                      <a:pos x="connsiteX1425" y="connsiteY1425"/>
                    </a:cxn>
                    <a:cxn ang="0">
                      <a:pos x="connsiteX1426" y="connsiteY1426"/>
                    </a:cxn>
                    <a:cxn ang="0">
                      <a:pos x="connsiteX1427" y="connsiteY1427"/>
                    </a:cxn>
                    <a:cxn ang="0">
                      <a:pos x="connsiteX1428" y="connsiteY1428"/>
                    </a:cxn>
                    <a:cxn ang="0">
                      <a:pos x="connsiteX1429" y="connsiteY1429"/>
                    </a:cxn>
                    <a:cxn ang="0">
                      <a:pos x="connsiteX1430" y="connsiteY1430"/>
                    </a:cxn>
                    <a:cxn ang="0">
                      <a:pos x="connsiteX1431" y="connsiteY1431"/>
                    </a:cxn>
                    <a:cxn ang="0">
                      <a:pos x="connsiteX1432" y="connsiteY1432"/>
                    </a:cxn>
                    <a:cxn ang="0">
                      <a:pos x="connsiteX1433" y="connsiteY1433"/>
                    </a:cxn>
                    <a:cxn ang="0">
                      <a:pos x="connsiteX1434" y="connsiteY1434"/>
                    </a:cxn>
                    <a:cxn ang="0">
                      <a:pos x="connsiteX1435" y="connsiteY1435"/>
                    </a:cxn>
                    <a:cxn ang="0">
                      <a:pos x="connsiteX1436" y="connsiteY1436"/>
                    </a:cxn>
                    <a:cxn ang="0">
                      <a:pos x="connsiteX1437" y="connsiteY1437"/>
                    </a:cxn>
                    <a:cxn ang="0">
                      <a:pos x="connsiteX1438" y="connsiteY1438"/>
                    </a:cxn>
                    <a:cxn ang="0">
                      <a:pos x="connsiteX1439" y="connsiteY1439"/>
                    </a:cxn>
                    <a:cxn ang="0">
                      <a:pos x="connsiteX1440" y="connsiteY1440"/>
                    </a:cxn>
                    <a:cxn ang="0">
                      <a:pos x="connsiteX1441" y="connsiteY1441"/>
                    </a:cxn>
                    <a:cxn ang="0">
                      <a:pos x="connsiteX1442" y="connsiteY1442"/>
                    </a:cxn>
                    <a:cxn ang="0">
                      <a:pos x="connsiteX1443" y="connsiteY1443"/>
                    </a:cxn>
                    <a:cxn ang="0">
                      <a:pos x="connsiteX1444" y="connsiteY1444"/>
                    </a:cxn>
                    <a:cxn ang="0">
                      <a:pos x="connsiteX1445" y="connsiteY1445"/>
                    </a:cxn>
                    <a:cxn ang="0">
                      <a:pos x="connsiteX1446" y="connsiteY1446"/>
                    </a:cxn>
                    <a:cxn ang="0">
                      <a:pos x="connsiteX1447" y="connsiteY1447"/>
                    </a:cxn>
                    <a:cxn ang="0">
                      <a:pos x="connsiteX1448" y="connsiteY1448"/>
                    </a:cxn>
                    <a:cxn ang="0">
                      <a:pos x="connsiteX1449" y="connsiteY1449"/>
                    </a:cxn>
                    <a:cxn ang="0">
                      <a:pos x="connsiteX1450" y="connsiteY1450"/>
                    </a:cxn>
                    <a:cxn ang="0">
                      <a:pos x="connsiteX1451" y="connsiteY1451"/>
                    </a:cxn>
                    <a:cxn ang="0">
                      <a:pos x="connsiteX1452" y="connsiteY1452"/>
                    </a:cxn>
                    <a:cxn ang="0">
                      <a:pos x="connsiteX1453" y="connsiteY1453"/>
                    </a:cxn>
                    <a:cxn ang="0">
                      <a:pos x="connsiteX1454" y="connsiteY1454"/>
                    </a:cxn>
                    <a:cxn ang="0">
                      <a:pos x="connsiteX1455" y="connsiteY1455"/>
                    </a:cxn>
                    <a:cxn ang="0">
                      <a:pos x="connsiteX1456" y="connsiteY1456"/>
                    </a:cxn>
                    <a:cxn ang="0">
                      <a:pos x="connsiteX1457" y="connsiteY1457"/>
                    </a:cxn>
                    <a:cxn ang="0">
                      <a:pos x="connsiteX1458" y="connsiteY1458"/>
                    </a:cxn>
                    <a:cxn ang="0">
                      <a:pos x="connsiteX1459" y="connsiteY1459"/>
                    </a:cxn>
                    <a:cxn ang="0">
                      <a:pos x="connsiteX1460" y="connsiteY1460"/>
                    </a:cxn>
                    <a:cxn ang="0">
                      <a:pos x="connsiteX1461" y="connsiteY1461"/>
                    </a:cxn>
                    <a:cxn ang="0">
                      <a:pos x="connsiteX1462" y="connsiteY1462"/>
                    </a:cxn>
                    <a:cxn ang="0">
                      <a:pos x="connsiteX1463" y="connsiteY1463"/>
                    </a:cxn>
                    <a:cxn ang="0">
                      <a:pos x="connsiteX1464" y="connsiteY1464"/>
                    </a:cxn>
                    <a:cxn ang="0">
                      <a:pos x="connsiteX1465" y="connsiteY1465"/>
                    </a:cxn>
                    <a:cxn ang="0">
                      <a:pos x="connsiteX1466" y="connsiteY1466"/>
                    </a:cxn>
                    <a:cxn ang="0">
                      <a:pos x="connsiteX1467" y="connsiteY1467"/>
                    </a:cxn>
                    <a:cxn ang="0">
                      <a:pos x="connsiteX1468" y="connsiteY1468"/>
                    </a:cxn>
                    <a:cxn ang="0">
                      <a:pos x="connsiteX1469" y="connsiteY1469"/>
                    </a:cxn>
                    <a:cxn ang="0">
                      <a:pos x="connsiteX1470" y="connsiteY1470"/>
                    </a:cxn>
                    <a:cxn ang="0">
                      <a:pos x="connsiteX1471" y="connsiteY1471"/>
                    </a:cxn>
                    <a:cxn ang="0">
                      <a:pos x="connsiteX1472" y="connsiteY1472"/>
                    </a:cxn>
                    <a:cxn ang="0">
                      <a:pos x="connsiteX1473" y="connsiteY1473"/>
                    </a:cxn>
                    <a:cxn ang="0">
                      <a:pos x="connsiteX1474" y="connsiteY1474"/>
                    </a:cxn>
                    <a:cxn ang="0">
                      <a:pos x="connsiteX1475" y="connsiteY1475"/>
                    </a:cxn>
                    <a:cxn ang="0">
                      <a:pos x="connsiteX1476" y="connsiteY1476"/>
                    </a:cxn>
                    <a:cxn ang="0">
                      <a:pos x="connsiteX1477" y="connsiteY1477"/>
                    </a:cxn>
                    <a:cxn ang="0">
                      <a:pos x="connsiteX1478" y="connsiteY1478"/>
                    </a:cxn>
                    <a:cxn ang="0">
                      <a:pos x="connsiteX1479" y="connsiteY1479"/>
                    </a:cxn>
                    <a:cxn ang="0">
                      <a:pos x="connsiteX1480" y="connsiteY1480"/>
                    </a:cxn>
                    <a:cxn ang="0">
                      <a:pos x="connsiteX1481" y="connsiteY1481"/>
                    </a:cxn>
                    <a:cxn ang="0">
                      <a:pos x="connsiteX1482" y="connsiteY1482"/>
                    </a:cxn>
                    <a:cxn ang="0">
                      <a:pos x="connsiteX1483" y="connsiteY1483"/>
                    </a:cxn>
                    <a:cxn ang="0">
                      <a:pos x="connsiteX1484" y="connsiteY1484"/>
                    </a:cxn>
                    <a:cxn ang="0">
                      <a:pos x="connsiteX1485" y="connsiteY1485"/>
                    </a:cxn>
                    <a:cxn ang="0">
                      <a:pos x="connsiteX1486" y="connsiteY1486"/>
                    </a:cxn>
                    <a:cxn ang="0">
                      <a:pos x="connsiteX1487" y="connsiteY1487"/>
                    </a:cxn>
                    <a:cxn ang="0">
                      <a:pos x="connsiteX1488" y="connsiteY1488"/>
                    </a:cxn>
                    <a:cxn ang="0">
                      <a:pos x="connsiteX1489" y="connsiteY1489"/>
                    </a:cxn>
                    <a:cxn ang="0">
                      <a:pos x="connsiteX1490" y="connsiteY1490"/>
                    </a:cxn>
                    <a:cxn ang="0">
                      <a:pos x="connsiteX1491" y="connsiteY1491"/>
                    </a:cxn>
                    <a:cxn ang="0">
                      <a:pos x="connsiteX1492" y="connsiteY1492"/>
                    </a:cxn>
                    <a:cxn ang="0">
                      <a:pos x="connsiteX1493" y="connsiteY1493"/>
                    </a:cxn>
                    <a:cxn ang="0">
                      <a:pos x="connsiteX1494" y="connsiteY1494"/>
                    </a:cxn>
                    <a:cxn ang="0">
                      <a:pos x="connsiteX1495" y="connsiteY1495"/>
                    </a:cxn>
                    <a:cxn ang="0">
                      <a:pos x="connsiteX1496" y="connsiteY1496"/>
                    </a:cxn>
                    <a:cxn ang="0">
                      <a:pos x="connsiteX1497" y="connsiteY1497"/>
                    </a:cxn>
                    <a:cxn ang="0">
                      <a:pos x="connsiteX1498" y="connsiteY1498"/>
                    </a:cxn>
                    <a:cxn ang="0">
                      <a:pos x="connsiteX1499" y="connsiteY1499"/>
                    </a:cxn>
                    <a:cxn ang="0">
                      <a:pos x="connsiteX1500" y="connsiteY1500"/>
                    </a:cxn>
                    <a:cxn ang="0">
                      <a:pos x="connsiteX1501" y="connsiteY1501"/>
                    </a:cxn>
                    <a:cxn ang="0">
                      <a:pos x="connsiteX1502" y="connsiteY1502"/>
                    </a:cxn>
                    <a:cxn ang="0">
                      <a:pos x="connsiteX1503" y="connsiteY1503"/>
                    </a:cxn>
                    <a:cxn ang="0">
                      <a:pos x="connsiteX1504" y="connsiteY1504"/>
                    </a:cxn>
                    <a:cxn ang="0">
                      <a:pos x="connsiteX1505" y="connsiteY1505"/>
                    </a:cxn>
                    <a:cxn ang="0">
                      <a:pos x="connsiteX1506" y="connsiteY1506"/>
                    </a:cxn>
                    <a:cxn ang="0">
                      <a:pos x="connsiteX1507" y="connsiteY1507"/>
                    </a:cxn>
                    <a:cxn ang="0">
                      <a:pos x="connsiteX1508" y="connsiteY1508"/>
                    </a:cxn>
                    <a:cxn ang="0">
                      <a:pos x="connsiteX1509" y="connsiteY1509"/>
                    </a:cxn>
                    <a:cxn ang="0">
                      <a:pos x="connsiteX1510" y="connsiteY1510"/>
                    </a:cxn>
                    <a:cxn ang="0">
                      <a:pos x="connsiteX1511" y="connsiteY1511"/>
                    </a:cxn>
                    <a:cxn ang="0">
                      <a:pos x="connsiteX1512" y="connsiteY1512"/>
                    </a:cxn>
                    <a:cxn ang="0">
                      <a:pos x="connsiteX1513" y="connsiteY1513"/>
                    </a:cxn>
                    <a:cxn ang="0">
                      <a:pos x="connsiteX1514" y="connsiteY1514"/>
                    </a:cxn>
                    <a:cxn ang="0">
                      <a:pos x="connsiteX1515" y="connsiteY1515"/>
                    </a:cxn>
                    <a:cxn ang="0">
                      <a:pos x="connsiteX1516" y="connsiteY1516"/>
                    </a:cxn>
                    <a:cxn ang="0">
                      <a:pos x="connsiteX1517" y="connsiteY1517"/>
                    </a:cxn>
                    <a:cxn ang="0">
                      <a:pos x="connsiteX1518" y="connsiteY1518"/>
                    </a:cxn>
                    <a:cxn ang="0">
                      <a:pos x="connsiteX1519" y="connsiteY1519"/>
                    </a:cxn>
                    <a:cxn ang="0">
                      <a:pos x="connsiteX1520" y="connsiteY1520"/>
                    </a:cxn>
                    <a:cxn ang="0">
                      <a:pos x="connsiteX1521" y="connsiteY1521"/>
                    </a:cxn>
                    <a:cxn ang="0">
                      <a:pos x="connsiteX1522" y="connsiteY1522"/>
                    </a:cxn>
                    <a:cxn ang="0">
                      <a:pos x="connsiteX1523" y="connsiteY1523"/>
                    </a:cxn>
                    <a:cxn ang="0">
                      <a:pos x="connsiteX1524" y="connsiteY1524"/>
                    </a:cxn>
                    <a:cxn ang="0">
                      <a:pos x="connsiteX1525" y="connsiteY1525"/>
                    </a:cxn>
                    <a:cxn ang="0">
                      <a:pos x="connsiteX1526" y="connsiteY1526"/>
                    </a:cxn>
                    <a:cxn ang="0">
                      <a:pos x="connsiteX1527" y="connsiteY1527"/>
                    </a:cxn>
                    <a:cxn ang="0">
                      <a:pos x="connsiteX1528" y="connsiteY1528"/>
                    </a:cxn>
                    <a:cxn ang="0">
                      <a:pos x="connsiteX1529" y="connsiteY1529"/>
                    </a:cxn>
                    <a:cxn ang="0">
                      <a:pos x="connsiteX1530" y="connsiteY1530"/>
                    </a:cxn>
                    <a:cxn ang="0">
                      <a:pos x="connsiteX1531" y="connsiteY1531"/>
                    </a:cxn>
                    <a:cxn ang="0">
                      <a:pos x="connsiteX1532" y="connsiteY1532"/>
                    </a:cxn>
                    <a:cxn ang="0">
                      <a:pos x="connsiteX1533" y="connsiteY1533"/>
                    </a:cxn>
                    <a:cxn ang="0">
                      <a:pos x="connsiteX1534" y="connsiteY1534"/>
                    </a:cxn>
                    <a:cxn ang="0">
                      <a:pos x="connsiteX1535" y="connsiteY1535"/>
                    </a:cxn>
                    <a:cxn ang="0">
                      <a:pos x="connsiteX1536" y="connsiteY1536"/>
                    </a:cxn>
                    <a:cxn ang="0">
                      <a:pos x="connsiteX1537" y="connsiteY1537"/>
                    </a:cxn>
                    <a:cxn ang="0">
                      <a:pos x="connsiteX1538" y="connsiteY1538"/>
                    </a:cxn>
                    <a:cxn ang="0">
                      <a:pos x="connsiteX1539" y="connsiteY1539"/>
                    </a:cxn>
                    <a:cxn ang="0">
                      <a:pos x="connsiteX1540" y="connsiteY1540"/>
                    </a:cxn>
                    <a:cxn ang="0">
                      <a:pos x="connsiteX1541" y="connsiteY1541"/>
                    </a:cxn>
                    <a:cxn ang="0">
                      <a:pos x="connsiteX1542" y="connsiteY1542"/>
                    </a:cxn>
                    <a:cxn ang="0">
                      <a:pos x="connsiteX1543" y="connsiteY1543"/>
                    </a:cxn>
                    <a:cxn ang="0">
                      <a:pos x="connsiteX1544" y="connsiteY1544"/>
                    </a:cxn>
                    <a:cxn ang="0">
                      <a:pos x="connsiteX1545" y="connsiteY1545"/>
                    </a:cxn>
                    <a:cxn ang="0">
                      <a:pos x="connsiteX1546" y="connsiteY1546"/>
                    </a:cxn>
                    <a:cxn ang="0">
                      <a:pos x="connsiteX1547" y="connsiteY1547"/>
                    </a:cxn>
                    <a:cxn ang="0">
                      <a:pos x="connsiteX1548" y="connsiteY1548"/>
                    </a:cxn>
                    <a:cxn ang="0">
                      <a:pos x="connsiteX1549" y="connsiteY1549"/>
                    </a:cxn>
                    <a:cxn ang="0">
                      <a:pos x="connsiteX1550" y="connsiteY1550"/>
                    </a:cxn>
                    <a:cxn ang="0">
                      <a:pos x="connsiteX1551" y="connsiteY1551"/>
                    </a:cxn>
                    <a:cxn ang="0">
                      <a:pos x="connsiteX1552" y="connsiteY1552"/>
                    </a:cxn>
                    <a:cxn ang="0">
                      <a:pos x="connsiteX1553" y="connsiteY1553"/>
                    </a:cxn>
                    <a:cxn ang="0">
                      <a:pos x="connsiteX1554" y="connsiteY1554"/>
                    </a:cxn>
                    <a:cxn ang="0">
                      <a:pos x="connsiteX1555" y="connsiteY1555"/>
                    </a:cxn>
                    <a:cxn ang="0">
                      <a:pos x="connsiteX1556" y="connsiteY1556"/>
                    </a:cxn>
                    <a:cxn ang="0">
                      <a:pos x="connsiteX1557" y="connsiteY1557"/>
                    </a:cxn>
                    <a:cxn ang="0">
                      <a:pos x="connsiteX1558" y="connsiteY1558"/>
                    </a:cxn>
                    <a:cxn ang="0">
                      <a:pos x="connsiteX1559" y="connsiteY1559"/>
                    </a:cxn>
                    <a:cxn ang="0">
                      <a:pos x="connsiteX1560" y="connsiteY1560"/>
                    </a:cxn>
                    <a:cxn ang="0">
                      <a:pos x="connsiteX1561" y="connsiteY1561"/>
                    </a:cxn>
                    <a:cxn ang="0">
                      <a:pos x="connsiteX1562" y="connsiteY1562"/>
                    </a:cxn>
                    <a:cxn ang="0">
                      <a:pos x="connsiteX1563" y="connsiteY1563"/>
                    </a:cxn>
                    <a:cxn ang="0">
                      <a:pos x="connsiteX1564" y="connsiteY1564"/>
                    </a:cxn>
                    <a:cxn ang="0">
                      <a:pos x="connsiteX1565" y="connsiteY1565"/>
                    </a:cxn>
                    <a:cxn ang="0">
                      <a:pos x="connsiteX1566" y="connsiteY1566"/>
                    </a:cxn>
                    <a:cxn ang="0">
                      <a:pos x="connsiteX1567" y="connsiteY1567"/>
                    </a:cxn>
                    <a:cxn ang="0">
                      <a:pos x="connsiteX1568" y="connsiteY1568"/>
                    </a:cxn>
                    <a:cxn ang="0">
                      <a:pos x="connsiteX1569" y="connsiteY1569"/>
                    </a:cxn>
                    <a:cxn ang="0">
                      <a:pos x="connsiteX1570" y="connsiteY1570"/>
                    </a:cxn>
                    <a:cxn ang="0">
                      <a:pos x="connsiteX1571" y="connsiteY1571"/>
                    </a:cxn>
                    <a:cxn ang="0">
                      <a:pos x="connsiteX1572" y="connsiteY1572"/>
                    </a:cxn>
                    <a:cxn ang="0">
                      <a:pos x="connsiteX1573" y="connsiteY1573"/>
                    </a:cxn>
                    <a:cxn ang="0">
                      <a:pos x="connsiteX1574" y="connsiteY1574"/>
                    </a:cxn>
                    <a:cxn ang="0">
                      <a:pos x="connsiteX1575" y="connsiteY1575"/>
                    </a:cxn>
                    <a:cxn ang="0">
                      <a:pos x="connsiteX1576" y="connsiteY1576"/>
                    </a:cxn>
                    <a:cxn ang="0">
                      <a:pos x="connsiteX1577" y="connsiteY1577"/>
                    </a:cxn>
                    <a:cxn ang="0">
                      <a:pos x="connsiteX1578" y="connsiteY1578"/>
                    </a:cxn>
                    <a:cxn ang="0">
                      <a:pos x="connsiteX1579" y="connsiteY1579"/>
                    </a:cxn>
                    <a:cxn ang="0">
                      <a:pos x="connsiteX1580" y="connsiteY1580"/>
                    </a:cxn>
                    <a:cxn ang="0">
                      <a:pos x="connsiteX1581" y="connsiteY1581"/>
                    </a:cxn>
                    <a:cxn ang="0">
                      <a:pos x="connsiteX1582" y="connsiteY1582"/>
                    </a:cxn>
                    <a:cxn ang="0">
                      <a:pos x="connsiteX1583" y="connsiteY1583"/>
                    </a:cxn>
                    <a:cxn ang="0">
                      <a:pos x="connsiteX1584" y="connsiteY1584"/>
                    </a:cxn>
                    <a:cxn ang="0">
                      <a:pos x="connsiteX1585" y="connsiteY1585"/>
                    </a:cxn>
                    <a:cxn ang="0">
                      <a:pos x="connsiteX1586" y="connsiteY1586"/>
                    </a:cxn>
                    <a:cxn ang="0">
                      <a:pos x="connsiteX1587" y="connsiteY1587"/>
                    </a:cxn>
                    <a:cxn ang="0">
                      <a:pos x="connsiteX1588" y="connsiteY1588"/>
                    </a:cxn>
                    <a:cxn ang="0">
                      <a:pos x="connsiteX1589" y="connsiteY1589"/>
                    </a:cxn>
                    <a:cxn ang="0">
                      <a:pos x="connsiteX1590" y="connsiteY1590"/>
                    </a:cxn>
                    <a:cxn ang="0">
                      <a:pos x="connsiteX1591" y="connsiteY1591"/>
                    </a:cxn>
                    <a:cxn ang="0">
                      <a:pos x="connsiteX1592" y="connsiteY1592"/>
                    </a:cxn>
                    <a:cxn ang="0">
                      <a:pos x="connsiteX1593" y="connsiteY1593"/>
                    </a:cxn>
                    <a:cxn ang="0">
                      <a:pos x="connsiteX1594" y="connsiteY1594"/>
                    </a:cxn>
                    <a:cxn ang="0">
                      <a:pos x="connsiteX1595" y="connsiteY1595"/>
                    </a:cxn>
                    <a:cxn ang="0">
                      <a:pos x="connsiteX1596" y="connsiteY1596"/>
                    </a:cxn>
                    <a:cxn ang="0">
                      <a:pos x="connsiteX1597" y="connsiteY1597"/>
                    </a:cxn>
                    <a:cxn ang="0">
                      <a:pos x="connsiteX1598" y="connsiteY1598"/>
                    </a:cxn>
                    <a:cxn ang="0">
                      <a:pos x="connsiteX1599" y="connsiteY1599"/>
                    </a:cxn>
                    <a:cxn ang="0">
                      <a:pos x="connsiteX1600" y="connsiteY1600"/>
                    </a:cxn>
                    <a:cxn ang="0">
                      <a:pos x="connsiteX1601" y="connsiteY1601"/>
                    </a:cxn>
                    <a:cxn ang="0">
                      <a:pos x="connsiteX1602" y="connsiteY1602"/>
                    </a:cxn>
                    <a:cxn ang="0">
                      <a:pos x="connsiteX1603" y="connsiteY1603"/>
                    </a:cxn>
                    <a:cxn ang="0">
                      <a:pos x="connsiteX1604" y="connsiteY1604"/>
                    </a:cxn>
                    <a:cxn ang="0">
                      <a:pos x="connsiteX1605" y="connsiteY1605"/>
                    </a:cxn>
                    <a:cxn ang="0">
                      <a:pos x="connsiteX1606" y="connsiteY1606"/>
                    </a:cxn>
                    <a:cxn ang="0">
                      <a:pos x="connsiteX1607" y="connsiteY1607"/>
                    </a:cxn>
                    <a:cxn ang="0">
                      <a:pos x="connsiteX1608" y="connsiteY1608"/>
                    </a:cxn>
                    <a:cxn ang="0">
                      <a:pos x="connsiteX1609" y="connsiteY1609"/>
                    </a:cxn>
                    <a:cxn ang="0">
                      <a:pos x="connsiteX1610" y="connsiteY1610"/>
                    </a:cxn>
                    <a:cxn ang="0">
                      <a:pos x="connsiteX1611" y="connsiteY1611"/>
                    </a:cxn>
                    <a:cxn ang="0">
                      <a:pos x="connsiteX1612" y="connsiteY1612"/>
                    </a:cxn>
                    <a:cxn ang="0">
                      <a:pos x="connsiteX1613" y="connsiteY1613"/>
                    </a:cxn>
                    <a:cxn ang="0">
                      <a:pos x="connsiteX1614" y="connsiteY1614"/>
                    </a:cxn>
                    <a:cxn ang="0">
                      <a:pos x="connsiteX1615" y="connsiteY1615"/>
                    </a:cxn>
                    <a:cxn ang="0">
                      <a:pos x="connsiteX1616" y="connsiteY1616"/>
                    </a:cxn>
                    <a:cxn ang="0">
                      <a:pos x="connsiteX1617" y="connsiteY1617"/>
                    </a:cxn>
                    <a:cxn ang="0">
                      <a:pos x="connsiteX1618" y="connsiteY1618"/>
                    </a:cxn>
                    <a:cxn ang="0">
                      <a:pos x="connsiteX1619" y="connsiteY1619"/>
                    </a:cxn>
                    <a:cxn ang="0">
                      <a:pos x="connsiteX1620" y="connsiteY1620"/>
                    </a:cxn>
                    <a:cxn ang="0">
                      <a:pos x="connsiteX1621" y="connsiteY1621"/>
                    </a:cxn>
                    <a:cxn ang="0">
                      <a:pos x="connsiteX1622" y="connsiteY1622"/>
                    </a:cxn>
                    <a:cxn ang="0">
                      <a:pos x="connsiteX1623" y="connsiteY1623"/>
                    </a:cxn>
                    <a:cxn ang="0">
                      <a:pos x="connsiteX1624" y="connsiteY1624"/>
                    </a:cxn>
                    <a:cxn ang="0">
                      <a:pos x="connsiteX1625" y="connsiteY1625"/>
                    </a:cxn>
                    <a:cxn ang="0">
                      <a:pos x="connsiteX1626" y="connsiteY1626"/>
                    </a:cxn>
                    <a:cxn ang="0">
                      <a:pos x="connsiteX1627" y="connsiteY1627"/>
                    </a:cxn>
                    <a:cxn ang="0">
                      <a:pos x="connsiteX1628" y="connsiteY1628"/>
                    </a:cxn>
                    <a:cxn ang="0">
                      <a:pos x="connsiteX1629" y="connsiteY1629"/>
                    </a:cxn>
                    <a:cxn ang="0">
                      <a:pos x="connsiteX1630" y="connsiteY1630"/>
                    </a:cxn>
                    <a:cxn ang="0">
                      <a:pos x="connsiteX1631" y="connsiteY1631"/>
                    </a:cxn>
                    <a:cxn ang="0">
                      <a:pos x="connsiteX1632" y="connsiteY1632"/>
                    </a:cxn>
                    <a:cxn ang="0">
                      <a:pos x="connsiteX1633" y="connsiteY1633"/>
                    </a:cxn>
                    <a:cxn ang="0">
                      <a:pos x="connsiteX1634" y="connsiteY1634"/>
                    </a:cxn>
                    <a:cxn ang="0">
                      <a:pos x="connsiteX1635" y="connsiteY1635"/>
                    </a:cxn>
                    <a:cxn ang="0">
                      <a:pos x="connsiteX1636" y="connsiteY1636"/>
                    </a:cxn>
                    <a:cxn ang="0">
                      <a:pos x="connsiteX1637" y="connsiteY1637"/>
                    </a:cxn>
                    <a:cxn ang="0">
                      <a:pos x="connsiteX1638" y="connsiteY1638"/>
                    </a:cxn>
                    <a:cxn ang="0">
                      <a:pos x="connsiteX1639" y="connsiteY1639"/>
                    </a:cxn>
                    <a:cxn ang="0">
                      <a:pos x="connsiteX1640" y="connsiteY1640"/>
                    </a:cxn>
                    <a:cxn ang="0">
                      <a:pos x="connsiteX1641" y="connsiteY1641"/>
                    </a:cxn>
                    <a:cxn ang="0">
                      <a:pos x="connsiteX1642" y="connsiteY1642"/>
                    </a:cxn>
                    <a:cxn ang="0">
                      <a:pos x="connsiteX1643" y="connsiteY1643"/>
                    </a:cxn>
                    <a:cxn ang="0">
                      <a:pos x="connsiteX1644" y="connsiteY1644"/>
                    </a:cxn>
                    <a:cxn ang="0">
                      <a:pos x="connsiteX1645" y="connsiteY1645"/>
                    </a:cxn>
                    <a:cxn ang="0">
                      <a:pos x="connsiteX1646" y="connsiteY1646"/>
                    </a:cxn>
                    <a:cxn ang="0">
                      <a:pos x="connsiteX1647" y="connsiteY1647"/>
                    </a:cxn>
                    <a:cxn ang="0">
                      <a:pos x="connsiteX1648" y="connsiteY1648"/>
                    </a:cxn>
                    <a:cxn ang="0">
                      <a:pos x="connsiteX1649" y="connsiteY1649"/>
                    </a:cxn>
                    <a:cxn ang="0">
                      <a:pos x="connsiteX1650" y="connsiteY1650"/>
                    </a:cxn>
                    <a:cxn ang="0">
                      <a:pos x="connsiteX1651" y="connsiteY1651"/>
                    </a:cxn>
                    <a:cxn ang="0">
                      <a:pos x="connsiteX1652" y="connsiteY1652"/>
                    </a:cxn>
                    <a:cxn ang="0">
                      <a:pos x="connsiteX1653" y="connsiteY1653"/>
                    </a:cxn>
                    <a:cxn ang="0">
                      <a:pos x="connsiteX1654" y="connsiteY1654"/>
                    </a:cxn>
                    <a:cxn ang="0">
                      <a:pos x="connsiteX1655" y="connsiteY1655"/>
                    </a:cxn>
                    <a:cxn ang="0">
                      <a:pos x="connsiteX1656" y="connsiteY1656"/>
                    </a:cxn>
                    <a:cxn ang="0">
                      <a:pos x="connsiteX1657" y="connsiteY1657"/>
                    </a:cxn>
                    <a:cxn ang="0">
                      <a:pos x="connsiteX1658" y="connsiteY1658"/>
                    </a:cxn>
                    <a:cxn ang="0">
                      <a:pos x="connsiteX1659" y="connsiteY1659"/>
                    </a:cxn>
                    <a:cxn ang="0">
                      <a:pos x="connsiteX1660" y="connsiteY1660"/>
                    </a:cxn>
                    <a:cxn ang="0">
                      <a:pos x="connsiteX1661" y="connsiteY1661"/>
                    </a:cxn>
                    <a:cxn ang="0">
                      <a:pos x="connsiteX1662" y="connsiteY1662"/>
                    </a:cxn>
                    <a:cxn ang="0">
                      <a:pos x="connsiteX1663" y="connsiteY1663"/>
                    </a:cxn>
                    <a:cxn ang="0">
                      <a:pos x="connsiteX1664" y="connsiteY1664"/>
                    </a:cxn>
                    <a:cxn ang="0">
                      <a:pos x="connsiteX1665" y="connsiteY1665"/>
                    </a:cxn>
                    <a:cxn ang="0">
                      <a:pos x="connsiteX1666" y="connsiteY1666"/>
                    </a:cxn>
                    <a:cxn ang="0">
                      <a:pos x="connsiteX1667" y="connsiteY1667"/>
                    </a:cxn>
                    <a:cxn ang="0">
                      <a:pos x="connsiteX1668" y="connsiteY1668"/>
                    </a:cxn>
                    <a:cxn ang="0">
                      <a:pos x="connsiteX1669" y="connsiteY1669"/>
                    </a:cxn>
                    <a:cxn ang="0">
                      <a:pos x="connsiteX1670" y="connsiteY1670"/>
                    </a:cxn>
                    <a:cxn ang="0">
                      <a:pos x="connsiteX1671" y="connsiteY1671"/>
                    </a:cxn>
                    <a:cxn ang="0">
                      <a:pos x="connsiteX1672" y="connsiteY1672"/>
                    </a:cxn>
                    <a:cxn ang="0">
                      <a:pos x="connsiteX1673" y="connsiteY1673"/>
                    </a:cxn>
                    <a:cxn ang="0">
                      <a:pos x="connsiteX1674" y="connsiteY1674"/>
                    </a:cxn>
                    <a:cxn ang="0">
                      <a:pos x="connsiteX1675" y="connsiteY1675"/>
                    </a:cxn>
                    <a:cxn ang="0">
                      <a:pos x="connsiteX1676" y="connsiteY1676"/>
                    </a:cxn>
                    <a:cxn ang="0">
                      <a:pos x="connsiteX1677" y="connsiteY1677"/>
                    </a:cxn>
                    <a:cxn ang="0">
                      <a:pos x="connsiteX1678" y="connsiteY1678"/>
                    </a:cxn>
                    <a:cxn ang="0">
                      <a:pos x="connsiteX1679" y="connsiteY1679"/>
                    </a:cxn>
                    <a:cxn ang="0">
                      <a:pos x="connsiteX1680" y="connsiteY1680"/>
                    </a:cxn>
                    <a:cxn ang="0">
                      <a:pos x="connsiteX1681" y="connsiteY1681"/>
                    </a:cxn>
                    <a:cxn ang="0">
                      <a:pos x="connsiteX1682" y="connsiteY1682"/>
                    </a:cxn>
                    <a:cxn ang="0">
                      <a:pos x="connsiteX1683" y="connsiteY1683"/>
                    </a:cxn>
                    <a:cxn ang="0">
                      <a:pos x="connsiteX1684" y="connsiteY1684"/>
                    </a:cxn>
                    <a:cxn ang="0">
                      <a:pos x="connsiteX1685" y="connsiteY1685"/>
                    </a:cxn>
                    <a:cxn ang="0">
                      <a:pos x="connsiteX1686" y="connsiteY1686"/>
                    </a:cxn>
                    <a:cxn ang="0">
                      <a:pos x="connsiteX1687" y="connsiteY1687"/>
                    </a:cxn>
                    <a:cxn ang="0">
                      <a:pos x="connsiteX1688" y="connsiteY1688"/>
                    </a:cxn>
                    <a:cxn ang="0">
                      <a:pos x="connsiteX1689" y="connsiteY1689"/>
                    </a:cxn>
                    <a:cxn ang="0">
                      <a:pos x="connsiteX1690" y="connsiteY1690"/>
                    </a:cxn>
                    <a:cxn ang="0">
                      <a:pos x="connsiteX1691" y="connsiteY1691"/>
                    </a:cxn>
                    <a:cxn ang="0">
                      <a:pos x="connsiteX1692" y="connsiteY1692"/>
                    </a:cxn>
                    <a:cxn ang="0">
                      <a:pos x="connsiteX1693" y="connsiteY1693"/>
                    </a:cxn>
                    <a:cxn ang="0">
                      <a:pos x="connsiteX1694" y="connsiteY1694"/>
                    </a:cxn>
                    <a:cxn ang="0">
                      <a:pos x="connsiteX1695" y="connsiteY1695"/>
                    </a:cxn>
                    <a:cxn ang="0">
                      <a:pos x="connsiteX1696" y="connsiteY1696"/>
                    </a:cxn>
                    <a:cxn ang="0">
                      <a:pos x="connsiteX1697" y="connsiteY1697"/>
                    </a:cxn>
                    <a:cxn ang="0">
                      <a:pos x="connsiteX1698" y="connsiteY1698"/>
                    </a:cxn>
                    <a:cxn ang="0">
                      <a:pos x="connsiteX1699" y="connsiteY1699"/>
                    </a:cxn>
                    <a:cxn ang="0">
                      <a:pos x="connsiteX1700" y="connsiteY1700"/>
                    </a:cxn>
                  </a:cxnLst>
                  <a:rect l="l" t="t" r="r" b="b"/>
                  <a:pathLst>
                    <a:path w="891574" h="905696">
                      <a:moveTo>
                        <a:pt x="602802" y="173"/>
                      </a:moveTo>
                      <a:lnTo>
                        <a:pt x="603994" y="498"/>
                      </a:lnTo>
                      <a:lnTo>
                        <a:pt x="606298" y="972"/>
                      </a:lnTo>
                      <a:lnTo>
                        <a:pt x="607780" y="1528"/>
                      </a:lnTo>
                      <a:lnTo>
                        <a:pt x="617932" y="4306"/>
                      </a:lnTo>
                      <a:lnTo>
                        <a:pt x="649268" y="13336"/>
                      </a:lnTo>
                      <a:lnTo>
                        <a:pt x="652914" y="13787"/>
                      </a:lnTo>
                      <a:lnTo>
                        <a:pt x="654963" y="14377"/>
                      </a:lnTo>
                      <a:lnTo>
                        <a:pt x="659524" y="14609"/>
                      </a:lnTo>
                      <a:lnTo>
                        <a:pt x="667129" y="15546"/>
                      </a:lnTo>
                      <a:lnTo>
                        <a:pt x="674758" y="16021"/>
                      </a:lnTo>
                      <a:lnTo>
                        <a:pt x="690223" y="16993"/>
                      </a:lnTo>
                      <a:lnTo>
                        <a:pt x="694587" y="17468"/>
                      </a:lnTo>
                      <a:lnTo>
                        <a:pt x="705527" y="19853"/>
                      </a:lnTo>
                      <a:lnTo>
                        <a:pt x="709451" y="20698"/>
                      </a:lnTo>
                      <a:lnTo>
                        <a:pt x="717785" y="23175"/>
                      </a:lnTo>
                      <a:lnTo>
                        <a:pt x="723284" y="25884"/>
                      </a:lnTo>
                      <a:lnTo>
                        <a:pt x="731132" y="28963"/>
                      </a:lnTo>
                      <a:lnTo>
                        <a:pt x="740358" y="34658"/>
                      </a:lnTo>
                      <a:lnTo>
                        <a:pt x="754354" y="43294"/>
                      </a:lnTo>
                      <a:lnTo>
                        <a:pt x="757062" y="45030"/>
                      </a:lnTo>
                      <a:lnTo>
                        <a:pt x="788028" y="70694"/>
                      </a:lnTo>
                      <a:lnTo>
                        <a:pt x="797578" y="77894"/>
                      </a:lnTo>
                      <a:lnTo>
                        <a:pt x="804547" y="83775"/>
                      </a:lnTo>
                      <a:lnTo>
                        <a:pt x="809316" y="86761"/>
                      </a:lnTo>
                      <a:lnTo>
                        <a:pt x="811226" y="88208"/>
                      </a:lnTo>
                      <a:lnTo>
                        <a:pt x="812522" y="89192"/>
                      </a:lnTo>
                      <a:lnTo>
                        <a:pt x="821100" y="94355"/>
                      </a:lnTo>
                      <a:lnTo>
                        <a:pt x="840455" y="113536"/>
                      </a:lnTo>
                      <a:lnTo>
                        <a:pt x="854369" y="127439"/>
                      </a:lnTo>
                      <a:lnTo>
                        <a:pt x="855156" y="128434"/>
                      </a:lnTo>
                      <a:lnTo>
                        <a:pt x="863421" y="140369"/>
                      </a:lnTo>
                      <a:lnTo>
                        <a:pt x="863699" y="140774"/>
                      </a:lnTo>
                      <a:lnTo>
                        <a:pt x="870159" y="158879"/>
                      </a:lnTo>
                      <a:lnTo>
                        <a:pt x="875773" y="173013"/>
                      </a:lnTo>
                      <a:lnTo>
                        <a:pt x="877289" y="178060"/>
                      </a:lnTo>
                      <a:lnTo>
                        <a:pt x="881376" y="189833"/>
                      </a:lnTo>
                      <a:lnTo>
                        <a:pt x="882221" y="192379"/>
                      </a:lnTo>
                      <a:lnTo>
                        <a:pt x="882302" y="198098"/>
                      </a:lnTo>
                      <a:lnTo>
                        <a:pt x="882070" y="199418"/>
                      </a:lnTo>
                      <a:lnTo>
                        <a:pt x="881850" y="205125"/>
                      </a:lnTo>
                      <a:lnTo>
                        <a:pt x="881665" y="220405"/>
                      </a:lnTo>
                      <a:lnTo>
                        <a:pt x="884165" y="222141"/>
                      </a:lnTo>
                      <a:lnTo>
                        <a:pt x="884212" y="222350"/>
                      </a:lnTo>
                      <a:lnTo>
                        <a:pt x="882035" y="221852"/>
                      </a:lnTo>
                      <a:lnTo>
                        <a:pt x="882313" y="224896"/>
                      </a:lnTo>
                      <a:lnTo>
                        <a:pt x="884594" y="223773"/>
                      </a:lnTo>
                      <a:lnTo>
                        <a:pt x="882614" y="225915"/>
                      </a:lnTo>
                      <a:lnTo>
                        <a:pt x="880380" y="225371"/>
                      </a:lnTo>
                      <a:lnTo>
                        <a:pt x="876606" y="207949"/>
                      </a:lnTo>
                      <a:lnTo>
                        <a:pt x="876004" y="206815"/>
                      </a:lnTo>
                      <a:lnTo>
                        <a:pt x="874372" y="204117"/>
                      </a:lnTo>
                      <a:lnTo>
                        <a:pt x="875437" y="203284"/>
                      </a:lnTo>
                      <a:lnTo>
                        <a:pt x="875611" y="202057"/>
                      </a:lnTo>
                      <a:lnTo>
                        <a:pt x="874881" y="201015"/>
                      </a:lnTo>
                      <a:lnTo>
                        <a:pt x="876386" y="196211"/>
                      </a:lnTo>
                      <a:lnTo>
                        <a:pt x="875877" y="194510"/>
                      </a:lnTo>
                      <a:lnTo>
                        <a:pt x="874268" y="192530"/>
                      </a:lnTo>
                      <a:lnTo>
                        <a:pt x="870217" y="192368"/>
                      </a:lnTo>
                      <a:lnTo>
                        <a:pt x="866130" y="195563"/>
                      </a:lnTo>
                      <a:lnTo>
                        <a:pt x="864336" y="198272"/>
                      </a:lnTo>
                      <a:lnTo>
                        <a:pt x="862310" y="194706"/>
                      </a:lnTo>
                      <a:lnTo>
                        <a:pt x="859196" y="193745"/>
                      </a:lnTo>
                      <a:lnTo>
                        <a:pt x="849785" y="192796"/>
                      </a:lnTo>
                      <a:lnTo>
                        <a:pt x="845953" y="193745"/>
                      </a:lnTo>
                      <a:lnTo>
                        <a:pt x="844807" y="194035"/>
                      </a:lnTo>
                      <a:lnTo>
                        <a:pt x="843048" y="192889"/>
                      </a:lnTo>
                      <a:lnTo>
                        <a:pt x="842770" y="192715"/>
                      </a:lnTo>
                      <a:lnTo>
                        <a:pt x="836623" y="193294"/>
                      </a:lnTo>
                      <a:lnTo>
                        <a:pt x="837133" y="195297"/>
                      </a:lnTo>
                      <a:lnTo>
                        <a:pt x="835327" y="196697"/>
                      </a:lnTo>
                      <a:lnTo>
                        <a:pt x="833232" y="198306"/>
                      </a:lnTo>
                      <a:lnTo>
                        <a:pt x="833151" y="198272"/>
                      </a:lnTo>
                      <a:lnTo>
                        <a:pt x="828567" y="195656"/>
                      </a:lnTo>
                      <a:lnTo>
                        <a:pt x="827849" y="190689"/>
                      </a:lnTo>
                      <a:lnTo>
                        <a:pt x="827722" y="190828"/>
                      </a:lnTo>
                      <a:lnTo>
                        <a:pt x="828057" y="194000"/>
                      </a:lnTo>
                      <a:lnTo>
                        <a:pt x="828242" y="195667"/>
                      </a:lnTo>
                      <a:lnTo>
                        <a:pt x="831067" y="197241"/>
                      </a:lnTo>
                      <a:lnTo>
                        <a:pt x="833035" y="198352"/>
                      </a:lnTo>
                      <a:lnTo>
                        <a:pt x="833289" y="198492"/>
                      </a:lnTo>
                      <a:lnTo>
                        <a:pt x="837249" y="195412"/>
                      </a:lnTo>
                      <a:lnTo>
                        <a:pt x="837283" y="195389"/>
                      </a:lnTo>
                      <a:lnTo>
                        <a:pt x="836936" y="193421"/>
                      </a:lnTo>
                      <a:lnTo>
                        <a:pt x="842678" y="192900"/>
                      </a:lnTo>
                      <a:lnTo>
                        <a:pt x="842747" y="192889"/>
                      </a:lnTo>
                      <a:lnTo>
                        <a:pt x="844680" y="194174"/>
                      </a:lnTo>
                      <a:lnTo>
                        <a:pt x="846636" y="194046"/>
                      </a:lnTo>
                      <a:lnTo>
                        <a:pt x="849808" y="192958"/>
                      </a:lnTo>
                      <a:lnTo>
                        <a:pt x="859219" y="193977"/>
                      </a:lnTo>
                      <a:lnTo>
                        <a:pt x="862183" y="194891"/>
                      </a:lnTo>
                      <a:lnTo>
                        <a:pt x="863028" y="197728"/>
                      </a:lnTo>
                      <a:lnTo>
                        <a:pt x="864290" y="198445"/>
                      </a:lnTo>
                      <a:lnTo>
                        <a:pt x="864845" y="198225"/>
                      </a:lnTo>
                      <a:lnTo>
                        <a:pt x="870228" y="192599"/>
                      </a:lnTo>
                      <a:lnTo>
                        <a:pt x="873851" y="192564"/>
                      </a:lnTo>
                      <a:lnTo>
                        <a:pt x="876132" y="196130"/>
                      </a:lnTo>
                      <a:lnTo>
                        <a:pt x="874754" y="198665"/>
                      </a:lnTo>
                      <a:lnTo>
                        <a:pt x="874801" y="201223"/>
                      </a:lnTo>
                      <a:lnTo>
                        <a:pt x="875483" y="202138"/>
                      </a:lnTo>
                      <a:lnTo>
                        <a:pt x="875275" y="203272"/>
                      </a:lnTo>
                      <a:lnTo>
                        <a:pt x="874465" y="203666"/>
                      </a:lnTo>
                      <a:lnTo>
                        <a:pt x="872624" y="202856"/>
                      </a:lnTo>
                      <a:lnTo>
                        <a:pt x="872775" y="200621"/>
                      </a:lnTo>
                      <a:lnTo>
                        <a:pt x="870795" y="199429"/>
                      </a:lnTo>
                      <a:lnTo>
                        <a:pt x="865181" y="200332"/>
                      </a:lnTo>
                      <a:lnTo>
                        <a:pt x="860759" y="206259"/>
                      </a:lnTo>
                      <a:lnTo>
                        <a:pt x="852367" y="209292"/>
                      </a:lnTo>
                      <a:lnTo>
                        <a:pt x="848350" y="218043"/>
                      </a:lnTo>
                      <a:lnTo>
                        <a:pt x="846509" y="219015"/>
                      </a:lnTo>
                      <a:lnTo>
                        <a:pt x="846231" y="219166"/>
                      </a:lnTo>
                      <a:lnTo>
                        <a:pt x="845965" y="219305"/>
                      </a:lnTo>
                      <a:lnTo>
                        <a:pt x="845213" y="222639"/>
                      </a:lnTo>
                      <a:lnTo>
                        <a:pt x="842122" y="223947"/>
                      </a:lnTo>
                      <a:lnTo>
                        <a:pt x="841242" y="226332"/>
                      </a:lnTo>
                      <a:lnTo>
                        <a:pt x="840976" y="227026"/>
                      </a:lnTo>
                      <a:lnTo>
                        <a:pt x="840906" y="227026"/>
                      </a:lnTo>
                      <a:lnTo>
                        <a:pt x="835072" y="227651"/>
                      </a:lnTo>
                      <a:lnTo>
                        <a:pt x="835570" y="230441"/>
                      </a:lnTo>
                      <a:lnTo>
                        <a:pt x="833151" y="231714"/>
                      </a:lnTo>
                      <a:lnTo>
                        <a:pt x="830095" y="237259"/>
                      </a:lnTo>
                      <a:lnTo>
                        <a:pt x="825476" y="238417"/>
                      </a:lnTo>
                      <a:lnTo>
                        <a:pt x="823207" y="237201"/>
                      </a:lnTo>
                      <a:lnTo>
                        <a:pt x="822061" y="237051"/>
                      </a:lnTo>
                      <a:lnTo>
                        <a:pt x="820417" y="237757"/>
                      </a:lnTo>
                      <a:lnTo>
                        <a:pt x="819132" y="238324"/>
                      </a:lnTo>
                      <a:lnTo>
                        <a:pt x="817106" y="237213"/>
                      </a:lnTo>
                      <a:lnTo>
                        <a:pt x="816759" y="237027"/>
                      </a:lnTo>
                      <a:lnTo>
                        <a:pt x="815127" y="238023"/>
                      </a:lnTo>
                      <a:lnTo>
                        <a:pt x="812245" y="239783"/>
                      </a:lnTo>
                      <a:lnTo>
                        <a:pt x="812129" y="239586"/>
                      </a:lnTo>
                      <a:lnTo>
                        <a:pt x="811226" y="237977"/>
                      </a:lnTo>
                      <a:lnTo>
                        <a:pt x="810091" y="235951"/>
                      </a:lnTo>
                      <a:lnTo>
                        <a:pt x="809976" y="236136"/>
                      </a:lnTo>
                      <a:lnTo>
                        <a:pt x="811226" y="238845"/>
                      </a:lnTo>
                      <a:lnTo>
                        <a:pt x="811701" y="239875"/>
                      </a:lnTo>
                      <a:lnTo>
                        <a:pt x="812881" y="240164"/>
                      </a:lnTo>
                      <a:lnTo>
                        <a:pt x="816562" y="237352"/>
                      </a:lnTo>
                      <a:lnTo>
                        <a:pt x="819144" y="238567"/>
                      </a:lnTo>
                      <a:lnTo>
                        <a:pt x="821355" y="237919"/>
                      </a:lnTo>
                      <a:lnTo>
                        <a:pt x="823161" y="237386"/>
                      </a:lnTo>
                      <a:lnTo>
                        <a:pt x="824422" y="238428"/>
                      </a:lnTo>
                      <a:lnTo>
                        <a:pt x="833706" y="246068"/>
                      </a:lnTo>
                      <a:lnTo>
                        <a:pt x="842353" y="253187"/>
                      </a:lnTo>
                      <a:lnTo>
                        <a:pt x="842643" y="253431"/>
                      </a:lnTo>
                      <a:lnTo>
                        <a:pt x="843534" y="254172"/>
                      </a:lnTo>
                      <a:lnTo>
                        <a:pt x="843904" y="255225"/>
                      </a:lnTo>
                      <a:lnTo>
                        <a:pt x="845178" y="258756"/>
                      </a:lnTo>
                      <a:lnTo>
                        <a:pt x="850920" y="262101"/>
                      </a:lnTo>
                      <a:lnTo>
                        <a:pt x="851070" y="262182"/>
                      </a:lnTo>
                      <a:lnTo>
                        <a:pt x="850780" y="263965"/>
                      </a:lnTo>
                      <a:lnTo>
                        <a:pt x="850514" y="265493"/>
                      </a:lnTo>
                      <a:lnTo>
                        <a:pt x="854022" y="269614"/>
                      </a:lnTo>
                      <a:lnTo>
                        <a:pt x="860354" y="267901"/>
                      </a:lnTo>
                      <a:lnTo>
                        <a:pt x="862044" y="271512"/>
                      </a:lnTo>
                      <a:lnTo>
                        <a:pt x="864266" y="272681"/>
                      </a:lnTo>
                      <a:lnTo>
                        <a:pt x="862715" y="277983"/>
                      </a:lnTo>
                      <a:lnTo>
                        <a:pt x="862345" y="279245"/>
                      </a:lnTo>
                      <a:lnTo>
                        <a:pt x="861210" y="279963"/>
                      </a:lnTo>
                      <a:lnTo>
                        <a:pt x="860007" y="280727"/>
                      </a:lnTo>
                      <a:lnTo>
                        <a:pt x="860840" y="283435"/>
                      </a:lnTo>
                      <a:lnTo>
                        <a:pt x="860875" y="283563"/>
                      </a:lnTo>
                      <a:lnTo>
                        <a:pt x="860840" y="283574"/>
                      </a:lnTo>
                      <a:lnTo>
                        <a:pt x="857969" y="285068"/>
                      </a:lnTo>
                      <a:lnTo>
                        <a:pt x="856800" y="288656"/>
                      </a:lnTo>
                      <a:lnTo>
                        <a:pt x="856360" y="288725"/>
                      </a:lnTo>
                      <a:lnTo>
                        <a:pt x="854902" y="288957"/>
                      </a:lnTo>
                      <a:lnTo>
                        <a:pt x="854138" y="287788"/>
                      </a:lnTo>
                      <a:lnTo>
                        <a:pt x="852957" y="285994"/>
                      </a:lnTo>
                      <a:lnTo>
                        <a:pt x="851105" y="286619"/>
                      </a:lnTo>
                      <a:lnTo>
                        <a:pt x="847852" y="292522"/>
                      </a:lnTo>
                      <a:lnTo>
                        <a:pt x="847829" y="292580"/>
                      </a:lnTo>
                      <a:lnTo>
                        <a:pt x="847597" y="292534"/>
                      </a:lnTo>
                      <a:lnTo>
                        <a:pt x="840351" y="291168"/>
                      </a:lnTo>
                      <a:lnTo>
                        <a:pt x="838267" y="290774"/>
                      </a:lnTo>
                      <a:lnTo>
                        <a:pt x="837596" y="289235"/>
                      </a:lnTo>
                      <a:lnTo>
                        <a:pt x="836994" y="287846"/>
                      </a:lnTo>
                      <a:lnTo>
                        <a:pt x="830558" y="284003"/>
                      </a:lnTo>
                      <a:lnTo>
                        <a:pt x="830384" y="284165"/>
                      </a:lnTo>
                      <a:lnTo>
                        <a:pt x="829319" y="285125"/>
                      </a:lnTo>
                      <a:lnTo>
                        <a:pt x="824550" y="286607"/>
                      </a:lnTo>
                      <a:lnTo>
                        <a:pt x="823843" y="286827"/>
                      </a:lnTo>
                      <a:lnTo>
                        <a:pt x="822211" y="291515"/>
                      </a:lnTo>
                      <a:lnTo>
                        <a:pt x="822385" y="291573"/>
                      </a:lnTo>
                      <a:lnTo>
                        <a:pt x="822871" y="290335"/>
                      </a:lnTo>
                      <a:lnTo>
                        <a:pt x="824283" y="286781"/>
                      </a:lnTo>
                      <a:lnTo>
                        <a:pt x="825742" y="286596"/>
                      </a:lnTo>
                      <a:lnTo>
                        <a:pt x="829400" y="285299"/>
                      </a:lnTo>
                      <a:lnTo>
                        <a:pt x="830511" y="284257"/>
                      </a:lnTo>
                      <a:lnTo>
                        <a:pt x="831310" y="284813"/>
                      </a:lnTo>
                      <a:lnTo>
                        <a:pt x="835651" y="287788"/>
                      </a:lnTo>
                      <a:lnTo>
                        <a:pt x="835778" y="287950"/>
                      </a:lnTo>
                      <a:lnTo>
                        <a:pt x="838163" y="290983"/>
                      </a:lnTo>
                      <a:lnTo>
                        <a:pt x="841358" y="291874"/>
                      </a:lnTo>
                      <a:lnTo>
                        <a:pt x="843939" y="292592"/>
                      </a:lnTo>
                      <a:lnTo>
                        <a:pt x="845768" y="293101"/>
                      </a:lnTo>
                      <a:lnTo>
                        <a:pt x="848269" y="292627"/>
                      </a:lnTo>
                      <a:lnTo>
                        <a:pt x="852239" y="287117"/>
                      </a:lnTo>
                      <a:lnTo>
                        <a:pt x="855098" y="289339"/>
                      </a:lnTo>
                      <a:lnTo>
                        <a:pt x="856881" y="288899"/>
                      </a:lnTo>
                      <a:lnTo>
                        <a:pt x="858328" y="285033"/>
                      </a:lnTo>
                      <a:lnTo>
                        <a:pt x="860828" y="284176"/>
                      </a:lnTo>
                      <a:lnTo>
                        <a:pt x="861106" y="283111"/>
                      </a:lnTo>
                      <a:lnTo>
                        <a:pt x="860817" y="280703"/>
                      </a:lnTo>
                      <a:lnTo>
                        <a:pt x="862530" y="279268"/>
                      </a:lnTo>
                      <a:lnTo>
                        <a:pt x="864244" y="276154"/>
                      </a:lnTo>
                      <a:lnTo>
                        <a:pt x="864602" y="284986"/>
                      </a:lnTo>
                      <a:lnTo>
                        <a:pt x="867450" y="286109"/>
                      </a:lnTo>
                      <a:lnTo>
                        <a:pt x="868260" y="287290"/>
                      </a:lnTo>
                      <a:lnTo>
                        <a:pt x="872543" y="286422"/>
                      </a:lnTo>
                      <a:lnTo>
                        <a:pt x="873840" y="284384"/>
                      </a:lnTo>
                      <a:lnTo>
                        <a:pt x="877405" y="285172"/>
                      </a:lnTo>
                      <a:lnTo>
                        <a:pt x="879084" y="282787"/>
                      </a:lnTo>
                      <a:lnTo>
                        <a:pt x="882140" y="284234"/>
                      </a:lnTo>
                      <a:lnTo>
                        <a:pt x="885473" y="285924"/>
                      </a:lnTo>
                      <a:lnTo>
                        <a:pt x="887569" y="284836"/>
                      </a:lnTo>
                      <a:lnTo>
                        <a:pt x="891574" y="285229"/>
                      </a:lnTo>
                      <a:lnTo>
                        <a:pt x="889907" y="285450"/>
                      </a:lnTo>
                      <a:lnTo>
                        <a:pt x="886631" y="292765"/>
                      </a:lnTo>
                      <a:lnTo>
                        <a:pt x="884756" y="299433"/>
                      </a:lnTo>
                      <a:lnTo>
                        <a:pt x="884536" y="299491"/>
                      </a:lnTo>
                      <a:lnTo>
                        <a:pt x="884513" y="300301"/>
                      </a:lnTo>
                      <a:lnTo>
                        <a:pt x="884223" y="301355"/>
                      </a:lnTo>
                      <a:lnTo>
                        <a:pt x="883818" y="327678"/>
                      </a:lnTo>
                      <a:lnTo>
                        <a:pt x="874754" y="351767"/>
                      </a:lnTo>
                      <a:lnTo>
                        <a:pt x="873840" y="354210"/>
                      </a:lnTo>
                      <a:lnTo>
                        <a:pt x="873817" y="354280"/>
                      </a:lnTo>
                      <a:lnTo>
                        <a:pt x="872346" y="358146"/>
                      </a:lnTo>
                      <a:lnTo>
                        <a:pt x="870761" y="366273"/>
                      </a:lnTo>
                      <a:lnTo>
                        <a:pt x="867357" y="379642"/>
                      </a:lnTo>
                      <a:lnTo>
                        <a:pt x="861292" y="373195"/>
                      </a:lnTo>
                      <a:lnTo>
                        <a:pt x="859787" y="373252"/>
                      </a:lnTo>
                      <a:lnTo>
                        <a:pt x="858479" y="373299"/>
                      </a:lnTo>
                      <a:lnTo>
                        <a:pt x="857333" y="372268"/>
                      </a:lnTo>
                      <a:lnTo>
                        <a:pt x="856013" y="371065"/>
                      </a:lnTo>
                      <a:lnTo>
                        <a:pt x="852170" y="369143"/>
                      </a:lnTo>
                      <a:lnTo>
                        <a:pt x="850769" y="369444"/>
                      </a:lnTo>
                      <a:lnTo>
                        <a:pt x="850723" y="369456"/>
                      </a:lnTo>
                      <a:lnTo>
                        <a:pt x="848940" y="368148"/>
                      </a:lnTo>
                      <a:lnTo>
                        <a:pt x="848859" y="368391"/>
                      </a:lnTo>
                      <a:lnTo>
                        <a:pt x="850838" y="369849"/>
                      </a:lnTo>
                      <a:lnTo>
                        <a:pt x="844159" y="372697"/>
                      </a:lnTo>
                      <a:lnTo>
                        <a:pt x="843603" y="376609"/>
                      </a:lnTo>
                      <a:lnTo>
                        <a:pt x="840362" y="371331"/>
                      </a:lnTo>
                      <a:lnTo>
                        <a:pt x="838406" y="373171"/>
                      </a:lnTo>
                      <a:lnTo>
                        <a:pt x="838939" y="375105"/>
                      </a:lnTo>
                      <a:lnTo>
                        <a:pt x="838036" y="375313"/>
                      </a:lnTo>
                      <a:lnTo>
                        <a:pt x="838117" y="375441"/>
                      </a:lnTo>
                      <a:lnTo>
                        <a:pt x="838962" y="375174"/>
                      </a:lnTo>
                      <a:lnTo>
                        <a:pt x="842990" y="379631"/>
                      </a:lnTo>
                      <a:lnTo>
                        <a:pt x="843083" y="379040"/>
                      </a:lnTo>
                      <a:lnTo>
                        <a:pt x="843291" y="379457"/>
                      </a:lnTo>
                      <a:lnTo>
                        <a:pt x="846278" y="378913"/>
                      </a:lnTo>
                      <a:lnTo>
                        <a:pt x="851139" y="373982"/>
                      </a:lnTo>
                      <a:lnTo>
                        <a:pt x="850804" y="372720"/>
                      </a:lnTo>
                      <a:lnTo>
                        <a:pt x="851846" y="371736"/>
                      </a:lnTo>
                      <a:lnTo>
                        <a:pt x="853130" y="372072"/>
                      </a:lnTo>
                      <a:lnTo>
                        <a:pt x="853443" y="370694"/>
                      </a:lnTo>
                      <a:lnTo>
                        <a:pt x="853466" y="370590"/>
                      </a:lnTo>
                      <a:lnTo>
                        <a:pt x="853987" y="370926"/>
                      </a:lnTo>
                      <a:lnTo>
                        <a:pt x="858583" y="373773"/>
                      </a:lnTo>
                      <a:lnTo>
                        <a:pt x="860921" y="373912"/>
                      </a:lnTo>
                      <a:lnTo>
                        <a:pt x="861372" y="374456"/>
                      </a:lnTo>
                      <a:lnTo>
                        <a:pt x="864810" y="378636"/>
                      </a:lnTo>
                      <a:lnTo>
                        <a:pt x="866396" y="379399"/>
                      </a:lnTo>
                      <a:lnTo>
                        <a:pt x="864567" y="380707"/>
                      </a:lnTo>
                      <a:lnTo>
                        <a:pt x="864405" y="380823"/>
                      </a:lnTo>
                      <a:lnTo>
                        <a:pt x="862195" y="383196"/>
                      </a:lnTo>
                      <a:lnTo>
                        <a:pt x="856916" y="391172"/>
                      </a:lnTo>
                      <a:lnTo>
                        <a:pt x="853466" y="400814"/>
                      </a:lnTo>
                      <a:lnTo>
                        <a:pt x="852702" y="420158"/>
                      </a:lnTo>
                      <a:lnTo>
                        <a:pt x="851683" y="444849"/>
                      </a:lnTo>
                      <a:lnTo>
                        <a:pt x="851926" y="455337"/>
                      </a:lnTo>
                      <a:lnTo>
                        <a:pt x="851174" y="457479"/>
                      </a:lnTo>
                      <a:lnTo>
                        <a:pt x="847458" y="468094"/>
                      </a:lnTo>
                      <a:lnTo>
                        <a:pt x="846891" y="471358"/>
                      </a:lnTo>
                      <a:lnTo>
                        <a:pt x="846579" y="472365"/>
                      </a:lnTo>
                      <a:lnTo>
                        <a:pt x="839587" y="514652"/>
                      </a:lnTo>
                      <a:lnTo>
                        <a:pt x="839448" y="514964"/>
                      </a:lnTo>
                      <a:lnTo>
                        <a:pt x="811226" y="531402"/>
                      </a:lnTo>
                      <a:lnTo>
                        <a:pt x="806214" y="534331"/>
                      </a:lnTo>
                      <a:lnTo>
                        <a:pt x="802995" y="537086"/>
                      </a:lnTo>
                      <a:lnTo>
                        <a:pt x="802787" y="537213"/>
                      </a:lnTo>
                      <a:lnTo>
                        <a:pt x="802694" y="537340"/>
                      </a:lnTo>
                      <a:lnTo>
                        <a:pt x="801271" y="538568"/>
                      </a:lnTo>
                      <a:lnTo>
                        <a:pt x="799604" y="541693"/>
                      </a:lnTo>
                      <a:lnTo>
                        <a:pt x="798817" y="542793"/>
                      </a:lnTo>
                      <a:lnTo>
                        <a:pt x="800113" y="538857"/>
                      </a:lnTo>
                      <a:lnTo>
                        <a:pt x="807024" y="532305"/>
                      </a:lnTo>
                      <a:lnTo>
                        <a:pt x="811226" y="529897"/>
                      </a:lnTo>
                      <a:lnTo>
                        <a:pt x="824515" y="522292"/>
                      </a:lnTo>
                      <a:lnTo>
                        <a:pt x="832988" y="515219"/>
                      </a:lnTo>
                      <a:lnTo>
                        <a:pt x="826043" y="519664"/>
                      </a:lnTo>
                      <a:lnTo>
                        <a:pt x="824851" y="514513"/>
                      </a:lnTo>
                      <a:lnTo>
                        <a:pt x="830338" y="513182"/>
                      </a:lnTo>
                      <a:lnTo>
                        <a:pt x="835153" y="508077"/>
                      </a:lnTo>
                      <a:lnTo>
                        <a:pt x="834794" y="501200"/>
                      </a:lnTo>
                      <a:lnTo>
                        <a:pt x="841068" y="495031"/>
                      </a:lnTo>
                      <a:lnTo>
                        <a:pt x="843824" y="485700"/>
                      </a:lnTo>
                      <a:lnTo>
                        <a:pt x="844807" y="480792"/>
                      </a:lnTo>
                      <a:lnTo>
                        <a:pt x="842596" y="479762"/>
                      </a:lnTo>
                      <a:lnTo>
                        <a:pt x="839216" y="481881"/>
                      </a:lnTo>
                      <a:lnTo>
                        <a:pt x="836230" y="480885"/>
                      </a:lnTo>
                      <a:lnTo>
                        <a:pt x="834598" y="478628"/>
                      </a:lnTo>
                      <a:lnTo>
                        <a:pt x="837538" y="474541"/>
                      </a:lnTo>
                      <a:lnTo>
                        <a:pt x="834574" y="471833"/>
                      </a:lnTo>
                      <a:lnTo>
                        <a:pt x="831032" y="471879"/>
                      </a:lnTo>
                      <a:lnTo>
                        <a:pt x="828624" y="472712"/>
                      </a:lnTo>
                      <a:lnTo>
                        <a:pt x="827803" y="471335"/>
                      </a:lnTo>
                      <a:lnTo>
                        <a:pt x="829180" y="470374"/>
                      </a:lnTo>
                      <a:lnTo>
                        <a:pt x="827004" y="468152"/>
                      </a:lnTo>
                      <a:lnTo>
                        <a:pt x="819642" y="470571"/>
                      </a:lnTo>
                      <a:lnTo>
                        <a:pt x="818831" y="469437"/>
                      </a:lnTo>
                      <a:lnTo>
                        <a:pt x="818519" y="471775"/>
                      </a:lnTo>
                      <a:lnTo>
                        <a:pt x="816967" y="471428"/>
                      </a:lnTo>
                      <a:lnTo>
                        <a:pt x="812707" y="475606"/>
                      </a:lnTo>
                      <a:lnTo>
                        <a:pt x="811689" y="470282"/>
                      </a:lnTo>
                      <a:lnTo>
                        <a:pt x="811226" y="470258"/>
                      </a:lnTo>
                      <a:lnTo>
                        <a:pt x="806966" y="469969"/>
                      </a:lnTo>
                      <a:lnTo>
                        <a:pt x="811006" y="471127"/>
                      </a:lnTo>
                      <a:lnTo>
                        <a:pt x="808112" y="470663"/>
                      </a:lnTo>
                      <a:lnTo>
                        <a:pt x="809316" y="471590"/>
                      </a:lnTo>
                      <a:lnTo>
                        <a:pt x="808239" y="473256"/>
                      </a:lnTo>
                      <a:lnTo>
                        <a:pt x="809721" y="472296"/>
                      </a:lnTo>
                      <a:lnTo>
                        <a:pt x="810091" y="476556"/>
                      </a:lnTo>
                      <a:lnTo>
                        <a:pt x="811226" y="477019"/>
                      </a:lnTo>
                      <a:lnTo>
                        <a:pt x="811955" y="477320"/>
                      </a:lnTo>
                      <a:lnTo>
                        <a:pt x="811561" y="474438"/>
                      </a:lnTo>
                      <a:lnTo>
                        <a:pt x="812661" y="477991"/>
                      </a:lnTo>
                      <a:lnTo>
                        <a:pt x="817210" y="477678"/>
                      </a:lnTo>
                      <a:lnTo>
                        <a:pt x="817639" y="474125"/>
                      </a:lnTo>
                      <a:lnTo>
                        <a:pt x="822987" y="473754"/>
                      </a:lnTo>
                      <a:lnTo>
                        <a:pt x="828034" y="477736"/>
                      </a:lnTo>
                      <a:lnTo>
                        <a:pt x="833035" y="474021"/>
                      </a:lnTo>
                      <a:lnTo>
                        <a:pt x="835072" y="475873"/>
                      </a:lnTo>
                      <a:lnTo>
                        <a:pt x="833787" y="476602"/>
                      </a:lnTo>
                      <a:lnTo>
                        <a:pt x="833486" y="478454"/>
                      </a:lnTo>
                      <a:lnTo>
                        <a:pt x="835535" y="481776"/>
                      </a:lnTo>
                      <a:lnTo>
                        <a:pt x="839066" y="483363"/>
                      </a:lnTo>
                      <a:lnTo>
                        <a:pt x="843546" y="481996"/>
                      </a:lnTo>
                      <a:lnTo>
                        <a:pt x="839216" y="495169"/>
                      </a:lnTo>
                      <a:lnTo>
                        <a:pt x="833845" y="500043"/>
                      </a:lnTo>
                      <a:lnTo>
                        <a:pt x="833914" y="506931"/>
                      </a:lnTo>
                      <a:lnTo>
                        <a:pt x="829493" y="511909"/>
                      </a:lnTo>
                      <a:lnTo>
                        <a:pt x="824052" y="513193"/>
                      </a:lnTo>
                      <a:lnTo>
                        <a:pt x="824469" y="518657"/>
                      </a:lnTo>
                      <a:lnTo>
                        <a:pt x="819757" y="518310"/>
                      </a:lnTo>
                      <a:lnTo>
                        <a:pt x="814988" y="525822"/>
                      </a:lnTo>
                      <a:lnTo>
                        <a:pt x="811226" y="524874"/>
                      </a:lnTo>
                      <a:lnTo>
                        <a:pt x="807568" y="523936"/>
                      </a:lnTo>
                      <a:lnTo>
                        <a:pt x="807579" y="519826"/>
                      </a:lnTo>
                      <a:lnTo>
                        <a:pt x="809987" y="516654"/>
                      </a:lnTo>
                      <a:lnTo>
                        <a:pt x="807834" y="507498"/>
                      </a:lnTo>
                      <a:lnTo>
                        <a:pt x="807915" y="508447"/>
                      </a:lnTo>
                      <a:lnTo>
                        <a:pt x="805160" y="508772"/>
                      </a:lnTo>
                      <a:lnTo>
                        <a:pt x="804709" y="501583"/>
                      </a:lnTo>
                      <a:lnTo>
                        <a:pt x="803806" y="506433"/>
                      </a:lnTo>
                      <a:lnTo>
                        <a:pt x="805172" y="509466"/>
                      </a:lnTo>
                      <a:lnTo>
                        <a:pt x="807776" y="509651"/>
                      </a:lnTo>
                      <a:lnTo>
                        <a:pt x="809327" y="516018"/>
                      </a:lnTo>
                      <a:lnTo>
                        <a:pt x="807105" y="519560"/>
                      </a:lnTo>
                      <a:lnTo>
                        <a:pt x="807117" y="523913"/>
                      </a:lnTo>
                      <a:lnTo>
                        <a:pt x="811226" y="525290"/>
                      </a:lnTo>
                      <a:lnTo>
                        <a:pt x="811515" y="525383"/>
                      </a:lnTo>
                      <a:lnTo>
                        <a:pt x="811226" y="525927"/>
                      </a:lnTo>
                      <a:lnTo>
                        <a:pt x="809524" y="529203"/>
                      </a:lnTo>
                      <a:lnTo>
                        <a:pt x="803794" y="532490"/>
                      </a:lnTo>
                      <a:lnTo>
                        <a:pt x="798018" y="539123"/>
                      </a:lnTo>
                      <a:lnTo>
                        <a:pt x="796304" y="541866"/>
                      </a:lnTo>
                      <a:lnTo>
                        <a:pt x="794047" y="541890"/>
                      </a:lnTo>
                      <a:lnTo>
                        <a:pt x="796513" y="542191"/>
                      </a:lnTo>
                      <a:lnTo>
                        <a:pt x="798064" y="540952"/>
                      </a:lnTo>
                      <a:lnTo>
                        <a:pt x="796258" y="546381"/>
                      </a:lnTo>
                      <a:lnTo>
                        <a:pt x="792843" y="551174"/>
                      </a:lnTo>
                      <a:lnTo>
                        <a:pt x="792612" y="551868"/>
                      </a:lnTo>
                      <a:lnTo>
                        <a:pt x="792045" y="552644"/>
                      </a:lnTo>
                      <a:lnTo>
                        <a:pt x="788630" y="563178"/>
                      </a:lnTo>
                      <a:lnTo>
                        <a:pt x="787970" y="565239"/>
                      </a:lnTo>
                      <a:lnTo>
                        <a:pt x="776116" y="575761"/>
                      </a:lnTo>
                      <a:lnTo>
                        <a:pt x="774843" y="576050"/>
                      </a:lnTo>
                      <a:lnTo>
                        <a:pt x="775213" y="569603"/>
                      </a:lnTo>
                      <a:lnTo>
                        <a:pt x="774021" y="570992"/>
                      </a:lnTo>
                      <a:lnTo>
                        <a:pt x="772632" y="569232"/>
                      </a:lnTo>
                      <a:lnTo>
                        <a:pt x="775040" y="569139"/>
                      </a:lnTo>
                      <a:lnTo>
                        <a:pt x="763800" y="564081"/>
                      </a:lnTo>
                      <a:lnTo>
                        <a:pt x="763684" y="563178"/>
                      </a:lnTo>
                      <a:lnTo>
                        <a:pt x="762746" y="556082"/>
                      </a:lnTo>
                      <a:lnTo>
                        <a:pt x="755708" y="550769"/>
                      </a:lnTo>
                      <a:lnTo>
                        <a:pt x="758567" y="547030"/>
                      </a:lnTo>
                      <a:lnTo>
                        <a:pt x="758000" y="542677"/>
                      </a:lnTo>
                      <a:lnTo>
                        <a:pt x="753948" y="538428"/>
                      </a:lnTo>
                      <a:lnTo>
                        <a:pt x="754620" y="531923"/>
                      </a:lnTo>
                      <a:lnTo>
                        <a:pt x="749306" y="529411"/>
                      </a:lnTo>
                      <a:lnTo>
                        <a:pt x="745220" y="522570"/>
                      </a:lnTo>
                      <a:lnTo>
                        <a:pt x="745197" y="518901"/>
                      </a:lnTo>
                      <a:lnTo>
                        <a:pt x="747142" y="517800"/>
                      </a:lnTo>
                      <a:lnTo>
                        <a:pt x="749561" y="514502"/>
                      </a:lnTo>
                      <a:lnTo>
                        <a:pt x="749330" y="511967"/>
                      </a:lnTo>
                      <a:lnTo>
                        <a:pt x="753786" y="509651"/>
                      </a:lnTo>
                      <a:lnTo>
                        <a:pt x="751205" y="508736"/>
                      </a:lnTo>
                      <a:lnTo>
                        <a:pt x="747466" y="513784"/>
                      </a:lnTo>
                      <a:lnTo>
                        <a:pt x="747396" y="513772"/>
                      </a:lnTo>
                      <a:lnTo>
                        <a:pt x="747269" y="513737"/>
                      </a:lnTo>
                      <a:lnTo>
                        <a:pt x="747165" y="516782"/>
                      </a:lnTo>
                      <a:lnTo>
                        <a:pt x="745614" y="517025"/>
                      </a:lnTo>
                      <a:lnTo>
                        <a:pt x="742766" y="522778"/>
                      </a:lnTo>
                      <a:lnTo>
                        <a:pt x="743414" y="524457"/>
                      </a:lnTo>
                      <a:lnTo>
                        <a:pt x="739907" y="524364"/>
                      </a:lnTo>
                      <a:lnTo>
                        <a:pt x="736665" y="525001"/>
                      </a:lnTo>
                      <a:lnTo>
                        <a:pt x="744780" y="525325"/>
                      </a:lnTo>
                      <a:lnTo>
                        <a:pt x="747616" y="532768"/>
                      </a:lnTo>
                      <a:lnTo>
                        <a:pt x="747952" y="532455"/>
                      </a:lnTo>
                      <a:lnTo>
                        <a:pt x="751182" y="535326"/>
                      </a:lnTo>
                      <a:lnTo>
                        <a:pt x="751911" y="541103"/>
                      </a:lnTo>
                      <a:lnTo>
                        <a:pt x="756541" y="544703"/>
                      </a:lnTo>
                      <a:lnTo>
                        <a:pt x="756194" y="546937"/>
                      </a:lnTo>
                      <a:lnTo>
                        <a:pt x="754388" y="545710"/>
                      </a:lnTo>
                      <a:lnTo>
                        <a:pt x="753080" y="543337"/>
                      </a:lnTo>
                      <a:lnTo>
                        <a:pt x="753115" y="550132"/>
                      </a:lnTo>
                      <a:lnTo>
                        <a:pt x="754307" y="546335"/>
                      </a:lnTo>
                      <a:lnTo>
                        <a:pt x="755650" y="547273"/>
                      </a:lnTo>
                      <a:lnTo>
                        <a:pt x="753763" y="550213"/>
                      </a:lnTo>
                      <a:lnTo>
                        <a:pt x="755476" y="553616"/>
                      </a:lnTo>
                      <a:lnTo>
                        <a:pt x="753381" y="555248"/>
                      </a:lnTo>
                      <a:lnTo>
                        <a:pt x="755905" y="554044"/>
                      </a:lnTo>
                      <a:lnTo>
                        <a:pt x="760350" y="556372"/>
                      </a:lnTo>
                      <a:lnTo>
                        <a:pt x="761635" y="560701"/>
                      </a:lnTo>
                      <a:lnTo>
                        <a:pt x="760512" y="562032"/>
                      </a:lnTo>
                      <a:lnTo>
                        <a:pt x="761415" y="560041"/>
                      </a:lnTo>
                      <a:lnTo>
                        <a:pt x="760292" y="559937"/>
                      </a:lnTo>
                      <a:lnTo>
                        <a:pt x="759817" y="561372"/>
                      </a:lnTo>
                      <a:lnTo>
                        <a:pt x="761114" y="563178"/>
                      </a:lnTo>
                      <a:lnTo>
                        <a:pt x="763591" y="566628"/>
                      </a:lnTo>
                      <a:lnTo>
                        <a:pt x="769692" y="569881"/>
                      </a:lnTo>
                      <a:lnTo>
                        <a:pt x="769530" y="571362"/>
                      </a:lnTo>
                      <a:lnTo>
                        <a:pt x="770652" y="570922"/>
                      </a:lnTo>
                      <a:lnTo>
                        <a:pt x="772690" y="574603"/>
                      </a:lnTo>
                      <a:lnTo>
                        <a:pt x="771185" y="575078"/>
                      </a:lnTo>
                      <a:lnTo>
                        <a:pt x="773975" y="575078"/>
                      </a:lnTo>
                      <a:lnTo>
                        <a:pt x="773303" y="580924"/>
                      </a:lnTo>
                      <a:lnTo>
                        <a:pt x="768870" y="586851"/>
                      </a:lnTo>
                      <a:lnTo>
                        <a:pt x="766485" y="590312"/>
                      </a:lnTo>
                      <a:lnTo>
                        <a:pt x="760477" y="593136"/>
                      </a:lnTo>
                      <a:lnTo>
                        <a:pt x="758833" y="594537"/>
                      </a:lnTo>
                      <a:lnTo>
                        <a:pt x="757977" y="595000"/>
                      </a:lnTo>
                      <a:lnTo>
                        <a:pt x="757699" y="595498"/>
                      </a:lnTo>
                      <a:lnTo>
                        <a:pt x="757305" y="595845"/>
                      </a:lnTo>
                      <a:lnTo>
                        <a:pt x="749584" y="609122"/>
                      </a:lnTo>
                      <a:lnTo>
                        <a:pt x="748751" y="602038"/>
                      </a:lnTo>
                      <a:lnTo>
                        <a:pt x="748357" y="602385"/>
                      </a:lnTo>
                      <a:lnTo>
                        <a:pt x="747813" y="602837"/>
                      </a:lnTo>
                      <a:lnTo>
                        <a:pt x="746389" y="599156"/>
                      </a:lnTo>
                      <a:lnTo>
                        <a:pt x="747582" y="598750"/>
                      </a:lnTo>
                      <a:lnTo>
                        <a:pt x="747362" y="598600"/>
                      </a:lnTo>
                      <a:lnTo>
                        <a:pt x="747408" y="598577"/>
                      </a:lnTo>
                      <a:lnTo>
                        <a:pt x="735138" y="590520"/>
                      </a:lnTo>
                      <a:lnTo>
                        <a:pt x="733552" y="574696"/>
                      </a:lnTo>
                      <a:lnTo>
                        <a:pt x="727613" y="573377"/>
                      </a:lnTo>
                      <a:lnTo>
                        <a:pt x="725321" y="569267"/>
                      </a:lnTo>
                      <a:lnTo>
                        <a:pt x="724962" y="573064"/>
                      </a:lnTo>
                      <a:lnTo>
                        <a:pt x="714949" y="567739"/>
                      </a:lnTo>
                      <a:lnTo>
                        <a:pt x="709671" y="567878"/>
                      </a:lnTo>
                      <a:lnTo>
                        <a:pt x="707679" y="565030"/>
                      </a:lnTo>
                      <a:lnTo>
                        <a:pt x="705527" y="564081"/>
                      </a:lnTo>
                      <a:lnTo>
                        <a:pt x="703489" y="563178"/>
                      </a:lnTo>
                      <a:lnTo>
                        <a:pt x="700919" y="563178"/>
                      </a:lnTo>
                      <a:lnTo>
                        <a:pt x="699611" y="563328"/>
                      </a:lnTo>
                      <a:lnTo>
                        <a:pt x="699472" y="563178"/>
                      </a:lnTo>
                      <a:lnTo>
                        <a:pt x="695988" y="559647"/>
                      </a:lnTo>
                      <a:lnTo>
                        <a:pt x="695502" y="558941"/>
                      </a:lnTo>
                      <a:lnTo>
                        <a:pt x="692469" y="554600"/>
                      </a:lnTo>
                      <a:lnTo>
                        <a:pt x="691219" y="554959"/>
                      </a:lnTo>
                      <a:lnTo>
                        <a:pt x="689147" y="553998"/>
                      </a:lnTo>
                      <a:lnTo>
                        <a:pt x="688718" y="553084"/>
                      </a:lnTo>
                      <a:lnTo>
                        <a:pt x="687954" y="551475"/>
                      </a:lnTo>
                      <a:lnTo>
                        <a:pt x="689656" y="545478"/>
                      </a:lnTo>
                      <a:lnTo>
                        <a:pt x="687572" y="542631"/>
                      </a:lnTo>
                      <a:lnTo>
                        <a:pt x="686218" y="542052"/>
                      </a:lnTo>
                      <a:lnTo>
                        <a:pt x="686241" y="542399"/>
                      </a:lnTo>
                      <a:lnTo>
                        <a:pt x="687618" y="542839"/>
                      </a:lnTo>
                      <a:lnTo>
                        <a:pt x="688614" y="545097"/>
                      </a:lnTo>
                      <a:lnTo>
                        <a:pt x="687734" y="549611"/>
                      </a:lnTo>
                      <a:lnTo>
                        <a:pt x="685246" y="552760"/>
                      </a:lnTo>
                      <a:lnTo>
                        <a:pt x="685419" y="552922"/>
                      </a:lnTo>
                      <a:lnTo>
                        <a:pt x="689725" y="556811"/>
                      </a:lnTo>
                      <a:lnTo>
                        <a:pt x="691751" y="561754"/>
                      </a:lnTo>
                      <a:lnTo>
                        <a:pt x="693383" y="563178"/>
                      </a:lnTo>
                      <a:lnTo>
                        <a:pt x="698674" y="567832"/>
                      </a:lnTo>
                      <a:lnTo>
                        <a:pt x="705376" y="569082"/>
                      </a:lnTo>
                      <a:lnTo>
                        <a:pt x="705527" y="569302"/>
                      </a:lnTo>
                      <a:lnTo>
                        <a:pt x="708502" y="573758"/>
                      </a:lnTo>
                      <a:lnTo>
                        <a:pt x="715667" y="573897"/>
                      </a:lnTo>
                      <a:lnTo>
                        <a:pt x="720019" y="575529"/>
                      </a:lnTo>
                      <a:lnTo>
                        <a:pt x="720112" y="577104"/>
                      </a:lnTo>
                      <a:lnTo>
                        <a:pt x="720552" y="576004"/>
                      </a:lnTo>
                      <a:lnTo>
                        <a:pt x="728968" y="577995"/>
                      </a:lnTo>
                      <a:lnTo>
                        <a:pt x="730438" y="583054"/>
                      </a:lnTo>
                      <a:lnTo>
                        <a:pt x="729361" y="584721"/>
                      </a:lnTo>
                      <a:lnTo>
                        <a:pt x="733969" y="593947"/>
                      </a:lnTo>
                      <a:lnTo>
                        <a:pt x="732603" y="596586"/>
                      </a:lnTo>
                      <a:lnTo>
                        <a:pt x="730600" y="597570"/>
                      </a:lnTo>
                      <a:lnTo>
                        <a:pt x="720830" y="593935"/>
                      </a:lnTo>
                      <a:lnTo>
                        <a:pt x="712611" y="599330"/>
                      </a:lnTo>
                      <a:lnTo>
                        <a:pt x="709069" y="597651"/>
                      </a:lnTo>
                      <a:lnTo>
                        <a:pt x="705527" y="597859"/>
                      </a:lnTo>
                      <a:lnTo>
                        <a:pt x="700780" y="598148"/>
                      </a:lnTo>
                      <a:lnTo>
                        <a:pt x="697111" y="592974"/>
                      </a:lnTo>
                      <a:lnTo>
                        <a:pt x="691670" y="591758"/>
                      </a:lnTo>
                      <a:lnTo>
                        <a:pt x="691763" y="589849"/>
                      </a:lnTo>
                      <a:lnTo>
                        <a:pt x="690582" y="593009"/>
                      </a:lnTo>
                      <a:lnTo>
                        <a:pt x="688174" y="593379"/>
                      </a:lnTo>
                      <a:lnTo>
                        <a:pt x="680731" y="597963"/>
                      </a:lnTo>
                      <a:lnTo>
                        <a:pt x="680129" y="600360"/>
                      </a:lnTo>
                      <a:lnTo>
                        <a:pt x="675788" y="598959"/>
                      </a:lnTo>
                      <a:lnTo>
                        <a:pt x="669051" y="600730"/>
                      </a:lnTo>
                      <a:lnTo>
                        <a:pt x="663958" y="597871"/>
                      </a:lnTo>
                      <a:lnTo>
                        <a:pt x="657996" y="600290"/>
                      </a:lnTo>
                      <a:lnTo>
                        <a:pt x="659281" y="600892"/>
                      </a:lnTo>
                      <a:lnTo>
                        <a:pt x="657834" y="600707"/>
                      </a:lnTo>
                      <a:lnTo>
                        <a:pt x="656908" y="604018"/>
                      </a:lnTo>
                      <a:lnTo>
                        <a:pt x="654118" y="600059"/>
                      </a:lnTo>
                      <a:lnTo>
                        <a:pt x="656051" y="604377"/>
                      </a:lnTo>
                      <a:lnTo>
                        <a:pt x="653088" y="602328"/>
                      </a:lnTo>
                      <a:lnTo>
                        <a:pt x="652405" y="601853"/>
                      </a:lnTo>
                      <a:lnTo>
                        <a:pt x="654048" y="603635"/>
                      </a:lnTo>
                      <a:lnTo>
                        <a:pt x="654245" y="603844"/>
                      </a:lnTo>
                      <a:lnTo>
                        <a:pt x="654697" y="604331"/>
                      </a:lnTo>
                      <a:lnTo>
                        <a:pt x="655472" y="605881"/>
                      </a:lnTo>
                      <a:lnTo>
                        <a:pt x="660415" y="605036"/>
                      </a:lnTo>
                      <a:lnTo>
                        <a:pt x="662128" y="605361"/>
                      </a:lnTo>
                      <a:lnTo>
                        <a:pt x="663946" y="605696"/>
                      </a:lnTo>
                      <a:lnTo>
                        <a:pt x="668750" y="606611"/>
                      </a:lnTo>
                      <a:lnTo>
                        <a:pt x="676529" y="608463"/>
                      </a:lnTo>
                      <a:lnTo>
                        <a:pt x="682641" y="607942"/>
                      </a:lnTo>
                      <a:lnTo>
                        <a:pt x="687607" y="604538"/>
                      </a:lnTo>
                      <a:lnTo>
                        <a:pt x="694911" y="602976"/>
                      </a:lnTo>
                      <a:lnTo>
                        <a:pt x="698847" y="606483"/>
                      </a:lnTo>
                      <a:lnTo>
                        <a:pt x="705527" y="605742"/>
                      </a:lnTo>
                      <a:lnTo>
                        <a:pt x="707842" y="605477"/>
                      </a:lnTo>
                      <a:lnTo>
                        <a:pt x="710886" y="606796"/>
                      </a:lnTo>
                      <a:lnTo>
                        <a:pt x="712588" y="604018"/>
                      </a:lnTo>
                      <a:lnTo>
                        <a:pt x="712067" y="607039"/>
                      </a:lnTo>
                      <a:lnTo>
                        <a:pt x="715759" y="607085"/>
                      </a:lnTo>
                      <a:lnTo>
                        <a:pt x="718260" y="605592"/>
                      </a:lnTo>
                      <a:lnTo>
                        <a:pt x="717288" y="603879"/>
                      </a:lnTo>
                      <a:lnTo>
                        <a:pt x="718468" y="604585"/>
                      </a:lnTo>
                      <a:lnTo>
                        <a:pt x="720517" y="602119"/>
                      </a:lnTo>
                      <a:lnTo>
                        <a:pt x="727428" y="601668"/>
                      </a:lnTo>
                      <a:lnTo>
                        <a:pt x="727613" y="601680"/>
                      </a:lnTo>
                      <a:lnTo>
                        <a:pt x="728482" y="602848"/>
                      </a:lnTo>
                      <a:lnTo>
                        <a:pt x="732892" y="606356"/>
                      </a:lnTo>
                      <a:lnTo>
                        <a:pt x="735033" y="605662"/>
                      </a:lnTo>
                      <a:lnTo>
                        <a:pt x="735369" y="601981"/>
                      </a:lnTo>
                      <a:lnTo>
                        <a:pt x="736191" y="602015"/>
                      </a:lnTo>
                      <a:lnTo>
                        <a:pt x="737534" y="600799"/>
                      </a:lnTo>
                      <a:lnTo>
                        <a:pt x="738518" y="600371"/>
                      </a:lnTo>
                      <a:lnTo>
                        <a:pt x="738807" y="601078"/>
                      </a:lnTo>
                      <a:lnTo>
                        <a:pt x="738564" y="606830"/>
                      </a:lnTo>
                      <a:lnTo>
                        <a:pt x="739351" y="607282"/>
                      </a:lnTo>
                      <a:lnTo>
                        <a:pt x="739316" y="607444"/>
                      </a:lnTo>
                      <a:lnTo>
                        <a:pt x="740995" y="608243"/>
                      </a:lnTo>
                      <a:lnTo>
                        <a:pt x="736851" y="607641"/>
                      </a:lnTo>
                      <a:lnTo>
                        <a:pt x="735496" y="609366"/>
                      </a:lnTo>
                      <a:lnTo>
                        <a:pt x="735404" y="609389"/>
                      </a:lnTo>
                      <a:lnTo>
                        <a:pt x="735045" y="609933"/>
                      </a:lnTo>
                      <a:lnTo>
                        <a:pt x="732614" y="613024"/>
                      </a:lnTo>
                      <a:lnTo>
                        <a:pt x="728817" y="619194"/>
                      </a:lnTo>
                      <a:lnTo>
                        <a:pt x="727833" y="620154"/>
                      </a:lnTo>
                      <a:lnTo>
                        <a:pt x="727683" y="620062"/>
                      </a:lnTo>
                      <a:lnTo>
                        <a:pt x="726375" y="619205"/>
                      </a:lnTo>
                      <a:lnTo>
                        <a:pt x="726317" y="619229"/>
                      </a:lnTo>
                      <a:lnTo>
                        <a:pt x="725981" y="619194"/>
                      </a:lnTo>
                      <a:lnTo>
                        <a:pt x="726016" y="619298"/>
                      </a:lnTo>
                      <a:lnTo>
                        <a:pt x="726178" y="619332"/>
                      </a:lnTo>
                      <a:lnTo>
                        <a:pt x="727833" y="620779"/>
                      </a:lnTo>
                      <a:lnTo>
                        <a:pt x="726386" y="627424"/>
                      </a:lnTo>
                      <a:lnTo>
                        <a:pt x="723909" y="632251"/>
                      </a:lnTo>
                      <a:lnTo>
                        <a:pt x="722612" y="629902"/>
                      </a:lnTo>
                      <a:lnTo>
                        <a:pt x="723029" y="631777"/>
                      </a:lnTo>
                      <a:lnTo>
                        <a:pt x="721443" y="632078"/>
                      </a:lnTo>
                      <a:lnTo>
                        <a:pt x="718260" y="628756"/>
                      </a:lnTo>
                      <a:lnTo>
                        <a:pt x="721316" y="628524"/>
                      </a:lnTo>
                      <a:lnTo>
                        <a:pt x="717519" y="627563"/>
                      </a:lnTo>
                      <a:lnTo>
                        <a:pt x="711326" y="632321"/>
                      </a:lnTo>
                      <a:lnTo>
                        <a:pt x="717924" y="633686"/>
                      </a:lnTo>
                      <a:lnTo>
                        <a:pt x="717357" y="635817"/>
                      </a:lnTo>
                      <a:lnTo>
                        <a:pt x="711616" y="636164"/>
                      </a:lnTo>
                      <a:lnTo>
                        <a:pt x="711627" y="638525"/>
                      </a:lnTo>
                      <a:lnTo>
                        <a:pt x="706858" y="639671"/>
                      </a:lnTo>
                      <a:lnTo>
                        <a:pt x="708316" y="643514"/>
                      </a:lnTo>
                      <a:lnTo>
                        <a:pt x="711164" y="642577"/>
                      </a:lnTo>
                      <a:lnTo>
                        <a:pt x="711175" y="642565"/>
                      </a:lnTo>
                      <a:lnTo>
                        <a:pt x="709578" y="641304"/>
                      </a:lnTo>
                      <a:lnTo>
                        <a:pt x="711395" y="641963"/>
                      </a:lnTo>
                      <a:lnTo>
                        <a:pt x="711233" y="642589"/>
                      </a:lnTo>
                      <a:lnTo>
                        <a:pt x="710932" y="643191"/>
                      </a:lnTo>
                      <a:lnTo>
                        <a:pt x="706360" y="644082"/>
                      </a:lnTo>
                      <a:lnTo>
                        <a:pt x="707332" y="645008"/>
                      </a:lnTo>
                      <a:lnTo>
                        <a:pt x="705527" y="646709"/>
                      </a:lnTo>
                      <a:lnTo>
                        <a:pt x="704763" y="647439"/>
                      </a:lnTo>
                      <a:lnTo>
                        <a:pt x="699634" y="647855"/>
                      </a:lnTo>
                      <a:lnTo>
                        <a:pt x="705527" y="647775"/>
                      </a:lnTo>
                      <a:lnTo>
                        <a:pt x="710400" y="647705"/>
                      </a:lnTo>
                      <a:lnTo>
                        <a:pt x="716200" y="641732"/>
                      </a:lnTo>
                      <a:lnTo>
                        <a:pt x="715459" y="646779"/>
                      </a:lnTo>
                      <a:lnTo>
                        <a:pt x="712241" y="648168"/>
                      </a:lnTo>
                      <a:lnTo>
                        <a:pt x="717890" y="646350"/>
                      </a:lnTo>
                      <a:lnTo>
                        <a:pt x="718619" y="649037"/>
                      </a:lnTo>
                      <a:lnTo>
                        <a:pt x="716929" y="650900"/>
                      </a:lnTo>
                      <a:lnTo>
                        <a:pt x="719522" y="651953"/>
                      </a:lnTo>
                      <a:lnTo>
                        <a:pt x="718109" y="654408"/>
                      </a:lnTo>
                      <a:lnTo>
                        <a:pt x="719776" y="656595"/>
                      </a:lnTo>
                      <a:lnTo>
                        <a:pt x="720772" y="652764"/>
                      </a:lnTo>
                      <a:lnTo>
                        <a:pt x="723573" y="653979"/>
                      </a:lnTo>
                      <a:lnTo>
                        <a:pt x="725727" y="652069"/>
                      </a:lnTo>
                      <a:lnTo>
                        <a:pt x="726942" y="653991"/>
                      </a:lnTo>
                      <a:lnTo>
                        <a:pt x="725912" y="655449"/>
                      </a:lnTo>
                      <a:lnTo>
                        <a:pt x="727474" y="654488"/>
                      </a:lnTo>
                      <a:lnTo>
                        <a:pt x="726873" y="651166"/>
                      </a:lnTo>
                      <a:lnTo>
                        <a:pt x="729130" y="651213"/>
                      </a:lnTo>
                      <a:lnTo>
                        <a:pt x="733795" y="651710"/>
                      </a:lnTo>
                      <a:lnTo>
                        <a:pt x="731896" y="652011"/>
                      </a:lnTo>
                      <a:lnTo>
                        <a:pt x="733829" y="652718"/>
                      </a:lnTo>
                      <a:lnTo>
                        <a:pt x="731780" y="655576"/>
                      </a:lnTo>
                      <a:lnTo>
                        <a:pt x="733204" y="657950"/>
                      </a:lnTo>
                      <a:lnTo>
                        <a:pt x="733332" y="655415"/>
                      </a:lnTo>
                      <a:lnTo>
                        <a:pt x="735253" y="656016"/>
                      </a:lnTo>
                      <a:lnTo>
                        <a:pt x="733459" y="654870"/>
                      </a:lnTo>
                      <a:lnTo>
                        <a:pt x="734536" y="651791"/>
                      </a:lnTo>
                      <a:lnTo>
                        <a:pt x="732070" y="643075"/>
                      </a:lnTo>
                      <a:lnTo>
                        <a:pt x="732996" y="643075"/>
                      </a:lnTo>
                      <a:lnTo>
                        <a:pt x="734814" y="643063"/>
                      </a:lnTo>
                      <a:lnTo>
                        <a:pt x="735346" y="641894"/>
                      </a:lnTo>
                      <a:lnTo>
                        <a:pt x="732823" y="642797"/>
                      </a:lnTo>
                      <a:lnTo>
                        <a:pt x="731479" y="640632"/>
                      </a:lnTo>
                      <a:lnTo>
                        <a:pt x="733332" y="640076"/>
                      </a:lnTo>
                      <a:lnTo>
                        <a:pt x="730253" y="639683"/>
                      </a:lnTo>
                      <a:lnTo>
                        <a:pt x="731213" y="638190"/>
                      </a:lnTo>
                      <a:lnTo>
                        <a:pt x="737800" y="643040"/>
                      </a:lnTo>
                      <a:lnTo>
                        <a:pt x="738796" y="643028"/>
                      </a:lnTo>
                      <a:lnTo>
                        <a:pt x="740648" y="645864"/>
                      </a:lnTo>
                      <a:lnTo>
                        <a:pt x="740995" y="647277"/>
                      </a:lnTo>
                      <a:lnTo>
                        <a:pt x="739976" y="651641"/>
                      </a:lnTo>
                      <a:lnTo>
                        <a:pt x="737754" y="655785"/>
                      </a:lnTo>
                      <a:lnTo>
                        <a:pt x="730484" y="665810"/>
                      </a:lnTo>
                      <a:lnTo>
                        <a:pt x="728296" y="668889"/>
                      </a:lnTo>
                      <a:lnTo>
                        <a:pt x="722971" y="676367"/>
                      </a:lnTo>
                      <a:lnTo>
                        <a:pt x="720575" y="678879"/>
                      </a:lnTo>
                      <a:lnTo>
                        <a:pt x="707934" y="688857"/>
                      </a:lnTo>
                      <a:lnTo>
                        <a:pt x="705527" y="690189"/>
                      </a:lnTo>
                      <a:lnTo>
                        <a:pt x="701799" y="692249"/>
                      </a:lnTo>
                      <a:lnTo>
                        <a:pt x="695595" y="696185"/>
                      </a:lnTo>
                      <a:lnTo>
                        <a:pt x="691624" y="699218"/>
                      </a:lnTo>
                      <a:lnTo>
                        <a:pt x="682467" y="705110"/>
                      </a:lnTo>
                      <a:lnTo>
                        <a:pt x="671644" y="707633"/>
                      </a:lnTo>
                      <a:lnTo>
                        <a:pt x="652822" y="709613"/>
                      </a:lnTo>
                      <a:lnTo>
                        <a:pt x="649094" y="704820"/>
                      </a:lnTo>
                      <a:lnTo>
                        <a:pt x="647462" y="698778"/>
                      </a:lnTo>
                      <a:lnTo>
                        <a:pt x="648608" y="700190"/>
                      </a:lnTo>
                      <a:lnTo>
                        <a:pt x="649754" y="699437"/>
                      </a:lnTo>
                      <a:lnTo>
                        <a:pt x="649835" y="699553"/>
                      </a:lnTo>
                      <a:lnTo>
                        <a:pt x="650124" y="700942"/>
                      </a:lnTo>
                      <a:lnTo>
                        <a:pt x="650680" y="701093"/>
                      </a:lnTo>
                      <a:lnTo>
                        <a:pt x="651930" y="701428"/>
                      </a:lnTo>
                      <a:lnTo>
                        <a:pt x="650402" y="700537"/>
                      </a:lnTo>
                      <a:lnTo>
                        <a:pt x="650298" y="697539"/>
                      </a:lnTo>
                      <a:lnTo>
                        <a:pt x="642936" y="691925"/>
                      </a:lnTo>
                      <a:lnTo>
                        <a:pt x="644035" y="690409"/>
                      </a:lnTo>
                      <a:lnTo>
                        <a:pt x="647369" y="691901"/>
                      </a:lnTo>
                      <a:lnTo>
                        <a:pt x="653435" y="690432"/>
                      </a:lnTo>
                      <a:lnTo>
                        <a:pt x="652648" y="690073"/>
                      </a:lnTo>
                      <a:lnTo>
                        <a:pt x="658933" y="685535"/>
                      </a:lnTo>
                      <a:lnTo>
                        <a:pt x="660716" y="679157"/>
                      </a:lnTo>
                      <a:lnTo>
                        <a:pt x="659084" y="679516"/>
                      </a:lnTo>
                      <a:lnTo>
                        <a:pt x="657637" y="677467"/>
                      </a:lnTo>
                      <a:lnTo>
                        <a:pt x="659258" y="680720"/>
                      </a:lnTo>
                      <a:lnTo>
                        <a:pt x="653794" y="678196"/>
                      </a:lnTo>
                      <a:lnTo>
                        <a:pt x="652393" y="680476"/>
                      </a:lnTo>
                      <a:lnTo>
                        <a:pt x="653782" y="678347"/>
                      </a:lnTo>
                      <a:lnTo>
                        <a:pt x="659154" y="681090"/>
                      </a:lnTo>
                      <a:lnTo>
                        <a:pt x="658193" y="684840"/>
                      </a:lnTo>
                      <a:lnTo>
                        <a:pt x="650854" y="688684"/>
                      </a:lnTo>
                      <a:lnTo>
                        <a:pt x="640262" y="689112"/>
                      </a:lnTo>
                      <a:lnTo>
                        <a:pt x="633826" y="683023"/>
                      </a:lnTo>
                      <a:lnTo>
                        <a:pt x="629485" y="674503"/>
                      </a:lnTo>
                      <a:lnTo>
                        <a:pt x="631360" y="670799"/>
                      </a:lnTo>
                      <a:lnTo>
                        <a:pt x="639544" y="673647"/>
                      </a:lnTo>
                      <a:lnTo>
                        <a:pt x="640690" y="673496"/>
                      </a:lnTo>
                      <a:lnTo>
                        <a:pt x="643306" y="671852"/>
                      </a:lnTo>
                      <a:lnTo>
                        <a:pt x="639579" y="673404"/>
                      </a:lnTo>
                      <a:lnTo>
                        <a:pt x="630318" y="670024"/>
                      </a:lnTo>
                      <a:lnTo>
                        <a:pt x="629832" y="668889"/>
                      </a:lnTo>
                      <a:lnTo>
                        <a:pt x="628269" y="665161"/>
                      </a:lnTo>
                      <a:lnTo>
                        <a:pt x="622863" y="662823"/>
                      </a:lnTo>
                      <a:lnTo>
                        <a:pt x="617133" y="660334"/>
                      </a:lnTo>
                      <a:lnTo>
                        <a:pt x="617747" y="658216"/>
                      </a:lnTo>
                      <a:lnTo>
                        <a:pt x="616323" y="655264"/>
                      </a:lnTo>
                      <a:lnTo>
                        <a:pt x="611241" y="648399"/>
                      </a:lnTo>
                      <a:lnTo>
                        <a:pt x="608532" y="646513"/>
                      </a:lnTo>
                      <a:lnTo>
                        <a:pt x="608278" y="646501"/>
                      </a:lnTo>
                      <a:lnTo>
                        <a:pt x="611264" y="648758"/>
                      </a:lnTo>
                      <a:lnTo>
                        <a:pt x="617203" y="658089"/>
                      </a:lnTo>
                      <a:lnTo>
                        <a:pt x="616647" y="660334"/>
                      </a:lnTo>
                      <a:lnTo>
                        <a:pt x="618314" y="661712"/>
                      </a:lnTo>
                      <a:lnTo>
                        <a:pt x="617805" y="664930"/>
                      </a:lnTo>
                      <a:lnTo>
                        <a:pt x="619020" y="661434"/>
                      </a:lnTo>
                      <a:lnTo>
                        <a:pt x="626683" y="665671"/>
                      </a:lnTo>
                      <a:lnTo>
                        <a:pt x="627401" y="668889"/>
                      </a:lnTo>
                      <a:lnTo>
                        <a:pt x="627760" y="670486"/>
                      </a:lnTo>
                      <a:lnTo>
                        <a:pt x="626521" y="676020"/>
                      </a:lnTo>
                      <a:lnTo>
                        <a:pt x="629681" y="682641"/>
                      </a:lnTo>
                      <a:lnTo>
                        <a:pt x="623754" y="679990"/>
                      </a:lnTo>
                      <a:lnTo>
                        <a:pt x="622748" y="676066"/>
                      </a:lnTo>
                      <a:lnTo>
                        <a:pt x="618453" y="673728"/>
                      </a:lnTo>
                      <a:lnTo>
                        <a:pt x="622354" y="676517"/>
                      </a:lnTo>
                      <a:lnTo>
                        <a:pt x="622956" y="680187"/>
                      </a:lnTo>
                      <a:lnTo>
                        <a:pt x="617457" y="678844"/>
                      </a:lnTo>
                      <a:lnTo>
                        <a:pt x="615443" y="680395"/>
                      </a:lnTo>
                      <a:lnTo>
                        <a:pt x="618210" y="679562"/>
                      </a:lnTo>
                      <a:lnTo>
                        <a:pt x="623905" y="681645"/>
                      </a:lnTo>
                      <a:lnTo>
                        <a:pt x="633177" y="688463"/>
                      </a:lnTo>
                      <a:lnTo>
                        <a:pt x="625155" y="685547"/>
                      </a:lnTo>
                      <a:lnTo>
                        <a:pt x="609933" y="689216"/>
                      </a:lnTo>
                      <a:lnTo>
                        <a:pt x="609111" y="688800"/>
                      </a:lnTo>
                      <a:lnTo>
                        <a:pt x="607166" y="689112"/>
                      </a:lnTo>
                      <a:lnTo>
                        <a:pt x="608428" y="690084"/>
                      </a:lnTo>
                      <a:lnTo>
                        <a:pt x="613498" y="690061"/>
                      </a:lnTo>
                      <a:lnTo>
                        <a:pt x="606703" y="694321"/>
                      </a:lnTo>
                      <a:lnTo>
                        <a:pt x="601841" y="699102"/>
                      </a:lnTo>
                      <a:lnTo>
                        <a:pt x="599816" y="703072"/>
                      </a:lnTo>
                      <a:lnTo>
                        <a:pt x="599121" y="704462"/>
                      </a:lnTo>
                      <a:lnTo>
                        <a:pt x="599816" y="701729"/>
                      </a:lnTo>
                      <a:lnTo>
                        <a:pt x="600036" y="700873"/>
                      </a:lnTo>
                      <a:lnTo>
                        <a:pt x="603693" y="693615"/>
                      </a:lnTo>
                      <a:lnTo>
                        <a:pt x="601541" y="691578"/>
                      </a:lnTo>
                      <a:lnTo>
                        <a:pt x="603103" y="693731"/>
                      </a:lnTo>
                      <a:lnTo>
                        <a:pt x="599816" y="699692"/>
                      </a:lnTo>
                      <a:lnTo>
                        <a:pt x="599352" y="700537"/>
                      </a:lnTo>
                      <a:lnTo>
                        <a:pt x="598403" y="699403"/>
                      </a:lnTo>
                      <a:lnTo>
                        <a:pt x="598299" y="709173"/>
                      </a:lnTo>
                      <a:lnTo>
                        <a:pt x="592616" y="702737"/>
                      </a:lnTo>
                      <a:lnTo>
                        <a:pt x="589988" y="703709"/>
                      </a:lnTo>
                      <a:lnTo>
                        <a:pt x="590370" y="704322"/>
                      </a:lnTo>
                      <a:lnTo>
                        <a:pt x="584431" y="702077"/>
                      </a:lnTo>
                      <a:lnTo>
                        <a:pt x="585705" y="703003"/>
                      </a:lnTo>
                      <a:lnTo>
                        <a:pt x="582764" y="702806"/>
                      </a:lnTo>
                      <a:lnTo>
                        <a:pt x="579234" y="705283"/>
                      </a:lnTo>
                      <a:lnTo>
                        <a:pt x="577683" y="704230"/>
                      </a:lnTo>
                      <a:lnTo>
                        <a:pt x="578632" y="703524"/>
                      </a:lnTo>
                      <a:lnTo>
                        <a:pt x="576745" y="704161"/>
                      </a:lnTo>
                      <a:lnTo>
                        <a:pt x="579882" y="706175"/>
                      </a:lnTo>
                      <a:lnTo>
                        <a:pt x="580808" y="705793"/>
                      </a:lnTo>
                      <a:lnTo>
                        <a:pt x="585137" y="704033"/>
                      </a:lnTo>
                      <a:lnTo>
                        <a:pt x="592291" y="706510"/>
                      </a:lnTo>
                      <a:lnTo>
                        <a:pt x="597419" y="711986"/>
                      </a:lnTo>
                      <a:lnTo>
                        <a:pt x="595914" y="711407"/>
                      </a:lnTo>
                      <a:lnTo>
                        <a:pt x="595359" y="712924"/>
                      </a:lnTo>
                      <a:lnTo>
                        <a:pt x="598924" y="713930"/>
                      </a:lnTo>
                      <a:lnTo>
                        <a:pt x="594792" y="715540"/>
                      </a:lnTo>
                      <a:lnTo>
                        <a:pt x="586376" y="712924"/>
                      </a:lnTo>
                      <a:lnTo>
                        <a:pt x="585172" y="709359"/>
                      </a:lnTo>
                      <a:lnTo>
                        <a:pt x="582938" y="709983"/>
                      </a:lnTo>
                      <a:lnTo>
                        <a:pt x="583065" y="712079"/>
                      </a:lnTo>
                      <a:lnTo>
                        <a:pt x="577648" y="710307"/>
                      </a:lnTo>
                      <a:lnTo>
                        <a:pt x="576942" y="712356"/>
                      </a:lnTo>
                      <a:lnTo>
                        <a:pt x="578620" y="710666"/>
                      </a:lnTo>
                      <a:lnTo>
                        <a:pt x="578516" y="711951"/>
                      </a:lnTo>
                      <a:lnTo>
                        <a:pt x="579778" y="711187"/>
                      </a:lnTo>
                      <a:lnTo>
                        <a:pt x="584894" y="713653"/>
                      </a:lnTo>
                      <a:lnTo>
                        <a:pt x="579280" y="712403"/>
                      </a:lnTo>
                      <a:lnTo>
                        <a:pt x="580935" y="713930"/>
                      </a:lnTo>
                      <a:lnTo>
                        <a:pt x="579870" y="715551"/>
                      </a:lnTo>
                      <a:lnTo>
                        <a:pt x="586619" y="715598"/>
                      </a:lnTo>
                      <a:lnTo>
                        <a:pt x="582996" y="719961"/>
                      </a:lnTo>
                      <a:lnTo>
                        <a:pt x="587047" y="716280"/>
                      </a:lnTo>
                      <a:lnTo>
                        <a:pt x="594792" y="719186"/>
                      </a:lnTo>
                      <a:lnTo>
                        <a:pt x="585462" y="727706"/>
                      </a:lnTo>
                      <a:lnTo>
                        <a:pt x="583401" y="727439"/>
                      </a:lnTo>
                      <a:lnTo>
                        <a:pt x="583088" y="725622"/>
                      </a:lnTo>
                      <a:lnTo>
                        <a:pt x="582162" y="725715"/>
                      </a:lnTo>
                      <a:lnTo>
                        <a:pt x="582012" y="727081"/>
                      </a:lnTo>
                      <a:lnTo>
                        <a:pt x="584119" y="729049"/>
                      </a:lnTo>
                      <a:lnTo>
                        <a:pt x="577763" y="730982"/>
                      </a:lnTo>
                      <a:lnTo>
                        <a:pt x="574198" y="731329"/>
                      </a:lnTo>
                      <a:lnTo>
                        <a:pt x="573249" y="729929"/>
                      </a:lnTo>
                      <a:lnTo>
                        <a:pt x="569139" y="731248"/>
                      </a:lnTo>
                      <a:lnTo>
                        <a:pt x="562090" y="727810"/>
                      </a:lnTo>
                      <a:lnTo>
                        <a:pt x="561083" y="732279"/>
                      </a:lnTo>
                      <a:lnTo>
                        <a:pt x="563815" y="730774"/>
                      </a:lnTo>
                      <a:lnTo>
                        <a:pt x="560955" y="732857"/>
                      </a:lnTo>
                      <a:lnTo>
                        <a:pt x="557216" y="731433"/>
                      </a:lnTo>
                      <a:lnTo>
                        <a:pt x="556452" y="728725"/>
                      </a:lnTo>
                      <a:lnTo>
                        <a:pt x="554380" y="731515"/>
                      </a:lnTo>
                      <a:lnTo>
                        <a:pt x="555839" y="731734"/>
                      </a:lnTo>
                      <a:lnTo>
                        <a:pt x="553466" y="731862"/>
                      </a:lnTo>
                      <a:lnTo>
                        <a:pt x="550537" y="729824"/>
                      </a:lnTo>
                      <a:lnTo>
                        <a:pt x="551614" y="732001"/>
                      </a:lnTo>
                      <a:lnTo>
                        <a:pt x="548777" y="734119"/>
                      </a:lnTo>
                      <a:lnTo>
                        <a:pt x="545039" y="733586"/>
                      </a:lnTo>
                      <a:lnTo>
                        <a:pt x="545096" y="735346"/>
                      </a:lnTo>
                      <a:lnTo>
                        <a:pt x="546902" y="734605"/>
                      </a:lnTo>
                      <a:lnTo>
                        <a:pt x="546069" y="736203"/>
                      </a:lnTo>
                      <a:lnTo>
                        <a:pt x="547701" y="735659"/>
                      </a:lnTo>
                      <a:lnTo>
                        <a:pt x="545039" y="736851"/>
                      </a:lnTo>
                      <a:lnTo>
                        <a:pt x="542365" y="735867"/>
                      </a:lnTo>
                      <a:lnTo>
                        <a:pt x="543140" y="737557"/>
                      </a:lnTo>
                      <a:lnTo>
                        <a:pt x="541728" y="737811"/>
                      </a:lnTo>
                      <a:lnTo>
                        <a:pt x="533300" y="733401"/>
                      </a:lnTo>
                      <a:lnTo>
                        <a:pt x="533995" y="735369"/>
                      </a:lnTo>
                      <a:lnTo>
                        <a:pt x="530846" y="741528"/>
                      </a:lnTo>
                      <a:lnTo>
                        <a:pt x="529596" y="739178"/>
                      </a:lnTo>
                      <a:lnTo>
                        <a:pt x="525070" y="736723"/>
                      </a:lnTo>
                      <a:lnTo>
                        <a:pt x="524931" y="737881"/>
                      </a:lnTo>
                      <a:lnTo>
                        <a:pt x="523751" y="736284"/>
                      </a:lnTo>
                      <a:lnTo>
                        <a:pt x="525198" y="734837"/>
                      </a:lnTo>
                      <a:lnTo>
                        <a:pt x="523299" y="736388"/>
                      </a:lnTo>
                      <a:lnTo>
                        <a:pt x="515972" y="733274"/>
                      </a:lnTo>
                      <a:lnTo>
                        <a:pt x="514698" y="730554"/>
                      </a:lnTo>
                      <a:lnTo>
                        <a:pt x="515485" y="733239"/>
                      </a:lnTo>
                      <a:lnTo>
                        <a:pt x="523831" y="737024"/>
                      </a:lnTo>
                      <a:lnTo>
                        <a:pt x="524654" y="738993"/>
                      </a:lnTo>
                      <a:lnTo>
                        <a:pt x="528589" y="740254"/>
                      </a:lnTo>
                      <a:lnTo>
                        <a:pt x="527941" y="742234"/>
                      </a:lnTo>
                      <a:lnTo>
                        <a:pt x="533474" y="746192"/>
                      </a:lnTo>
                      <a:lnTo>
                        <a:pt x="532826" y="747304"/>
                      </a:lnTo>
                      <a:lnTo>
                        <a:pt x="535025" y="747396"/>
                      </a:lnTo>
                      <a:lnTo>
                        <a:pt x="535570" y="745834"/>
                      </a:lnTo>
                      <a:lnTo>
                        <a:pt x="546323" y="748241"/>
                      </a:lnTo>
                      <a:lnTo>
                        <a:pt x="545247" y="751193"/>
                      </a:lnTo>
                      <a:lnTo>
                        <a:pt x="546717" y="748924"/>
                      </a:lnTo>
                      <a:lnTo>
                        <a:pt x="547898" y="750290"/>
                      </a:lnTo>
                      <a:lnTo>
                        <a:pt x="549148" y="748994"/>
                      </a:lnTo>
                      <a:lnTo>
                        <a:pt x="554485" y="749758"/>
                      </a:lnTo>
                      <a:lnTo>
                        <a:pt x="547597" y="754747"/>
                      </a:lnTo>
                      <a:lnTo>
                        <a:pt x="549322" y="757606"/>
                      </a:lnTo>
                      <a:lnTo>
                        <a:pt x="546671" y="758139"/>
                      </a:lnTo>
                      <a:lnTo>
                        <a:pt x="547238" y="760269"/>
                      </a:lnTo>
                      <a:lnTo>
                        <a:pt x="543522" y="758776"/>
                      </a:lnTo>
                      <a:lnTo>
                        <a:pt x="544958" y="760072"/>
                      </a:lnTo>
                      <a:lnTo>
                        <a:pt x="544379" y="761299"/>
                      </a:lnTo>
                      <a:lnTo>
                        <a:pt x="548372" y="761670"/>
                      </a:lnTo>
                      <a:lnTo>
                        <a:pt x="550132" y="759702"/>
                      </a:lnTo>
                      <a:lnTo>
                        <a:pt x="551035" y="754886"/>
                      </a:lnTo>
                      <a:lnTo>
                        <a:pt x="555723" y="753601"/>
                      </a:lnTo>
                      <a:lnTo>
                        <a:pt x="555908" y="758127"/>
                      </a:lnTo>
                      <a:lnTo>
                        <a:pt x="557321" y="760165"/>
                      </a:lnTo>
                      <a:lnTo>
                        <a:pt x="556476" y="761114"/>
                      </a:lnTo>
                      <a:lnTo>
                        <a:pt x="557459" y="761137"/>
                      </a:lnTo>
                      <a:lnTo>
                        <a:pt x="556487" y="761936"/>
                      </a:lnTo>
                      <a:lnTo>
                        <a:pt x="558270" y="763267"/>
                      </a:lnTo>
                      <a:lnTo>
                        <a:pt x="557726" y="761149"/>
                      </a:lnTo>
                      <a:lnTo>
                        <a:pt x="557679" y="760963"/>
                      </a:lnTo>
                      <a:lnTo>
                        <a:pt x="557564" y="760500"/>
                      </a:lnTo>
                      <a:lnTo>
                        <a:pt x="557448" y="760038"/>
                      </a:lnTo>
                      <a:lnTo>
                        <a:pt x="557321" y="759539"/>
                      </a:lnTo>
                      <a:lnTo>
                        <a:pt x="558698" y="758764"/>
                      </a:lnTo>
                      <a:lnTo>
                        <a:pt x="558270" y="758694"/>
                      </a:lnTo>
                      <a:lnTo>
                        <a:pt x="556568" y="758417"/>
                      </a:lnTo>
                      <a:lnTo>
                        <a:pt x="556915" y="753648"/>
                      </a:lnTo>
                      <a:lnTo>
                        <a:pt x="555457" y="752247"/>
                      </a:lnTo>
                      <a:lnTo>
                        <a:pt x="560400" y="749666"/>
                      </a:lnTo>
                      <a:lnTo>
                        <a:pt x="562206" y="750672"/>
                      </a:lnTo>
                      <a:lnTo>
                        <a:pt x="562368" y="749052"/>
                      </a:lnTo>
                      <a:lnTo>
                        <a:pt x="564856" y="749608"/>
                      </a:lnTo>
                      <a:lnTo>
                        <a:pt x="562333" y="748323"/>
                      </a:lnTo>
                      <a:lnTo>
                        <a:pt x="563664" y="743426"/>
                      </a:lnTo>
                      <a:lnTo>
                        <a:pt x="567669" y="743704"/>
                      </a:lnTo>
                      <a:lnTo>
                        <a:pt x="572647" y="741574"/>
                      </a:lnTo>
                      <a:lnTo>
                        <a:pt x="578064" y="744954"/>
                      </a:lnTo>
                      <a:lnTo>
                        <a:pt x="583158" y="744329"/>
                      </a:lnTo>
                      <a:lnTo>
                        <a:pt x="584292" y="744121"/>
                      </a:lnTo>
                      <a:lnTo>
                        <a:pt x="592824" y="738391"/>
                      </a:lnTo>
                      <a:lnTo>
                        <a:pt x="596667" y="733621"/>
                      </a:lnTo>
                      <a:lnTo>
                        <a:pt x="598079" y="728655"/>
                      </a:lnTo>
                      <a:lnTo>
                        <a:pt x="599827" y="727428"/>
                      </a:lnTo>
                      <a:lnTo>
                        <a:pt x="601216" y="726444"/>
                      </a:lnTo>
                      <a:lnTo>
                        <a:pt x="611438" y="724141"/>
                      </a:lnTo>
                      <a:lnTo>
                        <a:pt x="617110" y="728806"/>
                      </a:lnTo>
                      <a:lnTo>
                        <a:pt x="620178" y="733957"/>
                      </a:lnTo>
                      <a:lnTo>
                        <a:pt x="620409" y="738634"/>
                      </a:lnTo>
                      <a:lnTo>
                        <a:pt x="616902" y="753046"/>
                      </a:lnTo>
                      <a:lnTo>
                        <a:pt x="621115" y="761786"/>
                      </a:lnTo>
                      <a:lnTo>
                        <a:pt x="618800" y="768476"/>
                      </a:lnTo>
                      <a:lnTo>
                        <a:pt x="618788" y="774588"/>
                      </a:lnTo>
                      <a:lnTo>
                        <a:pt x="618788" y="775364"/>
                      </a:lnTo>
                      <a:lnTo>
                        <a:pt x="616381" y="775155"/>
                      </a:lnTo>
                      <a:lnTo>
                        <a:pt x="618661" y="775538"/>
                      </a:lnTo>
                      <a:lnTo>
                        <a:pt x="616728" y="775769"/>
                      </a:lnTo>
                      <a:lnTo>
                        <a:pt x="618001" y="776209"/>
                      </a:lnTo>
                      <a:lnTo>
                        <a:pt x="616195" y="778698"/>
                      </a:lnTo>
                      <a:lnTo>
                        <a:pt x="617793" y="777864"/>
                      </a:lnTo>
                      <a:lnTo>
                        <a:pt x="617990" y="778987"/>
                      </a:lnTo>
                      <a:lnTo>
                        <a:pt x="616033" y="779450"/>
                      </a:lnTo>
                      <a:lnTo>
                        <a:pt x="617920" y="779068"/>
                      </a:lnTo>
                      <a:lnTo>
                        <a:pt x="617249" y="780538"/>
                      </a:lnTo>
                      <a:lnTo>
                        <a:pt x="617504" y="789752"/>
                      </a:lnTo>
                      <a:lnTo>
                        <a:pt x="613811" y="794175"/>
                      </a:lnTo>
                      <a:lnTo>
                        <a:pt x="609875" y="796235"/>
                      </a:lnTo>
                      <a:lnTo>
                        <a:pt x="605036" y="798203"/>
                      </a:lnTo>
                      <a:lnTo>
                        <a:pt x="601286" y="797578"/>
                      </a:lnTo>
                      <a:lnTo>
                        <a:pt x="599827" y="797844"/>
                      </a:lnTo>
                      <a:lnTo>
                        <a:pt x="589490" y="799685"/>
                      </a:lnTo>
                      <a:lnTo>
                        <a:pt x="581699" y="798330"/>
                      </a:lnTo>
                      <a:lnTo>
                        <a:pt x="576027" y="799106"/>
                      </a:lnTo>
                      <a:lnTo>
                        <a:pt x="569186" y="797601"/>
                      </a:lnTo>
                      <a:lnTo>
                        <a:pt x="568607" y="795703"/>
                      </a:lnTo>
                      <a:lnTo>
                        <a:pt x="568653" y="797763"/>
                      </a:lnTo>
                      <a:lnTo>
                        <a:pt x="565817" y="798076"/>
                      </a:lnTo>
                      <a:lnTo>
                        <a:pt x="558756" y="792160"/>
                      </a:lnTo>
                      <a:lnTo>
                        <a:pt x="553257" y="787588"/>
                      </a:lnTo>
                      <a:lnTo>
                        <a:pt x="547261" y="788317"/>
                      </a:lnTo>
                      <a:lnTo>
                        <a:pt x="547493" y="786928"/>
                      </a:lnTo>
                      <a:lnTo>
                        <a:pt x="546046" y="789579"/>
                      </a:lnTo>
                      <a:lnTo>
                        <a:pt x="536843" y="788885"/>
                      </a:lnTo>
                      <a:lnTo>
                        <a:pt x="534759" y="790771"/>
                      </a:lnTo>
                      <a:lnTo>
                        <a:pt x="534123" y="792600"/>
                      </a:lnTo>
                      <a:lnTo>
                        <a:pt x="534088" y="792693"/>
                      </a:lnTo>
                      <a:lnTo>
                        <a:pt x="533775" y="792612"/>
                      </a:lnTo>
                      <a:lnTo>
                        <a:pt x="529238" y="791373"/>
                      </a:lnTo>
                      <a:lnTo>
                        <a:pt x="527849" y="792739"/>
                      </a:lnTo>
                      <a:lnTo>
                        <a:pt x="516921" y="793156"/>
                      </a:lnTo>
                      <a:lnTo>
                        <a:pt x="515995" y="789614"/>
                      </a:lnTo>
                      <a:lnTo>
                        <a:pt x="517800" y="790169"/>
                      </a:lnTo>
                      <a:lnTo>
                        <a:pt x="518460" y="789810"/>
                      </a:lnTo>
                      <a:lnTo>
                        <a:pt x="512522" y="787518"/>
                      </a:lnTo>
                      <a:lnTo>
                        <a:pt x="512394" y="786581"/>
                      </a:lnTo>
                      <a:lnTo>
                        <a:pt x="512047" y="788004"/>
                      </a:lnTo>
                      <a:lnTo>
                        <a:pt x="515451" y="789405"/>
                      </a:lnTo>
                      <a:lnTo>
                        <a:pt x="515358" y="792704"/>
                      </a:lnTo>
                      <a:lnTo>
                        <a:pt x="504940" y="792056"/>
                      </a:lnTo>
                      <a:lnTo>
                        <a:pt x="504708" y="790876"/>
                      </a:lnTo>
                      <a:lnTo>
                        <a:pt x="504615" y="791883"/>
                      </a:lnTo>
                      <a:lnTo>
                        <a:pt x="504569" y="792288"/>
                      </a:lnTo>
                      <a:lnTo>
                        <a:pt x="505310" y="793237"/>
                      </a:lnTo>
                      <a:lnTo>
                        <a:pt x="511295" y="793527"/>
                      </a:lnTo>
                      <a:lnTo>
                        <a:pt x="509883" y="795969"/>
                      </a:lnTo>
                      <a:lnTo>
                        <a:pt x="504129" y="795703"/>
                      </a:lnTo>
                      <a:lnTo>
                        <a:pt x="497195" y="798087"/>
                      </a:lnTo>
                      <a:lnTo>
                        <a:pt x="495169" y="793422"/>
                      </a:lnTo>
                      <a:lnTo>
                        <a:pt x="496732" y="798145"/>
                      </a:lnTo>
                      <a:lnTo>
                        <a:pt x="494116" y="797045"/>
                      </a:lnTo>
                      <a:lnTo>
                        <a:pt x="493399" y="796744"/>
                      </a:lnTo>
                      <a:lnTo>
                        <a:pt x="489567" y="797567"/>
                      </a:lnTo>
                      <a:lnTo>
                        <a:pt x="489359" y="802046"/>
                      </a:lnTo>
                      <a:lnTo>
                        <a:pt x="489116" y="801977"/>
                      </a:lnTo>
                      <a:lnTo>
                        <a:pt x="486279" y="801178"/>
                      </a:lnTo>
                      <a:lnTo>
                        <a:pt x="485481" y="801699"/>
                      </a:lnTo>
                      <a:lnTo>
                        <a:pt x="483906" y="802717"/>
                      </a:lnTo>
                      <a:lnTo>
                        <a:pt x="484010" y="802868"/>
                      </a:lnTo>
                      <a:lnTo>
                        <a:pt x="486465" y="801433"/>
                      </a:lnTo>
                      <a:lnTo>
                        <a:pt x="489590" y="802579"/>
                      </a:lnTo>
                      <a:lnTo>
                        <a:pt x="489636" y="802116"/>
                      </a:lnTo>
                      <a:lnTo>
                        <a:pt x="489822" y="800124"/>
                      </a:lnTo>
                      <a:lnTo>
                        <a:pt x="490007" y="798018"/>
                      </a:lnTo>
                      <a:lnTo>
                        <a:pt x="494116" y="798423"/>
                      </a:lnTo>
                      <a:lnTo>
                        <a:pt x="496223" y="798643"/>
                      </a:lnTo>
                      <a:lnTo>
                        <a:pt x="496767" y="798539"/>
                      </a:lnTo>
                      <a:lnTo>
                        <a:pt x="497230" y="798458"/>
                      </a:lnTo>
                      <a:lnTo>
                        <a:pt x="507926" y="796606"/>
                      </a:lnTo>
                      <a:lnTo>
                        <a:pt x="511688" y="797497"/>
                      </a:lnTo>
                      <a:lnTo>
                        <a:pt x="511434" y="795471"/>
                      </a:lnTo>
                      <a:lnTo>
                        <a:pt x="513101" y="793932"/>
                      </a:lnTo>
                      <a:lnTo>
                        <a:pt x="514756" y="795054"/>
                      </a:lnTo>
                      <a:lnTo>
                        <a:pt x="515080" y="794256"/>
                      </a:lnTo>
                      <a:lnTo>
                        <a:pt x="519699" y="795251"/>
                      </a:lnTo>
                      <a:lnTo>
                        <a:pt x="538845" y="793063"/>
                      </a:lnTo>
                      <a:lnTo>
                        <a:pt x="544691" y="795946"/>
                      </a:lnTo>
                      <a:lnTo>
                        <a:pt x="549785" y="795170"/>
                      </a:lnTo>
                      <a:lnTo>
                        <a:pt x="554218" y="791837"/>
                      </a:lnTo>
                      <a:lnTo>
                        <a:pt x="561928" y="798944"/>
                      </a:lnTo>
                      <a:lnTo>
                        <a:pt x="560238" y="802231"/>
                      </a:lnTo>
                      <a:lnTo>
                        <a:pt x="562194" y="799337"/>
                      </a:lnTo>
                      <a:lnTo>
                        <a:pt x="591874" y="802926"/>
                      </a:lnTo>
                      <a:lnTo>
                        <a:pt x="592395" y="812523"/>
                      </a:lnTo>
                      <a:lnTo>
                        <a:pt x="591145" y="814444"/>
                      </a:lnTo>
                      <a:lnTo>
                        <a:pt x="575958" y="813448"/>
                      </a:lnTo>
                      <a:lnTo>
                        <a:pt x="574245" y="810867"/>
                      </a:lnTo>
                      <a:lnTo>
                        <a:pt x="567438" y="804361"/>
                      </a:lnTo>
                      <a:lnTo>
                        <a:pt x="562518" y="805288"/>
                      </a:lnTo>
                      <a:lnTo>
                        <a:pt x="559624" y="807927"/>
                      </a:lnTo>
                      <a:lnTo>
                        <a:pt x="567195" y="804940"/>
                      </a:lnTo>
                      <a:lnTo>
                        <a:pt x="568086" y="807359"/>
                      </a:lnTo>
                      <a:lnTo>
                        <a:pt x="573527" y="810855"/>
                      </a:lnTo>
                      <a:lnTo>
                        <a:pt x="574082" y="811457"/>
                      </a:lnTo>
                      <a:lnTo>
                        <a:pt x="575228" y="814143"/>
                      </a:lnTo>
                      <a:lnTo>
                        <a:pt x="569973" y="819213"/>
                      </a:lnTo>
                      <a:lnTo>
                        <a:pt x="555607" y="823357"/>
                      </a:lnTo>
                      <a:lnTo>
                        <a:pt x="551706" y="820626"/>
                      </a:lnTo>
                      <a:lnTo>
                        <a:pt x="550583" y="821679"/>
                      </a:lnTo>
                      <a:lnTo>
                        <a:pt x="553790" y="822536"/>
                      </a:lnTo>
                      <a:lnTo>
                        <a:pt x="553408" y="825024"/>
                      </a:lnTo>
                      <a:lnTo>
                        <a:pt x="540015" y="825939"/>
                      </a:lnTo>
                      <a:lnTo>
                        <a:pt x="541450" y="827467"/>
                      </a:lnTo>
                      <a:lnTo>
                        <a:pt x="539818" y="828173"/>
                      </a:lnTo>
                      <a:lnTo>
                        <a:pt x="539644" y="828369"/>
                      </a:lnTo>
                      <a:lnTo>
                        <a:pt x="537179" y="830268"/>
                      </a:lnTo>
                      <a:lnTo>
                        <a:pt x="549507" y="825823"/>
                      </a:lnTo>
                      <a:lnTo>
                        <a:pt x="553917" y="825962"/>
                      </a:lnTo>
                      <a:lnTo>
                        <a:pt x="554450" y="827444"/>
                      </a:lnTo>
                      <a:lnTo>
                        <a:pt x="555665" y="824931"/>
                      </a:lnTo>
                      <a:lnTo>
                        <a:pt x="570644" y="821077"/>
                      </a:lnTo>
                      <a:lnTo>
                        <a:pt x="571119" y="824828"/>
                      </a:lnTo>
                      <a:lnTo>
                        <a:pt x="566326" y="827004"/>
                      </a:lnTo>
                      <a:lnTo>
                        <a:pt x="568121" y="829573"/>
                      </a:lnTo>
                      <a:lnTo>
                        <a:pt x="568468" y="830083"/>
                      </a:lnTo>
                      <a:lnTo>
                        <a:pt x="569302" y="831287"/>
                      </a:lnTo>
                      <a:lnTo>
                        <a:pt x="563699" y="832780"/>
                      </a:lnTo>
                      <a:lnTo>
                        <a:pt x="567079" y="833324"/>
                      </a:lnTo>
                      <a:lnTo>
                        <a:pt x="570610" y="831078"/>
                      </a:lnTo>
                      <a:lnTo>
                        <a:pt x="568700" y="829932"/>
                      </a:lnTo>
                      <a:lnTo>
                        <a:pt x="569498" y="829388"/>
                      </a:lnTo>
                      <a:lnTo>
                        <a:pt x="571432" y="830743"/>
                      </a:lnTo>
                      <a:lnTo>
                        <a:pt x="570297" y="832213"/>
                      </a:lnTo>
                      <a:lnTo>
                        <a:pt x="571929" y="832202"/>
                      </a:lnTo>
                      <a:lnTo>
                        <a:pt x="572485" y="830604"/>
                      </a:lnTo>
                      <a:lnTo>
                        <a:pt x="567160" y="827999"/>
                      </a:lnTo>
                      <a:lnTo>
                        <a:pt x="571605" y="825395"/>
                      </a:lnTo>
                      <a:lnTo>
                        <a:pt x="573978" y="826645"/>
                      </a:lnTo>
                      <a:lnTo>
                        <a:pt x="576675" y="833649"/>
                      </a:lnTo>
                      <a:lnTo>
                        <a:pt x="575610" y="834598"/>
                      </a:lnTo>
                      <a:lnTo>
                        <a:pt x="578030" y="834065"/>
                      </a:lnTo>
                      <a:lnTo>
                        <a:pt x="579951" y="836948"/>
                      </a:lnTo>
                      <a:lnTo>
                        <a:pt x="583841" y="835859"/>
                      </a:lnTo>
                      <a:lnTo>
                        <a:pt x="587765" y="838175"/>
                      </a:lnTo>
                      <a:lnTo>
                        <a:pt x="587024" y="840941"/>
                      </a:lnTo>
                      <a:lnTo>
                        <a:pt x="577300" y="847574"/>
                      </a:lnTo>
                      <a:lnTo>
                        <a:pt x="577266" y="847609"/>
                      </a:lnTo>
                      <a:lnTo>
                        <a:pt x="565458" y="859115"/>
                      </a:lnTo>
                      <a:lnTo>
                        <a:pt x="561326" y="858745"/>
                      </a:lnTo>
                      <a:lnTo>
                        <a:pt x="558224" y="857240"/>
                      </a:lnTo>
                      <a:lnTo>
                        <a:pt x="544668" y="854995"/>
                      </a:lnTo>
                      <a:lnTo>
                        <a:pt x="540559" y="853733"/>
                      </a:lnTo>
                      <a:lnTo>
                        <a:pt x="528566" y="852540"/>
                      </a:lnTo>
                      <a:lnTo>
                        <a:pt x="522199" y="851128"/>
                      </a:lnTo>
                      <a:lnTo>
                        <a:pt x="510971" y="850353"/>
                      </a:lnTo>
                      <a:lnTo>
                        <a:pt x="506248" y="851765"/>
                      </a:lnTo>
                      <a:lnTo>
                        <a:pt x="505634" y="851950"/>
                      </a:lnTo>
                      <a:lnTo>
                        <a:pt x="499453" y="853825"/>
                      </a:lnTo>
                      <a:lnTo>
                        <a:pt x="494116" y="852471"/>
                      </a:lnTo>
                      <a:lnTo>
                        <a:pt x="491720" y="851858"/>
                      </a:lnTo>
                      <a:lnTo>
                        <a:pt x="483513" y="850283"/>
                      </a:lnTo>
                      <a:lnTo>
                        <a:pt x="476868" y="847123"/>
                      </a:lnTo>
                      <a:lnTo>
                        <a:pt x="476104" y="847030"/>
                      </a:lnTo>
                      <a:lnTo>
                        <a:pt x="475699" y="847921"/>
                      </a:lnTo>
                      <a:lnTo>
                        <a:pt x="475676" y="847968"/>
                      </a:lnTo>
                      <a:lnTo>
                        <a:pt x="475398" y="854659"/>
                      </a:lnTo>
                      <a:lnTo>
                        <a:pt x="472678" y="856997"/>
                      </a:lnTo>
                      <a:lnTo>
                        <a:pt x="468580" y="855909"/>
                      </a:lnTo>
                      <a:lnTo>
                        <a:pt x="467191" y="856904"/>
                      </a:lnTo>
                      <a:lnTo>
                        <a:pt x="465165" y="856870"/>
                      </a:lnTo>
                      <a:lnTo>
                        <a:pt x="464598" y="856858"/>
                      </a:lnTo>
                      <a:lnTo>
                        <a:pt x="462688" y="857298"/>
                      </a:lnTo>
                      <a:lnTo>
                        <a:pt x="463070" y="854751"/>
                      </a:lnTo>
                      <a:lnTo>
                        <a:pt x="462942" y="854300"/>
                      </a:lnTo>
                      <a:lnTo>
                        <a:pt x="461773" y="850086"/>
                      </a:lnTo>
                      <a:lnTo>
                        <a:pt x="458139" y="847180"/>
                      </a:lnTo>
                      <a:lnTo>
                        <a:pt x="460442" y="844495"/>
                      </a:lnTo>
                      <a:lnTo>
                        <a:pt x="457930" y="847111"/>
                      </a:lnTo>
                      <a:lnTo>
                        <a:pt x="459458" y="849160"/>
                      </a:lnTo>
                      <a:lnTo>
                        <a:pt x="456830" y="847123"/>
                      </a:lnTo>
                      <a:lnTo>
                        <a:pt x="459006" y="842469"/>
                      </a:lnTo>
                      <a:lnTo>
                        <a:pt x="457363" y="844726"/>
                      </a:lnTo>
                      <a:lnTo>
                        <a:pt x="455754" y="842955"/>
                      </a:lnTo>
                      <a:lnTo>
                        <a:pt x="456796" y="848130"/>
                      </a:lnTo>
                      <a:lnTo>
                        <a:pt x="460928" y="850086"/>
                      </a:lnTo>
                      <a:lnTo>
                        <a:pt x="462178" y="853420"/>
                      </a:lnTo>
                      <a:lnTo>
                        <a:pt x="462259" y="853617"/>
                      </a:lnTo>
                      <a:lnTo>
                        <a:pt x="461900" y="853200"/>
                      </a:lnTo>
                      <a:lnTo>
                        <a:pt x="458810" y="853165"/>
                      </a:lnTo>
                      <a:lnTo>
                        <a:pt x="461796" y="853559"/>
                      </a:lnTo>
                      <a:lnTo>
                        <a:pt x="461067" y="854150"/>
                      </a:lnTo>
                      <a:lnTo>
                        <a:pt x="462398" y="854126"/>
                      </a:lnTo>
                      <a:lnTo>
                        <a:pt x="462283" y="857298"/>
                      </a:lnTo>
                      <a:lnTo>
                        <a:pt x="466334" y="859601"/>
                      </a:lnTo>
                      <a:lnTo>
                        <a:pt x="468209" y="866096"/>
                      </a:lnTo>
                      <a:lnTo>
                        <a:pt x="475271" y="867855"/>
                      </a:lnTo>
                      <a:lnTo>
                        <a:pt x="471705" y="870367"/>
                      </a:lnTo>
                      <a:lnTo>
                        <a:pt x="468557" y="870830"/>
                      </a:lnTo>
                      <a:lnTo>
                        <a:pt x="467052" y="869394"/>
                      </a:lnTo>
                      <a:lnTo>
                        <a:pt x="463290" y="872601"/>
                      </a:lnTo>
                      <a:lnTo>
                        <a:pt x="458139" y="871629"/>
                      </a:lnTo>
                      <a:lnTo>
                        <a:pt x="448322" y="873956"/>
                      </a:lnTo>
                      <a:lnTo>
                        <a:pt x="445914" y="872138"/>
                      </a:lnTo>
                      <a:lnTo>
                        <a:pt x="444074" y="872277"/>
                      </a:lnTo>
                      <a:lnTo>
                        <a:pt x="444733" y="873191"/>
                      </a:lnTo>
                      <a:lnTo>
                        <a:pt x="441180" y="876306"/>
                      </a:lnTo>
                      <a:lnTo>
                        <a:pt x="439698" y="875565"/>
                      </a:lnTo>
                      <a:lnTo>
                        <a:pt x="436781" y="876468"/>
                      </a:lnTo>
                      <a:lnTo>
                        <a:pt x="434987" y="872914"/>
                      </a:lnTo>
                      <a:lnTo>
                        <a:pt x="436584" y="876410"/>
                      </a:lnTo>
                      <a:lnTo>
                        <a:pt x="436792" y="876560"/>
                      </a:lnTo>
                      <a:lnTo>
                        <a:pt x="439698" y="875784"/>
                      </a:lnTo>
                      <a:lnTo>
                        <a:pt x="440474" y="877498"/>
                      </a:lnTo>
                      <a:lnTo>
                        <a:pt x="439189" y="880288"/>
                      </a:lnTo>
                      <a:lnTo>
                        <a:pt x="438644" y="881468"/>
                      </a:lnTo>
                      <a:lnTo>
                        <a:pt x="436931" y="899191"/>
                      </a:lnTo>
                      <a:lnTo>
                        <a:pt x="424024" y="904238"/>
                      </a:lnTo>
                      <a:lnTo>
                        <a:pt x="417889" y="905048"/>
                      </a:lnTo>
                      <a:lnTo>
                        <a:pt x="416592" y="902733"/>
                      </a:lnTo>
                      <a:lnTo>
                        <a:pt x="416836" y="905361"/>
                      </a:lnTo>
                      <a:lnTo>
                        <a:pt x="402910" y="905697"/>
                      </a:lnTo>
                      <a:lnTo>
                        <a:pt x="397932" y="895857"/>
                      </a:lnTo>
                      <a:lnTo>
                        <a:pt x="394390" y="893148"/>
                      </a:lnTo>
                      <a:lnTo>
                        <a:pt x="389412" y="893565"/>
                      </a:lnTo>
                      <a:lnTo>
                        <a:pt x="388417" y="894098"/>
                      </a:lnTo>
                      <a:lnTo>
                        <a:pt x="384458" y="896181"/>
                      </a:lnTo>
                      <a:lnTo>
                        <a:pt x="380916" y="901055"/>
                      </a:lnTo>
                      <a:lnTo>
                        <a:pt x="368101" y="894780"/>
                      </a:lnTo>
                      <a:lnTo>
                        <a:pt x="360438" y="887650"/>
                      </a:lnTo>
                      <a:lnTo>
                        <a:pt x="354870" y="885115"/>
                      </a:lnTo>
                      <a:lnTo>
                        <a:pt x="355622" y="881456"/>
                      </a:lnTo>
                      <a:lnTo>
                        <a:pt x="361352" y="879327"/>
                      </a:lnTo>
                      <a:lnTo>
                        <a:pt x="359998" y="875136"/>
                      </a:lnTo>
                      <a:lnTo>
                        <a:pt x="365589" y="874141"/>
                      </a:lnTo>
                      <a:lnTo>
                        <a:pt x="363644" y="867508"/>
                      </a:lnTo>
                      <a:lnTo>
                        <a:pt x="366492" y="867762"/>
                      </a:lnTo>
                      <a:lnTo>
                        <a:pt x="364883" y="865934"/>
                      </a:lnTo>
                      <a:lnTo>
                        <a:pt x="367800" y="861894"/>
                      </a:lnTo>
                      <a:lnTo>
                        <a:pt x="369780" y="868179"/>
                      </a:lnTo>
                      <a:lnTo>
                        <a:pt x="373391" y="868075"/>
                      </a:lnTo>
                      <a:lnTo>
                        <a:pt x="373739" y="859659"/>
                      </a:lnTo>
                      <a:lnTo>
                        <a:pt x="385558" y="857425"/>
                      </a:lnTo>
                      <a:lnTo>
                        <a:pt x="386588" y="855376"/>
                      </a:lnTo>
                      <a:lnTo>
                        <a:pt x="398754" y="853964"/>
                      </a:lnTo>
                      <a:lnTo>
                        <a:pt x="396288" y="847863"/>
                      </a:lnTo>
                      <a:lnTo>
                        <a:pt x="391554" y="843963"/>
                      </a:lnTo>
                      <a:lnTo>
                        <a:pt x="390593" y="839332"/>
                      </a:lnTo>
                      <a:lnTo>
                        <a:pt x="382293" y="840478"/>
                      </a:lnTo>
                      <a:lnTo>
                        <a:pt x="380823" y="835142"/>
                      </a:lnTo>
                      <a:lnTo>
                        <a:pt x="374873" y="826170"/>
                      </a:lnTo>
                      <a:lnTo>
                        <a:pt x="374167" y="819989"/>
                      </a:lnTo>
                      <a:lnTo>
                        <a:pt x="368321" y="818970"/>
                      </a:lnTo>
                      <a:lnTo>
                        <a:pt x="372060" y="814907"/>
                      </a:lnTo>
                      <a:lnTo>
                        <a:pt x="367372" y="809489"/>
                      </a:lnTo>
                      <a:lnTo>
                        <a:pt x="356838" y="801595"/>
                      </a:lnTo>
                      <a:lnTo>
                        <a:pt x="348260" y="805855"/>
                      </a:lnTo>
                      <a:lnTo>
                        <a:pt x="341268" y="805542"/>
                      </a:lnTo>
                      <a:lnTo>
                        <a:pt x="336835" y="808274"/>
                      </a:lnTo>
                      <a:lnTo>
                        <a:pt x="325560" y="807348"/>
                      </a:lnTo>
                      <a:lnTo>
                        <a:pt x="318788" y="812360"/>
                      </a:lnTo>
                      <a:lnTo>
                        <a:pt x="308937" y="813692"/>
                      </a:lnTo>
                      <a:lnTo>
                        <a:pt x="309909" y="815312"/>
                      </a:lnTo>
                      <a:lnTo>
                        <a:pt x="307849" y="818855"/>
                      </a:lnTo>
                      <a:lnTo>
                        <a:pt x="304249" y="817674"/>
                      </a:lnTo>
                      <a:lnTo>
                        <a:pt x="301968" y="819121"/>
                      </a:lnTo>
                      <a:lnTo>
                        <a:pt x="292812" y="814363"/>
                      </a:lnTo>
                      <a:lnTo>
                        <a:pt x="294745" y="811330"/>
                      </a:lnTo>
                      <a:lnTo>
                        <a:pt x="290103" y="812997"/>
                      </a:lnTo>
                      <a:lnTo>
                        <a:pt x="282903" y="805449"/>
                      </a:lnTo>
                      <a:lnTo>
                        <a:pt x="284246" y="802046"/>
                      </a:lnTo>
                      <a:lnTo>
                        <a:pt x="283030" y="798227"/>
                      </a:lnTo>
                      <a:lnTo>
                        <a:pt x="275101" y="798064"/>
                      </a:lnTo>
                      <a:lnTo>
                        <a:pt x="270158" y="795576"/>
                      </a:lnTo>
                      <a:lnTo>
                        <a:pt x="271153" y="787183"/>
                      </a:lnTo>
                      <a:lnTo>
                        <a:pt x="269730" y="775202"/>
                      </a:lnTo>
                      <a:lnTo>
                        <a:pt x="256058" y="773581"/>
                      </a:lnTo>
                      <a:lnTo>
                        <a:pt x="251393" y="774449"/>
                      </a:lnTo>
                      <a:lnTo>
                        <a:pt x="243290" y="770571"/>
                      </a:lnTo>
                      <a:lnTo>
                        <a:pt x="235268" y="769657"/>
                      </a:lnTo>
                      <a:lnTo>
                        <a:pt x="219444" y="773801"/>
                      </a:lnTo>
                      <a:lnTo>
                        <a:pt x="214246" y="772401"/>
                      </a:lnTo>
                      <a:lnTo>
                        <a:pt x="214281" y="775757"/>
                      </a:lnTo>
                      <a:lnTo>
                        <a:pt x="211491" y="780758"/>
                      </a:lnTo>
                      <a:lnTo>
                        <a:pt x="207741" y="784046"/>
                      </a:lnTo>
                      <a:lnTo>
                        <a:pt x="204523" y="786894"/>
                      </a:lnTo>
                      <a:lnTo>
                        <a:pt x="202450" y="786002"/>
                      </a:lnTo>
                      <a:lnTo>
                        <a:pt x="203076" y="784335"/>
                      </a:lnTo>
                      <a:lnTo>
                        <a:pt x="199938" y="783340"/>
                      </a:lnTo>
                      <a:lnTo>
                        <a:pt x="200390" y="784694"/>
                      </a:lnTo>
                      <a:lnTo>
                        <a:pt x="197137" y="785273"/>
                      </a:lnTo>
                      <a:lnTo>
                        <a:pt x="198399" y="787646"/>
                      </a:lnTo>
                      <a:lnTo>
                        <a:pt x="196859" y="788572"/>
                      </a:lnTo>
                      <a:lnTo>
                        <a:pt x="191685" y="791165"/>
                      </a:lnTo>
                      <a:lnTo>
                        <a:pt x="190747" y="789533"/>
                      </a:lnTo>
                      <a:lnTo>
                        <a:pt x="182875" y="792022"/>
                      </a:lnTo>
                      <a:lnTo>
                        <a:pt x="180607" y="800449"/>
                      </a:lnTo>
                      <a:lnTo>
                        <a:pt x="178396" y="798735"/>
                      </a:lnTo>
                      <a:lnTo>
                        <a:pt x="174923" y="800425"/>
                      </a:lnTo>
                      <a:lnTo>
                        <a:pt x="174668" y="802440"/>
                      </a:lnTo>
                      <a:lnTo>
                        <a:pt x="163451" y="804072"/>
                      </a:lnTo>
                      <a:lnTo>
                        <a:pt x="158925" y="801722"/>
                      </a:lnTo>
                      <a:lnTo>
                        <a:pt x="151169" y="808401"/>
                      </a:lnTo>
                      <a:lnTo>
                        <a:pt x="142349" y="812106"/>
                      </a:lnTo>
                      <a:lnTo>
                        <a:pt x="137579" y="815347"/>
                      </a:lnTo>
                      <a:lnTo>
                        <a:pt x="127323" y="818507"/>
                      </a:lnTo>
                      <a:lnTo>
                        <a:pt x="113872" y="814745"/>
                      </a:lnTo>
                      <a:lnTo>
                        <a:pt x="107910" y="819445"/>
                      </a:lnTo>
                      <a:lnTo>
                        <a:pt x="93139" y="808332"/>
                      </a:lnTo>
                      <a:lnTo>
                        <a:pt x="91912" y="810068"/>
                      </a:lnTo>
                      <a:lnTo>
                        <a:pt x="92051" y="814027"/>
                      </a:lnTo>
                      <a:lnTo>
                        <a:pt x="93834" y="815926"/>
                      </a:lnTo>
                      <a:lnTo>
                        <a:pt x="92549" y="821749"/>
                      </a:lnTo>
                      <a:lnTo>
                        <a:pt x="93695" y="825545"/>
                      </a:lnTo>
                      <a:lnTo>
                        <a:pt x="92156" y="827189"/>
                      </a:lnTo>
                      <a:lnTo>
                        <a:pt x="85847" y="826992"/>
                      </a:lnTo>
                      <a:lnTo>
                        <a:pt x="84075" y="824191"/>
                      </a:lnTo>
                      <a:lnTo>
                        <a:pt x="81170" y="817141"/>
                      </a:lnTo>
                      <a:lnTo>
                        <a:pt x="79445" y="805415"/>
                      </a:lnTo>
                      <a:lnTo>
                        <a:pt x="77558" y="804940"/>
                      </a:lnTo>
                      <a:lnTo>
                        <a:pt x="80475" y="798354"/>
                      </a:lnTo>
                      <a:lnTo>
                        <a:pt x="78334" y="796490"/>
                      </a:lnTo>
                      <a:lnTo>
                        <a:pt x="78137" y="791767"/>
                      </a:lnTo>
                      <a:lnTo>
                        <a:pt x="79688" y="790216"/>
                      </a:lnTo>
                      <a:lnTo>
                        <a:pt x="83346" y="792843"/>
                      </a:lnTo>
                      <a:lnTo>
                        <a:pt x="83878" y="787159"/>
                      </a:lnTo>
                      <a:lnTo>
                        <a:pt x="86205" y="788642"/>
                      </a:lnTo>
                      <a:lnTo>
                        <a:pt x="89620" y="784092"/>
                      </a:lnTo>
                      <a:lnTo>
                        <a:pt x="87432" y="780167"/>
                      </a:lnTo>
                      <a:lnTo>
                        <a:pt x="82316" y="780920"/>
                      </a:lnTo>
                      <a:lnTo>
                        <a:pt x="82513" y="778918"/>
                      </a:lnTo>
                      <a:lnTo>
                        <a:pt x="77199" y="780365"/>
                      </a:lnTo>
                      <a:lnTo>
                        <a:pt x="73588" y="778767"/>
                      </a:lnTo>
                      <a:lnTo>
                        <a:pt x="75127" y="770421"/>
                      </a:lnTo>
                      <a:lnTo>
                        <a:pt x="73715" y="766705"/>
                      </a:lnTo>
                      <a:lnTo>
                        <a:pt x="67939" y="761704"/>
                      </a:lnTo>
                      <a:lnTo>
                        <a:pt x="68564" y="758081"/>
                      </a:lnTo>
                      <a:lnTo>
                        <a:pt x="72581" y="754539"/>
                      </a:lnTo>
                      <a:lnTo>
                        <a:pt x="71261" y="751923"/>
                      </a:lnTo>
                      <a:lnTo>
                        <a:pt x="72511" y="750626"/>
                      </a:lnTo>
                      <a:lnTo>
                        <a:pt x="71145" y="748600"/>
                      </a:lnTo>
                      <a:lnTo>
                        <a:pt x="68622" y="748647"/>
                      </a:lnTo>
                      <a:lnTo>
                        <a:pt x="69096" y="746725"/>
                      </a:lnTo>
                      <a:lnTo>
                        <a:pt x="66897" y="747327"/>
                      </a:lnTo>
                      <a:lnTo>
                        <a:pt x="67441" y="745405"/>
                      </a:lnTo>
                      <a:lnTo>
                        <a:pt x="64015" y="747570"/>
                      </a:lnTo>
                      <a:lnTo>
                        <a:pt x="59025" y="738228"/>
                      </a:lnTo>
                      <a:lnTo>
                        <a:pt x="49383" y="741169"/>
                      </a:lnTo>
                      <a:lnTo>
                        <a:pt x="49047" y="739120"/>
                      </a:lnTo>
                      <a:lnTo>
                        <a:pt x="45551" y="737152"/>
                      </a:lnTo>
                      <a:lnTo>
                        <a:pt x="38108" y="737464"/>
                      </a:lnTo>
                      <a:lnTo>
                        <a:pt x="27076" y="729211"/>
                      </a:lnTo>
                      <a:lnTo>
                        <a:pt x="23939" y="717751"/>
                      </a:lnTo>
                      <a:lnTo>
                        <a:pt x="20721" y="715285"/>
                      </a:lnTo>
                      <a:lnTo>
                        <a:pt x="23615" y="713919"/>
                      </a:lnTo>
                      <a:lnTo>
                        <a:pt x="22388" y="710643"/>
                      </a:lnTo>
                      <a:lnTo>
                        <a:pt x="13474" y="698835"/>
                      </a:lnTo>
                      <a:lnTo>
                        <a:pt x="9897" y="701486"/>
                      </a:lnTo>
                      <a:lnTo>
                        <a:pt x="8265" y="700561"/>
                      </a:lnTo>
                      <a:lnTo>
                        <a:pt x="231" y="688764"/>
                      </a:lnTo>
                      <a:lnTo>
                        <a:pt x="0" y="686403"/>
                      </a:lnTo>
                      <a:lnTo>
                        <a:pt x="3368" y="686171"/>
                      </a:lnTo>
                      <a:lnTo>
                        <a:pt x="5209" y="682271"/>
                      </a:lnTo>
                      <a:lnTo>
                        <a:pt x="8311" y="681599"/>
                      </a:lnTo>
                      <a:lnTo>
                        <a:pt x="9110" y="677976"/>
                      </a:lnTo>
                      <a:lnTo>
                        <a:pt x="12652" y="676945"/>
                      </a:lnTo>
                      <a:lnTo>
                        <a:pt x="13925" y="678914"/>
                      </a:lnTo>
                      <a:lnTo>
                        <a:pt x="16542" y="676749"/>
                      </a:lnTo>
                      <a:lnTo>
                        <a:pt x="19274" y="677270"/>
                      </a:lnTo>
                      <a:lnTo>
                        <a:pt x="21369" y="681819"/>
                      </a:lnTo>
                      <a:lnTo>
                        <a:pt x="18290" y="686658"/>
                      </a:lnTo>
                      <a:lnTo>
                        <a:pt x="21369" y="687769"/>
                      </a:lnTo>
                      <a:lnTo>
                        <a:pt x="28858" y="701348"/>
                      </a:lnTo>
                      <a:lnTo>
                        <a:pt x="35955" y="702505"/>
                      </a:lnTo>
                      <a:lnTo>
                        <a:pt x="41291" y="698674"/>
                      </a:lnTo>
                      <a:lnTo>
                        <a:pt x="49058" y="703176"/>
                      </a:lnTo>
                      <a:lnTo>
                        <a:pt x="55240" y="701892"/>
                      </a:lnTo>
                      <a:lnTo>
                        <a:pt x="56467" y="705330"/>
                      </a:lnTo>
                      <a:lnTo>
                        <a:pt x="60056" y="705990"/>
                      </a:lnTo>
                      <a:lnTo>
                        <a:pt x="62348" y="698940"/>
                      </a:lnTo>
                      <a:lnTo>
                        <a:pt x="65253" y="698303"/>
                      </a:lnTo>
                      <a:lnTo>
                        <a:pt x="67499" y="694391"/>
                      </a:lnTo>
                      <a:lnTo>
                        <a:pt x="68402" y="695305"/>
                      </a:lnTo>
                      <a:lnTo>
                        <a:pt x="67499" y="692214"/>
                      </a:lnTo>
                      <a:lnTo>
                        <a:pt x="68772" y="691670"/>
                      </a:lnTo>
                      <a:lnTo>
                        <a:pt x="70104" y="694147"/>
                      </a:lnTo>
                      <a:lnTo>
                        <a:pt x="71770" y="693360"/>
                      </a:lnTo>
                      <a:lnTo>
                        <a:pt x="73761" y="695363"/>
                      </a:lnTo>
                      <a:lnTo>
                        <a:pt x="75868" y="691265"/>
                      </a:lnTo>
                      <a:lnTo>
                        <a:pt x="65913" y="682051"/>
                      </a:lnTo>
                      <a:lnTo>
                        <a:pt x="65021" y="680071"/>
                      </a:lnTo>
                      <a:lnTo>
                        <a:pt x="66156" y="679805"/>
                      </a:lnTo>
                      <a:lnTo>
                        <a:pt x="64316" y="679736"/>
                      </a:lnTo>
                      <a:lnTo>
                        <a:pt x="63285" y="677629"/>
                      </a:lnTo>
                      <a:lnTo>
                        <a:pt x="64049" y="675823"/>
                      </a:lnTo>
                      <a:lnTo>
                        <a:pt x="58701" y="668727"/>
                      </a:lnTo>
                      <a:lnTo>
                        <a:pt x="49394" y="665821"/>
                      </a:lnTo>
                      <a:lnTo>
                        <a:pt x="45238" y="660068"/>
                      </a:lnTo>
                      <a:lnTo>
                        <a:pt x="42240" y="662105"/>
                      </a:lnTo>
                      <a:lnTo>
                        <a:pt x="33628" y="659512"/>
                      </a:lnTo>
                      <a:lnTo>
                        <a:pt x="25837" y="650865"/>
                      </a:lnTo>
                      <a:lnTo>
                        <a:pt x="18672" y="651931"/>
                      </a:lnTo>
                      <a:lnTo>
                        <a:pt x="15141" y="646721"/>
                      </a:lnTo>
                      <a:lnTo>
                        <a:pt x="18845" y="636118"/>
                      </a:lnTo>
                      <a:lnTo>
                        <a:pt x="22839" y="630966"/>
                      </a:lnTo>
                      <a:lnTo>
                        <a:pt x="21855" y="627077"/>
                      </a:lnTo>
                      <a:lnTo>
                        <a:pt x="24691" y="625398"/>
                      </a:lnTo>
                      <a:lnTo>
                        <a:pt x="26300" y="626243"/>
                      </a:lnTo>
                      <a:lnTo>
                        <a:pt x="25629" y="618974"/>
                      </a:lnTo>
                      <a:lnTo>
                        <a:pt x="29206" y="619159"/>
                      </a:lnTo>
                      <a:lnTo>
                        <a:pt x="31625" y="616150"/>
                      </a:lnTo>
                      <a:lnTo>
                        <a:pt x="32366" y="611067"/>
                      </a:lnTo>
                      <a:lnTo>
                        <a:pt x="34982" y="609250"/>
                      </a:lnTo>
                      <a:lnTo>
                        <a:pt x="31070" y="603566"/>
                      </a:lnTo>
                      <a:lnTo>
                        <a:pt x="28870" y="593194"/>
                      </a:lnTo>
                      <a:lnTo>
                        <a:pt x="32771" y="587279"/>
                      </a:lnTo>
                      <a:lnTo>
                        <a:pt x="35364" y="586538"/>
                      </a:lnTo>
                      <a:lnTo>
                        <a:pt x="32539" y="582104"/>
                      </a:lnTo>
                      <a:lnTo>
                        <a:pt x="36406" y="578748"/>
                      </a:lnTo>
                      <a:lnTo>
                        <a:pt x="34646" y="574568"/>
                      </a:lnTo>
                      <a:lnTo>
                        <a:pt x="35225" y="571015"/>
                      </a:lnTo>
                      <a:lnTo>
                        <a:pt x="25710" y="564452"/>
                      </a:lnTo>
                      <a:lnTo>
                        <a:pt x="32053" y="555260"/>
                      </a:lnTo>
                      <a:lnTo>
                        <a:pt x="35422" y="553095"/>
                      </a:lnTo>
                      <a:lnTo>
                        <a:pt x="38976" y="545235"/>
                      </a:lnTo>
                      <a:lnTo>
                        <a:pt x="48121" y="538510"/>
                      </a:lnTo>
                      <a:lnTo>
                        <a:pt x="48699" y="534377"/>
                      </a:lnTo>
                      <a:lnTo>
                        <a:pt x="51281" y="532826"/>
                      </a:lnTo>
                      <a:lnTo>
                        <a:pt x="49383" y="530893"/>
                      </a:lnTo>
                      <a:lnTo>
                        <a:pt x="52959" y="527490"/>
                      </a:lnTo>
                      <a:lnTo>
                        <a:pt x="47114" y="513980"/>
                      </a:lnTo>
                      <a:lnTo>
                        <a:pt x="42773" y="514536"/>
                      </a:lnTo>
                      <a:lnTo>
                        <a:pt x="36857" y="511006"/>
                      </a:lnTo>
                      <a:lnTo>
                        <a:pt x="34774" y="503099"/>
                      </a:lnTo>
                      <a:lnTo>
                        <a:pt x="38409" y="501756"/>
                      </a:lnTo>
                      <a:lnTo>
                        <a:pt x="36730" y="494023"/>
                      </a:lnTo>
                      <a:lnTo>
                        <a:pt x="39092" y="491396"/>
                      </a:lnTo>
                      <a:lnTo>
                        <a:pt x="39277" y="486094"/>
                      </a:lnTo>
                      <a:lnTo>
                        <a:pt x="34901" y="485064"/>
                      </a:lnTo>
                      <a:lnTo>
                        <a:pt x="33524" y="481904"/>
                      </a:lnTo>
                      <a:lnTo>
                        <a:pt x="28349" y="481452"/>
                      </a:lnTo>
                      <a:lnTo>
                        <a:pt x="24437" y="478443"/>
                      </a:lnTo>
                      <a:lnTo>
                        <a:pt x="26705" y="470699"/>
                      </a:lnTo>
                      <a:lnTo>
                        <a:pt x="35202" y="459250"/>
                      </a:lnTo>
                      <a:lnTo>
                        <a:pt x="28858" y="435276"/>
                      </a:lnTo>
                      <a:lnTo>
                        <a:pt x="33778" y="432741"/>
                      </a:lnTo>
                      <a:lnTo>
                        <a:pt x="36869" y="434095"/>
                      </a:lnTo>
                      <a:lnTo>
                        <a:pt x="38409" y="431224"/>
                      </a:lnTo>
                      <a:lnTo>
                        <a:pt x="44255" y="428400"/>
                      </a:lnTo>
                      <a:lnTo>
                        <a:pt x="53087" y="432151"/>
                      </a:lnTo>
                      <a:lnTo>
                        <a:pt x="52473" y="433366"/>
                      </a:lnTo>
                      <a:lnTo>
                        <a:pt x="60762" y="443379"/>
                      </a:lnTo>
                      <a:lnTo>
                        <a:pt x="64651" y="440532"/>
                      </a:lnTo>
                      <a:lnTo>
                        <a:pt x="69281" y="441678"/>
                      </a:lnTo>
                      <a:lnTo>
                        <a:pt x="70126" y="435774"/>
                      </a:lnTo>
                      <a:lnTo>
                        <a:pt x="73009" y="433181"/>
                      </a:lnTo>
                      <a:lnTo>
                        <a:pt x="71863" y="426860"/>
                      </a:lnTo>
                      <a:lnTo>
                        <a:pt x="68888" y="421767"/>
                      </a:lnTo>
                      <a:lnTo>
                        <a:pt x="78646" y="407019"/>
                      </a:lnTo>
                      <a:lnTo>
                        <a:pt x="76528" y="405295"/>
                      </a:lnTo>
                      <a:lnTo>
                        <a:pt x="88266" y="403061"/>
                      </a:lnTo>
                      <a:lnTo>
                        <a:pt x="92225" y="404751"/>
                      </a:lnTo>
                      <a:lnTo>
                        <a:pt x="96091" y="401799"/>
                      </a:lnTo>
                      <a:lnTo>
                        <a:pt x="95420" y="392422"/>
                      </a:lnTo>
                      <a:lnTo>
                        <a:pt x="89423" y="391380"/>
                      </a:lnTo>
                      <a:lnTo>
                        <a:pt x="91334" y="386623"/>
                      </a:lnTo>
                      <a:lnTo>
                        <a:pt x="83624" y="380210"/>
                      </a:lnTo>
                      <a:lnTo>
                        <a:pt x="83265" y="376170"/>
                      </a:lnTo>
                      <a:lnTo>
                        <a:pt x="87120" y="371956"/>
                      </a:lnTo>
                      <a:lnTo>
                        <a:pt x="84376" y="368784"/>
                      </a:lnTo>
                      <a:lnTo>
                        <a:pt x="87699" y="368993"/>
                      </a:lnTo>
                      <a:lnTo>
                        <a:pt x="88382" y="367453"/>
                      </a:lnTo>
                      <a:lnTo>
                        <a:pt x="93753" y="368356"/>
                      </a:lnTo>
                      <a:lnTo>
                        <a:pt x="94285" y="366585"/>
                      </a:lnTo>
                      <a:lnTo>
                        <a:pt x="98418" y="366828"/>
                      </a:lnTo>
                      <a:lnTo>
                        <a:pt x="99055" y="364837"/>
                      </a:lnTo>
                      <a:lnTo>
                        <a:pt x="102227" y="366226"/>
                      </a:lnTo>
                      <a:lnTo>
                        <a:pt x="103893" y="365138"/>
                      </a:lnTo>
                      <a:lnTo>
                        <a:pt x="106845" y="358412"/>
                      </a:lnTo>
                      <a:lnTo>
                        <a:pt x="112853" y="353886"/>
                      </a:lnTo>
                      <a:lnTo>
                        <a:pt x="111279" y="353180"/>
                      </a:lnTo>
                      <a:lnTo>
                        <a:pt x="112344" y="349314"/>
                      </a:lnTo>
                      <a:lnTo>
                        <a:pt x="118085" y="346917"/>
                      </a:lnTo>
                      <a:lnTo>
                        <a:pt x="125644" y="339393"/>
                      </a:lnTo>
                      <a:lnTo>
                        <a:pt x="131699" y="335990"/>
                      </a:lnTo>
                      <a:lnTo>
                        <a:pt x="128261" y="334115"/>
                      </a:lnTo>
                      <a:lnTo>
                        <a:pt x="128805" y="332285"/>
                      </a:lnTo>
                      <a:lnTo>
                        <a:pt x="134755" y="319725"/>
                      </a:lnTo>
                      <a:lnTo>
                        <a:pt x="138725" y="316172"/>
                      </a:lnTo>
                      <a:lnTo>
                        <a:pt x="135727" y="312745"/>
                      </a:lnTo>
                      <a:lnTo>
                        <a:pt x="135472" y="307073"/>
                      </a:lnTo>
                      <a:lnTo>
                        <a:pt x="132034" y="302848"/>
                      </a:lnTo>
                      <a:lnTo>
                        <a:pt x="132000" y="298449"/>
                      </a:lnTo>
                      <a:lnTo>
                        <a:pt x="134442" y="294872"/>
                      </a:lnTo>
                      <a:lnTo>
                        <a:pt x="133620" y="293032"/>
                      </a:lnTo>
                      <a:lnTo>
                        <a:pt x="125112" y="290774"/>
                      </a:lnTo>
                      <a:lnTo>
                        <a:pt x="120389" y="285716"/>
                      </a:lnTo>
                      <a:lnTo>
                        <a:pt x="112112" y="282231"/>
                      </a:lnTo>
                      <a:lnTo>
                        <a:pt x="116360" y="274487"/>
                      </a:lnTo>
                      <a:lnTo>
                        <a:pt x="115956" y="268827"/>
                      </a:lnTo>
                      <a:lnTo>
                        <a:pt x="111163" y="267032"/>
                      </a:lnTo>
                      <a:lnTo>
                        <a:pt x="109542" y="262715"/>
                      </a:lnTo>
                      <a:lnTo>
                        <a:pt x="113883" y="259624"/>
                      </a:lnTo>
                      <a:lnTo>
                        <a:pt x="110793" y="256128"/>
                      </a:lnTo>
                      <a:lnTo>
                        <a:pt x="110793" y="251046"/>
                      </a:lnTo>
                      <a:lnTo>
                        <a:pt x="107297" y="248962"/>
                      </a:lnTo>
                      <a:lnTo>
                        <a:pt x="88139" y="254530"/>
                      </a:lnTo>
                      <a:lnTo>
                        <a:pt x="88092" y="252308"/>
                      </a:lnTo>
                      <a:lnTo>
                        <a:pt x="83080" y="249784"/>
                      </a:lnTo>
                      <a:lnTo>
                        <a:pt x="81239" y="246913"/>
                      </a:lnTo>
                      <a:lnTo>
                        <a:pt x="83670" y="244691"/>
                      </a:lnTo>
                      <a:lnTo>
                        <a:pt x="85418" y="237803"/>
                      </a:lnTo>
                      <a:lnTo>
                        <a:pt x="86993" y="237421"/>
                      </a:lnTo>
                      <a:lnTo>
                        <a:pt x="87340" y="230557"/>
                      </a:lnTo>
                      <a:lnTo>
                        <a:pt x="89458" y="230522"/>
                      </a:lnTo>
                      <a:lnTo>
                        <a:pt x="90350" y="225128"/>
                      </a:lnTo>
                      <a:lnTo>
                        <a:pt x="88173" y="221053"/>
                      </a:lnTo>
                      <a:lnTo>
                        <a:pt x="84781" y="218865"/>
                      </a:lnTo>
                      <a:lnTo>
                        <a:pt x="83832" y="219814"/>
                      </a:lnTo>
                      <a:lnTo>
                        <a:pt x="81610" y="215462"/>
                      </a:lnTo>
                      <a:lnTo>
                        <a:pt x="85279" y="211966"/>
                      </a:lnTo>
                      <a:lnTo>
                        <a:pt x="88532" y="212522"/>
                      </a:lnTo>
                      <a:lnTo>
                        <a:pt x="88277" y="210380"/>
                      </a:lnTo>
                      <a:lnTo>
                        <a:pt x="96427" y="209894"/>
                      </a:lnTo>
                      <a:lnTo>
                        <a:pt x="96485" y="206930"/>
                      </a:lnTo>
                      <a:lnTo>
                        <a:pt x="103963" y="210311"/>
                      </a:lnTo>
                      <a:lnTo>
                        <a:pt x="113374" y="210229"/>
                      </a:lnTo>
                      <a:lnTo>
                        <a:pt x="117784" y="206572"/>
                      </a:lnTo>
                      <a:lnTo>
                        <a:pt x="133018" y="201814"/>
                      </a:lnTo>
                      <a:lnTo>
                        <a:pt x="137892" y="197612"/>
                      </a:lnTo>
                      <a:lnTo>
                        <a:pt x="138262" y="193896"/>
                      </a:lnTo>
                      <a:lnTo>
                        <a:pt x="154688" y="196211"/>
                      </a:lnTo>
                      <a:lnTo>
                        <a:pt x="165141" y="207046"/>
                      </a:lnTo>
                      <a:lnTo>
                        <a:pt x="177898" y="198480"/>
                      </a:lnTo>
                      <a:lnTo>
                        <a:pt x="182170" y="197658"/>
                      </a:lnTo>
                      <a:lnTo>
                        <a:pt x="184450" y="196778"/>
                      </a:lnTo>
                      <a:lnTo>
                        <a:pt x="189393" y="205854"/>
                      </a:lnTo>
                      <a:lnTo>
                        <a:pt x="193861" y="200969"/>
                      </a:lnTo>
                      <a:lnTo>
                        <a:pt x="207926" y="205935"/>
                      </a:lnTo>
                      <a:lnTo>
                        <a:pt x="208435" y="203944"/>
                      </a:lnTo>
                      <a:lnTo>
                        <a:pt x="221504" y="193398"/>
                      </a:lnTo>
                      <a:lnTo>
                        <a:pt x="226748" y="196454"/>
                      </a:lnTo>
                      <a:lnTo>
                        <a:pt x="231355" y="193213"/>
                      </a:lnTo>
                      <a:lnTo>
                        <a:pt x="234631" y="193178"/>
                      </a:lnTo>
                      <a:lnTo>
                        <a:pt x="235199" y="191257"/>
                      </a:lnTo>
                      <a:lnTo>
                        <a:pt x="246508" y="196651"/>
                      </a:lnTo>
                      <a:lnTo>
                        <a:pt x="247018" y="198989"/>
                      </a:lnTo>
                      <a:lnTo>
                        <a:pt x="265817" y="196501"/>
                      </a:lnTo>
                      <a:lnTo>
                        <a:pt x="275216" y="186522"/>
                      </a:lnTo>
                      <a:lnTo>
                        <a:pt x="273086" y="167179"/>
                      </a:lnTo>
                      <a:lnTo>
                        <a:pt x="279823" y="159330"/>
                      </a:lnTo>
                      <a:lnTo>
                        <a:pt x="288946" y="161287"/>
                      </a:lnTo>
                      <a:lnTo>
                        <a:pt x="292326" y="157235"/>
                      </a:lnTo>
                      <a:lnTo>
                        <a:pt x="297639" y="157293"/>
                      </a:lnTo>
                      <a:lnTo>
                        <a:pt x="304365" y="151609"/>
                      </a:lnTo>
                      <a:lnTo>
                        <a:pt x="317630" y="150868"/>
                      </a:lnTo>
                      <a:lnTo>
                        <a:pt x="318175" y="151945"/>
                      </a:lnTo>
                      <a:lnTo>
                        <a:pt x="323465" y="153357"/>
                      </a:lnTo>
                      <a:lnTo>
                        <a:pt x="339729" y="138204"/>
                      </a:lnTo>
                      <a:lnTo>
                        <a:pt x="353412" y="130402"/>
                      </a:lnTo>
                      <a:lnTo>
                        <a:pt x="343526" y="123815"/>
                      </a:lnTo>
                      <a:lnTo>
                        <a:pt x="345852" y="119012"/>
                      </a:lnTo>
                      <a:lnTo>
                        <a:pt x="348955" y="116859"/>
                      </a:lnTo>
                      <a:lnTo>
                        <a:pt x="346177" y="116175"/>
                      </a:lnTo>
                      <a:lnTo>
                        <a:pt x="349452" y="112402"/>
                      </a:lnTo>
                      <a:lnTo>
                        <a:pt x="351409" y="105144"/>
                      </a:lnTo>
                      <a:lnTo>
                        <a:pt x="358019" y="102933"/>
                      </a:lnTo>
                      <a:lnTo>
                        <a:pt x="374780" y="103558"/>
                      </a:lnTo>
                      <a:lnTo>
                        <a:pt x="381124" y="107945"/>
                      </a:lnTo>
                      <a:lnTo>
                        <a:pt x="387491" y="120111"/>
                      </a:lnTo>
                      <a:lnTo>
                        <a:pt x="388417" y="122230"/>
                      </a:lnTo>
                      <a:lnTo>
                        <a:pt x="389876" y="125563"/>
                      </a:lnTo>
                      <a:lnTo>
                        <a:pt x="390153" y="126177"/>
                      </a:lnTo>
                      <a:lnTo>
                        <a:pt x="395478" y="140369"/>
                      </a:lnTo>
                      <a:lnTo>
                        <a:pt x="396694" y="143587"/>
                      </a:lnTo>
                      <a:lnTo>
                        <a:pt x="394181" y="148391"/>
                      </a:lnTo>
                      <a:lnTo>
                        <a:pt x="388417" y="155545"/>
                      </a:lnTo>
                      <a:lnTo>
                        <a:pt x="387132" y="157142"/>
                      </a:lnTo>
                      <a:lnTo>
                        <a:pt x="383752" y="162259"/>
                      </a:lnTo>
                      <a:lnTo>
                        <a:pt x="383949" y="168649"/>
                      </a:lnTo>
                      <a:lnTo>
                        <a:pt x="382282" y="170837"/>
                      </a:lnTo>
                      <a:lnTo>
                        <a:pt x="384111" y="168938"/>
                      </a:lnTo>
                      <a:lnTo>
                        <a:pt x="386090" y="171786"/>
                      </a:lnTo>
                      <a:lnTo>
                        <a:pt x="388417" y="174472"/>
                      </a:lnTo>
                      <a:lnTo>
                        <a:pt x="390304" y="176659"/>
                      </a:lnTo>
                      <a:lnTo>
                        <a:pt x="390570" y="180167"/>
                      </a:lnTo>
                      <a:lnTo>
                        <a:pt x="388417" y="186730"/>
                      </a:lnTo>
                      <a:lnTo>
                        <a:pt x="386681" y="192032"/>
                      </a:lnTo>
                      <a:lnTo>
                        <a:pt x="388417" y="199696"/>
                      </a:lnTo>
                      <a:lnTo>
                        <a:pt x="390014" y="206768"/>
                      </a:lnTo>
                      <a:lnTo>
                        <a:pt x="389679" y="209130"/>
                      </a:lnTo>
                      <a:lnTo>
                        <a:pt x="390026" y="209095"/>
                      </a:lnTo>
                      <a:lnTo>
                        <a:pt x="390408" y="207324"/>
                      </a:lnTo>
                      <a:lnTo>
                        <a:pt x="388417" y="197322"/>
                      </a:lnTo>
                      <a:lnTo>
                        <a:pt x="387641" y="193467"/>
                      </a:lnTo>
                      <a:lnTo>
                        <a:pt x="388417" y="190354"/>
                      </a:lnTo>
                      <a:lnTo>
                        <a:pt x="391137" y="179287"/>
                      </a:lnTo>
                      <a:lnTo>
                        <a:pt x="390593" y="176069"/>
                      </a:lnTo>
                      <a:lnTo>
                        <a:pt x="388417" y="173823"/>
                      </a:lnTo>
                      <a:lnTo>
                        <a:pt x="386322" y="171658"/>
                      </a:lnTo>
                      <a:lnTo>
                        <a:pt x="384377" y="167943"/>
                      </a:lnTo>
                      <a:lnTo>
                        <a:pt x="384504" y="161900"/>
                      </a:lnTo>
                      <a:lnTo>
                        <a:pt x="387965" y="157096"/>
                      </a:lnTo>
                      <a:lnTo>
                        <a:pt x="388417" y="156784"/>
                      </a:lnTo>
                      <a:lnTo>
                        <a:pt x="391531" y="154538"/>
                      </a:lnTo>
                      <a:lnTo>
                        <a:pt x="397863" y="143807"/>
                      </a:lnTo>
                      <a:lnTo>
                        <a:pt x="396914" y="140369"/>
                      </a:lnTo>
                      <a:lnTo>
                        <a:pt x="396092" y="137417"/>
                      </a:lnTo>
                      <a:lnTo>
                        <a:pt x="395525" y="135912"/>
                      </a:lnTo>
                      <a:lnTo>
                        <a:pt x="396948" y="136236"/>
                      </a:lnTo>
                      <a:lnTo>
                        <a:pt x="395235" y="135496"/>
                      </a:lnTo>
                      <a:lnTo>
                        <a:pt x="389690" y="122461"/>
                      </a:lnTo>
                      <a:lnTo>
                        <a:pt x="391751" y="123561"/>
                      </a:lnTo>
                      <a:lnTo>
                        <a:pt x="389818" y="121824"/>
                      </a:lnTo>
                      <a:lnTo>
                        <a:pt x="391519" y="120493"/>
                      </a:lnTo>
                      <a:lnTo>
                        <a:pt x="391947" y="121732"/>
                      </a:lnTo>
                      <a:lnTo>
                        <a:pt x="392040" y="119752"/>
                      </a:lnTo>
                      <a:lnTo>
                        <a:pt x="389748" y="121639"/>
                      </a:lnTo>
                      <a:lnTo>
                        <a:pt x="388648" y="119787"/>
                      </a:lnTo>
                      <a:lnTo>
                        <a:pt x="388417" y="119208"/>
                      </a:lnTo>
                      <a:lnTo>
                        <a:pt x="388023" y="118224"/>
                      </a:lnTo>
                      <a:lnTo>
                        <a:pt x="383150" y="106058"/>
                      </a:lnTo>
                      <a:lnTo>
                        <a:pt x="388417" y="101185"/>
                      </a:lnTo>
                      <a:lnTo>
                        <a:pt x="403095" y="87618"/>
                      </a:lnTo>
                      <a:lnTo>
                        <a:pt x="409022" y="81401"/>
                      </a:lnTo>
                      <a:lnTo>
                        <a:pt x="413328" y="81066"/>
                      </a:lnTo>
                      <a:lnTo>
                        <a:pt x="413154" y="68946"/>
                      </a:lnTo>
                      <a:lnTo>
                        <a:pt x="419776" y="54476"/>
                      </a:lnTo>
                      <a:lnTo>
                        <a:pt x="423550" y="37471"/>
                      </a:lnTo>
                      <a:lnTo>
                        <a:pt x="424418" y="34658"/>
                      </a:lnTo>
                      <a:lnTo>
                        <a:pt x="427323" y="25293"/>
                      </a:lnTo>
                      <a:lnTo>
                        <a:pt x="430113" y="21392"/>
                      </a:lnTo>
                      <a:lnTo>
                        <a:pt x="439385" y="12016"/>
                      </a:lnTo>
                      <a:lnTo>
                        <a:pt x="443043" y="10106"/>
                      </a:lnTo>
                      <a:lnTo>
                        <a:pt x="441596" y="11553"/>
                      </a:lnTo>
                      <a:lnTo>
                        <a:pt x="443020" y="11217"/>
                      </a:lnTo>
                      <a:lnTo>
                        <a:pt x="445011" y="8404"/>
                      </a:lnTo>
                      <a:lnTo>
                        <a:pt x="452547" y="7154"/>
                      </a:lnTo>
                      <a:lnTo>
                        <a:pt x="452640" y="8057"/>
                      </a:lnTo>
                      <a:lnTo>
                        <a:pt x="455279" y="9156"/>
                      </a:lnTo>
                      <a:lnTo>
                        <a:pt x="452883" y="9330"/>
                      </a:lnTo>
                      <a:lnTo>
                        <a:pt x="452906" y="9399"/>
                      </a:lnTo>
                      <a:lnTo>
                        <a:pt x="452987" y="11009"/>
                      </a:lnTo>
                      <a:lnTo>
                        <a:pt x="454804" y="10488"/>
                      </a:lnTo>
                      <a:lnTo>
                        <a:pt x="453149" y="11298"/>
                      </a:lnTo>
                      <a:lnTo>
                        <a:pt x="457537" y="14377"/>
                      </a:lnTo>
                      <a:lnTo>
                        <a:pt x="460303" y="12895"/>
                      </a:lnTo>
                      <a:lnTo>
                        <a:pt x="457224" y="13416"/>
                      </a:lnTo>
                      <a:lnTo>
                        <a:pt x="458208" y="10442"/>
                      </a:lnTo>
                      <a:lnTo>
                        <a:pt x="460789" y="12259"/>
                      </a:lnTo>
                      <a:lnTo>
                        <a:pt x="459539" y="10059"/>
                      </a:lnTo>
                      <a:lnTo>
                        <a:pt x="461183" y="8844"/>
                      </a:lnTo>
                      <a:lnTo>
                        <a:pt x="461218" y="11182"/>
                      </a:lnTo>
                      <a:lnTo>
                        <a:pt x="461519" y="13092"/>
                      </a:lnTo>
                      <a:lnTo>
                        <a:pt x="462618" y="13092"/>
                      </a:lnTo>
                      <a:lnTo>
                        <a:pt x="461634" y="13000"/>
                      </a:lnTo>
                      <a:lnTo>
                        <a:pt x="461495" y="11391"/>
                      </a:lnTo>
                      <a:lnTo>
                        <a:pt x="462861" y="11865"/>
                      </a:lnTo>
                      <a:lnTo>
                        <a:pt x="461414" y="11113"/>
                      </a:lnTo>
                      <a:lnTo>
                        <a:pt x="462005" y="10152"/>
                      </a:lnTo>
                      <a:lnTo>
                        <a:pt x="464112" y="11691"/>
                      </a:lnTo>
                      <a:lnTo>
                        <a:pt x="462919" y="13382"/>
                      </a:lnTo>
                      <a:lnTo>
                        <a:pt x="464274" y="11889"/>
                      </a:lnTo>
                      <a:lnTo>
                        <a:pt x="467550" y="11900"/>
                      </a:lnTo>
                      <a:lnTo>
                        <a:pt x="464343" y="11749"/>
                      </a:lnTo>
                      <a:lnTo>
                        <a:pt x="465015" y="8647"/>
                      </a:lnTo>
                      <a:lnTo>
                        <a:pt x="466693" y="9064"/>
                      </a:lnTo>
                      <a:lnTo>
                        <a:pt x="465026" y="8578"/>
                      </a:lnTo>
                      <a:lnTo>
                        <a:pt x="463869" y="10326"/>
                      </a:lnTo>
                      <a:lnTo>
                        <a:pt x="461171" y="7698"/>
                      </a:lnTo>
                      <a:lnTo>
                        <a:pt x="462410" y="6714"/>
                      </a:lnTo>
                      <a:lnTo>
                        <a:pt x="472330" y="8172"/>
                      </a:lnTo>
                      <a:lnTo>
                        <a:pt x="471092" y="10001"/>
                      </a:lnTo>
                      <a:lnTo>
                        <a:pt x="472793" y="8763"/>
                      </a:lnTo>
                      <a:lnTo>
                        <a:pt x="472898" y="10731"/>
                      </a:lnTo>
                      <a:lnTo>
                        <a:pt x="475282" y="9619"/>
                      </a:lnTo>
                      <a:lnTo>
                        <a:pt x="473314" y="10036"/>
                      </a:lnTo>
                      <a:lnTo>
                        <a:pt x="473048" y="8068"/>
                      </a:lnTo>
                      <a:lnTo>
                        <a:pt x="490794" y="5012"/>
                      </a:lnTo>
                      <a:lnTo>
                        <a:pt x="492542" y="7350"/>
                      </a:lnTo>
                      <a:lnTo>
                        <a:pt x="490690" y="9180"/>
                      </a:lnTo>
                      <a:lnTo>
                        <a:pt x="486071" y="7837"/>
                      </a:lnTo>
                      <a:lnTo>
                        <a:pt x="486430" y="9191"/>
                      </a:lnTo>
                      <a:lnTo>
                        <a:pt x="481973" y="9087"/>
                      </a:lnTo>
                      <a:lnTo>
                        <a:pt x="480156" y="10025"/>
                      </a:lnTo>
                      <a:lnTo>
                        <a:pt x="482286" y="11113"/>
                      </a:lnTo>
                      <a:lnTo>
                        <a:pt x="478755" y="11090"/>
                      </a:lnTo>
                      <a:lnTo>
                        <a:pt x="481603" y="12224"/>
                      </a:lnTo>
                      <a:lnTo>
                        <a:pt x="483744" y="10059"/>
                      </a:lnTo>
                      <a:lnTo>
                        <a:pt x="483629" y="11749"/>
                      </a:lnTo>
                      <a:lnTo>
                        <a:pt x="489590" y="11773"/>
                      </a:lnTo>
                      <a:lnTo>
                        <a:pt x="491477" y="9747"/>
                      </a:lnTo>
                      <a:lnTo>
                        <a:pt x="494116" y="10777"/>
                      </a:lnTo>
                      <a:lnTo>
                        <a:pt x="495054" y="11136"/>
                      </a:lnTo>
                      <a:lnTo>
                        <a:pt x="497415" y="8879"/>
                      </a:lnTo>
                      <a:lnTo>
                        <a:pt x="494753" y="9851"/>
                      </a:lnTo>
                      <a:lnTo>
                        <a:pt x="494116" y="9469"/>
                      </a:lnTo>
                      <a:lnTo>
                        <a:pt x="492750" y="8659"/>
                      </a:lnTo>
                      <a:lnTo>
                        <a:pt x="494116" y="8485"/>
                      </a:lnTo>
                      <a:lnTo>
                        <a:pt x="496049" y="8230"/>
                      </a:lnTo>
                      <a:lnTo>
                        <a:pt x="499650" y="4480"/>
                      </a:lnTo>
                      <a:lnTo>
                        <a:pt x="501536" y="4792"/>
                      </a:lnTo>
                      <a:lnTo>
                        <a:pt x="501363" y="6459"/>
                      </a:lnTo>
                      <a:lnTo>
                        <a:pt x="502520" y="5279"/>
                      </a:lnTo>
                      <a:lnTo>
                        <a:pt x="502312" y="7223"/>
                      </a:lnTo>
                      <a:lnTo>
                        <a:pt x="505611" y="6911"/>
                      </a:lnTo>
                      <a:lnTo>
                        <a:pt x="507799" y="7987"/>
                      </a:lnTo>
                      <a:lnTo>
                        <a:pt x="508077" y="7548"/>
                      </a:lnTo>
                      <a:lnTo>
                        <a:pt x="513216" y="6459"/>
                      </a:lnTo>
                      <a:lnTo>
                        <a:pt x="513749" y="5660"/>
                      </a:lnTo>
                      <a:lnTo>
                        <a:pt x="514270" y="5603"/>
                      </a:lnTo>
                      <a:lnTo>
                        <a:pt x="519988" y="6830"/>
                      </a:lnTo>
                      <a:lnTo>
                        <a:pt x="517164" y="11356"/>
                      </a:lnTo>
                      <a:lnTo>
                        <a:pt x="514686" y="10302"/>
                      </a:lnTo>
                      <a:lnTo>
                        <a:pt x="518425" y="7987"/>
                      </a:lnTo>
                      <a:lnTo>
                        <a:pt x="514305" y="10256"/>
                      </a:lnTo>
                      <a:lnTo>
                        <a:pt x="514976" y="6818"/>
                      </a:lnTo>
                      <a:lnTo>
                        <a:pt x="513691" y="8381"/>
                      </a:lnTo>
                      <a:lnTo>
                        <a:pt x="512730" y="7177"/>
                      </a:lnTo>
                      <a:lnTo>
                        <a:pt x="514119" y="9920"/>
                      </a:lnTo>
                      <a:lnTo>
                        <a:pt x="513934" y="10627"/>
                      </a:lnTo>
                      <a:lnTo>
                        <a:pt x="513494" y="12201"/>
                      </a:lnTo>
                      <a:lnTo>
                        <a:pt x="514270" y="12097"/>
                      </a:lnTo>
                      <a:lnTo>
                        <a:pt x="518240" y="11564"/>
                      </a:lnTo>
                      <a:lnTo>
                        <a:pt x="522107" y="8832"/>
                      </a:lnTo>
                      <a:lnTo>
                        <a:pt x="522732" y="6946"/>
                      </a:lnTo>
                      <a:lnTo>
                        <a:pt x="520891" y="8149"/>
                      </a:lnTo>
                      <a:lnTo>
                        <a:pt x="520717" y="5730"/>
                      </a:lnTo>
                      <a:lnTo>
                        <a:pt x="523183" y="4978"/>
                      </a:lnTo>
                      <a:lnTo>
                        <a:pt x="519722" y="4329"/>
                      </a:lnTo>
                      <a:lnTo>
                        <a:pt x="526980" y="3044"/>
                      </a:lnTo>
                      <a:lnTo>
                        <a:pt x="530268" y="4190"/>
                      </a:lnTo>
                      <a:lnTo>
                        <a:pt x="540188" y="5626"/>
                      </a:lnTo>
                      <a:lnTo>
                        <a:pt x="541427" y="7524"/>
                      </a:lnTo>
                      <a:lnTo>
                        <a:pt x="541369" y="5591"/>
                      </a:lnTo>
                      <a:lnTo>
                        <a:pt x="544657" y="3693"/>
                      </a:lnTo>
                      <a:lnTo>
                        <a:pt x="544541" y="3693"/>
                      </a:lnTo>
                      <a:lnTo>
                        <a:pt x="541531" y="5255"/>
                      </a:lnTo>
                      <a:lnTo>
                        <a:pt x="540929" y="4005"/>
                      </a:lnTo>
                      <a:lnTo>
                        <a:pt x="545420" y="3241"/>
                      </a:lnTo>
                      <a:lnTo>
                        <a:pt x="552551" y="3009"/>
                      </a:lnTo>
                      <a:lnTo>
                        <a:pt x="552366" y="4503"/>
                      </a:lnTo>
                      <a:lnTo>
                        <a:pt x="555492" y="5279"/>
                      </a:lnTo>
                      <a:lnTo>
                        <a:pt x="555410" y="14331"/>
                      </a:lnTo>
                      <a:lnTo>
                        <a:pt x="561754" y="14528"/>
                      </a:lnTo>
                      <a:lnTo>
                        <a:pt x="562206" y="15766"/>
                      </a:lnTo>
                      <a:lnTo>
                        <a:pt x="563664" y="13104"/>
                      </a:lnTo>
                      <a:lnTo>
                        <a:pt x="565505" y="12756"/>
                      </a:lnTo>
                      <a:lnTo>
                        <a:pt x="568074" y="13220"/>
                      </a:lnTo>
                      <a:lnTo>
                        <a:pt x="569163" y="12050"/>
                      </a:lnTo>
                      <a:lnTo>
                        <a:pt x="570343" y="11819"/>
                      </a:lnTo>
                      <a:lnTo>
                        <a:pt x="571906" y="12687"/>
                      </a:lnTo>
                      <a:lnTo>
                        <a:pt x="575495" y="10823"/>
                      </a:lnTo>
                      <a:lnTo>
                        <a:pt x="575495" y="13115"/>
                      </a:lnTo>
                      <a:lnTo>
                        <a:pt x="576861" y="10198"/>
                      </a:lnTo>
                      <a:lnTo>
                        <a:pt x="579176" y="10870"/>
                      </a:lnTo>
                      <a:lnTo>
                        <a:pt x="578470" y="11009"/>
                      </a:lnTo>
                      <a:lnTo>
                        <a:pt x="578829" y="12050"/>
                      </a:lnTo>
                      <a:lnTo>
                        <a:pt x="577659" y="12814"/>
                      </a:lnTo>
                      <a:lnTo>
                        <a:pt x="579176" y="12201"/>
                      </a:lnTo>
                      <a:lnTo>
                        <a:pt x="578655" y="11101"/>
                      </a:lnTo>
                      <a:lnTo>
                        <a:pt x="581016" y="11900"/>
                      </a:lnTo>
                      <a:lnTo>
                        <a:pt x="579581" y="10580"/>
                      </a:lnTo>
                      <a:lnTo>
                        <a:pt x="578238" y="10071"/>
                      </a:lnTo>
                      <a:lnTo>
                        <a:pt x="579616" y="8728"/>
                      </a:lnTo>
                      <a:lnTo>
                        <a:pt x="585392" y="10175"/>
                      </a:lnTo>
                      <a:lnTo>
                        <a:pt x="585890" y="11773"/>
                      </a:lnTo>
                      <a:lnTo>
                        <a:pt x="584524" y="12803"/>
                      </a:lnTo>
                      <a:lnTo>
                        <a:pt x="583262" y="12016"/>
                      </a:lnTo>
                      <a:lnTo>
                        <a:pt x="584443" y="13289"/>
                      </a:lnTo>
                      <a:lnTo>
                        <a:pt x="583297" y="13486"/>
                      </a:lnTo>
                      <a:lnTo>
                        <a:pt x="582417" y="12351"/>
                      </a:lnTo>
                      <a:lnTo>
                        <a:pt x="583123" y="13555"/>
                      </a:lnTo>
                      <a:lnTo>
                        <a:pt x="584304" y="13532"/>
                      </a:lnTo>
                      <a:lnTo>
                        <a:pt x="585218" y="12942"/>
                      </a:lnTo>
                      <a:lnTo>
                        <a:pt x="586121" y="11796"/>
                      </a:lnTo>
                      <a:lnTo>
                        <a:pt x="586237" y="9990"/>
                      </a:lnTo>
                      <a:lnTo>
                        <a:pt x="587163" y="11437"/>
                      </a:lnTo>
                      <a:lnTo>
                        <a:pt x="586955" y="9851"/>
                      </a:lnTo>
                      <a:lnTo>
                        <a:pt x="588587" y="9411"/>
                      </a:lnTo>
                      <a:lnTo>
                        <a:pt x="589108" y="12317"/>
                      </a:lnTo>
                      <a:lnTo>
                        <a:pt x="594421" y="11564"/>
                      </a:lnTo>
                      <a:lnTo>
                        <a:pt x="594803" y="11807"/>
                      </a:lnTo>
                      <a:lnTo>
                        <a:pt x="593310" y="12953"/>
                      </a:lnTo>
                      <a:lnTo>
                        <a:pt x="594456" y="13035"/>
                      </a:lnTo>
                      <a:lnTo>
                        <a:pt x="597269" y="9133"/>
                      </a:lnTo>
                      <a:lnTo>
                        <a:pt x="599827" y="9006"/>
                      </a:lnTo>
                      <a:lnTo>
                        <a:pt x="602466" y="8879"/>
                      </a:lnTo>
                      <a:lnTo>
                        <a:pt x="600811" y="10951"/>
                      </a:lnTo>
                      <a:lnTo>
                        <a:pt x="602085" y="10360"/>
                      </a:lnTo>
                      <a:lnTo>
                        <a:pt x="602165" y="12502"/>
                      </a:lnTo>
                      <a:lnTo>
                        <a:pt x="608173" y="13289"/>
                      </a:lnTo>
                      <a:lnTo>
                        <a:pt x="610859" y="13162"/>
                      </a:lnTo>
                      <a:lnTo>
                        <a:pt x="611530" y="11448"/>
                      </a:lnTo>
                      <a:lnTo>
                        <a:pt x="611750" y="12212"/>
                      </a:lnTo>
                      <a:lnTo>
                        <a:pt x="613846" y="13289"/>
                      </a:lnTo>
                      <a:lnTo>
                        <a:pt x="614702" y="12710"/>
                      </a:lnTo>
                      <a:lnTo>
                        <a:pt x="614008" y="8948"/>
                      </a:lnTo>
                      <a:lnTo>
                        <a:pt x="614644" y="10164"/>
                      </a:lnTo>
                      <a:lnTo>
                        <a:pt x="614748" y="8184"/>
                      </a:lnTo>
                      <a:lnTo>
                        <a:pt x="617272" y="6934"/>
                      </a:lnTo>
                      <a:lnTo>
                        <a:pt x="617226" y="7189"/>
                      </a:lnTo>
                      <a:lnTo>
                        <a:pt x="617179" y="7825"/>
                      </a:lnTo>
                      <a:lnTo>
                        <a:pt x="623511" y="6760"/>
                      </a:lnTo>
                      <a:lnTo>
                        <a:pt x="624113" y="8867"/>
                      </a:lnTo>
                      <a:lnTo>
                        <a:pt x="624565" y="6795"/>
                      </a:lnTo>
                      <a:lnTo>
                        <a:pt x="617700" y="5267"/>
                      </a:lnTo>
                      <a:lnTo>
                        <a:pt x="606159" y="1088"/>
                      </a:lnTo>
                      <a:lnTo>
                        <a:pt x="601529" y="4862"/>
                      </a:lnTo>
                      <a:lnTo>
                        <a:pt x="603728" y="891"/>
                      </a:lnTo>
                      <a:lnTo>
                        <a:pt x="599873" y="2952"/>
                      </a:lnTo>
                      <a:lnTo>
                        <a:pt x="600475" y="4422"/>
                      </a:lnTo>
                      <a:lnTo>
                        <a:pt x="599827" y="3924"/>
                      </a:lnTo>
                      <a:lnTo>
                        <a:pt x="597778" y="2338"/>
                      </a:lnTo>
                      <a:lnTo>
                        <a:pt x="597431" y="5093"/>
                      </a:lnTo>
                      <a:lnTo>
                        <a:pt x="596644" y="3681"/>
                      </a:lnTo>
                      <a:lnTo>
                        <a:pt x="598461" y="243"/>
                      </a:lnTo>
                      <a:lnTo>
                        <a:pt x="593229" y="6089"/>
                      </a:lnTo>
                      <a:lnTo>
                        <a:pt x="593125" y="4734"/>
                      </a:lnTo>
                      <a:lnTo>
                        <a:pt x="595683" y="1007"/>
                      </a:lnTo>
                      <a:lnTo>
                        <a:pt x="598473" y="0"/>
                      </a:lnTo>
                      <a:lnTo>
                        <a:pt x="602802" y="173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8C8D18D9-B54C-CE58-7872-3CACF7C3134F}"/>
                    </a:ext>
                  </a:extLst>
                </p:cNvPr>
                <p:cNvSpPr/>
                <p:nvPr/>
              </p:nvSpPr>
              <p:spPr>
                <a:xfrm>
                  <a:off x="10772035" y="6128147"/>
                  <a:ext cx="57450" cy="81158"/>
                </a:xfrm>
                <a:custGeom>
                  <a:avLst/>
                  <a:gdLst>
                    <a:gd name="connsiteX0" fmla="*/ 48329 w 57450"/>
                    <a:gd name="connsiteY0" fmla="*/ 46176 h 81158"/>
                    <a:gd name="connsiteX1" fmla="*/ 56733 w 57450"/>
                    <a:gd name="connsiteY1" fmla="*/ 70555 h 81158"/>
                    <a:gd name="connsiteX2" fmla="*/ 57451 w 57450"/>
                    <a:gd name="connsiteY2" fmla="*/ 78612 h 81158"/>
                    <a:gd name="connsiteX3" fmla="*/ 56479 w 57450"/>
                    <a:gd name="connsiteY3" fmla="*/ 80857 h 81158"/>
                    <a:gd name="connsiteX4" fmla="*/ 55634 w 57450"/>
                    <a:gd name="connsiteY4" fmla="*/ 80788 h 81158"/>
                    <a:gd name="connsiteX5" fmla="*/ 57242 w 57450"/>
                    <a:gd name="connsiteY5" fmla="*/ 78647 h 81158"/>
                    <a:gd name="connsiteX6" fmla="*/ 56178 w 57450"/>
                    <a:gd name="connsiteY6" fmla="*/ 78276 h 81158"/>
                    <a:gd name="connsiteX7" fmla="*/ 55089 w 57450"/>
                    <a:gd name="connsiteY7" fmla="*/ 80788 h 81158"/>
                    <a:gd name="connsiteX8" fmla="*/ 49799 w 57450"/>
                    <a:gd name="connsiteY8" fmla="*/ 80429 h 81158"/>
                    <a:gd name="connsiteX9" fmla="*/ 43247 w 57450"/>
                    <a:gd name="connsiteY9" fmla="*/ 78542 h 81158"/>
                    <a:gd name="connsiteX10" fmla="*/ 41094 w 57450"/>
                    <a:gd name="connsiteY10" fmla="*/ 80244 h 81158"/>
                    <a:gd name="connsiteX11" fmla="*/ 39207 w 57450"/>
                    <a:gd name="connsiteY11" fmla="*/ 80232 h 81158"/>
                    <a:gd name="connsiteX12" fmla="*/ 38964 w 57450"/>
                    <a:gd name="connsiteY12" fmla="*/ 78774 h 81158"/>
                    <a:gd name="connsiteX13" fmla="*/ 35885 w 57450"/>
                    <a:gd name="connsiteY13" fmla="*/ 80985 h 81158"/>
                    <a:gd name="connsiteX14" fmla="*/ 32910 w 57450"/>
                    <a:gd name="connsiteY14" fmla="*/ 79862 h 81158"/>
                    <a:gd name="connsiteX15" fmla="*/ 31567 w 57450"/>
                    <a:gd name="connsiteY15" fmla="*/ 81158 h 81158"/>
                    <a:gd name="connsiteX16" fmla="*/ 29079 w 57450"/>
                    <a:gd name="connsiteY16" fmla="*/ 79573 h 81158"/>
                    <a:gd name="connsiteX17" fmla="*/ 29055 w 57450"/>
                    <a:gd name="connsiteY17" fmla="*/ 68888 h 81158"/>
                    <a:gd name="connsiteX18" fmla="*/ 28210 w 57450"/>
                    <a:gd name="connsiteY18" fmla="*/ 68448 h 81158"/>
                    <a:gd name="connsiteX19" fmla="*/ 26335 w 57450"/>
                    <a:gd name="connsiteY19" fmla="*/ 67476 h 81158"/>
                    <a:gd name="connsiteX20" fmla="*/ 25721 w 57450"/>
                    <a:gd name="connsiteY20" fmla="*/ 65346 h 81158"/>
                    <a:gd name="connsiteX21" fmla="*/ 25420 w 57450"/>
                    <a:gd name="connsiteY21" fmla="*/ 64281 h 81158"/>
                    <a:gd name="connsiteX22" fmla="*/ 24587 w 57450"/>
                    <a:gd name="connsiteY22" fmla="*/ 63876 h 81158"/>
                    <a:gd name="connsiteX23" fmla="*/ 18313 w 57450"/>
                    <a:gd name="connsiteY23" fmla="*/ 65635 h 81158"/>
                    <a:gd name="connsiteX24" fmla="*/ 14933 w 57450"/>
                    <a:gd name="connsiteY24" fmla="*/ 61584 h 81158"/>
                    <a:gd name="connsiteX25" fmla="*/ 16739 w 57450"/>
                    <a:gd name="connsiteY25" fmla="*/ 58701 h 81158"/>
                    <a:gd name="connsiteX26" fmla="*/ 15199 w 57450"/>
                    <a:gd name="connsiteY26" fmla="*/ 57891 h 81158"/>
                    <a:gd name="connsiteX27" fmla="*/ 12618 w 57450"/>
                    <a:gd name="connsiteY27" fmla="*/ 56525 h 81158"/>
                    <a:gd name="connsiteX28" fmla="*/ 9619 w 57450"/>
                    <a:gd name="connsiteY28" fmla="*/ 54951 h 81158"/>
                    <a:gd name="connsiteX29" fmla="*/ 8531 w 57450"/>
                    <a:gd name="connsiteY29" fmla="*/ 51756 h 81158"/>
                    <a:gd name="connsiteX30" fmla="*/ 8091 w 57450"/>
                    <a:gd name="connsiteY30" fmla="*/ 50459 h 81158"/>
                    <a:gd name="connsiteX31" fmla="*/ 5602 w 57450"/>
                    <a:gd name="connsiteY31" fmla="*/ 48017 h 81158"/>
                    <a:gd name="connsiteX32" fmla="*/ 5533 w 57450"/>
                    <a:gd name="connsiteY32" fmla="*/ 46685 h 81158"/>
                    <a:gd name="connsiteX33" fmla="*/ 5406 w 57450"/>
                    <a:gd name="connsiteY33" fmla="*/ 43791 h 81158"/>
                    <a:gd name="connsiteX34" fmla="*/ 440 w 57450"/>
                    <a:gd name="connsiteY34" fmla="*/ 42703 h 81158"/>
                    <a:gd name="connsiteX35" fmla="*/ 0 w 57450"/>
                    <a:gd name="connsiteY35" fmla="*/ 42611 h 81158"/>
                    <a:gd name="connsiteX36" fmla="*/ 69 w 57450"/>
                    <a:gd name="connsiteY36" fmla="*/ 42298 h 81158"/>
                    <a:gd name="connsiteX37" fmla="*/ 139 w 57450"/>
                    <a:gd name="connsiteY37" fmla="*/ 42043 h 81158"/>
                    <a:gd name="connsiteX38" fmla="*/ 1181 w 57450"/>
                    <a:gd name="connsiteY38" fmla="*/ 37784 h 81158"/>
                    <a:gd name="connsiteX39" fmla="*/ 1192 w 57450"/>
                    <a:gd name="connsiteY39" fmla="*/ 37726 h 81158"/>
                    <a:gd name="connsiteX40" fmla="*/ 2049 w 57450"/>
                    <a:gd name="connsiteY40" fmla="*/ 37483 h 81158"/>
                    <a:gd name="connsiteX41" fmla="*/ 5394 w 57450"/>
                    <a:gd name="connsiteY41" fmla="*/ 36499 h 81158"/>
                    <a:gd name="connsiteX42" fmla="*/ 7374 w 57450"/>
                    <a:gd name="connsiteY42" fmla="*/ 34438 h 81158"/>
                    <a:gd name="connsiteX43" fmla="*/ 9376 w 57450"/>
                    <a:gd name="connsiteY43" fmla="*/ 31081 h 81158"/>
                    <a:gd name="connsiteX44" fmla="*/ 9712 w 57450"/>
                    <a:gd name="connsiteY44" fmla="*/ 23730 h 81158"/>
                    <a:gd name="connsiteX45" fmla="*/ 9724 w 57450"/>
                    <a:gd name="connsiteY45" fmla="*/ 23545 h 81158"/>
                    <a:gd name="connsiteX46" fmla="*/ 11657 w 57450"/>
                    <a:gd name="connsiteY46" fmla="*/ 22920 h 81158"/>
                    <a:gd name="connsiteX47" fmla="*/ 14805 w 57450"/>
                    <a:gd name="connsiteY47" fmla="*/ 21913 h 81158"/>
                    <a:gd name="connsiteX48" fmla="*/ 14157 w 57450"/>
                    <a:gd name="connsiteY48" fmla="*/ 11460 h 81158"/>
                    <a:gd name="connsiteX49" fmla="*/ 25907 w 57450"/>
                    <a:gd name="connsiteY49" fmla="*/ 6922 h 81158"/>
                    <a:gd name="connsiteX50" fmla="*/ 30699 w 57450"/>
                    <a:gd name="connsiteY50" fmla="*/ 2964 h 81158"/>
                    <a:gd name="connsiteX51" fmla="*/ 36244 w 57450"/>
                    <a:gd name="connsiteY51" fmla="*/ 0 h 81158"/>
                    <a:gd name="connsiteX52" fmla="*/ 38235 w 57450"/>
                    <a:gd name="connsiteY52" fmla="*/ 1018 h 81158"/>
                    <a:gd name="connsiteX53" fmla="*/ 40608 w 57450"/>
                    <a:gd name="connsiteY53" fmla="*/ 4607 h 81158"/>
                    <a:gd name="connsiteX54" fmla="*/ 41604 w 57450"/>
                    <a:gd name="connsiteY54" fmla="*/ 12074 h 81158"/>
                    <a:gd name="connsiteX55" fmla="*/ 42553 w 57450"/>
                    <a:gd name="connsiteY55" fmla="*/ 15292 h 81158"/>
                    <a:gd name="connsiteX56" fmla="*/ 44243 w 57450"/>
                    <a:gd name="connsiteY56" fmla="*/ 22619 h 81158"/>
                    <a:gd name="connsiteX57" fmla="*/ 46465 w 57450"/>
                    <a:gd name="connsiteY57" fmla="*/ 22781 h 81158"/>
                    <a:gd name="connsiteX58" fmla="*/ 44185 w 57450"/>
                    <a:gd name="connsiteY58" fmla="*/ 24448 h 81158"/>
                    <a:gd name="connsiteX59" fmla="*/ 44845 w 57450"/>
                    <a:gd name="connsiteY59" fmla="*/ 31764 h 81158"/>
                    <a:gd name="connsiteX60" fmla="*/ 47392 w 57450"/>
                    <a:gd name="connsiteY60" fmla="*/ 42298 h 81158"/>
                    <a:gd name="connsiteX61" fmla="*/ 48329 w 57450"/>
                    <a:gd name="connsiteY61" fmla="*/ 46176 h 81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57450" h="81158">
                      <a:moveTo>
                        <a:pt x="48329" y="46176"/>
                      </a:moveTo>
                      <a:lnTo>
                        <a:pt x="56733" y="70555"/>
                      </a:lnTo>
                      <a:lnTo>
                        <a:pt x="57451" y="78612"/>
                      </a:lnTo>
                      <a:lnTo>
                        <a:pt x="56479" y="80857"/>
                      </a:lnTo>
                      <a:lnTo>
                        <a:pt x="55634" y="80788"/>
                      </a:lnTo>
                      <a:lnTo>
                        <a:pt x="57242" y="78647"/>
                      </a:lnTo>
                      <a:lnTo>
                        <a:pt x="56178" y="78276"/>
                      </a:lnTo>
                      <a:lnTo>
                        <a:pt x="55089" y="80788"/>
                      </a:lnTo>
                      <a:lnTo>
                        <a:pt x="49799" y="80429"/>
                      </a:lnTo>
                      <a:lnTo>
                        <a:pt x="43247" y="78542"/>
                      </a:lnTo>
                      <a:lnTo>
                        <a:pt x="41094" y="80244"/>
                      </a:lnTo>
                      <a:lnTo>
                        <a:pt x="39207" y="80232"/>
                      </a:lnTo>
                      <a:lnTo>
                        <a:pt x="38964" y="78774"/>
                      </a:lnTo>
                      <a:lnTo>
                        <a:pt x="35885" y="80985"/>
                      </a:lnTo>
                      <a:lnTo>
                        <a:pt x="32910" y="79862"/>
                      </a:lnTo>
                      <a:lnTo>
                        <a:pt x="31567" y="81158"/>
                      </a:lnTo>
                      <a:lnTo>
                        <a:pt x="29079" y="79573"/>
                      </a:lnTo>
                      <a:lnTo>
                        <a:pt x="29055" y="68888"/>
                      </a:lnTo>
                      <a:lnTo>
                        <a:pt x="28210" y="68448"/>
                      </a:lnTo>
                      <a:lnTo>
                        <a:pt x="26335" y="67476"/>
                      </a:lnTo>
                      <a:lnTo>
                        <a:pt x="25721" y="65346"/>
                      </a:lnTo>
                      <a:lnTo>
                        <a:pt x="25420" y="64281"/>
                      </a:lnTo>
                      <a:lnTo>
                        <a:pt x="24587" y="63876"/>
                      </a:lnTo>
                      <a:lnTo>
                        <a:pt x="18313" y="65635"/>
                      </a:lnTo>
                      <a:lnTo>
                        <a:pt x="14933" y="61584"/>
                      </a:lnTo>
                      <a:lnTo>
                        <a:pt x="16739" y="58701"/>
                      </a:lnTo>
                      <a:lnTo>
                        <a:pt x="15199" y="57891"/>
                      </a:lnTo>
                      <a:lnTo>
                        <a:pt x="12618" y="56525"/>
                      </a:lnTo>
                      <a:lnTo>
                        <a:pt x="9619" y="54951"/>
                      </a:lnTo>
                      <a:lnTo>
                        <a:pt x="8531" y="51756"/>
                      </a:lnTo>
                      <a:lnTo>
                        <a:pt x="8091" y="50459"/>
                      </a:lnTo>
                      <a:lnTo>
                        <a:pt x="5602" y="48017"/>
                      </a:lnTo>
                      <a:lnTo>
                        <a:pt x="5533" y="46685"/>
                      </a:lnTo>
                      <a:lnTo>
                        <a:pt x="5406" y="43791"/>
                      </a:lnTo>
                      <a:lnTo>
                        <a:pt x="440" y="42703"/>
                      </a:lnTo>
                      <a:lnTo>
                        <a:pt x="0" y="42611"/>
                      </a:lnTo>
                      <a:lnTo>
                        <a:pt x="69" y="42298"/>
                      </a:lnTo>
                      <a:lnTo>
                        <a:pt x="139" y="42043"/>
                      </a:lnTo>
                      <a:lnTo>
                        <a:pt x="1181" y="37784"/>
                      </a:lnTo>
                      <a:lnTo>
                        <a:pt x="1192" y="37726"/>
                      </a:lnTo>
                      <a:lnTo>
                        <a:pt x="2049" y="37483"/>
                      </a:lnTo>
                      <a:lnTo>
                        <a:pt x="5394" y="36499"/>
                      </a:lnTo>
                      <a:lnTo>
                        <a:pt x="7374" y="34438"/>
                      </a:lnTo>
                      <a:lnTo>
                        <a:pt x="9376" y="31081"/>
                      </a:lnTo>
                      <a:lnTo>
                        <a:pt x="9712" y="23730"/>
                      </a:lnTo>
                      <a:lnTo>
                        <a:pt x="9724" y="23545"/>
                      </a:lnTo>
                      <a:lnTo>
                        <a:pt x="11657" y="22920"/>
                      </a:lnTo>
                      <a:lnTo>
                        <a:pt x="14805" y="21913"/>
                      </a:lnTo>
                      <a:lnTo>
                        <a:pt x="14157" y="11460"/>
                      </a:lnTo>
                      <a:lnTo>
                        <a:pt x="25907" y="6922"/>
                      </a:lnTo>
                      <a:lnTo>
                        <a:pt x="30699" y="2964"/>
                      </a:lnTo>
                      <a:lnTo>
                        <a:pt x="36244" y="0"/>
                      </a:lnTo>
                      <a:lnTo>
                        <a:pt x="38235" y="1018"/>
                      </a:lnTo>
                      <a:lnTo>
                        <a:pt x="40608" y="4607"/>
                      </a:lnTo>
                      <a:lnTo>
                        <a:pt x="41604" y="12074"/>
                      </a:lnTo>
                      <a:lnTo>
                        <a:pt x="42553" y="15292"/>
                      </a:lnTo>
                      <a:lnTo>
                        <a:pt x="44243" y="22619"/>
                      </a:lnTo>
                      <a:lnTo>
                        <a:pt x="46465" y="22781"/>
                      </a:lnTo>
                      <a:lnTo>
                        <a:pt x="44185" y="24448"/>
                      </a:lnTo>
                      <a:lnTo>
                        <a:pt x="44845" y="31764"/>
                      </a:lnTo>
                      <a:lnTo>
                        <a:pt x="47392" y="42298"/>
                      </a:lnTo>
                      <a:lnTo>
                        <a:pt x="48329" y="46176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EEFAAF82-80CF-D8E5-9324-6749E12887D2}"/>
                    </a:ext>
                  </a:extLst>
                </p:cNvPr>
                <p:cNvSpPr/>
                <p:nvPr/>
              </p:nvSpPr>
              <p:spPr>
                <a:xfrm>
                  <a:off x="10516983" y="6723043"/>
                  <a:ext cx="44625" cy="38883"/>
                </a:xfrm>
                <a:custGeom>
                  <a:avLst/>
                  <a:gdLst>
                    <a:gd name="connsiteX0" fmla="*/ 44000 w 44625"/>
                    <a:gd name="connsiteY0" fmla="*/ 4364 h 38883"/>
                    <a:gd name="connsiteX1" fmla="*/ 35179 w 44625"/>
                    <a:gd name="connsiteY1" fmla="*/ 16912 h 38883"/>
                    <a:gd name="connsiteX2" fmla="*/ 19864 w 44625"/>
                    <a:gd name="connsiteY2" fmla="*/ 30977 h 38883"/>
                    <a:gd name="connsiteX3" fmla="*/ 19123 w 44625"/>
                    <a:gd name="connsiteY3" fmla="*/ 31128 h 38883"/>
                    <a:gd name="connsiteX4" fmla="*/ 17179 w 44625"/>
                    <a:gd name="connsiteY4" fmla="*/ 31498 h 38883"/>
                    <a:gd name="connsiteX5" fmla="*/ 12710 w 44625"/>
                    <a:gd name="connsiteY5" fmla="*/ 37529 h 38883"/>
                    <a:gd name="connsiteX6" fmla="*/ 8080 w 44625"/>
                    <a:gd name="connsiteY6" fmla="*/ 38883 h 38883"/>
                    <a:gd name="connsiteX7" fmla="*/ 3044 w 44625"/>
                    <a:gd name="connsiteY7" fmla="*/ 36314 h 38883"/>
                    <a:gd name="connsiteX8" fmla="*/ 0 w 44625"/>
                    <a:gd name="connsiteY8" fmla="*/ 28118 h 38883"/>
                    <a:gd name="connsiteX9" fmla="*/ 2037 w 44625"/>
                    <a:gd name="connsiteY9" fmla="*/ 24680 h 38883"/>
                    <a:gd name="connsiteX10" fmla="*/ 4549 w 44625"/>
                    <a:gd name="connsiteY10" fmla="*/ 24205 h 38883"/>
                    <a:gd name="connsiteX11" fmla="*/ 5499 w 44625"/>
                    <a:gd name="connsiteY11" fmla="*/ 26809 h 38883"/>
                    <a:gd name="connsiteX12" fmla="*/ 8971 w 44625"/>
                    <a:gd name="connsiteY12" fmla="*/ 27354 h 38883"/>
                    <a:gd name="connsiteX13" fmla="*/ 11321 w 44625"/>
                    <a:gd name="connsiteY13" fmla="*/ 29970 h 38883"/>
                    <a:gd name="connsiteX14" fmla="*/ 9191 w 44625"/>
                    <a:gd name="connsiteY14" fmla="*/ 26891 h 38883"/>
                    <a:gd name="connsiteX15" fmla="*/ 5695 w 44625"/>
                    <a:gd name="connsiteY15" fmla="*/ 26405 h 38883"/>
                    <a:gd name="connsiteX16" fmla="*/ 4885 w 44625"/>
                    <a:gd name="connsiteY16" fmla="*/ 23870 h 38883"/>
                    <a:gd name="connsiteX17" fmla="*/ 2547 w 44625"/>
                    <a:gd name="connsiteY17" fmla="*/ 24332 h 38883"/>
                    <a:gd name="connsiteX18" fmla="*/ 1528 w 44625"/>
                    <a:gd name="connsiteY18" fmla="*/ 17549 h 38883"/>
                    <a:gd name="connsiteX19" fmla="*/ 9110 w 44625"/>
                    <a:gd name="connsiteY19" fmla="*/ 17920 h 38883"/>
                    <a:gd name="connsiteX20" fmla="*/ 12039 w 44625"/>
                    <a:gd name="connsiteY20" fmla="*/ 16218 h 38883"/>
                    <a:gd name="connsiteX21" fmla="*/ 14366 w 44625"/>
                    <a:gd name="connsiteY21" fmla="*/ 4966 h 38883"/>
                    <a:gd name="connsiteX22" fmla="*/ 17561 w 44625"/>
                    <a:gd name="connsiteY22" fmla="*/ 3658 h 38883"/>
                    <a:gd name="connsiteX23" fmla="*/ 19123 w 44625"/>
                    <a:gd name="connsiteY23" fmla="*/ 3936 h 38883"/>
                    <a:gd name="connsiteX24" fmla="*/ 24032 w 44625"/>
                    <a:gd name="connsiteY24" fmla="*/ 4827 h 38883"/>
                    <a:gd name="connsiteX25" fmla="*/ 44625 w 44625"/>
                    <a:gd name="connsiteY25" fmla="*/ 0 h 38883"/>
                    <a:gd name="connsiteX26" fmla="*/ 44000 w 44625"/>
                    <a:gd name="connsiteY26" fmla="*/ 4364 h 3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44625" h="38883">
                      <a:moveTo>
                        <a:pt x="44000" y="4364"/>
                      </a:moveTo>
                      <a:lnTo>
                        <a:pt x="35179" y="16912"/>
                      </a:lnTo>
                      <a:lnTo>
                        <a:pt x="19864" y="30977"/>
                      </a:lnTo>
                      <a:lnTo>
                        <a:pt x="19123" y="31128"/>
                      </a:lnTo>
                      <a:lnTo>
                        <a:pt x="17179" y="31498"/>
                      </a:lnTo>
                      <a:lnTo>
                        <a:pt x="12710" y="37529"/>
                      </a:lnTo>
                      <a:lnTo>
                        <a:pt x="8080" y="38883"/>
                      </a:lnTo>
                      <a:lnTo>
                        <a:pt x="3044" y="36314"/>
                      </a:lnTo>
                      <a:lnTo>
                        <a:pt x="0" y="28118"/>
                      </a:lnTo>
                      <a:lnTo>
                        <a:pt x="2037" y="24680"/>
                      </a:lnTo>
                      <a:lnTo>
                        <a:pt x="4549" y="24205"/>
                      </a:lnTo>
                      <a:lnTo>
                        <a:pt x="5499" y="26809"/>
                      </a:lnTo>
                      <a:lnTo>
                        <a:pt x="8971" y="27354"/>
                      </a:lnTo>
                      <a:lnTo>
                        <a:pt x="11321" y="29970"/>
                      </a:lnTo>
                      <a:lnTo>
                        <a:pt x="9191" y="26891"/>
                      </a:lnTo>
                      <a:lnTo>
                        <a:pt x="5695" y="26405"/>
                      </a:lnTo>
                      <a:lnTo>
                        <a:pt x="4885" y="23870"/>
                      </a:lnTo>
                      <a:lnTo>
                        <a:pt x="2547" y="24332"/>
                      </a:lnTo>
                      <a:lnTo>
                        <a:pt x="1528" y="17549"/>
                      </a:lnTo>
                      <a:lnTo>
                        <a:pt x="9110" y="17920"/>
                      </a:lnTo>
                      <a:lnTo>
                        <a:pt x="12039" y="16218"/>
                      </a:lnTo>
                      <a:lnTo>
                        <a:pt x="14366" y="4966"/>
                      </a:lnTo>
                      <a:lnTo>
                        <a:pt x="17561" y="3658"/>
                      </a:lnTo>
                      <a:lnTo>
                        <a:pt x="19123" y="3936"/>
                      </a:lnTo>
                      <a:lnTo>
                        <a:pt x="24032" y="4827"/>
                      </a:lnTo>
                      <a:lnTo>
                        <a:pt x="44625" y="0"/>
                      </a:lnTo>
                      <a:lnTo>
                        <a:pt x="44000" y="4364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13BDE6AE-1B06-E5DD-5C21-CA95121A184E}"/>
                    </a:ext>
                  </a:extLst>
                </p:cNvPr>
                <p:cNvSpPr/>
                <p:nvPr/>
              </p:nvSpPr>
              <p:spPr>
                <a:xfrm>
                  <a:off x="10402671" y="6771696"/>
                  <a:ext cx="43733" cy="22897"/>
                </a:xfrm>
                <a:custGeom>
                  <a:avLst/>
                  <a:gdLst>
                    <a:gd name="connsiteX0" fmla="*/ 13822 w 43733"/>
                    <a:gd name="connsiteY0" fmla="*/ 1609 h 22897"/>
                    <a:gd name="connsiteX1" fmla="*/ 12629 w 43733"/>
                    <a:gd name="connsiteY1" fmla="*/ 3148 h 22897"/>
                    <a:gd name="connsiteX2" fmla="*/ 14562 w 43733"/>
                    <a:gd name="connsiteY2" fmla="*/ 1841 h 22897"/>
                    <a:gd name="connsiteX3" fmla="*/ 20061 w 43733"/>
                    <a:gd name="connsiteY3" fmla="*/ 4515 h 22897"/>
                    <a:gd name="connsiteX4" fmla="*/ 24506 w 43733"/>
                    <a:gd name="connsiteY4" fmla="*/ 5394 h 22897"/>
                    <a:gd name="connsiteX5" fmla="*/ 24749 w 43733"/>
                    <a:gd name="connsiteY5" fmla="*/ 5973 h 22897"/>
                    <a:gd name="connsiteX6" fmla="*/ 22087 w 43733"/>
                    <a:gd name="connsiteY6" fmla="*/ 5661 h 22897"/>
                    <a:gd name="connsiteX7" fmla="*/ 21554 w 43733"/>
                    <a:gd name="connsiteY7" fmla="*/ 6100 h 22897"/>
                    <a:gd name="connsiteX8" fmla="*/ 21855 w 43733"/>
                    <a:gd name="connsiteY8" fmla="*/ 6355 h 22897"/>
                    <a:gd name="connsiteX9" fmla="*/ 26706 w 43733"/>
                    <a:gd name="connsiteY9" fmla="*/ 6506 h 22897"/>
                    <a:gd name="connsiteX10" fmla="*/ 27724 w 43733"/>
                    <a:gd name="connsiteY10" fmla="*/ 6911 h 22897"/>
                    <a:gd name="connsiteX11" fmla="*/ 28893 w 43733"/>
                    <a:gd name="connsiteY11" fmla="*/ 7362 h 22897"/>
                    <a:gd name="connsiteX12" fmla="*/ 30549 w 43733"/>
                    <a:gd name="connsiteY12" fmla="*/ 6633 h 22897"/>
                    <a:gd name="connsiteX13" fmla="*/ 32181 w 43733"/>
                    <a:gd name="connsiteY13" fmla="*/ 9041 h 22897"/>
                    <a:gd name="connsiteX14" fmla="*/ 28766 w 43733"/>
                    <a:gd name="connsiteY14" fmla="*/ 8172 h 22897"/>
                    <a:gd name="connsiteX15" fmla="*/ 28616 w 43733"/>
                    <a:gd name="connsiteY15" fmla="*/ 9284 h 22897"/>
                    <a:gd name="connsiteX16" fmla="*/ 40365 w 43733"/>
                    <a:gd name="connsiteY16" fmla="*/ 10696 h 22897"/>
                    <a:gd name="connsiteX17" fmla="*/ 41870 w 43733"/>
                    <a:gd name="connsiteY17" fmla="*/ 12282 h 22897"/>
                    <a:gd name="connsiteX18" fmla="*/ 39508 w 43733"/>
                    <a:gd name="connsiteY18" fmla="*/ 13949 h 22897"/>
                    <a:gd name="connsiteX19" fmla="*/ 38953 w 43733"/>
                    <a:gd name="connsiteY19" fmla="*/ 14343 h 22897"/>
                    <a:gd name="connsiteX20" fmla="*/ 38826 w 43733"/>
                    <a:gd name="connsiteY20" fmla="*/ 14331 h 22897"/>
                    <a:gd name="connsiteX21" fmla="*/ 36371 w 43733"/>
                    <a:gd name="connsiteY21" fmla="*/ 14042 h 22897"/>
                    <a:gd name="connsiteX22" fmla="*/ 37182 w 43733"/>
                    <a:gd name="connsiteY22" fmla="*/ 15246 h 22897"/>
                    <a:gd name="connsiteX23" fmla="*/ 39416 w 43733"/>
                    <a:gd name="connsiteY23" fmla="*/ 14562 h 22897"/>
                    <a:gd name="connsiteX24" fmla="*/ 41349 w 43733"/>
                    <a:gd name="connsiteY24" fmla="*/ 12919 h 22897"/>
                    <a:gd name="connsiteX25" fmla="*/ 43734 w 43733"/>
                    <a:gd name="connsiteY25" fmla="*/ 13775 h 22897"/>
                    <a:gd name="connsiteX26" fmla="*/ 40458 w 43733"/>
                    <a:gd name="connsiteY26" fmla="*/ 14794 h 22897"/>
                    <a:gd name="connsiteX27" fmla="*/ 39532 w 43733"/>
                    <a:gd name="connsiteY27" fmla="*/ 17213 h 22897"/>
                    <a:gd name="connsiteX28" fmla="*/ 31625 w 43733"/>
                    <a:gd name="connsiteY28" fmla="*/ 19587 h 22897"/>
                    <a:gd name="connsiteX29" fmla="*/ 27724 w 43733"/>
                    <a:gd name="connsiteY29" fmla="*/ 20617 h 22897"/>
                    <a:gd name="connsiteX30" fmla="*/ 26578 w 43733"/>
                    <a:gd name="connsiteY30" fmla="*/ 20918 h 22897"/>
                    <a:gd name="connsiteX31" fmla="*/ 25154 w 43733"/>
                    <a:gd name="connsiteY31" fmla="*/ 19621 h 22897"/>
                    <a:gd name="connsiteX32" fmla="*/ 23684 w 43733"/>
                    <a:gd name="connsiteY32" fmla="*/ 21705 h 22897"/>
                    <a:gd name="connsiteX33" fmla="*/ 20733 w 43733"/>
                    <a:gd name="connsiteY33" fmla="*/ 22897 h 22897"/>
                    <a:gd name="connsiteX34" fmla="*/ 13451 w 43733"/>
                    <a:gd name="connsiteY34" fmla="*/ 21913 h 22897"/>
                    <a:gd name="connsiteX35" fmla="*/ 11495 w 43733"/>
                    <a:gd name="connsiteY35" fmla="*/ 19494 h 22897"/>
                    <a:gd name="connsiteX36" fmla="*/ 10198 w 43733"/>
                    <a:gd name="connsiteY36" fmla="*/ 17885 h 22897"/>
                    <a:gd name="connsiteX37" fmla="*/ 8752 w 43733"/>
                    <a:gd name="connsiteY37" fmla="*/ 16091 h 22897"/>
                    <a:gd name="connsiteX38" fmla="*/ 3403 w 43733"/>
                    <a:gd name="connsiteY38" fmla="*/ 16808 h 22897"/>
                    <a:gd name="connsiteX39" fmla="*/ 0 w 43733"/>
                    <a:gd name="connsiteY39" fmla="*/ 10650 h 22897"/>
                    <a:gd name="connsiteX40" fmla="*/ 1389 w 43733"/>
                    <a:gd name="connsiteY40" fmla="*/ 9596 h 22897"/>
                    <a:gd name="connsiteX41" fmla="*/ 2095 w 43733"/>
                    <a:gd name="connsiteY41" fmla="*/ 9052 h 22897"/>
                    <a:gd name="connsiteX42" fmla="*/ 4272 w 43733"/>
                    <a:gd name="connsiteY42" fmla="*/ 9643 h 22897"/>
                    <a:gd name="connsiteX43" fmla="*/ 6031 w 43733"/>
                    <a:gd name="connsiteY43" fmla="*/ 10118 h 22897"/>
                    <a:gd name="connsiteX44" fmla="*/ 9110 w 43733"/>
                    <a:gd name="connsiteY44" fmla="*/ 7617 h 22897"/>
                    <a:gd name="connsiteX45" fmla="*/ 9851 w 43733"/>
                    <a:gd name="connsiteY45" fmla="*/ 243 h 22897"/>
                    <a:gd name="connsiteX46" fmla="*/ 9886 w 43733"/>
                    <a:gd name="connsiteY46" fmla="*/ 0 h 22897"/>
                    <a:gd name="connsiteX47" fmla="*/ 10083 w 43733"/>
                    <a:gd name="connsiteY47" fmla="*/ 81 h 22897"/>
                    <a:gd name="connsiteX48" fmla="*/ 13822 w 43733"/>
                    <a:gd name="connsiteY48" fmla="*/ 1609 h 22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43733" h="22897">
                      <a:moveTo>
                        <a:pt x="13822" y="1609"/>
                      </a:moveTo>
                      <a:lnTo>
                        <a:pt x="12629" y="3148"/>
                      </a:lnTo>
                      <a:lnTo>
                        <a:pt x="14562" y="1841"/>
                      </a:lnTo>
                      <a:lnTo>
                        <a:pt x="20061" y="4515"/>
                      </a:lnTo>
                      <a:lnTo>
                        <a:pt x="24506" y="5394"/>
                      </a:lnTo>
                      <a:lnTo>
                        <a:pt x="24749" y="5973"/>
                      </a:lnTo>
                      <a:lnTo>
                        <a:pt x="22087" y="5661"/>
                      </a:lnTo>
                      <a:lnTo>
                        <a:pt x="21554" y="6100"/>
                      </a:lnTo>
                      <a:lnTo>
                        <a:pt x="21855" y="6355"/>
                      </a:lnTo>
                      <a:lnTo>
                        <a:pt x="26706" y="6506"/>
                      </a:lnTo>
                      <a:lnTo>
                        <a:pt x="27724" y="6911"/>
                      </a:lnTo>
                      <a:lnTo>
                        <a:pt x="28893" y="7362"/>
                      </a:lnTo>
                      <a:lnTo>
                        <a:pt x="30549" y="6633"/>
                      </a:lnTo>
                      <a:lnTo>
                        <a:pt x="32181" y="9041"/>
                      </a:lnTo>
                      <a:lnTo>
                        <a:pt x="28766" y="8172"/>
                      </a:lnTo>
                      <a:lnTo>
                        <a:pt x="28616" y="9284"/>
                      </a:lnTo>
                      <a:lnTo>
                        <a:pt x="40365" y="10696"/>
                      </a:lnTo>
                      <a:lnTo>
                        <a:pt x="41870" y="12282"/>
                      </a:lnTo>
                      <a:lnTo>
                        <a:pt x="39508" y="13949"/>
                      </a:lnTo>
                      <a:lnTo>
                        <a:pt x="38953" y="14343"/>
                      </a:lnTo>
                      <a:lnTo>
                        <a:pt x="38826" y="14331"/>
                      </a:lnTo>
                      <a:lnTo>
                        <a:pt x="36371" y="14042"/>
                      </a:lnTo>
                      <a:lnTo>
                        <a:pt x="37182" y="15246"/>
                      </a:lnTo>
                      <a:lnTo>
                        <a:pt x="39416" y="14562"/>
                      </a:lnTo>
                      <a:lnTo>
                        <a:pt x="41349" y="12919"/>
                      </a:lnTo>
                      <a:lnTo>
                        <a:pt x="43734" y="13775"/>
                      </a:lnTo>
                      <a:lnTo>
                        <a:pt x="40458" y="14794"/>
                      </a:lnTo>
                      <a:lnTo>
                        <a:pt x="39532" y="17213"/>
                      </a:lnTo>
                      <a:lnTo>
                        <a:pt x="31625" y="19587"/>
                      </a:lnTo>
                      <a:lnTo>
                        <a:pt x="27724" y="20617"/>
                      </a:lnTo>
                      <a:lnTo>
                        <a:pt x="26578" y="20918"/>
                      </a:lnTo>
                      <a:lnTo>
                        <a:pt x="25154" y="19621"/>
                      </a:lnTo>
                      <a:lnTo>
                        <a:pt x="23684" y="21705"/>
                      </a:lnTo>
                      <a:lnTo>
                        <a:pt x="20733" y="22897"/>
                      </a:lnTo>
                      <a:lnTo>
                        <a:pt x="13451" y="21913"/>
                      </a:lnTo>
                      <a:lnTo>
                        <a:pt x="11495" y="19494"/>
                      </a:lnTo>
                      <a:lnTo>
                        <a:pt x="10198" y="17885"/>
                      </a:lnTo>
                      <a:lnTo>
                        <a:pt x="8752" y="16091"/>
                      </a:lnTo>
                      <a:lnTo>
                        <a:pt x="3403" y="16808"/>
                      </a:lnTo>
                      <a:lnTo>
                        <a:pt x="0" y="10650"/>
                      </a:lnTo>
                      <a:lnTo>
                        <a:pt x="1389" y="9596"/>
                      </a:lnTo>
                      <a:lnTo>
                        <a:pt x="2095" y="9052"/>
                      </a:lnTo>
                      <a:lnTo>
                        <a:pt x="4272" y="9643"/>
                      </a:lnTo>
                      <a:lnTo>
                        <a:pt x="6031" y="10118"/>
                      </a:lnTo>
                      <a:lnTo>
                        <a:pt x="9110" y="7617"/>
                      </a:lnTo>
                      <a:lnTo>
                        <a:pt x="9851" y="243"/>
                      </a:lnTo>
                      <a:lnTo>
                        <a:pt x="9886" y="0"/>
                      </a:lnTo>
                      <a:lnTo>
                        <a:pt x="10083" y="81"/>
                      </a:lnTo>
                      <a:lnTo>
                        <a:pt x="13822" y="1609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4FB4A67D-6D43-1DF7-3210-4CDCC0D1CA86}"/>
                    </a:ext>
                  </a:extLst>
                </p:cNvPr>
                <p:cNvSpPr/>
                <p:nvPr/>
              </p:nvSpPr>
              <p:spPr>
                <a:xfrm>
                  <a:off x="10536164" y="6612343"/>
                  <a:ext cx="38836" cy="21357"/>
                </a:xfrm>
                <a:custGeom>
                  <a:avLst/>
                  <a:gdLst>
                    <a:gd name="connsiteX0" fmla="*/ 34137 w 38836"/>
                    <a:gd name="connsiteY0" fmla="*/ 2639 h 21357"/>
                    <a:gd name="connsiteX1" fmla="*/ 38837 w 38836"/>
                    <a:gd name="connsiteY1" fmla="*/ 4943 h 21357"/>
                    <a:gd name="connsiteX2" fmla="*/ 33096 w 38836"/>
                    <a:gd name="connsiteY2" fmla="*/ 12109 h 21357"/>
                    <a:gd name="connsiteX3" fmla="*/ 19181 w 38836"/>
                    <a:gd name="connsiteY3" fmla="*/ 19170 h 21357"/>
                    <a:gd name="connsiteX4" fmla="*/ 13868 w 38836"/>
                    <a:gd name="connsiteY4" fmla="*/ 21056 h 21357"/>
                    <a:gd name="connsiteX5" fmla="*/ 2338 w 38836"/>
                    <a:gd name="connsiteY5" fmla="*/ 21357 h 21357"/>
                    <a:gd name="connsiteX6" fmla="*/ 0 w 38836"/>
                    <a:gd name="connsiteY6" fmla="*/ 18024 h 21357"/>
                    <a:gd name="connsiteX7" fmla="*/ 1678 w 38836"/>
                    <a:gd name="connsiteY7" fmla="*/ 13428 h 21357"/>
                    <a:gd name="connsiteX8" fmla="*/ 7478 w 38836"/>
                    <a:gd name="connsiteY8" fmla="*/ 9295 h 21357"/>
                    <a:gd name="connsiteX9" fmla="*/ 8832 w 38836"/>
                    <a:gd name="connsiteY9" fmla="*/ 5510 h 21357"/>
                    <a:gd name="connsiteX10" fmla="*/ 16125 w 38836"/>
                    <a:gd name="connsiteY10" fmla="*/ 1342 h 21357"/>
                    <a:gd name="connsiteX11" fmla="*/ 15465 w 38836"/>
                    <a:gd name="connsiteY11" fmla="*/ 4225 h 21357"/>
                    <a:gd name="connsiteX12" fmla="*/ 16530 w 38836"/>
                    <a:gd name="connsiteY12" fmla="*/ 1447 h 21357"/>
                    <a:gd name="connsiteX13" fmla="*/ 19714 w 38836"/>
                    <a:gd name="connsiteY13" fmla="*/ 764 h 21357"/>
                    <a:gd name="connsiteX14" fmla="*/ 24657 w 38836"/>
                    <a:gd name="connsiteY14" fmla="*/ 0 h 21357"/>
                    <a:gd name="connsiteX15" fmla="*/ 27354 w 38836"/>
                    <a:gd name="connsiteY15" fmla="*/ 2408 h 21357"/>
                    <a:gd name="connsiteX16" fmla="*/ 34137 w 38836"/>
                    <a:gd name="connsiteY16" fmla="*/ 2639 h 21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8836" h="21357">
                      <a:moveTo>
                        <a:pt x="34137" y="2639"/>
                      </a:moveTo>
                      <a:lnTo>
                        <a:pt x="38837" y="4943"/>
                      </a:lnTo>
                      <a:lnTo>
                        <a:pt x="33096" y="12109"/>
                      </a:lnTo>
                      <a:lnTo>
                        <a:pt x="19181" y="19170"/>
                      </a:lnTo>
                      <a:lnTo>
                        <a:pt x="13868" y="21056"/>
                      </a:lnTo>
                      <a:lnTo>
                        <a:pt x="2338" y="21357"/>
                      </a:lnTo>
                      <a:lnTo>
                        <a:pt x="0" y="18024"/>
                      </a:lnTo>
                      <a:lnTo>
                        <a:pt x="1678" y="13428"/>
                      </a:lnTo>
                      <a:lnTo>
                        <a:pt x="7478" y="9295"/>
                      </a:lnTo>
                      <a:lnTo>
                        <a:pt x="8832" y="5510"/>
                      </a:lnTo>
                      <a:lnTo>
                        <a:pt x="16125" y="1342"/>
                      </a:lnTo>
                      <a:lnTo>
                        <a:pt x="15465" y="4225"/>
                      </a:lnTo>
                      <a:lnTo>
                        <a:pt x="16530" y="1447"/>
                      </a:lnTo>
                      <a:lnTo>
                        <a:pt x="19714" y="764"/>
                      </a:lnTo>
                      <a:lnTo>
                        <a:pt x="24657" y="0"/>
                      </a:lnTo>
                      <a:lnTo>
                        <a:pt x="27354" y="2408"/>
                      </a:lnTo>
                      <a:lnTo>
                        <a:pt x="34137" y="2639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F49915ED-B3BF-45B1-01A5-9369AF693A79}"/>
                    </a:ext>
                  </a:extLst>
                </p:cNvPr>
                <p:cNvSpPr/>
                <p:nvPr/>
              </p:nvSpPr>
              <p:spPr>
                <a:xfrm>
                  <a:off x="10761882" y="6143485"/>
                  <a:ext cx="24239" cy="32736"/>
                </a:xfrm>
                <a:custGeom>
                  <a:avLst/>
                  <a:gdLst>
                    <a:gd name="connsiteX0" fmla="*/ 15477 w 24239"/>
                    <a:gd name="connsiteY0" fmla="*/ 32424 h 32736"/>
                    <a:gd name="connsiteX1" fmla="*/ 15489 w 24239"/>
                    <a:gd name="connsiteY1" fmla="*/ 32736 h 32736"/>
                    <a:gd name="connsiteX2" fmla="*/ 8647 w 24239"/>
                    <a:gd name="connsiteY2" fmla="*/ 26960 h 32736"/>
                    <a:gd name="connsiteX3" fmla="*/ 0 w 24239"/>
                    <a:gd name="connsiteY3" fmla="*/ 19644 h 32736"/>
                    <a:gd name="connsiteX4" fmla="*/ 3959 w 24239"/>
                    <a:gd name="connsiteY4" fmla="*/ 18429 h 32736"/>
                    <a:gd name="connsiteX5" fmla="*/ 4468 w 24239"/>
                    <a:gd name="connsiteY5" fmla="*/ 18278 h 32736"/>
                    <a:gd name="connsiteX6" fmla="*/ 4931 w 24239"/>
                    <a:gd name="connsiteY6" fmla="*/ 18139 h 32736"/>
                    <a:gd name="connsiteX7" fmla="*/ 7756 w 24239"/>
                    <a:gd name="connsiteY7" fmla="*/ 12756 h 32736"/>
                    <a:gd name="connsiteX8" fmla="*/ 10152 w 24239"/>
                    <a:gd name="connsiteY8" fmla="*/ 11414 h 32736"/>
                    <a:gd name="connsiteX9" fmla="*/ 9689 w 24239"/>
                    <a:gd name="connsiteY9" fmla="*/ 8728 h 32736"/>
                    <a:gd name="connsiteX10" fmla="*/ 15442 w 24239"/>
                    <a:gd name="connsiteY10" fmla="*/ 8207 h 32736"/>
                    <a:gd name="connsiteX11" fmla="*/ 16577 w 24239"/>
                    <a:gd name="connsiteY11" fmla="*/ 5452 h 32736"/>
                    <a:gd name="connsiteX12" fmla="*/ 20154 w 24239"/>
                    <a:gd name="connsiteY12" fmla="*/ 3669 h 32736"/>
                    <a:gd name="connsiteX13" fmla="*/ 20871 w 24239"/>
                    <a:gd name="connsiteY13" fmla="*/ 567 h 32736"/>
                    <a:gd name="connsiteX14" fmla="*/ 22110 w 24239"/>
                    <a:gd name="connsiteY14" fmla="*/ 0 h 32736"/>
                    <a:gd name="connsiteX15" fmla="*/ 24171 w 24239"/>
                    <a:gd name="connsiteY15" fmla="*/ 6077 h 32736"/>
                    <a:gd name="connsiteX16" fmla="*/ 24240 w 24239"/>
                    <a:gd name="connsiteY16" fmla="*/ 6274 h 32736"/>
                    <a:gd name="connsiteX17" fmla="*/ 24205 w 24239"/>
                    <a:gd name="connsiteY17" fmla="*/ 6286 h 32736"/>
                    <a:gd name="connsiteX18" fmla="*/ 20385 w 24239"/>
                    <a:gd name="connsiteY18" fmla="*/ 7513 h 32736"/>
                    <a:gd name="connsiteX19" fmla="*/ 19332 w 24239"/>
                    <a:gd name="connsiteY19" fmla="*/ 8554 h 32736"/>
                    <a:gd name="connsiteX20" fmla="*/ 19088 w 24239"/>
                    <a:gd name="connsiteY20" fmla="*/ 15870 h 32736"/>
                    <a:gd name="connsiteX21" fmla="*/ 15454 w 24239"/>
                    <a:gd name="connsiteY21" fmla="*/ 20999 h 32736"/>
                    <a:gd name="connsiteX22" fmla="*/ 15407 w 24239"/>
                    <a:gd name="connsiteY22" fmla="*/ 21056 h 32736"/>
                    <a:gd name="connsiteX23" fmla="*/ 14898 w 24239"/>
                    <a:gd name="connsiteY23" fmla="*/ 21195 h 32736"/>
                    <a:gd name="connsiteX24" fmla="*/ 11217 w 24239"/>
                    <a:gd name="connsiteY24" fmla="*/ 22179 h 32736"/>
                    <a:gd name="connsiteX25" fmla="*/ 11136 w 24239"/>
                    <a:gd name="connsiteY25" fmla="*/ 22503 h 32736"/>
                    <a:gd name="connsiteX26" fmla="*/ 10221 w 24239"/>
                    <a:gd name="connsiteY26" fmla="*/ 26555 h 32736"/>
                    <a:gd name="connsiteX27" fmla="*/ 10129 w 24239"/>
                    <a:gd name="connsiteY27" fmla="*/ 26960 h 32736"/>
                    <a:gd name="connsiteX28" fmla="*/ 10036 w 24239"/>
                    <a:gd name="connsiteY28" fmla="*/ 27377 h 32736"/>
                    <a:gd name="connsiteX29" fmla="*/ 10673 w 24239"/>
                    <a:gd name="connsiteY29" fmla="*/ 27527 h 32736"/>
                    <a:gd name="connsiteX30" fmla="*/ 14331 w 24239"/>
                    <a:gd name="connsiteY30" fmla="*/ 28395 h 32736"/>
                    <a:gd name="connsiteX31" fmla="*/ 15431 w 24239"/>
                    <a:gd name="connsiteY31" fmla="*/ 28662 h 32736"/>
                    <a:gd name="connsiteX32" fmla="*/ 15454 w 24239"/>
                    <a:gd name="connsiteY32" fmla="*/ 28662 h 32736"/>
                    <a:gd name="connsiteX33" fmla="*/ 15477 w 24239"/>
                    <a:gd name="connsiteY33" fmla="*/ 31359 h 32736"/>
                    <a:gd name="connsiteX34" fmla="*/ 15477 w 24239"/>
                    <a:gd name="connsiteY34" fmla="*/ 32331 h 32736"/>
                    <a:gd name="connsiteX35" fmla="*/ 15477 w 24239"/>
                    <a:gd name="connsiteY35" fmla="*/ 32424 h 32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24239" h="32736">
                      <a:moveTo>
                        <a:pt x="15477" y="32424"/>
                      </a:moveTo>
                      <a:lnTo>
                        <a:pt x="15489" y="32736"/>
                      </a:lnTo>
                      <a:lnTo>
                        <a:pt x="8647" y="26960"/>
                      </a:lnTo>
                      <a:lnTo>
                        <a:pt x="0" y="19644"/>
                      </a:lnTo>
                      <a:lnTo>
                        <a:pt x="3959" y="18429"/>
                      </a:lnTo>
                      <a:lnTo>
                        <a:pt x="4468" y="18278"/>
                      </a:lnTo>
                      <a:lnTo>
                        <a:pt x="4931" y="18139"/>
                      </a:lnTo>
                      <a:lnTo>
                        <a:pt x="7756" y="12756"/>
                      </a:lnTo>
                      <a:lnTo>
                        <a:pt x="10152" y="11414"/>
                      </a:lnTo>
                      <a:lnTo>
                        <a:pt x="9689" y="8728"/>
                      </a:lnTo>
                      <a:lnTo>
                        <a:pt x="15442" y="8207"/>
                      </a:lnTo>
                      <a:lnTo>
                        <a:pt x="16577" y="5452"/>
                      </a:lnTo>
                      <a:lnTo>
                        <a:pt x="20154" y="3669"/>
                      </a:lnTo>
                      <a:lnTo>
                        <a:pt x="20871" y="567"/>
                      </a:lnTo>
                      <a:lnTo>
                        <a:pt x="22110" y="0"/>
                      </a:lnTo>
                      <a:lnTo>
                        <a:pt x="24171" y="6077"/>
                      </a:lnTo>
                      <a:lnTo>
                        <a:pt x="24240" y="6274"/>
                      </a:lnTo>
                      <a:lnTo>
                        <a:pt x="24205" y="6286"/>
                      </a:lnTo>
                      <a:lnTo>
                        <a:pt x="20385" y="7513"/>
                      </a:lnTo>
                      <a:lnTo>
                        <a:pt x="19332" y="8554"/>
                      </a:lnTo>
                      <a:lnTo>
                        <a:pt x="19088" y="15870"/>
                      </a:lnTo>
                      <a:lnTo>
                        <a:pt x="15454" y="20999"/>
                      </a:lnTo>
                      <a:lnTo>
                        <a:pt x="15407" y="21056"/>
                      </a:lnTo>
                      <a:lnTo>
                        <a:pt x="14898" y="21195"/>
                      </a:lnTo>
                      <a:lnTo>
                        <a:pt x="11217" y="22179"/>
                      </a:lnTo>
                      <a:lnTo>
                        <a:pt x="11136" y="22503"/>
                      </a:lnTo>
                      <a:lnTo>
                        <a:pt x="10221" y="26555"/>
                      </a:lnTo>
                      <a:lnTo>
                        <a:pt x="10129" y="26960"/>
                      </a:lnTo>
                      <a:lnTo>
                        <a:pt x="10036" y="27377"/>
                      </a:lnTo>
                      <a:lnTo>
                        <a:pt x="10673" y="27527"/>
                      </a:lnTo>
                      <a:lnTo>
                        <a:pt x="14331" y="28395"/>
                      </a:lnTo>
                      <a:lnTo>
                        <a:pt x="15431" y="28662"/>
                      </a:lnTo>
                      <a:lnTo>
                        <a:pt x="15454" y="28662"/>
                      </a:lnTo>
                      <a:lnTo>
                        <a:pt x="15477" y="31359"/>
                      </a:lnTo>
                      <a:lnTo>
                        <a:pt x="15477" y="32331"/>
                      </a:lnTo>
                      <a:lnTo>
                        <a:pt x="15477" y="32424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D79D47B-4B43-1B92-1459-92BE1F115222}"/>
                    </a:ext>
                  </a:extLst>
                </p:cNvPr>
                <p:cNvSpPr/>
                <p:nvPr/>
              </p:nvSpPr>
              <p:spPr>
                <a:xfrm>
                  <a:off x="10507734" y="6739330"/>
                  <a:ext cx="10777" cy="18371"/>
                </a:xfrm>
                <a:custGeom>
                  <a:avLst/>
                  <a:gdLst>
                    <a:gd name="connsiteX0" fmla="*/ 10777 w 10777"/>
                    <a:gd name="connsiteY0" fmla="*/ 6239 h 18371"/>
                    <a:gd name="connsiteX1" fmla="*/ 5915 w 10777"/>
                    <a:gd name="connsiteY1" fmla="*/ 18371 h 18371"/>
                    <a:gd name="connsiteX2" fmla="*/ 2940 w 10777"/>
                    <a:gd name="connsiteY2" fmla="*/ 11391 h 18371"/>
                    <a:gd name="connsiteX3" fmla="*/ 625 w 10777"/>
                    <a:gd name="connsiteY3" fmla="*/ 10199 h 18371"/>
                    <a:gd name="connsiteX4" fmla="*/ 0 w 10777"/>
                    <a:gd name="connsiteY4" fmla="*/ 6390 h 18371"/>
                    <a:gd name="connsiteX5" fmla="*/ 3565 w 10777"/>
                    <a:gd name="connsiteY5" fmla="*/ 1251 h 18371"/>
                    <a:gd name="connsiteX6" fmla="*/ 7848 w 10777"/>
                    <a:gd name="connsiteY6" fmla="*/ 0 h 18371"/>
                    <a:gd name="connsiteX7" fmla="*/ 10140 w 10777"/>
                    <a:gd name="connsiteY7" fmla="*/ 533 h 18371"/>
                    <a:gd name="connsiteX8" fmla="*/ 10777 w 10777"/>
                    <a:gd name="connsiteY8" fmla="*/ 6239 h 18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777" h="18371">
                      <a:moveTo>
                        <a:pt x="10777" y="6239"/>
                      </a:moveTo>
                      <a:lnTo>
                        <a:pt x="5915" y="18371"/>
                      </a:lnTo>
                      <a:lnTo>
                        <a:pt x="2940" y="11391"/>
                      </a:lnTo>
                      <a:lnTo>
                        <a:pt x="625" y="10199"/>
                      </a:lnTo>
                      <a:lnTo>
                        <a:pt x="0" y="6390"/>
                      </a:lnTo>
                      <a:lnTo>
                        <a:pt x="3565" y="1251"/>
                      </a:lnTo>
                      <a:lnTo>
                        <a:pt x="7848" y="0"/>
                      </a:lnTo>
                      <a:lnTo>
                        <a:pt x="10140" y="533"/>
                      </a:lnTo>
                      <a:lnTo>
                        <a:pt x="10777" y="6239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D3716C9B-E706-4DA7-A674-3A8E97F4306D}"/>
                    </a:ext>
                  </a:extLst>
                </p:cNvPr>
                <p:cNvSpPr/>
                <p:nvPr/>
              </p:nvSpPr>
              <p:spPr>
                <a:xfrm>
                  <a:off x="10424434" y="5923069"/>
                  <a:ext cx="31335" cy="6401"/>
                </a:xfrm>
                <a:custGeom>
                  <a:avLst/>
                  <a:gdLst>
                    <a:gd name="connsiteX0" fmla="*/ 7490 w 31335"/>
                    <a:gd name="connsiteY0" fmla="*/ 0 h 6401"/>
                    <a:gd name="connsiteX1" fmla="*/ 26601 w 31335"/>
                    <a:gd name="connsiteY1" fmla="*/ 2848 h 6401"/>
                    <a:gd name="connsiteX2" fmla="*/ 31336 w 31335"/>
                    <a:gd name="connsiteY2" fmla="*/ 4908 h 6401"/>
                    <a:gd name="connsiteX3" fmla="*/ 27504 w 31335"/>
                    <a:gd name="connsiteY3" fmla="*/ 5800 h 6401"/>
                    <a:gd name="connsiteX4" fmla="*/ 23615 w 31335"/>
                    <a:gd name="connsiteY4" fmla="*/ 4167 h 6401"/>
                    <a:gd name="connsiteX5" fmla="*/ 27030 w 31335"/>
                    <a:gd name="connsiteY5" fmla="*/ 6297 h 6401"/>
                    <a:gd name="connsiteX6" fmla="*/ 25212 w 31335"/>
                    <a:gd name="connsiteY6" fmla="*/ 6274 h 6401"/>
                    <a:gd name="connsiteX7" fmla="*/ 22619 w 31335"/>
                    <a:gd name="connsiteY7" fmla="*/ 5221 h 6401"/>
                    <a:gd name="connsiteX8" fmla="*/ 18000 w 31335"/>
                    <a:gd name="connsiteY8" fmla="*/ 5302 h 6401"/>
                    <a:gd name="connsiteX9" fmla="*/ 17723 w 31335"/>
                    <a:gd name="connsiteY9" fmla="*/ 4688 h 6401"/>
                    <a:gd name="connsiteX10" fmla="*/ 13023 w 31335"/>
                    <a:gd name="connsiteY10" fmla="*/ 4850 h 6401"/>
                    <a:gd name="connsiteX11" fmla="*/ 12513 w 31335"/>
                    <a:gd name="connsiteY11" fmla="*/ 2269 h 6401"/>
                    <a:gd name="connsiteX12" fmla="*/ 12224 w 31335"/>
                    <a:gd name="connsiteY12" fmla="*/ 4306 h 6401"/>
                    <a:gd name="connsiteX13" fmla="*/ 11148 w 31335"/>
                    <a:gd name="connsiteY13" fmla="*/ 2420 h 6401"/>
                    <a:gd name="connsiteX14" fmla="*/ 11784 w 31335"/>
                    <a:gd name="connsiteY14" fmla="*/ 4179 h 6401"/>
                    <a:gd name="connsiteX15" fmla="*/ 8150 w 31335"/>
                    <a:gd name="connsiteY15" fmla="*/ 4271 h 6401"/>
                    <a:gd name="connsiteX16" fmla="*/ 6610 w 31335"/>
                    <a:gd name="connsiteY16" fmla="*/ 6402 h 6401"/>
                    <a:gd name="connsiteX17" fmla="*/ 5962 w 31335"/>
                    <a:gd name="connsiteY17" fmla="*/ 4110 h 6401"/>
                    <a:gd name="connsiteX18" fmla="*/ 5730 w 31335"/>
                    <a:gd name="connsiteY18" fmla="*/ 3288 h 6401"/>
                    <a:gd name="connsiteX19" fmla="*/ 5962 w 31335"/>
                    <a:gd name="connsiteY19" fmla="*/ 2859 h 6401"/>
                    <a:gd name="connsiteX20" fmla="*/ 7339 w 31335"/>
                    <a:gd name="connsiteY20" fmla="*/ 371 h 6401"/>
                    <a:gd name="connsiteX21" fmla="*/ 5962 w 31335"/>
                    <a:gd name="connsiteY21" fmla="*/ 718 h 6401"/>
                    <a:gd name="connsiteX22" fmla="*/ 2987 w 31335"/>
                    <a:gd name="connsiteY22" fmla="*/ 1459 h 6401"/>
                    <a:gd name="connsiteX23" fmla="*/ 3253 w 31335"/>
                    <a:gd name="connsiteY23" fmla="*/ 2628 h 6401"/>
                    <a:gd name="connsiteX24" fmla="*/ 695 w 31335"/>
                    <a:gd name="connsiteY24" fmla="*/ 1609 h 6401"/>
                    <a:gd name="connsiteX25" fmla="*/ 0 w 31335"/>
                    <a:gd name="connsiteY25" fmla="*/ 3658 h 6401"/>
                    <a:gd name="connsiteX26" fmla="*/ 12 w 31335"/>
                    <a:gd name="connsiteY26" fmla="*/ 1019 h 6401"/>
                    <a:gd name="connsiteX27" fmla="*/ 5962 w 31335"/>
                    <a:gd name="connsiteY27" fmla="*/ 208 h 6401"/>
                    <a:gd name="connsiteX28" fmla="*/ 7490 w 31335"/>
                    <a:gd name="connsiteY28" fmla="*/ 0 h 64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1335" h="6401">
                      <a:moveTo>
                        <a:pt x="7490" y="0"/>
                      </a:moveTo>
                      <a:lnTo>
                        <a:pt x="26601" y="2848"/>
                      </a:lnTo>
                      <a:lnTo>
                        <a:pt x="31336" y="4908"/>
                      </a:lnTo>
                      <a:lnTo>
                        <a:pt x="27504" y="5800"/>
                      </a:lnTo>
                      <a:lnTo>
                        <a:pt x="23615" y="4167"/>
                      </a:lnTo>
                      <a:lnTo>
                        <a:pt x="27030" y="6297"/>
                      </a:lnTo>
                      <a:lnTo>
                        <a:pt x="25212" y="6274"/>
                      </a:lnTo>
                      <a:lnTo>
                        <a:pt x="22619" y="5221"/>
                      </a:lnTo>
                      <a:lnTo>
                        <a:pt x="18000" y="5302"/>
                      </a:lnTo>
                      <a:lnTo>
                        <a:pt x="17723" y="4688"/>
                      </a:lnTo>
                      <a:lnTo>
                        <a:pt x="13023" y="4850"/>
                      </a:lnTo>
                      <a:lnTo>
                        <a:pt x="12513" y="2269"/>
                      </a:lnTo>
                      <a:lnTo>
                        <a:pt x="12224" y="4306"/>
                      </a:lnTo>
                      <a:lnTo>
                        <a:pt x="11148" y="2420"/>
                      </a:lnTo>
                      <a:lnTo>
                        <a:pt x="11784" y="4179"/>
                      </a:lnTo>
                      <a:lnTo>
                        <a:pt x="8150" y="4271"/>
                      </a:lnTo>
                      <a:lnTo>
                        <a:pt x="6610" y="6402"/>
                      </a:lnTo>
                      <a:lnTo>
                        <a:pt x="5962" y="4110"/>
                      </a:lnTo>
                      <a:lnTo>
                        <a:pt x="5730" y="3288"/>
                      </a:lnTo>
                      <a:lnTo>
                        <a:pt x="5962" y="2859"/>
                      </a:lnTo>
                      <a:lnTo>
                        <a:pt x="7339" y="371"/>
                      </a:lnTo>
                      <a:lnTo>
                        <a:pt x="5962" y="718"/>
                      </a:lnTo>
                      <a:lnTo>
                        <a:pt x="2987" y="1459"/>
                      </a:lnTo>
                      <a:lnTo>
                        <a:pt x="3253" y="2628"/>
                      </a:lnTo>
                      <a:lnTo>
                        <a:pt x="695" y="1609"/>
                      </a:lnTo>
                      <a:lnTo>
                        <a:pt x="0" y="3658"/>
                      </a:lnTo>
                      <a:lnTo>
                        <a:pt x="12" y="1019"/>
                      </a:lnTo>
                      <a:lnTo>
                        <a:pt x="5962" y="208"/>
                      </a:lnTo>
                      <a:lnTo>
                        <a:pt x="7490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5DB8AEC0-2DB6-1E0F-03E3-F65BB662839C}"/>
                    </a:ext>
                  </a:extLst>
                </p:cNvPr>
                <p:cNvSpPr/>
                <p:nvPr/>
              </p:nvSpPr>
              <p:spPr>
                <a:xfrm>
                  <a:off x="10653162" y="6563735"/>
                  <a:ext cx="12015" cy="8948"/>
                </a:xfrm>
                <a:custGeom>
                  <a:avLst/>
                  <a:gdLst>
                    <a:gd name="connsiteX0" fmla="*/ 11101 w 12015"/>
                    <a:gd name="connsiteY0" fmla="*/ 0 h 8948"/>
                    <a:gd name="connsiteX1" fmla="*/ 12016 w 12015"/>
                    <a:gd name="connsiteY1" fmla="*/ 4318 h 8948"/>
                    <a:gd name="connsiteX2" fmla="*/ 10372 w 12015"/>
                    <a:gd name="connsiteY2" fmla="*/ 4712 h 8948"/>
                    <a:gd name="connsiteX3" fmla="*/ 8196 w 12015"/>
                    <a:gd name="connsiteY3" fmla="*/ 5707 h 8948"/>
                    <a:gd name="connsiteX4" fmla="*/ 8647 w 12015"/>
                    <a:gd name="connsiteY4" fmla="*/ 5291 h 8948"/>
                    <a:gd name="connsiteX5" fmla="*/ 10187 w 12015"/>
                    <a:gd name="connsiteY5" fmla="*/ 3867 h 8948"/>
                    <a:gd name="connsiteX6" fmla="*/ 8809 w 12015"/>
                    <a:gd name="connsiteY6" fmla="*/ 4075 h 8948"/>
                    <a:gd name="connsiteX7" fmla="*/ 8068 w 12015"/>
                    <a:gd name="connsiteY7" fmla="*/ 5731 h 8948"/>
                    <a:gd name="connsiteX8" fmla="*/ 6946 w 12015"/>
                    <a:gd name="connsiteY8" fmla="*/ 8948 h 8948"/>
                    <a:gd name="connsiteX9" fmla="*/ 0 w 12015"/>
                    <a:gd name="connsiteY9" fmla="*/ 5592 h 8948"/>
                    <a:gd name="connsiteX10" fmla="*/ 1123 w 12015"/>
                    <a:gd name="connsiteY10" fmla="*/ 1795 h 8948"/>
                    <a:gd name="connsiteX11" fmla="*/ 3658 w 12015"/>
                    <a:gd name="connsiteY11" fmla="*/ 1378 h 8948"/>
                    <a:gd name="connsiteX12" fmla="*/ 4526 w 12015"/>
                    <a:gd name="connsiteY12" fmla="*/ 3138 h 8948"/>
                    <a:gd name="connsiteX13" fmla="*/ 4329 w 12015"/>
                    <a:gd name="connsiteY13" fmla="*/ 1783 h 8948"/>
                    <a:gd name="connsiteX14" fmla="*/ 11101 w 12015"/>
                    <a:gd name="connsiteY14" fmla="*/ 0 h 8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2015" h="8948">
                      <a:moveTo>
                        <a:pt x="11101" y="0"/>
                      </a:moveTo>
                      <a:lnTo>
                        <a:pt x="12016" y="4318"/>
                      </a:lnTo>
                      <a:lnTo>
                        <a:pt x="10372" y="4712"/>
                      </a:lnTo>
                      <a:lnTo>
                        <a:pt x="8196" y="5707"/>
                      </a:lnTo>
                      <a:lnTo>
                        <a:pt x="8647" y="5291"/>
                      </a:lnTo>
                      <a:lnTo>
                        <a:pt x="10187" y="3867"/>
                      </a:lnTo>
                      <a:lnTo>
                        <a:pt x="8809" y="4075"/>
                      </a:lnTo>
                      <a:lnTo>
                        <a:pt x="8068" y="5731"/>
                      </a:lnTo>
                      <a:lnTo>
                        <a:pt x="6946" y="8948"/>
                      </a:lnTo>
                      <a:lnTo>
                        <a:pt x="0" y="5592"/>
                      </a:lnTo>
                      <a:lnTo>
                        <a:pt x="1123" y="1795"/>
                      </a:lnTo>
                      <a:lnTo>
                        <a:pt x="3658" y="1378"/>
                      </a:lnTo>
                      <a:lnTo>
                        <a:pt x="4526" y="3138"/>
                      </a:lnTo>
                      <a:lnTo>
                        <a:pt x="4329" y="1783"/>
                      </a:lnTo>
                      <a:lnTo>
                        <a:pt x="11101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655F1C73-2AC9-9ACA-A7FB-0C85CB197E38}"/>
                    </a:ext>
                  </a:extLst>
                </p:cNvPr>
                <p:cNvSpPr/>
                <p:nvPr/>
              </p:nvSpPr>
              <p:spPr>
                <a:xfrm>
                  <a:off x="10492408" y="5925893"/>
                  <a:ext cx="13740" cy="12733"/>
                </a:xfrm>
                <a:custGeom>
                  <a:avLst/>
                  <a:gdLst>
                    <a:gd name="connsiteX0" fmla="*/ 10221 w 13740"/>
                    <a:gd name="connsiteY0" fmla="*/ 5314 h 12733"/>
                    <a:gd name="connsiteX1" fmla="*/ 13740 w 13740"/>
                    <a:gd name="connsiteY1" fmla="*/ 5730 h 12733"/>
                    <a:gd name="connsiteX2" fmla="*/ 10592 w 13740"/>
                    <a:gd name="connsiteY2" fmla="*/ 8034 h 12733"/>
                    <a:gd name="connsiteX3" fmla="*/ 7906 w 13740"/>
                    <a:gd name="connsiteY3" fmla="*/ 6749 h 12733"/>
                    <a:gd name="connsiteX4" fmla="*/ 6749 w 13740"/>
                    <a:gd name="connsiteY4" fmla="*/ 5383 h 12733"/>
                    <a:gd name="connsiteX5" fmla="*/ 5221 w 13740"/>
                    <a:gd name="connsiteY5" fmla="*/ 6112 h 12733"/>
                    <a:gd name="connsiteX6" fmla="*/ 4109 w 13740"/>
                    <a:gd name="connsiteY6" fmla="*/ 5719 h 12733"/>
                    <a:gd name="connsiteX7" fmla="*/ 3415 w 13740"/>
                    <a:gd name="connsiteY7" fmla="*/ 6564 h 12733"/>
                    <a:gd name="connsiteX8" fmla="*/ 3276 w 13740"/>
                    <a:gd name="connsiteY8" fmla="*/ 7860 h 12733"/>
                    <a:gd name="connsiteX9" fmla="*/ 1736 w 13740"/>
                    <a:gd name="connsiteY9" fmla="*/ 8624 h 12733"/>
                    <a:gd name="connsiteX10" fmla="*/ 1424 w 13740"/>
                    <a:gd name="connsiteY10" fmla="*/ 9006 h 12733"/>
                    <a:gd name="connsiteX11" fmla="*/ 3531 w 13740"/>
                    <a:gd name="connsiteY11" fmla="*/ 7929 h 12733"/>
                    <a:gd name="connsiteX12" fmla="*/ 3600 w 13740"/>
                    <a:gd name="connsiteY12" fmla="*/ 10164 h 12733"/>
                    <a:gd name="connsiteX13" fmla="*/ 0 w 13740"/>
                    <a:gd name="connsiteY13" fmla="*/ 12734 h 12733"/>
                    <a:gd name="connsiteX14" fmla="*/ 1389 w 13740"/>
                    <a:gd name="connsiteY14" fmla="*/ 11287 h 12733"/>
                    <a:gd name="connsiteX15" fmla="*/ 173 w 13740"/>
                    <a:gd name="connsiteY15" fmla="*/ 9400 h 12733"/>
                    <a:gd name="connsiteX16" fmla="*/ 2662 w 13740"/>
                    <a:gd name="connsiteY16" fmla="*/ 7490 h 12733"/>
                    <a:gd name="connsiteX17" fmla="*/ 637 w 13740"/>
                    <a:gd name="connsiteY17" fmla="*/ 6274 h 12733"/>
                    <a:gd name="connsiteX18" fmla="*/ 4329 w 13740"/>
                    <a:gd name="connsiteY18" fmla="*/ 116 h 12733"/>
                    <a:gd name="connsiteX19" fmla="*/ 6193 w 13740"/>
                    <a:gd name="connsiteY19" fmla="*/ 0 h 12733"/>
                    <a:gd name="connsiteX20" fmla="*/ 8937 w 13740"/>
                    <a:gd name="connsiteY20" fmla="*/ 1412 h 12733"/>
                    <a:gd name="connsiteX21" fmla="*/ 10221 w 13740"/>
                    <a:gd name="connsiteY21" fmla="*/ 5314 h 127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3740" h="12733">
                      <a:moveTo>
                        <a:pt x="10221" y="5314"/>
                      </a:moveTo>
                      <a:lnTo>
                        <a:pt x="13740" y="5730"/>
                      </a:lnTo>
                      <a:lnTo>
                        <a:pt x="10592" y="8034"/>
                      </a:lnTo>
                      <a:lnTo>
                        <a:pt x="7906" y="6749"/>
                      </a:lnTo>
                      <a:lnTo>
                        <a:pt x="6749" y="5383"/>
                      </a:lnTo>
                      <a:lnTo>
                        <a:pt x="5221" y="6112"/>
                      </a:lnTo>
                      <a:lnTo>
                        <a:pt x="4109" y="5719"/>
                      </a:lnTo>
                      <a:lnTo>
                        <a:pt x="3415" y="6564"/>
                      </a:lnTo>
                      <a:lnTo>
                        <a:pt x="3276" y="7860"/>
                      </a:lnTo>
                      <a:lnTo>
                        <a:pt x="1736" y="8624"/>
                      </a:lnTo>
                      <a:lnTo>
                        <a:pt x="1424" y="9006"/>
                      </a:lnTo>
                      <a:lnTo>
                        <a:pt x="3531" y="7929"/>
                      </a:lnTo>
                      <a:lnTo>
                        <a:pt x="3600" y="10164"/>
                      </a:lnTo>
                      <a:lnTo>
                        <a:pt x="0" y="12734"/>
                      </a:lnTo>
                      <a:lnTo>
                        <a:pt x="1389" y="11287"/>
                      </a:lnTo>
                      <a:lnTo>
                        <a:pt x="173" y="9400"/>
                      </a:lnTo>
                      <a:lnTo>
                        <a:pt x="2662" y="7490"/>
                      </a:lnTo>
                      <a:lnTo>
                        <a:pt x="637" y="6274"/>
                      </a:lnTo>
                      <a:lnTo>
                        <a:pt x="4329" y="116"/>
                      </a:lnTo>
                      <a:lnTo>
                        <a:pt x="6193" y="0"/>
                      </a:lnTo>
                      <a:lnTo>
                        <a:pt x="8937" y="1412"/>
                      </a:lnTo>
                      <a:lnTo>
                        <a:pt x="10221" y="5314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FC36029E-3078-03E1-4253-4B167549FEFB}"/>
                    </a:ext>
                  </a:extLst>
                </p:cNvPr>
                <p:cNvSpPr/>
                <p:nvPr/>
              </p:nvSpPr>
              <p:spPr>
                <a:xfrm>
                  <a:off x="10499098" y="5931149"/>
                  <a:ext cx="11251" cy="6505"/>
                </a:xfrm>
                <a:custGeom>
                  <a:avLst/>
                  <a:gdLst>
                    <a:gd name="connsiteX0" fmla="*/ 8786 w 11251"/>
                    <a:gd name="connsiteY0" fmla="*/ 0 h 6505"/>
                    <a:gd name="connsiteX1" fmla="*/ 11252 w 11251"/>
                    <a:gd name="connsiteY1" fmla="*/ 4329 h 6505"/>
                    <a:gd name="connsiteX2" fmla="*/ 8578 w 11251"/>
                    <a:gd name="connsiteY2" fmla="*/ 4850 h 6505"/>
                    <a:gd name="connsiteX3" fmla="*/ 6876 w 11251"/>
                    <a:gd name="connsiteY3" fmla="*/ 4700 h 6505"/>
                    <a:gd name="connsiteX4" fmla="*/ 5116 w 11251"/>
                    <a:gd name="connsiteY4" fmla="*/ 6054 h 6505"/>
                    <a:gd name="connsiteX5" fmla="*/ 1192 w 11251"/>
                    <a:gd name="connsiteY5" fmla="*/ 5718 h 6505"/>
                    <a:gd name="connsiteX6" fmla="*/ 660 w 11251"/>
                    <a:gd name="connsiteY6" fmla="*/ 6054 h 6505"/>
                    <a:gd name="connsiteX7" fmla="*/ 0 w 11251"/>
                    <a:gd name="connsiteY7" fmla="*/ 6506 h 6505"/>
                    <a:gd name="connsiteX8" fmla="*/ 1088 w 11251"/>
                    <a:gd name="connsiteY8" fmla="*/ 3450 h 6505"/>
                    <a:gd name="connsiteX9" fmla="*/ 4630 w 11251"/>
                    <a:gd name="connsiteY9" fmla="*/ 3380 h 6505"/>
                    <a:gd name="connsiteX10" fmla="*/ 1123 w 11251"/>
                    <a:gd name="connsiteY10" fmla="*/ 3322 h 6505"/>
                    <a:gd name="connsiteX11" fmla="*/ 1192 w 11251"/>
                    <a:gd name="connsiteY11" fmla="*/ 1806 h 6505"/>
                    <a:gd name="connsiteX12" fmla="*/ 3970 w 11251"/>
                    <a:gd name="connsiteY12" fmla="*/ 2882 h 6505"/>
                    <a:gd name="connsiteX13" fmla="*/ 8786 w 11251"/>
                    <a:gd name="connsiteY13" fmla="*/ 0 h 65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1251" h="6505">
                      <a:moveTo>
                        <a:pt x="8786" y="0"/>
                      </a:moveTo>
                      <a:lnTo>
                        <a:pt x="11252" y="4329"/>
                      </a:lnTo>
                      <a:lnTo>
                        <a:pt x="8578" y="4850"/>
                      </a:lnTo>
                      <a:lnTo>
                        <a:pt x="6876" y="4700"/>
                      </a:lnTo>
                      <a:lnTo>
                        <a:pt x="5116" y="6054"/>
                      </a:lnTo>
                      <a:lnTo>
                        <a:pt x="1192" y="5718"/>
                      </a:lnTo>
                      <a:lnTo>
                        <a:pt x="660" y="6054"/>
                      </a:lnTo>
                      <a:lnTo>
                        <a:pt x="0" y="6506"/>
                      </a:lnTo>
                      <a:lnTo>
                        <a:pt x="1088" y="3450"/>
                      </a:lnTo>
                      <a:lnTo>
                        <a:pt x="4630" y="3380"/>
                      </a:lnTo>
                      <a:lnTo>
                        <a:pt x="1123" y="3322"/>
                      </a:lnTo>
                      <a:lnTo>
                        <a:pt x="1192" y="1806"/>
                      </a:lnTo>
                      <a:lnTo>
                        <a:pt x="3970" y="2882"/>
                      </a:lnTo>
                      <a:lnTo>
                        <a:pt x="8786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6961BEB4-C4B9-7B75-8C36-608ECCD41652}"/>
                    </a:ext>
                  </a:extLst>
                </p:cNvPr>
                <p:cNvSpPr/>
                <p:nvPr/>
              </p:nvSpPr>
              <p:spPr>
                <a:xfrm>
                  <a:off x="10485045" y="6663312"/>
                  <a:ext cx="12177" cy="4722"/>
                </a:xfrm>
                <a:custGeom>
                  <a:avLst/>
                  <a:gdLst>
                    <a:gd name="connsiteX0" fmla="*/ 12178 w 12177"/>
                    <a:gd name="connsiteY0" fmla="*/ 2350 h 4722"/>
                    <a:gd name="connsiteX1" fmla="*/ 6633 w 12177"/>
                    <a:gd name="connsiteY1" fmla="*/ 4722 h 4722"/>
                    <a:gd name="connsiteX2" fmla="*/ 0 w 12177"/>
                    <a:gd name="connsiteY2" fmla="*/ 1516 h 4722"/>
                    <a:gd name="connsiteX3" fmla="*/ 602 w 12177"/>
                    <a:gd name="connsiteY3" fmla="*/ 196 h 4722"/>
                    <a:gd name="connsiteX4" fmla="*/ 8520 w 12177"/>
                    <a:gd name="connsiteY4" fmla="*/ 0 h 4722"/>
                    <a:gd name="connsiteX5" fmla="*/ 12178 w 12177"/>
                    <a:gd name="connsiteY5" fmla="*/ 2350 h 4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77" h="4722">
                      <a:moveTo>
                        <a:pt x="12178" y="2350"/>
                      </a:moveTo>
                      <a:lnTo>
                        <a:pt x="6633" y="4722"/>
                      </a:lnTo>
                      <a:lnTo>
                        <a:pt x="0" y="1516"/>
                      </a:lnTo>
                      <a:lnTo>
                        <a:pt x="602" y="196"/>
                      </a:lnTo>
                      <a:lnTo>
                        <a:pt x="8520" y="0"/>
                      </a:lnTo>
                      <a:lnTo>
                        <a:pt x="12178" y="235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7AAF6DCF-6757-4757-3720-D0D6B30D264A}"/>
                    </a:ext>
                  </a:extLst>
                </p:cNvPr>
                <p:cNvSpPr/>
                <p:nvPr/>
              </p:nvSpPr>
              <p:spPr>
                <a:xfrm>
                  <a:off x="10747482" y="6443729"/>
                  <a:ext cx="13451" cy="9110"/>
                </a:xfrm>
                <a:custGeom>
                  <a:avLst/>
                  <a:gdLst>
                    <a:gd name="connsiteX0" fmla="*/ 12814 w 13451"/>
                    <a:gd name="connsiteY0" fmla="*/ 2211 h 9110"/>
                    <a:gd name="connsiteX1" fmla="*/ 4318 w 13451"/>
                    <a:gd name="connsiteY1" fmla="*/ 7837 h 9110"/>
                    <a:gd name="connsiteX2" fmla="*/ 23 w 13451"/>
                    <a:gd name="connsiteY2" fmla="*/ 9098 h 9110"/>
                    <a:gd name="connsiteX3" fmla="*/ 0 w 13451"/>
                    <a:gd name="connsiteY3" fmla="*/ 9110 h 9110"/>
                    <a:gd name="connsiteX4" fmla="*/ 23 w 13451"/>
                    <a:gd name="connsiteY4" fmla="*/ 9052 h 9110"/>
                    <a:gd name="connsiteX5" fmla="*/ 949 w 13451"/>
                    <a:gd name="connsiteY5" fmla="*/ 6702 h 9110"/>
                    <a:gd name="connsiteX6" fmla="*/ 4885 w 13451"/>
                    <a:gd name="connsiteY6" fmla="*/ 6748 h 9110"/>
                    <a:gd name="connsiteX7" fmla="*/ 8693 w 13451"/>
                    <a:gd name="connsiteY7" fmla="*/ 0 h 9110"/>
                    <a:gd name="connsiteX8" fmla="*/ 13451 w 13451"/>
                    <a:gd name="connsiteY8" fmla="*/ 497 h 9110"/>
                    <a:gd name="connsiteX9" fmla="*/ 12814 w 13451"/>
                    <a:gd name="connsiteY9" fmla="*/ 2211 h 9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451" h="9110">
                      <a:moveTo>
                        <a:pt x="12814" y="2211"/>
                      </a:moveTo>
                      <a:lnTo>
                        <a:pt x="4318" y="7837"/>
                      </a:lnTo>
                      <a:lnTo>
                        <a:pt x="23" y="9098"/>
                      </a:lnTo>
                      <a:lnTo>
                        <a:pt x="0" y="9110"/>
                      </a:lnTo>
                      <a:lnTo>
                        <a:pt x="23" y="9052"/>
                      </a:lnTo>
                      <a:lnTo>
                        <a:pt x="949" y="6702"/>
                      </a:lnTo>
                      <a:lnTo>
                        <a:pt x="4885" y="6748"/>
                      </a:lnTo>
                      <a:lnTo>
                        <a:pt x="8693" y="0"/>
                      </a:lnTo>
                      <a:lnTo>
                        <a:pt x="13451" y="497"/>
                      </a:lnTo>
                      <a:lnTo>
                        <a:pt x="12814" y="2211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34DACB43-C176-D8C2-3936-61316A7654EF}"/>
                    </a:ext>
                  </a:extLst>
                </p:cNvPr>
                <p:cNvSpPr/>
                <p:nvPr/>
              </p:nvSpPr>
              <p:spPr>
                <a:xfrm>
                  <a:off x="10539695" y="5932712"/>
                  <a:ext cx="10893" cy="4815"/>
                </a:xfrm>
                <a:custGeom>
                  <a:avLst/>
                  <a:gdLst>
                    <a:gd name="connsiteX0" fmla="*/ 9434 w 10893"/>
                    <a:gd name="connsiteY0" fmla="*/ 1296 h 4815"/>
                    <a:gd name="connsiteX1" fmla="*/ 9816 w 10893"/>
                    <a:gd name="connsiteY1" fmla="*/ 2662 h 4815"/>
                    <a:gd name="connsiteX2" fmla="*/ 10245 w 10893"/>
                    <a:gd name="connsiteY2" fmla="*/ 891 h 4815"/>
                    <a:gd name="connsiteX3" fmla="*/ 10395 w 10893"/>
                    <a:gd name="connsiteY3" fmla="*/ 2697 h 4815"/>
                    <a:gd name="connsiteX4" fmla="*/ 10893 w 10893"/>
                    <a:gd name="connsiteY4" fmla="*/ 4364 h 4815"/>
                    <a:gd name="connsiteX5" fmla="*/ 10395 w 10893"/>
                    <a:gd name="connsiteY5" fmla="*/ 4815 h 4815"/>
                    <a:gd name="connsiteX6" fmla="*/ 9365 w 10893"/>
                    <a:gd name="connsiteY6" fmla="*/ 3889 h 4815"/>
                    <a:gd name="connsiteX7" fmla="*/ 9585 w 10893"/>
                    <a:gd name="connsiteY7" fmla="*/ 3426 h 4815"/>
                    <a:gd name="connsiteX8" fmla="*/ 8867 w 10893"/>
                    <a:gd name="connsiteY8" fmla="*/ 2732 h 4815"/>
                    <a:gd name="connsiteX9" fmla="*/ 9492 w 10893"/>
                    <a:gd name="connsiteY9" fmla="*/ 3461 h 4815"/>
                    <a:gd name="connsiteX10" fmla="*/ 8566 w 10893"/>
                    <a:gd name="connsiteY10" fmla="*/ 3843 h 4815"/>
                    <a:gd name="connsiteX11" fmla="*/ 8439 w 10893"/>
                    <a:gd name="connsiteY11" fmla="*/ 3033 h 4815"/>
                    <a:gd name="connsiteX12" fmla="*/ 7675 w 10893"/>
                    <a:gd name="connsiteY12" fmla="*/ 3067 h 4815"/>
                    <a:gd name="connsiteX13" fmla="*/ 7374 w 10893"/>
                    <a:gd name="connsiteY13" fmla="*/ 4746 h 4815"/>
                    <a:gd name="connsiteX14" fmla="*/ 4110 w 10893"/>
                    <a:gd name="connsiteY14" fmla="*/ 3646 h 4815"/>
                    <a:gd name="connsiteX15" fmla="*/ 4190 w 10893"/>
                    <a:gd name="connsiteY15" fmla="*/ 2176 h 4815"/>
                    <a:gd name="connsiteX16" fmla="*/ 1401 w 10893"/>
                    <a:gd name="connsiteY16" fmla="*/ 2396 h 4815"/>
                    <a:gd name="connsiteX17" fmla="*/ 1818 w 10893"/>
                    <a:gd name="connsiteY17" fmla="*/ 984 h 4815"/>
                    <a:gd name="connsiteX18" fmla="*/ 0 w 10893"/>
                    <a:gd name="connsiteY18" fmla="*/ 717 h 4815"/>
                    <a:gd name="connsiteX19" fmla="*/ 4237 w 10893"/>
                    <a:gd name="connsiteY19" fmla="*/ 0 h 4815"/>
                    <a:gd name="connsiteX20" fmla="*/ 9886 w 10893"/>
                    <a:gd name="connsiteY20" fmla="*/ 255 h 4815"/>
                    <a:gd name="connsiteX21" fmla="*/ 9434 w 10893"/>
                    <a:gd name="connsiteY21" fmla="*/ 1296 h 4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0893" h="4815">
                      <a:moveTo>
                        <a:pt x="9434" y="1296"/>
                      </a:moveTo>
                      <a:lnTo>
                        <a:pt x="9816" y="2662"/>
                      </a:lnTo>
                      <a:lnTo>
                        <a:pt x="10245" y="891"/>
                      </a:lnTo>
                      <a:lnTo>
                        <a:pt x="10395" y="2697"/>
                      </a:lnTo>
                      <a:lnTo>
                        <a:pt x="10893" y="4364"/>
                      </a:lnTo>
                      <a:lnTo>
                        <a:pt x="10395" y="4815"/>
                      </a:lnTo>
                      <a:lnTo>
                        <a:pt x="9365" y="3889"/>
                      </a:lnTo>
                      <a:lnTo>
                        <a:pt x="9585" y="3426"/>
                      </a:lnTo>
                      <a:lnTo>
                        <a:pt x="8867" y="2732"/>
                      </a:lnTo>
                      <a:lnTo>
                        <a:pt x="9492" y="3461"/>
                      </a:lnTo>
                      <a:lnTo>
                        <a:pt x="8566" y="3843"/>
                      </a:lnTo>
                      <a:lnTo>
                        <a:pt x="8439" y="3033"/>
                      </a:lnTo>
                      <a:lnTo>
                        <a:pt x="7675" y="3067"/>
                      </a:lnTo>
                      <a:lnTo>
                        <a:pt x="7374" y="4746"/>
                      </a:lnTo>
                      <a:lnTo>
                        <a:pt x="4110" y="3646"/>
                      </a:lnTo>
                      <a:lnTo>
                        <a:pt x="4190" y="2176"/>
                      </a:lnTo>
                      <a:lnTo>
                        <a:pt x="1401" y="2396"/>
                      </a:lnTo>
                      <a:lnTo>
                        <a:pt x="1818" y="984"/>
                      </a:lnTo>
                      <a:lnTo>
                        <a:pt x="0" y="717"/>
                      </a:lnTo>
                      <a:lnTo>
                        <a:pt x="4237" y="0"/>
                      </a:lnTo>
                      <a:lnTo>
                        <a:pt x="9886" y="255"/>
                      </a:lnTo>
                      <a:lnTo>
                        <a:pt x="9434" y="1296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1655E54C-CFEC-D248-82A9-F4AC19202211}"/>
                    </a:ext>
                  </a:extLst>
                </p:cNvPr>
                <p:cNvSpPr/>
                <p:nvPr/>
              </p:nvSpPr>
              <p:spPr>
                <a:xfrm>
                  <a:off x="10653555" y="6553549"/>
                  <a:ext cx="6088" cy="8797"/>
                </a:xfrm>
                <a:custGeom>
                  <a:avLst/>
                  <a:gdLst>
                    <a:gd name="connsiteX0" fmla="*/ 1065 w 6088"/>
                    <a:gd name="connsiteY0" fmla="*/ 0 h 8797"/>
                    <a:gd name="connsiteX1" fmla="*/ 3519 w 6088"/>
                    <a:gd name="connsiteY1" fmla="*/ 2975 h 8797"/>
                    <a:gd name="connsiteX2" fmla="*/ 2257 w 6088"/>
                    <a:gd name="connsiteY2" fmla="*/ 2940 h 8797"/>
                    <a:gd name="connsiteX3" fmla="*/ 5880 w 6088"/>
                    <a:gd name="connsiteY3" fmla="*/ 3461 h 8797"/>
                    <a:gd name="connsiteX4" fmla="*/ 6089 w 6088"/>
                    <a:gd name="connsiteY4" fmla="*/ 7837 h 8797"/>
                    <a:gd name="connsiteX5" fmla="*/ 2500 w 6088"/>
                    <a:gd name="connsiteY5" fmla="*/ 6193 h 8797"/>
                    <a:gd name="connsiteX6" fmla="*/ 5348 w 6088"/>
                    <a:gd name="connsiteY6" fmla="*/ 8797 h 8797"/>
                    <a:gd name="connsiteX7" fmla="*/ 1065 w 6088"/>
                    <a:gd name="connsiteY7" fmla="*/ 7941 h 8797"/>
                    <a:gd name="connsiteX8" fmla="*/ 2176 w 6088"/>
                    <a:gd name="connsiteY8" fmla="*/ 5128 h 8797"/>
                    <a:gd name="connsiteX9" fmla="*/ 0 w 6088"/>
                    <a:gd name="connsiteY9" fmla="*/ 1991 h 8797"/>
                    <a:gd name="connsiteX10" fmla="*/ 1065 w 6088"/>
                    <a:gd name="connsiteY10" fmla="*/ 0 h 87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088" h="8797">
                      <a:moveTo>
                        <a:pt x="1065" y="0"/>
                      </a:moveTo>
                      <a:lnTo>
                        <a:pt x="3519" y="2975"/>
                      </a:lnTo>
                      <a:lnTo>
                        <a:pt x="2257" y="2940"/>
                      </a:lnTo>
                      <a:lnTo>
                        <a:pt x="5880" y="3461"/>
                      </a:lnTo>
                      <a:lnTo>
                        <a:pt x="6089" y="7837"/>
                      </a:lnTo>
                      <a:lnTo>
                        <a:pt x="2500" y="6193"/>
                      </a:lnTo>
                      <a:lnTo>
                        <a:pt x="5348" y="8797"/>
                      </a:lnTo>
                      <a:lnTo>
                        <a:pt x="1065" y="7941"/>
                      </a:lnTo>
                      <a:lnTo>
                        <a:pt x="2176" y="5128"/>
                      </a:lnTo>
                      <a:lnTo>
                        <a:pt x="0" y="1991"/>
                      </a:lnTo>
                      <a:lnTo>
                        <a:pt x="1065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B9012F51-DE5D-A9D9-3546-596027D9DE12}"/>
                    </a:ext>
                  </a:extLst>
                </p:cNvPr>
                <p:cNvSpPr/>
                <p:nvPr/>
              </p:nvSpPr>
              <p:spPr>
                <a:xfrm>
                  <a:off x="10469105" y="6661760"/>
                  <a:ext cx="6795" cy="7188"/>
                </a:xfrm>
                <a:custGeom>
                  <a:avLst/>
                  <a:gdLst>
                    <a:gd name="connsiteX0" fmla="*/ 3912 w 6795"/>
                    <a:gd name="connsiteY0" fmla="*/ 0 h 7188"/>
                    <a:gd name="connsiteX1" fmla="*/ 4943 w 6795"/>
                    <a:gd name="connsiteY1" fmla="*/ 3253 h 7188"/>
                    <a:gd name="connsiteX2" fmla="*/ 5093 w 6795"/>
                    <a:gd name="connsiteY2" fmla="*/ 1980 h 7188"/>
                    <a:gd name="connsiteX3" fmla="*/ 6459 w 6795"/>
                    <a:gd name="connsiteY3" fmla="*/ 2686 h 7188"/>
                    <a:gd name="connsiteX4" fmla="*/ 4931 w 6795"/>
                    <a:gd name="connsiteY4" fmla="*/ 4932 h 7188"/>
                    <a:gd name="connsiteX5" fmla="*/ 6425 w 6795"/>
                    <a:gd name="connsiteY5" fmla="*/ 4376 h 7188"/>
                    <a:gd name="connsiteX6" fmla="*/ 6795 w 6795"/>
                    <a:gd name="connsiteY6" fmla="*/ 7061 h 7188"/>
                    <a:gd name="connsiteX7" fmla="*/ 0 w 6795"/>
                    <a:gd name="connsiteY7" fmla="*/ 7189 h 7188"/>
                    <a:gd name="connsiteX8" fmla="*/ 3912 w 6795"/>
                    <a:gd name="connsiteY8" fmla="*/ 0 h 7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795" h="7188">
                      <a:moveTo>
                        <a:pt x="3912" y="0"/>
                      </a:moveTo>
                      <a:lnTo>
                        <a:pt x="4943" y="3253"/>
                      </a:lnTo>
                      <a:lnTo>
                        <a:pt x="5093" y="1980"/>
                      </a:lnTo>
                      <a:lnTo>
                        <a:pt x="6459" y="2686"/>
                      </a:lnTo>
                      <a:lnTo>
                        <a:pt x="4931" y="4932"/>
                      </a:lnTo>
                      <a:lnTo>
                        <a:pt x="6425" y="4376"/>
                      </a:lnTo>
                      <a:lnTo>
                        <a:pt x="6795" y="7061"/>
                      </a:lnTo>
                      <a:lnTo>
                        <a:pt x="0" y="7189"/>
                      </a:lnTo>
                      <a:lnTo>
                        <a:pt x="3912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8239FF27-8862-B5FB-43E6-2D1EAD07CADD}"/>
                    </a:ext>
                  </a:extLst>
                </p:cNvPr>
                <p:cNvSpPr/>
                <p:nvPr/>
              </p:nvSpPr>
              <p:spPr>
                <a:xfrm>
                  <a:off x="10435940" y="6776072"/>
                  <a:ext cx="13682" cy="3519"/>
                </a:xfrm>
                <a:custGeom>
                  <a:avLst/>
                  <a:gdLst>
                    <a:gd name="connsiteX0" fmla="*/ 11310 w 13682"/>
                    <a:gd name="connsiteY0" fmla="*/ 2616 h 3519"/>
                    <a:gd name="connsiteX1" fmla="*/ 6540 w 13682"/>
                    <a:gd name="connsiteY1" fmla="*/ 3519 h 3519"/>
                    <a:gd name="connsiteX2" fmla="*/ 6078 w 13682"/>
                    <a:gd name="connsiteY2" fmla="*/ 3427 h 3519"/>
                    <a:gd name="connsiteX3" fmla="*/ 0 w 13682"/>
                    <a:gd name="connsiteY3" fmla="*/ 2199 h 3519"/>
                    <a:gd name="connsiteX4" fmla="*/ 5534 w 13682"/>
                    <a:gd name="connsiteY4" fmla="*/ 1008 h 3519"/>
                    <a:gd name="connsiteX5" fmla="*/ 5996 w 13682"/>
                    <a:gd name="connsiteY5" fmla="*/ 926 h 3519"/>
                    <a:gd name="connsiteX6" fmla="*/ 11310 w 13682"/>
                    <a:gd name="connsiteY6" fmla="*/ 0 h 3519"/>
                    <a:gd name="connsiteX7" fmla="*/ 13683 w 13682"/>
                    <a:gd name="connsiteY7" fmla="*/ 47 h 3519"/>
                    <a:gd name="connsiteX8" fmla="*/ 11310 w 13682"/>
                    <a:gd name="connsiteY8" fmla="*/ 2616 h 3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82" h="3519">
                      <a:moveTo>
                        <a:pt x="11310" y="2616"/>
                      </a:moveTo>
                      <a:lnTo>
                        <a:pt x="6540" y="3519"/>
                      </a:lnTo>
                      <a:lnTo>
                        <a:pt x="6078" y="3427"/>
                      </a:lnTo>
                      <a:lnTo>
                        <a:pt x="0" y="2199"/>
                      </a:lnTo>
                      <a:lnTo>
                        <a:pt x="5534" y="1008"/>
                      </a:lnTo>
                      <a:lnTo>
                        <a:pt x="5996" y="926"/>
                      </a:lnTo>
                      <a:lnTo>
                        <a:pt x="11310" y="0"/>
                      </a:lnTo>
                      <a:lnTo>
                        <a:pt x="13683" y="47"/>
                      </a:lnTo>
                      <a:lnTo>
                        <a:pt x="11310" y="2616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4C97D722-5C22-87D1-3B17-9F272F2EE826}"/>
                    </a:ext>
                  </a:extLst>
                </p:cNvPr>
                <p:cNvSpPr/>
                <p:nvPr/>
              </p:nvSpPr>
              <p:spPr>
                <a:xfrm>
                  <a:off x="10514703" y="6752040"/>
                  <a:ext cx="5394" cy="8265"/>
                </a:xfrm>
                <a:custGeom>
                  <a:avLst/>
                  <a:gdLst>
                    <a:gd name="connsiteX0" fmla="*/ 5394 w 5394"/>
                    <a:gd name="connsiteY0" fmla="*/ 7768 h 8265"/>
                    <a:gd name="connsiteX1" fmla="*/ 2153 w 5394"/>
                    <a:gd name="connsiteY1" fmla="*/ 8265 h 8265"/>
                    <a:gd name="connsiteX2" fmla="*/ 0 w 5394"/>
                    <a:gd name="connsiteY2" fmla="*/ 5857 h 8265"/>
                    <a:gd name="connsiteX3" fmla="*/ 972 w 5394"/>
                    <a:gd name="connsiteY3" fmla="*/ 1239 h 8265"/>
                    <a:gd name="connsiteX4" fmla="*/ 2118 w 5394"/>
                    <a:gd name="connsiteY4" fmla="*/ 0 h 8265"/>
                    <a:gd name="connsiteX5" fmla="*/ 2848 w 5394"/>
                    <a:gd name="connsiteY5" fmla="*/ 2477 h 8265"/>
                    <a:gd name="connsiteX6" fmla="*/ 5394 w 5394"/>
                    <a:gd name="connsiteY6" fmla="*/ 7768 h 8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394" h="8265">
                      <a:moveTo>
                        <a:pt x="5394" y="7768"/>
                      </a:moveTo>
                      <a:lnTo>
                        <a:pt x="2153" y="8265"/>
                      </a:lnTo>
                      <a:lnTo>
                        <a:pt x="0" y="5857"/>
                      </a:lnTo>
                      <a:lnTo>
                        <a:pt x="972" y="1239"/>
                      </a:lnTo>
                      <a:lnTo>
                        <a:pt x="2118" y="0"/>
                      </a:lnTo>
                      <a:lnTo>
                        <a:pt x="2848" y="2477"/>
                      </a:lnTo>
                      <a:lnTo>
                        <a:pt x="5394" y="7768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8FB6B9BE-747D-A600-9E72-87341CEE26ED}"/>
                    </a:ext>
                  </a:extLst>
                </p:cNvPr>
                <p:cNvSpPr/>
                <p:nvPr/>
              </p:nvSpPr>
              <p:spPr>
                <a:xfrm>
                  <a:off x="10439818" y="5928776"/>
                  <a:ext cx="10128" cy="3009"/>
                </a:xfrm>
                <a:custGeom>
                  <a:avLst/>
                  <a:gdLst>
                    <a:gd name="connsiteX0" fmla="*/ 9805 w 10128"/>
                    <a:gd name="connsiteY0" fmla="*/ 1296 h 3009"/>
                    <a:gd name="connsiteX1" fmla="*/ 9411 w 10128"/>
                    <a:gd name="connsiteY1" fmla="*/ 1863 h 3009"/>
                    <a:gd name="connsiteX2" fmla="*/ 3310 w 10128"/>
                    <a:gd name="connsiteY2" fmla="*/ 3009 h 3009"/>
                    <a:gd name="connsiteX3" fmla="*/ 1482 w 10128"/>
                    <a:gd name="connsiteY3" fmla="*/ 1470 h 3009"/>
                    <a:gd name="connsiteX4" fmla="*/ 93 w 10128"/>
                    <a:gd name="connsiteY4" fmla="*/ 2338 h 3009"/>
                    <a:gd name="connsiteX5" fmla="*/ 0 w 10128"/>
                    <a:gd name="connsiteY5" fmla="*/ 139 h 3009"/>
                    <a:gd name="connsiteX6" fmla="*/ 2824 w 10128"/>
                    <a:gd name="connsiteY6" fmla="*/ 81 h 3009"/>
                    <a:gd name="connsiteX7" fmla="*/ 7084 w 10128"/>
                    <a:gd name="connsiteY7" fmla="*/ 0 h 3009"/>
                    <a:gd name="connsiteX8" fmla="*/ 9156 w 10128"/>
                    <a:gd name="connsiteY8" fmla="*/ 556 h 3009"/>
                    <a:gd name="connsiteX9" fmla="*/ 10129 w 10128"/>
                    <a:gd name="connsiteY9" fmla="*/ 822 h 3009"/>
                    <a:gd name="connsiteX10" fmla="*/ 9805 w 10128"/>
                    <a:gd name="connsiteY10" fmla="*/ 1296 h 30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128" h="3009">
                      <a:moveTo>
                        <a:pt x="9805" y="1296"/>
                      </a:moveTo>
                      <a:lnTo>
                        <a:pt x="9411" y="1863"/>
                      </a:lnTo>
                      <a:lnTo>
                        <a:pt x="3310" y="3009"/>
                      </a:lnTo>
                      <a:lnTo>
                        <a:pt x="1482" y="1470"/>
                      </a:lnTo>
                      <a:lnTo>
                        <a:pt x="93" y="2338"/>
                      </a:lnTo>
                      <a:lnTo>
                        <a:pt x="0" y="139"/>
                      </a:lnTo>
                      <a:lnTo>
                        <a:pt x="2824" y="81"/>
                      </a:lnTo>
                      <a:lnTo>
                        <a:pt x="7084" y="0"/>
                      </a:lnTo>
                      <a:lnTo>
                        <a:pt x="9156" y="556"/>
                      </a:lnTo>
                      <a:lnTo>
                        <a:pt x="10129" y="822"/>
                      </a:lnTo>
                      <a:lnTo>
                        <a:pt x="9805" y="1296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FD0CB48C-798E-BDA9-08D9-361F1B831A7D}"/>
                    </a:ext>
                  </a:extLst>
                </p:cNvPr>
                <p:cNvSpPr/>
                <p:nvPr/>
              </p:nvSpPr>
              <p:spPr>
                <a:xfrm>
                  <a:off x="10471247" y="6713111"/>
                  <a:ext cx="13705" cy="4954"/>
                </a:xfrm>
                <a:custGeom>
                  <a:avLst/>
                  <a:gdLst>
                    <a:gd name="connsiteX0" fmla="*/ 13706 w 13705"/>
                    <a:gd name="connsiteY0" fmla="*/ 0 h 4954"/>
                    <a:gd name="connsiteX1" fmla="*/ 12409 w 13705"/>
                    <a:gd name="connsiteY1" fmla="*/ 1701 h 4954"/>
                    <a:gd name="connsiteX2" fmla="*/ 7918 w 13705"/>
                    <a:gd name="connsiteY2" fmla="*/ 1342 h 4954"/>
                    <a:gd name="connsiteX3" fmla="*/ 8172 w 13705"/>
                    <a:gd name="connsiteY3" fmla="*/ 3716 h 4954"/>
                    <a:gd name="connsiteX4" fmla="*/ 9886 w 13705"/>
                    <a:gd name="connsiteY4" fmla="*/ 4954 h 4954"/>
                    <a:gd name="connsiteX5" fmla="*/ 5070 w 13705"/>
                    <a:gd name="connsiteY5" fmla="*/ 2697 h 4954"/>
                    <a:gd name="connsiteX6" fmla="*/ 0 w 13705"/>
                    <a:gd name="connsiteY6" fmla="*/ 3531 h 4954"/>
                    <a:gd name="connsiteX7" fmla="*/ 1875 w 13705"/>
                    <a:gd name="connsiteY7" fmla="*/ 949 h 4954"/>
                    <a:gd name="connsiteX8" fmla="*/ 4572 w 13705"/>
                    <a:gd name="connsiteY8" fmla="*/ 1123 h 4954"/>
                    <a:gd name="connsiteX9" fmla="*/ 6540 w 13705"/>
                    <a:gd name="connsiteY9" fmla="*/ 717 h 4954"/>
                    <a:gd name="connsiteX10" fmla="*/ 11379 w 13705"/>
                    <a:gd name="connsiteY10" fmla="*/ 1284 h 4954"/>
                    <a:gd name="connsiteX11" fmla="*/ 13706 w 13705"/>
                    <a:gd name="connsiteY11" fmla="*/ 0 h 4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3705" h="4954">
                      <a:moveTo>
                        <a:pt x="13706" y="0"/>
                      </a:moveTo>
                      <a:lnTo>
                        <a:pt x="12409" y="1701"/>
                      </a:lnTo>
                      <a:lnTo>
                        <a:pt x="7918" y="1342"/>
                      </a:lnTo>
                      <a:lnTo>
                        <a:pt x="8172" y="3716"/>
                      </a:lnTo>
                      <a:lnTo>
                        <a:pt x="9886" y="4954"/>
                      </a:lnTo>
                      <a:lnTo>
                        <a:pt x="5070" y="2697"/>
                      </a:lnTo>
                      <a:lnTo>
                        <a:pt x="0" y="3531"/>
                      </a:lnTo>
                      <a:lnTo>
                        <a:pt x="1875" y="949"/>
                      </a:lnTo>
                      <a:lnTo>
                        <a:pt x="4572" y="1123"/>
                      </a:lnTo>
                      <a:lnTo>
                        <a:pt x="6540" y="717"/>
                      </a:lnTo>
                      <a:lnTo>
                        <a:pt x="11379" y="1284"/>
                      </a:lnTo>
                      <a:lnTo>
                        <a:pt x="13706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3FCA1416-CE81-0352-4D82-7097740DDAEF}"/>
                    </a:ext>
                  </a:extLst>
                </p:cNvPr>
                <p:cNvSpPr/>
                <p:nvPr/>
              </p:nvSpPr>
              <p:spPr>
                <a:xfrm>
                  <a:off x="10662747" y="6569720"/>
                  <a:ext cx="6054" cy="5521"/>
                </a:xfrm>
                <a:custGeom>
                  <a:avLst/>
                  <a:gdLst>
                    <a:gd name="connsiteX0" fmla="*/ 6054 w 6054"/>
                    <a:gd name="connsiteY0" fmla="*/ 4896 h 5521"/>
                    <a:gd name="connsiteX1" fmla="*/ 4329 w 6054"/>
                    <a:gd name="connsiteY1" fmla="*/ 5522 h 5521"/>
                    <a:gd name="connsiteX2" fmla="*/ 2547 w 6054"/>
                    <a:gd name="connsiteY2" fmla="*/ 2801 h 5521"/>
                    <a:gd name="connsiteX3" fmla="*/ 0 w 6054"/>
                    <a:gd name="connsiteY3" fmla="*/ 2466 h 5521"/>
                    <a:gd name="connsiteX4" fmla="*/ 845 w 6054"/>
                    <a:gd name="connsiteY4" fmla="*/ 0 h 5521"/>
                    <a:gd name="connsiteX5" fmla="*/ 4572 w 6054"/>
                    <a:gd name="connsiteY5" fmla="*/ 637 h 5521"/>
                    <a:gd name="connsiteX6" fmla="*/ 6054 w 6054"/>
                    <a:gd name="connsiteY6" fmla="*/ 4896 h 5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054" h="5521">
                      <a:moveTo>
                        <a:pt x="6054" y="4896"/>
                      </a:moveTo>
                      <a:lnTo>
                        <a:pt x="4329" y="5522"/>
                      </a:lnTo>
                      <a:lnTo>
                        <a:pt x="2547" y="2801"/>
                      </a:lnTo>
                      <a:lnTo>
                        <a:pt x="0" y="2466"/>
                      </a:lnTo>
                      <a:lnTo>
                        <a:pt x="845" y="0"/>
                      </a:lnTo>
                      <a:lnTo>
                        <a:pt x="4572" y="637"/>
                      </a:lnTo>
                      <a:lnTo>
                        <a:pt x="6054" y="4896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5FA23180-3ADC-9551-FABB-A1ED7FA360A9}"/>
                    </a:ext>
                  </a:extLst>
                </p:cNvPr>
                <p:cNvSpPr/>
                <p:nvPr/>
              </p:nvSpPr>
              <p:spPr>
                <a:xfrm>
                  <a:off x="10496355" y="5932769"/>
                  <a:ext cx="3750" cy="4120"/>
                </a:xfrm>
                <a:custGeom>
                  <a:avLst/>
                  <a:gdLst>
                    <a:gd name="connsiteX0" fmla="*/ 3750 w 3750"/>
                    <a:gd name="connsiteY0" fmla="*/ 11 h 4120"/>
                    <a:gd name="connsiteX1" fmla="*/ 2882 w 3750"/>
                    <a:gd name="connsiteY1" fmla="*/ 4121 h 4120"/>
                    <a:gd name="connsiteX2" fmla="*/ 0 w 3750"/>
                    <a:gd name="connsiteY2" fmla="*/ 3357 h 4120"/>
                    <a:gd name="connsiteX3" fmla="*/ 1100 w 3750"/>
                    <a:gd name="connsiteY3" fmla="*/ 0 h 4120"/>
                    <a:gd name="connsiteX4" fmla="*/ 3750 w 3750"/>
                    <a:gd name="connsiteY4" fmla="*/ 11 h 4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50" h="4120">
                      <a:moveTo>
                        <a:pt x="3750" y="11"/>
                      </a:moveTo>
                      <a:lnTo>
                        <a:pt x="2882" y="4121"/>
                      </a:lnTo>
                      <a:lnTo>
                        <a:pt x="0" y="3357"/>
                      </a:lnTo>
                      <a:lnTo>
                        <a:pt x="1100" y="0"/>
                      </a:lnTo>
                      <a:lnTo>
                        <a:pt x="3750" y="11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3D5D2E5A-1612-E012-5FB9-65FDEF03B5EE}"/>
                    </a:ext>
                  </a:extLst>
                </p:cNvPr>
                <p:cNvSpPr/>
                <p:nvPr/>
              </p:nvSpPr>
              <p:spPr>
                <a:xfrm>
                  <a:off x="10525225" y="5933858"/>
                  <a:ext cx="6297" cy="2731"/>
                </a:xfrm>
                <a:custGeom>
                  <a:avLst/>
                  <a:gdLst>
                    <a:gd name="connsiteX0" fmla="*/ 2246 w 6297"/>
                    <a:gd name="connsiteY0" fmla="*/ 35 h 2731"/>
                    <a:gd name="connsiteX1" fmla="*/ 6297 w 6297"/>
                    <a:gd name="connsiteY1" fmla="*/ 1852 h 2731"/>
                    <a:gd name="connsiteX2" fmla="*/ 4885 w 6297"/>
                    <a:gd name="connsiteY2" fmla="*/ 1702 h 2731"/>
                    <a:gd name="connsiteX3" fmla="*/ 231 w 6297"/>
                    <a:gd name="connsiteY3" fmla="*/ 2732 h 2731"/>
                    <a:gd name="connsiteX4" fmla="*/ 0 w 6297"/>
                    <a:gd name="connsiteY4" fmla="*/ 0 h 2731"/>
                    <a:gd name="connsiteX5" fmla="*/ 2246 w 6297"/>
                    <a:gd name="connsiteY5" fmla="*/ 35 h 2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97" h="2731">
                      <a:moveTo>
                        <a:pt x="2246" y="35"/>
                      </a:moveTo>
                      <a:lnTo>
                        <a:pt x="6297" y="1852"/>
                      </a:lnTo>
                      <a:lnTo>
                        <a:pt x="4885" y="1702"/>
                      </a:lnTo>
                      <a:lnTo>
                        <a:pt x="231" y="2732"/>
                      </a:lnTo>
                      <a:lnTo>
                        <a:pt x="0" y="0"/>
                      </a:lnTo>
                      <a:lnTo>
                        <a:pt x="2246" y="35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1A34F522-2273-D0BB-BDA8-5876EE355235}"/>
                    </a:ext>
                  </a:extLst>
                </p:cNvPr>
                <p:cNvSpPr/>
                <p:nvPr/>
              </p:nvSpPr>
              <p:spPr>
                <a:xfrm>
                  <a:off x="10493935" y="5936914"/>
                  <a:ext cx="4919" cy="1782"/>
                </a:xfrm>
                <a:custGeom>
                  <a:avLst/>
                  <a:gdLst>
                    <a:gd name="connsiteX0" fmla="*/ 4133 w 4919"/>
                    <a:gd name="connsiteY0" fmla="*/ 1597 h 1782"/>
                    <a:gd name="connsiteX1" fmla="*/ 0 w 4919"/>
                    <a:gd name="connsiteY1" fmla="*/ 1783 h 1782"/>
                    <a:gd name="connsiteX2" fmla="*/ 2964 w 4919"/>
                    <a:gd name="connsiteY2" fmla="*/ 0 h 1782"/>
                    <a:gd name="connsiteX3" fmla="*/ 4920 w 4919"/>
                    <a:gd name="connsiteY3" fmla="*/ 46 h 1782"/>
                    <a:gd name="connsiteX4" fmla="*/ 4133 w 4919"/>
                    <a:gd name="connsiteY4" fmla="*/ 1597 h 17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19" h="1782">
                      <a:moveTo>
                        <a:pt x="4133" y="1597"/>
                      </a:moveTo>
                      <a:lnTo>
                        <a:pt x="0" y="1783"/>
                      </a:lnTo>
                      <a:lnTo>
                        <a:pt x="2964" y="0"/>
                      </a:lnTo>
                      <a:lnTo>
                        <a:pt x="4920" y="46"/>
                      </a:lnTo>
                      <a:lnTo>
                        <a:pt x="4133" y="1597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FA63D45D-E0C4-D6B3-8F5B-1F16A966AD22}"/>
                    </a:ext>
                  </a:extLst>
                </p:cNvPr>
                <p:cNvSpPr/>
                <p:nvPr/>
              </p:nvSpPr>
              <p:spPr>
                <a:xfrm>
                  <a:off x="10663603" y="6565437"/>
                  <a:ext cx="3322" cy="4502"/>
                </a:xfrm>
                <a:custGeom>
                  <a:avLst/>
                  <a:gdLst>
                    <a:gd name="connsiteX0" fmla="*/ 3322 w 3322"/>
                    <a:gd name="connsiteY0" fmla="*/ 3334 h 4502"/>
                    <a:gd name="connsiteX1" fmla="*/ 3299 w 3322"/>
                    <a:gd name="connsiteY1" fmla="*/ 4503 h 4502"/>
                    <a:gd name="connsiteX2" fmla="*/ 0 w 3322"/>
                    <a:gd name="connsiteY2" fmla="*/ 3102 h 4502"/>
                    <a:gd name="connsiteX3" fmla="*/ 648 w 3322"/>
                    <a:gd name="connsiteY3" fmla="*/ 3079 h 4502"/>
                    <a:gd name="connsiteX4" fmla="*/ 1817 w 3322"/>
                    <a:gd name="connsiteY4" fmla="*/ 3033 h 4502"/>
                    <a:gd name="connsiteX5" fmla="*/ 2616 w 3322"/>
                    <a:gd name="connsiteY5" fmla="*/ 0 h 4502"/>
                    <a:gd name="connsiteX6" fmla="*/ 3322 w 3322"/>
                    <a:gd name="connsiteY6" fmla="*/ 3334 h 45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322" h="4502">
                      <a:moveTo>
                        <a:pt x="3322" y="3334"/>
                      </a:moveTo>
                      <a:lnTo>
                        <a:pt x="3299" y="4503"/>
                      </a:lnTo>
                      <a:lnTo>
                        <a:pt x="0" y="3102"/>
                      </a:lnTo>
                      <a:lnTo>
                        <a:pt x="648" y="3079"/>
                      </a:lnTo>
                      <a:lnTo>
                        <a:pt x="1817" y="3033"/>
                      </a:lnTo>
                      <a:lnTo>
                        <a:pt x="2616" y="0"/>
                      </a:lnTo>
                      <a:lnTo>
                        <a:pt x="3322" y="3334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19E3214C-AA8F-F7AD-CE52-52CCA9913792}"/>
                    </a:ext>
                  </a:extLst>
                </p:cNvPr>
                <p:cNvSpPr/>
                <p:nvPr/>
              </p:nvSpPr>
              <p:spPr>
                <a:xfrm>
                  <a:off x="10485242" y="6713284"/>
                  <a:ext cx="4676" cy="3450"/>
                </a:xfrm>
                <a:custGeom>
                  <a:avLst/>
                  <a:gdLst>
                    <a:gd name="connsiteX0" fmla="*/ 4677 w 4676"/>
                    <a:gd name="connsiteY0" fmla="*/ 938 h 3450"/>
                    <a:gd name="connsiteX1" fmla="*/ 0 w 4676"/>
                    <a:gd name="connsiteY1" fmla="*/ 3450 h 3450"/>
                    <a:gd name="connsiteX2" fmla="*/ 3114 w 4676"/>
                    <a:gd name="connsiteY2" fmla="*/ 752 h 3450"/>
                    <a:gd name="connsiteX3" fmla="*/ 672 w 4676"/>
                    <a:gd name="connsiteY3" fmla="*/ 0 h 3450"/>
                    <a:gd name="connsiteX4" fmla="*/ 3461 w 4676"/>
                    <a:gd name="connsiteY4" fmla="*/ 290 h 3450"/>
                    <a:gd name="connsiteX5" fmla="*/ 4677 w 4676"/>
                    <a:gd name="connsiteY5" fmla="*/ 938 h 3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76" h="3450">
                      <a:moveTo>
                        <a:pt x="4677" y="938"/>
                      </a:moveTo>
                      <a:lnTo>
                        <a:pt x="0" y="3450"/>
                      </a:lnTo>
                      <a:lnTo>
                        <a:pt x="3114" y="752"/>
                      </a:lnTo>
                      <a:lnTo>
                        <a:pt x="672" y="0"/>
                      </a:lnTo>
                      <a:lnTo>
                        <a:pt x="3461" y="290"/>
                      </a:lnTo>
                      <a:lnTo>
                        <a:pt x="4677" y="938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1BD5DC6F-939F-0863-C17D-9DA03981E614}"/>
                    </a:ext>
                  </a:extLst>
                </p:cNvPr>
                <p:cNvSpPr/>
                <p:nvPr/>
              </p:nvSpPr>
              <p:spPr>
                <a:xfrm>
                  <a:off x="10427918" y="6777218"/>
                  <a:ext cx="4942" cy="1632"/>
                </a:xfrm>
                <a:custGeom>
                  <a:avLst/>
                  <a:gdLst>
                    <a:gd name="connsiteX0" fmla="*/ 4943 w 4942"/>
                    <a:gd name="connsiteY0" fmla="*/ 764 h 1632"/>
                    <a:gd name="connsiteX1" fmla="*/ 3438 w 4942"/>
                    <a:gd name="connsiteY1" fmla="*/ 1632 h 1632"/>
                    <a:gd name="connsiteX2" fmla="*/ 2477 w 4942"/>
                    <a:gd name="connsiteY2" fmla="*/ 1169 h 1632"/>
                    <a:gd name="connsiteX3" fmla="*/ 0 w 4942"/>
                    <a:gd name="connsiteY3" fmla="*/ 0 h 1632"/>
                    <a:gd name="connsiteX4" fmla="*/ 2477 w 4942"/>
                    <a:gd name="connsiteY4" fmla="*/ 382 h 1632"/>
                    <a:gd name="connsiteX5" fmla="*/ 4943 w 4942"/>
                    <a:gd name="connsiteY5" fmla="*/ 764 h 1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942" h="1632">
                      <a:moveTo>
                        <a:pt x="4943" y="764"/>
                      </a:moveTo>
                      <a:lnTo>
                        <a:pt x="3438" y="1632"/>
                      </a:lnTo>
                      <a:lnTo>
                        <a:pt x="2477" y="1169"/>
                      </a:lnTo>
                      <a:lnTo>
                        <a:pt x="0" y="0"/>
                      </a:lnTo>
                      <a:lnTo>
                        <a:pt x="2477" y="382"/>
                      </a:lnTo>
                      <a:lnTo>
                        <a:pt x="4943" y="764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95B775C2-AD93-9C30-A3FC-91351B1D4D37}"/>
                    </a:ext>
                  </a:extLst>
                </p:cNvPr>
                <p:cNvSpPr/>
                <p:nvPr/>
              </p:nvSpPr>
              <p:spPr>
                <a:xfrm>
                  <a:off x="10582039" y="6613859"/>
                  <a:ext cx="5105" cy="1423"/>
                </a:xfrm>
                <a:custGeom>
                  <a:avLst/>
                  <a:gdLst>
                    <a:gd name="connsiteX0" fmla="*/ 5105 w 5105"/>
                    <a:gd name="connsiteY0" fmla="*/ 0 h 1423"/>
                    <a:gd name="connsiteX1" fmla="*/ 2130 w 5105"/>
                    <a:gd name="connsiteY1" fmla="*/ 1424 h 1423"/>
                    <a:gd name="connsiteX2" fmla="*/ 0 w 5105"/>
                    <a:gd name="connsiteY2" fmla="*/ 752 h 1423"/>
                    <a:gd name="connsiteX3" fmla="*/ 5105 w 5105"/>
                    <a:gd name="connsiteY3" fmla="*/ 0 h 1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05" h="1423">
                      <a:moveTo>
                        <a:pt x="5105" y="0"/>
                      </a:moveTo>
                      <a:lnTo>
                        <a:pt x="2130" y="1424"/>
                      </a:lnTo>
                      <a:lnTo>
                        <a:pt x="0" y="752"/>
                      </a:lnTo>
                      <a:lnTo>
                        <a:pt x="5105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00BD08F2-49DC-44A2-869F-59F95745EC63}"/>
                    </a:ext>
                  </a:extLst>
                </p:cNvPr>
                <p:cNvSpPr/>
                <p:nvPr/>
              </p:nvSpPr>
              <p:spPr>
                <a:xfrm>
                  <a:off x="10786168" y="6293786"/>
                  <a:ext cx="3704" cy="5185"/>
                </a:xfrm>
                <a:custGeom>
                  <a:avLst/>
                  <a:gdLst>
                    <a:gd name="connsiteX0" fmla="*/ 3149 w 3704"/>
                    <a:gd name="connsiteY0" fmla="*/ 1123 h 5185"/>
                    <a:gd name="connsiteX1" fmla="*/ 3033 w 3704"/>
                    <a:gd name="connsiteY1" fmla="*/ 2361 h 5185"/>
                    <a:gd name="connsiteX2" fmla="*/ 1841 w 3704"/>
                    <a:gd name="connsiteY2" fmla="*/ 1713 h 5185"/>
                    <a:gd name="connsiteX3" fmla="*/ 614 w 3704"/>
                    <a:gd name="connsiteY3" fmla="*/ 2975 h 5185"/>
                    <a:gd name="connsiteX4" fmla="*/ 417 w 3704"/>
                    <a:gd name="connsiteY4" fmla="*/ 3970 h 5185"/>
                    <a:gd name="connsiteX5" fmla="*/ 880 w 3704"/>
                    <a:gd name="connsiteY5" fmla="*/ 4399 h 5185"/>
                    <a:gd name="connsiteX6" fmla="*/ 0 w 3704"/>
                    <a:gd name="connsiteY6" fmla="*/ 5186 h 5185"/>
                    <a:gd name="connsiteX7" fmla="*/ 741 w 3704"/>
                    <a:gd name="connsiteY7" fmla="*/ 2060 h 5185"/>
                    <a:gd name="connsiteX8" fmla="*/ 1354 w 3704"/>
                    <a:gd name="connsiteY8" fmla="*/ 1458 h 5185"/>
                    <a:gd name="connsiteX9" fmla="*/ 2651 w 3704"/>
                    <a:gd name="connsiteY9" fmla="*/ 1852 h 5185"/>
                    <a:gd name="connsiteX10" fmla="*/ 3021 w 3704"/>
                    <a:gd name="connsiteY10" fmla="*/ 1076 h 5185"/>
                    <a:gd name="connsiteX11" fmla="*/ 3160 w 3704"/>
                    <a:gd name="connsiteY11" fmla="*/ 810 h 5185"/>
                    <a:gd name="connsiteX12" fmla="*/ 2107 w 3704"/>
                    <a:gd name="connsiteY12" fmla="*/ 0 h 5185"/>
                    <a:gd name="connsiteX13" fmla="*/ 3704 w 3704"/>
                    <a:gd name="connsiteY13" fmla="*/ 845 h 5185"/>
                    <a:gd name="connsiteX14" fmla="*/ 3160 w 3704"/>
                    <a:gd name="connsiteY14" fmla="*/ 1007 h 5185"/>
                    <a:gd name="connsiteX15" fmla="*/ 3149 w 3704"/>
                    <a:gd name="connsiteY15" fmla="*/ 1123 h 5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04" h="5185">
                      <a:moveTo>
                        <a:pt x="3149" y="1123"/>
                      </a:moveTo>
                      <a:lnTo>
                        <a:pt x="3033" y="2361"/>
                      </a:lnTo>
                      <a:lnTo>
                        <a:pt x="1841" y="1713"/>
                      </a:lnTo>
                      <a:lnTo>
                        <a:pt x="614" y="2975"/>
                      </a:lnTo>
                      <a:lnTo>
                        <a:pt x="417" y="3970"/>
                      </a:lnTo>
                      <a:lnTo>
                        <a:pt x="880" y="4399"/>
                      </a:lnTo>
                      <a:lnTo>
                        <a:pt x="0" y="5186"/>
                      </a:lnTo>
                      <a:lnTo>
                        <a:pt x="741" y="2060"/>
                      </a:lnTo>
                      <a:lnTo>
                        <a:pt x="1354" y="1458"/>
                      </a:lnTo>
                      <a:lnTo>
                        <a:pt x="2651" y="1852"/>
                      </a:lnTo>
                      <a:lnTo>
                        <a:pt x="3021" y="1076"/>
                      </a:lnTo>
                      <a:lnTo>
                        <a:pt x="3160" y="810"/>
                      </a:lnTo>
                      <a:lnTo>
                        <a:pt x="2107" y="0"/>
                      </a:lnTo>
                      <a:lnTo>
                        <a:pt x="3704" y="845"/>
                      </a:lnTo>
                      <a:lnTo>
                        <a:pt x="3160" y="1007"/>
                      </a:lnTo>
                      <a:lnTo>
                        <a:pt x="3149" y="1123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0455F951-AB56-17BB-A60B-21E7A226AA33}"/>
                    </a:ext>
                  </a:extLst>
                </p:cNvPr>
                <p:cNvSpPr/>
                <p:nvPr/>
              </p:nvSpPr>
              <p:spPr>
                <a:xfrm>
                  <a:off x="10531627" y="6631455"/>
                  <a:ext cx="2581" cy="3646"/>
                </a:xfrm>
                <a:custGeom>
                  <a:avLst/>
                  <a:gdLst>
                    <a:gd name="connsiteX0" fmla="*/ 2477 w 2581"/>
                    <a:gd name="connsiteY0" fmla="*/ 3288 h 3646"/>
                    <a:gd name="connsiteX1" fmla="*/ 2581 w 2581"/>
                    <a:gd name="connsiteY1" fmla="*/ 3646 h 3646"/>
                    <a:gd name="connsiteX2" fmla="*/ 2095 w 2581"/>
                    <a:gd name="connsiteY2" fmla="*/ 2975 h 3646"/>
                    <a:gd name="connsiteX3" fmla="*/ 0 w 2581"/>
                    <a:gd name="connsiteY3" fmla="*/ 0 h 3646"/>
                    <a:gd name="connsiteX4" fmla="*/ 1921 w 2581"/>
                    <a:gd name="connsiteY4" fmla="*/ 1181 h 3646"/>
                    <a:gd name="connsiteX5" fmla="*/ 2477 w 2581"/>
                    <a:gd name="connsiteY5" fmla="*/ 3288 h 36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81" h="3646">
                      <a:moveTo>
                        <a:pt x="2477" y="3288"/>
                      </a:moveTo>
                      <a:lnTo>
                        <a:pt x="2581" y="3646"/>
                      </a:lnTo>
                      <a:lnTo>
                        <a:pt x="2095" y="2975"/>
                      </a:lnTo>
                      <a:lnTo>
                        <a:pt x="0" y="0"/>
                      </a:lnTo>
                      <a:lnTo>
                        <a:pt x="1921" y="1181"/>
                      </a:lnTo>
                      <a:lnTo>
                        <a:pt x="2477" y="3288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7D971521-84B9-F986-336F-6BC62CF8A630}"/>
                    </a:ext>
                  </a:extLst>
                </p:cNvPr>
                <p:cNvSpPr/>
                <p:nvPr/>
              </p:nvSpPr>
              <p:spPr>
                <a:xfrm>
                  <a:off x="10649943" y="6555760"/>
                  <a:ext cx="3773" cy="1435"/>
                </a:xfrm>
                <a:custGeom>
                  <a:avLst/>
                  <a:gdLst>
                    <a:gd name="connsiteX0" fmla="*/ 1760 w 3773"/>
                    <a:gd name="connsiteY0" fmla="*/ 0 h 1435"/>
                    <a:gd name="connsiteX1" fmla="*/ 3774 w 3773"/>
                    <a:gd name="connsiteY1" fmla="*/ 1436 h 1435"/>
                    <a:gd name="connsiteX2" fmla="*/ 0 w 3773"/>
                    <a:gd name="connsiteY2" fmla="*/ 509 h 1435"/>
                    <a:gd name="connsiteX3" fmla="*/ 1760 w 3773"/>
                    <a:gd name="connsiteY3" fmla="*/ 0 h 1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73" h="1435">
                      <a:moveTo>
                        <a:pt x="1760" y="0"/>
                      </a:moveTo>
                      <a:lnTo>
                        <a:pt x="3774" y="1436"/>
                      </a:lnTo>
                      <a:lnTo>
                        <a:pt x="0" y="509"/>
                      </a:lnTo>
                      <a:lnTo>
                        <a:pt x="1760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8C269880-908B-36C2-2FFD-BD65843BAA81}"/>
                    </a:ext>
                  </a:extLst>
                </p:cNvPr>
                <p:cNvSpPr/>
                <p:nvPr/>
              </p:nvSpPr>
              <p:spPr>
                <a:xfrm>
                  <a:off x="10434933" y="6778839"/>
                  <a:ext cx="2893" cy="1829"/>
                </a:xfrm>
                <a:custGeom>
                  <a:avLst/>
                  <a:gdLst>
                    <a:gd name="connsiteX0" fmla="*/ 2894 w 2893"/>
                    <a:gd name="connsiteY0" fmla="*/ 1759 h 1829"/>
                    <a:gd name="connsiteX1" fmla="*/ 1100 w 2893"/>
                    <a:gd name="connsiteY1" fmla="*/ 1829 h 1829"/>
                    <a:gd name="connsiteX2" fmla="*/ 0 w 2893"/>
                    <a:gd name="connsiteY2" fmla="*/ 0 h 1829"/>
                    <a:gd name="connsiteX3" fmla="*/ 2894 w 2893"/>
                    <a:gd name="connsiteY3" fmla="*/ 1759 h 18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93" h="1829">
                      <a:moveTo>
                        <a:pt x="2894" y="1759"/>
                      </a:moveTo>
                      <a:lnTo>
                        <a:pt x="1100" y="1829"/>
                      </a:lnTo>
                      <a:lnTo>
                        <a:pt x="0" y="0"/>
                      </a:lnTo>
                      <a:lnTo>
                        <a:pt x="2894" y="1759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A22331AB-E9D4-97D9-643F-01E521DD1269}"/>
                    </a:ext>
                  </a:extLst>
                </p:cNvPr>
                <p:cNvSpPr/>
                <p:nvPr/>
              </p:nvSpPr>
              <p:spPr>
                <a:xfrm>
                  <a:off x="10738279" y="6456971"/>
                  <a:ext cx="3368" cy="2523"/>
                </a:xfrm>
                <a:custGeom>
                  <a:avLst/>
                  <a:gdLst>
                    <a:gd name="connsiteX0" fmla="*/ 3369 w 3368"/>
                    <a:gd name="connsiteY0" fmla="*/ 0 h 2523"/>
                    <a:gd name="connsiteX1" fmla="*/ 0 w 3368"/>
                    <a:gd name="connsiteY1" fmla="*/ 2524 h 2523"/>
                    <a:gd name="connsiteX2" fmla="*/ 1979 w 3368"/>
                    <a:gd name="connsiteY2" fmla="*/ 93 h 2523"/>
                    <a:gd name="connsiteX3" fmla="*/ 3369 w 3368"/>
                    <a:gd name="connsiteY3" fmla="*/ 0 h 2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68" h="2523">
                      <a:moveTo>
                        <a:pt x="3369" y="0"/>
                      </a:moveTo>
                      <a:lnTo>
                        <a:pt x="0" y="2524"/>
                      </a:lnTo>
                      <a:lnTo>
                        <a:pt x="1979" y="93"/>
                      </a:lnTo>
                      <a:lnTo>
                        <a:pt x="3369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F3172F3B-3F8E-E2B8-37F6-F3954A99714A}"/>
                    </a:ext>
                  </a:extLst>
                </p:cNvPr>
                <p:cNvSpPr/>
                <p:nvPr/>
              </p:nvSpPr>
              <p:spPr>
                <a:xfrm>
                  <a:off x="10541767" y="5935964"/>
                  <a:ext cx="2292" cy="1493"/>
                </a:xfrm>
                <a:custGeom>
                  <a:avLst/>
                  <a:gdLst>
                    <a:gd name="connsiteX0" fmla="*/ 1493 w 2292"/>
                    <a:gd name="connsiteY0" fmla="*/ 0 h 1493"/>
                    <a:gd name="connsiteX1" fmla="*/ 2292 w 2292"/>
                    <a:gd name="connsiteY1" fmla="*/ 1493 h 1493"/>
                    <a:gd name="connsiteX2" fmla="*/ 0 w 2292"/>
                    <a:gd name="connsiteY2" fmla="*/ 752 h 1493"/>
                    <a:gd name="connsiteX3" fmla="*/ 1493 w 2292"/>
                    <a:gd name="connsiteY3" fmla="*/ 0 h 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92" h="1493">
                      <a:moveTo>
                        <a:pt x="1493" y="0"/>
                      </a:moveTo>
                      <a:lnTo>
                        <a:pt x="2292" y="1493"/>
                      </a:lnTo>
                      <a:lnTo>
                        <a:pt x="0" y="752"/>
                      </a:lnTo>
                      <a:lnTo>
                        <a:pt x="1493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FCD3B5E0-DD07-E19F-1F05-E332DBF24496}"/>
                    </a:ext>
                  </a:extLst>
                </p:cNvPr>
                <p:cNvSpPr/>
                <p:nvPr/>
              </p:nvSpPr>
              <p:spPr>
                <a:xfrm>
                  <a:off x="10529971" y="6654884"/>
                  <a:ext cx="2801" cy="4618"/>
                </a:xfrm>
                <a:custGeom>
                  <a:avLst/>
                  <a:gdLst>
                    <a:gd name="connsiteX0" fmla="*/ 2801 w 2801"/>
                    <a:gd name="connsiteY0" fmla="*/ 903 h 4618"/>
                    <a:gd name="connsiteX1" fmla="*/ 0 w 2801"/>
                    <a:gd name="connsiteY1" fmla="*/ 4619 h 4618"/>
                    <a:gd name="connsiteX2" fmla="*/ 2720 w 2801"/>
                    <a:gd name="connsiteY2" fmla="*/ 0 h 4618"/>
                    <a:gd name="connsiteX3" fmla="*/ 2801 w 2801"/>
                    <a:gd name="connsiteY3" fmla="*/ 903 h 46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01" h="4618">
                      <a:moveTo>
                        <a:pt x="2801" y="903"/>
                      </a:moveTo>
                      <a:lnTo>
                        <a:pt x="0" y="4619"/>
                      </a:lnTo>
                      <a:lnTo>
                        <a:pt x="2720" y="0"/>
                      </a:lnTo>
                      <a:lnTo>
                        <a:pt x="2801" y="903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17B62FBD-8007-0967-310B-FE27FD0B9148}"/>
                    </a:ext>
                  </a:extLst>
                </p:cNvPr>
                <p:cNvSpPr/>
                <p:nvPr/>
              </p:nvSpPr>
              <p:spPr>
                <a:xfrm>
                  <a:off x="10563970" y="6607064"/>
                  <a:ext cx="2905" cy="2315"/>
                </a:xfrm>
                <a:custGeom>
                  <a:avLst/>
                  <a:gdLst>
                    <a:gd name="connsiteX0" fmla="*/ 0 w 2905"/>
                    <a:gd name="connsiteY0" fmla="*/ 0 h 2315"/>
                    <a:gd name="connsiteX1" fmla="*/ 2905 w 2905"/>
                    <a:gd name="connsiteY1" fmla="*/ 2315 h 2315"/>
                    <a:gd name="connsiteX2" fmla="*/ 613 w 2905"/>
                    <a:gd name="connsiteY2" fmla="*/ 1424 h 2315"/>
                    <a:gd name="connsiteX3" fmla="*/ 0 w 2905"/>
                    <a:gd name="connsiteY3" fmla="*/ 0 h 2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05" h="2315">
                      <a:moveTo>
                        <a:pt x="0" y="0"/>
                      </a:moveTo>
                      <a:lnTo>
                        <a:pt x="2905" y="2315"/>
                      </a:lnTo>
                      <a:lnTo>
                        <a:pt x="613" y="142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B1CB4EF3-1744-2F37-CA36-143F0D039FA1}"/>
                    </a:ext>
                  </a:extLst>
                </p:cNvPr>
                <p:cNvSpPr/>
                <p:nvPr/>
              </p:nvSpPr>
              <p:spPr>
                <a:xfrm>
                  <a:off x="10481376" y="6716850"/>
                  <a:ext cx="4641" cy="1111"/>
                </a:xfrm>
                <a:custGeom>
                  <a:avLst/>
                  <a:gdLst>
                    <a:gd name="connsiteX0" fmla="*/ 3172 w 4641"/>
                    <a:gd name="connsiteY0" fmla="*/ 926 h 1111"/>
                    <a:gd name="connsiteX1" fmla="*/ 0 w 4641"/>
                    <a:gd name="connsiteY1" fmla="*/ 1111 h 1111"/>
                    <a:gd name="connsiteX2" fmla="*/ 4642 w 4641"/>
                    <a:gd name="connsiteY2" fmla="*/ 0 h 1111"/>
                    <a:gd name="connsiteX3" fmla="*/ 3172 w 4641"/>
                    <a:gd name="connsiteY3" fmla="*/ 926 h 11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41" h="1111">
                      <a:moveTo>
                        <a:pt x="3172" y="926"/>
                      </a:moveTo>
                      <a:lnTo>
                        <a:pt x="0" y="1111"/>
                      </a:lnTo>
                      <a:lnTo>
                        <a:pt x="4642" y="0"/>
                      </a:lnTo>
                      <a:lnTo>
                        <a:pt x="3172" y="926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8C43A31D-B182-6073-420D-E83A240F745E}"/>
                    </a:ext>
                  </a:extLst>
                </p:cNvPr>
                <p:cNvSpPr/>
                <p:nvPr/>
              </p:nvSpPr>
              <p:spPr>
                <a:xfrm>
                  <a:off x="10647952" y="6561351"/>
                  <a:ext cx="6366" cy="4734"/>
                </a:xfrm>
                <a:custGeom>
                  <a:avLst/>
                  <a:gdLst>
                    <a:gd name="connsiteX0" fmla="*/ 5383 w 6366"/>
                    <a:gd name="connsiteY0" fmla="*/ 174 h 4734"/>
                    <a:gd name="connsiteX1" fmla="*/ 6367 w 6366"/>
                    <a:gd name="connsiteY1" fmla="*/ 1980 h 4734"/>
                    <a:gd name="connsiteX2" fmla="*/ 6355 w 6366"/>
                    <a:gd name="connsiteY2" fmla="*/ 2119 h 4734"/>
                    <a:gd name="connsiteX3" fmla="*/ 0 w 6366"/>
                    <a:gd name="connsiteY3" fmla="*/ 4734 h 4734"/>
                    <a:gd name="connsiteX4" fmla="*/ 6274 w 6366"/>
                    <a:gd name="connsiteY4" fmla="*/ 2003 h 4734"/>
                    <a:gd name="connsiteX5" fmla="*/ 4989 w 6366"/>
                    <a:gd name="connsiteY5" fmla="*/ 290 h 4734"/>
                    <a:gd name="connsiteX6" fmla="*/ 3056 w 6366"/>
                    <a:gd name="connsiteY6" fmla="*/ 290 h 4734"/>
                    <a:gd name="connsiteX7" fmla="*/ 4769 w 6366"/>
                    <a:gd name="connsiteY7" fmla="*/ 0 h 4734"/>
                    <a:gd name="connsiteX8" fmla="*/ 5383 w 6366"/>
                    <a:gd name="connsiteY8" fmla="*/ 174 h 4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366" h="4734">
                      <a:moveTo>
                        <a:pt x="5383" y="174"/>
                      </a:moveTo>
                      <a:lnTo>
                        <a:pt x="6367" y="1980"/>
                      </a:lnTo>
                      <a:lnTo>
                        <a:pt x="6355" y="2119"/>
                      </a:lnTo>
                      <a:lnTo>
                        <a:pt x="0" y="4734"/>
                      </a:lnTo>
                      <a:lnTo>
                        <a:pt x="6274" y="2003"/>
                      </a:lnTo>
                      <a:lnTo>
                        <a:pt x="4989" y="290"/>
                      </a:lnTo>
                      <a:lnTo>
                        <a:pt x="3056" y="290"/>
                      </a:lnTo>
                      <a:lnTo>
                        <a:pt x="4769" y="0"/>
                      </a:lnTo>
                      <a:lnTo>
                        <a:pt x="5383" y="174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3945EFFF-B001-1335-7FEE-E5BD8DF2D951}"/>
                    </a:ext>
                  </a:extLst>
                </p:cNvPr>
                <p:cNvSpPr/>
                <p:nvPr/>
              </p:nvSpPr>
              <p:spPr>
                <a:xfrm>
                  <a:off x="10527216" y="6640148"/>
                  <a:ext cx="4086" cy="1597"/>
                </a:xfrm>
                <a:custGeom>
                  <a:avLst/>
                  <a:gdLst>
                    <a:gd name="connsiteX0" fmla="*/ 4086 w 4086"/>
                    <a:gd name="connsiteY0" fmla="*/ 1331 h 1597"/>
                    <a:gd name="connsiteX1" fmla="*/ 2975 w 4086"/>
                    <a:gd name="connsiteY1" fmla="*/ 1597 h 1597"/>
                    <a:gd name="connsiteX2" fmla="*/ 0 w 4086"/>
                    <a:gd name="connsiteY2" fmla="*/ 0 h 1597"/>
                    <a:gd name="connsiteX3" fmla="*/ 4086 w 4086"/>
                    <a:gd name="connsiteY3" fmla="*/ 1331 h 1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86" h="1597">
                      <a:moveTo>
                        <a:pt x="4086" y="1331"/>
                      </a:moveTo>
                      <a:lnTo>
                        <a:pt x="2975" y="1597"/>
                      </a:lnTo>
                      <a:lnTo>
                        <a:pt x="0" y="0"/>
                      </a:lnTo>
                      <a:lnTo>
                        <a:pt x="4086" y="1331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377C0BFE-2E64-AFA8-F329-316F985BAFC4}"/>
                    </a:ext>
                  </a:extLst>
                </p:cNvPr>
                <p:cNvSpPr/>
                <p:nvPr/>
              </p:nvSpPr>
              <p:spPr>
                <a:xfrm>
                  <a:off x="10408054" y="6788736"/>
                  <a:ext cx="2801" cy="1446"/>
                </a:xfrm>
                <a:custGeom>
                  <a:avLst/>
                  <a:gdLst>
                    <a:gd name="connsiteX0" fmla="*/ 2778 w 2801"/>
                    <a:gd name="connsiteY0" fmla="*/ 764 h 1446"/>
                    <a:gd name="connsiteX1" fmla="*/ 0 w 2801"/>
                    <a:gd name="connsiteY1" fmla="*/ 1447 h 1446"/>
                    <a:gd name="connsiteX2" fmla="*/ 2801 w 2801"/>
                    <a:gd name="connsiteY2" fmla="*/ 0 h 1446"/>
                    <a:gd name="connsiteX3" fmla="*/ 2778 w 2801"/>
                    <a:gd name="connsiteY3" fmla="*/ 764 h 14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01" h="1446">
                      <a:moveTo>
                        <a:pt x="2778" y="764"/>
                      </a:moveTo>
                      <a:lnTo>
                        <a:pt x="0" y="1447"/>
                      </a:lnTo>
                      <a:lnTo>
                        <a:pt x="2801" y="0"/>
                      </a:lnTo>
                      <a:lnTo>
                        <a:pt x="2778" y="764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BB7D450D-62CB-582A-6021-32067304FB64}"/>
                    </a:ext>
                  </a:extLst>
                </p:cNvPr>
                <p:cNvSpPr/>
                <p:nvPr/>
              </p:nvSpPr>
              <p:spPr>
                <a:xfrm>
                  <a:off x="10404072" y="6787289"/>
                  <a:ext cx="1192" cy="2338"/>
                </a:xfrm>
                <a:custGeom>
                  <a:avLst/>
                  <a:gdLst>
                    <a:gd name="connsiteX0" fmla="*/ 417 w 1192"/>
                    <a:gd name="connsiteY0" fmla="*/ 822 h 2338"/>
                    <a:gd name="connsiteX1" fmla="*/ 1192 w 1192"/>
                    <a:gd name="connsiteY1" fmla="*/ 2339 h 2338"/>
                    <a:gd name="connsiteX2" fmla="*/ 880 w 1192"/>
                    <a:gd name="connsiteY2" fmla="*/ 2096 h 2338"/>
                    <a:gd name="connsiteX3" fmla="*/ 197 w 1192"/>
                    <a:gd name="connsiteY3" fmla="*/ 1563 h 2338"/>
                    <a:gd name="connsiteX4" fmla="*/ 0 w 1192"/>
                    <a:gd name="connsiteY4" fmla="*/ 0 h 2338"/>
                    <a:gd name="connsiteX5" fmla="*/ 417 w 1192"/>
                    <a:gd name="connsiteY5" fmla="*/ 822 h 2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92" h="2338">
                      <a:moveTo>
                        <a:pt x="417" y="822"/>
                      </a:moveTo>
                      <a:lnTo>
                        <a:pt x="1192" y="2339"/>
                      </a:lnTo>
                      <a:lnTo>
                        <a:pt x="880" y="2096"/>
                      </a:lnTo>
                      <a:lnTo>
                        <a:pt x="197" y="1563"/>
                      </a:lnTo>
                      <a:lnTo>
                        <a:pt x="0" y="0"/>
                      </a:lnTo>
                      <a:lnTo>
                        <a:pt x="417" y="822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92DF46D5-D34E-78A3-244E-08CCA09F2A67}"/>
                    </a:ext>
                  </a:extLst>
                </p:cNvPr>
                <p:cNvSpPr/>
                <p:nvPr/>
              </p:nvSpPr>
              <p:spPr>
                <a:xfrm>
                  <a:off x="10561932" y="6610815"/>
                  <a:ext cx="2477" cy="1794"/>
                </a:xfrm>
                <a:custGeom>
                  <a:avLst/>
                  <a:gdLst>
                    <a:gd name="connsiteX0" fmla="*/ 1412 w 2477"/>
                    <a:gd name="connsiteY0" fmla="*/ 533 h 1794"/>
                    <a:gd name="connsiteX1" fmla="*/ 2477 w 2477"/>
                    <a:gd name="connsiteY1" fmla="*/ 1795 h 1794"/>
                    <a:gd name="connsiteX2" fmla="*/ 0 w 2477"/>
                    <a:gd name="connsiteY2" fmla="*/ 0 h 1794"/>
                    <a:gd name="connsiteX3" fmla="*/ 1412 w 2477"/>
                    <a:gd name="connsiteY3" fmla="*/ 533 h 17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77" h="1794">
                      <a:moveTo>
                        <a:pt x="1412" y="533"/>
                      </a:moveTo>
                      <a:lnTo>
                        <a:pt x="2477" y="1795"/>
                      </a:lnTo>
                      <a:lnTo>
                        <a:pt x="0" y="0"/>
                      </a:lnTo>
                      <a:lnTo>
                        <a:pt x="1412" y="533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34FE68DE-FE77-36ED-DC23-25094B6E7EBA}"/>
                    </a:ext>
                  </a:extLst>
                </p:cNvPr>
                <p:cNvSpPr/>
                <p:nvPr/>
              </p:nvSpPr>
              <p:spPr>
                <a:xfrm>
                  <a:off x="10518546" y="6650126"/>
                  <a:ext cx="833" cy="1238"/>
                </a:xfrm>
                <a:custGeom>
                  <a:avLst/>
                  <a:gdLst>
                    <a:gd name="connsiteX0" fmla="*/ 833 w 833"/>
                    <a:gd name="connsiteY0" fmla="*/ 787 h 1238"/>
                    <a:gd name="connsiteX1" fmla="*/ 0 w 833"/>
                    <a:gd name="connsiteY1" fmla="*/ 1239 h 1238"/>
                    <a:gd name="connsiteX2" fmla="*/ 58 w 833"/>
                    <a:gd name="connsiteY2" fmla="*/ 0 h 1238"/>
                    <a:gd name="connsiteX3" fmla="*/ 833 w 833"/>
                    <a:gd name="connsiteY3" fmla="*/ 787 h 1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33" h="1238">
                      <a:moveTo>
                        <a:pt x="833" y="787"/>
                      </a:moveTo>
                      <a:lnTo>
                        <a:pt x="0" y="1239"/>
                      </a:lnTo>
                      <a:lnTo>
                        <a:pt x="58" y="0"/>
                      </a:lnTo>
                      <a:lnTo>
                        <a:pt x="833" y="787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15E672A2-EF7B-9FF4-A3C3-8DFAEC219BBA}"/>
                    </a:ext>
                  </a:extLst>
                </p:cNvPr>
                <p:cNvSpPr/>
                <p:nvPr/>
              </p:nvSpPr>
              <p:spPr>
                <a:xfrm>
                  <a:off x="10516578" y="6654688"/>
                  <a:ext cx="1238" cy="729"/>
                </a:xfrm>
                <a:custGeom>
                  <a:avLst/>
                  <a:gdLst>
                    <a:gd name="connsiteX0" fmla="*/ 1239 w 1238"/>
                    <a:gd name="connsiteY0" fmla="*/ 567 h 729"/>
                    <a:gd name="connsiteX1" fmla="*/ 0 w 1238"/>
                    <a:gd name="connsiteY1" fmla="*/ 729 h 729"/>
                    <a:gd name="connsiteX2" fmla="*/ 347 w 1238"/>
                    <a:gd name="connsiteY2" fmla="*/ 0 h 729"/>
                    <a:gd name="connsiteX3" fmla="*/ 1239 w 1238"/>
                    <a:gd name="connsiteY3" fmla="*/ 567 h 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38" h="729">
                      <a:moveTo>
                        <a:pt x="1239" y="567"/>
                      </a:moveTo>
                      <a:lnTo>
                        <a:pt x="0" y="729"/>
                      </a:lnTo>
                      <a:lnTo>
                        <a:pt x="347" y="0"/>
                      </a:lnTo>
                      <a:lnTo>
                        <a:pt x="1239" y="567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16C8689F-9225-0123-D9E4-6B6073D95A54}"/>
                    </a:ext>
                  </a:extLst>
                </p:cNvPr>
                <p:cNvSpPr/>
                <p:nvPr/>
              </p:nvSpPr>
              <p:spPr>
                <a:xfrm>
                  <a:off x="10519414" y="6667733"/>
                  <a:ext cx="1111" cy="891"/>
                </a:xfrm>
                <a:custGeom>
                  <a:avLst/>
                  <a:gdLst>
                    <a:gd name="connsiteX0" fmla="*/ 278 w 1111"/>
                    <a:gd name="connsiteY0" fmla="*/ 822 h 891"/>
                    <a:gd name="connsiteX1" fmla="*/ 0 w 1111"/>
                    <a:gd name="connsiteY1" fmla="*/ 892 h 891"/>
                    <a:gd name="connsiteX2" fmla="*/ 1099 w 1111"/>
                    <a:gd name="connsiteY2" fmla="*/ 0 h 891"/>
                    <a:gd name="connsiteX3" fmla="*/ 1111 w 1111"/>
                    <a:gd name="connsiteY3" fmla="*/ 313 h 891"/>
                    <a:gd name="connsiteX4" fmla="*/ 1111 w 1111"/>
                    <a:gd name="connsiteY4" fmla="*/ 625 h 891"/>
                    <a:gd name="connsiteX5" fmla="*/ 278 w 1111"/>
                    <a:gd name="connsiteY5" fmla="*/ 822 h 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11" h="891">
                      <a:moveTo>
                        <a:pt x="278" y="822"/>
                      </a:moveTo>
                      <a:lnTo>
                        <a:pt x="0" y="892"/>
                      </a:lnTo>
                      <a:lnTo>
                        <a:pt x="1099" y="0"/>
                      </a:lnTo>
                      <a:lnTo>
                        <a:pt x="1111" y="313"/>
                      </a:lnTo>
                      <a:lnTo>
                        <a:pt x="1111" y="625"/>
                      </a:lnTo>
                      <a:lnTo>
                        <a:pt x="278" y="822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EB203D1D-5209-F978-188C-E2B914005DE5}"/>
                    </a:ext>
                  </a:extLst>
                </p:cNvPr>
                <p:cNvSpPr/>
                <p:nvPr/>
              </p:nvSpPr>
              <p:spPr>
                <a:xfrm>
                  <a:off x="10733765" y="6463616"/>
                  <a:ext cx="1053" cy="1759"/>
                </a:xfrm>
                <a:custGeom>
                  <a:avLst/>
                  <a:gdLst>
                    <a:gd name="connsiteX0" fmla="*/ 1053 w 1053"/>
                    <a:gd name="connsiteY0" fmla="*/ 150 h 1759"/>
                    <a:gd name="connsiteX1" fmla="*/ 0 w 1053"/>
                    <a:gd name="connsiteY1" fmla="*/ 1760 h 1759"/>
                    <a:gd name="connsiteX2" fmla="*/ 741 w 1053"/>
                    <a:gd name="connsiteY2" fmla="*/ 0 h 1759"/>
                    <a:gd name="connsiteX3" fmla="*/ 1053 w 1053"/>
                    <a:gd name="connsiteY3" fmla="*/ 150 h 1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53" h="1759">
                      <a:moveTo>
                        <a:pt x="1053" y="150"/>
                      </a:moveTo>
                      <a:lnTo>
                        <a:pt x="0" y="1760"/>
                      </a:lnTo>
                      <a:lnTo>
                        <a:pt x="741" y="0"/>
                      </a:lnTo>
                      <a:lnTo>
                        <a:pt x="1053" y="15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7A62D614-E210-C4D4-C095-1D77A7678188}"/>
                    </a:ext>
                  </a:extLst>
                </p:cNvPr>
                <p:cNvSpPr/>
                <p:nvPr/>
              </p:nvSpPr>
              <p:spPr>
                <a:xfrm>
                  <a:off x="10645394" y="6564569"/>
                  <a:ext cx="1018" cy="1100"/>
                </a:xfrm>
                <a:custGeom>
                  <a:avLst/>
                  <a:gdLst>
                    <a:gd name="connsiteX0" fmla="*/ 451 w 1018"/>
                    <a:gd name="connsiteY0" fmla="*/ 0 h 1100"/>
                    <a:gd name="connsiteX1" fmla="*/ 1018 w 1018"/>
                    <a:gd name="connsiteY1" fmla="*/ 1100 h 1100"/>
                    <a:gd name="connsiteX2" fmla="*/ 0 w 1018"/>
                    <a:gd name="connsiteY2" fmla="*/ 278 h 1100"/>
                    <a:gd name="connsiteX3" fmla="*/ 451 w 1018"/>
                    <a:gd name="connsiteY3" fmla="*/ 0 h 1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8" h="1100">
                      <a:moveTo>
                        <a:pt x="451" y="0"/>
                      </a:moveTo>
                      <a:lnTo>
                        <a:pt x="1018" y="1100"/>
                      </a:lnTo>
                      <a:lnTo>
                        <a:pt x="0" y="278"/>
                      </a:lnTo>
                      <a:lnTo>
                        <a:pt x="451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81CFE13C-2935-A88A-9E92-2F09D4FE5467}"/>
                    </a:ext>
                  </a:extLst>
                </p:cNvPr>
                <p:cNvSpPr/>
                <p:nvPr/>
              </p:nvSpPr>
              <p:spPr>
                <a:xfrm>
                  <a:off x="10647142" y="6565322"/>
                  <a:ext cx="972" cy="440"/>
                </a:xfrm>
                <a:custGeom>
                  <a:avLst/>
                  <a:gdLst>
                    <a:gd name="connsiteX0" fmla="*/ 972 w 972"/>
                    <a:gd name="connsiteY0" fmla="*/ 0 h 440"/>
                    <a:gd name="connsiteX1" fmla="*/ 856 w 972"/>
                    <a:gd name="connsiteY1" fmla="*/ 440 h 440"/>
                    <a:gd name="connsiteX2" fmla="*/ 0 w 972"/>
                    <a:gd name="connsiteY2" fmla="*/ 35 h 440"/>
                    <a:gd name="connsiteX3" fmla="*/ 972 w 972"/>
                    <a:gd name="connsiteY3" fmla="*/ 0 h 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2" h="440">
                      <a:moveTo>
                        <a:pt x="972" y="0"/>
                      </a:moveTo>
                      <a:lnTo>
                        <a:pt x="856" y="440"/>
                      </a:lnTo>
                      <a:lnTo>
                        <a:pt x="0" y="35"/>
                      </a:lnTo>
                      <a:lnTo>
                        <a:pt x="972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64D90CDB-F8D5-3386-2B8B-8374D6878B3E}"/>
                    </a:ext>
                  </a:extLst>
                </p:cNvPr>
                <p:cNvSpPr/>
                <p:nvPr/>
              </p:nvSpPr>
              <p:spPr>
                <a:xfrm>
                  <a:off x="10426437" y="6776558"/>
                  <a:ext cx="2454" cy="451"/>
                </a:xfrm>
                <a:custGeom>
                  <a:avLst/>
                  <a:gdLst>
                    <a:gd name="connsiteX0" fmla="*/ 0 w 2454"/>
                    <a:gd name="connsiteY0" fmla="*/ 0 h 451"/>
                    <a:gd name="connsiteX1" fmla="*/ 2454 w 2454"/>
                    <a:gd name="connsiteY1" fmla="*/ 451 h 451"/>
                    <a:gd name="connsiteX2" fmla="*/ 1517 w 2454"/>
                    <a:gd name="connsiteY2" fmla="*/ 440 h 451"/>
                    <a:gd name="connsiteX3" fmla="*/ 0 w 2454"/>
                    <a:gd name="connsiteY3" fmla="*/ 0 h 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54" h="451">
                      <a:moveTo>
                        <a:pt x="0" y="0"/>
                      </a:moveTo>
                      <a:lnTo>
                        <a:pt x="2454" y="451"/>
                      </a:lnTo>
                      <a:lnTo>
                        <a:pt x="1517" y="44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78E52CE6-4814-DC4B-8E47-CC246DB55617}"/>
                    </a:ext>
                  </a:extLst>
                </p:cNvPr>
                <p:cNvSpPr/>
                <p:nvPr/>
              </p:nvSpPr>
              <p:spPr>
                <a:xfrm>
                  <a:off x="10535342" y="6633203"/>
                  <a:ext cx="220" cy="1678"/>
                </a:xfrm>
                <a:custGeom>
                  <a:avLst/>
                  <a:gdLst>
                    <a:gd name="connsiteX0" fmla="*/ 220 w 220"/>
                    <a:gd name="connsiteY0" fmla="*/ 590 h 1678"/>
                    <a:gd name="connsiteX1" fmla="*/ 0 w 220"/>
                    <a:gd name="connsiteY1" fmla="*/ 1679 h 1678"/>
                    <a:gd name="connsiteX2" fmla="*/ 12 w 220"/>
                    <a:gd name="connsiteY2" fmla="*/ 0 h 1678"/>
                    <a:gd name="connsiteX3" fmla="*/ 220 w 220"/>
                    <a:gd name="connsiteY3" fmla="*/ 590 h 1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0" h="1678">
                      <a:moveTo>
                        <a:pt x="220" y="590"/>
                      </a:moveTo>
                      <a:lnTo>
                        <a:pt x="0" y="1679"/>
                      </a:lnTo>
                      <a:lnTo>
                        <a:pt x="12" y="0"/>
                      </a:lnTo>
                      <a:lnTo>
                        <a:pt x="220" y="59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8F95DFC6-471B-9F5B-4123-23F3C30A9A95}"/>
                    </a:ext>
                  </a:extLst>
                </p:cNvPr>
                <p:cNvSpPr/>
                <p:nvPr/>
              </p:nvSpPr>
              <p:spPr>
                <a:xfrm>
                  <a:off x="10480635" y="6716943"/>
                  <a:ext cx="729" cy="694"/>
                </a:xfrm>
                <a:custGeom>
                  <a:avLst/>
                  <a:gdLst>
                    <a:gd name="connsiteX0" fmla="*/ 104 w 729"/>
                    <a:gd name="connsiteY0" fmla="*/ 0 h 694"/>
                    <a:gd name="connsiteX1" fmla="*/ 729 w 729"/>
                    <a:gd name="connsiteY1" fmla="*/ 695 h 694"/>
                    <a:gd name="connsiteX2" fmla="*/ 0 w 729"/>
                    <a:gd name="connsiteY2" fmla="*/ 428 h 694"/>
                    <a:gd name="connsiteX3" fmla="*/ 104 w 729"/>
                    <a:gd name="connsiteY3" fmla="*/ 0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9" h="694">
                      <a:moveTo>
                        <a:pt x="104" y="0"/>
                      </a:moveTo>
                      <a:lnTo>
                        <a:pt x="729" y="695"/>
                      </a:lnTo>
                      <a:lnTo>
                        <a:pt x="0" y="428"/>
                      </a:lnTo>
                      <a:lnTo>
                        <a:pt x="104" y="0"/>
                      </a:lnTo>
                    </a:path>
                  </a:pathLst>
                </a:custGeom>
                <a:solidFill>
                  <a:srgbClr val="58A1C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A3553455-5FDA-95C5-B473-6A8945A474B0}"/>
                    </a:ext>
                  </a:extLst>
                </p:cNvPr>
                <p:cNvSpPr/>
                <p:nvPr/>
              </p:nvSpPr>
              <p:spPr>
                <a:xfrm>
                  <a:off x="10026664" y="6694034"/>
                  <a:ext cx="308369" cy="238266"/>
                </a:xfrm>
                <a:custGeom>
                  <a:avLst/>
                  <a:gdLst>
                    <a:gd name="connsiteX0" fmla="*/ 152906 w 308369"/>
                    <a:gd name="connsiteY0" fmla="*/ 914 h 238266"/>
                    <a:gd name="connsiteX1" fmla="*/ 161009 w 308369"/>
                    <a:gd name="connsiteY1" fmla="*/ 4792 h 238266"/>
                    <a:gd name="connsiteX2" fmla="*/ 165674 w 308369"/>
                    <a:gd name="connsiteY2" fmla="*/ 3924 h 238266"/>
                    <a:gd name="connsiteX3" fmla="*/ 179345 w 308369"/>
                    <a:gd name="connsiteY3" fmla="*/ 5545 h 238266"/>
                    <a:gd name="connsiteX4" fmla="*/ 180769 w 308369"/>
                    <a:gd name="connsiteY4" fmla="*/ 17526 h 238266"/>
                    <a:gd name="connsiteX5" fmla="*/ 179773 w 308369"/>
                    <a:gd name="connsiteY5" fmla="*/ 25919 h 238266"/>
                    <a:gd name="connsiteX6" fmla="*/ 184716 w 308369"/>
                    <a:gd name="connsiteY6" fmla="*/ 28407 h 238266"/>
                    <a:gd name="connsiteX7" fmla="*/ 192646 w 308369"/>
                    <a:gd name="connsiteY7" fmla="*/ 28569 h 238266"/>
                    <a:gd name="connsiteX8" fmla="*/ 193861 w 308369"/>
                    <a:gd name="connsiteY8" fmla="*/ 32389 h 238266"/>
                    <a:gd name="connsiteX9" fmla="*/ 192519 w 308369"/>
                    <a:gd name="connsiteY9" fmla="*/ 35792 h 238266"/>
                    <a:gd name="connsiteX10" fmla="*/ 199719 w 308369"/>
                    <a:gd name="connsiteY10" fmla="*/ 43340 h 238266"/>
                    <a:gd name="connsiteX11" fmla="*/ 204360 w 308369"/>
                    <a:gd name="connsiteY11" fmla="*/ 41673 h 238266"/>
                    <a:gd name="connsiteX12" fmla="*/ 202427 w 308369"/>
                    <a:gd name="connsiteY12" fmla="*/ 44706 h 238266"/>
                    <a:gd name="connsiteX13" fmla="*/ 211584 w 308369"/>
                    <a:gd name="connsiteY13" fmla="*/ 49464 h 238266"/>
                    <a:gd name="connsiteX14" fmla="*/ 213864 w 308369"/>
                    <a:gd name="connsiteY14" fmla="*/ 48017 h 238266"/>
                    <a:gd name="connsiteX15" fmla="*/ 217465 w 308369"/>
                    <a:gd name="connsiteY15" fmla="*/ 49197 h 238266"/>
                    <a:gd name="connsiteX16" fmla="*/ 219525 w 308369"/>
                    <a:gd name="connsiteY16" fmla="*/ 45655 h 238266"/>
                    <a:gd name="connsiteX17" fmla="*/ 218553 w 308369"/>
                    <a:gd name="connsiteY17" fmla="*/ 44035 h 238266"/>
                    <a:gd name="connsiteX18" fmla="*/ 228404 w 308369"/>
                    <a:gd name="connsiteY18" fmla="*/ 42703 h 238266"/>
                    <a:gd name="connsiteX19" fmla="*/ 235176 w 308369"/>
                    <a:gd name="connsiteY19" fmla="*/ 37691 h 238266"/>
                    <a:gd name="connsiteX20" fmla="*/ 246451 w 308369"/>
                    <a:gd name="connsiteY20" fmla="*/ 38617 h 238266"/>
                    <a:gd name="connsiteX21" fmla="*/ 250884 w 308369"/>
                    <a:gd name="connsiteY21" fmla="*/ 35885 h 238266"/>
                    <a:gd name="connsiteX22" fmla="*/ 257876 w 308369"/>
                    <a:gd name="connsiteY22" fmla="*/ 36198 h 238266"/>
                    <a:gd name="connsiteX23" fmla="*/ 266454 w 308369"/>
                    <a:gd name="connsiteY23" fmla="*/ 31938 h 238266"/>
                    <a:gd name="connsiteX24" fmla="*/ 276988 w 308369"/>
                    <a:gd name="connsiteY24" fmla="*/ 39832 h 238266"/>
                    <a:gd name="connsiteX25" fmla="*/ 281676 w 308369"/>
                    <a:gd name="connsiteY25" fmla="*/ 45250 h 238266"/>
                    <a:gd name="connsiteX26" fmla="*/ 277937 w 308369"/>
                    <a:gd name="connsiteY26" fmla="*/ 49313 h 238266"/>
                    <a:gd name="connsiteX27" fmla="*/ 283783 w 308369"/>
                    <a:gd name="connsiteY27" fmla="*/ 50331 h 238266"/>
                    <a:gd name="connsiteX28" fmla="*/ 284489 w 308369"/>
                    <a:gd name="connsiteY28" fmla="*/ 56513 h 238266"/>
                    <a:gd name="connsiteX29" fmla="*/ 290439 w 308369"/>
                    <a:gd name="connsiteY29" fmla="*/ 65485 h 238266"/>
                    <a:gd name="connsiteX30" fmla="*/ 291909 w 308369"/>
                    <a:gd name="connsiteY30" fmla="*/ 70821 h 238266"/>
                    <a:gd name="connsiteX31" fmla="*/ 300209 w 308369"/>
                    <a:gd name="connsiteY31" fmla="*/ 69675 h 238266"/>
                    <a:gd name="connsiteX32" fmla="*/ 301170 w 308369"/>
                    <a:gd name="connsiteY32" fmla="*/ 74306 h 238266"/>
                    <a:gd name="connsiteX33" fmla="*/ 305904 w 308369"/>
                    <a:gd name="connsiteY33" fmla="*/ 78206 h 238266"/>
                    <a:gd name="connsiteX34" fmla="*/ 308370 w 308369"/>
                    <a:gd name="connsiteY34" fmla="*/ 84307 h 238266"/>
                    <a:gd name="connsiteX35" fmla="*/ 296204 w 308369"/>
                    <a:gd name="connsiteY35" fmla="*/ 85719 h 238266"/>
                    <a:gd name="connsiteX36" fmla="*/ 295173 w 308369"/>
                    <a:gd name="connsiteY36" fmla="*/ 87768 h 238266"/>
                    <a:gd name="connsiteX37" fmla="*/ 283354 w 308369"/>
                    <a:gd name="connsiteY37" fmla="*/ 90002 h 238266"/>
                    <a:gd name="connsiteX38" fmla="*/ 283007 w 308369"/>
                    <a:gd name="connsiteY38" fmla="*/ 98418 h 238266"/>
                    <a:gd name="connsiteX39" fmla="*/ 279396 w 308369"/>
                    <a:gd name="connsiteY39" fmla="*/ 98522 h 238266"/>
                    <a:gd name="connsiteX40" fmla="*/ 277416 w 308369"/>
                    <a:gd name="connsiteY40" fmla="*/ 92237 h 238266"/>
                    <a:gd name="connsiteX41" fmla="*/ 274499 w 308369"/>
                    <a:gd name="connsiteY41" fmla="*/ 96277 h 238266"/>
                    <a:gd name="connsiteX42" fmla="*/ 276108 w 308369"/>
                    <a:gd name="connsiteY42" fmla="*/ 98105 h 238266"/>
                    <a:gd name="connsiteX43" fmla="*/ 273260 w 308369"/>
                    <a:gd name="connsiteY43" fmla="*/ 97851 h 238266"/>
                    <a:gd name="connsiteX44" fmla="*/ 275205 w 308369"/>
                    <a:gd name="connsiteY44" fmla="*/ 104484 h 238266"/>
                    <a:gd name="connsiteX45" fmla="*/ 269614 w 308369"/>
                    <a:gd name="connsiteY45" fmla="*/ 105479 h 238266"/>
                    <a:gd name="connsiteX46" fmla="*/ 270968 w 308369"/>
                    <a:gd name="connsiteY46" fmla="*/ 109670 h 238266"/>
                    <a:gd name="connsiteX47" fmla="*/ 265238 w 308369"/>
                    <a:gd name="connsiteY47" fmla="*/ 111799 h 238266"/>
                    <a:gd name="connsiteX48" fmla="*/ 264486 w 308369"/>
                    <a:gd name="connsiteY48" fmla="*/ 115458 h 238266"/>
                    <a:gd name="connsiteX49" fmla="*/ 264011 w 308369"/>
                    <a:gd name="connsiteY49" fmla="*/ 115249 h 238266"/>
                    <a:gd name="connsiteX50" fmla="*/ 255665 w 308369"/>
                    <a:gd name="connsiteY50" fmla="*/ 116905 h 238266"/>
                    <a:gd name="connsiteX51" fmla="*/ 253407 w 308369"/>
                    <a:gd name="connsiteY51" fmla="*/ 110631 h 238266"/>
                    <a:gd name="connsiteX52" fmla="*/ 252018 w 308369"/>
                    <a:gd name="connsiteY52" fmla="*/ 106764 h 238266"/>
                    <a:gd name="connsiteX53" fmla="*/ 244783 w 308369"/>
                    <a:gd name="connsiteY53" fmla="*/ 103002 h 238266"/>
                    <a:gd name="connsiteX54" fmla="*/ 244621 w 308369"/>
                    <a:gd name="connsiteY54" fmla="*/ 102921 h 238266"/>
                    <a:gd name="connsiteX55" fmla="*/ 238868 w 308369"/>
                    <a:gd name="connsiteY55" fmla="*/ 101242 h 238266"/>
                    <a:gd name="connsiteX56" fmla="*/ 232617 w 308369"/>
                    <a:gd name="connsiteY56" fmla="*/ 98997 h 238266"/>
                    <a:gd name="connsiteX57" fmla="*/ 226378 w 308369"/>
                    <a:gd name="connsiteY57" fmla="*/ 102238 h 238266"/>
                    <a:gd name="connsiteX58" fmla="*/ 223229 w 308369"/>
                    <a:gd name="connsiteY58" fmla="*/ 102134 h 238266"/>
                    <a:gd name="connsiteX59" fmla="*/ 222141 w 308369"/>
                    <a:gd name="connsiteY59" fmla="*/ 101335 h 238266"/>
                    <a:gd name="connsiteX60" fmla="*/ 221389 w 308369"/>
                    <a:gd name="connsiteY60" fmla="*/ 100768 h 238266"/>
                    <a:gd name="connsiteX61" fmla="*/ 220058 w 308369"/>
                    <a:gd name="connsiteY61" fmla="*/ 95639 h 238266"/>
                    <a:gd name="connsiteX62" fmla="*/ 219930 w 308369"/>
                    <a:gd name="connsiteY62" fmla="*/ 95119 h 238266"/>
                    <a:gd name="connsiteX63" fmla="*/ 215867 w 308369"/>
                    <a:gd name="connsiteY63" fmla="*/ 94575 h 238266"/>
                    <a:gd name="connsiteX64" fmla="*/ 215832 w 308369"/>
                    <a:gd name="connsiteY64" fmla="*/ 94563 h 238266"/>
                    <a:gd name="connsiteX65" fmla="*/ 215543 w 308369"/>
                    <a:gd name="connsiteY65" fmla="*/ 94737 h 238266"/>
                    <a:gd name="connsiteX66" fmla="*/ 219953 w 308369"/>
                    <a:gd name="connsiteY66" fmla="*/ 95732 h 238266"/>
                    <a:gd name="connsiteX67" fmla="*/ 220810 w 308369"/>
                    <a:gd name="connsiteY67" fmla="*/ 100235 h 238266"/>
                    <a:gd name="connsiteX68" fmla="*/ 221852 w 308369"/>
                    <a:gd name="connsiteY68" fmla="*/ 101833 h 238266"/>
                    <a:gd name="connsiteX69" fmla="*/ 217430 w 308369"/>
                    <a:gd name="connsiteY69" fmla="*/ 103697 h 238266"/>
                    <a:gd name="connsiteX70" fmla="*/ 214790 w 308369"/>
                    <a:gd name="connsiteY70" fmla="*/ 108060 h 238266"/>
                    <a:gd name="connsiteX71" fmla="*/ 213517 w 308369"/>
                    <a:gd name="connsiteY71" fmla="*/ 110631 h 238266"/>
                    <a:gd name="connsiteX72" fmla="*/ 213309 w 308369"/>
                    <a:gd name="connsiteY72" fmla="*/ 111048 h 238266"/>
                    <a:gd name="connsiteX73" fmla="*/ 208169 w 308369"/>
                    <a:gd name="connsiteY73" fmla="*/ 112158 h 238266"/>
                    <a:gd name="connsiteX74" fmla="*/ 201767 w 308369"/>
                    <a:gd name="connsiteY74" fmla="*/ 111395 h 238266"/>
                    <a:gd name="connsiteX75" fmla="*/ 195598 w 308369"/>
                    <a:gd name="connsiteY75" fmla="*/ 112483 h 238266"/>
                    <a:gd name="connsiteX76" fmla="*/ 193028 w 308369"/>
                    <a:gd name="connsiteY76" fmla="*/ 111186 h 238266"/>
                    <a:gd name="connsiteX77" fmla="*/ 192577 w 308369"/>
                    <a:gd name="connsiteY77" fmla="*/ 110631 h 238266"/>
                    <a:gd name="connsiteX78" fmla="*/ 192322 w 308369"/>
                    <a:gd name="connsiteY78" fmla="*/ 110341 h 238266"/>
                    <a:gd name="connsiteX79" fmla="*/ 190064 w 308369"/>
                    <a:gd name="connsiteY79" fmla="*/ 107632 h 238266"/>
                    <a:gd name="connsiteX80" fmla="*/ 190145 w 308369"/>
                    <a:gd name="connsiteY80" fmla="*/ 106359 h 238266"/>
                    <a:gd name="connsiteX81" fmla="*/ 189196 w 308369"/>
                    <a:gd name="connsiteY81" fmla="*/ 105931 h 238266"/>
                    <a:gd name="connsiteX82" fmla="*/ 188860 w 308369"/>
                    <a:gd name="connsiteY82" fmla="*/ 105780 h 238266"/>
                    <a:gd name="connsiteX83" fmla="*/ 188548 w 308369"/>
                    <a:gd name="connsiteY83" fmla="*/ 105792 h 238266"/>
                    <a:gd name="connsiteX84" fmla="*/ 189208 w 308369"/>
                    <a:gd name="connsiteY84" fmla="*/ 106151 h 238266"/>
                    <a:gd name="connsiteX85" fmla="*/ 189868 w 308369"/>
                    <a:gd name="connsiteY85" fmla="*/ 106521 h 238266"/>
                    <a:gd name="connsiteX86" fmla="*/ 189636 w 308369"/>
                    <a:gd name="connsiteY86" fmla="*/ 107447 h 238266"/>
                    <a:gd name="connsiteX87" fmla="*/ 189266 w 308369"/>
                    <a:gd name="connsiteY87" fmla="*/ 107320 h 238266"/>
                    <a:gd name="connsiteX88" fmla="*/ 187853 w 308369"/>
                    <a:gd name="connsiteY88" fmla="*/ 106845 h 238266"/>
                    <a:gd name="connsiteX89" fmla="*/ 185445 w 308369"/>
                    <a:gd name="connsiteY89" fmla="*/ 107656 h 238266"/>
                    <a:gd name="connsiteX90" fmla="*/ 183594 w 308369"/>
                    <a:gd name="connsiteY90" fmla="*/ 110631 h 238266"/>
                    <a:gd name="connsiteX91" fmla="*/ 183304 w 308369"/>
                    <a:gd name="connsiteY91" fmla="*/ 111105 h 238266"/>
                    <a:gd name="connsiteX92" fmla="*/ 185781 w 308369"/>
                    <a:gd name="connsiteY92" fmla="*/ 117286 h 238266"/>
                    <a:gd name="connsiteX93" fmla="*/ 184554 w 308369"/>
                    <a:gd name="connsiteY93" fmla="*/ 119347 h 238266"/>
                    <a:gd name="connsiteX94" fmla="*/ 181093 w 308369"/>
                    <a:gd name="connsiteY94" fmla="*/ 120262 h 238266"/>
                    <a:gd name="connsiteX95" fmla="*/ 178095 w 308369"/>
                    <a:gd name="connsiteY95" fmla="*/ 118653 h 238266"/>
                    <a:gd name="connsiteX96" fmla="*/ 176520 w 308369"/>
                    <a:gd name="connsiteY96" fmla="*/ 115469 h 238266"/>
                    <a:gd name="connsiteX97" fmla="*/ 176613 w 308369"/>
                    <a:gd name="connsiteY97" fmla="*/ 110631 h 238266"/>
                    <a:gd name="connsiteX98" fmla="*/ 176625 w 308369"/>
                    <a:gd name="connsiteY98" fmla="*/ 110087 h 238266"/>
                    <a:gd name="connsiteX99" fmla="*/ 175490 w 308369"/>
                    <a:gd name="connsiteY99" fmla="*/ 107656 h 238266"/>
                    <a:gd name="connsiteX100" fmla="*/ 171439 w 308369"/>
                    <a:gd name="connsiteY100" fmla="*/ 106255 h 238266"/>
                    <a:gd name="connsiteX101" fmla="*/ 168255 w 308369"/>
                    <a:gd name="connsiteY101" fmla="*/ 107586 h 238266"/>
                    <a:gd name="connsiteX102" fmla="*/ 164459 w 308369"/>
                    <a:gd name="connsiteY102" fmla="*/ 110631 h 238266"/>
                    <a:gd name="connsiteX103" fmla="*/ 164424 w 308369"/>
                    <a:gd name="connsiteY103" fmla="*/ 110665 h 238266"/>
                    <a:gd name="connsiteX104" fmla="*/ 164331 w 308369"/>
                    <a:gd name="connsiteY104" fmla="*/ 110631 h 238266"/>
                    <a:gd name="connsiteX105" fmla="*/ 157675 w 308369"/>
                    <a:gd name="connsiteY105" fmla="*/ 108026 h 238266"/>
                    <a:gd name="connsiteX106" fmla="*/ 157374 w 308369"/>
                    <a:gd name="connsiteY106" fmla="*/ 107910 h 238266"/>
                    <a:gd name="connsiteX107" fmla="*/ 149804 w 308369"/>
                    <a:gd name="connsiteY107" fmla="*/ 106394 h 238266"/>
                    <a:gd name="connsiteX108" fmla="*/ 145555 w 308369"/>
                    <a:gd name="connsiteY108" fmla="*/ 106498 h 238266"/>
                    <a:gd name="connsiteX109" fmla="*/ 145532 w 308369"/>
                    <a:gd name="connsiteY109" fmla="*/ 106498 h 238266"/>
                    <a:gd name="connsiteX110" fmla="*/ 141978 w 308369"/>
                    <a:gd name="connsiteY110" fmla="*/ 108558 h 238266"/>
                    <a:gd name="connsiteX111" fmla="*/ 141700 w 308369"/>
                    <a:gd name="connsiteY111" fmla="*/ 110631 h 238266"/>
                    <a:gd name="connsiteX112" fmla="*/ 140960 w 308369"/>
                    <a:gd name="connsiteY112" fmla="*/ 116060 h 238266"/>
                    <a:gd name="connsiteX113" fmla="*/ 139663 w 308369"/>
                    <a:gd name="connsiteY113" fmla="*/ 119903 h 238266"/>
                    <a:gd name="connsiteX114" fmla="*/ 136815 w 308369"/>
                    <a:gd name="connsiteY114" fmla="*/ 121605 h 238266"/>
                    <a:gd name="connsiteX115" fmla="*/ 136179 w 308369"/>
                    <a:gd name="connsiteY115" fmla="*/ 121998 h 238266"/>
                    <a:gd name="connsiteX116" fmla="*/ 134628 w 308369"/>
                    <a:gd name="connsiteY116" fmla="*/ 121894 h 238266"/>
                    <a:gd name="connsiteX117" fmla="*/ 131803 w 308369"/>
                    <a:gd name="connsiteY117" fmla="*/ 121709 h 238266"/>
                    <a:gd name="connsiteX118" fmla="*/ 131513 w 308369"/>
                    <a:gd name="connsiteY118" fmla="*/ 121790 h 238266"/>
                    <a:gd name="connsiteX119" fmla="*/ 125540 w 308369"/>
                    <a:gd name="connsiteY119" fmla="*/ 123213 h 238266"/>
                    <a:gd name="connsiteX120" fmla="*/ 119498 w 308369"/>
                    <a:gd name="connsiteY120" fmla="*/ 126767 h 238266"/>
                    <a:gd name="connsiteX121" fmla="*/ 121130 w 308369"/>
                    <a:gd name="connsiteY121" fmla="*/ 126617 h 238266"/>
                    <a:gd name="connsiteX122" fmla="*/ 121119 w 308369"/>
                    <a:gd name="connsiteY122" fmla="*/ 126663 h 238266"/>
                    <a:gd name="connsiteX123" fmla="*/ 119417 w 308369"/>
                    <a:gd name="connsiteY123" fmla="*/ 132509 h 238266"/>
                    <a:gd name="connsiteX124" fmla="*/ 118016 w 308369"/>
                    <a:gd name="connsiteY124" fmla="*/ 133655 h 238266"/>
                    <a:gd name="connsiteX125" fmla="*/ 118178 w 308369"/>
                    <a:gd name="connsiteY125" fmla="*/ 133898 h 238266"/>
                    <a:gd name="connsiteX126" fmla="*/ 118560 w 308369"/>
                    <a:gd name="connsiteY126" fmla="*/ 134500 h 238266"/>
                    <a:gd name="connsiteX127" fmla="*/ 121767 w 308369"/>
                    <a:gd name="connsiteY127" fmla="*/ 130715 h 238266"/>
                    <a:gd name="connsiteX128" fmla="*/ 123028 w 308369"/>
                    <a:gd name="connsiteY128" fmla="*/ 125795 h 238266"/>
                    <a:gd name="connsiteX129" fmla="*/ 125899 w 308369"/>
                    <a:gd name="connsiteY129" fmla="*/ 124302 h 238266"/>
                    <a:gd name="connsiteX130" fmla="*/ 139721 w 308369"/>
                    <a:gd name="connsiteY130" fmla="*/ 121766 h 238266"/>
                    <a:gd name="connsiteX131" fmla="*/ 139836 w 308369"/>
                    <a:gd name="connsiteY131" fmla="*/ 121639 h 238266"/>
                    <a:gd name="connsiteX132" fmla="*/ 140763 w 308369"/>
                    <a:gd name="connsiteY132" fmla="*/ 120644 h 238266"/>
                    <a:gd name="connsiteX133" fmla="*/ 142186 w 308369"/>
                    <a:gd name="connsiteY133" fmla="*/ 116222 h 238266"/>
                    <a:gd name="connsiteX134" fmla="*/ 143078 w 308369"/>
                    <a:gd name="connsiteY134" fmla="*/ 110631 h 238266"/>
                    <a:gd name="connsiteX135" fmla="*/ 143379 w 308369"/>
                    <a:gd name="connsiteY135" fmla="*/ 108755 h 238266"/>
                    <a:gd name="connsiteX136" fmla="*/ 146527 w 308369"/>
                    <a:gd name="connsiteY136" fmla="*/ 107841 h 238266"/>
                    <a:gd name="connsiteX137" fmla="*/ 146655 w 308369"/>
                    <a:gd name="connsiteY137" fmla="*/ 107829 h 238266"/>
                    <a:gd name="connsiteX138" fmla="*/ 150973 w 308369"/>
                    <a:gd name="connsiteY138" fmla="*/ 107702 h 238266"/>
                    <a:gd name="connsiteX139" fmla="*/ 156494 w 308369"/>
                    <a:gd name="connsiteY139" fmla="*/ 108952 h 238266"/>
                    <a:gd name="connsiteX140" fmla="*/ 160198 w 308369"/>
                    <a:gd name="connsiteY140" fmla="*/ 110561 h 238266"/>
                    <a:gd name="connsiteX141" fmla="*/ 160338 w 308369"/>
                    <a:gd name="connsiteY141" fmla="*/ 110631 h 238266"/>
                    <a:gd name="connsiteX142" fmla="*/ 162849 w 308369"/>
                    <a:gd name="connsiteY142" fmla="*/ 111869 h 238266"/>
                    <a:gd name="connsiteX143" fmla="*/ 165986 w 308369"/>
                    <a:gd name="connsiteY143" fmla="*/ 111661 h 238266"/>
                    <a:gd name="connsiteX144" fmla="*/ 167318 w 308369"/>
                    <a:gd name="connsiteY144" fmla="*/ 110631 h 238266"/>
                    <a:gd name="connsiteX145" fmla="*/ 168811 w 308369"/>
                    <a:gd name="connsiteY145" fmla="*/ 109485 h 238266"/>
                    <a:gd name="connsiteX146" fmla="*/ 170721 w 308369"/>
                    <a:gd name="connsiteY146" fmla="*/ 107922 h 238266"/>
                    <a:gd name="connsiteX147" fmla="*/ 172573 w 308369"/>
                    <a:gd name="connsiteY147" fmla="*/ 107656 h 238266"/>
                    <a:gd name="connsiteX148" fmla="*/ 174090 w 308369"/>
                    <a:gd name="connsiteY148" fmla="*/ 108501 h 238266"/>
                    <a:gd name="connsiteX149" fmla="*/ 174773 w 308369"/>
                    <a:gd name="connsiteY149" fmla="*/ 109485 h 238266"/>
                    <a:gd name="connsiteX150" fmla="*/ 174784 w 308369"/>
                    <a:gd name="connsiteY150" fmla="*/ 110631 h 238266"/>
                    <a:gd name="connsiteX151" fmla="*/ 174842 w 308369"/>
                    <a:gd name="connsiteY151" fmla="*/ 116140 h 238266"/>
                    <a:gd name="connsiteX152" fmla="*/ 174854 w 308369"/>
                    <a:gd name="connsiteY152" fmla="*/ 116176 h 238266"/>
                    <a:gd name="connsiteX153" fmla="*/ 177736 w 308369"/>
                    <a:gd name="connsiteY153" fmla="*/ 120481 h 238266"/>
                    <a:gd name="connsiteX154" fmla="*/ 177956 w 308369"/>
                    <a:gd name="connsiteY154" fmla="*/ 120586 h 238266"/>
                    <a:gd name="connsiteX155" fmla="*/ 179993 w 308369"/>
                    <a:gd name="connsiteY155" fmla="*/ 121663 h 238266"/>
                    <a:gd name="connsiteX156" fmla="*/ 180271 w 308369"/>
                    <a:gd name="connsiteY156" fmla="*/ 122496 h 238266"/>
                    <a:gd name="connsiteX157" fmla="*/ 180329 w 308369"/>
                    <a:gd name="connsiteY157" fmla="*/ 121778 h 238266"/>
                    <a:gd name="connsiteX158" fmla="*/ 185168 w 308369"/>
                    <a:gd name="connsiteY158" fmla="*/ 120782 h 238266"/>
                    <a:gd name="connsiteX159" fmla="*/ 187680 w 308369"/>
                    <a:gd name="connsiteY159" fmla="*/ 117623 h 238266"/>
                    <a:gd name="connsiteX160" fmla="*/ 185781 w 308369"/>
                    <a:gd name="connsiteY160" fmla="*/ 111672 h 238266"/>
                    <a:gd name="connsiteX161" fmla="*/ 185967 w 308369"/>
                    <a:gd name="connsiteY161" fmla="*/ 110631 h 238266"/>
                    <a:gd name="connsiteX162" fmla="*/ 186175 w 308369"/>
                    <a:gd name="connsiteY162" fmla="*/ 109369 h 238266"/>
                    <a:gd name="connsiteX163" fmla="*/ 187923 w 308369"/>
                    <a:gd name="connsiteY163" fmla="*/ 108767 h 238266"/>
                    <a:gd name="connsiteX164" fmla="*/ 189543 w 308369"/>
                    <a:gd name="connsiteY164" fmla="*/ 110631 h 238266"/>
                    <a:gd name="connsiteX165" fmla="*/ 192322 w 308369"/>
                    <a:gd name="connsiteY165" fmla="*/ 113860 h 238266"/>
                    <a:gd name="connsiteX166" fmla="*/ 192437 w 308369"/>
                    <a:gd name="connsiteY166" fmla="*/ 113987 h 238266"/>
                    <a:gd name="connsiteX167" fmla="*/ 197357 w 308369"/>
                    <a:gd name="connsiteY167" fmla="*/ 115018 h 238266"/>
                    <a:gd name="connsiteX168" fmla="*/ 201386 w 308369"/>
                    <a:gd name="connsiteY168" fmla="*/ 113976 h 238266"/>
                    <a:gd name="connsiteX169" fmla="*/ 208690 w 308369"/>
                    <a:gd name="connsiteY169" fmla="*/ 114231 h 238266"/>
                    <a:gd name="connsiteX170" fmla="*/ 214640 w 308369"/>
                    <a:gd name="connsiteY170" fmla="*/ 113374 h 238266"/>
                    <a:gd name="connsiteX171" fmla="*/ 216863 w 308369"/>
                    <a:gd name="connsiteY171" fmla="*/ 111556 h 238266"/>
                    <a:gd name="connsiteX172" fmla="*/ 217372 w 308369"/>
                    <a:gd name="connsiteY172" fmla="*/ 110631 h 238266"/>
                    <a:gd name="connsiteX173" fmla="*/ 220219 w 308369"/>
                    <a:gd name="connsiteY173" fmla="*/ 105503 h 238266"/>
                    <a:gd name="connsiteX174" fmla="*/ 229955 w 308369"/>
                    <a:gd name="connsiteY174" fmla="*/ 103859 h 238266"/>
                    <a:gd name="connsiteX175" fmla="*/ 230522 w 308369"/>
                    <a:gd name="connsiteY175" fmla="*/ 103766 h 238266"/>
                    <a:gd name="connsiteX176" fmla="*/ 233555 w 308369"/>
                    <a:gd name="connsiteY176" fmla="*/ 102597 h 238266"/>
                    <a:gd name="connsiteX177" fmla="*/ 241994 w 308369"/>
                    <a:gd name="connsiteY177" fmla="*/ 106463 h 238266"/>
                    <a:gd name="connsiteX178" fmla="*/ 246844 w 308369"/>
                    <a:gd name="connsiteY178" fmla="*/ 107355 h 238266"/>
                    <a:gd name="connsiteX179" fmla="*/ 249298 w 308369"/>
                    <a:gd name="connsiteY179" fmla="*/ 110631 h 238266"/>
                    <a:gd name="connsiteX180" fmla="*/ 249414 w 308369"/>
                    <a:gd name="connsiteY180" fmla="*/ 110793 h 238266"/>
                    <a:gd name="connsiteX181" fmla="*/ 251127 w 308369"/>
                    <a:gd name="connsiteY181" fmla="*/ 118571 h 238266"/>
                    <a:gd name="connsiteX182" fmla="*/ 255398 w 308369"/>
                    <a:gd name="connsiteY182" fmla="*/ 121280 h 238266"/>
                    <a:gd name="connsiteX183" fmla="*/ 260654 w 308369"/>
                    <a:gd name="connsiteY183" fmla="*/ 122160 h 238266"/>
                    <a:gd name="connsiteX184" fmla="*/ 264567 w 308369"/>
                    <a:gd name="connsiteY184" fmla="*/ 119648 h 238266"/>
                    <a:gd name="connsiteX185" fmla="*/ 266789 w 308369"/>
                    <a:gd name="connsiteY185" fmla="*/ 120921 h 238266"/>
                    <a:gd name="connsiteX186" fmla="*/ 265342 w 308369"/>
                    <a:gd name="connsiteY186" fmla="*/ 123456 h 238266"/>
                    <a:gd name="connsiteX187" fmla="*/ 264659 w 308369"/>
                    <a:gd name="connsiteY187" fmla="*/ 124140 h 238266"/>
                    <a:gd name="connsiteX188" fmla="*/ 264648 w 308369"/>
                    <a:gd name="connsiteY188" fmla="*/ 124660 h 238266"/>
                    <a:gd name="connsiteX189" fmla="*/ 263467 w 308369"/>
                    <a:gd name="connsiteY189" fmla="*/ 126698 h 238266"/>
                    <a:gd name="connsiteX190" fmla="*/ 264405 w 308369"/>
                    <a:gd name="connsiteY190" fmla="*/ 131525 h 238266"/>
                    <a:gd name="connsiteX191" fmla="*/ 261638 w 308369"/>
                    <a:gd name="connsiteY191" fmla="*/ 133921 h 238266"/>
                    <a:gd name="connsiteX192" fmla="*/ 262969 w 308369"/>
                    <a:gd name="connsiteY192" fmla="*/ 132914 h 238266"/>
                    <a:gd name="connsiteX193" fmla="*/ 261904 w 308369"/>
                    <a:gd name="connsiteY193" fmla="*/ 133840 h 238266"/>
                    <a:gd name="connsiteX194" fmla="*/ 262008 w 308369"/>
                    <a:gd name="connsiteY194" fmla="*/ 136433 h 238266"/>
                    <a:gd name="connsiteX195" fmla="*/ 258258 w 308369"/>
                    <a:gd name="connsiteY195" fmla="*/ 138089 h 238266"/>
                    <a:gd name="connsiteX196" fmla="*/ 255179 w 308369"/>
                    <a:gd name="connsiteY196" fmla="*/ 142325 h 238266"/>
                    <a:gd name="connsiteX197" fmla="*/ 251000 w 308369"/>
                    <a:gd name="connsiteY197" fmla="*/ 143286 h 238266"/>
                    <a:gd name="connsiteX198" fmla="*/ 248129 w 308369"/>
                    <a:gd name="connsiteY198" fmla="*/ 151991 h 238266"/>
                    <a:gd name="connsiteX199" fmla="*/ 244980 w 308369"/>
                    <a:gd name="connsiteY199" fmla="*/ 150729 h 238266"/>
                    <a:gd name="connsiteX200" fmla="*/ 243429 w 308369"/>
                    <a:gd name="connsiteY200" fmla="*/ 156922 h 238266"/>
                    <a:gd name="connsiteX201" fmla="*/ 244737 w 308369"/>
                    <a:gd name="connsiteY201" fmla="*/ 158046 h 238266"/>
                    <a:gd name="connsiteX202" fmla="*/ 242827 w 308369"/>
                    <a:gd name="connsiteY202" fmla="*/ 161645 h 238266"/>
                    <a:gd name="connsiteX203" fmla="*/ 244552 w 308369"/>
                    <a:gd name="connsiteY203" fmla="*/ 162282 h 238266"/>
                    <a:gd name="connsiteX204" fmla="*/ 244286 w 308369"/>
                    <a:gd name="connsiteY204" fmla="*/ 163798 h 238266"/>
                    <a:gd name="connsiteX205" fmla="*/ 242804 w 308369"/>
                    <a:gd name="connsiteY205" fmla="*/ 163972 h 238266"/>
                    <a:gd name="connsiteX206" fmla="*/ 248036 w 308369"/>
                    <a:gd name="connsiteY206" fmla="*/ 173221 h 238266"/>
                    <a:gd name="connsiteX207" fmla="*/ 242654 w 308369"/>
                    <a:gd name="connsiteY207" fmla="*/ 173198 h 238266"/>
                    <a:gd name="connsiteX208" fmla="*/ 244633 w 308369"/>
                    <a:gd name="connsiteY208" fmla="*/ 186730 h 238266"/>
                    <a:gd name="connsiteX209" fmla="*/ 242908 w 308369"/>
                    <a:gd name="connsiteY209" fmla="*/ 188386 h 238266"/>
                    <a:gd name="connsiteX210" fmla="*/ 239517 w 308369"/>
                    <a:gd name="connsiteY210" fmla="*/ 201895 h 238266"/>
                    <a:gd name="connsiteX211" fmla="*/ 232710 w 308369"/>
                    <a:gd name="connsiteY211" fmla="*/ 202103 h 238266"/>
                    <a:gd name="connsiteX212" fmla="*/ 234076 w 308369"/>
                    <a:gd name="connsiteY212" fmla="*/ 208250 h 238266"/>
                    <a:gd name="connsiteX213" fmla="*/ 232744 w 308369"/>
                    <a:gd name="connsiteY213" fmla="*/ 210623 h 238266"/>
                    <a:gd name="connsiteX214" fmla="*/ 227999 w 308369"/>
                    <a:gd name="connsiteY214" fmla="*/ 212081 h 238266"/>
                    <a:gd name="connsiteX215" fmla="*/ 220868 w 308369"/>
                    <a:gd name="connsiteY215" fmla="*/ 218992 h 238266"/>
                    <a:gd name="connsiteX216" fmla="*/ 220231 w 308369"/>
                    <a:gd name="connsiteY216" fmla="*/ 225116 h 238266"/>
                    <a:gd name="connsiteX217" fmla="*/ 223461 w 308369"/>
                    <a:gd name="connsiteY217" fmla="*/ 230209 h 238266"/>
                    <a:gd name="connsiteX218" fmla="*/ 221505 w 308369"/>
                    <a:gd name="connsiteY218" fmla="*/ 232466 h 238266"/>
                    <a:gd name="connsiteX219" fmla="*/ 211549 w 308369"/>
                    <a:gd name="connsiteY219" fmla="*/ 234932 h 238266"/>
                    <a:gd name="connsiteX220" fmla="*/ 208621 w 308369"/>
                    <a:gd name="connsiteY220" fmla="*/ 232293 h 238266"/>
                    <a:gd name="connsiteX221" fmla="*/ 205553 w 308369"/>
                    <a:gd name="connsiteY221" fmla="*/ 233150 h 238266"/>
                    <a:gd name="connsiteX222" fmla="*/ 205368 w 308369"/>
                    <a:gd name="connsiteY222" fmla="*/ 227721 h 238266"/>
                    <a:gd name="connsiteX223" fmla="*/ 201814 w 308369"/>
                    <a:gd name="connsiteY223" fmla="*/ 224526 h 238266"/>
                    <a:gd name="connsiteX224" fmla="*/ 198931 w 308369"/>
                    <a:gd name="connsiteY224" fmla="*/ 227755 h 238266"/>
                    <a:gd name="connsiteX225" fmla="*/ 196987 w 308369"/>
                    <a:gd name="connsiteY225" fmla="*/ 233971 h 238266"/>
                    <a:gd name="connsiteX226" fmla="*/ 195482 w 308369"/>
                    <a:gd name="connsiteY226" fmla="*/ 233948 h 238266"/>
                    <a:gd name="connsiteX227" fmla="*/ 192738 w 308369"/>
                    <a:gd name="connsiteY227" fmla="*/ 223102 h 238266"/>
                    <a:gd name="connsiteX228" fmla="*/ 193364 w 308369"/>
                    <a:gd name="connsiteY228" fmla="*/ 219687 h 238266"/>
                    <a:gd name="connsiteX229" fmla="*/ 191986 w 308369"/>
                    <a:gd name="connsiteY229" fmla="*/ 220011 h 238266"/>
                    <a:gd name="connsiteX230" fmla="*/ 190192 w 308369"/>
                    <a:gd name="connsiteY230" fmla="*/ 212128 h 238266"/>
                    <a:gd name="connsiteX231" fmla="*/ 186059 w 308369"/>
                    <a:gd name="connsiteY231" fmla="*/ 209443 h 238266"/>
                    <a:gd name="connsiteX232" fmla="*/ 184056 w 308369"/>
                    <a:gd name="connsiteY232" fmla="*/ 211908 h 238266"/>
                    <a:gd name="connsiteX233" fmla="*/ 181082 w 308369"/>
                    <a:gd name="connsiteY233" fmla="*/ 207104 h 238266"/>
                    <a:gd name="connsiteX234" fmla="*/ 175247 w 308369"/>
                    <a:gd name="connsiteY234" fmla="*/ 206907 h 238266"/>
                    <a:gd name="connsiteX235" fmla="*/ 173823 w 308369"/>
                    <a:gd name="connsiteY235" fmla="*/ 209824 h 238266"/>
                    <a:gd name="connsiteX236" fmla="*/ 170790 w 308369"/>
                    <a:gd name="connsiteY236" fmla="*/ 210589 h 238266"/>
                    <a:gd name="connsiteX237" fmla="*/ 171786 w 308369"/>
                    <a:gd name="connsiteY237" fmla="*/ 214918 h 238266"/>
                    <a:gd name="connsiteX238" fmla="*/ 170559 w 308369"/>
                    <a:gd name="connsiteY238" fmla="*/ 216596 h 238266"/>
                    <a:gd name="connsiteX239" fmla="*/ 165917 w 308369"/>
                    <a:gd name="connsiteY239" fmla="*/ 218981 h 238266"/>
                    <a:gd name="connsiteX240" fmla="*/ 163324 w 308369"/>
                    <a:gd name="connsiteY240" fmla="*/ 217499 h 238266"/>
                    <a:gd name="connsiteX241" fmla="*/ 160430 w 308369"/>
                    <a:gd name="connsiteY241" fmla="*/ 218437 h 238266"/>
                    <a:gd name="connsiteX242" fmla="*/ 158323 w 308369"/>
                    <a:gd name="connsiteY242" fmla="*/ 220787 h 238266"/>
                    <a:gd name="connsiteX243" fmla="*/ 159469 w 308369"/>
                    <a:gd name="connsiteY243" fmla="*/ 223819 h 238266"/>
                    <a:gd name="connsiteX244" fmla="*/ 156981 w 308369"/>
                    <a:gd name="connsiteY244" fmla="*/ 225903 h 238266"/>
                    <a:gd name="connsiteX245" fmla="*/ 156205 w 308369"/>
                    <a:gd name="connsiteY245" fmla="*/ 229306 h 238266"/>
                    <a:gd name="connsiteX246" fmla="*/ 147627 w 308369"/>
                    <a:gd name="connsiteY246" fmla="*/ 234840 h 238266"/>
                    <a:gd name="connsiteX247" fmla="*/ 146620 w 308369"/>
                    <a:gd name="connsiteY247" fmla="*/ 238011 h 238266"/>
                    <a:gd name="connsiteX248" fmla="*/ 144224 w 308369"/>
                    <a:gd name="connsiteY248" fmla="*/ 238266 h 238266"/>
                    <a:gd name="connsiteX249" fmla="*/ 139212 w 308369"/>
                    <a:gd name="connsiteY249" fmla="*/ 230151 h 238266"/>
                    <a:gd name="connsiteX250" fmla="*/ 132567 w 308369"/>
                    <a:gd name="connsiteY250" fmla="*/ 230024 h 238266"/>
                    <a:gd name="connsiteX251" fmla="*/ 132810 w 308369"/>
                    <a:gd name="connsiteY251" fmla="*/ 224699 h 238266"/>
                    <a:gd name="connsiteX252" fmla="*/ 131317 w 308369"/>
                    <a:gd name="connsiteY252" fmla="*/ 224341 h 238266"/>
                    <a:gd name="connsiteX253" fmla="*/ 129881 w 308369"/>
                    <a:gd name="connsiteY253" fmla="*/ 219305 h 238266"/>
                    <a:gd name="connsiteX254" fmla="*/ 131826 w 308369"/>
                    <a:gd name="connsiteY254" fmla="*/ 218147 h 238266"/>
                    <a:gd name="connsiteX255" fmla="*/ 128944 w 308369"/>
                    <a:gd name="connsiteY255" fmla="*/ 215554 h 238266"/>
                    <a:gd name="connsiteX256" fmla="*/ 129291 w 308369"/>
                    <a:gd name="connsiteY256" fmla="*/ 213054 h 238266"/>
                    <a:gd name="connsiteX257" fmla="*/ 125691 w 308369"/>
                    <a:gd name="connsiteY257" fmla="*/ 213297 h 238266"/>
                    <a:gd name="connsiteX258" fmla="*/ 122207 w 308369"/>
                    <a:gd name="connsiteY258" fmla="*/ 208771 h 238266"/>
                    <a:gd name="connsiteX259" fmla="*/ 116488 w 308369"/>
                    <a:gd name="connsiteY259" fmla="*/ 205541 h 238266"/>
                    <a:gd name="connsiteX260" fmla="*/ 110816 w 308369"/>
                    <a:gd name="connsiteY260" fmla="*/ 210415 h 238266"/>
                    <a:gd name="connsiteX261" fmla="*/ 110503 w 308369"/>
                    <a:gd name="connsiteY261" fmla="*/ 213471 h 238266"/>
                    <a:gd name="connsiteX262" fmla="*/ 107991 w 308369"/>
                    <a:gd name="connsiteY262" fmla="*/ 213818 h 238266"/>
                    <a:gd name="connsiteX263" fmla="*/ 104623 w 308369"/>
                    <a:gd name="connsiteY263" fmla="*/ 209987 h 238266"/>
                    <a:gd name="connsiteX264" fmla="*/ 109149 w 308369"/>
                    <a:gd name="connsiteY264" fmla="*/ 205842 h 238266"/>
                    <a:gd name="connsiteX265" fmla="*/ 106938 w 308369"/>
                    <a:gd name="connsiteY265" fmla="*/ 197831 h 238266"/>
                    <a:gd name="connsiteX266" fmla="*/ 102967 w 308369"/>
                    <a:gd name="connsiteY266" fmla="*/ 192680 h 238266"/>
                    <a:gd name="connsiteX267" fmla="*/ 98465 w 308369"/>
                    <a:gd name="connsiteY267" fmla="*/ 192298 h 238266"/>
                    <a:gd name="connsiteX268" fmla="*/ 98418 w 308369"/>
                    <a:gd name="connsiteY268" fmla="*/ 184543 h 238266"/>
                    <a:gd name="connsiteX269" fmla="*/ 92491 w 308369"/>
                    <a:gd name="connsiteY269" fmla="*/ 184948 h 238266"/>
                    <a:gd name="connsiteX270" fmla="*/ 83775 w 308369"/>
                    <a:gd name="connsiteY270" fmla="*/ 194174 h 238266"/>
                    <a:gd name="connsiteX271" fmla="*/ 77223 w 308369"/>
                    <a:gd name="connsiteY271" fmla="*/ 206792 h 238266"/>
                    <a:gd name="connsiteX272" fmla="*/ 76528 w 308369"/>
                    <a:gd name="connsiteY272" fmla="*/ 211491 h 238266"/>
                    <a:gd name="connsiteX273" fmla="*/ 71701 w 308369"/>
                    <a:gd name="connsiteY273" fmla="*/ 215925 h 238266"/>
                    <a:gd name="connsiteX274" fmla="*/ 68772 w 308369"/>
                    <a:gd name="connsiteY274" fmla="*/ 216827 h 238266"/>
                    <a:gd name="connsiteX275" fmla="*/ 67603 w 308369"/>
                    <a:gd name="connsiteY275" fmla="*/ 215276 h 238266"/>
                    <a:gd name="connsiteX276" fmla="*/ 68576 w 308369"/>
                    <a:gd name="connsiteY276" fmla="*/ 206433 h 238266"/>
                    <a:gd name="connsiteX277" fmla="*/ 67395 w 308369"/>
                    <a:gd name="connsiteY277" fmla="*/ 203862 h 238266"/>
                    <a:gd name="connsiteX278" fmla="*/ 71145 w 308369"/>
                    <a:gd name="connsiteY278" fmla="*/ 197183 h 238266"/>
                    <a:gd name="connsiteX279" fmla="*/ 72072 w 308369"/>
                    <a:gd name="connsiteY279" fmla="*/ 189347 h 238266"/>
                    <a:gd name="connsiteX280" fmla="*/ 75510 w 308369"/>
                    <a:gd name="connsiteY280" fmla="*/ 186059 h 238266"/>
                    <a:gd name="connsiteX281" fmla="*/ 71504 w 308369"/>
                    <a:gd name="connsiteY281" fmla="*/ 177157 h 238266"/>
                    <a:gd name="connsiteX282" fmla="*/ 67812 w 308369"/>
                    <a:gd name="connsiteY282" fmla="*/ 178326 h 238266"/>
                    <a:gd name="connsiteX283" fmla="*/ 62996 w 308369"/>
                    <a:gd name="connsiteY283" fmla="*/ 171856 h 238266"/>
                    <a:gd name="connsiteX284" fmla="*/ 56027 w 308369"/>
                    <a:gd name="connsiteY284" fmla="*/ 166785 h 238266"/>
                    <a:gd name="connsiteX285" fmla="*/ 47172 w 308369"/>
                    <a:gd name="connsiteY285" fmla="*/ 168962 h 238266"/>
                    <a:gd name="connsiteX286" fmla="*/ 44834 w 308369"/>
                    <a:gd name="connsiteY286" fmla="*/ 167746 h 238266"/>
                    <a:gd name="connsiteX287" fmla="*/ 45817 w 308369"/>
                    <a:gd name="connsiteY287" fmla="*/ 162213 h 238266"/>
                    <a:gd name="connsiteX288" fmla="*/ 44058 w 308369"/>
                    <a:gd name="connsiteY288" fmla="*/ 160928 h 238266"/>
                    <a:gd name="connsiteX289" fmla="*/ 38698 w 308369"/>
                    <a:gd name="connsiteY289" fmla="*/ 160846 h 238266"/>
                    <a:gd name="connsiteX290" fmla="*/ 33732 w 308369"/>
                    <a:gd name="connsiteY290" fmla="*/ 155256 h 238266"/>
                    <a:gd name="connsiteX291" fmla="*/ 29935 w 308369"/>
                    <a:gd name="connsiteY291" fmla="*/ 157432 h 238266"/>
                    <a:gd name="connsiteX292" fmla="*/ 26080 w 308369"/>
                    <a:gd name="connsiteY292" fmla="*/ 156436 h 238266"/>
                    <a:gd name="connsiteX293" fmla="*/ 26115 w 308369"/>
                    <a:gd name="connsiteY293" fmla="*/ 154086 h 238266"/>
                    <a:gd name="connsiteX294" fmla="*/ 23186 w 308369"/>
                    <a:gd name="connsiteY294" fmla="*/ 153924 h 238266"/>
                    <a:gd name="connsiteX295" fmla="*/ 23650 w 308369"/>
                    <a:gd name="connsiteY295" fmla="*/ 150973 h 238266"/>
                    <a:gd name="connsiteX296" fmla="*/ 19934 w 308369"/>
                    <a:gd name="connsiteY296" fmla="*/ 152164 h 238266"/>
                    <a:gd name="connsiteX297" fmla="*/ 19424 w 308369"/>
                    <a:gd name="connsiteY297" fmla="*/ 145717 h 238266"/>
                    <a:gd name="connsiteX298" fmla="*/ 17954 w 308369"/>
                    <a:gd name="connsiteY298" fmla="*/ 145810 h 238266"/>
                    <a:gd name="connsiteX299" fmla="*/ 18903 w 308369"/>
                    <a:gd name="connsiteY299" fmla="*/ 141480 h 238266"/>
                    <a:gd name="connsiteX300" fmla="*/ 5892 w 308369"/>
                    <a:gd name="connsiteY300" fmla="*/ 137984 h 238266"/>
                    <a:gd name="connsiteX301" fmla="*/ 0 w 308369"/>
                    <a:gd name="connsiteY301" fmla="*/ 134315 h 238266"/>
                    <a:gd name="connsiteX302" fmla="*/ 3635 w 308369"/>
                    <a:gd name="connsiteY302" fmla="*/ 122820 h 238266"/>
                    <a:gd name="connsiteX303" fmla="*/ 6922 w 308369"/>
                    <a:gd name="connsiteY303" fmla="*/ 119128 h 238266"/>
                    <a:gd name="connsiteX304" fmla="*/ 9284 w 308369"/>
                    <a:gd name="connsiteY304" fmla="*/ 111799 h 238266"/>
                    <a:gd name="connsiteX305" fmla="*/ 5800 w 308369"/>
                    <a:gd name="connsiteY305" fmla="*/ 106023 h 238266"/>
                    <a:gd name="connsiteX306" fmla="*/ 6888 w 308369"/>
                    <a:gd name="connsiteY306" fmla="*/ 98950 h 238266"/>
                    <a:gd name="connsiteX307" fmla="*/ 4387 w 308369"/>
                    <a:gd name="connsiteY307" fmla="*/ 93429 h 238266"/>
                    <a:gd name="connsiteX308" fmla="*/ 11044 w 308369"/>
                    <a:gd name="connsiteY308" fmla="*/ 81158 h 238266"/>
                    <a:gd name="connsiteX309" fmla="*/ 8740 w 308369"/>
                    <a:gd name="connsiteY309" fmla="*/ 79063 h 238266"/>
                    <a:gd name="connsiteX310" fmla="*/ 8138 w 308369"/>
                    <a:gd name="connsiteY310" fmla="*/ 71840 h 238266"/>
                    <a:gd name="connsiteX311" fmla="*/ 4063 w 308369"/>
                    <a:gd name="connsiteY311" fmla="*/ 66248 h 238266"/>
                    <a:gd name="connsiteX312" fmla="*/ 1771 w 308369"/>
                    <a:gd name="connsiteY312" fmla="*/ 57532 h 238266"/>
                    <a:gd name="connsiteX313" fmla="*/ 3311 w 308369"/>
                    <a:gd name="connsiteY313" fmla="*/ 55888 h 238266"/>
                    <a:gd name="connsiteX314" fmla="*/ 2165 w 308369"/>
                    <a:gd name="connsiteY314" fmla="*/ 52091 h 238266"/>
                    <a:gd name="connsiteX315" fmla="*/ 3450 w 308369"/>
                    <a:gd name="connsiteY315" fmla="*/ 46269 h 238266"/>
                    <a:gd name="connsiteX316" fmla="*/ 1667 w 308369"/>
                    <a:gd name="connsiteY316" fmla="*/ 44370 h 238266"/>
                    <a:gd name="connsiteX317" fmla="*/ 1528 w 308369"/>
                    <a:gd name="connsiteY317" fmla="*/ 40411 h 238266"/>
                    <a:gd name="connsiteX318" fmla="*/ 2755 w 308369"/>
                    <a:gd name="connsiteY318" fmla="*/ 38675 h 238266"/>
                    <a:gd name="connsiteX319" fmla="*/ 17526 w 308369"/>
                    <a:gd name="connsiteY319" fmla="*/ 49787 h 238266"/>
                    <a:gd name="connsiteX320" fmla="*/ 23487 w 308369"/>
                    <a:gd name="connsiteY320" fmla="*/ 45088 h 238266"/>
                    <a:gd name="connsiteX321" fmla="*/ 36939 w 308369"/>
                    <a:gd name="connsiteY321" fmla="*/ 48850 h 238266"/>
                    <a:gd name="connsiteX322" fmla="*/ 47195 w 308369"/>
                    <a:gd name="connsiteY322" fmla="*/ 45690 h 238266"/>
                    <a:gd name="connsiteX323" fmla="*/ 51964 w 308369"/>
                    <a:gd name="connsiteY323" fmla="*/ 42449 h 238266"/>
                    <a:gd name="connsiteX324" fmla="*/ 60785 w 308369"/>
                    <a:gd name="connsiteY324" fmla="*/ 38744 h 238266"/>
                    <a:gd name="connsiteX325" fmla="*/ 68541 w 308369"/>
                    <a:gd name="connsiteY325" fmla="*/ 32065 h 238266"/>
                    <a:gd name="connsiteX326" fmla="*/ 73067 w 308369"/>
                    <a:gd name="connsiteY326" fmla="*/ 34415 h 238266"/>
                    <a:gd name="connsiteX327" fmla="*/ 84284 w 308369"/>
                    <a:gd name="connsiteY327" fmla="*/ 32783 h 238266"/>
                    <a:gd name="connsiteX328" fmla="*/ 84539 w 308369"/>
                    <a:gd name="connsiteY328" fmla="*/ 30768 h 238266"/>
                    <a:gd name="connsiteX329" fmla="*/ 88011 w 308369"/>
                    <a:gd name="connsiteY329" fmla="*/ 29078 h 238266"/>
                    <a:gd name="connsiteX330" fmla="*/ 90222 w 308369"/>
                    <a:gd name="connsiteY330" fmla="*/ 30792 h 238266"/>
                    <a:gd name="connsiteX331" fmla="*/ 92491 w 308369"/>
                    <a:gd name="connsiteY331" fmla="*/ 22365 h 238266"/>
                    <a:gd name="connsiteX332" fmla="*/ 100363 w 308369"/>
                    <a:gd name="connsiteY332" fmla="*/ 19876 h 238266"/>
                    <a:gd name="connsiteX333" fmla="*/ 101301 w 308369"/>
                    <a:gd name="connsiteY333" fmla="*/ 21508 h 238266"/>
                    <a:gd name="connsiteX334" fmla="*/ 106475 w 308369"/>
                    <a:gd name="connsiteY334" fmla="*/ 18915 h 238266"/>
                    <a:gd name="connsiteX335" fmla="*/ 108014 w 308369"/>
                    <a:gd name="connsiteY335" fmla="*/ 17989 h 238266"/>
                    <a:gd name="connsiteX336" fmla="*/ 106753 w 308369"/>
                    <a:gd name="connsiteY336" fmla="*/ 15616 h 238266"/>
                    <a:gd name="connsiteX337" fmla="*/ 110005 w 308369"/>
                    <a:gd name="connsiteY337" fmla="*/ 15037 h 238266"/>
                    <a:gd name="connsiteX338" fmla="*/ 109554 w 308369"/>
                    <a:gd name="connsiteY338" fmla="*/ 13683 h 238266"/>
                    <a:gd name="connsiteX339" fmla="*/ 112691 w 308369"/>
                    <a:gd name="connsiteY339" fmla="*/ 14678 h 238266"/>
                    <a:gd name="connsiteX340" fmla="*/ 112066 w 308369"/>
                    <a:gd name="connsiteY340" fmla="*/ 16345 h 238266"/>
                    <a:gd name="connsiteX341" fmla="*/ 114138 w 308369"/>
                    <a:gd name="connsiteY341" fmla="*/ 17237 h 238266"/>
                    <a:gd name="connsiteX342" fmla="*/ 117356 w 308369"/>
                    <a:gd name="connsiteY342" fmla="*/ 14389 h 238266"/>
                    <a:gd name="connsiteX343" fmla="*/ 121107 w 308369"/>
                    <a:gd name="connsiteY343" fmla="*/ 11101 h 238266"/>
                    <a:gd name="connsiteX344" fmla="*/ 123897 w 308369"/>
                    <a:gd name="connsiteY344" fmla="*/ 6100 h 238266"/>
                    <a:gd name="connsiteX345" fmla="*/ 123862 w 308369"/>
                    <a:gd name="connsiteY345" fmla="*/ 2743 h 238266"/>
                    <a:gd name="connsiteX346" fmla="*/ 129059 w 308369"/>
                    <a:gd name="connsiteY346" fmla="*/ 4144 h 238266"/>
                    <a:gd name="connsiteX347" fmla="*/ 144884 w 308369"/>
                    <a:gd name="connsiteY347" fmla="*/ 0 h 238266"/>
                    <a:gd name="connsiteX348" fmla="*/ 152906 w 308369"/>
                    <a:gd name="connsiteY348" fmla="*/ 914 h 23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</a:cxnLst>
                  <a:rect l="l" t="t" r="r" b="b"/>
                  <a:pathLst>
                    <a:path w="308369" h="238266">
                      <a:moveTo>
                        <a:pt x="152906" y="914"/>
                      </a:moveTo>
                      <a:lnTo>
                        <a:pt x="161009" y="4792"/>
                      </a:lnTo>
                      <a:lnTo>
                        <a:pt x="165674" y="3924"/>
                      </a:lnTo>
                      <a:lnTo>
                        <a:pt x="179345" y="5545"/>
                      </a:lnTo>
                      <a:lnTo>
                        <a:pt x="180769" y="17526"/>
                      </a:lnTo>
                      <a:lnTo>
                        <a:pt x="179773" y="25919"/>
                      </a:lnTo>
                      <a:lnTo>
                        <a:pt x="184716" y="28407"/>
                      </a:lnTo>
                      <a:lnTo>
                        <a:pt x="192646" y="28569"/>
                      </a:lnTo>
                      <a:lnTo>
                        <a:pt x="193861" y="32389"/>
                      </a:lnTo>
                      <a:lnTo>
                        <a:pt x="192519" y="35792"/>
                      </a:lnTo>
                      <a:lnTo>
                        <a:pt x="199719" y="43340"/>
                      </a:lnTo>
                      <a:lnTo>
                        <a:pt x="204360" y="41673"/>
                      </a:lnTo>
                      <a:lnTo>
                        <a:pt x="202427" y="44706"/>
                      </a:lnTo>
                      <a:lnTo>
                        <a:pt x="211584" y="49464"/>
                      </a:lnTo>
                      <a:lnTo>
                        <a:pt x="213864" y="48017"/>
                      </a:lnTo>
                      <a:lnTo>
                        <a:pt x="217465" y="49197"/>
                      </a:lnTo>
                      <a:lnTo>
                        <a:pt x="219525" y="45655"/>
                      </a:lnTo>
                      <a:lnTo>
                        <a:pt x="218553" y="44035"/>
                      </a:lnTo>
                      <a:lnTo>
                        <a:pt x="228404" y="42703"/>
                      </a:lnTo>
                      <a:lnTo>
                        <a:pt x="235176" y="37691"/>
                      </a:lnTo>
                      <a:lnTo>
                        <a:pt x="246451" y="38617"/>
                      </a:lnTo>
                      <a:lnTo>
                        <a:pt x="250884" y="35885"/>
                      </a:lnTo>
                      <a:lnTo>
                        <a:pt x="257876" y="36198"/>
                      </a:lnTo>
                      <a:lnTo>
                        <a:pt x="266454" y="31938"/>
                      </a:lnTo>
                      <a:lnTo>
                        <a:pt x="276988" y="39832"/>
                      </a:lnTo>
                      <a:lnTo>
                        <a:pt x="281676" y="45250"/>
                      </a:lnTo>
                      <a:lnTo>
                        <a:pt x="277937" y="49313"/>
                      </a:lnTo>
                      <a:lnTo>
                        <a:pt x="283783" y="50331"/>
                      </a:lnTo>
                      <a:lnTo>
                        <a:pt x="284489" y="56513"/>
                      </a:lnTo>
                      <a:lnTo>
                        <a:pt x="290439" y="65485"/>
                      </a:lnTo>
                      <a:lnTo>
                        <a:pt x="291909" y="70821"/>
                      </a:lnTo>
                      <a:lnTo>
                        <a:pt x="300209" y="69675"/>
                      </a:lnTo>
                      <a:lnTo>
                        <a:pt x="301170" y="74306"/>
                      </a:lnTo>
                      <a:lnTo>
                        <a:pt x="305904" y="78206"/>
                      </a:lnTo>
                      <a:lnTo>
                        <a:pt x="308370" y="84307"/>
                      </a:lnTo>
                      <a:lnTo>
                        <a:pt x="296204" y="85719"/>
                      </a:lnTo>
                      <a:lnTo>
                        <a:pt x="295173" y="87768"/>
                      </a:lnTo>
                      <a:lnTo>
                        <a:pt x="283354" y="90002"/>
                      </a:lnTo>
                      <a:lnTo>
                        <a:pt x="283007" y="98418"/>
                      </a:lnTo>
                      <a:lnTo>
                        <a:pt x="279396" y="98522"/>
                      </a:lnTo>
                      <a:lnTo>
                        <a:pt x="277416" y="92237"/>
                      </a:lnTo>
                      <a:lnTo>
                        <a:pt x="274499" y="96277"/>
                      </a:lnTo>
                      <a:lnTo>
                        <a:pt x="276108" y="98105"/>
                      </a:lnTo>
                      <a:lnTo>
                        <a:pt x="273260" y="97851"/>
                      </a:lnTo>
                      <a:lnTo>
                        <a:pt x="275205" y="104484"/>
                      </a:lnTo>
                      <a:lnTo>
                        <a:pt x="269614" y="105479"/>
                      </a:lnTo>
                      <a:lnTo>
                        <a:pt x="270968" y="109670"/>
                      </a:lnTo>
                      <a:lnTo>
                        <a:pt x="265238" y="111799"/>
                      </a:lnTo>
                      <a:lnTo>
                        <a:pt x="264486" y="115458"/>
                      </a:lnTo>
                      <a:lnTo>
                        <a:pt x="264011" y="115249"/>
                      </a:lnTo>
                      <a:lnTo>
                        <a:pt x="255665" y="116905"/>
                      </a:lnTo>
                      <a:lnTo>
                        <a:pt x="253407" y="110631"/>
                      </a:lnTo>
                      <a:lnTo>
                        <a:pt x="252018" y="106764"/>
                      </a:lnTo>
                      <a:lnTo>
                        <a:pt x="244783" y="103002"/>
                      </a:lnTo>
                      <a:lnTo>
                        <a:pt x="244621" y="102921"/>
                      </a:lnTo>
                      <a:lnTo>
                        <a:pt x="238868" y="101242"/>
                      </a:lnTo>
                      <a:lnTo>
                        <a:pt x="232617" y="98997"/>
                      </a:lnTo>
                      <a:lnTo>
                        <a:pt x="226378" y="102238"/>
                      </a:lnTo>
                      <a:lnTo>
                        <a:pt x="223229" y="102134"/>
                      </a:lnTo>
                      <a:lnTo>
                        <a:pt x="222141" y="101335"/>
                      </a:lnTo>
                      <a:lnTo>
                        <a:pt x="221389" y="100768"/>
                      </a:lnTo>
                      <a:lnTo>
                        <a:pt x="220058" y="95639"/>
                      </a:lnTo>
                      <a:lnTo>
                        <a:pt x="219930" y="95119"/>
                      </a:lnTo>
                      <a:lnTo>
                        <a:pt x="215867" y="94575"/>
                      </a:lnTo>
                      <a:lnTo>
                        <a:pt x="215832" y="94563"/>
                      </a:lnTo>
                      <a:lnTo>
                        <a:pt x="215543" y="94737"/>
                      </a:lnTo>
                      <a:lnTo>
                        <a:pt x="219953" y="95732"/>
                      </a:lnTo>
                      <a:lnTo>
                        <a:pt x="220810" y="100235"/>
                      </a:lnTo>
                      <a:lnTo>
                        <a:pt x="221852" y="101833"/>
                      </a:lnTo>
                      <a:lnTo>
                        <a:pt x="217430" y="103697"/>
                      </a:lnTo>
                      <a:lnTo>
                        <a:pt x="214790" y="108060"/>
                      </a:lnTo>
                      <a:lnTo>
                        <a:pt x="213517" y="110631"/>
                      </a:lnTo>
                      <a:lnTo>
                        <a:pt x="213309" y="111048"/>
                      </a:lnTo>
                      <a:lnTo>
                        <a:pt x="208169" y="112158"/>
                      </a:lnTo>
                      <a:lnTo>
                        <a:pt x="201767" y="111395"/>
                      </a:lnTo>
                      <a:lnTo>
                        <a:pt x="195598" y="112483"/>
                      </a:lnTo>
                      <a:lnTo>
                        <a:pt x="193028" y="111186"/>
                      </a:lnTo>
                      <a:lnTo>
                        <a:pt x="192577" y="110631"/>
                      </a:lnTo>
                      <a:lnTo>
                        <a:pt x="192322" y="110341"/>
                      </a:lnTo>
                      <a:lnTo>
                        <a:pt x="190064" y="107632"/>
                      </a:lnTo>
                      <a:lnTo>
                        <a:pt x="190145" y="106359"/>
                      </a:lnTo>
                      <a:lnTo>
                        <a:pt x="189196" y="105931"/>
                      </a:lnTo>
                      <a:lnTo>
                        <a:pt x="188860" y="105780"/>
                      </a:lnTo>
                      <a:lnTo>
                        <a:pt x="188548" y="105792"/>
                      </a:lnTo>
                      <a:lnTo>
                        <a:pt x="189208" y="106151"/>
                      </a:lnTo>
                      <a:lnTo>
                        <a:pt x="189868" y="106521"/>
                      </a:lnTo>
                      <a:lnTo>
                        <a:pt x="189636" y="107447"/>
                      </a:lnTo>
                      <a:lnTo>
                        <a:pt x="189266" y="107320"/>
                      </a:lnTo>
                      <a:lnTo>
                        <a:pt x="187853" y="106845"/>
                      </a:lnTo>
                      <a:lnTo>
                        <a:pt x="185445" y="107656"/>
                      </a:lnTo>
                      <a:lnTo>
                        <a:pt x="183594" y="110631"/>
                      </a:lnTo>
                      <a:lnTo>
                        <a:pt x="183304" y="111105"/>
                      </a:lnTo>
                      <a:lnTo>
                        <a:pt x="185781" y="117286"/>
                      </a:lnTo>
                      <a:lnTo>
                        <a:pt x="184554" y="119347"/>
                      </a:lnTo>
                      <a:lnTo>
                        <a:pt x="181093" y="120262"/>
                      </a:lnTo>
                      <a:lnTo>
                        <a:pt x="178095" y="118653"/>
                      </a:lnTo>
                      <a:lnTo>
                        <a:pt x="176520" y="115469"/>
                      </a:lnTo>
                      <a:lnTo>
                        <a:pt x="176613" y="110631"/>
                      </a:lnTo>
                      <a:lnTo>
                        <a:pt x="176625" y="110087"/>
                      </a:lnTo>
                      <a:lnTo>
                        <a:pt x="175490" y="107656"/>
                      </a:lnTo>
                      <a:lnTo>
                        <a:pt x="171439" y="106255"/>
                      </a:lnTo>
                      <a:lnTo>
                        <a:pt x="168255" y="107586"/>
                      </a:lnTo>
                      <a:lnTo>
                        <a:pt x="164459" y="110631"/>
                      </a:lnTo>
                      <a:lnTo>
                        <a:pt x="164424" y="110665"/>
                      </a:lnTo>
                      <a:lnTo>
                        <a:pt x="164331" y="110631"/>
                      </a:lnTo>
                      <a:lnTo>
                        <a:pt x="157675" y="108026"/>
                      </a:lnTo>
                      <a:lnTo>
                        <a:pt x="157374" y="107910"/>
                      </a:lnTo>
                      <a:lnTo>
                        <a:pt x="149804" y="106394"/>
                      </a:lnTo>
                      <a:lnTo>
                        <a:pt x="145555" y="106498"/>
                      </a:lnTo>
                      <a:lnTo>
                        <a:pt x="145532" y="106498"/>
                      </a:lnTo>
                      <a:lnTo>
                        <a:pt x="141978" y="108558"/>
                      </a:lnTo>
                      <a:lnTo>
                        <a:pt x="141700" y="110631"/>
                      </a:lnTo>
                      <a:lnTo>
                        <a:pt x="140960" y="116060"/>
                      </a:lnTo>
                      <a:lnTo>
                        <a:pt x="139663" y="119903"/>
                      </a:lnTo>
                      <a:lnTo>
                        <a:pt x="136815" y="121605"/>
                      </a:lnTo>
                      <a:lnTo>
                        <a:pt x="136179" y="121998"/>
                      </a:lnTo>
                      <a:lnTo>
                        <a:pt x="134628" y="121894"/>
                      </a:lnTo>
                      <a:lnTo>
                        <a:pt x="131803" y="121709"/>
                      </a:lnTo>
                      <a:lnTo>
                        <a:pt x="131513" y="121790"/>
                      </a:lnTo>
                      <a:lnTo>
                        <a:pt x="125540" y="123213"/>
                      </a:lnTo>
                      <a:lnTo>
                        <a:pt x="119498" y="126767"/>
                      </a:lnTo>
                      <a:lnTo>
                        <a:pt x="121130" y="126617"/>
                      </a:lnTo>
                      <a:lnTo>
                        <a:pt x="121119" y="126663"/>
                      </a:lnTo>
                      <a:lnTo>
                        <a:pt x="119417" y="132509"/>
                      </a:lnTo>
                      <a:lnTo>
                        <a:pt x="118016" y="133655"/>
                      </a:lnTo>
                      <a:lnTo>
                        <a:pt x="118178" y="133898"/>
                      </a:lnTo>
                      <a:lnTo>
                        <a:pt x="118560" y="134500"/>
                      </a:lnTo>
                      <a:lnTo>
                        <a:pt x="121767" y="130715"/>
                      </a:lnTo>
                      <a:lnTo>
                        <a:pt x="123028" y="125795"/>
                      </a:lnTo>
                      <a:lnTo>
                        <a:pt x="125899" y="124302"/>
                      </a:lnTo>
                      <a:lnTo>
                        <a:pt x="139721" y="121766"/>
                      </a:lnTo>
                      <a:lnTo>
                        <a:pt x="139836" y="121639"/>
                      </a:lnTo>
                      <a:lnTo>
                        <a:pt x="140763" y="120644"/>
                      </a:lnTo>
                      <a:lnTo>
                        <a:pt x="142186" y="116222"/>
                      </a:lnTo>
                      <a:lnTo>
                        <a:pt x="143078" y="110631"/>
                      </a:lnTo>
                      <a:lnTo>
                        <a:pt x="143379" y="108755"/>
                      </a:lnTo>
                      <a:lnTo>
                        <a:pt x="146527" y="107841"/>
                      </a:lnTo>
                      <a:lnTo>
                        <a:pt x="146655" y="107829"/>
                      </a:lnTo>
                      <a:lnTo>
                        <a:pt x="150973" y="107702"/>
                      </a:lnTo>
                      <a:lnTo>
                        <a:pt x="156494" y="108952"/>
                      </a:lnTo>
                      <a:lnTo>
                        <a:pt x="160198" y="110561"/>
                      </a:lnTo>
                      <a:lnTo>
                        <a:pt x="160338" y="110631"/>
                      </a:lnTo>
                      <a:lnTo>
                        <a:pt x="162849" y="111869"/>
                      </a:lnTo>
                      <a:lnTo>
                        <a:pt x="165986" y="111661"/>
                      </a:lnTo>
                      <a:lnTo>
                        <a:pt x="167318" y="110631"/>
                      </a:lnTo>
                      <a:lnTo>
                        <a:pt x="168811" y="109485"/>
                      </a:lnTo>
                      <a:lnTo>
                        <a:pt x="170721" y="107922"/>
                      </a:lnTo>
                      <a:lnTo>
                        <a:pt x="172573" y="107656"/>
                      </a:lnTo>
                      <a:lnTo>
                        <a:pt x="174090" y="108501"/>
                      </a:lnTo>
                      <a:lnTo>
                        <a:pt x="174773" y="109485"/>
                      </a:lnTo>
                      <a:lnTo>
                        <a:pt x="174784" y="110631"/>
                      </a:lnTo>
                      <a:lnTo>
                        <a:pt x="174842" y="116140"/>
                      </a:lnTo>
                      <a:lnTo>
                        <a:pt x="174854" y="116176"/>
                      </a:lnTo>
                      <a:lnTo>
                        <a:pt x="177736" y="120481"/>
                      </a:lnTo>
                      <a:lnTo>
                        <a:pt x="177956" y="120586"/>
                      </a:lnTo>
                      <a:lnTo>
                        <a:pt x="179993" y="121663"/>
                      </a:lnTo>
                      <a:lnTo>
                        <a:pt x="180271" y="122496"/>
                      </a:lnTo>
                      <a:lnTo>
                        <a:pt x="180329" y="121778"/>
                      </a:lnTo>
                      <a:lnTo>
                        <a:pt x="185168" y="120782"/>
                      </a:lnTo>
                      <a:lnTo>
                        <a:pt x="187680" y="117623"/>
                      </a:lnTo>
                      <a:lnTo>
                        <a:pt x="185781" y="111672"/>
                      </a:lnTo>
                      <a:lnTo>
                        <a:pt x="185967" y="110631"/>
                      </a:lnTo>
                      <a:lnTo>
                        <a:pt x="186175" y="109369"/>
                      </a:lnTo>
                      <a:lnTo>
                        <a:pt x="187923" y="108767"/>
                      </a:lnTo>
                      <a:lnTo>
                        <a:pt x="189543" y="110631"/>
                      </a:lnTo>
                      <a:lnTo>
                        <a:pt x="192322" y="113860"/>
                      </a:lnTo>
                      <a:lnTo>
                        <a:pt x="192437" y="113987"/>
                      </a:lnTo>
                      <a:lnTo>
                        <a:pt x="197357" y="115018"/>
                      </a:lnTo>
                      <a:lnTo>
                        <a:pt x="201386" y="113976"/>
                      </a:lnTo>
                      <a:lnTo>
                        <a:pt x="208690" y="114231"/>
                      </a:lnTo>
                      <a:lnTo>
                        <a:pt x="214640" y="113374"/>
                      </a:lnTo>
                      <a:lnTo>
                        <a:pt x="216863" y="111556"/>
                      </a:lnTo>
                      <a:lnTo>
                        <a:pt x="217372" y="110631"/>
                      </a:lnTo>
                      <a:lnTo>
                        <a:pt x="220219" y="105503"/>
                      </a:lnTo>
                      <a:lnTo>
                        <a:pt x="229955" y="103859"/>
                      </a:lnTo>
                      <a:lnTo>
                        <a:pt x="230522" y="103766"/>
                      </a:lnTo>
                      <a:lnTo>
                        <a:pt x="233555" y="102597"/>
                      </a:lnTo>
                      <a:lnTo>
                        <a:pt x="241994" y="106463"/>
                      </a:lnTo>
                      <a:lnTo>
                        <a:pt x="246844" y="107355"/>
                      </a:lnTo>
                      <a:lnTo>
                        <a:pt x="249298" y="110631"/>
                      </a:lnTo>
                      <a:lnTo>
                        <a:pt x="249414" y="110793"/>
                      </a:lnTo>
                      <a:lnTo>
                        <a:pt x="251127" y="118571"/>
                      </a:lnTo>
                      <a:lnTo>
                        <a:pt x="255398" y="121280"/>
                      </a:lnTo>
                      <a:lnTo>
                        <a:pt x="260654" y="122160"/>
                      </a:lnTo>
                      <a:lnTo>
                        <a:pt x="264567" y="119648"/>
                      </a:lnTo>
                      <a:lnTo>
                        <a:pt x="266789" y="120921"/>
                      </a:lnTo>
                      <a:lnTo>
                        <a:pt x="265342" y="123456"/>
                      </a:lnTo>
                      <a:lnTo>
                        <a:pt x="264659" y="124140"/>
                      </a:lnTo>
                      <a:lnTo>
                        <a:pt x="264648" y="124660"/>
                      </a:lnTo>
                      <a:lnTo>
                        <a:pt x="263467" y="126698"/>
                      </a:lnTo>
                      <a:lnTo>
                        <a:pt x="264405" y="131525"/>
                      </a:lnTo>
                      <a:lnTo>
                        <a:pt x="261638" y="133921"/>
                      </a:lnTo>
                      <a:lnTo>
                        <a:pt x="262969" y="132914"/>
                      </a:lnTo>
                      <a:lnTo>
                        <a:pt x="261904" y="133840"/>
                      </a:lnTo>
                      <a:lnTo>
                        <a:pt x="262008" y="136433"/>
                      </a:lnTo>
                      <a:lnTo>
                        <a:pt x="258258" y="138089"/>
                      </a:lnTo>
                      <a:lnTo>
                        <a:pt x="255179" y="142325"/>
                      </a:lnTo>
                      <a:lnTo>
                        <a:pt x="251000" y="143286"/>
                      </a:lnTo>
                      <a:lnTo>
                        <a:pt x="248129" y="151991"/>
                      </a:lnTo>
                      <a:lnTo>
                        <a:pt x="244980" y="150729"/>
                      </a:lnTo>
                      <a:lnTo>
                        <a:pt x="243429" y="156922"/>
                      </a:lnTo>
                      <a:lnTo>
                        <a:pt x="244737" y="158046"/>
                      </a:lnTo>
                      <a:lnTo>
                        <a:pt x="242827" y="161645"/>
                      </a:lnTo>
                      <a:lnTo>
                        <a:pt x="244552" y="162282"/>
                      </a:lnTo>
                      <a:lnTo>
                        <a:pt x="244286" y="163798"/>
                      </a:lnTo>
                      <a:lnTo>
                        <a:pt x="242804" y="163972"/>
                      </a:lnTo>
                      <a:lnTo>
                        <a:pt x="248036" y="173221"/>
                      </a:lnTo>
                      <a:lnTo>
                        <a:pt x="242654" y="173198"/>
                      </a:lnTo>
                      <a:lnTo>
                        <a:pt x="244633" y="186730"/>
                      </a:lnTo>
                      <a:lnTo>
                        <a:pt x="242908" y="188386"/>
                      </a:lnTo>
                      <a:lnTo>
                        <a:pt x="239517" y="201895"/>
                      </a:lnTo>
                      <a:lnTo>
                        <a:pt x="232710" y="202103"/>
                      </a:lnTo>
                      <a:lnTo>
                        <a:pt x="234076" y="208250"/>
                      </a:lnTo>
                      <a:lnTo>
                        <a:pt x="232744" y="210623"/>
                      </a:lnTo>
                      <a:lnTo>
                        <a:pt x="227999" y="212081"/>
                      </a:lnTo>
                      <a:lnTo>
                        <a:pt x="220868" y="218992"/>
                      </a:lnTo>
                      <a:lnTo>
                        <a:pt x="220231" y="225116"/>
                      </a:lnTo>
                      <a:lnTo>
                        <a:pt x="223461" y="230209"/>
                      </a:lnTo>
                      <a:lnTo>
                        <a:pt x="221505" y="232466"/>
                      </a:lnTo>
                      <a:lnTo>
                        <a:pt x="211549" y="234932"/>
                      </a:lnTo>
                      <a:lnTo>
                        <a:pt x="208621" y="232293"/>
                      </a:lnTo>
                      <a:lnTo>
                        <a:pt x="205553" y="233150"/>
                      </a:lnTo>
                      <a:lnTo>
                        <a:pt x="205368" y="227721"/>
                      </a:lnTo>
                      <a:lnTo>
                        <a:pt x="201814" y="224526"/>
                      </a:lnTo>
                      <a:lnTo>
                        <a:pt x="198931" y="227755"/>
                      </a:lnTo>
                      <a:lnTo>
                        <a:pt x="196987" y="233971"/>
                      </a:lnTo>
                      <a:lnTo>
                        <a:pt x="195482" y="233948"/>
                      </a:lnTo>
                      <a:lnTo>
                        <a:pt x="192738" y="223102"/>
                      </a:lnTo>
                      <a:lnTo>
                        <a:pt x="193364" y="219687"/>
                      </a:lnTo>
                      <a:lnTo>
                        <a:pt x="191986" y="220011"/>
                      </a:lnTo>
                      <a:lnTo>
                        <a:pt x="190192" y="212128"/>
                      </a:lnTo>
                      <a:lnTo>
                        <a:pt x="186059" y="209443"/>
                      </a:lnTo>
                      <a:lnTo>
                        <a:pt x="184056" y="211908"/>
                      </a:lnTo>
                      <a:lnTo>
                        <a:pt x="181082" y="207104"/>
                      </a:lnTo>
                      <a:lnTo>
                        <a:pt x="175247" y="206907"/>
                      </a:lnTo>
                      <a:lnTo>
                        <a:pt x="173823" y="209824"/>
                      </a:lnTo>
                      <a:lnTo>
                        <a:pt x="170790" y="210589"/>
                      </a:lnTo>
                      <a:lnTo>
                        <a:pt x="171786" y="214918"/>
                      </a:lnTo>
                      <a:lnTo>
                        <a:pt x="170559" y="216596"/>
                      </a:lnTo>
                      <a:lnTo>
                        <a:pt x="165917" y="218981"/>
                      </a:lnTo>
                      <a:lnTo>
                        <a:pt x="163324" y="217499"/>
                      </a:lnTo>
                      <a:lnTo>
                        <a:pt x="160430" y="218437"/>
                      </a:lnTo>
                      <a:lnTo>
                        <a:pt x="158323" y="220787"/>
                      </a:lnTo>
                      <a:lnTo>
                        <a:pt x="159469" y="223819"/>
                      </a:lnTo>
                      <a:lnTo>
                        <a:pt x="156981" y="225903"/>
                      </a:lnTo>
                      <a:lnTo>
                        <a:pt x="156205" y="229306"/>
                      </a:lnTo>
                      <a:lnTo>
                        <a:pt x="147627" y="234840"/>
                      </a:lnTo>
                      <a:lnTo>
                        <a:pt x="146620" y="238011"/>
                      </a:lnTo>
                      <a:lnTo>
                        <a:pt x="144224" y="238266"/>
                      </a:lnTo>
                      <a:lnTo>
                        <a:pt x="139212" y="230151"/>
                      </a:lnTo>
                      <a:lnTo>
                        <a:pt x="132567" y="230024"/>
                      </a:lnTo>
                      <a:lnTo>
                        <a:pt x="132810" y="224699"/>
                      </a:lnTo>
                      <a:lnTo>
                        <a:pt x="131317" y="224341"/>
                      </a:lnTo>
                      <a:lnTo>
                        <a:pt x="129881" y="219305"/>
                      </a:lnTo>
                      <a:lnTo>
                        <a:pt x="131826" y="218147"/>
                      </a:lnTo>
                      <a:lnTo>
                        <a:pt x="128944" y="215554"/>
                      </a:lnTo>
                      <a:lnTo>
                        <a:pt x="129291" y="213054"/>
                      </a:lnTo>
                      <a:lnTo>
                        <a:pt x="125691" y="213297"/>
                      </a:lnTo>
                      <a:lnTo>
                        <a:pt x="122207" y="208771"/>
                      </a:lnTo>
                      <a:lnTo>
                        <a:pt x="116488" y="205541"/>
                      </a:lnTo>
                      <a:lnTo>
                        <a:pt x="110816" y="210415"/>
                      </a:lnTo>
                      <a:lnTo>
                        <a:pt x="110503" y="213471"/>
                      </a:lnTo>
                      <a:lnTo>
                        <a:pt x="107991" y="213818"/>
                      </a:lnTo>
                      <a:lnTo>
                        <a:pt x="104623" y="209987"/>
                      </a:lnTo>
                      <a:lnTo>
                        <a:pt x="109149" y="205842"/>
                      </a:lnTo>
                      <a:lnTo>
                        <a:pt x="106938" y="197831"/>
                      </a:lnTo>
                      <a:lnTo>
                        <a:pt x="102967" y="192680"/>
                      </a:lnTo>
                      <a:lnTo>
                        <a:pt x="98465" y="192298"/>
                      </a:lnTo>
                      <a:lnTo>
                        <a:pt x="98418" y="184543"/>
                      </a:lnTo>
                      <a:lnTo>
                        <a:pt x="92491" y="184948"/>
                      </a:lnTo>
                      <a:lnTo>
                        <a:pt x="83775" y="194174"/>
                      </a:lnTo>
                      <a:lnTo>
                        <a:pt x="77223" y="206792"/>
                      </a:lnTo>
                      <a:lnTo>
                        <a:pt x="76528" y="211491"/>
                      </a:lnTo>
                      <a:lnTo>
                        <a:pt x="71701" y="215925"/>
                      </a:lnTo>
                      <a:lnTo>
                        <a:pt x="68772" y="216827"/>
                      </a:lnTo>
                      <a:lnTo>
                        <a:pt x="67603" y="215276"/>
                      </a:lnTo>
                      <a:lnTo>
                        <a:pt x="68576" y="206433"/>
                      </a:lnTo>
                      <a:lnTo>
                        <a:pt x="67395" y="203862"/>
                      </a:lnTo>
                      <a:lnTo>
                        <a:pt x="71145" y="197183"/>
                      </a:lnTo>
                      <a:lnTo>
                        <a:pt x="72072" y="189347"/>
                      </a:lnTo>
                      <a:lnTo>
                        <a:pt x="75510" y="186059"/>
                      </a:lnTo>
                      <a:lnTo>
                        <a:pt x="71504" y="177157"/>
                      </a:lnTo>
                      <a:lnTo>
                        <a:pt x="67812" y="178326"/>
                      </a:lnTo>
                      <a:lnTo>
                        <a:pt x="62996" y="171856"/>
                      </a:lnTo>
                      <a:lnTo>
                        <a:pt x="56027" y="166785"/>
                      </a:lnTo>
                      <a:lnTo>
                        <a:pt x="47172" y="168962"/>
                      </a:lnTo>
                      <a:lnTo>
                        <a:pt x="44834" y="167746"/>
                      </a:lnTo>
                      <a:lnTo>
                        <a:pt x="45817" y="162213"/>
                      </a:lnTo>
                      <a:lnTo>
                        <a:pt x="44058" y="160928"/>
                      </a:lnTo>
                      <a:lnTo>
                        <a:pt x="38698" y="160846"/>
                      </a:lnTo>
                      <a:lnTo>
                        <a:pt x="33732" y="155256"/>
                      </a:lnTo>
                      <a:lnTo>
                        <a:pt x="29935" y="157432"/>
                      </a:lnTo>
                      <a:lnTo>
                        <a:pt x="26080" y="156436"/>
                      </a:lnTo>
                      <a:lnTo>
                        <a:pt x="26115" y="154086"/>
                      </a:lnTo>
                      <a:lnTo>
                        <a:pt x="23186" y="153924"/>
                      </a:lnTo>
                      <a:lnTo>
                        <a:pt x="23650" y="150973"/>
                      </a:lnTo>
                      <a:lnTo>
                        <a:pt x="19934" y="152164"/>
                      </a:lnTo>
                      <a:lnTo>
                        <a:pt x="19424" y="145717"/>
                      </a:lnTo>
                      <a:lnTo>
                        <a:pt x="17954" y="145810"/>
                      </a:lnTo>
                      <a:lnTo>
                        <a:pt x="18903" y="141480"/>
                      </a:lnTo>
                      <a:lnTo>
                        <a:pt x="5892" y="137984"/>
                      </a:lnTo>
                      <a:lnTo>
                        <a:pt x="0" y="134315"/>
                      </a:lnTo>
                      <a:lnTo>
                        <a:pt x="3635" y="122820"/>
                      </a:lnTo>
                      <a:lnTo>
                        <a:pt x="6922" y="119128"/>
                      </a:lnTo>
                      <a:lnTo>
                        <a:pt x="9284" y="111799"/>
                      </a:lnTo>
                      <a:lnTo>
                        <a:pt x="5800" y="106023"/>
                      </a:lnTo>
                      <a:lnTo>
                        <a:pt x="6888" y="98950"/>
                      </a:lnTo>
                      <a:lnTo>
                        <a:pt x="4387" y="93429"/>
                      </a:lnTo>
                      <a:lnTo>
                        <a:pt x="11044" y="81158"/>
                      </a:lnTo>
                      <a:lnTo>
                        <a:pt x="8740" y="79063"/>
                      </a:lnTo>
                      <a:lnTo>
                        <a:pt x="8138" y="71840"/>
                      </a:lnTo>
                      <a:lnTo>
                        <a:pt x="4063" y="66248"/>
                      </a:lnTo>
                      <a:lnTo>
                        <a:pt x="1771" y="57532"/>
                      </a:lnTo>
                      <a:lnTo>
                        <a:pt x="3311" y="55888"/>
                      </a:lnTo>
                      <a:lnTo>
                        <a:pt x="2165" y="52091"/>
                      </a:lnTo>
                      <a:lnTo>
                        <a:pt x="3450" y="46269"/>
                      </a:lnTo>
                      <a:lnTo>
                        <a:pt x="1667" y="44370"/>
                      </a:lnTo>
                      <a:lnTo>
                        <a:pt x="1528" y="40411"/>
                      </a:lnTo>
                      <a:lnTo>
                        <a:pt x="2755" y="38675"/>
                      </a:lnTo>
                      <a:lnTo>
                        <a:pt x="17526" y="49787"/>
                      </a:lnTo>
                      <a:lnTo>
                        <a:pt x="23487" y="45088"/>
                      </a:lnTo>
                      <a:lnTo>
                        <a:pt x="36939" y="48850"/>
                      </a:lnTo>
                      <a:lnTo>
                        <a:pt x="47195" y="45690"/>
                      </a:lnTo>
                      <a:lnTo>
                        <a:pt x="51964" y="42449"/>
                      </a:lnTo>
                      <a:lnTo>
                        <a:pt x="60785" y="38744"/>
                      </a:lnTo>
                      <a:lnTo>
                        <a:pt x="68541" y="32065"/>
                      </a:lnTo>
                      <a:lnTo>
                        <a:pt x="73067" y="34415"/>
                      </a:lnTo>
                      <a:lnTo>
                        <a:pt x="84284" y="32783"/>
                      </a:lnTo>
                      <a:lnTo>
                        <a:pt x="84539" y="30768"/>
                      </a:lnTo>
                      <a:lnTo>
                        <a:pt x="88011" y="29078"/>
                      </a:lnTo>
                      <a:lnTo>
                        <a:pt x="90222" y="30792"/>
                      </a:lnTo>
                      <a:lnTo>
                        <a:pt x="92491" y="22365"/>
                      </a:lnTo>
                      <a:lnTo>
                        <a:pt x="100363" y="19876"/>
                      </a:lnTo>
                      <a:lnTo>
                        <a:pt x="101301" y="21508"/>
                      </a:lnTo>
                      <a:lnTo>
                        <a:pt x="106475" y="18915"/>
                      </a:lnTo>
                      <a:lnTo>
                        <a:pt x="108014" y="17989"/>
                      </a:lnTo>
                      <a:lnTo>
                        <a:pt x="106753" y="15616"/>
                      </a:lnTo>
                      <a:lnTo>
                        <a:pt x="110005" y="15037"/>
                      </a:lnTo>
                      <a:lnTo>
                        <a:pt x="109554" y="13683"/>
                      </a:lnTo>
                      <a:lnTo>
                        <a:pt x="112691" y="14678"/>
                      </a:lnTo>
                      <a:lnTo>
                        <a:pt x="112066" y="16345"/>
                      </a:lnTo>
                      <a:lnTo>
                        <a:pt x="114138" y="17237"/>
                      </a:lnTo>
                      <a:lnTo>
                        <a:pt x="117356" y="14389"/>
                      </a:lnTo>
                      <a:lnTo>
                        <a:pt x="121107" y="11101"/>
                      </a:lnTo>
                      <a:lnTo>
                        <a:pt x="123897" y="6100"/>
                      </a:lnTo>
                      <a:lnTo>
                        <a:pt x="123862" y="2743"/>
                      </a:lnTo>
                      <a:lnTo>
                        <a:pt x="129059" y="4144"/>
                      </a:lnTo>
                      <a:lnTo>
                        <a:pt x="144884" y="0"/>
                      </a:lnTo>
                      <a:lnTo>
                        <a:pt x="152906" y="914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6CF9CAF0-5422-34DC-CE5C-CF28EC25FC83}"/>
                    </a:ext>
                  </a:extLst>
                </p:cNvPr>
                <p:cNvSpPr/>
                <p:nvPr/>
              </p:nvSpPr>
              <p:spPr>
                <a:xfrm>
                  <a:off x="10290547" y="6819273"/>
                  <a:ext cx="752" cy="6146"/>
                </a:xfrm>
                <a:custGeom>
                  <a:avLst/>
                  <a:gdLst>
                    <a:gd name="connsiteX0" fmla="*/ 752 w 752"/>
                    <a:gd name="connsiteY0" fmla="*/ 0 h 6146"/>
                    <a:gd name="connsiteX1" fmla="*/ 648 w 752"/>
                    <a:gd name="connsiteY1" fmla="*/ 6147 h 6146"/>
                    <a:gd name="connsiteX2" fmla="*/ 0 w 752"/>
                    <a:gd name="connsiteY2" fmla="*/ 1401 h 6146"/>
                    <a:gd name="connsiteX3" fmla="*/ 752 w 752"/>
                    <a:gd name="connsiteY3" fmla="*/ 0 h 61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2" h="6146">
                      <a:moveTo>
                        <a:pt x="752" y="0"/>
                      </a:moveTo>
                      <a:lnTo>
                        <a:pt x="648" y="6147"/>
                      </a:lnTo>
                      <a:lnTo>
                        <a:pt x="0" y="1401"/>
                      </a:lnTo>
                      <a:lnTo>
                        <a:pt x="752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90AD5614-19EA-9DEA-8D13-2867A949FA35}"/>
                    </a:ext>
                  </a:extLst>
                </p:cNvPr>
                <p:cNvSpPr/>
                <p:nvPr/>
              </p:nvSpPr>
              <p:spPr>
                <a:xfrm>
                  <a:off x="10292573" y="6815511"/>
                  <a:ext cx="1122" cy="1401"/>
                </a:xfrm>
                <a:custGeom>
                  <a:avLst/>
                  <a:gdLst>
                    <a:gd name="connsiteX0" fmla="*/ 1123 w 1122"/>
                    <a:gd name="connsiteY0" fmla="*/ 278 h 1401"/>
                    <a:gd name="connsiteX1" fmla="*/ 0 w 1122"/>
                    <a:gd name="connsiteY1" fmla="*/ 1401 h 1401"/>
                    <a:gd name="connsiteX2" fmla="*/ 752 w 1122"/>
                    <a:gd name="connsiteY2" fmla="*/ 0 h 1401"/>
                    <a:gd name="connsiteX3" fmla="*/ 1123 w 1122"/>
                    <a:gd name="connsiteY3" fmla="*/ 278 h 14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2" h="1401">
                      <a:moveTo>
                        <a:pt x="1123" y="278"/>
                      </a:moveTo>
                      <a:lnTo>
                        <a:pt x="0" y="1401"/>
                      </a:lnTo>
                      <a:lnTo>
                        <a:pt x="752" y="0"/>
                      </a:lnTo>
                      <a:lnTo>
                        <a:pt x="1123" y="278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A301FDB2-29D6-B1FF-E3F4-A224945D7711}"/>
                    </a:ext>
                  </a:extLst>
                </p:cNvPr>
                <p:cNvSpPr/>
                <p:nvPr/>
              </p:nvSpPr>
              <p:spPr>
                <a:xfrm>
                  <a:off x="9495586" y="6402160"/>
                  <a:ext cx="1252752" cy="879650"/>
                </a:xfrm>
                <a:custGeom>
                  <a:avLst/>
                  <a:gdLst>
                    <a:gd name="connsiteX0" fmla="*/ 477424 w 1252752"/>
                    <a:gd name="connsiteY0" fmla="*/ 16240 h 879650"/>
                    <a:gd name="connsiteX1" fmla="*/ 479102 w 1252752"/>
                    <a:gd name="connsiteY1" fmla="*/ 23973 h 879650"/>
                    <a:gd name="connsiteX2" fmla="*/ 475468 w 1252752"/>
                    <a:gd name="connsiteY2" fmla="*/ 25316 h 879650"/>
                    <a:gd name="connsiteX3" fmla="*/ 477551 w 1252752"/>
                    <a:gd name="connsiteY3" fmla="*/ 33223 h 879650"/>
                    <a:gd name="connsiteX4" fmla="*/ 483466 w 1252752"/>
                    <a:gd name="connsiteY4" fmla="*/ 36753 h 879650"/>
                    <a:gd name="connsiteX5" fmla="*/ 487807 w 1252752"/>
                    <a:gd name="connsiteY5" fmla="*/ 36197 h 879650"/>
                    <a:gd name="connsiteX6" fmla="*/ 493653 w 1252752"/>
                    <a:gd name="connsiteY6" fmla="*/ 49707 h 879650"/>
                    <a:gd name="connsiteX7" fmla="*/ 490076 w 1252752"/>
                    <a:gd name="connsiteY7" fmla="*/ 53110 h 879650"/>
                    <a:gd name="connsiteX8" fmla="*/ 491975 w 1252752"/>
                    <a:gd name="connsiteY8" fmla="*/ 55043 h 879650"/>
                    <a:gd name="connsiteX9" fmla="*/ 489393 w 1252752"/>
                    <a:gd name="connsiteY9" fmla="*/ 56594 h 879650"/>
                    <a:gd name="connsiteX10" fmla="*/ 488815 w 1252752"/>
                    <a:gd name="connsiteY10" fmla="*/ 60727 h 879650"/>
                    <a:gd name="connsiteX11" fmla="*/ 479669 w 1252752"/>
                    <a:gd name="connsiteY11" fmla="*/ 67452 h 879650"/>
                    <a:gd name="connsiteX12" fmla="*/ 476116 w 1252752"/>
                    <a:gd name="connsiteY12" fmla="*/ 75312 h 879650"/>
                    <a:gd name="connsiteX13" fmla="*/ 472747 w 1252752"/>
                    <a:gd name="connsiteY13" fmla="*/ 77477 h 879650"/>
                    <a:gd name="connsiteX14" fmla="*/ 466404 w 1252752"/>
                    <a:gd name="connsiteY14" fmla="*/ 86669 h 879650"/>
                    <a:gd name="connsiteX15" fmla="*/ 475919 w 1252752"/>
                    <a:gd name="connsiteY15" fmla="*/ 93232 h 879650"/>
                    <a:gd name="connsiteX16" fmla="*/ 475340 w 1252752"/>
                    <a:gd name="connsiteY16" fmla="*/ 96785 h 879650"/>
                    <a:gd name="connsiteX17" fmla="*/ 477100 w 1252752"/>
                    <a:gd name="connsiteY17" fmla="*/ 100965 h 879650"/>
                    <a:gd name="connsiteX18" fmla="*/ 473233 w 1252752"/>
                    <a:gd name="connsiteY18" fmla="*/ 104321 h 879650"/>
                    <a:gd name="connsiteX19" fmla="*/ 476058 w 1252752"/>
                    <a:gd name="connsiteY19" fmla="*/ 108755 h 879650"/>
                    <a:gd name="connsiteX20" fmla="*/ 473465 w 1252752"/>
                    <a:gd name="connsiteY20" fmla="*/ 109496 h 879650"/>
                    <a:gd name="connsiteX21" fmla="*/ 469564 w 1252752"/>
                    <a:gd name="connsiteY21" fmla="*/ 115411 h 879650"/>
                    <a:gd name="connsiteX22" fmla="*/ 471763 w 1252752"/>
                    <a:gd name="connsiteY22" fmla="*/ 125783 h 879650"/>
                    <a:gd name="connsiteX23" fmla="*/ 475676 w 1252752"/>
                    <a:gd name="connsiteY23" fmla="*/ 131467 h 879650"/>
                    <a:gd name="connsiteX24" fmla="*/ 473060 w 1252752"/>
                    <a:gd name="connsiteY24" fmla="*/ 133284 h 879650"/>
                    <a:gd name="connsiteX25" fmla="*/ 472319 w 1252752"/>
                    <a:gd name="connsiteY25" fmla="*/ 138367 h 879650"/>
                    <a:gd name="connsiteX26" fmla="*/ 469900 w 1252752"/>
                    <a:gd name="connsiteY26" fmla="*/ 141376 h 879650"/>
                    <a:gd name="connsiteX27" fmla="*/ 466323 w 1252752"/>
                    <a:gd name="connsiteY27" fmla="*/ 141191 h 879650"/>
                    <a:gd name="connsiteX28" fmla="*/ 466994 w 1252752"/>
                    <a:gd name="connsiteY28" fmla="*/ 148460 h 879650"/>
                    <a:gd name="connsiteX29" fmla="*/ 465385 w 1252752"/>
                    <a:gd name="connsiteY29" fmla="*/ 147615 h 879650"/>
                    <a:gd name="connsiteX30" fmla="*/ 462549 w 1252752"/>
                    <a:gd name="connsiteY30" fmla="*/ 149294 h 879650"/>
                    <a:gd name="connsiteX31" fmla="*/ 463533 w 1252752"/>
                    <a:gd name="connsiteY31" fmla="*/ 153183 h 879650"/>
                    <a:gd name="connsiteX32" fmla="*/ 459539 w 1252752"/>
                    <a:gd name="connsiteY32" fmla="*/ 158335 h 879650"/>
                    <a:gd name="connsiteX33" fmla="*/ 455835 w 1252752"/>
                    <a:gd name="connsiteY33" fmla="*/ 168938 h 879650"/>
                    <a:gd name="connsiteX34" fmla="*/ 459365 w 1252752"/>
                    <a:gd name="connsiteY34" fmla="*/ 174148 h 879650"/>
                    <a:gd name="connsiteX35" fmla="*/ 466531 w 1252752"/>
                    <a:gd name="connsiteY35" fmla="*/ 173082 h 879650"/>
                    <a:gd name="connsiteX36" fmla="*/ 474322 w 1252752"/>
                    <a:gd name="connsiteY36" fmla="*/ 181729 h 879650"/>
                    <a:gd name="connsiteX37" fmla="*/ 482934 w 1252752"/>
                    <a:gd name="connsiteY37" fmla="*/ 184322 h 879650"/>
                    <a:gd name="connsiteX38" fmla="*/ 485932 w 1252752"/>
                    <a:gd name="connsiteY38" fmla="*/ 182285 h 879650"/>
                    <a:gd name="connsiteX39" fmla="*/ 490088 w 1252752"/>
                    <a:gd name="connsiteY39" fmla="*/ 188038 h 879650"/>
                    <a:gd name="connsiteX40" fmla="*/ 499395 w 1252752"/>
                    <a:gd name="connsiteY40" fmla="*/ 190944 h 879650"/>
                    <a:gd name="connsiteX41" fmla="*/ 504743 w 1252752"/>
                    <a:gd name="connsiteY41" fmla="*/ 198040 h 879650"/>
                    <a:gd name="connsiteX42" fmla="*/ 503979 w 1252752"/>
                    <a:gd name="connsiteY42" fmla="*/ 199846 h 879650"/>
                    <a:gd name="connsiteX43" fmla="*/ 505009 w 1252752"/>
                    <a:gd name="connsiteY43" fmla="*/ 201953 h 879650"/>
                    <a:gd name="connsiteX44" fmla="*/ 506850 w 1252752"/>
                    <a:gd name="connsiteY44" fmla="*/ 202022 h 879650"/>
                    <a:gd name="connsiteX45" fmla="*/ 505715 w 1252752"/>
                    <a:gd name="connsiteY45" fmla="*/ 202288 h 879650"/>
                    <a:gd name="connsiteX46" fmla="*/ 506607 w 1252752"/>
                    <a:gd name="connsiteY46" fmla="*/ 204268 h 879650"/>
                    <a:gd name="connsiteX47" fmla="*/ 516562 w 1252752"/>
                    <a:gd name="connsiteY47" fmla="*/ 213482 h 879650"/>
                    <a:gd name="connsiteX48" fmla="*/ 514455 w 1252752"/>
                    <a:gd name="connsiteY48" fmla="*/ 217580 h 879650"/>
                    <a:gd name="connsiteX49" fmla="*/ 512464 w 1252752"/>
                    <a:gd name="connsiteY49" fmla="*/ 215577 h 879650"/>
                    <a:gd name="connsiteX50" fmla="*/ 510797 w 1252752"/>
                    <a:gd name="connsiteY50" fmla="*/ 216364 h 879650"/>
                    <a:gd name="connsiteX51" fmla="*/ 509466 w 1252752"/>
                    <a:gd name="connsiteY51" fmla="*/ 213887 h 879650"/>
                    <a:gd name="connsiteX52" fmla="*/ 508193 w 1252752"/>
                    <a:gd name="connsiteY52" fmla="*/ 214431 h 879650"/>
                    <a:gd name="connsiteX53" fmla="*/ 509096 w 1252752"/>
                    <a:gd name="connsiteY53" fmla="*/ 217522 h 879650"/>
                    <a:gd name="connsiteX54" fmla="*/ 508193 w 1252752"/>
                    <a:gd name="connsiteY54" fmla="*/ 216608 h 879650"/>
                    <a:gd name="connsiteX55" fmla="*/ 505947 w 1252752"/>
                    <a:gd name="connsiteY55" fmla="*/ 220520 h 879650"/>
                    <a:gd name="connsiteX56" fmla="*/ 503041 w 1252752"/>
                    <a:gd name="connsiteY56" fmla="*/ 221157 h 879650"/>
                    <a:gd name="connsiteX57" fmla="*/ 500749 w 1252752"/>
                    <a:gd name="connsiteY57" fmla="*/ 228207 h 879650"/>
                    <a:gd name="connsiteX58" fmla="*/ 497161 w 1252752"/>
                    <a:gd name="connsiteY58" fmla="*/ 227547 h 879650"/>
                    <a:gd name="connsiteX59" fmla="*/ 495934 w 1252752"/>
                    <a:gd name="connsiteY59" fmla="*/ 224109 h 879650"/>
                    <a:gd name="connsiteX60" fmla="*/ 489752 w 1252752"/>
                    <a:gd name="connsiteY60" fmla="*/ 225393 h 879650"/>
                    <a:gd name="connsiteX61" fmla="*/ 481985 w 1252752"/>
                    <a:gd name="connsiteY61" fmla="*/ 220891 h 879650"/>
                    <a:gd name="connsiteX62" fmla="*/ 476648 w 1252752"/>
                    <a:gd name="connsiteY62" fmla="*/ 224722 h 879650"/>
                    <a:gd name="connsiteX63" fmla="*/ 469552 w 1252752"/>
                    <a:gd name="connsiteY63" fmla="*/ 223565 h 879650"/>
                    <a:gd name="connsiteX64" fmla="*/ 462063 w 1252752"/>
                    <a:gd name="connsiteY64" fmla="*/ 209986 h 879650"/>
                    <a:gd name="connsiteX65" fmla="*/ 458984 w 1252752"/>
                    <a:gd name="connsiteY65" fmla="*/ 208875 h 879650"/>
                    <a:gd name="connsiteX66" fmla="*/ 462063 w 1252752"/>
                    <a:gd name="connsiteY66" fmla="*/ 204036 h 879650"/>
                    <a:gd name="connsiteX67" fmla="*/ 459967 w 1252752"/>
                    <a:gd name="connsiteY67" fmla="*/ 199487 h 879650"/>
                    <a:gd name="connsiteX68" fmla="*/ 457236 w 1252752"/>
                    <a:gd name="connsiteY68" fmla="*/ 198966 h 879650"/>
                    <a:gd name="connsiteX69" fmla="*/ 454619 w 1252752"/>
                    <a:gd name="connsiteY69" fmla="*/ 201131 h 879650"/>
                    <a:gd name="connsiteX70" fmla="*/ 453346 w 1252752"/>
                    <a:gd name="connsiteY70" fmla="*/ 199162 h 879650"/>
                    <a:gd name="connsiteX71" fmla="*/ 449804 w 1252752"/>
                    <a:gd name="connsiteY71" fmla="*/ 200193 h 879650"/>
                    <a:gd name="connsiteX72" fmla="*/ 449005 w 1252752"/>
                    <a:gd name="connsiteY72" fmla="*/ 203816 h 879650"/>
                    <a:gd name="connsiteX73" fmla="*/ 445903 w 1252752"/>
                    <a:gd name="connsiteY73" fmla="*/ 204488 h 879650"/>
                    <a:gd name="connsiteX74" fmla="*/ 444062 w 1252752"/>
                    <a:gd name="connsiteY74" fmla="*/ 208388 h 879650"/>
                    <a:gd name="connsiteX75" fmla="*/ 440694 w 1252752"/>
                    <a:gd name="connsiteY75" fmla="*/ 208620 h 879650"/>
                    <a:gd name="connsiteX76" fmla="*/ 440925 w 1252752"/>
                    <a:gd name="connsiteY76" fmla="*/ 210981 h 879650"/>
                    <a:gd name="connsiteX77" fmla="*/ 448959 w 1252752"/>
                    <a:gd name="connsiteY77" fmla="*/ 222778 h 879650"/>
                    <a:gd name="connsiteX78" fmla="*/ 450591 w 1252752"/>
                    <a:gd name="connsiteY78" fmla="*/ 223703 h 879650"/>
                    <a:gd name="connsiteX79" fmla="*/ 454168 w 1252752"/>
                    <a:gd name="connsiteY79" fmla="*/ 221052 h 879650"/>
                    <a:gd name="connsiteX80" fmla="*/ 463081 w 1252752"/>
                    <a:gd name="connsiteY80" fmla="*/ 232860 h 879650"/>
                    <a:gd name="connsiteX81" fmla="*/ 464308 w 1252752"/>
                    <a:gd name="connsiteY81" fmla="*/ 236136 h 879650"/>
                    <a:gd name="connsiteX82" fmla="*/ 461414 w 1252752"/>
                    <a:gd name="connsiteY82" fmla="*/ 237502 h 879650"/>
                    <a:gd name="connsiteX83" fmla="*/ 464633 w 1252752"/>
                    <a:gd name="connsiteY83" fmla="*/ 239968 h 879650"/>
                    <a:gd name="connsiteX84" fmla="*/ 467770 w 1252752"/>
                    <a:gd name="connsiteY84" fmla="*/ 251428 h 879650"/>
                    <a:gd name="connsiteX85" fmla="*/ 478801 w 1252752"/>
                    <a:gd name="connsiteY85" fmla="*/ 259681 h 879650"/>
                    <a:gd name="connsiteX86" fmla="*/ 486245 w 1252752"/>
                    <a:gd name="connsiteY86" fmla="*/ 259369 h 879650"/>
                    <a:gd name="connsiteX87" fmla="*/ 489741 w 1252752"/>
                    <a:gd name="connsiteY87" fmla="*/ 261337 h 879650"/>
                    <a:gd name="connsiteX88" fmla="*/ 490076 w 1252752"/>
                    <a:gd name="connsiteY88" fmla="*/ 263386 h 879650"/>
                    <a:gd name="connsiteX89" fmla="*/ 499719 w 1252752"/>
                    <a:gd name="connsiteY89" fmla="*/ 260445 h 879650"/>
                    <a:gd name="connsiteX90" fmla="*/ 504708 w 1252752"/>
                    <a:gd name="connsiteY90" fmla="*/ 269787 h 879650"/>
                    <a:gd name="connsiteX91" fmla="*/ 508135 w 1252752"/>
                    <a:gd name="connsiteY91" fmla="*/ 267622 h 879650"/>
                    <a:gd name="connsiteX92" fmla="*/ 507591 w 1252752"/>
                    <a:gd name="connsiteY92" fmla="*/ 269544 h 879650"/>
                    <a:gd name="connsiteX93" fmla="*/ 509790 w 1252752"/>
                    <a:gd name="connsiteY93" fmla="*/ 268942 h 879650"/>
                    <a:gd name="connsiteX94" fmla="*/ 509315 w 1252752"/>
                    <a:gd name="connsiteY94" fmla="*/ 270864 h 879650"/>
                    <a:gd name="connsiteX95" fmla="*/ 511839 w 1252752"/>
                    <a:gd name="connsiteY95" fmla="*/ 270817 h 879650"/>
                    <a:gd name="connsiteX96" fmla="*/ 513205 w 1252752"/>
                    <a:gd name="connsiteY96" fmla="*/ 272843 h 879650"/>
                    <a:gd name="connsiteX97" fmla="*/ 511955 w 1252752"/>
                    <a:gd name="connsiteY97" fmla="*/ 274140 h 879650"/>
                    <a:gd name="connsiteX98" fmla="*/ 513274 w 1252752"/>
                    <a:gd name="connsiteY98" fmla="*/ 276756 h 879650"/>
                    <a:gd name="connsiteX99" fmla="*/ 509257 w 1252752"/>
                    <a:gd name="connsiteY99" fmla="*/ 280298 h 879650"/>
                    <a:gd name="connsiteX100" fmla="*/ 508632 w 1252752"/>
                    <a:gd name="connsiteY100" fmla="*/ 283921 h 879650"/>
                    <a:gd name="connsiteX101" fmla="*/ 514409 w 1252752"/>
                    <a:gd name="connsiteY101" fmla="*/ 288922 h 879650"/>
                    <a:gd name="connsiteX102" fmla="*/ 515821 w 1252752"/>
                    <a:gd name="connsiteY102" fmla="*/ 292638 h 879650"/>
                    <a:gd name="connsiteX103" fmla="*/ 514282 w 1252752"/>
                    <a:gd name="connsiteY103" fmla="*/ 300984 h 879650"/>
                    <a:gd name="connsiteX104" fmla="*/ 517893 w 1252752"/>
                    <a:gd name="connsiteY104" fmla="*/ 302582 h 879650"/>
                    <a:gd name="connsiteX105" fmla="*/ 523207 w 1252752"/>
                    <a:gd name="connsiteY105" fmla="*/ 301135 h 879650"/>
                    <a:gd name="connsiteX106" fmla="*/ 523010 w 1252752"/>
                    <a:gd name="connsiteY106" fmla="*/ 303137 h 879650"/>
                    <a:gd name="connsiteX107" fmla="*/ 528126 w 1252752"/>
                    <a:gd name="connsiteY107" fmla="*/ 302384 h 879650"/>
                    <a:gd name="connsiteX108" fmla="*/ 530314 w 1252752"/>
                    <a:gd name="connsiteY108" fmla="*/ 306309 h 879650"/>
                    <a:gd name="connsiteX109" fmla="*/ 526899 w 1252752"/>
                    <a:gd name="connsiteY109" fmla="*/ 310859 h 879650"/>
                    <a:gd name="connsiteX110" fmla="*/ 524572 w 1252752"/>
                    <a:gd name="connsiteY110" fmla="*/ 309376 h 879650"/>
                    <a:gd name="connsiteX111" fmla="*/ 524040 w 1252752"/>
                    <a:gd name="connsiteY111" fmla="*/ 315060 h 879650"/>
                    <a:gd name="connsiteX112" fmla="*/ 520382 w 1252752"/>
                    <a:gd name="connsiteY112" fmla="*/ 312433 h 879650"/>
                    <a:gd name="connsiteX113" fmla="*/ 518831 w 1252752"/>
                    <a:gd name="connsiteY113" fmla="*/ 313984 h 879650"/>
                    <a:gd name="connsiteX114" fmla="*/ 519028 w 1252752"/>
                    <a:gd name="connsiteY114" fmla="*/ 318707 h 879650"/>
                    <a:gd name="connsiteX115" fmla="*/ 521169 w 1252752"/>
                    <a:gd name="connsiteY115" fmla="*/ 320571 h 879650"/>
                    <a:gd name="connsiteX116" fmla="*/ 518252 w 1252752"/>
                    <a:gd name="connsiteY116" fmla="*/ 327157 h 879650"/>
                    <a:gd name="connsiteX117" fmla="*/ 520139 w 1252752"/>
                    <a:gd name="connsiteY117" fmla="*/ 327632 h 879650"/>
                    <a:gd name="connsiteX118" fmla="*/ 521864 w 1252752"/>
                    <a:gd name="connsiteY118" fmla="*/ 339358 h 879650"/>
                    <a:gd name="connsiteX119" fmla="*/ 524769 w 1252752"/>
                    <a:gd name="connsiteY119" fmla="*/ 346408 h 879650"/>
                    <a:gd name="connsiteX120" fmla="*/ 526540 w 1252752"/>
                    <a:gd name="connsiteY120" fmla="*/ 349209 h 879650"/>
                    <a:gd name="connsiteX121" fmla="*/ 532849 w 1252752"/>
                    <a:gd name="connsiteY121" fmla="*/ 349406 h 879650"/>
                    <a:gd name="connsiteX122" fmla="*/ 535141 w 1252752"/>
                    <a:gd name="connsiteY122" fmla="*/ 358122 h 879650"/>
                    <a:gd name="connsiteX123" fmla="*/ 539216 w 1252752"/>
                    <a:gd name="connsiteY123" fmla="*/ 363714 h 879650"/>
                    <a:gd name="connsiteX124" fmla="*/ 539818 w 1252752"/>
                    <a:gd name="connsiteY124" fmla="*/ 370938 h 879650"/>
                    <a:gd name="connsiteX125" fmla="*/ 542122 w 1252752"/>
                    <a:gd name="connsiteY125" fmla="*/ 373032 h 879650"/>
                    <a:gd name="connsiteX126" fmla="*/ 535465 w 1252752"/>
                    <a:gd name="connsiteY126" fmla="*/ 385303 h 879650"/>
                    <a:gd name="connsiteX127" fmla="*/ 537966 w 1252752"/>
                    <a:gd name="connsiteY127" fmla="*/ 390824 h 879650"/>
                    <a:gd name="connsiteX128" fmla="*/ 536878 w 1252752"/>
                    <a:gd name="connsiteY128" fmla="*/ 397897 h 879650"/>
                    <a:gd name="connsiteX129" fmla="*/ 540362 w 1252752"/>
                    <a:gd name="connsiteY129" fmla="*/ 403673 h 879650"/>
                    <a:gd name="connsiteX130" fmla="*/ 538000 w 1252752"/>
                    <a:gd name="connsiteY130" fmla="*/ 411002 h 879650"/>
                    <a:gd name="connsiteX131" fmla="*/ 534713 w 1252752"/>
                    <a:gd name="connsiteY131" fmla="*/ 414694 h 879650"/>
                    <a:gd name="connsiteX132" fmla="*/ 531078 w 1252752"/>
                    <a:gd name="connsiteY132" fmla="*/ 426189 h 879650"/>
                    <a:gd name="connsiteX133" fmla="*/ 536970 w 1252752"/>
                    <a:gd name="connsiteY133" fmla="*/ 429858 h 879650"/>
                    <a:gd name="connsiteX134" fmla="*/ 549981 w 1252752"/>
                    <a:gd name="connsiteY134" fmla="*/ 433354 h 879650"/>
                    <a:gd name="connsiteX135" fmla="*/ 549032 w 1252752"/>
                    <a:gd name="connsiteY135" fmla="*/ 437684 h 879650"/>
                    <a:gd name="connsiteX136" fmla="*/ 550503 w 1252752"/>
                    <a:gd name="connsiteY136" fmla="*/ 437591 h 879650"/>
                    <a:gd name="connsiteX137" fmla="*/ 551012 w 1252752"/>
                    <a:gd name="connsiteY137" fmla="*/ 444039 h 879650"/>
                    <a:gd name="connsiteX138" fmla="*/ 554728 w 1252752"/>
                    <a:gd name="connsiteY138" fmla="*/ 442847 h 879650"/>
                    <a:gd name="connsiteX139" fmla="*/ 554264 w 1252752"/>
                    <a:gd name="connsiteY139" fmla="*/ 445798 h 879650"/>
                    <a:gd name="connsiteX140" fmla="*/ 557193 w 1252752"/>
                    <a:gd name="connsiteY140" fmla="*/ 445960 h 879650"/>
                    <a:gd name="connsiteX141" fmla="*/ 557158 w 1252752"/>
                    <a:gd name="connsiteY141" fmla="*/ 448310 h 879650"/>
                    <a:gd name="connsiteX142" fmla="*/ 561013 w 1252752"/>
                    <a:gd name="connsiteY142" fmla="*/ 449306 h 879650"/>
                    <a:gd name="connsiteX143" fmla="*/ 564810 w 1252752"/>
                    <a:gd name="connsiteY143" fmla="*/ 447130 h 879650"/>
                    <a:gd name="connsiteX144" fmla="*/ 569776 w 1252752"/>
                    <a:gd name="connsiteY144" fmla="*/ 452720 h 879650"/>
                    <a:gd name="connsiteX145" fmla="*/ 575136 w 1252752"/>
                    <a:gd name="connsiteY145" fmla="*/ 452802 h 879650"/>
                    <a:gd name="connsiteX146" fmla="*/ 576895 w 1252752"/>
                    <a:gd name="connsiteY146" fmla="*/ 454087 h 879650"/>
                    <a:gd name="connsiteX147" fmla="*/ 575912 w 1252752"/>
                    <a:gd name="connsiteY147" fmla="*/ 459620 h 879650"/>
                    <a:gd name="connsiteX148" fmla="*/ 578250 w 1252752"/>
                    <a:gd name="connsiteY148" fmla="*/ 460836 h 879650"/>
                    <a:gd name="connsiteX149" fmla="*/ 587105 w 1252752"/>
                    <a:gd name="connsiteY149" fmla="*/ 458659 h 879650"/>
                    <a:gd name="connsiteX150" fmla="*/ 594074 w 1252752"/>
                    <a:gd name="connsiteY150" fmla="*/ 463730 h 879650"/>
                    <a:gd name="connsiteX151" fmla="*/ 598890 w 1252752"/>
                    <a:gd name="connsiteY151" fmla="*/ 470200 h 879650"/>
                    <a:gd name="connsiteX152" fmla="*/ 602582 w 1252752"/>
                    <a:gd name="connsiteY152" fmla="*/ 469031 h 879650"/>
                    <a:gd name="connsiteX153" fmla="*/ 606588 w 1252752"/>
                    <a:gd name="connsiteY153" fmla="*/ 477933 h 879650"/>
                    <a:gd name="connsiteX154" fmla="*/ 603150 w 1252752"/>
                    <a:gd name="connsiteY154" fmla="*/ 481221 h 879650"/>
                    <a:gd name="connsiteX155" fmla="*/ 602223 w 1252752"/>
                    <a:gd name="connsiteY155" fmla="*/ 489058 h 879650"/>
                    <a:gd name="connsiteX156" fmla="*/ 598473 w 1252752"/>
                    <a:gd name="connsiteY156" fmla="*/ 495736 h 879650"/>
                    <a:gd name="connsiteX157" fmla="*/ 599654 w 1252752"/>
                    <a:gd name="connsiteY157" fmla="*/ 498307 h 879650"/>
                    <a:gd name="connsiteX158" fmla="*/ 598681 w 1252752"/>
                    <a:gd name="connsiteY158" fmla="*/ 507150 h 879650"/>
                    <a:gd name="connsiteX159" fmla="*/ 599850 w 1252752"/>
                    <a:gd name="connsiteY159" fmla="*/ 508701 h 879650"/>
                    <a:gd name="connsiteX160" fmla="*/ 602779 w 1252752"/>
                    <a:gd name="connsiteY160" fmla="*/ 507799 h 879650"/>
                    <a:gd name="connsiteX161" fmla="*/ 607606 w 1252752"/>
                    <a:gd name="connsiteY161" fmla="*/ 503365 h 879650"/>
                    <a:gd name="connsiteX162" fmla="*/ 608301 w 1252752"/>
                    <a:gd name="connsiteY162" fmla="*/ 498666 h 879650"/>
                    <a:gd name="connsiteX163" fmla="*/ 614853 w 1252752"/>
                    <a:gd name="connsiteY163" fmla="*/ 486048 h 879650"/>
                    <a:gd name="connsiteX164" fmla="*/ 623569 w 1252752"/>
                    <a:gd name="connsiteY164" fmla="*/ 476822 h 879650"/>
                    <a:gd name="connsiteX165" fmla="*/ 629496 w 1252752"/>
                    <a:gd name="connsiteY165" fmla="*/ 476417 h 879650"/>
                    <a:gd name="connsiteX166" fmla="*/ 629543 w 1252752"/>
                    <a:gd name="connsiteY166" fmla="*/ 484173 h 879650"/>
                    <a:gd name="connsiteX167" fmla="*/ 634045 w 1252752"/>
                    <a:gd name="connsiteY167" fmla="*/ 484554 h 879650"/>
                    <a:gd name="connsiteX168" fmla="*/ 638016 w 1252752"/>
                    <a:gd name="connsiteY168" fmla="*/ 489705 h 879650"/>
                    <a:gd name="connsiteX169" fmla="*/ 640227 w 1252752"/>
                    <a:gd name="connsiteY169" fmla="*/ 497716 h 879650"/>
                    <a:gd name="connsiteX170" fmla="*/ 635701 w 1252752"/>
                    <a:gd name="connsiteY170" fmla="*/ 501861 h 879650"/>
                    <a:gd name="connsiteX171" fmla="*/ 639070 w 1252752"/>
                    <a:gd name="connsiteY171" fmla="*/ 505692 h 879650"/>
                    <a:gd name="connsiteX172" fmla="*/ 641581 w 1252752"/>
                    <a:gd name="connsiteY172" fmla="*/ 505345 h 879650"/>
                    <a:gd name="connsiteX173" fmla="*/ 641894 w 1252752"/>
                    <a:gd name="connsiteY173" fmla="*/ 502289 h 879650"/>
                    <a:gd name="connsiteX174" fmla="*/ 647566 w 1252752"/>
                    <a:gd name="connsiteY174" fmla="*/ 497415 h 879650"/>
                    <a:gd name="connsiteX175" fmla="*/ 653285 w 1252752"/>
                    <a:gd name="connsiteY175" fmla="*/ 500645 h 879650"/>
                    <a:gd name="connsiteX176" fmla="*/ 656769 w 1252752"/>
                    <a:gd name="connsiteY176" fmla="*/ 505171 h 879650"/>
                    <a:gd name="connsiteX177" fmla="*/ 660369 w 1252752"/>
                    <a:gd name="connsiteY177" fmla="*/ 504928 h 879650"/>
                    <a:gd name="connsiteX178" fmla="*/ 660022 w 1252752"/>
                    <a:gd name="connsiteY178" fmla="*/ 507428 h 879650"/>
                    <a:gd name="connsiteX179" fmla="*/ 662904 w 1252752"/>
                    <a:gd name="connsiteY179" fmla="*/ 510021 h 879650"/>
                    <a:gd name="connsiteX180" fmla="*/ 660959 w 1252752"/>
                    <a:gd name="connsiteY180" fmla="*/ 511179 h 879650"/>
                    <a:gd name="connsiteX181" fmla="*/ 662395 w 1252752"/>
                    <a:gd name="connsiteY181" fmla="*/ 516215 h 879650"/>
                    <a:gd name="connsiteX182" fmla="*/ 663888 w 1252752"/>
                    <a:gd name="connsiteY182" fmla="*/ 516574 h 879650"/>
                    <a:gd name="connsiteX183" fmla="*/ 663645 w 1252752"/>
                    <a:gd name="connsiteY183" fmla="*/ 521898 h 879650"/>
                    <a:gd name="connsiteX184" fmla="*/ 670290 w 1252752"/>
                    <a:gd name="connsiteY184" fmla="*/ 522025 h 879650"/>
                    <a:gd name="connsiteX185" fmla="*/ 675302 w 1252752"/>
                    <a:gd name="connsiteY185" fmla="*/ 530140 h 879650"/>
                    <a:gd name="connsiteX186" fmla="*/ 677698 w 1252752"/>
                    <a:gd name="connsiteY186" fmla="*/ 529885 h 879650"/>
                    <a:gd name="connsiteX187" fmla="*/ 678705 w 1252752"/>
                    <a:gd name="connsiteY187" fmla="*/ 526714 h 879650"/>
                    <a:gd name="connsiteX188" fmla="*/ 687283 w 1252752"/>
                    <a:gd name="connsiteY188" fmla="*/ 521180 h 879650"/>
                    <a:gd name="connsiteX189" fmla="*/ 688059 w 1252752"/>
                    <a:gd name="connsiteY189" fmla="*/ 517777 h 879650"/>
                    <a:gd name="connsiteX190" fmla="*/ 690547 w 1252752"/>
                    <a:gd name="connsiteY190" fmla="*/ 515693 h 879650"/>
                    <a:gd name="connsiteX191" fmla="*/ 689401 w 1252752"/>
                    <a:gd name="connsiteY191" fmla="*/ 512661 h 879650"/>
                    <a:gd name="connsiteX192" fmla="*/ 691508 w 1252752"/>
                    <a:gd name="connsiteY192" fmla="*/ 510311 h 879650"/>
                    <a:gd name="connsiteX193" fmla="*/ 694402 w 1252752"/>
                    <a:gd name="connsiteY193" fmla="*/ 509373 h 879650"/>
                    <a:gd name="connsiteX194" fmla="*/ 696995 w 1252752"/>
                    <a:gd name="connsiteY194" fmla="*/ 510855 h 879650"/>
                    <a:gd name="connsiteX195" fmla="*/ 701637 w 1252752"/>
                    <a:gd name="connsiteY195" fmla="*/ 508470 h 879650"/>
                    <a:gd name="connsiteX196" fmla="*/ 702864 w 1252752"/>
                    <a:gd name="connsiteY196" fmla="*/ 506792 h 879650"/>
                    <a:gd name="connsiteX197" fmla="*/ 701869 w 1252752"/>
                    <a:gd name="connsiteY197" fmla="*/ 502463 h 879650"/>
                    <a:gd name="connsiteX198" fmla="*/ 704901 w 1252752"/>
                    <a:gd name="connsiteY198" fmla="*/ 501698 h 879650"/>
                    <a:gd name="connsiteX199" fmla="*/ 706325 w 1252752"/>
                    <a:gd name="connsiteY199" fmla="*/ 498781 h 879650"/>
                    <a:gd name="connsiteX200" fmla="*/ 712160 w 1252752"/>
                    <a:gd name="connsiteY200" fmla="*/ 498978 h 879650"/>
                    <a:gd name="connsiteX201" fmla="*/ 715134 w 1252752"/>
                    <a:gd name="connsiteY201" fmla="*/ 503782 h 879650"/>
                    <a:gd name="connsiteX202" fmla="*/ 717137 w 1252752"/>
                    <a:gd name="connsiteY202" fmla="*/ 501317 h 879650"/>
                    <a:gd name="connsiteX203" fmla="*/ 721270 w 1252752"/>
                    <a:gd name="connsiteY203" fmla="*/ 504002 h 879650"/>
                    <a:gd name="connsiteX204" fmla="*/ 723064 w 1252752"/>
                    <a:gd name="connsiteY204" fmla="*/ 511885 h 879650"/>
                    <a:gd name="connsiteX205" fmla="*/ 724442 w 1252752"/>
                    <a:gd name="connsiteY205" fmla="*/ 511561 h 879650"/>
                    <a:gd name="connsiteX206" fmla="*/ 723816 w 1252752"/>
                    <a:gd name="connsiteY206" fmla="*/ 514976 h 879650"/>
                    <a:gd name="connsiteX207" fmla="*/ 726560 w 1252752"/>
                    <a:gd name="connsiteY207" fmla="*/ 525822 h 879650"/>
                    <a:gd name="connsiteX208" fmla="*/ 728065 w 1252752"/>
                    <a:gd name="connsiteY208" fmla="*/ 525845 h 879650"/>
                    <a:gd name="connsiteX209" fmla="*/ 730010 w 1252752"/>
                    <a:gd name="connsiteY209" fmla="*/ 519629 h 879650"/>
                    <a:gd name="connsiteX210" fmla="*/ 732892 w 1252752"/>
                    <a:gd name="connsiteY210" fmla="*/ 516400 h 879650"/>
                    <a:gd name="connsiteX211" fmla="*/ 736446 w 1252752"/>
                    <a:gd name="connsiteY211" fmla="*/ 519595 h 879650"/>
                    <a:gd name="connsiteX212" fmla="*/ 736631 w 1252752"/>
                    <a:gd name="connsiteY212" fmla="*/ 525024 h 879650"/>
                    <a:gd name="connsiteX213" fmla="*/ 739699 w 1252752"/>
                    <a:gd name="connsiteY213" fmla="*/ 524167 h 879650"/>
                    <a:gd name="connsiteX214" fmla="*/ 742627 w 1252752"/>
                    <a:gd name="connsiteY214" fmla="*/ 526806 h 879650"/>
                    <a:gd name="connsiteX215" fmla="*/ 752583 w 1252752"/>
                    <a:gd name="connsiteY215" fmla="*/ 524341 h 879650"/>
                    <a:gd name="connsiteX216" fmla="*/ 754539 w 1252752"/>
                    <a:gd name="connsiteY216" fmla="*/ 522083 h 879650"/>
                    <a:gd name="connsiteX217" fmla="*/ 751309 w 1252752"/>
                    <a:gd name="connsiteY217" fmla="*/ 516990 h 879650"/>
                    <a:gd name="connsiteX218" fmla="*/ 751946 w 1252752"/>
                    <a:gd name="connsiteY218" fmla="*/ 510866 h 879650"/>
                    <a:gd name="connsiteX219" fmla="*/ 759077 w 1252752"/>
                    <a:gd name="connsiteY219" fmla="*/ 503956 h 879650"/>
                    <a:gd name="connsiteX220" fmla="*/ 763823 w 1252752"/>
                    <a:gd name="connsiteY220" fmla="*/ 502497 h 879650"/>
                    <a:gd name="connsiteX221" fmla="*/ 765154 w 1252752"/>
                    <a:gd name="connsiteY221" fmla="*/ 500124 h 879650"/>
                    <a:gd name="connsiteX222" fmla="*/ 763788 w 1252752"/>
                    <a:gd name="connsiteY222" fmla="*/ 493977 h 879650"/>
                    <a:gd name="connsiteX223" fmla="*/ 770595 w 1252752"/>
                    <a:gd name="connsiteY223" fmla="*/ 493769 h 879650"/>
                    <a:gd name="connsiteX224" fmla="*/ 773986 w 1252752"/>
                    <a:gd name="connsiteY224" fmla="*/ 480260 h 879650"/>
                    <a:gd name="connsiteX225" fmla="*/ 775711 w 1252752"/>
                    <a:gd name="connsiteY225" fmla="*/ 478604 h 879650"/>
                    <a:gd name="connsiteX226" fmla="*/ 773732 w 1252752"/>
                    <a:gd name="connsiteY226" fmla="*/ 465072 h 879650"/>
                    <a:gd name="connsiteX227" fmla="*/ 779114 w 1252752"/>
                    <a:gd name="connsiteY227" fmla="*/ 465095 h 879650"/>
                    <a:gd name="connsiteX228" fmla="*/ 773882 w 1252752"/>
                    <a:gd name="connsiteY228" fmla="*/ 455846 h 879650"/>
                    <a:gd name="connsiteX229" fmla="*/ 775364 w 1252752"/>
                    <a:gd name="connsiteY229" fmla="*/ 455672 h 879650"/>
                    <a:gd name="connsiteX230" fmla="*/ 775630 w 1252752"/>
                    <a:gd name="connsiteY230" fmla="*/ 454156 h 879650"/>
                    <a:gd name="connsiteX231" fmla="*/ 773905 w 1252752"/>
                    <a:gd name="connsiteY231" fmla="*/ 453520 h 879650"/>
                    <a:gd name="connsiteX232" fmla="*/ 775815 w 1252752"/>
                    <a:gd name="connsiteY232" fmla="*/ 449920 h 879650"/>
                    <a:gd name="connsiteX233" fmla="*/ 774507 w 1252752"/>
                    <a:gd name="connsiteY233" fmla="*/ 448796 h 879650"/>
                    <a:gd name="connsiteX234" fmla="*/ 776058 w 1252752"/>
                    <a:gd name="connsiteY234" fmla="*/ 442604 h 879650"/>
                    <a:gd name="connsiteX235" fmla="*/ 779207 w 1252752"/>
                    <a:gd name="connsiteY235" fmla="*/ 443865 h 879650"/>
                    <a:gd name="connsiteX236" fmla="*/ 782078 w 1252752"/>
                    <a:gd name="connsiteY236" fmla="*/ 435160 h 879650"/>
                    <a:gd name="connsiteX237" fmla="*/ 786257 w 1252752"/>
                    <a:gd name="connsiteY237" fmla="*/ 434199 h 879650"/>
                    <a:gd name="connsiteX238" fmla="*/ 789336 w 1252752"/>
                    <a:gd name="connsiteY238" fmla="*/ 429963 h 879650"/>
                    <a:gd name="connsiteX239" fmla="*/ 793087 w 1252752"/>
                    <a:gd name="connsiteY239" fmla="*/ 428307 h 879650"/>
                    <a:gd name="connsiteX240" fmla="*/ 792982 w 1252752"/>
                    <a:gd name="connsiteY240" fmla="*/ 425715 h 879650"/>
                    <a:gd name="connsiteX241" fmla="*/ 794047 w 1252752"/>
                    <a:gd name="connsiteY241" fmla="*/ 424788 h 879650"/>
                    <a:gd name="connsiteX242" fmla="*/ 795529 w 1252752"/>
                    <a:gd name="connsiteY242" fmla="*/ 423677 h 879650"/>
                    <a:gd name="connsiteX243" fmla="*/ 795691 w 1252752"/>
                    <a:gd name="connsiteY243" fmla="*/ 425483 h 879650"/>
                    <a:gd name="connsiteX244" fmla="*/ 795923 w 1252752"/>
                    <a:gd name="connsiteY244" fmla="*/ 425494 h 879650"/>
                    <a:gd name="connsiteX245" fmla="*/ 795610 w 1252752"/>
                    <a:gd name="connsiteY245" fmla="*/ 423260 h 879650"/>
                    <a:gd name="connsiteX246" fmla="*/ 795714 w 1252752"/>
                    <a:gd name="connsiteY246" fmla="*/ 417113 h 879650"/>
                    <a:gd name="connsiteX247" fmla="*/ 796988 w 1252752"/>
                    <a:gd name="connsiteY247" fmla="*/ 414752 h 879650"/>
                    <a:gd name="connsiteX248" fmla="*/ 798110 w 1252752"/>
                    <a:gd name="connsiteY248" fmla="*/ 413629 h 879650"/>
                    <a:gd name="connsiteX249" fmla="*/ 806167 w 1252752"/>
                    <a:gd name="connsiteY249" fmla="*/ 419521 h 879650"/>
                    <a:gd name="connsiteX250" fmla="*/ 812140 w 1252752"/>
                    <a:gd name="connsiteY250" fmla="*/ 422901 h 879650"/>
                    <a:gd name="connsiteX251" fmla="*/ 819966 w 1252752"/>
                    <a:gd name="connsiteY251" fmla="*/ 427937 h 879650"/>
                    <a:gd name="connsiteX252" fmla="*/ 826437 w 1252752"/>
                    <a:gd name="connsiteY252" fmla="*/ 426374 h 879650"/>
                    <a:gd name="connsiteX253" fmla="*/ 829111 w 1252752"/>
                    <a:gd name="connsiteY253" fmla="*/ 423260 h 879650"/>
                    <a:gd name="connsiteX254" fmla="*/ 831055 w 1252752"/>
                    <a:gd name="connsiteY254" fmla="*/ 420980 h 879650"/>
                    <a:gd name="connsiteX255" fmla="*/ 832456 w 1252752"/>
                    <a:gd name="connsiteY255" fmla="*/ 421559 h 879650"/>
                    <a:gd name="connsiteX256" fmla="*/ 831993 w 1252752"/>
                    <a:gd name="connsiteY256" fmla="*/ 419684 h 879650"/>
                    <a:gd name="connsiteX257" fmla="*/ 833984 w 1252752"/>
                    <a:gd name="connsiteY257" fmla="*/ 420772 h 879650"/>
                    <a:gd name="connsiteX258" fmla="*/ 834030 w 1252752"/>
                    <a:gd name="connsiteY258" fmla="*/ 420794 h 879650"/>
                    <a:gd name="connsiteX259" fmla="*/ 839089 w 1252752"/>
                    <a:gd name="connsiteY259" fmla="*/ 428932 h 879650"/>
                    <a:gd name="connsiteX260" fmla="*/ 837885 w 1252752"/>
                    <a:gd name="connsiteY260" fmla="*/ 429268 h 879650"/>
                    <a:gd name="connsiteX261" fmla="*/ 849264 w 1252752"/>
                    <a:gd name="connsiteY261" fmla="*/ 431699 h 879650"/>
                    <a:gd name="connsiteX262" fmla="*/ 854334 w 1252752"/>
                    <a:gd name="connsiteY262" fmla="*/ 431745 h 879650"/>
                    <a:gd name="connsiteX263" fmla="*/ 867913 w 1252752"/>
                    <a:gd name="connsiteY263" fmla="*/ 432440 h 879650"/>
                    <a:gd name="connsiteX264" fmla="*/ 875877 w 1252752"/>
                    <a:gd name="connsiteY264" fmla="*/ 430136 h 879650"/>
                    <a:gd name="connsiteX265" fmla="*/ 881283 w 1252752"/>
                    <a:gd name="connsiteY265" fmla="*/ 428342 h 879650"/>
                    <a:gd name="connsiteX266" fmla="*/ 886747 w 1252752"/>
                    <a:gd name="connsiteY266" fmla="*/ 424788 h 879650"/>
                    <a:gd name="connsiteX267" fmla="*/ 887036 w 1252752"/>
                    <a:gd name="connsiteY267" fmla="*/ 424603 h 879650"/>
                    <a:gd name="connsiteX268" fmla="*/ 886469 w 1252752"/>
                    <a:gd name="connsiteY268" fmla="*/ 423283 h 879650"/>
                    <a:gd name="connsiteX269" fmla="*/ 885694 w 1252752"/>
                    <a:gd name="connsiteY269" fmla="*/ 421501 h 879650"/>
                    <a:gd name="connsiteX270" fmla="*/ 885045 w 1252752"/>
                    <a:gd name="connsiteY270" fmla="*/ 420019 h 879650"/>
                    <a:gd name="connsiteX271" fmla="*/ 886481 w 1252752"/>
                    <a:gd name="connsiteY271" fmla="*/ 418468 h 879650"/>
                    <a:gd name="connsiteX272" fmla="*/ 889919 w 1252752"/>
                    <a:gd name="connsiteY272" fmla="*/ 419405 h 879650"/>
                    <a:gd name="connsiteX273" fmla="*/ 886284 w 1252752"/>
                    <a:gd name="connsiteY273" fmla="*/ 417924 h 879650"/>
                    <a:gd name="connsiteX274" fmla="*/ 889965 w 1252752"/>
                    <a:gd name="connsiteY274" fmla="*/ 408489 h 879650"/>
                    <a:gd name="connsiteX275" fmla="*/ 894549 w 1252752"/>
                    <a:gd name="connsiteY275" fmla="*/ 405746 h 879650"/>
                    <a:gd name="connsiteX276" fmla="*/ 912642 w 1252752"/>
                    <a:gd name="connsiteY276" fmla="*/ 406313 h 879650"/>
                    <a:gd name="connsiteX277" fmla="*/ 918592 w 1252752"/>
                    <a:gd name="connsiteY277" fmla="*/ 404993 h 879650"/>
                    <a:gd name="connsiteX278" fmla="*/ 921069 w 1252752"/>
                    <a:gd name="connsiteY278" fmla="*/ 406139 h 879650"/>
                    <a:gd name="connsiteX279" fmla="*/ 921486 w 1252752"/>
                    <a:gd name="connsiteY279" fmla="*/ 408223 h 879650"/>
                    <a:gd name="connsiteX280" fmla="*/ 923396 w 1252752"/>
                    <a:gd name="connsiteY280" fmla="*/ 406209 h 879650"/>
                    <a:gd name="connsiteX281" fmla="*/ 928756 w 1252752"/>
                    <a:gd name="connsiteY281" fmla="*/ 406266 h 879650"/>
                    <a:gd name="connsiteX282" fmla="*/ 931766 w 1252752"/>
                    <a:gd name="connsiteY282" fmla="*/ 408883 h 879650"/>
                    <a:gd name="connsiteX283" fmla="*/ 932877 w 1252752"/>
                    <a:gd name="connsiteY283" fmla="*/ 406023 h 879650"/>
                    <a:gd name="connsiteX284" fmla="*/ 934810 w 1252752"/>
                    <a:gd name="connsiteY284" fmla="*/ 406579 h 879650"/>
                    <a:gd name="connsiteX285" fmla="*/ 942045 w 1252752"/>
                    <a:gd name="connsiteY285" fmla="*/ 408652 h 879650"/>
                    <a:gd name="connsiteX286" fmla="*/ 943874 w 1252752"/>
                    <a:gd name="connsiteY286" fmla="*/ 411140 h 879650"/>
                    <a:gd name="connsiteX287" fmla="*/ 953725 w 1252752"/>
                    <a:gd name="connsiteY287" fmla="*/ 408443 h 879650"/>
                    <a:gd name="connsiteX288" fmla="*/ 960242 w 1252752"/>
                    <a:gd name="connsiteY288" fmla="*/ 409022 h 879650"/>
                    <a:gd name="connsiteX289" fmla="*/ 963865 w 1252752"/>
                    <a:gd name="connsiteY289" fmla="*/ 410457 h 879650"/>
                    <a:gd name="connsiteX290" fmla="*/ 964595 w 1252752"/>
                    <a:gd name="connsiteY290" fmla="*/ 413907 h 879650"/>
                    <a:gd name="connsiteX291" fmla="*/ 965856 w 1252752"/>
                    <a:gd name="connsiteY291" fmla="*/ 414462 h 879650"/>
                    <a:gd name="connsiteX292" fmla="*/ 965868 w 1252752"/>
                    <a:gd name="connsiteY292" fmla="*/ 414486 h 879650"/>
                    <a:gd name="connsiteX293" fmla="*/ 969144 w 1252752"/>
                    <a:gd name="connsiteY293" fmla="*/ 415933 h 879650"/>
                    <a:gd name="connsiteX294" fmla="*/ 971876 w 1252752"/>
                    <a:gd name="connsiteY294" fmla="*/ 419405 h 879650"/>
                    <a:gd name="connsiteX295" fmla="*/ 970475 w 1252752"/>
                    <a:gd name="connsiteY295" fmla="*/ 416442 h 879650"/>
                    <a:gd name="connsiteX296" fmla="*/ 965625 w 1252752"/>
                    <a:gd name="connsiteY296" fmla="*/ 414046 h 879650"/>
                    <a:gd name="connsiteX297" fmla="*/ 964491 w 1252752"/>
                    <a:gd name="connsiteY297" fmla="*/ 412090 h 879650"/>
                    <a:gd name="connsiteX298" fmla="*/ 969862 w 1252752"/>
                    <a:gd name="connsiteY298" fmla="*/ 410191 h 879650"/>
                    <a:gd name="connsiteX299" fmla="*/ 976228 w 1252752"/>
                    <a:gd name="connsiteY299" fmla="*/ 412205 h 879650"/>
                    <a:gd name="connsiteX300" fmla="*/ 982804 w 1252752"/>
                    <a:gd name="connsiteY300" fmla="*/ 418745 h 879650"/>
                    <a:gd name="connsiteX301" fmla="*/ 983788 w 1252752"/>
                    <a:gd name="connsiteY301" fmla="*/ 422230 h 879650"/>
                    <a:gd name="connsiteX302" fmla="*/ 984204 w 1252752"/>
                    <a:gd name="connsiteY302" fmla="*/ 428250 h 879650"/>
                    <a:gd name="connsiteX303" fmla="*/ 979632 w 1252752"/>
                    <a:gd name="connsiteY303" fmla="*/ 433528 h 879650"/>
                    <a:gd name="connsiteX304" fmla="*/ 966887 w 1252752"/>
                    <a:gd name="connsiteY304" fmla="*/ 434743 h 879650"/>
                    <a:gd name="connsiteX305" fmla="*/ 967199 w 1252752"/>
                    <a:gd name="connsiteY305" fmla="*/ 431653 h 879650"/>
                    <a:gd name="connsiteX306" fmla="*/ 964282 w 1252752"/>
                    <a:gd name="connsiteY306" fmla="*/ 428852 h 879650"/>
                    <a:gd name="connsiteX307" fmla="*/ 965324 w 1252752"/>
                    <a:gd name="connsiteY307" fmla="*/ 426339 h 879650"/>
                    <a:gd name="connsiteX308" fmla="*/ 962268 w 1252752"/>
                    <a:gd name="connsiteY308" fmla="*/ 428979 h 879650"/>
                    <a:gd name="connsiteX309" fmla="*/ 961701 w 1252752"/>
                    <a:gd name="connsiteY309" fmla="*/ 426594 h 879650"/>
                    <a:gd name="connsiteX310" fmla="*/ 959397 w 1252752"/>
                    <a:gd name="connsiteY310" fmla="*/ 425795 h 879650"/>
                    <a:gd name="connsiteX311" fmla="*/ 955519 w 1252752"/>
                    <a:gd name="connsiteY311" fmla="*/ 429372 h 879650"/>
                    <a:gd name="connsiteX312" fmla="*/ 952046 w 1252752"/>
                    <a:gd name="connsiteY312" fmla="*/ 427821 h 879650"/>
                    <a:gd name="connsiteX313" fmla="*/ 949511 w 1252752"/>
                    <a:gd name="connsiteY313" fmla="*/ 430194 h 879650"/>
                    <a:gd name="connsiteX314" fmla="*/ 949662 w 1252752"/>
                    <a:gd name="connsiteY314" fmla="*/ 432868 h 879650"/>
                    <a:gd name="connsiteX315" fmla="*/ 946259 w 1252752"/>
                    <a:gd name="connsiteY315" fmla="*/ 433528 h 879650"/>
                    <a:gd name="connsiteX316" fmla="*/ 945830 w 1252752"/>
                    <a:gd name="connsiteY316" fmla="*/ 436954 h 879650"/>
                    <a:gd name="connsiteX317" fmla="*/ 943804 w 1252752"/>
                    <a:gd name="connsiteY317" fmla="*/ 437880 h 879650"/>
                    <a:gd name="connsiteX318" fmla="*/ 943110 w 1252752"/>
                    <a:gd name="connsiteY318" fmla="*/ 442036 h 879650"/>
                    <a:gd name="connsiteX319" fmla="*/ 941327 w 1252752"/>
                    <a:gd name="connsiteY319" fmla="*/ 443309 h 879650"/>
                    <a:gd name="connsiteX320" fmla="*/ 944441 w 1252752"/>
                    <a:gd name="connsiteY320" fmla="*/ 441782 h 879650"/>
                    <a:gd name="connsiteX321" fmla="*/ 945969 w 1252752"/>
                    <a:gd name="connsiteY321" fmla="*/ 438401 h 879650"/>
                    <a:gd name="connsiteX322" fmla="*/ 948342 w 1252752"/>
                    <a:gd name="connsiteY322" fmla="*/ 441099 h 879650"/>
                    <a:gd name="connsiteX323" fmla="*/ 943480 w 1252752"/>
                    <a:gd name="connsiteY323" fmla="*/ 445092 h 879650"/>
                    <a:gd name="connsiteX324" fmla="*/ 934810 w 1252752"/>
                    <a:gd name="connsiteY324" fmla="*/ 446065 h 879650"/>
                    <a:gd name="connsiteX325" fmla="*/ 930944 w 1252752"/>
                    <a:gd name="connsiteY325" fmla="*/ 446504 h 879650"/>
                    <a:gd name="connsiteX326" fmla="*/ 926672 w 1252752"/>
                    <a:gd name="connsiteY326" fmla="*/ 449340 h 879650"/>
                    <a:gd name="connsiteX327" fmla="*/ 920155 w 1252752"/>
                    <a:gd name="connsiteY327" fmla="*/ 449051 h 879650"/>
                    <a:gd name="connsiteX328" fmla="*/ 914737 w 1252752"/>
                    <a:gd name="connsiteY328" fmla="*/ 448889 h 879650"/>
                    <a:gd name="connsiteX329" fmla="*/ 911519 w 1252752"/>
                    <a:gd name="connsiteY329" fmla="*/ 456564 h 879650"/>
                    <a:gd name="connsiteX330" fmla="*/ 909077 w 1252752"/>
                    <a:gd name="connsiteY330" fmla="*/ 455927 h 879650"/>
                    <a:gd name="connsiteX331" fmla="*/ 911589 w 1252752"/>
                    <a:gd name="connsiteY331" fmla="*/ 457617 h 879650"/>
                    <a:gd name="connsiteX332" fmla="*/ 910327 w 1252752"/>
                    <a:gd name="connsiteY332" fmla="*/ 464158 h 879650"/>
                    <a:gd name="connsiteX333" fmla="*/ 905778 w 1252752"/>
                    <a:gd name="connsiteY333" fmla="*/ 458497 h 879650"/>
                    <a:gd name="connsiteX334" fmla="*/ 903127 w 1252752"/>
                    <a:gd name="connsiteY334" fmla="*/ 460894 h 879650"/>
                    <a:gd name="connsiteX335" fmla="*/ 900846 w 1252752"/>
                    <a:gd name="connsiteY335" fmla="*/ 460569 h 879650"/>
                    <a:gd name="connsiteX336" fmla="*/ 901819 w 1252752"/>
                    <a:gd name="connsiteY336" fmla="*/ 461322 h 879650"/>
                    <a:gd name="connsiteX337" fmla="*/ 900302 w 1252752"/>
                    <a:gd name="connsiteY337" fmla="*/ 461715 h 879650"/>
                    <a:gd name="connsiteX338" fmla="*/ 899700 w 1252752"/>
                    <a:gd name="connsiteY338" fmla="*/ 467480 h 879650"/>
                    <a:gd name="connsiteX339" fmla="*/ 894167 w 1252752"/>
                    <a:gd name="connsiteY339" fmla="*/ 470108 h 879650"/>
                    <a:gd name="connsiteX340" fmla="*/ 895105 w 1252752"/>
                    <a:gd name="connsiteY340" fmla="*/ 471879 h 879650"/>
                    <a:gd name="connsiteX341" fmla="*/ 897212 w 1252752"/>
                    <a:gd name="connsiteY341" fmla="*/ 470664 h 879650"/>
                    <a:gd name="connsiteX342" fmla="*/ 896945 w 1252752"/>
                    <a:gd name="connsiteY342" fmla="*/ 469471 h 879650"/>
                    <a:gd name="connsiteX343" fmla="*/ 897362 w 1252752"/>
                    <a:gd name="connsiteY343" fmla="*/ 470594 h 879650"/>
                    <a:gd name="connsiteX344" fmla="*/ 899457 w 1252752"/>
                    <a:gd name="connsiteY344" fmla="*/ 469286 h 879650"/>
                    <a:gd name="connsiteX345" fmla="*/ 903891 w 1252752"/>
                    <a:gd name="connsiteY345" fmla="*/ 461634 h 879650"/>
                    <a:gd name="connsiteX346" fmla="*/ 906391 w 1252752"/>
                    <a:gd name="connsiteY346" fmla="*/ 459955 h 879650"/>
                    <a:gd name="connsiteX347" fmla="*/ 907433 w 1252752"/>
                    <a:gd name="connsiteY347" fmla="*/ 464922 h 879650"/>
                    <a:gd name="connsiteX348" fmla="*/ 911681 w 1252752"/>
                    <a:gd name="connsiteY348" fmla="*/ 465223 h 879650"/>
                    <a:gd name="connsiteX349" fmla="*/ 912839 w 1252752"/>
                    <a:gd name="connsiteY349" fmla="*/ 458301 h 879650"/>
                    <a:gd name="connsiteX350" fmla="*/ 916485 w 1252752"/>
                    <a:gd name="connsiteY350" fmla="*/ 450267 h 879650"/>
                    <a:gd name="connsiteX351" fmla="*/ 920688 w 1252752"/>
                    <a:gd name="connsiteY351" fmla="*/ 451714 h 879650"/>
                    <a:gd name="connsiteX352" fmla="*/ 923408 w 1252752"/>
                    <a:gd name="connsiteY352" fmla="*/ 456564 h 879650"/>
                    <a:gd name="connsiteX353" fmla="*/ 924739 w 1252752"/>
                    <a:gd name="connsiteY353" fmla="*/ 458185 h 879650"/>
                    <a:gd name="connsiteX354" fmla="*/ 925908 w 1252752"/>
                    <a:gd name="connsiteY354" fmla="*/ 457177 h 879650"/>
                    <a:gd name="connsiteX355" fmla="*/ 925607 w 1252752"/>
                    <a:gd name="connsiteY355" fmla="*/ 459006 h 879650"/>
                    <a:gd name="connsiteX356" fmla="*/ 933583 w 1252752"/>
                    <a:gd name="connsiteY356" fmla="*/ 461391 h 879650"/>
                    <a:gd name="connsiteX357" fmla="*/ 934810 w 1252752"/>
                    <a:gd name="connsiteY357" fmla="*/ 461345 h 879650"/>
                    <a:gd name="connsiteX358" fmla="*/ 937357 w 1252752"/>
                    <a:gd name="connsiteY358" fmla="*/ 461252 h 879650"/>
                    <a:gd name="connsiteX359" fmla="*/ 938167 w 1252752"/>
                    <a:gd name="connsiteY359" fmla="*/ 463487 h 879650"/>
                    <a:gd name="connsiteX360" fmla="*/ 938989 w 1252752"/>
                    <a:gd name="connsiteY360" fmla="*/ 462433 h 879650"/>
                    <a:gd name="connsiteX361" fmla="*/ 940841 w 1252752"/>
                    <a:gd name="connsiteY361" fmla="*/ 460940 h 879650"/>
                    <a:gd name="connsiteX362" fmla="*/ 939070 w 1252752"/>
                    <a:gd name="connsiteY362" fmla="*/ 462630 h 879650"/>
                    <a:gd name="connsiteX363" fmla="*/ 939730 w 1252752"/>
                    <a:gd name="connsiteY363" fmla="*/ 464447 h 879650"/>
                    <a:gd name="connsiteX364" fmla="*/ 946305 w 1252752"/>
                    <a:gd name="connsiteY364" fmla="*/ 468221 h 879650"/>
                    <a:gd name="connsiteX365" fmla="*/ 948284 w 1252752"/>
                    <a:gd name="connsiteY365" fmla="*/ 465304 h 879650"/>
                    <a:gd name="connsiteX366" fmla="*/ 947161 w 1252752"/>
                    <a:gd name="connsiteY366" fmla="*/ 461970 h 879650"/>
                    <a:gd name="connsiteX367" fmla="*/ 952822 w 1252752"/>
                    <a:gd name="connsiteY367" fmla="*/ 461414 h 879650"/>
                    <a:gd name="connsiteX368" fmla="*/ 952949 w 1252752"/>
                    <a:gd name="connsiteY368" fmla="*/ 463451 h 879650"/>
                    <a:gd name="connsiteX369" fmla="*/ 949373 w 1252752"/>
                    <a:gd name="connsiteY369" fmla="*/ 466265 h 879650"/>
                    <a:gd name="connsiteX370" fmla="*/ 948643 w 1252752"/>
                    <a:gd name="connsiteY370" fmla="*/ 469251 h 879650"/>
                    <a:gd name="connsiteX371" fmla="*/ 949592 w 1252752"/>
                    <a:gd name="connsiteY371" fmla="*/ 469656 h 879650"/>
                    <a:gd name="connsiteX372" fmla="*/ 950287 w 1252752"/>
                    <a:gd name="connsiteY372" fmla="*/ 469957 h 879650"/>
                    <a:gd name="connsiteX373" fmla="*/ 955149 w 1252752"/>
                    <a:gd name="connsiteY373" fmla="*/ 462248 h 879650"/>
                    <a:gd name="connsiteX374" fmla="*/ 954639 w 1252752"/>
                    <a:gd name="connsiteY374" fmla="*/ 457826 h 879650"/>
                    <a:gd name="connsiteX375" fmla="*/ 957557 w 1252752"/>
                    <a:gd name="connsiteY375" fmla="*/ 456240 h 879650"/>
                    <a:gd name="connsiteX376" fmla="*/ 961956 w 1252752"/>
                    <a:gd name="connsiteY376" fmla="*/ 459469 h 879650"/>
                    <a:gd name="connsiteX377" fmla="*/ 962372 w 1252752"/>
                    <a:gd name="connsiteY377" fmla="*/ 464123 h 879650"/>
                    <a:gd name="connsiteX378" fmla="*/ 963403 w 1252752"/>
                    <a:gd name="connsiteY378" fmla="*/ 463220 h 879650"/>
                    <a:gd name="connsiteX379" fmla="*/ 963229 w 1252752"/>
                    <a:gd name="connsiteY379" fmla="*/ 464783 h 879650"/>
                    <a:gd name="connsiteX380" fmla="*/ 964792 w 1252752"/>
                    <a:gd name="connsiteY380" fmla="*/ 464528 h 879650"/>
                    <a:gd name="connsiteX381" fmla="*/ 964919 w 1252752"/>
                    <a:gd name="connsiteY381" fmla="*/ 467005 h 879650"/>
                    <a:gd name="connsiteX382" fmla="*/ 966690 w 1252752"/>
                    <a:gd name="connsiteY382" fmla="*/ 467816 h 879650"/>
                    <a:gd name="connsiteX383" fmla="*/ 966181 w 1252752"/>
                    <a:gd name="connsiteY383" fmla="*/ 470223 h 879650"/>
                    <a:gd name="connsiteX384" fmla="*/ 970614 w 1252752"/>
                    <a:gd name="connsiteY384" fmla="*/ 465917 h 879650"/>
                    <a:gd name="connsiteX385" fmla="*/ 971830 w 1252752"/>
                    <a:gd name="connsiteY385" fmla="*/ 459273 h 879650"/>
                    <a:gd name="connsiteX386" fmla="*/ 976067 w 1252752"/>
                    <a:gd name="connsiteY386" fmla="*/ 457594 h 879650"/>
                    <a:gd name="connsiteX387" fmla="*/ 977942 w 1252752"/>
                    <a:gd name="connsiteY387" fmla="*/ 458925 h 879650"/>
                    <a:gd name="connsiteX388" fmla="*/ 975001 w 1252752"/>
                    <a:gd name="connsiteY388" fmla="*/ 463046 h 879650"/>
                    <a:gd name="connsiteX389" fmla="*/ 975314 w 1252752"/>
                    <a:gd name="connsiteY389" fmla="*/ 466044 h 879650"/>
                    <a:gd name="connsiteX390" fmla="*/ 981935 w 1252752"/>
                    <a:gd name="connsiteY390" fmla="*/ 463382 h 879650"/>
                    <a:gd name="connsiteX391" fmla="*/ 983926 w 1252752"/>
                    <a:gd name="connsiteY391" fmla="*/ 460812 h 879650"/>
                    <a:gd name="connsiteX392" fmla="*/ 978787 w 1252752"/>
                    <a:gd name="connsiteY392" fmla="*/ 457247 h 879650"/>
                    <a:gd name="connsiteX393" fmla="*/ 979041 w 1252752"/>
                    <a:gd name="connsiteY393" fmla="*/ 455210 h 879650"/>
                    <a:gd name="connsiteX394" fmla="*/ 978613 w 1252752"/>
                    <a:gd name="connsiteY394" fmla="*/ 456992 h 879650"/>
                    <a:gd name="connsiteX395" fmla="*/ 977363 w 1252752"/>
                    <a:gd name="connsiteY395" fmla="*/ 456610 h 879650"/>
                    <a:gd name="connsiteX396" fmla="*/ 978324 w 1252752"/>
                    <a:gd name="connsiteY396" fmla="*/ 454943 h 879650"/>
                    <a:gd name="connsiteX397" fmla="*/ 976761 w 1252752"/>
                    <a:gd name="connsiteY397" fmla="*/ 454839 h 879650"/>
                    <a:gd name="connsiteX398" fmla="*/ 974943 w 1252752"/>
                    <a:gd name="connsiteY398" fmla="*/ 449908 h 879650"/>
                    <a:gd name="connsiteX399" fmla="*/ 975881 w 1252752"/>
                    <a:gd name="connsiteY399" fmla="*/ 448507 h 879650"/>
                    <a:gd name="connsiteX400" fmla="*/ 976529 w 1252752"/>
                    <a:gd name="connsiteY400" fmla="*/ 448658 h 879650"/>
                    <a:gd name="connsiteX401" fmla="*/ 975453 w 1252752"/>
                    <a:gd name="connsiteY401" fmla="*/ 445254 h 879650"/>
                    <a:gd name="connsiteX402" fmla="*/ 975754 w 1252752"/>
                    <a:gd name="connsiteY402" fmla="*/ 441573 h 879650"/>
                    <a:gd name="connsiteX403" fmla="*/ 979122 w 1252752"/>
                    <a:gd name="connsiteY403" fmla="*/ 442406 h 879650"/>
                    <a:gd name="connsiteX404" fmla="*/ 986381 w 1252752"/>
                    <a:gd name="connsiteY404" fmla="*/ 439883 h 879650"/>
                    <a:gd name="connsiteX405" fmla="*/ 987063 w 1252752"/>
                    <a:gd name="connsiteY405" fmla="*/ 441411 h 879650"/>
                    <a:gd name="connsiteX406" fmla="*/ 981588 w 1252752"/>
                    <a:gd name="connsiteY406" fmla="*/ 442314 h 879650"/>
                    <a:gd name="connsiteX407" fmla="*/ 986728 w 1252752"/>
                    <a:gd name="connsiteY407" fmla="*/ 441840 h 879650"/>
                    <a:gd name="connsiteX408" fmla="*/ 988140 w 1252752"/>
                    <a:gd name="connsiteY408" fmla="*/ 444872 h 879650"/>
                    <a:gd name="connsiteX409" fmla="*/ 984957 w 1252752"/>
                    <a:gd name="connsiteY409" fmla="*/ 443599 h 879650"/>
                    <a:gd name="connsiteX410" fmla="*/ 982503 w 1252752"/>
                    <a:gd name="connsiteY410" fmla="*/ 445625 h 879650"/>
                    <a:gd name="connsiteX411" fmla="*/ 986473 w 1252752"/>
                    <a:gd name="connsiteY411" fmla="*/ 454399 h 879650"/>
                    <a:gd name="connsiteX412" fmla="*/ 989934 w 1252752"/>
                    <a:gd name="connsiteY412" fmla="*/ 457004 h 879650"/>
                    <a:gd name="connsiteX413" fmla="*/ 990154 w 1252752"/>
                    <a:gd name="connsiteY413" fmla="*/ 455915 h 879650"/>
                    <a:gd name="connsiteX414" fmla="*/ 992469 w 1252752"/>
                    <a:gd name="connsiteY414" fmla="*/ 456854 h 879650"/>
                    <a:gd name="connsiteX415" fmla="*/ 998489 w 1252752"/>
                    <a:gd name="connsiteY415" fmla="*/ 463162 h 879650"/>
                    <a:gd name="connsiteX416" fmla="*/ 1000052 w 1252752"/>
                    <a:gd name="connsiteY416" fmla="*/ 462444 h 879650"/>
                    <a:gd name="connsiteX417" fmla="*/ 999137 w 1252752"/>
                    <a:gd name="connsiteY417" fmla="*/ 470536 h 879650"/>
                    <a:gd name="connsiteX418" fmla="*/ 1001244 w 1252752"/>
                    <a:gd name="connsiteY418" fmla="*/ 474935 h 879650"/>
                    <a:gd name="connsiteX419" fmla="*/ 998443 w 1252752"/>
                    <a:gd name="connsiteY419" fmla="*/ 476301 h 879650"/>
                    <a:gd name="connsiteX420" fmla="*/ 997690 w 1252752"/>
                    <a:gd name="connsiteY420" fmla="*/ 482552 h 879650"/>
                    <a:gd name="connsiteX421" fmla="*/ 999600 w 1252752"/>
                    <a:gd name="connsiteY421" fmla="*/ 476394 h 879650"/>
                    <a:gd name="connsiteX422" fmla="*/ 1006557 w 1252752"/>
                    <a:gd name="connsiteY422" fmla="*/ 475607 h 879650"/>
                    <a:gd name="connsiteX423" fmla="*/ 1019580 w 1252752"/>
                    <a:gd name="connsiteY423" fmla="*/ 477053 h 879650"/>
                    <a:gd name="connsiteX424" fmla="*/ 1017832 w 1252752"/>
                    <a:gd name="connsiteY424" fmla="*/ 481093 h 879650"/>
                    <a:gd name="connsiteX425" fmla="*/ 1019488 w 1252752"/>
                    <a:gd name="connsiteY425" fmla="*/ 482714 h 879650"/>
                    <a:gd name="connsiteX426" fmla="*/ 1018886 w 1252752"/>
                    <a:gd name="connsiteY426" fmla="*/ 484010 h 879650"/>
                    <a:gd name="connsiteX427" fmla="*/ 1020610 w 1252752"/>
                    <a:gd name="connsiteY427" fmla="*/ 484080 h 879650"/>
                    <a:gd name="connsiteX428" fmla="*/ 1020217 w 1252752"/>
                    <a:gd name="connsiteY428" fmla="*/ 483443 h 879650"/>
                    <a:gd name="connsiteX429" fmla="*/ 1019615 w 1252752"/>
                    <a:gd name="connsiteY429" fmla="*/ 482448 h 879650"/>
                    <a:gd name="connsiteX430" fmla="*/ 1018550 w 1252752"/>
                    <a:gd name="connsiteY430" fmla="*/ 480723 h 879650"/>
                    <a:gd name="connsiteX431" fmla="*/ 1020668 w 1252752"/>
                    <a:gd name="connsiteY431" fmla="*/ 478142 h 879650"/>
                    <a:gd name="connsiteX432" fmla="*/ 1028216 w 1252752"/>
                    <a:gd name="connsiteY432" fmla="*/ 479345 h 879650"/>
                    <a:gd name="connsiteX433" fmla="*/ 1037442 w 1252752"/>
                    <a:gd name="connsiteY433" fmla="*/ 477528 h 879650"/>
                    <a:gd name="connsiteX434" fmla="*/ 1040521 w 1252752"/>
                    <a:gd name="connsiteY434" fmla="*/ 478327 h 879650"/>
                    <a:gd name="connsiteX435" fmla="*/ 1042304 w 1252752"/>
                    <a:gd name="connsiteY435" fmla="*/ 478789 h 879650"/>
                    <a:gd name="connsiteX436" fmla="*/ 1050546 w 1252752"/>
                    <a:gd name="connsiteY436" fmla="*/ 484022 h 879650"/>
                    <a:gd name="connsiteX437" fmla="*/ 1048937 w 1252752"/>
                    <a:gd name="connsiteY437" fmla="*/ 489382 h 879650"/>
                    <a:gd name="connsiteX438" fmla="*/ 1045799 w 1252752"/>
                    <a:gd name="connsiteY438" fmla="*/ 491326 h 879650"/>
                    <a:gd name="connsiteX439" fmla="*/ 1044468 w 1252752"/>
                    <a:gd name="connsiteY439" fmla="*/ 493491 h 879650"/>
                    <a:gd name="connsiteX440" fmla="*/ 1046413 w 1252752"/>
                    <a:gd name="connsiteY440" fmla="*/ 491245 h 879650"/>
                    <a:gd name="connsiteX441" fmla="*/ 1048647 w 1252752"/>
                    <a:gd name="connsiteY441" fmla="*/ 490261 h 879650"/>
                    <a:gd name="connsiteX442" fmla="*/ 1049585 w 1252752"/>
                    <a:gd name="connsiteY442" fmla="*/ 488780 h 879650"/>
                    <a:gd name="connsiteX443" fmla="*/ 1051240 w 1252752"/>
                    <a:gd name="connsiteY443" fmla="*/ 490134 h 879650"/>
                    <a:gd name="connsiteX444" fmla="*/ 1055662 w 1252752"/>
                    <a:gd name="connsiteY444" fmla="*/ 489787 h 879650"/>
                    <a:gd name="connsiteX445" fmla="*/ 1056010 w 1252752"/>
                    <a:gd name="connsiteY445" fmla="*/ 491268 h 879650"/>
                    <a:gd name="connsiteX446" fmla="*/ 1057399 w 1252752"/>
                    <a:gd name="connsiteY446" fmla="*/ 492577 h 879650"/>
                    <a:gd name="connsiteX447" fmla="*/ 1057329 w 1252752"/>
                    <a:gd name="connsiteY447" fmla="*/ 493988 h 879650"/>
                    <a:gd name="connsiteX448" fmla="*/ 1057538 w 1252752"/>
                    <a:gd name="connsiteY448" fmla="*/ 492380 h 879650"/>
                    <a:gd name="connsiteX449" fmla="*/ 1055280 w 1252752"/>
                    <a:gd name="connsiteY449" fmla="*/ 489092 h 879650"/>
                    <a:gd name="connsiteX450" fmla="*/ 1050268 w 1252752"/>
                    <a:gd name="connsiteY450" fmla="*/ 488907 h 879650"/>
                    <a:gd name="connsiteX451" fmla="*/ 1050279 w 1252752"/>
                    <a:gd name="connsiteY451" fmla="*/ 485770 h 879650"/>
                    <a:gd name="connsiteX452" fmla="*/ 1058394 w 1252752"/>
                    <a:gd name="connsiteY452" fmla="*/ 482945 h 879650"/>
                    <a:gd name="connsiteX453" fmla="*/ 1069878 w 1252752"/>
                    <a:gd name="connsiteY453" fmla="*/ 482459 h 879650"/>
                    <a:gd name="connsiteX454" fmla="*/ 1069900 w 1252752"/>
                    <a:gd name="connsiteY454" fmla="*/ 482448 h 879650"/>
                    <a:gd name="connsiteX455" fmla="*/ 1087322 w 1252752"/>
                    <a:gd name="connsiteY455" fmla="*/ 480688 h 879650"/>
                    <a:gd name="connsiteX456" fmla="*/ 1092288 w 1252752"/>
                    <a:gd name="connsiteY456" fmla="*/ 478014 h 879650"/>
                    <a:gd name="connsiteX457" fmla="*/ 1096710 w 1252752"/>
                    <a:gd name="connsiteY457" fmla="*/ 470941 h 879650"/>
                    <a:gd name="connsiteX458" fmla="*/ 1097092 w 1252752"/>
                    <a:gd name="connsiteY458" fmla="*/ 470791 h 879650"/>
                    <a:gd name="connsiteX459" fmla="*/ 1097127 w 1252752"/>
                    <a:gd name="connsiteY459" fmla="*/ 470744 h 879650"/>
                    <a:gd name="connsiteX460" fmla="*/ 1098157 w 1252752"/>
                    <a:gd name="connsiteY460" fmla="*/ 471115 h 879650"/>
                    <a:gd name="connsiteX461" fmla="*/ 1097254 w 1252752"/>
                    <a:gd name="connsiteY461" fmla="*/ 470524 h 879650"/>
                    <a:gd name="connsiteX462" fmla="*/ 1097382 w 1252752"/>
                    <a:gd name="connsiteY462" fmla="*/ 470281 h 879650"/>
                    <a:gd name="connsiteX463" fmla="*/ 1099326 w 1252752"/>
                    <a:gd name="connsiteY463" fmla="*/ 470096 h 879650"/>
                    <a:gd name="connsiteX464" fmla="*/ 1107684 w 1252752"/>
                    <a:gd name="connsiteY464" fmla="*/ 469297 h 879650"/>
                    <a:gd name="connsiteX465" fmla="*/ 1113148 w 1252752"/>
                    <a:gd name="connsiteY465" fmla="*/ 466797 h 879650"/>
                    <a:gd name="connsiteX466" fmla="*/ 1117917 w 1252752"/>
                    <a:gd name="connsiteY466" fmla="*/ 467306 h 879650"/>
                    <a:gd name="connsiteX467" fmla="*/ 1122825 w 1252752"/>
                    <a:gd name="connsiteY467" fmla="*/ 466727 h 879650"/>
                    <a:gd name="connsiteX468" fmla="*/ 1123914 w 1252752"/>
                    <a:gd name="connsiteY468" fmla="*/ 464158 h 879650"/>
                    <a:gd name="connsiteX469" fmla="*/ 1128845 w 1252752"/>
                    <a:gd name="connsiteY469" fmla="*/ 464540 h 879650"/>
                    <a:gd name="connsiteX470" fmla="*/ 1137828 w 1252752"/>
                    <a:gd name="connsiteY470" fmla="*/ 463602 h 879650"/>
                    <a:gd name="connsiteX471" fmla="*/ 1146220 w 1252752"/>
                    <a:gd name="connsiteY471" fmla="*/ 461750 h 879650"/>
                    <a:gd name="connsiteX472" fmla="*/ 1160667 w 1252752"/>
                    <a:gd name="connsiteY472" fmla="*/ 458578 h 879650"/>
                    <a:gd name="connsiteX473" fmla="*/ 1169812 w 1252752"/>
                    <a:gd name="connsiteY473" fmla="*/ 458486 h 879650"/>
                    <a:gd name="connsiteX474" fmla="*/ 1170078 w 1252752"/>
                    <a:gd name="connsiteY474" fmla="*/ 458486 h 879650"/>
                    <a:gd name="connsiteX475" fmla="*/ 1178633 w 1252752"/>
                    <a:gd name="connsiteY475" fmla="*/ 458694 h 879650"/>
                    <a:gd name="connsiteX476" fmla="*/ 1180103 w 1252752"/>
                    <a:gd name="connsiteY476" fmla="*/ 458983 h 879650"/>
                    <a:gd name="connsiteX477" fmla="*/ 1181214 w 1252752"/>
                    <a:gd name="connsiteY477" fmla="*/ 458752 h 879650"/>
                    <a:gd name="connsiteX478" fmla="*/ 1184189 w 1252752"/>
                    <a:gd name="connsiteY478" fmla="*/ 458821 h 879650"/>
                    <a:gd name="connsiteX479" fmla="*/ 1190429 w 1252752"/>
                    <a:gd name="connsiteY479" fmla="*/ 458243 h 879650"/>
                    <a:gd name="connsiteX480" fmla="*/ 1193982 w 1252752"/>
                    <a:gd name="connsiteY480" fmla="*/ 455383 h 879650"/>
                    <a:gd name="connsiteX481" fmla="*/ 1204899 w 1252752"/>
                    <a:gd name="connsiteY481" fmla="*/ 455383 h 879650"/>
                    <a:gd name="connsiteX482" fmla="*/ 1209066 w 1252752"/>
                    <a:gd name="connsiteY482" fmla="*/ 454885 h 879650"/>
                    <a:gd name="connsiteX483" fmla="*/ 1210339 w 1252752"/>
                    <a:gd name="connsiteY483" fmla="*/ 452535 h 879650"/>
                    <a:gd name="connsiteX484" fmla="*/ 1214159 w 1252752"/>
                    <a:gd name="connsiteY484" fmla="*/ 453079 h 879650"/>
                    <a:gd name="connsiteX485" fmla="*/ 1224809 w 1252752"/>
                    <a:gd name="connsiteY485" fmla="*/ 451251 h 879650"/>
                    <a:gd name="connsiteX486" fmla="*/ 1226476 w 1252752"/>
                    <a:gd name="connsiteY486" fmla="*/ 450950 h 879650"/>
                    <a:gd name="connsiteX487" fmla="*/ 1226267 w 1252752"/>
                    <a:gd name="connsiteY487" fmla="*/ 448924 h 879650"/>
                    <a:gd name="connsiteX488" fmla="*/ 1229937 w 1252752"/>
                    <a:gd name="connsiteY488" fmla="*/ 447824 h 879650"/>
                    <a:gd name="connsiteX489" fmla="*/ 1235216 w 1252752"/>
                    <a:gd name="connsiteY489" fmla="*/ 447893 h 879650"/>
                    <a:gd name="connsiteX490" fmla="*/ 1243238 w 1252752"/>
                    <a:gd name="connsiteY490" fmla="*/ 446644 h 879650"/>
                    <a:gd name="connsiteX491" fmla="*/ 1246965 w 1252752"/>
                    <a:gd name="connsiteY491" fmla="*/ 449109 h 879650"/>
                    <a:gd name="connsiteX492" fmla="*/ 1249708 w 1252752"/>
                    <a:gd name="connsiteY492" fmla="*/ 450221 h 879650"/>
                    <a:gd name="connsiteX493" fmla="*/ 1250253 w 1252752"/>
                    <a:gd name="connsiteY493" fmla="*/ 451204 h 879650"/>
                    <a:gd name="connsiteX494" fmla="*/ 1250183 w 1252752"/>
                    <a:gd name="connsiteY494" fmla="*/ 451482 h 879650"/>
                    <a:gd name="connsiteX495" fmla="*/ 1250693 w 1252752"/>
                    <a:gd name="connsiteY495" fmla="*/ 452026 h 879650"/>
                    <a:gd name="connsiteX496" fmla="*/ 1251920 w 1252752"/>
                    <a:gd name="connsiteY496" fmla="*/ 454272 h 879650"/>
                    <a:gd name="connsiteX497" fmla="*/ 1252753 w 1252752"/>
                    <a:gd name="connsiteY497" fmla="*/ 455788 h 879650"/>
                    <a:gd name="connsiteX498" fmla="*/ 1251920 w 1252752"/>
                    <a:gd name="connsiteY498" fmla="*/ 460141 h 879650"/>
                    <a:gd name="connsiteX499" fmla="*/ 1251642 w 1252752"/>
                    <a:gd name="connsiteY499" fmla="*/ 461646 h 879650"/>
                    <a:gd name="connsiteX500" fmla="*/ 1251028 w 1252752"/>
                    <a:gd name="connsiteY500" fmla="*/ 467284 h 879650"/>
                    <a:gd name="connsiteX501" fmla="*/ 1248852 w 1252752"/>
                    <a:gd name="connsiteY501" fmla="*/ 476474 h 879650"/>
                    <a:gd name="connsiteX502" fmla="*/ 1246676 w 1252752"/>
                    <a:gd name="connsiteY502" fmla="*/ 480376 h 879650"/>
                    <a:gd name="connsiteX503" fmla="*/ 1244986 w 1252752"/>
                    <a:gd name="connsiteY503" fmla="*/ 484184 h 879650"/>
                    <a:gd name="connsiteX504" fmla="*/ 1245009 w 1252752"/>
                    <a:gd name="connsiteY504" fmla="*/ 486476 h 879650"/>
                    <a:gd name="connsiteX505" fmla="*/ 1244314 w 1252752"/>
                    <a:gd name="connsiteY505" fmla="*/ 483351 h 879650"/>
                    <a:gd name="connsiteX506" fmla="*/ 1242497 w 1252752"/>
                    <a:gd name="connsiteY506" fmla="*/ 484728 h 879650"/>
                    <a:gd name="connsiteX507" fmla="*/ 1243851 w 1252752"/>
                    <a:gd name="connsiteY507" fmla="*/ 485550 h 879650"/>
                    <a:gd name="connsiteX508" fmla="*/ 1241247 w 1252752"/>
                    <a:gd name="connsiteY508" fmla="*/ 485781 h 879650"/>
                    <a:gd name="connsiteX509" fmla="*/ 1241490 w 1252752"/>
                    <a:gd name="connsiteY509" fmla="*/ 487599 h 879650"/>
                    <a:gd name="connsiteX510" fmla="*/ 1244268 w 1252752"/>
                    <a:gd name="connsiteY510" fmla="*/ 487819 h 879650"/>
                    <a:gd name="connsiteX511" fmla="*/ 1240170 w 1252752"/>
                    <a:gd name="connsiteY511" fmla="*/ 487935 h 879650"/>
                    <a:gd name="connsiteX512" fmla="*/ 1239302 w 1252752"/>
                    <a:gd name="connsiteY512" fmla="*/ 486222 h 879650"/>
                    <a:gd name="connsiteX513" fmla="*/ 1234440 w 1252752"/>
                    <a:gd name="connsiteY513" fmla="*/ 486904 h 879650"/>
                    <a:gd name="connsiteX514" fmla="*/ 1227321 w 1252752"/>
                    <a:gd name="connsiteY514" fmla="*/ 485179 h 879650"/>
                    <a:gd name="connsiteX515" fmla="*/ 1223373 w 1252752"/>
                    <a:gd name="connsiteY515" fmla="*/ 488073 h 879650"/>
                    <a:gd name="connsiteX516" fmla="*/ 1221984 w 1252752"/>
                    <a:gd name="connsiteY516" fmla="*/ 491303 h 879650"/>
                    <a:gd name="connsiteX517" fmla="*/ 1222691 w 1252752"/>
                    <a:gd name="connsiteY517" fmla="*/ 494822 h 879650"/>
                    <a:gd name="connsiteX518" fmla="*/ 1221556 w 1252752"/>
                    <a:gd name="connsiteY518" fmla="*/ 493364 h 879650"/>
                    <a:gd name="connsiteX519" fmla="*/ 1222436 w 1252752"/>
                    <a:gd name="connsiteY519" fmla="*/ 494949 h 879650"/>
                    <a:gd name="connsiteX520" fmla="*/ 1220838 w 1252752"/>
                    <a:gd name="connsiteY520" fmla="*/ 494394 h 879650"/>
                    <a:gd name="connsiteX521" fmla="*/ 1220815 w 1252752"/>
                    <a:gd name="connsiteY521" fmla="*/ 496142 h 879650"/>
                    <a:gd name="connsiteX522" fmla="*/ 1217551 w 1252752"/>
                    <a:gd name="connsiteY522" fmla="*/ 501999 h 879650"/>
                    <a:gd name="connsiteX523" fmla="*/ 1216718 w 1252752"/>
                    <a:gd name="connsiteY523" fmla="*/ 501930 h 879650"/>
                    <a:gd name="connsiteX524" fmla="*/ 1216324 w 1252752"/>
                    <a:gd name="connsiteY524" fmla="*/ 498399 h 879650"/>
                    <a:gd name="connsiteX525" fmla="*/ 1216301 w 1252752"/>
                    <a:gd name="connsiteY525" fmla="*/ 498365 h 879650"/>
                    <a:gd name="connsiteX526" fmla="*/ 1214182 w 1252752"/>
                    <a:gd name="connsiteY526" fmla="*/ 495725 h 879650"/>
                    <a:gd name="connsiteX527" fmla="*/ 1212446 w 1252752"/>
                    <a:gd name="connsiteY527" fmla="*/ 495146 h 879650"/>
                    <a:gd name="connsiteX528" fmla="*/ 1211670 w 1252752"/>
                    <a:gd name="connsiteY528" fmla="*/ 495447 h 879650"/>
                    <a:gd name="connsiteX529" fmla="*/ 1211601 w 1252752"/>
                    <a:gd name="connsiteY529" fmla="*/ 495482 h 879650"/>
                    <a:gd name="connsiteX530" fmla="*/ 1211682 w 1252752"/>
                    <a:gd name="connsiteY530" fmla="*/ 495598 h 879650"/>
                    <a:gd name="connsiteX531" fmla="*/ 1211809 w 1252752"/>
                    <a:gd name="connsiteY531" fmla="*/ 495540 h 879650"/>
                    <a:gd name="connsiteX532" fmla="*/ 1212469 w 1252752"/>
                    <a:gd name="connsiteY532" fmla="*/ 495274 h 879650"/>
                    <a:gd name="connsiteX533" fmla="*/ 1214009 w 1252752"/>
                    <a:gd name="connsiteY533" fmla="*/ 495772 h 879650"/>
                    <a:gd name="connsiteX534" fmla="*/ 1216081 w 1252752"/>
                    <a:gd name="connsiteY534" fmla="*/ 498295 h 879650"/>
                    <a:gd name="connsiteX535" fmla="*/ 1216208 w 1252752"/>
                    <a:gd name="connsiteY535" fmla="*/ 498457 h 879650"/>
                    <a:gd name="connsiteX536" fmla="*/ 1216532 w 1252752"/>
                    <a:gd name="connsiteY536" fmla="*/ 501907 h 879650"/>
                    <a:gd name="connsiteX537" fmla="*/ 1212388 w 1252752"/>
                    <a:gd name="connsiteY537" fmla="*/ 508215 h 879650"/>
                    <a:gd name="connsiteX538" fmla="*/ 1210501 w 1252752"/>
                    <a:gd name="connsiteY538" fmla="*/ 511063 h 879650"/>
                    <a:gd name="connsiteX539" fmla="*/ 1211601 w 1252752"/>
                    <a:gd name="connsiteY539" fmla="*/ 513865 h 879650"/>
                    <a:gd name="connsiteX540" fmla="*/ 1213453 w 1252752"/>
                    <a:gd name="connsiteY540" fmla="*/ 513841 h 879650"/>
                    <a:gd name="connsiteX541" fmla="*/ 1214599 w 1252752"/>
                    <a:gd name="connsiteY541" fmla="*/ 516203 h 879650"/>
                    <a:gd name="connsiteX542" fmla="*/ 1218211 w 1252752"/>
                    <a:gd name="connsiteY542" fmla="*/ 518217 h 879650"/>
                    <a:gd name="connsiteX543" fmla="*/ 1219368 w 1252752"/>
                    <a:gd name="connsiteY543" fmla="*/ 517708 h 879650"/>
                    <a:gd name="connsiteX544" fmla="*/ 1221359 w 1252752"/>
                    <a:gd name="connsiteY544" fmla="*/ 515798 h 879650"/>
                    <a:gd name="connsiteX545" fmla="*/ 1218570 w 1252752"/>
                    <a:gd name="connsiteY545" fmla="*/ 510646 h 879650"/>
                    <a:gd name="connsiteX546" fmla="*/ 1220017 w 1252752"/>
                    <a:gd name="connsiteY546" fmla="*/ 508991 h 879650"/>
                    <a:gd name="connsiteX547" fmla="*/ 1218824 w 1252752"/>
                    <a:gd name="connsiteY547" fmla="*/ 508215 h 879650"/>
                    <a:gd name="connsiteX548" fmla="*/ 1217296 w 1252752"/>
                    <a:gd name="connsiteY548" fmla="*/ 507208 h 879650"/>
                    <a:gd name="connsiteX549" fmla="*/ 1218130 w 1252752"/>
                    <a:gd name="connsiteY549" fmla="*/ 504974 h 879650"/>
                    <a:gd name="connsiteX550" fmla="*/ 1220549 w 1252752"/>
                    <a:gd name="connsiteY550" fmla="*/ 504546 h 879650"/>
                    <a:gd name="connsiteX551" fmla="*/ 1217864 w 1252752"/>
                    <a:gd name="connsiteY551" fmla="*/ 502277 h 879650"/>
                    <a:gd name="connsiteX552" fmla="*/ 1220236 w 1252752"/>
                    <a:gd name="connsiteY552" fmla="*/ 497438 h 879650"/>
                    <a:gd name="connsiteX553" fmla="*/ 1223212 w 1252752"/>
                    <a:gd name="connsiteY553" fmla="*/ 495447 h 879650"/>
                    <a:gd name="connsiteX554" fmla="*/ 1223952 w 1252752"/>
                    <a:gd name="connsiteY554" fmla="*/ 494949 h 879650"/>
                    <a:gd name="connsiteX555" fmla="*/ 1224334 w 1252752"/>
                    <a:gd name="connsiteY555" fmla="*/ 494857 h 879650"/>
                    <a:gd name="connsiteX556" fmla="*/ 1224381 w 1252752"/>
                    <a:gd name="connsiteY556" fmla="*/ 494984 h 879650"/>
                    <a:gd name="connsiteX557" fmla="*/ 1228884 w 1252752"/>
                    <a:gd name="connsiteY557" fmla="*/ 508215 h 879650"/>
                    <a:gd name="connsiteX558" fmla="*/ 1235575 w 1252752"/>
                    <a:gd name="connsiteY558" fmla="*/ 527813 h 879650"/>
                    <a:gd name="connsiteX559" fmla="*/ 1238295 w 1252752"/>
                    <a:gd name="connsiteY559" fmla="*/ 535465 h 879650"/>
                    <a:gd name="connsiteX560" fmla="*/ 1239429 w 1252752"/>
                    <a:gd name="connsiteY560" fmla="*/ 539575 h 879650"/>
                    <a:gd name="connsiteX561" fmla="*/ 1240726 w 1252752"/>
                    <a:gd name="connsiteY561" fmla="*/ 550016 h 879650"/>
                    <a:gd name="connsiteX562" fmla="*/ 1241733 w 1252752"/>
                    <a:gd name="connsiteY562" fmla="*/ 567090 h 879650"/>
                    <a:gd name="connsiteX563" fmla="*/ 1240691 w 1252752"/>
                    <a:gd name="connsiteY563" fmla="*/ 581375 h 879650"/>
                    <a:gd name="connsiteX564" fmla="*/ 1236431 w 1252752"/>
                    <a:gd name="connsiteY564" fmla="*/ 589455 h 879650"/>
                    <a:gd name="connsiteX565" fmla="*/ 1235713 w 1252752"/>
                    <a:gd name="connsiteY565" fmla="*/ 590196 h 879650"/>
                    <a:gd name="connsiteX566" fmla="*/ 1234799 w 1252752"/>
                    <a:gd name="connsiteY566" fmla="*/ 592546 h 879650"/>
                    <a:gd name="connsiteX567" fmla="*/ 1233375 w 1252752"/>
                    <a:gd name="connsiteY567" fmla="*/ 595255 h 879650"/>
                    <a:gd name="connsiteX568" fmla="*/ 1220364 w 1252752"/>
                    <a:gd name="connsiteY568" fmla="*/ 602211 h 879650"/>
                    <a:gd name="connsiteX569" fmla="*/ 1220375 w 1252752"/>
                    <a:gd name="connsiteY569" fmla="*/ 602617 h 879650"/>
                    <a:gd name="connsiteX570" fmla="*/ 1220063 w 1252752"/>
                    <a:gd name="connsiteY570" fmla="*/ 602767 h 879650"/>
                    <a:gd name="connsiteX571" fmla="*/ 1220549 w 1252752"/>
                    <a:gd name="connsiteY571" fmla="*/ 607849 h 879650"/>
                    <a:gd name="connsiteX572" fmla="*/ 1220132 w 1252752"/>
                    <a:gd name="connsiteY572" fmla="*/ 604851 h 879650"/>
                    <a:gd name="connsiteX573" fmla="*/ 1218488 w 1252752"/>
                    <a:gd name="connsiteY573" fmla="*/ 604782 h 879650"/>
                    <a:gd name="connsiteX574" fmla="*/ 1218280 w 1252752"/>
                    <a:gd name="connsiteY574" fmla="*/ 604782 h 879650"/>
                    <a:gd name="connsiteX575" fmla="*/ 1218083 w 1252752"/>
                    <a:gd name="connsiteY575" fmla="*/ 606321 h 879650"/>
                    <a:gd name="connsiteX576" fmla="*/ 1216764 w 1252752"/>
                    <a:gd name="connsiteY576" fmla="*/ 605372 h 879650"/>
                    <a:gd name="connsiteX577" fmla="*/ 1217690 w 1252752"/>
                    <a:gd name="connsiteY577" fmla="*/ 606715 h 879650"/>
                    <a:gd name="connsiteX578" fmla="*/ 1215131 w 1252752"/>
                    <a:gd name="connsiteY578" fmla="*/ 607247 h 879650"/>
                    <a:gd name="connsiteX579" fmla="*/ 1214344 w 1252752"/>
                    <a:gd name="connsiteY579" fmla="*/ 605731 h 879650"/>
                    <a:gd name="connsiteX580" fmla="*/ 1213117 w 1252752"/>
                    <a:gd name="connsiteY580" fmla="*/ 606460 h 879650"/>
                    <a:gd name="connsiteX581" fmla="*/ 1210906 w 1252752"/>
                    <a:gd name="connsiteY581" fmla="*/ 607502 h 879650"/>
                    <a:gd name="connsiteX582" fmla="*/ 1210721 w 1252752"/>
                    <a:gd name="connsiteY582" fmla="*/ 607872 h 879650"/>
                    <a:gd name="connsiteX583" fmla="*/ 1210304 w 1252752"/>
                    <a:gd name="connsiteY583" fmla="*/ 608115 h 879650"/>
                    <a:gd name="connsiteX584" fmla="*/ 1209343 w 1252752"/>
                    <a:gd name="connsiteY584" fmla="*/ 609852 h 879650"/>
                    <a:gd name="connsiteX585" fmla="*/ 1211427 w 1252752"/>
                    <a:gd name="connsiteY585" fmla="*/ 611380 h 879650"/>
                    <a:gd name="connsiteX586" fmla="*/ 1211300 w 1252752"/>
                    <a:gd name="connsiteY586" fmla="*/ 611461 h 879650"/>
                    <a:gd name="connsiteX587" fmla="*/ 1208718 w 1252752"/>
                    <a:gd name="connsiteY587" fmla="*/ 609817 h 879650"/>
                    <a:gd name="connsiteX588" fmla="*/ 1208371 w 1252752"/>
                    <a:gd name="connsiteY588" fmla="*/ 611333 h 879650"/>
                    <a:gd name="connsiteX589" fmla="*/ 1210246 w 1252752"/>
                    <a:gd name="connsiteY589" fmla="*/ 612144 h 879650"/>
                    <a:gd name="connsiteX590" fmla="*/ 1209726 w 1252752"/>
                    <a:gd name="connsiteY590" fmla="*/ 612479 h 879650"/>
                    <a:gd name="connsiteX591" fmla="*/ 1215074 w 1252752"/>
                    <a:gd name="connsiteY591" fmla="*/ 614227 h 879650"/>
                    <a:gd name="connsiteX592" fmla="*/ 1213928 w 1252752"/>
                    <a:gd name="connsiteY592" fmla="*/ 613915 h 879650"/>
                    <a:gd name="connsiteX593" fmla="*/ 1209390 w 1252752"/>
                    <a:gd name="connsiteY593" fmla="*/ 612688 h 879650"/>
                    <a:gd name="connsiteX594" fmla="*/ 1205338 w 1252752"/>
                    <a:gd name="connsiteY594" fmla="*/ 613522 h 879650"/>
                    <a:gd name="connsiteX595" fmla="*/ 1204679 w 1252752"/>
                    <a:gd name="connsiteY595" fmla="*/ 613915 h 879650"/>
                    <a:gd name="connsiteX596" fmla="*/ 1193079 w 1252752"/>
                    <a:gd name="connsiteY596" fmla="*/ 620907 h 879650"/>
                    <a:gd name="connsiteX597" fmla="*/ 1190753 w 1252752"/>
                    <a:gd name="connsiteY597" fmla="*/ 620455 h 879650"/>
                    <a:gd name="connsiteX598" fmla="*/ 1175947 w 1252752"/>
                    <a:gd name="connsiteY598" fmla="*/ 623778 h 879650"/>
                    <a:gd name="connsiteX599" fmla="*/ 1175912 w 1252752"/>
                    <a:gd name="connsiteY599" fmla="*/ 623789 h 879650"/>
                    <a:gd name="connsiteX600" fmla="*/ 1170414 w 1252752"/>
                    <a:gd name="connsiteY600" fmla="*/ 627158 h 879650"/>
                    <a:gd name="connsiteX601" fmla="*/ 1168249 w 1252752"/>
                    <a:gd name="connsiteY601" fmla="*/ 632876 h 879650"/>
                    <a:gd name="connsiteX602" fmla="*/ 1166872 w 1252752"/>
                    <a:gd name="connsiteY602" fmla="*/ 633524 h 879650"/>
                    <a:gd name="connsiteX603" fmla="*/ 1166848 w 1252752"/>
                    <a:gd name="connsiteY603" fmla="*/ 633536 h 879650"/>
                    <a:gd name="connsiteX604" fmla="*/ 1166814 w 1252752"/>
                    <a:gd name="connsiteY604" fmla="*/ 633559 h 879650"/>
                    <a:gd name="connsiteX605" fmla="*/ 1163318 w 1252752"/>
                    <a:gd name="connsiteY605" fmla="*/ 635238 h 879650"/>
                    <a:gd name="connsiteX606" fmla="*/ 1166826 w 1252752"/>
                    <a:gd name="connsiteY606" fmla="*/ 637217 h 879650"/>
                    <a:gd name="connsiteX607" fmla="*/ 1163399 w 1252752"/>
                    <a:gd name="connsiteY607" fmla="*/ 637020 h 879650"/>
                    <a:gd name="connsiteX608" fmla="*/ 1160644 w 1252752"/>
                    <a:gd name="connsiteY608" fmla="*/ 637749 h 879650"/>
                    <a:gd name="connsiteX609" fmla="*/ 1160343 w 1252752"/>
                    <a:gd name="connsiteY609" fmla="*/ 637773 h 879650"/>
                    <a:gd name="connsiteX610" fmla="*/ 1160227 w 1252752"/>
                    <a:gd name="connsiteY610" fmla="*/ 637854 h 879650"/>
                    <a:gd name="connsiteX611" fmla="*/ 1158630 w 1252752"/>
                    <a:gd name="connsiteY611" fmla="*/ 638282 h 879650"/>
                    <a:gd name="connsiteX612" fmla="*/ 1155087 w 1252752"/>
                    <a:gd name="connsiteY612" fmla="*/ 639359 h 879650"/>
                    <a:gd name="connsiteX613" fmla="*/ 1151499 w 1252752"/>
                    <a:gd name="connsiteY613" fmla="*/ 639787 h 879650"/>
                    <a:gd name="connsiteX614" fmla="*/ 1150793 w 1252752"/>
                    <a:gd name="connsiteY614" fmla="*/ 639740 h 879650"/>
                    <a:gd name="connsiteX615" fmla="*/ 1148663 w 1252752"/>
                    <a:gd name="connsiteY615" fmla="*/ 640123 h 879650"/>
                    <a:gd name="connsiteX616" fmla="*/ 1146220 w 1252752"/>
                    <a:gd name="connsiteY616" fmla="*/ 640412 h 879650"/>
                    <a:gd name="connsiteX617" fmla="*/ 1140884 w 1252752"/>
                    <a:gd name="connsiteY617" fmla="*/ 641049 h 879650"/>
                    <a:gd name="connsiteX618" fmla="*/ 1135594 w 1252752"/>
                    <a:gd name="connsiteY618" fmla="*/ 642461 h 879650"/>
                    <a:gd name="connsiteX619" fmla="*/ 1135397 w 1252752"/>
                    <a:gd name="connsiteY619" fmla="*/ 642484 h 879650"/>
                    <a:gd name="connsiteX620" fmla="*/ 1135258 w 1252752"/>
                    <a:gd name="connsiteY620" fmla="*/ 642542 h 879650"/>
                    <a:gd name="connsiteX621" fmla="*/ 1129551 w 1252752"/>
                    <a:gd name="connsiteY621" fmla="*/ 644059 h 879650"/>
                    <a:gd name="connsiteX622" fmla="*/ 1122953 w 1252752"/>
                    <a:gd name="connsiteY622" fmla="*/ 646420 h 879650"/>
                    <a:gd name="connsiteX623" fmla="*/ 1120151 w 1252752"/>
                    <a:gd name="connsiteY623" fmla="*/ 648364 h 879650"/>
                    <a:gd name="connsiteX624" fmla="*/ 1117883 w 1252752"/>
                    <a:gd name="connsiteY624" fmla="*/ 649233 h 879650"/>
                    <a:gd name="connsiteX625" fmla="*/ 1111851 w 1252752"/>
                    <a:gd name="connsiteY625" fmla="*/ 654130 h 879650"/>
                    <a:gd name="connsiteX626" fmla="*/ 1108182 w 1252752"/>
                    <a:gd name="connsiteY626" fmla="*/ 656676 h 879650"/>
                    <a:gd name="connsiteX627" fmla="*/ 1094893 w 1252752"/>
                    <a:gd name="connsiteY627" fmla="*/ 670185 h 879650"/>
                    <a:gd name="connsiteX628" fmla="*/ 1087890 w 1252752"/>
                    <a:gd name="connsiteY628" fmla="*/ 683694 h 879650"/>
                    <a:gd name="connsiteX629" fmla="*/ 1083942 w 1252752"/>
                    <a:gd name="connsiteY629" fmla="*/ 704172 h 879650"/>
                    <a:gd name="connsiteX630" fmla="*/ 1085123 w 1252752"/>
                    <a:gd name="connsiteY630" fmla="*/ 713722 h 879650"/>
                    <a:gd name="connsiteX631" fmla="*/ 1087010 w 1252752"/>
                    <a:gd name="connsiteY631" fmla="*/ 719614 h 879650"/>
                    <a:gd name="connsiteX632" fmla="*/ 1091270 w 1252752"/>
                    <a:gd name="connsiteY632" fmla="*/ 732857 h 879650"/>
                    <a:gd name="connsiteX633" fmla="*/ 1090992 w 1252752"/>
                    <a:gd name="connsiteY633" fmla="*/ 735797 h 879650"/>
                    <a:gd name="connsiteX634" fmla="*/ 1087878 w 1252752"/>
                    <a:gd name="connsiteY634" fmla="*/ 737615 h 879650"/>
                    <a:gd name="connsiteX635" fmla="*/ 1075260 w 1252752"/>
                    <a:gd name="connsiteY635" fmla="*/ 737348 h 879650"/>
                    <a:gd name="connsiteX636" fmla="*/ 1044445 w 1252752"/>
                    <a:gd name="connsiteY636" fmla="*/ 731850 h 879650"/>
                    <a:gd name="connsiteX637" fmla="*/ 1044352 w 1252752"/>
                    <a:gd name="connsiteY637" fmla="*/ 731838 h 879650"/>
                    <a:gd name="connsiteX638" fmla="*/ 1040521 w 1252752"/>
                    <a:gd name="connsiteY638" fmla="*/ 731121 h 879650"/>
                    <a:gd name="connsiteX639" fmla="*/ 1019395 w 1252752"/>
                    <a:gd name="connsiteY639" fmla="*/ 727161 h 879650"/>
                    <a:gd name="connsiteX640" fmla="*/ 1013468 w 1252752"/>
                    <a:gd name="connsiteY640" fmla="*/ 728574 h 879650"/>
                    <a:gd name="connsiteX641" fmla="*/ 1010250 w 1252752"/>
                    <a:gd name="connsiteY641" fmla="*/ 723480 h 879650"/>
                    <a:gd name="connsiteX642" fmla="*/ 1003744 w 1252752"/>
                    <a:gd name="connsiteY642" fmla="*/ 720089 h 879650"/>
                    <a:gd name="connsiteX643" fmla="*/ 1003200 w 1252752"/>
                    <a:gd name="connsiteY643" fmla="*/ 719614 h 879650"/>
                    <a:gd name="connsiteX644" fmla="*/ 1000387 w 1252752"/>
                    <a:gd name="connsiteY644" fmla="*/ 717137 h 879650"/>
                    <a:gd name="connsiteX645" fmla="*/ 1000966 w 1252752"/>
                    <a:gd name="connsiteY645" fmla="*/ 716165 h 879650"/>
                    <a:gd name="connsiteX646" fmla="*/ 1000769 w 1252752"/>
                    <a:gd name="connsiteY646" fmla="*/ 716211 h 879650"/>
                    <a:gd name="connsiteX647" fmla="*/ 1000144 w 1252752"/>
                    <a:gd name="connsiteY647" fmla="*/ 717172 h 879650"/>
                    <a:gd name="connsiteX648" fmla="*/ 1000943 w 1252752"/>
                    <a:gd name="connsiteY648" fmla="*/ 717878 h 879650"/>
                    <a:gd name="connsiteX649" fmla="*/ 998420 w 1252752"/>
                    <a:gd name="connsiteY649" fmla="*/ 719614 h 879650"/>
                    <a:gd name="connsiteX650" fmla="*/ 998142 w 1252752"/>
                    <a:gd name="connsiteY650" fmla="*/ 719811 h 879650"/>
                    <a:gd name="connsiteX651" fmla="*/ 998049 w 1252752"/>
                    <a:gd name="connsiteY651" fmla="*/ 719614 h 879650"/>
                    <a:gd name="connsiteX652" fmla="*/ 997644 w 1252752"/>
                    <a:gd name="connsiteY652" fmla="*/ 718793 h 879650"/>
                    <a:gd name="connsiteX653" fmla="*/ 997956 w 1252752"/>
                    <a:gd name="connsiteY653" fmla="*/ 719614 h 879650"/>
                    <a:gd name="connsiteX654" fmla="*/ 998119 w 1252752"/>
                    <a:gd name="connsiteY654" fmla="*/ 720019 h 879650"/>
                    <a:gd name="connsiteX655" fmla="*/ 998721 w 1252752"/>
                    <a:gd name="connsiteY655" fmla="*/ 719614 h 879650"/>
                    <a:gd name="connsiteX656" fmla="*/ 1000955 w 1252752"/>
                    <a:gd name="connsiteY656" fmla="*/ 718144 h 879650"/>
                    <a:gd name="connsiteX657" fmla="*/ 1002703 w 1252752"/>
                    <a:gd name="connsiteY657" fmla="*/ 719614 h 879650"/>
                    <a:gd name="connsiteX658" fmla="*/ 1003721 w 1252752"/>
                    <a:gd name="connsiteY658" fmla="*/ 720471 h 879650"/>
                    <a:gd name="connsiteX659" fmla="*/ 1010088 w 1252752"/>
                    <a:gd name="connsiteY659" fmla="*/ 723828 h 879650"/>
                    <a:gd name="connsiteX660" fmla="*/ 1014510 w 1252752"/>
                    <a:gd name="connsiteY660" fmla="*/ 730692 h 879650"/>
                    <a:gd name="connsiteX661" fmla="*/ 1005411 w 1252752"/>
                    <a:gd name="connsiteY661" fmla="*/ 734223 h 879650"/>
                    <a:gd name="connsiteX662" fmla="*/ 990999 w 1252752"/>
                    <a:gd name="connsiteY662" fmla="*/ 746632 h 879650"/>
                    <a:gd name="connsiteX663" fmla="*/ 981206 w 1252752"/>
                    <a:gd name="connsiteY663" fmla="*/ 756483 h 879650"/>
                    <a:gd name="connsiteX664" fmla="*/ 976645 w 1252752"/>
                    <a:gd name="connsiteY664" fmla="*/ 763927 h 879650"/>
                    <a:gd name="connsiteX665" fmla="*/ 972663 w 1252752"/>
                    <a:gd name="connsiteY665" fmla="*/ 766149 h 879650"/>
                    <a:gd name="connsiteX666" fmla="*/ 972640 w 1252752"/>
                    <a:gd name="connsiteY666" fmla="*/ 766172 h 879650"/>
                    <a:gd name="connsiteX667" fmla="*/ 954304 w 1252752"/>
                    <a:gd name="connsiteY667" fmla="*/ 772828 h 879650"/>
                    <a:gd name="connsiteX668" fmla="*/ 950206 w 1252752"/>
                    <a:gd name="connsiteY668" fmla="*/ 775896 h 879650"/>
                    <a:gd name="connsiteX669" fmla="*/ 942045 w 1252752"/>
                    <a:gd name="connsiteY669" fmla="*/ 776926 h 879650"/>
                    <a:gd name="connsiteX670" fmla="*/ 935400 w 1252752"/>
                    <a:gd name="connsiteY670" fmla="*/ 778871 h 879650"/>
                    <a:gd name="connsiteX671" fmla="*/ 934810 w 1252752"/>
                    <a:gd name="connsiteY671" fmla="*/ 778917 h 879650"/>
                    <a:gd name="connsiteX672" fmla="*/ 930342 w 1252752"/>
                    <a:gd name="connsiteY672" fmla="*/ 779276 h 879650"/>
                    <a:gd name="connsiteX673" fmla="*/ 926464 w 1252752"/>
                    <a:gd name="connsiteY673" fmla="*/ 780480 h 879650"/>
                    <a:gd name="connsiteX674" fmla="*/ 925272 w 1252752"/>
                    <a:gd name="connsiteY674" fmla="*/ 780689 h 879650"/>
                    <a:gd name="connsiteX675" fmla="*/ 924033 w 1252752"/>
                    <a:gd name="connsiteY675" fmla="*/ 781244 h 879650"/>
                    <a:gd name="connsiteX676" fmla="*/ 915502 w 1252752"/>
                    <a:gd name="connsiteY676" fmla="*/ 783895 h 879650"/>
                    <a:gd name="connsiteX677" fmla="*/ 915374 w 1252752"/>
                    <a:gd name="connsiteY677" fmla="*/ 783941 h 879650"/>
                    <a:gd name="connsiteX678" fmla="*/ 905465 w 1252752"/>
                    <a:gd name="connsiteY678" fmla="*/ 787796 h 879650"/>
                    <a:gd name="connsiteX679" fmla="*/ 900580 w 1252752"/>
                    <a:gd name="connsiteY679" fmla="*/ 788653 h 879650"/>
                    <a:gd name="connsiteX680" fmla="*/ 887384 w 1252752"/>
                    <a:gd name="connsiteY680" fmla="*/ 791338 h 879650"/>
                    <a:gd name="connsiteX681" fmla="*/ 884316 w 1252752"/>
                    <a:gd name="connsiteY681" fmla="*/ 792611 h 879650"/>
                    <a:gd name="connsiteX682" fmla="*/ 882938 w 1252752"/>
                    <a:gd name="connsiteY682" fmla="*/ 792855 h 879650"/>
                    <a:gd name="connsiteX683" fmla="*/ 878794 w 1252752"/>
                    <a:gd name="connsiteY683" fmla="*/ 794892 h 879650"/>
                    <a:gd name="connsiteX684" fmla="*/ 869198 w 1252752"/>
                    <a:gd name="connsiteY684" fmla="*/ 798839 h 879650"/>
                    <a:gd name="connsiteX685" fmla="*/ 869071 w 1252752"/>
                    <a:gd name="connsiteY685" fmla="*/ 798897 h 879650"/>
                    <a:gd name="connsiteX686" fmla="*/ 859011 w 1252752"/>
                    <a:gd name="connsiteY686" fmla="*/ 805380 h 879650"/>
                    <a:gd name="connsiteX687" fmla="*/ 855214 w 1252752"/>
                    <a:gd name="connsiteY687" fmla="*/ 811758 h 879650"/>
                    <a:gd name="connsiteX688" fmla="*/ 851915 w 1252752"/>
                    <a:gd name="connsiteY688" fmla="*/ 819503 h 879650"/>
                    <a:gd name="connsiteX689" fmla="*/ 849091 w 1252752"/>
                    <a:gd name="connsiteY689" fmla="*/ 821540 h 879650"/>
                    <a:gd name="connsiteX690" fmla="*/ 846810 w 1252752"/>
                    <a:gd name="connsiteY690" fmla="*/ 822686 h 879650"/>
                    <a:gd name="connsiteX691" fmla="*/ 845305 w 1252752"/>
                    <a:gd name="connsiteY691" fmla="*/ 824272 h 879650"/>
                    <a:gd name="connsiteX692" fmla="*/ 842365 w 1252752"/>
                    <a:gd name="connsiteY692" fmla="*/ 826401 h 879650"/>
                    <a:gd name="connsiteX693" fmla="*/ 837989 w 1252752"/>
                    <a:gd name="connsiteY693" fmla="*/ 832004 h 879650"/>
                    <a:gd name="connsiteX694" fmla="*/ 830859 w 1252752"/>
                    <a:gd name="connsiteY694" fmla="*/ 839957 h 879650"/>
                    <a:gd name="connsiteX695" fmla="*/ 829111 w 1252752"/>
                    <a:gd name="connsiteY695" fmla="*/ 843268 h 879650"/>
                    <a:gd name="connsiteX696" fmla="*/ 826159 w 1252752"/>
                    <a:gd name="connsiteY696" fmla="*/ 848859 h 879650"/>
                    <a:gd name="connsiteX697" fmla="*/ 820047 w 1252752"/>
                    <a:gd name="connsiteY697" fmla="*/ 850561 h 879650"/>
                    <a:gd name="connsiteX698" fmla="*/ 818611 w 1252752"/>
                    <a:gd name="connsiteY698" fmla="*/ 850479 h 879650"/>
                    <a:gd name="connsiteX699" fmla="*/ 808135 w 1252752"/>
                    <a:gd name="connsiteY699" fmla="*/ 848963 h 879650"/>
                    <a:gd name="connsiteX700" fmla="*/ 800078 w 1252752"/>
                    <a:gd name="connsiteY700" fmla="*/ 843650 h 879650"/>
                    <a:gd name="connsiteX701" fmla="*/ 785516 w 1252752"/>
                    <a:gd name="connsiteY701" fmla="*/ 837665 h 879650"/>
                    <a:gd name="connsiteX702" fmla="*/ 785041 w 1252752"/>
                    <a:gd name="connsiteY702" fmla="*/ 837480 h 879650"/>
                    <a:gd name="connsiteX703" fmla="*/ 784532 w 1252752"/>
                    <a:gd name="connsiteY703" fmla="*/ 836762 h 879650"/>
                    <a:gd name="connsiteX704" fmla="*/ 785180 w 1252752"/>
                    <a:gd name="connsiteY704" fmla="*/ 834366 h 879650"/>
                    <a:gd name="connsiteX705" fmla="*/ 785435 w 1252752"/>
                    <a:gd name="connsiteY705" fmla="*/ 833440 h 879650"/>
                    <a:gd name="connsiteX706" fmla="*/ 784960 w 1252752"/>
                    <a:gd name="connsiteY706" fmla="*/ 832131 h 879650"/>
                    <a:gd name="connsiteX707" fmla="*/ 783861 w 1252752"/>
                    <a:gd name="connsiteY707" fmla="*/ 829134 h 879650"/>
                    <a:gd name="connsiteX708" fmla="*/ 784995 w 1252752"/>
                    <a:gd name="connsiteY708" fmla="*/ 832468 h 879650"/>
                    <a:gd name="connsiteX709" fmla="*/ 785296 w 1252752"/>
                    <a:gd name="connsiteY709" fmla="*/ 833359 h 879650"/>
                    <a:gd name="connsiteX710" fmla="*/ 785145 w 1252752"/>
                    <a:gd name="connsiteY710" fmla="*/ 833926 h 879650"/>
                    <a:gd name="connsiteX711" fmla="*/ 784347 w 1252752"/>
                    <a:gd name="connsiteY711" fmla="*/ 836739 h 879650"/>
                    <a:gd name="connsiteX712" fmla="*/ 784868 w 1252752"/>
                    <a:gd name="connsiteY712" fmla="*/ 837618 h 879650"/>
                    <a:gd name="connsiteX713" fmla="*/ 780955 w 1252752"/>
                    <a:gd name="connsiteY713" fmla="*/ 839552 h 879650"/>
                    <a:gd name="connsiteX714" fmla="*/ 775746 w 1252752"/>
                    <a:gd name="connsiteY714" fmla="*/ 838314 h 879650"/>
                    <a:gd name="connsiteX715" fmla="*/ 768314 w 1252752"/>
                    <a:gd name="connsiteY715" fmla="*/ 833833 h 879650"/>
                    <a:gd name="connsiteX716" fmla="*/ 763510 w 1252752"/>
                    <a:gd name="connsiteY716" fmla="*/ 830002 h 879650"/>
                    <a:gd name="connsiteX717" fmla="*/ 755303 w 1252752"/>
                    <a:gd name="connsiteY717" fmla="*/ 825325 h 879650"/>
                    <a:gd name="connsiteX718" fmla="*/ 754851 w 1252752"/>
                    <a:gd name="connsiteY718" fmla="*/ 825070 h 879650"/>
                    <a:gd name="connsiteX719" fmla="*/ 754793 w 1252752"/>
                    <a:gd name="connsiteY719" fmla="*/ 825036 h 879650"/>
                    <a:gd name="connsiteX720" fmla="*/ 754030 w 1252752"/>
                    <a:gd name="connsiteY720" fmla="*/ 824596 h 879650"/>
                    <a:gd name="connsiteX721" fmla="*/ 750846 w 1252752"/>
                    <a:gd name="connsiteY721" fmla="*/ 824793 h 879650"/>
                    <a:gd name="connsiteX722" fmla="*/ 746760 w 1252752"/>
                    <a:gd name="connsiteY722" fmla="*/ 812488 h 879650"/>
                    <a:gd name="connsiteX723" fmla="*/ 744850 w 1252752"/>
                    <a:gd name="connsiteY723" fmla="*/ 808922 h 879650"/>
                    <a:gd name="connsiteX724" fmla="*/ 741342 w 1252752"/>
                    <a:gd name="connsiteY724" fmla="*/ 808482 h 879650"/>
                    <a:gd name="connsiteX725" fmla="*/ 738749 w 1252752"/>
                    <a:gd name="connsiteY725" fmla="*/ 805808 h 879650"/>
                    <a:gd name="connsiteX726" fmla="*/ 739143 w 1252752"/>
                    <a:gd name="connsiteY726" fmla="*/ 801826 h 879650"/>
                    <a:gd name="connsiteX727" fmla="*/ 738124 w 1252752"/>
                    <a:gd name="connsiteY727" fmla="*/ 796490 h 879650"/>
                    <a:gd name="connsiteX728" fmla="*/ 742523 w 1252752"/>
                    <a:gd name="connsiteY728" fmla="*/ 787287 h 879650"/>
                    <a:gd name="connsiteX729" fmla="*/ 742303 w 1252752"/>
                    <a:gd name="connsiteY729" fmla="*/ 786673 h 879650"/>
                    <a:gd name="connsiteX730" fmla="*/ 735774 w 1252752"/>
                    <a:gd name="connsiteY730" fmla="*/ 778211 h 879650"/>
                    <a:gd name="connsiteX731" fmla="*/ 735450 w 1252752"/>
                    <a:gd name="connsiteY731" fmla="*/ 777008 h 879650"/>
                    <a:gd name="connsiteX732" fmla="*/ 735300 w 1252752"/>
                    <a:gd name="connsiteY732" fmla="*/ 777019 h 879650"/>
                    <a:gd name="connsiteX733" fmla="*/ 735705 w 1252752"/>
                    <a:gd name="connsiteY733" fmla="*/ 778327 h 879650"/>
                    <a:gd name="connsiteX734" fmla="*/ 742095 w 1252752"/>
                    <a:gd name="connsiteY734" fmla="*/ 786870 h 879650"/>
                    <a:gd name="connsiteX735" fmla="*/ 737939 w 1252752"/>
                    <a:gd name="connsiteY735" fmla="*/ 795563 h 879650"/>
                    <a:gd name="connsiteX736" fmla="*/ 738437 w 1252752"/>
                    <a:gd name="connsiteY736" fmla="*/ 805692 h 879650"/>
                    <a:gd name="connsiteX737" fmla="*/ 741412 w 1252752"/>
                    <a:gd name="connsiteY737" fmla="*/ 809015 h 879650"/>
                    <a:gd name="connsiteX738" fmla="*/ 744780 w 1252752"/>
                    <a:gd name="connsiteY738" fmla="*/ 809188 h 879650"/>
                    <a:gd name="connsiteX739" fmla="*/ 746308 w 1252752"/>
                    <a:gd name="connsiteY739" fmla="*/ 812661 h 879650"/>
                    <a:gd name="connsiteX740" fmla="*/ 746193 w 1252752"/>
                    <a:gd name="connsiteY740" fmla="*/ 816365 h 879650"/>
                    <a:gd name="connsiteX741" fmla="*/ 746887 w 1252752"/>
                    <a:gd name="connsiteY741" fmla="*/ 816759 h 879650"/>
                    <a:gd name="connsiteX742" fmla="*/ 747003 w 1252752"/>
                    <a:gd name="connsiteY742" fmla="*/ 815405 h 879650"/>
                    <a:gd name="connsiteX743" fmla="*/ 747999 w 1252752"/>
                    <a:gd name="connsiteY743" fmla="*/ 817175 h 879650"/>
                    <a:gd name="connsiteX744" fmla="*/ 747339 w 1252752"/>
                    <a:gd name="connsiteY744" fmla="*/ 817025 h 879650"/>
                    <a:gd name="connsiteX745" fmla="*/ 748184 w 1252752"/>
                    <a:gd name="connsiteY745" fmla="*/ 817523 h 879650"/>
                    <a:gd name="connsiteX746" fmla="*/ 750487 w 1252752"/>
                    <a:gd name="connsiteY746" fmla="*/ 825186 h 879650"/>
                    <a:gd name="connsiteX747" fmla="*/ 750082 w 1252752"/>
                    <a:gd name="connsiteY747" fmla="*/ 825325 h 879650"/>
                    <a:gd name="connsiteX748" fmla="*/ 748693 w 1252752"/>
                    <a:gd name="connsiteY748" fmla="*/ 825788 h 879650"/>
                    <a:gd name="connsiteX749" fmla="*/ 750661 w 1252752"/>
                    <a:gd name="connsiteY749" fmla="*/ 828149 h 879650"/>
                    <a:gd name="connsiteX750" fmla="*/ 750788 w 1252752"/>
                    <a:gd name="connsiteY750" fmla="*/ 828347 h 879650"/>
                    <a:gd name="connsiteX751" fmla="*/ 748982 w 1252752"/>
                    <a:gd name="connsiteY751" fmla="*/ 826483 h 879650"/>
                    <a:gd name="connsiteX752" fmla="*/ 748936 w 1252752"/>
                    <a:gd name="connsiteY752" fmla="*/ 826425 h 879650"/>
                    <a:gd name="connsiteX753" fmla="*/ 748832 w 1252752"/>
                    <a:gd name="connsiteY753" fmla="*/ 826332 h 879650"/>
                    <a:gd name="connsiteX754" fmla="*/ 743530 w 1252752"/>
                    <a:gd name="connsiteY754" fmla="*/ 825325 h 879650"/>
                    <a:gd name="connsiteX755" fmla="*/ 740196 w 1252752"/>
                    <a:gd name="connsiteY755" fmla="*/ 824689 h 879650"/>
                    <a:gd name="connsiteX756" fmla="*/ 729026 w 1252752"/>
                    <a:gd name="connsiteY756" fmla="*/ 821632 h 879650"/>
                    <a:gd name="connsiteX757" fmla="*/ 724303 w 1252752"/>
                    <a:gd name="connsiteY757" fmla="*/ 819780 h 879650"/>
                    <a:gd name="connsiteX758" fmla="*/ 723400 w 1252752"/>
                    <a:gd name="connsiteY758" fmla="*/ 819398 h 879650"/>
                    <a:gd name="connsiteX759" fmla="*/ 714799 w 1252752"/>
                    <a:gd name="connsiteY759" fmla="*/ 815717 h 879650"/>
                    <a:gd name="connsiteX760" fmla="*/ 714648 w 1252752"/>
                    <a:gd name="connsiteY760" fmla="*/ 815648 h 879650"/>
                    <a:gd name="connsiteX761" fmla="*/ 714637 w 1252752"/>
                    <a:gd name="connsiteY761" fmla="*/ 815694 h 879650"/>
                    <a:gd name="connsiteX762" fmla="*/ 714556 w 1252752"/>
                    <a:gd name="connsiteY762" fmla="*/ 815844 h 879650"/>
                    <a:gd name="connsiteX763" fmla="*/ 710377 w 1252752"/>
                    <a:gd name="connsiteY763" fmla="*/ 814941 h 879650"/>
                    <a:gd name="connsiteX764" fmla="*/ 704253 w 1252752"/>
                    <a:gd name="connsiteY764" fmla="*/ 812904 h 879650"/>
                    <a:gd name="connsiteX765" fmla="*/ 694402 w 1252752"/>
                    <a:gd name="connsiteY765" fmla="*/ 808992 h 879650"/>
                    <a:gd name="connsiteX766" fmla="*/ 693383 w 1252752"/>
                    <a:gd name="connsiteY766" fmla="*/ 810149 h 879650"/>
                    <a:gd name="connsiteX767" fmla="*/ 692863 w 1252752"/>
                    <a:gd name="connsiteY767" fmla="*/ 810948 h 879650"/>
                    <a:gd name="connsiteX768" fmla="*/ 692631 w 1252752"/>
                    <a:gd name="connsiteY768" fmla="*/ 811017 h 879650"/>
                    <a:gd name="connsiteX769" fmla="*/ 689216 w 1252752"/>
                    <a:gd name="connsiteY769" fmla="*/ 810415 h 879650"/>
                    <a:gd name="connsiteX770" fmla="*/ 692712 w 1252752"/>
                    <a:gd name="connsiteY770" fmla="*/ 810925 h 879650"/>
                    <a:gd name="connsiteX771" fmla="*/ 693719 w 1252752"/>
                    <a:gd name="connsiteY771" fmla="*/ 809652 h 879650"/>
                    <a:gd name="connsiteX772" fmla="*/ 688776 w 1252752"/>
                    <a:gd name="connsiteY772" fmla="*/ 809235 h 879650"/>
                    <a:gd name="connsiteX773" fmla="*/ 689124 w 1252752"/>
                    <a:gd name="connsiteY773" fmla="*/ 811168 h 879650"/>
                    <a:gd name="connsiteX774" fmla="*/ 688568 w 1252752"/>
                    <a:gd name="connsiteY774" fmla="*/ 809211 h 879650"/>
                    <a:gd name="connsiteX775" fmla="*/ 688649 w 1252752"/>
                    <a:gd name="connsiteY775" fmla="*/ 808517 h 879650"/>
                    <a:gd name="connsiteX776" fmla="*/ 686531 w 1252752"/>
                    <a:gd name="connsiteY776" fmla="*/ 807614 h 879650"/>
                    <a:gd name="connsiteX777" fmla="*/ 682525 w 1252752"/>
                    <a:gd name="connsiteY777" fmla="*/ 806375 h 879650"/>
                    <a:gd name="connsiteX778" fmla="*/ 677582 w 1252752"/>
                    <a:gd name="connsiteY778" fmla="*/ 805311 h 879650"/>
                    <a:gd name="connsiteX779" fmla="*/ 670104 w 1252752"/>
                    <a:gd name="connsiteY779" fmla="*/ 803621 h 879650"/>
                    <a:gd name="connsiteX780" fmla="*/ 666377 w 1252752"/>
                    <a:gd name="connsiteY780" fmla="*/ 803030 h 879650"/>
                    <a:gd name="connsiteX781" fmla="*/ 660994 w 1252752"/>
                    <a:gd name="connsiteY781" fmla="*/ 802417 h 879650"/>
                    <a:gd name="connsiteX782" fmla="*/ 657093 w 1252752"/>
                    <a:gd name="connsiteY782" fmla="*/ 801768 h 879650"/>
                    <a:gd name="connsiteX783" fmla="*/ 650865 w 1252752"/>
                    <a:gd name="connsiteY783" fmla="*/ 801236 h 879650"/>
                    <a:gd name="connsiteX784" fmla="*/ 648017 w 1252752"/>
                    <a:gd name="connsiteY784" fmla="*/ 800842 h 879650"/>
                    <a:gd name="connsiteX785" fmla="*/ 647937 w 1252752"/>
                    <a:gd name="connsiteY785" fmla="*/ 800842 h 879650"/>
                    <a:gd name="connsiteX786" fmla="*/ 639857 w 1252752"/>
                    <a:gd name="connsiteY786" fmla="*/ 800529 h 879650"/>
                    <a:gd name="connsiteX787" fmla="*/ 637252 w 1252752"/>
                    <a:gd name="connsiteY787" fmla="*/ 800680 h 879650"/>
                    <a:gd name="connsiteX788" fmla="*/ 636835 w 1252752"/>
                    <a:gd name="connsiteY788" fmla="*/ 801745 h 879650"/>
                    <a:gd name="connsiteX789" fmla="*/ 636720 w 1252752"/>
                    <a:gd name="connsiteY789" fmla="*/ 801745 h 879650"/>
                    <a:gd name="connsiteX790" fmla="*/ 636974 w 1252752"/>
                    <a:gd name="connsiteY790" fmla="*/ 800437 h 879650"/>
                    <a:gd name="connsiteX791" fmla="*/ 640065 w 1252752"/>
                    <a:gd name="connsiteY791" fmla="*/ 799766 h 879650"/>
                    <a:gd name="connsiteX792" fmla="*/ 634555 w 1252752"/>
                    <a:gd name="connsiteY792" fmla="*/ 799095 h 879650"/>
                    <a:gd name="connsiteX793" fmla="*/ 629982 w 1252752"/>
                    <a:gd name="connsiteY793" fmla="*/ 798712 h 879650"/>
                    <a:gd name="connsiteX794" fmla="*/ 625908 w 1252752"/>
                    <a:gd name="connsiteY794" fmla="*/ 799198 h 879650"/>
                    <a:gd name="connsiteX795" fmla="*/ 623500 w 1252752"/>
                    <a:gd name="connsiteY795" fmla="*/ 797624 h 879650"/>
                    <a:gd name="connsiteX796" fmla="*/ 621439 w 1252752"/>
                    <a:gd name="connsiteY796" fmla="*/ 793873 h 879650"/>
                    <a:gd name="connsiteX797" fmla="*/ 621243 w 1252752"/>
                    <a:gd name="connsiteY797" fmla="*/ 790516 h 879650"/>
                    <a:gd name="connsiteX798" fmla="*/ 619541 w 1252752"/>
                    <a:gd name="connsiteY798" fmla="*/ 789313 h 879650"/>
                    <a:gd name="connsiteX799" fmla="*/ 620027 w 1252752"/>
                    <a:gd name="connsiteY799" fmla="*/ 787715 h 879650"/>
                    <a:gd name="connsiteX800" fmla="*/ 619043 w 1252752"/>
                    <a:gd name="connsiteY800" fmla="*/ 786477 h 879650"/>
                    <a:gd name="connsiteX801" fmla="*/ 618140 w 1252752"/>
                    <a:gd name="connsiteY801" fmla="*/ 785978 h 879650"/>
                    <a:gd name="connsiteX802" fmla="*/ 619089 w 1252752"/>
                    <a:gd name="connsiteY802" fmla="*/ 783363 h 879650"/>
                    <a:gd name="connsiteX803" fmla="*/ 618661 w 1252752"/>
                    <a:gd name="connsiteY803" fmla="*/ 782795 h 879650"/>
                    <a:gd name="connsiteX804" fmla="*/ 617700 w 1252752"/>
                    <a:gd name="connsiteY804" fmla="*/ 782275 h 879650"/>
                    <a:gd name="connsiteX805" fmla="*/ 616925 w 1252752"/>
                    <a:gd name="connsiteY805" fmla="*/ 781858 h 879650"/>
                    <a:gd name="connsiteX806" fmla="*/ 615802 w 1252752"/>
                    <a:gd name="connsiteY806" fmla="*/ 781904 h 879650"/>
                    <a:gd name="connsiteX807" fmla="*/ 616045 w 1252752"/>
                    <a:gd name="connsiteY807" fmla="*/ 779959 h 879650"/>
                    <a:gd name="connsiteX808" fmla="*/ 616392 w 1252752"/>
                    <a:gd name="connsiteY808" fmla="*/ 779751 h 879650"/>
                    <a:gd name="connsiteX809" fmla="*/ 616554 w 1252752"/>
                    <a:gd name="connsiteY809" fmla="*/ 779646 h 879650"/>
                    <a:gd name="connsiteX810" fmla="*/ 616821 w 1252752"/>
                    <a:gd name="connsiteY810" fmla="*/ 779265 h 879650"/>
                    <a:gd name="connsiteX811" fmla="*/ 616925 w 1252752"/>
                    <a:gd name="connsiteY811" fmla="*/ 777818 h 879650"/>
                    <a:gd name="connsiteX812" fmla="*/ 616022 w 1252752"/>
                    <a:gd name="connsiteY812" fmla="*/ 777065 h 879650"/>
                    <a:gd name="connsiteX813" fmla="*/ 615779 w 1252752"/>
                    <a:gd name="connsiteY813" fmla="*/ 776058 h 879650"/>
                    <a:gd name="connsiteX814" fmla="*/ 614887 w 1252752"/>
                    <a:gd name="connsiteY814" fmla="*/ 775410 h 879650"/>
                    <a:gd name="connsiteX815" fmla="*/ 615177 w 1252752"/>
                    <a:gd name="connsiteY815" fmla="*/ 774391 h 879650"/>
                    <a:gd name="connsiteX816" fmla="*/ 614529 w 1252752"/>
                    <a:gd name="connsiteY816" fmla="*/ 772377 h 879650"/>
                    <a:gd name="connsiteX817" fmla="*/ 614425 w 1252752"/>
                    <a:gd name="connsiteY817" fmla="*/ 772319 h 879650"/>
                    <a:gd name="connsiteX818" fmla="*/ 614899 w 1252752"/>
                    <a:gd name="connsiteY818" fmla="*/ 774322 h 879650"/>
                    <a:gd name="connsiteX819" fmla="*/ 614783 w 1252752"/>
                    <a:gd name="connsiteY819" fmla="*/ 775491 h 879650"/>
                    <a:gd name="connsiteX820" fmla="*/ 615640 w 1252752"/>
                    <a:gd name="connsiteY820" fmla="*/ 776174 h 879650"/>
                    <a:gd name="connsiteX821" fmla="*/ 615744 w 1252752"/>
                    <a:gd name="connsiteY821" fmla="*/ 776961 h 879650"/>
                    <a:gd name="connsiteX822" fmla="*/ 616763 w 1252752"/>
                    <a:gd name="connsiteY822" fmla="*/ 777841 h 879650"/>
                    <a:gd name="connsiteX823" fmla="*/ 616751 w 1252752"/>
                    <a:gd name="connsiteY823" fmla="*/ 778825 h 879650"/>
                    <a:gd name="connsiteX824" fmla="*/ 616531 w 1252752"/>
                    <a:gd name="connsiteY824" fmla="*/ 779496 h 879650"/>
                    <a:gd name="connsiteX825" fmla="*/ 616126 w 1252752"/>
                    <a:gd name="connsiteY825" fmla="*/ 779658 h 879650"/>
                    <a:gd name="connsiteX826" fmla="*/ 615814 w 1252752"/>
                    <a:gd name="connsiteY826" fmla="*/ 779786 h 879650"/>
                    <a:gd name="connsiteX827" fmla="*/ 615501 w 1252752"/>
                    <a:gd name="connsiteY827" fmla="*/ 782043 h 879650"/>
                    <a:gd name="connsiteX828" fmla="*/ 617700 w 1252752"/>
                    <a:gd name="connsiteY828" fmla="*/ 782865 h 879650"/>
                    <a:gd name="connsiteX829" fmla="*/ 618893 w 1252752"/>
                    <a:gd name="connsiteY829" fmla="*/ 783305 h 879650"/>
                    <a:gd name="connsiteX830" fmla="*/ 617863 w 1252752"/>
                    <a:gd name="connsiteY830" fmla="*/ 785875 h 879650"/>
                    <a:gd name="connsiteX831" fmla="*/ 619691 w 1252752"/>
                    <a:gd name="connsiteY831" fmla="*/ 787762 h 879650"/>
                    <a:gd name="connsiteX832" fmla="*/ 619136 w 1252752"/>
                    <a:gd name="connsiteY832" fmla="*/ 788722 h 879650"/>
                    <a:gd name="connsiteX833" fmla="*/ 619159 w 1252752"/>
                    <a:gd name="connsiteY833" fmla="*/ 789903 h 879650"/>
                    <a:gd name="connsiteX834" fmla="*/ 620779 w 1252752"/>
                    <a:gd name="connsiteY834" fmla="*/ 790957 h 879650"/>
                    <a:gd name="connsiteX835" fmla="*/ 620583 w 1252752"/>
                    <a:gd name="connsiteY835" fmla="*/ 794696 h 879650"/>
                    <a:gd name="connsiteX836" fmla="*/ 622076 w 1252752"/>
                    <a:gd name="connsiteY836" fmla="*/ 797126 h 879650"/>
                    <a:gd name="connsiteX837" fmla="*/ 622065 w 1252752"/>
                    <a:gd name="connsiteY837" fmla="*/ 798041 h 879650"/>
                    <a:gd name="connsiteX838" fmla="*/ 624079 w 1252752"/>
                    <a:gd name="connsiteY838" fmla="*/ 799198 h 879650"/>
                    <a:gd name="connsiteX839" fmla="*/ 622609 w 1252752"/>
                    <a:gd name="connsiteY839" fmla="*/ 800414 h 879650"/>
                    <a:gd name="connsiteX840" fmla="*/ 629543 w 1252752"/>
                    <a:gd name="connsiteY840" fmla="*/ 799175 h 879650"/>
                    <a:gd name="connsiteX841" fmla="*/ 634729 w 1252752"/>
                    <a:gd name="connsiteY841" fmla="*/ 799545 h 879650"/>
                    <a:gd name="connsiteX842" fmla="*/ 635712 w 1252752"/>
                    <a:gd name="connsiteY842" fmla="*/ 801791 h 879650"/>
                    <a:gd name="connsiteX843" fmla="*/ 629844 w 1252752"/>
                    <a:gd name="connsiteY843" fmla="*/ 802058 h 879650"/>
                    <a:gd name="connsiteX844" fmla="*/ 626707 w 1252752"/>
                    <a:gd name="connsiteY844" fmla="*/ 801675 h 879650"/>
                    <a:gd name="connsiteX845" fmla="*/ 620317 w 1252752"/>
                    <a:gd name="connsiteY845" fmla="*/ 802821 h 879650"/>
                    <a:gd name="connsiteX846" fmla="*/ 617700 w 1252752"/>
                    <a:gd name="connsiteY846" fmla="*/ 803597 h 879650"/>
                    <a:gd name="connsiteX847" fmla="*/ 607977 w 1252752"/>
                    <a:gd name="connsiteY847" fmla="*/ 806468 h 879650"/>
                    <a:gd name="connsiteX848" fmla="*/ 604874 w 1252752"/>
                    <a:gd name="connsiteY848" fmla="*/ 807753 h 879650"/>
                    <a:gd name="connsiteX849" fmla="*/ 604735 w 1252752"/>
                    <a:gd name="connsiteY849" fmla="*/ 807811 h 879650"/>
                    <a:gd name="connsiteX850" fmla="*/ 594641 w 1252752"/>
                    <a:gd name="connsiteY850" fmla="*/ 811654 h 879650"/>
                    <a:gd name="connsiteX851" fmla="*/ 587904 w 1252752"/>
                    <a:gd name="connsiteY851" fmla="*/ 813692 h 879650"/>
                    <a:gd name="connsiteX852" fmla="*/ 584142 w 1252752"/>
                    <a:gd name="connsiteY852" fmla="*/ 814594 h 879650"/>
                    <a:gd name="connsiteX853" fmla="*/ 577694 w 1252752"/>
                    <a:gd name="connsiteY853" fmla="*/ 815300 h 879650"/>
                    <a:gd name="connsiteX854" fmla="*/ 566477 w 1252752"/>
                    <a:gd name="connsiteY854" fmla="*/ 817014 h 879650"/>
                    <a:gd name="connsiteX855" fmla="*/ 566454 w 1252752"/>
                    <a:gd name="connsiteY855" fmla="*/ 817014 h 879650"/>
                    <a:gd name="connsiteX856" fmla="*/ 560168 w 1252752"/>
                    <a:gd name="connsiteY856" fmla="*/ 817604 h 879650"/>
                    <a:gd name="connsiteX857" fmla="*/ 544425 w 1252752"/>
                    <a:gd name="connsiteY857" fmla="*/ 817835 h 879650"/>
                    <a:gd name="connsiteX858" fmla="*/ 539876 w 1252752"/>
                    <a:gd name="connsiteY858" fmla="*/ 817905 h 879650"/>
                    <a:gd name="connsiteX859" fmla="*/ 534169 w 1252752"/>
                    <a:gd name="connsiteY859" fmla="*/ 818310 h 879650"/>
                    <a:gd name="connsiteX860" fmla="*/ 528450 w 1252752"/>
                    <a:gd name="connsiteY860" fmla="*/ 818310 h 879650"/>
                    <a:gd name="connsiteX861" fmla="*/ 527026 w 1252752"/>
                    <a:gd name="connsiteY861" fmla="*/ 818866 h 879650"/>
                    <a:gd name="connsiteX862" fmla="*/ 525938 w 1252752"/>
                    <a:gd name="connsiteY862" fmla="*/ 815173 h 879650"/>
                    <a:gd name="connsiteX863" fmla="*/ 523311 w 1252752"/>
                    <a:gd name="connsiteY863" fmla="*/ 813148 h 879650"/>
                    <a:gd name="connsiteX864" fmla="*/ 520393 w 1252752"/>
                    <a:gd name="connsiteY864" fmla="*/ 812591 h 879650"/>
                    <a:gd name="connsiteX865" fmla="*/ 519178 w 1252752"/>
                    <a:gd name="connsiteY865" fmla="*/ 808506 h 879650"/>
                    <a:gd name="connsiteX866" fmla="*/ 515972 w 1252752"/>
                    <a:gd name="connsiteY866" fmla="*/ 810230 h 879650"/>
                    <a:gd name="connsiteX867" fmla="*/ 514166 w 1252752"/>
                    <a:gd name="connsiteY867" fmla="*/ 804234 h 879650"/>
                    <a:gd name="connsiteX868" fmla="*/ 517557 w 1252752"/>
                    <a:gd name="connsiteY868" fmla="*/ 802752 h 879650"/>
                    <a:gd name="connsiteX869" fmla="*/ 516006 w 1252752"/>
                    <a:gd name="connsiteY869" fmla="*/ 799372 h 879650"/>
                    <a:gd name="connsiteX870" fmla="*/ 517419 w 1252752"/>
                    <a:gd name="connsiteY870" fmla="*/ 798272 h 879650"/>
                    <a:gd name="connsiteX871" fmla="*/ 519491 w 1252752"/>
                    <a:gd name="connsiteY871" fmla="*/ 789753 h 879650"/>
                    <a:gd name="connsiteX872" fmla="*/ 519722 w 1252752"/>
                    <a:gd name="connsiteY872" fmla="*/ 789463 h 879650"/>
                    <a:gd name="connsiteX873" fmla="*/ 519595 w 1252752"/>
                    <a:gd name="connsiteY873" fmla="*/ 789336 h 879650"/>
                    <a:gd name="connsiteX874" fmla="*/ 519236 w 1252752"/>
                    <a:gd name="connsiteY874" fmla="*/ 789729 h 879650"/>
                    <a:gd name="connsiteX875" fmla="*/ 517187 w 1252752"/>
                    <a:gd name="connsiteY875" fmla="*/ 798098 h 879650"/>
                    <a:gd name="connsiteX876" fmla="*/ 515752 w 1252752"/>
                    <a:gd name="connsiteY876" fmla="*/ 799372 h 879650"/>
                    <a:gd name="connsiteX877" fmla="*/ 517326 w 1252752"/>
                    <a:gd name="connsiteY877" fmla="*/ 802602 h 879650"/>
                    <a:gd name="connsiteX878" fmla="*/ 513957 w 1252752"/>
                    <a:gd name="connsiteY878" fmla="*/ 804118 h 879650"/>
                    <a:gd name="connsiteX879" fmla="*/ 515960 w 1252752"/>
                    <a:gd name="connsiteY879" fmla="*/ 810693 h 879650"/>
                    <a:gd name="connsiteX880" fmla="*/ 519016 w 1252752"/>
                    <a:gd name="connsiteY880" fmla="*/ 808818 h 879650"/>
                    <a:gd name="connsiteX881" fmla="*/ 519884 w 1252752"/>
                    <a:gd name="connsiteY881" fmla="*/ 812511 h 879650"/>
                    <a:gd name="connsiteX882" fmla="*/ 521377 w 1252752"/>
                    <a:gd name="connsiteY882" fmla="*/ 813576 h 879650"/>
                    <a:gd name="connsiteX883" fmla="*/ 523195 w 1252752"/>
                    <a:gd name="connsiteY883" fmla="*/ 813564 h 879650"/>
                    <a:gd name="connsiteX884" fmla="*/ 525661 w 1252752"/>
                    <a:gd name="connsiteY884" fmla="*/ 815949 h 879650"/>
                    <a:gd name="connsiteX885" fmla="*/ 527015 w 1252752"/>
                    <a:gd name="connsiteY885" fmla="*/ 819560 h 879650"/>
                    <a:gd name="connsiteX886" fmla="*/ 520174 w 1252752"/>
                    <a:gd name="connsiteY886" fmla="*/ 819989 h 879650"/>
                    <a:gd name="connsiteX887" fmla="*/ 512001 w 1252752"/>
                    <a:gd name="connsiteY887" fmla="*/ 822883 h 879650"/>
                    <a:gd name="connsiteX888" fmla="*/ 507371 w 1252752"/>
                    <a:gd name="connsiteY888" fmla="*/ 824526 h 879650"/>
                    <a:gd name="connsiteX889" fmla="*/ 503643 w 1252752"/>
                    <a:gd name="connsiteY889" fmla="*/ 825325 h 879650"/>
                    <a:gd name="connsiteX890" fmla="*/ 495343 w 1252752"/>
                    <a:gd name="connsiteY890" fmla="*/ 827085 h 879650"/>
                    <a:gd name="connsiteX891" fmla="*/ 489810 w 1252752"/>
                    <a:gd name="connsiteY891" fmla="*/ 827837 h 879650"/>
                    <a:gd name="connsiteX892" fmla="*/ 488190 w 1252752"/>
                    <a:gd name="connsiteY892" fmla="*/ 828370 h 879650"/>
                    <a:gd name="connsiteX893" fmla="*/ 487646 w 1252752"/>
                    <a:gd name="connsiteY893" fmla="*/ 828439 h 879650"/>
                    <a:gd name="connsiteX894" fmla="*/ 479716 w 1252752"/>
                    <a:gd name="connsiteY894" fmla="*/ 830985 h 879650"/>
                    <a:gd name="connsiteX895" fmla="*/ 478836 w 1252752"/>
                    <a:gd name="connsiteY895" fmla="*/ 831229 h 879650"/>
                    <a:gd name="connsiteX896" fmla="*/ 472771 w 1252752"/>
                    <a:gd name="connsiteY896" fmla="*/ 832780 h 879650"/>
                    <a:gd name="connsiteX897" fmla="*/ 462294 w 1252752"/>
                    <a:gd name="connsiteY897" fmla="*/ 835906 h 879650"/>
                    <a:gd name="connsiteX898" fmla="*/ 457838 w 1252752"/>
                    <a:gd name="connsiteY898" fmla="*/ 837850 h 879650"/>
                    <a:gd name="connsiteX899" fmla="*/ 455140 w 1252752"/>
                    <a:gd name="connsiteY899" fmla="*/ 840397 h 879650"/>
                    <a:gd name="connsiteX900" fmla="*/ 452628 w 1252752"/>
                    <a:gd name="connsiteY900" fmla="*/ 842342 h 879650"/>
                    <a:gd name="connsiteX901" fmla="*/ 451506 w 1252752"/>
                    <a:gd name="connsiteY901" fmla="*/ 843846 h 879650"/>
                    <a:gd name="connsiteX902" fmla="*/ 449468 w 1252752"/>
                    <a:gd name="connsiteY902" fmla="*/ 845768 h 879650"/>
                    <a:gd name="connsiteX903" fmla="*/ 448380 w 1252752"/>
                    <a:gd name="connsiteY903" fmla="*/ 845236 h 879650"/>
                    <a:gd name="connsiteX904" fmla="*/ 448357 w 1252752"/>
                    <a:gd name="connsiteY904" fmla="*/ 845224 h 879650"/>
                    <a:gd name="connsiteX905" fmla="*/ 449781 w 1252752"/>
                    <a:gd name="connsiteY905" fmla="*/ 843105 h 879650"/>
                    <a:gd name="connsiteX906" fmla="*/ 447303 w 1252752"/>
                    <a:gd name="connsiteY906" fmla="*/ 840189 h 879650"/>
                    <a:gd name="connsiteX907" fmla="*/ 447813 w 1252752"/>
                    <a:gd name="connsiteY907" fmla="*/ 837642 h 879650"/>
                    <a:gd name="connsiteX908" fmla="*/ 444942 w 1252752"/>
                    <a:gd name="connsiteY908" fmla="*/ 837121 h 879650"/>
                    <a:gd name="connsiteX909" fmla="*/ 444502 w 1252752"/>
                    <a:gd name="connsiteY909" fmla="*/ 837306 h 879650"/>
                    <a:gd name="connsiteX910" fmla="*/ 443310 w 1252752"/>
                    <a:gd name="connsiteY910" fmla="*/ 837781 h 879650"/>
                    <a:gd name="connsiteX911" fmla="*/ 444630 w 1252752"/>
                    <a:gd name="connsiteY911" fmla="*/ 837665 h 879650"/>
                    <a:gd name="connsiteX912" fmla="*/ 444861 w 1252752"/>
                    <a:gd name="connsiteY912" fmla="*/ 837642 h 879650"/>
                    <a:gd name="connsiteX913" fmla="*/ 445139 w 1252752"/>
                    <a:gd name="connsiteY913" fmla="*/ 839135 h 879650"/>
                    <a:gd name="connsiteX914" fmla="*/ 445266 w 1252752"/>
                    <a:gd name="connsiteY914" fmla="*/ 839864 h 879650"/>
                    <a:gd name="connsiteX915" fmla="*/ 438077 w 1252752"/>
                    <a:gd name="connsiteY915" fmla="*/ 839853 h 879650"/>
                    <a:gd name="connsiteX916" fmla="*/ 439559 w 1252752"/>
                    <a:gd name="connsiteY916" fmla="*/ 840976 h 879650"/>
                    <a:gd name="connsiteX917" fmla="*/ 436677 w 1252752"/>
                    <a:gd name="connsiteY917" fmla="*/ 844761 h 879650"/>
                    <a:gd name="connsiteX918" fmla="*/ 441435 w 1252752"/>
                    <a:gd name="connsiteY918" fmla="*/ 843812 h 879650"/>
                    <a:gd name="connsiteX919" fmla="*/ 445636 w 1252752"/>
                    <a:gd name="connsiteY919" fmla="*/ 850075 h 879650"/>
                    <a:gd name="connsiteX920" fmla="*/ 448670 w 1252752"/>
                    <a:gd name="connsiteY920" fmla="*/ 846278 h 879650"/>
                    <a:gd name="connsiteX921" fmla="*/ 449537 w 1252752"/>
                    <a:gd name="connsiteY921" fmla="*/ 846220 h 879650"/>
                    <a:gd name="connsiteX922" fmla="*/ 449966 w 1252752"/>
                    <a:gd name="connsiteY922" fmla="*/ 846185 h 879650"/>
                    <a:gd name="connsiteX923" fmla="*/ 449769 w 1252752"/>
                    <a:gd name="connsiteY923" fmla="*/ 846394 h 879650"/>
                    <a:gd name="connsiteX924" fmla="*/ 446690 w 1252752"/>
                    <a:gd name="connsiteY924" fmla="*/ 849634 h 879650"/>
                    <a:gd name="connsiteX925" fmla="*/ 442326 w 1252752"/>
                    <a:gd name="connsiteY925" fmla="*/ 859659 h 879650"/>
                    <a:gd name="connsiteX926" fmla="*/ 439143 w 1252752"/>
                    <a:gd name="connsiteY926" fmla="*/ 863687 h 879650"/>
                    <a:gd name="connsiteX927" fmla="*/ 437001 w 1252752"/>
                    <a:gd name="connsiteY927" fmla="*/ 866639 h 879650"/>
                    <a:gd name="connsiteX928" fmla="*/ 433875 w 1252752"/>
                    <a:gd name="connsiteY928" fmla="*/ 866026 h 879650"/>
                    <a:gd name="connsiteX929" fmla="*/ 429257 w 1252752"/>
                    <a:gd name="connsiteY929" fmla="*/ 861638 h 879650"/>
                    <a:gd name="connsiteX930" fmla="*/ 425298 w 1252752"/>
                    <a:gd name="connsiteY930" fmla="*/ 857402 h 879650"/>
                    <a:gd name="connsiteX931" fmla="*/ 420586 w 1252752"/>
                    <a:gd name="connsiteY931" fmla="*/ 853397 h 879650"/>
                    <a:gd name="connsiteX932" fmla="*/ 419232 w 1252752"/>
                    <a:gd name="connsiteY932" fmla="*/ 852112 h 879650"/>
                    <a:gd name="connsiteX933" fmla="*/ 418456 w 1252752"/>
                    <a:gd name="connsiteY933" fmla="*/ 851591 h 879650"/>
                    <a:gd name="connsiteX934" fmla="*/ 415389 w 1252752"/>
                    <a:gd name="connsiteY934" fmla="*/ 848975 h 879650"/>
                    <a:gd name="connsiteX935" fmla="*/ 410596 w 1252752"/>
                    <a:gd name="connsiteY935" fmla="*/ 846278 h 879650"/>
                    <a:gd name="connsiteX936" fmla="*/ 408524 w 1252752"/>
                    <a:gd name="connsiteY936" fmla="*/ 844889 h 879650"/>
                    <a:gd name="connsiteX937" fmla="*/ 406417 w 1252752"/>
                    <a:gd name="connsiteY937" fmla="*/ 843928 h 879650"/>
                    <a:gd name="connsiteX938" fmla="*/ 406290 w 1252752"/>
                    <a:gd name="connsiteY938" fmla="*/ 843858 h 879650"/>
                    <a:gd name="connsiteX939" fmla="*/ 403003 w 1252752"/>
                    <a:gd name="connsiteY939" fmla="*/ 842006 h 879650"/>
                    <a:gd name="connsiteX940" fmla="*/ 395073 w 1252752"/>
                    <a:gd name="connsiteY940" fmla="*/ 838788 h 879650"/>
                    <a:gd name="connsiteX941" fmla="*/ 392885 w 1252752"/>
                    <a:gd name="connsiteY941" fmla="*/ 837792 h 879650"/>
                    <a:gd name="connsiteX942" fmla="*/ 387584 w 1252752"/>
                    <a:gd name="connsiteY942" fmla="*/ 833636 h 879650"/>
                    <a:gd name="connsiteX943" fmla="*/ 389135 w 1252752"/>
                    <a:gd name="connsiteY943" fmla="*/ 828613 h 879650"/>
                    <a:gd name="connsiteX944" fmla="*/ 390663 w 1252752"/>
                    <a:gd name="connsiteY944" fmla="*/ 829967 h 879650"/>
                    <a:gd name="connsiteX945" fmla="*/ 388035 w 1252752"/>
                    <a:gd name="connsiteY945" fmla="*/ 833590 h 879650"/>
                    <a:gd name="connsiteX946" fmla="*/ 391878 w 1252752"/>
                    <a:gd name="connsiteY946" fmla="*/ 832595 h 879650"/>
                    <a:gd name="connsiteX947" fmla="*/ 393302 w 1252752"/>
                    <a:gd name="connsiteY947" fmla="*/ 827953 h 879650"/>
                    <a:gd name="connsiteX948" fmla="*/ 395826 w 1252752"/>
                    <a:gd name="connsiteY948" fmla="*/ 827733 h 879650"/>
                    <a:gd name="connsiteX949" fmla="*/ 396381 w 1252752"/>
                    <a:gd name="connsiteY949" fmla="*/ 825325 h 879650"/>
                    <a:gd name="connsiteX950" fmla="*/ 397134 w 1252752"/>
                    <a:gd name="connsiteY950" fmla="*/ 822060 h 879650"/>
                    <a:gd name="connsiteX951" fmla="*/ 401880 w 1252752"/>
                    <a:gd name="connsiteY951" fmla="*/ 817361 h 879650"/>
                    <a:gd name="connsiteX952" fmla="*/ 405271 w 1252752"/>
                    <a:gd name="connsiteY952" fmla="*/ 817060 h 879650"/>
                    <a:gd name="connsiteX953" fmla="*/ 406290 w 1252752"/>
                    <a:gd name="connsiteY953" fmla="*/ 818044 h 879650"/>
                    <a:gd name="connsiteX954" fmla="*/ 408432 w 1252752"/>
                    <a:gd name="connsiteY954" fmla="*/ 820116 h 879650"/>
                    <a:gd name="connsiteX955" fmla="*/ 414277 w 1252752"/>
                    <a:gd name="connsiteY955" fmla="*/ 822118 h 879650"/>
                    <a:gd name="connsiteX956" fmla="*/ 417854 w 1252752"/>
                    <a:gd name="connsiteY956" fmla="*/ 818854 h 879650"/>
                    <a:gd name="connsiteX957" fmla="*/ 421501 w 1252752"/>
                    <a:gd name="connsiteY957" fmla="*/ 818727 h 879650"/>
                    <a:gd name="connsiteX958" fmla="*/ 421593 w 1252752"/>
                    <a:gd name="connsiteY958" fmla="*/ 815671 h 879650"/>
                    <a:gd name="connsiteX959" fmla="*/ 425390 w 1252752"/>
                    <a:gd name="connsiteY959" fmla="*/ 813078 h 879650"/>
                    <a:gd name="connsiteX960" fmla="*/ 424464 w 1252752"/>
                    <a:gd name="connsiteY960" fmla="*/ 810126 h 879650"/>
                    <a:gd name="connsiteX961" fmla="*/ 427046 w 1252752"/>
                    <a:gd name="connsiteY961" fmla="*/ 805507 h 879650"/>
                    <a:gd name="connsiteX962" fmla="*/ 427740 w 1252752"/>
                    <a:gd name="connsiteY962" fmla="*/ 803528 h 879650"/>
                    <a:gd name="connsiteX963" fmla="*/ 426131 w 1252752"/>
                    <a:gd name="connsiteY963" fmla="*/ 801572 h 879650"/>
                    <a:gd name="connsiteX964" fmla="*/ 424105 w 1252752"/>
                    <a:gd name="connsiteY964" fmla="*/ 804755 h 879650"/>
                    <a:gd name="connsiteX965" fmla="*/ 423411 w 1252752"/>
                    <a:gd name="connsiteY965" fmla="*/ 811643 h 879650"/>
                    <a:gd name="connsiteX966" fmla="*/ 414277 w 1252752"/>
                    <a:gd name="connsiteY966" fmla="*/ 818843 h 879650"/>
                    <a:gd name="connsiteX967" fmla="*/ 409647 w 1252752"/>
                    <a:gd name="connsiteY967" fmla="*/ 817338 h 879650"/>
                    <a:gd name="connsiteX968" fmla="*/ 410029 w 1252752"/>
                    <a:gd name="connsiteY968" fmla="*/ 815717 h 879650"/>
                    <a:gd name="connsiteX969" fmla="*/ 412668 w 1252752"/>
                    <a:gd name="connsiteY969" fmla="*/ 815405 h 879650"/>
                    <a:gd name="connsiteX970" fmla="*/ 406707 w 1252752"/>
                    <a:gd name="connsiteY970" fmla="*/ 814930 h 879650"/>
                    <a:gd name="connsiteX971" fmla="*/ 406290 w 1252752"/>
                    <a:gd name="connsiteY971" fmla="*/ 814351 h 879650"/>
                    <a:gd name="connsiteX972" fmla="*/ 404727 w 1252752"/>
                    <a:gd name="connsiteY972" fmla="*/ 812163 h 879650"/>
                    <a:gd name="connsiteX973" fmla="*/ 406290 w 1252752"/>
                    <a:gd name="connsiteY973" fmla="*/ 809501 h 879650"/>
                    <a:gd name="connsiteX974" fmla="*/ 407205 w 1252752"/>
                    <a:gd name="connsiteY974" fmla="*/ 807950 h 879650"/>
                    <a:gd name="connsiteX975" fmla="*/ 411627 w 1252752"/>
                    <a:gd name="connsiteY975" fmla="*/ 805380 h 879650"/>
                    <a:gd name="connsiteX976" fmla="*/ 407864 w 1252752"/>
                    <a:gd name="connsiteY976" fmla="*/ 805299 h 879650"/>
                    <a:gd name="connsiteX977" fmla="*/ 408941 w 1252752"/>
                    <a:gd name="connsiteY977" fmla="*/ 798573 h 879650"/>
                    <a:gd name="connsiteX978" fmla="*/ 407529 w 1252752"/>
                    <a:gd name="connsiteY978" fmla="*/ 799511 h 879650"/>
                    <a:gd name="connsiteX979" fmla="*/ 406290 w 1252752"/>
                    <a:gd name="connsiteY979" fmla="*/ 798979 h 879650"/>
                    <a:gd name="connsiteX980" fmla="*/ 404160 w 1252752"/>
                    <a:gd name="connsiteY980" fmla="*/ 798064 h 879650"/>
                    <a:gd name="connsiteX981" fmla="*/ 404947 w 1252752"/>
                    <a:gd name="connsiteY981" fmla="*/ 801688 h 879650"/>
                    <a:gd name="connsiteX982" fmla="*/ 403049 w 1252752"/>
                    <a:gd name="connsiteY982" fmla="*/ 802740 h 879650"/>
                    <a:gd name="connsiteX983" fmla="*/ 406198 w 1252752"/>
                    <a:gd name="connsiteY983" fmla="*/ 805982 h 879650"/>
                    <a:gd name="connsiteX984" fmla="*/ 404125 w 1252752"/>
                    <a:gd name="connsiteY984" fmla="*/ 807753 h 879650"/>
                    <a:gd name="connsiteX985" fmla="*/ 402192 w 1252752"/>
                    <a:gd name="connsiteY985" fmla="*/ 815139 h 879650"/>
                    <a:gd name="connsiteX986" fmla="*/ 396381 w 1252752"/>
                    <a:gd name="connsiteY986" fmla="*/ 811087 h 879650"/>
                    <a:gd name="connsiteX987" fmla="*/ 394540 w 1252752"/>
                    <a:gd name="connsiteY987" fmla="*/ 805033 h 879650"/>
                    <a:gd name="connsiteX988" fmla="*/ 396150 w 1252752"/>
                    <a:gd name="connsiteY988" fmla="*/ 801548 h 879650"/>
                    <a:gd name="connsiteX989" fmla="*/ 395200 w 1252752"/>
                    <a:gd name="connsiteY989" fmla="*/ 799314 h 879650"/>
                    <a:gd name="connsiteX990" fmla="*/ 390107 w 1252752"/>
                    <a:gd name="connsiteY990" fmla="*/ 799882 h 879650"/>
                    <a:gd name="connsiteX991" fmla="*/ 388417 w 1252752"/>
                    <a:gd name="connsiteY991" fmla="*/ 798527 h 879650"/>
                    <a:gd name="connsiteX992" fmla="*/ 386924 w 1252752"/>
                    <a:gd name="connsiteY992" fmla="*/ 800587 h 879650"/>
                    <a:gd name="connsiteX993" fmla="*/ 388822 w 1252752"/>
                    <a:gd name="connsiteY993" fmla="*/ 805797 h 879650"/>
                    <a:gd name="connsiteX994" fmla="*/ 386947 w 1252752"/>
                    <a:gd name="connsiteY994" fmla="*/ 805519 h 879650"/>
                    <a:gd name="connsiteX995" fmla="*/ 384469 w 1252752"/>
                    <a:gd name="connsiteY995" fmla="*/ 803192 h 879650"/>
                    <a:gd name="connsiteX996" fmla="*/ 380569 w 1252752"/>
                    <a:gd name="connsiteY996" fmla="*/ 804454 h 879650"/>
                    <a:gd name="connsiteX997" fmla="*/ 379237 w 1252752"/>
                    <a:gd name="connsiteY997" fmla="*/ 803655 h 879650"/>
                    <a:gd name="connsiteX998" fmla="*/ 381043 w 1252752"/>
                    <a:gd name="connsiteY998" fmla="*/ 796976 h 879650"/>
                    <a:gd name="connsiteX999" fmla="*/ 382131 w 1252752"/>
                    <a:gd name="connsiteY999" fmla="*/ 797648 h 879650"/>
                    <a:gd name="connsiteX1000" fmla="*/ 381286 w 1252752"/>
                    <a:gd name="connsiteY1000" fmla="*/ 795355 h 879650"/>
                    <a:gd name="connsiteX1001" fmla="*/ 381194 w 1252752"/>
                    <a:gd name="connsiteY1001" fmla="*/ 795124 h 879650"/>
                    <a:gd name="connsiteX1002" fmla="*/ 381332 w 1252752"/>
                    <a:gd name="connsiteY1002" fmla="*/ 796663 h 879650"/>
                    <a:gd name="connsiteX1003" fmla="*/ 379318 w 1252752"/>
                    <a:gd name="connsiteY1003" fmla="*/ 796119 h 879650"/>
                    <a:gd name="connsiteX1004" fmla="*/ 378427 w 1252752"/>
                    <a:gd name="connsiteY1004" fmla="*/ 797601 h 879650"/>
                    <a:gd name="connsiteX1005" fmla="*/ 374132 w 1252752"/>
                    <a:gd name="connsiteY1005" fmla="*/ 796952 h 879650"/>
                    <a:gd name="connsiteX1006" fmla="*/ 372431 w 1252752"/>
                    <a:gd name="connsiteY1006" fmla="*/ 798990 h 879650"/>
                    <a:gd name="connsiteX1007" fmla="*/ 365612 w 1252752"/>
                    <a:gd name="connsiteY1007" fmla="*/ 797543 h 879650"/>
                    <a:gd name="connsiteX1008" fmla="*/ 363077 w 1252752"/>
                    <a:gd name="connsiteY1008" fmla="*/ 801919 h 879650"/>
                    <a:gd name="connsiteX1009" fmla="*/ 362325 w 1252752"/>
                    <a:gd name="connsiteY1009" fmla="*/ 799985 h 879650"/>
                    <a:gd name="connsiteX1010" fmla="*/ 360751 w 1252752"/>
                    <a:gd name="connsiteY1010" fmla="*/ 799001 h 879650"/>
                    <a:gd name="connsiteX1011" fmla="*/ 361353 w 1252752"/>
                    <a:gd name="connsiteY1011" fmla="*/ 800241 h 879650"/>
                    <a:gd name="connsiteX1012" fmla="*/ 359998 w 1252752"/>
                    <a:gd name="connsiteY1012" fmla="*/ 800356 h 879650"/>
                    <a:gd name="connsiteX1013" fmla="*/ 355646 w 1252752"/>
                    <a:gd name="connsiteY1013" fmla="*/ 796883 h 879650"/>
                    <a:gd name="connsiteX1014" fmla="*/ 357313 w 1252752"/>
                    <a:gd name="connsiteY1014" fmla="*/ 795112 h 879650"/>
                    <a:gd name="connsiteX1015" fmla="*/ 355750 w 1252752"/>
                    <a:gd name="connsiteY1015" fmla="*/ 796165 h 879650"/>
                    <a:gd name="connsiteX1016" fmla="*/ 355009 w 1252752"/>
                    <a:gd name="connsiteY1016" fmla="*/ 794232 h 879650"/>
                    <a:gd name="connsiteX1017" fmla="*/ 355553 w 1252752"/>
                    <a:gd name="connsiteY1017" fmla="*/ 796235 h 879650"/>
                    <a:gd name="connsiteX1018" fmla="*/ 355078 w 1252752"/>
                    <a:gd name="connsiteY1018" fmla="*/ 797277 h 879650"/>
                    <a:gd name="connsiteX1019" fmla="*/ 348688 w 1252752"/>
                    <a:gd name="connsiteY1019" fmla="*/ 797253 h 879650"/>
                    <a:gd name="connsiteX1020" fmla="*/ 348457 w 1252752"/>
                    <a:gd name="connsiteY1020" fmla="*/ 799684 h 879650"/>
                    <a:gd name="connsiteX1021" fmla="*/ 348006 w 1252752"/>
                    <a:gd name="connsiteY1021" fmla="*/ 800727 h 879650"/>
                    <a:gd name="connsiteX1022" fmla="*/ 348087 w 1252752"/>
                    <a:gd name="connsiteY1022" fmla="*/ 800749 h 879650"/>
                    <a:gd name="connsiteX1023" fmla="*/ 352358 w 1252752"/>
                    <a:gd name="connsiteY1023" fmla="*/ 802023 h 879650"/>
                    <a:gd name="connsiteX1024" fmla="*/ 347948 w 1252752"/>
                    <a:gd name="connsiteY1024" fmla="*/ 801606 h 879650"/>
                    <a:gd name="connsiteX1025" fmla="*/ 347230 w 1252752"/>
                    <a:gd name="connsiteY1025" fmla="*/ 803308 h 879650"/>
                    <a:gd name="connsiteX1026" fmla="*/ 347253 w 1252752"/>
                    <a:gd name="connsiteY1026" fmla="*/ 807186 h 879650"/>
                    <a:gd name="connsiteX1027" fmla="*/ 343213 w 1252752"/>
                    <a:gd name="connsiteY1027" fmla="*/ 805484 h 879650"/>
                    <a:gd name="connsiteX1028" fmla="*/ 342657 w 1252752"/>
                    <a:gd name="connsiteY1028" fmla="*/ 801931 h 879650"/>
                    <a:gd name="connsiteX1029" fmla="*/ 339763 w 1252752"/>
                    <a:gd name="connsiteY1029" fmla="*/ 803875 h 879650"/>
                    <a:gd name="connsiteX1030" fmla="*/ 335955 w 1252752"/>
                    <a:gd name="connsiteY1030" fmla="*/ 802891 h 879650"/>
                    <a:gd name="connsiteX1031" fmla="*/ 334311 w 1252752"/>
                    <a:gd name="connsiteY1031" fmla="*/ 802081 h 879650"/>
                    <a:gd name="connsiteX1032" fmla="*/ 333212 w 1252752"/>
                    <a:gd name="connsiteY1032" fmla="*/ 801733 h 879650"/>
                    <a:gd name="connsiteX1033" fmla="*/ 326822 w 1252752"/>
                    <a:gd name="connsiteY1033" fmla="*/ 801050 h 879650"/>
                    <a:gd name="connsiteX1034" fmla="*/ 323025 w 1252752"/>
                    <a:gd name="connsiteY1034" fmla="*/ 806167 h 879650"/>
                    <a:gd name="connsiteX1035" fmla="*/ 323453 w 1252752"/>
                    <a:gd name="connsiteY1035" fmla="*/ 804535 h 879650"/>
                    <a:gd name="connsiteX1036" fmla="*/ 320837 w 1252752"/>
                    <a:gd name="connsiteY1036" fmla="*/ 804581 h 879650"/>
                    <a:gd name="connsiteX1037" fmla="*/ 316589 w 1252752"/>
                    <a:gd name="connsiteY1037" fmla="*/ 800796 h 879650"/>
                    <a:gd name="connsiteX1038" fmla="*/ 317642 w 1252752"/>
                    <a:gd name="connsiteY1038" fmla="*/ 795760 h 879650"/>
                    <a:gd name="connsiteX1039" fmla="*/ 313961 w 1252752"/>
                    <a:gd name="connsiteY1039" fmla="*/ 795448 h 879650"/>
                    <a:gd name="connsiteX1040" fmla="*/ 312931 w 1252752"/>
                    <a:gd name="connsiteY1040" fmla="*/ 796408 h 879650"/>
                    <a:gd name="connsiteX1041" fmla="*/ 314250 w 1252752"/>
                    <a:gd name="connsiteY1041" fmla="*/ 797612 h 879650"/>
                    <a:gd name="connsiteX1042" fmla="*/ 312294 w 1252752"/>
                    <a:gd name="connsiteY1042" fmla="*/ 796976 h 879650"/>
                    <a:gd name="connsiteX1043" fmla="*/ 314204 w 1252752"/>
                    <a:gd name="connsiteY1043" fmla="*/ 801583 h 879650"/>
                    <a:gd name="connsiteX1044" fmla="*/ 314007 w 1252752"/>
                    <a:gd name="connsiteY1044" fmla="*/ 801618 h 879650"/>
                    <a:gd name="connsiteX1045" fmla="*/ 313278 w 1252752"/>
                    <a:gd name="connsiteY1045" fmla="*/ 801768 h 879650"/>
                    <a:gd name="connsiteX1046" fmla="*/ 311090 w 1252752"/>
                    <a:gd name="connsiteY1046" fmla="*/ 802196 h 879650"/>
                    <a:gd name="connsiteX1047" fmla="*/ 305545 w 1252752"/>
                    <a:gd name="connsiteY1047" fmla="*/ 800727 h 879650"/>
                    <a:gd name="connsiteX1048" fmla="*/ 300591 w 1252752"/>
                    <a:gd name="connsiteY1048" fmla="*/ 799407 h 879650"/>
                    <a:gd name="connsiteX1049" fmla="*/ 299711 w 1252752"/>
                    <a:gd name="connsiteY1049" fmla="*/ 799164 h 879650"/>
                    <a:gd name="connsiteX1050" fmla="*/ 299433 w 1252752"/>
                    <a:gd name="connsiteY1050" fmla="*/ 799095 h 879650"/>
                    <a:gd name="connsiteX1051" fmla="*/ 299422 w 1252752"/>
                    <a:gd name="connsiteY1051" fmla="*/ 799059 h 879650"/>
                    <a:gd name="connsiteX1052" fmla="*/ 298854 w 1252752"/>
                    <a:gd name="connsiteY1052" fmla="*/ 796918 h 879650"/>
                    <a:gd name="connsiteX1053" fmla="*/ 298658 w 1252752"/>
                    <a:gd name="connsiteY1053" fmla="*/ 796988 h 879650"/>
                    <a:gd name="connsiteX1054" fmla="*/ 293645 w 1252752"/>
                    <a:gd name="connsiteY1054" fmla="*/ 798805 h 879650"/>
                    <a:gd name="connsiteX1055" fmla="*/ 291862 w 1252752"/>
                    <a:gd name="connsiteY1055" fmla="*/ 799441 h 879650"/>
                    <a:gd name="connsiteX1056" fmla="*/ 290311 w 1252752"/>
                    <a:gd name="connsiteY1056" fmla="*/ 795170 h 879650"/>
                    <a:gd name="connsiteX1057" fmla="*/ 293078 w 1252752"/>
                    <a:gd name="connsiteY1057" fmla="*/ 794961 h 879650"/>
                    <a:gd name="connsiteX1058" fmla="*/ 293842 w 1252752"/>
                    <a:gd name="connsiteY1058" fmla="*/ 792392 h 879650"/>
                    <a:gd name="connsiteX1059" fmla="*/ 293750 w 1252752"/>
                    <a:gd name="connsiteY1059" fmla="*/ 792288 h 879650"/>
                    <a:gd name="connsiteX1060" fmla="*/ 293032 w 1252752"/>
                    <a:gd name="connsiteY1060" fmla="*/ 794198 h 879650"/>
                    <a:gd name="connsiteX1061" fmla="*/ 289501 w 1252752"/>
                    <a:gd name="connsiteY1061" fmla="*/ 794660 h 879650"/>
                    <a:gd name="connsiteX1062" fmla="*/ 289455 w 1252752"/>
                    <a:gd name="connsiteY1062" fmla="*/ 794742 h 879650"/>
                    <a:gd name="connsiteX1063" fmla="*/ 290705 w 1252752"/>
                    <a:gd name="connsiteY1063" fmla="*/ 798596 h 879650"/>
                    <a:gd name="connsiteX1064" fmla="*/ 289536 w 1252752"/>
                    <a:gd name="connsiteY1064" fmla="*/ 801039 h 879650"/>
                    <a:gd name="connsiteX1065" fmla="*/ 289339 w 1252752"/>
                    <a:gd name="connsiteY1065" fmla="*/ 801432 h 879650"/>
                    <a:gd name="connsiteX1066" fmla="*/ 290555 w 1252752"/>
                    <a:gd name="connsiteY1066" fmla="*/ 800263 h 879650"/>
                    <a:gd name="connsiteX1067" fmla="*/ 294201 w 1252752"/>
                    <a:gd name="connsiteY1067" fmla="*/ 801155 h 879650"/>
                    <a:gd name="connsiteX1068" fmla="*/ 294201 w 1252752"/>
                    <a:gd name="connsiteY1068" fmla="*/ 802903 h 879650"/>
                    <a:gd name="connsiteX1069" fmla="*/ 296586 w 1252752"/>
                    <a:gd name="connsiteY1069" fmla="*/ 800981 h 879650"/>
                    <a:gd name="connsiteX1070" fmla="*/ 297141 w 1252752"/>
                    <a:gd name="connsiteY1070" fmla="*/ 800529 h 879650"/>
                    <a:gd name="connsiteX1071" fmla="*/ 297824 w 1252752"/>
                    <a:gd name="connsiteY1071" fmla="*/ 801236 h 879650"/>
                    <a:gd name="connsiteX1072" fmla="*/ 300313 w 1252752"/>
                    <a:gd name="connsiteY1072" fmla="*/ 803782 h 879650"/>
                    <a:gd name="connsiteX1073" fmla="*/ 300301 w 1252752"/>
                    <a:gd name="connsiteY1073" fmla="*/ 807510 h 879650"/>
                    <a:gd name="connsiteX1074" fmla="*/ 300591 w 1252752"/>
                    <a:gd name="connsiteY1074" fmla="*/ 807591 h 879650"/>
                    <a:gd name="connsiteX1075" fmla="*/ 301968 w 1252752"/>
                    <a:gd name="connsiteY1075" fmla="*/ 807962 h 879650"/>
                    <a:gd name="connsiteX1076" fmla="*/ 303832 w 1252752"/>
                    <a:gd name="connsiteY1076" fmla="*/ 813622 h 879650"/>
                    <a:gd name="connsiteX1077" fmla="*/ 310280 w 1252752"/>
                    <a:gd name="connsiteY1077" fmla="*/ 819503 h 879650"/>
                    <a:gd name="connsiteX1078" fmla="*/ 305730 w 1252752"/>
                    <a:gd name="connsiteY1078" fmla="*/ 820521 h 879650"/>
                    <a:gd name="connsiteX1079" fmla="*/ 306344 w 1252752"/>
                    <a:gd name="connsiteY1079" fmla="*/ 821922 h 879650"/>
                    <a:gd name="connsiteX1080" fmla="*/ 310326 w 1252752"/>
                    <a:gd name="connsiteY1080" fmla="*/ 820695 h 879650"/>
                    <a:gd name="connsiteX1081" fmla="*/ 310882 w 1252752"/>
                    <a:gd name="connsiteY1081" fmla="*/ 823114 h 879650"/>
                    <a:gd name="connsiteX1082" fmla="*/ 312826 w 1252752"/>
                    <a:gd name="connsiteY1082" fmla="*/ 825325 h 879650"/>
                    <a:gd name="connsiteX1083" fmla="*/ 312977 w 1252752"/>
                    <a:gd name="connsiteY1083" fmla="*/ 825498 h 879650"/>
                    <a:gd name="connsiteX1084" fmla="*/ 312479 w 1252752"/>
                    <a:gd name="connsiteY1084" fmla="*/ 827941 h 879650"/>
                    <a:gd name="connsiteX1085" fmla="*/ 308717 w 1252752"/>
                    <a:gd name="connsiteY1085" fmla="*/ 827988 h 879650"/>
                    <a:gd name="connsiteX1086" fmla="*/ 309238 w 1252752"/>
                    <a:gd name="connsiteY1086" fmla="*/ 829435 h 879650"/>
                    <a:gd name="connsiteX1087" fmla="*/ 307849 w 1252752"/>
                    <a:gd name="connsiteY1087" fmla="*/ 829736 h 879650"/>
                    <a:gd name="connsiteX1088" fmla="*/ 305765 w 1252752"/>
                    <a:gd name="connsiteY1088" fmla="*/ 828856 h 879650"/>
                    <a:gd name="connsiteX1089" fmla="*/ 307444 w 1252752"/>
                    <a:gd name="connsiteY1089" fmla="*/ 830650 h 879650"/>
                    <a:gd name="connsiteX1090" fmla="*/ 304226 w 1252752"/>
                    <a:gd name="connsiteY1090" fmla="*/ 832236 h 879650"/>
                    <a:gd name="connsiteX1091" fmla="*/ 302478 w 1252752"/>
                    <a:gd name="connsiteY1091" fmla="*/ 831877 h 879650"/>
                    <a:gd name="connsiteX1092" fmla="*/ 304202 w 1252752"/>
                    <a:gd name="connsiteY1092" fmla="*/ 832514 h 879650"/>
                    <a:gd name="connsiteX1093" fmla="*/ 307016 w 1252752"/>
                    <a:gd name="connsiteY1093" fmla="*/ 831912 h 879650"/>
                    <a:gd name="connsiteX1094" fmla="*/ 310199 w 1252752"/>
                    <a:gd name="connsiteY1094" fmla="*/ 829237 h 879650"/>
                    <a:gd name="connsiteX1095" fmla="*/ 313162 w 1252752"/>
                    <a:gd name="connsiteY1095" fmla="*/ 830140 h 879650"/>
                    <a:gd name="connsiteX1096" fmla="*/ 314378 w 1252752"/>
                    <a:gd name="connsiteY1096" fmla="*/ 828161 h 879650"/>
                    <a:gd name="connsiteX1097" fmla="*/ 314702 w 1252752"/>
                    <a:gd name="connsiteY1097" fmla="*/ 829342 h 879650"/>
                    <a:gd name="connsiteX1098" fmla="*/ 314713 w 1252752"/>
                    <a:gd name="connsiteY1098" fmla="*/ 829377 h 879650"/>
                    <a:gd name="connsiteX1099" fmla="*/ 310419 w 1252752"/>
                    <a:gd name="connsiteY1099" fmla="*/ 833544 h 879650"/>
                    <a:gd name="connsiteX1100" fmla="*/ 310060 w 1252752"/>
                    <a:gd name="connsiteY1100" fmla="*/ 833625 h 879650"/>
                    <a:gd name="connsiteX1101" fmla="*/ 303716 w 1252752"/>
                    <a:gd name="connsiteY1101" fmla="*/ 838672 h 879650"/>
                    <a:gd name="connsiteX1102" fmla="*/ 300799 w 1252752"/>
                    <a:gd name="connsiteY1102" fmla="*/ 835998 h 879650"/>
                    <a:gd name="connsiteX1103" fmla="*/ 300591 w 1252752"/>
                    <a:gd name="connsiteY1103" fmla="*/ 835836 h 879650"/>
                    <a:gd name="connsiteX1104" fmla="*/ 296446 w 1252752"/>
                    <a:gd name="connsiteY1104" fmla="*/ 832468 h 879650"/>
                    <a:gd name="connsiteX1105" fmla="*/ 294930 w 1252752"/>
                    <a:gd name="connsiteY1105" fmla="*/ 832155 h 879650"/>
                    <a:gd name="connsiteX1106" fmla="*/ 286295 w 1252752"/>
                    <a:gd name="connsiteY1106" fmla="*/ 829654 h 879650"/>
                    <a:gd name="connsiteX1107" fmla="*/ 285438 w 1252752"/>
                    <a:gd name="connsiteY1107" fmla="*/ 829110 h 879650"/>
                    <a:gd name="connsiteX1108" fmla="*/ 282440 w 1252752"/>
                    <a:gd name="connsiteY1108" fmla="*/ 825325 h 879650"/>
                    <a:gd name="connsiteX1109" fmla="*/ 276698 w 1252752"/>
                    <a:gd name="connsiteY1109" fmla="*/ 818078 h 879650"/>
                    <a:gd name="connsiteX1110" fmla="*/ 276640 w 1252752"/>
                    <a:gd name="connsiteY1110" fmla="*/ 818009 h 879650"/>
                    <a:gd name="connsiteX1111" fmla="*/ 265863 w 1252752"/>
                    <a:gd name="connsiteY1111" fmla="*/ 812858 h 879650"/>
                    <a:gd name="connsiteX1112" fmla="*/ 264648 w 1252752"/>
                    <a:gd name="connsiteY1112" fmla="*/ 813471 h 879650"/>
                    <a:gd name="connsiteX1113" fmla="*/ 256799 w 1252752"/>
                    <a:gd name="connsiteY1113" fmla="*/ 807603 h 879650"/>
                    <a:gd name="connsiteX1114" fmla="*/ 256788 w 1252752"/>
                    <a:gd name="connsiteY1114" fmla="*/ 807637 h 879650"/>
                    <a:gd name="connsiteX1115" fmla="*/ 245316 w 1252752"/>
                    <a:gd name="connsiteY1115" fmla="*/ 802613 h 879650"/>
                    <a:gd name="connsiteX1116" fmla="*/ 242098 w 1252752"/>
                    <a:gd name="connsiteY1116" fmla="*/ 799940 h 879650"/>
                    <a:gd name="connsiteX1117" fmla="*/ 241473 w 1252752"/>
                    <a:gd name="connsiteY1117" fmla="*/ 797253 h 879650"/>
                    <a:gd name="connsiteX1118" fmla="*/ 243198 w 1252752"/>
                    <a:gd name="connsiteY1118" fmla="*/ 795286 h 879650"/>
                    <a:gd name="connsiteX1119" fmla="*/ 241450 w 1252752"/>
                    <a:gd name="connsiteY1119" fmla="*/ 786580 h 879650"/>
                    <a:gd name="connsiteX1120" fmla="*/ 242156 w 1252752"/>
                    <a:gd name="connsiteY1120" fmla="*/ 780087 h 879650"/>
                    <a:gd name="connsiteX1121" fmla="*/ 245629 w 1252752"/>
                    <a:gd name="connsiteY1121" fmla="*/ 777227 h 879650"/>
                    <a:gd name="connsiteX1122" fmla="*/ 243475 w 1252752"/>
                    <a:gd name="connsiteY1122" fmla="*/ 774669 h 879650"/>
                    <a:gd name="connsiteX1123" fmla="*/ 243846 w 1252752"/>
                    <a:gd name="connsiteY1123" fmla="*/ 774125 h 879650"/>
                    <a:gd name="connsiteX1124" fmla="*/ 243718 w 1252752"/>
                    <a:gd name="connsiteY1124" fmla="*/ 773998 h 879650"/>
                    <a:gd name="connsiteX1125" fmla="*/ 243279 w 1252752"/>
                    <a:gd name="connsiteY1125" fmla="*/ 773593 h 879650"/>
                    <a:gd name="connsiteX1126" fmla="*/ 242341 w 1252752"/>
                    <a:gd name="connsiteY1126" fmla="*/ 775016 h 879650"/>
                    <a:gd name="connsiteX1127" fmla="*/ 244182 w 1252752"/>
                    <a:gd name="connsiteY1127" fmla="*/ 777123 h 879650"/>
                    <a:gd name="connsiteX1128" fmla="*/ 239482 w 1252752"/>
                    <a:gd name="connsiteY1128" fmla="*/ 778941 h 879650"/>
                    <a:gd name="connsiteX1129" fmla="*/ 238903 w 1252752"/>
                    <a:gd name="connsiteY1129" fmla="*/ 780943 h 879650"/>
                    <a:gd name="connsiteX1130" fmla="*/ 238486 w 1252752"/>
                    <a:gd name="connsiteY1130" fmla="*/ 779438 h 879650"/>
                    <a:gd name="connsiteX1131" fmla="*/ 238243 w 1252752"/>
                    <a:gd name="connsiteY1131" fmla="*/ 780804 h 879650"/>
                    <a:gd name="connsiteX1132" fmla="*/ 240824 w 1252752"/>
                    <a:gd name="connsiteY1132" fmla="*/ 783479 h 879650"/>
                    <a:gd name="connsiteX1133" fmla="*/ 239459 w 1252752"/>
                    <a:gd name="connsiteY1133" fmla="*/ 785620 h 879650"/>
                    <a:gd name="connsiteX1134" fmla="*/ 239771 w 1252752"/>
                    <a:gd name="connsiteY1134" fmla="*/ 791686 h 879650"/>
                    <a:gd name="connsiteX1135" fmla="*/ 237803 w 1252752"/>
                    <a:gd name="connsiteY1135" fmla="*/ 792045 h 879650"/>
                    <a:gd name="connsiteX1136" fmla="*/ 240443 w 1252752"/>
                    <a:gd name="connsiteY1136" fmla="*/ 795089 h 879650"/>
                    <a:gd name="connsiteX1137" fmla="*/ 235407 w 1252752"/>
                    <a:gd name="connsiteY1137" fmla="*/ 792808 h 879650"/>
                    <a:gd name="connsiteX1138" fmla="*/ 225070 w 1252752"/>
                    <a:gd name="connsiteY1138" fmla="*/ 782841 h 879650"/>
                    <a:gd name="connsiteX1139" fmla="*/ 220115 w 1252752"/>
                    <a:gd name="connsiteY1139" fmla="*/ 776915 h 879650"/>
                    <a:gd name="connsiteX1140" fmla="*/ 217777 w 1252752"/>
                    <a:gd name="connsiteY1140" fmla="*/ 774114 h 879650"/>
                    <a:gd name="connsiteX1141" fmla="*/ 213309 w 1252752"/>
                    <a:gd name="connsiteY1141" fmla="*/ 771566 h 879650"/>
                    <a:gd name="connsiteX1142" fmla="*/ 213390 w 1252752"/>
                    <a:gd name="connsiteY1142" fmla="*/ 766589 h 879650"/>
                    <a:gd name="connsiteX1143" fmla="*/ 213436 w 1252752"/>
                    <a:gd name="connsiteY1143" fmla="*/ 766589 h 879650"/>
                    <a:gd name="connsiteX1144" fmla="*/ 213517 w 1252752"/>
                    <a:gd name="connsiteY1144" fmla="*/ 766520 h 879650"/>
                    <a:gd name="connsiteX1145" fmla="*/ 212603 w 1252752"/>
                    <a:gd name="connsiteY1145" fmla="*/ 762989 h 879650"/>
                    <a:gd name="connsiteX1146" fmla="*/ 217407 w 1252752"/>
                    <a:gd name="connsiteY1146" fmla="*/ 758266 h 879650"/>
                    <a:gd name="connsiteX1147" fmla="*/ 215543 w 1252752"/>
                    <a:gd name="connsiteY1147" fmla="*/ 755720 h 879650"/>
                    <a:gd name="connsiteX1148" fmla="*/ 212070 w 1252752"/>
                    <a:gd name="connsiteY1148" fmla="*/ 756715 h 879650"/>
                    <a:gd name="connsiteX1149" fmla="*/ 211931 w 1252752"/>
                    <a:gd name="connsiteY1149" fmla="*/ 757016 h 879650"/>
                    <a:gd name="connsiteX1150" fmla="*/ 215288 w 1252752"/>
                    <a:gd name="connsiteY1150" fmla="*/ 758672 h 879650"/>
                    <a:gd name="connsiteX1151" fmla="*/ 211318 w 1252752"/>
                    <a:gd name="connsiteY1151" fmla="*/ 762364 h 879650"/>
                    <a:gd name="connsiteX1152" fmla="*/ 211468 w 1252752"/>
                    <a:gd name="connsiteY1152" fmla="*/ 768025 h 879650"/>
                    <a:gd name="connsiteX1153" fmla="*/ 209662 w 1252752"/>
                    <a:gd name="connsiteY1153" fmla="*/ 768360 h 879650"/>
                    <a:gd name="connsiteX1154" fmla="*/ 211329 w 1252752"/>
                    <a:gd name="connsiteY1154" fmla="*/ 768765 h 879650"/>
                    <a:gd name="connsiteX1155" fmla="*/ 209767 w 1252752"/>
                    <a:gd name="connsiteY1155" fmla="*/ 772168 h 879650"/>
                    <a:gd name="connsiteX1156" fmla="*/ 208366 w 1252752"/>
                    <a:gd name="connsiteY1156" fmla="*/ 769738 h 879650"/>
                    <a:gd name="connsiteX1157" fmla="*/ 209570 w 1252752"/>
                    <a:gd name="connsiteY1157" fmla="*/ 775317 h 879650"/>
                    <a:gd name="connsiteX1158" fmla="*/ 207231 w 1252752"/>
                    <a:gd name="connsiteY1158" fmla="*/ 772238 h 879650"/>
                    <a:gd name="connsiteX1159" fmla="*/ 207370 w 1252752"/>
                    <a:gd name="connsiteY1159" fmla="*/ 768580 h 879650"/>
                    <a:gd name="connsiteX1160" fmla="*/ 206722 w 1252752"/>
                    <a:gd name="connsiteY1160" fmla="*/ 771092 h 879650"/>
                    <a:gd name="connsiteX1161" fmla="*/ 205692 w 1252752"/>
                    <a:gd name="connsiteY1161" fmla="*/ 767955 h 879650"/>
                    <a:gd name="connsiteX1162" fmla="*/ 200760 w 1252752"/>
                    <a:gd name="connsiteY1162" fmla="*/ 765096 h 879650"/>
                    <a:gd name="connsiteX1163" fmla="*/ 194880 w 1252752"/>
                    <a:gd name="connsiteY1163" fmla="*/ 762271 h 879650"/>
                    <a:gd name="connsiteX1164" fmla="*/ 191719 w 1252752"/>
                    <a:gd name="connsiteY1164" fmla="*/ 760755 h 879650"/>
                    <a:gd name="connsiteX1165" fmla="*/ 188050 w 1252752"/>
                    <a:gd name="connsiteY1165" fmla="*/ 763105 h 879650"/>
                    <a:gd name="connsiteX1166" fmla="*/ 183026 w 1252752"/>
                    <a:gd name="connsiteY1166" fmla="*/ 759539 h 879650"/>
                    <a:gd name="connsiteX1167" fmla="*/ 179021 w 1252752"/>
                    <a:gd name="connsiteY1167" fmla="*/ 753045 h 879650"/>
                    <a:gd name="connsiteX1168" fmla="*/ 178812 w 1252752"/>
                    <a:gd name="connsiteY1168" fmla="*/ 753161 h 879650"/>
                    <a:gd name="connsiteX1169" fmla="*/ 178338 w 1252752"/>
                    <a:gd name="connsiteY1169" fmla="*/ 753416 h 879650"/>
                    <a:gd name="connsiteX1170" fmla="*/ 179403 w 1252752"/>
                    <a:gd name="connsiteY1170" fmla="*/ 758706 h 879650"/>
                    <a:gd name="connsiteX1171" fmla="*/ 177539 w 1252752"/>
                    <a:gd name="connsiteY1171" fmla="*/ 755939 h 879650"/>
                    <a:gd name="connsiteX1172" fmla="*/ 177794 w 1252752"/>
                    <a:gd name="connsiteY1172" fmla="*/ 758197 h 879650"/>
                    <a:gd name="connsiteX1173" fmla="*/ 176440 w 1252752"/>
                    <a:gd name="connsiteY1173" fmla="*/ 759111 h 879650"/>
                    <a:gd name="connsiteX1174" fmla="*/ 176636 w 1252752"/>
                    <a:gd name="connsiteY1174" fmla="*/ 759308 h 879650"/>
                    <a:gd name="connsiteX1175" fmla="*/ 177852 w 1252752"/>
                    <a:gd name="connsiteY1175" fmla="*/ 758567 h 879650"/>
                    <a:gd name="connsiteX1176" fmla="*/ 184091 w 1252752"/>
                    <a:gd name="connsiteY1176" fmla="*/ 763533 h 879650"/>
                    <a:gd name="connsiteX1177" fmla="*/ 187529 w 1252752"/>
                    <a:gd name="connsiteY1177" fmla="*/ 765327 h 879650"/>
                    <a:gd name="connsiteX1178" fmla="*/ 191245 w 1252752"/>
                    <a:gd name="connsiteY1178" fmla="*/ 764344 h 879650"/>
                    <a:gd name="connsiteX1179" fmla="*/ 194880 w 1252752"/>
                    <a:gd name="connsiteY1179" fmla="*/ 766311 h 879650"/>
                    <a:gd name="connsiteX1180" fmla="*/ 197160 w 1252752"/>
                    <a:gd name="connsiteY1180" fmla="*/ 767539 h 879650"/>
                    <a:gd name="connsiteX1181" fmla="*/ 197623 w 1252752"/>
                    <a:gd name="connsiteY1181" fmla="*/ 768511 h 879650"/>
                    <a:gd name="connsiteX1182" fmla="*/ 198885 w 1252752"/>
                    <a:gd name="connsiteY1182" fmla="*/ 768372 h 879650"/>
                    <a:gd name="connsiteX1183" fmla="*/ 199568 w 1252752"/>
                    <a:gd name="connsiteY1183" fmla="*/ 770779 h 879650"/>
                    <a:gd name="connsiteX1184" fmla="*/ 208030 w 1252752"/>
                    <a:gd name="connsiteY1184" fmla="*/ 780202 h 879650"/>
                    <a:gd name="connsiteX1185" fmla="*/ 206826 w 1252752"/>
                    <a:gd name="connsiteY1185" fmla="*/ 781869 h 879650"/>
                    <a:gd name="connsiteX1186" fmla="*/ 208736 w 1252752"/>
                    <a:gd name="connsiteY1186" fmla="*/ 783525 h 879650"/>
                    <a:gd name="connsiteX1187" fmla="*/ 211503 w 1252752"/>
                    <a:gd name="connsiteY1187" fmla="*/ 786291 h 879650"/>
                    <a:gd name="connsiteX1188" fmla="*/ 213031 w 1252752"/>
                    <a:gd name="connsiteY1188" fmla="*/ 787102 h 879650"/>
                    <a:gd name="connsiteX1189" fmla="*/ 214929 w 1252752"/>
                    <a:gd name="connsiteY1189" fmla="*/ 788745 h 879650"/>
                    <a:gd name="connsiteX1190" fmla="*/ 214038 w 1252752"/>
                    <a:gd name="connsiteY1190" fmla="*/ 789416 h 879650"/>
                    <a:gd name="connsiteX1191" fmla="*/ 217094 w 1252752"/>
                    <a:gd name="connsiteY1191" fmla="*/ 790586 h 879650"/>
                    <a:gd name="connsiteX1192" fmla="*/ 215844 w 1252752"/>
                    <a:gd name="connsiteY1192" fmla="*/ 792404 h 879650"/>
                    <a:gd name="connsiteX1193" fmla="*/ 217476 w 1252752"/>
                    <a:gd name="connsiteY1193" fmla="*/ 791593 h 879650"/>
                    <a:gd name="connsiteX1194" fmla="*/ 224827 w 1252752"/>
                    <a:gd name="connsiteY1194" fmla="*/ 795714 h 879650"/>
                    <a:gd name="connsiteX1195" fmla="*/ 221944 w 1252752"/>
                    <a:gd name="connsiteY1195" fmla="*/ 798805 h 879650"/>
                    <a:gd name="connsiteX1196" fmla="*/ 225209 w 1252752"/>
                    <a:gd name="connsiteY1196" fmla="*/ 796663 h 879650"/>
                    <a:gd name="connsiteX1197" fmla="*/ 224352 w 1252752"/>
                    <a:gd name="connsiteY1197" fmla="*/ 799372 h 879650"/>
                    <a:gd name="connsiteX1198" fmla="*/ 225637 w 1252752"/>
                    <a:gd name="connsiteY1198" fmla="*/ 796791 h 879650"/>
                    <a:gd name="connsiteX1199" fmla="*/ 228774 w 1252752"/>
                    <a:gd name="connsiteY1199" fmla="*/ 797913 h 879650"/>
                    <a:gd name="connsiteX1200" fmla="*/ 231633 w 1252752"/>
                    <a:gd name="connsiteY1200" fmla="*/ 801931 h 879650"/>
                    <a:gd name="connsiteX1201" fmla="*/ 229503 w 1252752"/>
                    <a:gd name="connsiteY1201" fmla="*/ 803748 h 879650"/>
                    <a:gd name="connsiteX1202" fmla="*/ 229943 w 1252752"/>
                    <a:gd name="connsiteY1202" fmla="*/ 808390 h 879650"/>
                    <a:gd name="connsiteX1203" fmla="*/ 234851 w 1252752"/>
                    <a:gd name="connsiteY1203" fmla="*/ 807718 h 879650"/>
                    <a:gd name="connsiteX1204" fmla="*/ 234006 w 1252752"/>
                    <a:gd name="connsiteY1204" fmla="*/ 809871 h 879650"/>
                    <a:gd name="connsiteX1205" fmla="*/ 235824 w 1252752"/>
                    <a:gd name="connsiteY1205" fmla="*/ 807649 h 879650"/>
                    <a:gd name="connsiteX1206" fmla="*/ 237386 w 1252752"/>
                    <a:gd name="connsiteY1206" fmla="*/ 809524 h 879650"/>
                    <a:gd name="connsiteX1207" fmla="*/ 236993 w 1252752"/>
                    <a:gd name="connsiteY1207" fmla="*/ 811029 h 879650"/>
                    <a:gd name="connsiteX1208" fmla="*/ 234330 w 1252752"/>
                    <a:gd name="connsiteY1208" fmla="*/ 809860 h 879650"/>
                    <a:gd name="connsiteX1209" fmla="*/ 236773 w 1252752"/>
                    <a:gd name="connsiteY1209" fmla="*/ 811492 h 879650"/>
                    <a:gd name="connsiteX1210" fmla="*/ 235257 w 1252752"/>
                    <a:gd name="connsiteY1210" fmla="*/ 813737 h 879650"/>
                    <a:gd name="connsiteX1211" fmla="*/ 234898 w 1252752"/>
                    <a:gd name="connsiteY1211" fmla="*/ 814154 h 879650"/>
                    <a:gd name="connsiteX1212" fmla="*/ 235094 w 1252752"/>
                    <a:gd name="connsiteY1212" fmla="*/ 813981 h 879650"/>
                    <a:gd name="connsiteX1213" fmla="*/ 234944 w 1252752"/>
                    <a:gd name="connsiteY1213" fmla="*/ 814212 h 879650"/>
                    <a:gd name="connsiteX1214" fmla="*/ 238139 w 1252752"/>
                    <a:gd name="connsiteY1214" fmla="*/ 813344 h 879650"/>
                    <a:gd name="connsiteX1215" fmla="*/ 237838 w 1252752"/>
                    <a:gd name="connsiteY1215" fmla="*/ 812916 h 879650"/>
                    <a:gd name="connsiteX1216" fmla="*/ 238810 w 1252752"/>
                    <a:gd name="connsiteY1216" fmla="*/ 811434 h 879650"/>
                    <a:gd name="connsiteX1217" fmla="*/ 240801 w 1252752"/>
                    <a:gd name="connsiteY1217" fmla="*/ 813842 h 879650"/>
                    <a:gd name="connsiteX1218" fmla="*/ 239412 w 1252752"/>
                    <a:gd name="connsiteY1218" fmla="*/ 814560 h 879650"/>
                    <a:gd name="connsiteX1219" fmla="*/ 240350 w 1252752"/>
                    <a:gd name="connsiteY1219" fmla="*/ 815960 h 879650"/>
                    <a:gd name="connsiteX1220" fmla="*/ 241843 w 1252752"/>
                    <a:gd name="connsiteY1220" fmla="*/ 812499 h 879650"/>
                    <a:gd name="connsiteX1221" fmla="*/ 241924 w 1252752"/>
                    <a:gd name="connsiteY1221" fmla="*/ 812568 h 879650"/>
                    <a:gd name="connsiteX1222" fmla="*/ 241426 w 1252752"/>
                    <a:gd name="connsiteY1222" fmla="*/ 815127 h 879650"/>
                    <a:gd name="connsiteX1223" fmla="*/ 234342 w 1252752"/>
                    <a:gd name="connsiteY1223" fmla="*/ 822188 h 879650"/>
                    <a:gd name="connsiteX1224" fmla="*/ 232710 w 1252752"/>
                    <a:gd name="connsiteY1224" fmla="*/ 825325 h 879650"/>
                    <a:gd name="connsiteX1225" fmla="*/ 232004 w 1252752"/>
                    <a:gd name="connsiteY1225" fmla="*/ 826680 h 879650"/>
                    <a:gd name="connsiteX1226" fmla="*/ 227906 w 1252752"/>
                    <a:gd name="connsiteY1226" fmla="*/ 832572 h 879650"/>
                    <a:gd name="connsiteX1227" fmla="*/ 225220 w 1252752"/>
                    <a:gd name="connsiteY1227" fmla="*/ 833405 h 879650"/>
                    <a:gd name="connsiteX1228" fmla="*/ 211873 w 1252752"/>
                    <a:gd name="connsiteY1228" fmla="*/ 832398 h 879650"/>
                    <a:gd name="connsiteX1229" fmla="*/ 206224 w 1252752"/>
                    <a:gd name="connsiteY1229" fmla="*/ 833903 h 879650"/>
                    <a:gd name="connsiteX1230" fmla="*/ 204777 w 1252752"/>
                    <a:gd name="connsiteY1230" fmla="*/ 832815 h 879650"/>
                    <a:gd name="connsiteX1231" fmla="*/ 207335 w 1252752"/>
                    <a:gd name="connsiteY1231" fmla="*/ 833359 h 879650"/>
                    <a:gd name="connsiteX1232" fmla="*/ 204280 w 1252752"/>
                    <a:gd name="connsiteY1232" fmla="*/ 832016 h 879650"/>
                    <a:gd name="connsiteX1233" fmla="*/ 205622 w 1252752"/>
                    <a:gd name="connsiteY1233" fmla="*/ 829237 h 879650"/>
                    <a:gd name="connsiteX1234" fmla="*/ 204534 w 1252752"/>
                    <a:gd name="connsiteY1234" fmla="*/ 825325 h 879650"/>
                    <a:gd name="connsiteX1235" fmla="*/ 204106 w 1252752"/>
                    <a:gd name="connsiteY1235" fmla="*/ 823774 h 879650"/>
                    <a:gd name="connsiteX1236" fmla="*/ 202207 w 1252752"/>
                    <a:gd name="connsiteY1236" fmla="*/ 822628 h 879650"/>
                    <a:gd name="connsiteX1237" fmla="*/ 202913 w 1252752"/>
                    <a:gd name="connsiteY1237" fmla="*/ 821331 h 879650"/>
                    <a:gd name="connsiteX1238" fmla="*/ 199985 w 1252752"/>
                    <a:gd name="connsiteY1238" fmla="*/ 824040 h 879650"/>
                    <a:gd name="connsiteX1239" fmla="*/ 200297 w 1252752"/>
                    <a:gd name="connsiteY1239" fmla="*/ 820058 h 879650"/>
                    <a:gd name="connsiteX1240" fmla="*/ 197565 w 1252752"/>
                    <a:gd name="connsiteY1240" fmla="*/ 819780 h 879650"/>
                    <a:gd name="connsiteX1241" fmla="*/ 196558 w 1252752"/>
                    <a:gd name="connsiteY1241" fmla="*/ 817697 h 879650"/>
                    <a:gd name="connsiteX1242" fmla="*/ 194880 w 1252752"/>
                    <a:gd name="connsiteY1242" fmla="*/ 818171 h 879650"/>
                    <a:gd name="connsiteX1243" fmla="*/ 194011 w 1252752"/>
                    <a:gd name="connsiteY1243" fmla="*/ 818414 h 879650"/>
                    <a:gd name="connsiteX1244" fmla="*/ 193178 w 1252752"/>
                    <a:gd name="connsiteY1244" fmla="*/ 815196 h 879650"/>
                    <a:gd name="connsiteX1245" fmla="*/ 189254 w 1252752"/>
                    <a:gd name="connsiteY1245" fmla="*/ 812464 h 879650"/>
                    <a:gd name="connsiteX1246" fmla="*/ 188293 w 1252752"/>
                    <a:gd name="connsiteY1246" fmla="*/ 813043 h 879650"/>
                    <a:gd name="connsiteX1247" fmla="*/ 189844 w 1252752"/>
                    <a:gd name="connsiteY1247" fmla="*/ 813344 h 879650"/>
                    <a:gd name="connsiteX1248" fmla="*/ 190412 w 1252752"/>
                    <a:gd name="connsiteY1248" fmla="*/ 816296 h 879650"/>
                    <a:gd name="connsiteX1249" fmla="*/ 192704 w 1252752"/>
                    <a:gd name="connsiteY1249" fmla="*/ 816018 h 879650"/>
                    <a:gd name="connsiteX1250" fmla="*/ 192542 w 1252752"/>
                    <a:gd name="connsiteY1250" fmla="*/ 818194 h 879650"/>
                    <a:gd name="connsiteX1251" fmla="*/ 194880 w 1252752"/>
                    <a:gd name="connsiteY1251" fmla="*/ 819051 h 879650"/>
                    <a:gd name="connsiteX1252" fmla="*/ 199846 w 1252752"/>
                    <a:gd name="connsiteY1252" fmla="*/ 820857 h 879650"/>
                    <a:gd name="connsiteX1253" fmla="*/ 198954 w 1252752"/>
                    <a:gd name="connsiteY1253" fmla="*/ 824249 h 879650"/>
                    <a:gd name="connsiteX1254" fmla="*/ 202867 w 1252752"/>
                    <a:gd name="connsiteY1254" fmla="*/ 824133 h 879650"/>
                    <a:gd name="connsiteX1255" fmla="*/ 203087 w 1252752"/>
                    <a:gd name="connsiteY1255" fmla="*/ 825325 h 879650"/>
                    <a:gd name="connsiteX1256" fmla="*/ 203897 w 1252752"/>
                    <a:gd name="connsiteY1256" fmla="*/ 829793 h 879650"/>
                    <a:gd name="connsiteX1257" fmla="*/ 202705 w 1252752"/>
                    <a:gd name="connsiteY1257" fmla="*/ 833625 h 879650"/>
                    <a:gd name="connsiteX1258" fmla="*/ 208308 w 1252752"/>
                    <a:gd name="connsiteY1258" fmla="*/ 838082 h 879650"/>
                    <a:gd name="connsiteX1259" fmla="*/ 210403 w 1252752"/>
                    <a:gd name="connsiteY1259" fmla="*/ 837688 h 879650"/>
                    <a:gd name="connsiteX1260" fmla="*/ 210090 w 1252752"/>
                    <a:gd name="connsiteY1260" fmla="*/ 837885 h 879650"/>
                    <a:gd name="connsiteX1261" fmla="*/ 208366 w 1252752"/>
                    <a:gd name="connsiteY1261" fmla="*/ 838533 h 879650"/>
                    <a:gd name="connsiteX1262" fmla="*/ 207000 w 1252752"/>
                    <a:gd name="connsiteY1262" fmla="*/ 839482 h 879650"/>
                    <a:gd name="connsiteX1263" fmla="*/ 207868 w 1252752"/>
                    <a:gd name="connsiteY1263" fmla="*/ 839286 h 879650"/>
                    <a:gd name="connsiteX1264" fmla="*/ 200621 w 1252752"/>
                    <a:gd name="connsiteY1264" fmla="*/ 843812 h 879650"/>
                    <a:gd name="connsiteX1265" fmla="*/ 199452 w 1252752"/>
                    <a:gd name="connsiteY1265" fmla="*/ 844136 h 879650"/>
                    <a:gd name="connsiteX1266" fmla="*/ 194880 w 1252752"/>
                    <a:gd name="connsiteY1266" fmla="*/ 845120 h 879650"/>
                    <a:gd name="connsiteX1267" fmla="*/ 184496 w 1252752"/>
                    <a:gd name="connsiteY1267" fmla="*/ 847366 h 879650"/>
                    <a:gd name="connsiteX1268" fmla="*/ 183420 w 1252752"/>
                    <a:gd name="connsiteY1268" fmla="*/ 845004 h 879650"/>
                    <a:gd name="connsiteX1269" fmla="*/ 182494 w 1252752"/>
                    <a:gd name="connsiteY1269" fmla="*/ 847979 h 879650"/>
                    <a:gd name="connsiteX1270" fmla="*/ 165257 w 1252752"/>
                    <a:gd name="connsiteY1270" fmla="*/ 851950 h 879650"/>
                    <a:gd name="connsiteX1271" fmla="*/ 157200 w 1252752"/>
                    <a:gd name="connsiteY1271" fmla="*/ 848338 h 879650"/>
                    <a:gd name="connsiteX1272" fmla="*/ 157073 w 1252752"/>
                    <a:gd name="connsiteY1272" fmla="*/ 845826 h 879650"/>
                    <a:gd name="connsiteX1273" fmla="*/ 156448 w 1252752"/>
                    <a:gd name="connsiteY1273" fmla="*/ 846324 h 879650"/>
                    <a:gd name="connsiteX1274" fmla="*/ 156749 w 1252752"/>
                    <a:gd name="connsiteY1274" fmla="*/ 848037 h 879650"/>
                    <a:gd name="connsiteX1275" fmla="*/ 160118 w 1252752"/>
                    <a:gd name="connsiteY1275" fmla="*/ 851996 h 879650"/>
                    <a:gd name="connsiteX1276" fmla="*/ 159492 w 1252752"/>
                    <a:gd name="connsiteY1276" fmla="*/ 853270 h 879650"/>
                    <a:gd name="connsiteX1277" fmla="*/ 160766 w 1252752"/>
                    <a:gd name="connsiteY1277" fmla="*/ 854184 h 879650"/>
                    <a:gd name="connsiteX1278" fmla="*/ 160766 w 1252752"/>
                    <a:gd name="connsiteY1278" fmla="*/ 857101 h 879650"/>
                    <a:gd name="connsiteX1279" fmla="*/ 159018 w 1252752"/>
                    <a:gd name="connsiteY1279" fmla="*/ 858328 h 879650"/>
                    <a:gd name="connsiteX1280" fmla="*/ 156483 w 1252752"/>
                    <a:gd name="connsiteY1280" fmla="*/ 856765 h 879650"/>
                    <a:gd name="connsiteX1281" fmla="*/ 157293 w 1252752"/>
                    <a:gd name="connsiteY1281" fmla="*/ 858710 h 879650"/>
                    <a:gd name="connsiteX1282" fmla="*/ 154862 w 1252752"/>
                    <a:gd name="connsiteY1282" fmla="*/ 859914 h 879650"/>
                    <a:gd name="connsiteX1283" fmla="*/ 158022 w 1252752"/>
                    <a:gd name="connsiteY1283" fmla="*/ 858976 h 879650"/>
                    <a:gd name="connsiteX1284" fmla="*/ 158856 w 1252752"/>
                    <a:gd name="connsiteY1284" fmla="*/ 861500 h 879650"/>
                    <a:gd name="connsiteX1285" fmla="*/ 153751 w 1252752"/>
                    <a:gd name="connsiteY1285" fmla="*/ 867276 h 879650"/>
                    <a:gd name="connsiteX1286" fmla="*/ 150915 w 1252752"/>
                    <a:gd name="connsiteY1286" fmla="*/ 867033 h 879650"/>
                    <a:gd name="connsiteX1287" fmla="*/ 150150 w 1252752"/>
                    <a:gd name="connsiteY1287" fmla="*/ 869591 h 879650"/>
                    <a:gd name="connsiteX1288" fmla="*/ 147940 w 1252752"/>
                    <a:gd name="connsiteY1288" fmla="*/ 870957 h 879650"/>
                    <a:gd name="connsiteX1289" fmla="*/ 146076 w 1252752"/>
                    <a:gd name="connsiteY1289" fmla="*/ 869904 h 879650"/>
                    <a:gd name="connsiteX1290" fmla="*/ 146284 w 1252752"/>
                    <a:gd name="connsiteY1290" fmla="*/ 871027 h 879650"/>
                    <a:gd name="connsiteX1291" fmla="*/ 144015 w 1252752"/>
                    <a:gd name="connsiteY1291" fmla="*/ 872682 h 879650"/>
                    <a:gd name="connsiteX1292" fmla="*/ 141758 w 1252752"/>
                    <a:gd name="connsiteY1292" fmla="*/ 873573 h 879650"/>
                    <a:gd name="connsiteX1293" fmla="*/ 150637 w 1252752"/>
                    <a:gd name="connsiteY1293" fmla="*/ 879442 h 879650"/>
                    <a:gd name="connsiteX1294" fmla="*/ 150128 w 1252752"/>
                    <a:gd name="connsiteY1294" fmla="*/ 875194 h 879650"/>
                    <a:gd name="connsiteX1295" fmla="*/ 151320 w 1252752"/>
                    <a:gd name="connsiteY1295" fmla="*/ 876780 h 879650"/>
                    <a:gd name="connsiteX1296" fmla="*/ 152674 w 1252752"/>
                    <a:gd name="connsiteY1296" fmla="*/ 878864 h 879650"/>
                    <a:gd name="connsiteX1297" fmla="*/ 152628 w 1252752"/>
                    <a:gd name="connsiteY1297" fmla="*/ 878922 h 879650"/>
                    <a:gd name="connsiteX1298" fmla="*/ 150845 w 1252752"/>
                    <a:gd name="connsiteY1298" fmla="*/ 879651 h 879650"/>
                    <a:gd name="connsiteX1299" fmla="*/ 149688 w 1252752"/>
                    <a:gd name="connsiteY1299" fmla="*/ 879292 h 879650"/>
                    <a:gd name="connsiteX1300" fmla="*/ 139304 w 1252752"/>
                    <a:gd name="connsiteY1300" fmla="*/ 872242 h 879650"/>
                    <a:gd name="connsiteX1301" fmla="*/ 121906 w 1252752"/>
                    <a:gd name="connsiteY1301" fmla="*/ 866246 h 879650"/>
                    <a:gd name="connsiteX1302" fmla="*/ 111476 w 1252752"/>
                    <a:gd name="connsiteY1302" fmla="*/ 863363 h 879650"/>
                    <a:gd name="connsiteX1303" fmla="*/ 98904 w 1252752"/>
                    <a:gd name="connsiteY1303" fmla="*/ 861673 h 879650"/>
                    <a:gd name="connsiteX1304" fmla="*/ 102620 w 1252752"/>
                    <a:gd name="connsiteY1304" fmla="*/ 853107 h 879650"/>
                    <a:gd name="connsiteX1305" fmla="*/ 89134 w 1252752"/>
                    <a:gd name="connsiteY1305" fmla="*/ 852969 h 879650"/>
                    <a:gd name="connsiteX1306" fmla="*/ 79376 w 1252752"/>
                    <a:gd name="connsiteY1306" fmla="*/ 855781 h 879650"/>
                    <a:gd name="connsiteX1307" fmla="*/ 79179 w 1252752"/>
                    <a:gd name="connsiteY1307" fmla="*/ 850711 h 879650"/>
                    <a:gd name="connsiteX1308" fmla="*/ 81286 w 1252752"/>
                    <a:gd name="connsiteY1308" fmla="*/ 846474 h 879650"/>
                    <a:gd name="connsiteX1309" fmla="*/ 77570 w 1252752"/>
                    <a:gd name="connsiteY1309" fmla="*/ 836947 h 879650"/>
                    <a:gd name="connsiteX1310" fmla="*/ 69652 w 1252752"/>
                    <a:gd name="connsiteY1310" fmla="*/ 841057 h 879650"/>
                    <a:gd name="connsiteX1311" fmla="*/ 70126 w 1252752"/>
                    <a:gd name="connsiteY1311" fmla="*/ 842677 h 879650"/>
                    <a:gd name="connsiteX1312" fmla="*/ 67453 w 1252752"/>
                    <a:gd name="connsiteY1312" fmla="*/ 844703 h 879650"/>
                    <a:gd name="connsiteX1313" fmla="*/ 63933 w 1252752"/>
                    <a:gd name="connsiteY1313" fmla="*/ 845664 h 879650"/>
                    <a:gd name="connsiteX1314" fmla="*/ 62070 w 1252752"/>
                    <a:gd name="connsiteY1314" fmla="*/ 841786 h 879650"/>
                    <a:gd name="connsiteX1315" fmla="*/ 63031 w 1252752"/>
                    <a:gd name="connsiteY1315" fmla="*/ 837375 h 879650"/>
                    <a:gd name="connsiteX1316" fmla="*/ 59431 w 1252752"/>
                    <a:gd name="connsiteY1316" fmla="*/ 834459 h 879650"/>
                    <a:gd name="connsiteX1317" fmla="*/ 58134 w 1252752"/>
                    <a:gd name="connsiteY1317" fmla="*/ 829724 h 879650"/>
                    <a:gd name="connsiteX1318" fmla="*/ 56270 w 1252752"/>
                    <a:gd name="connsiteY1318" fmla="*/ 829654 h 879650"/>
                    <a:gd name="connsiteX1319" fmla="*/ 58169 w 1252752"/>
                    <a:gd name="connsiteY1319" fmla="*/ 828416 h 879650"/>
                    <a:gd name="connsiteX1320" fmla="*/ 57034 w 1252752"/>
                    <a:gd name="connsiteY1320" fmla="*/ 827328 h 879650"/>
                    <a:gd name="connsiteX1321" fmla="*/ 57960 w 1252752"/>
                    <a:gd name="connsiteY1321" fmla="*/ 825128 h 879650"/>
                    <a:gd name="connsiteX1322" fmla="*/ 54036 w 1252752"/>
                    <a:gd name="connsiteY1322" fmla="*/ 819896 h 879650"/>
                    <a:gd name="connsiteX1323" fmla="*/ 57370 w 1252752"/>
                    <a:gd name="connsiteY1323" fmla="*/ 817118 h 879650"/>
                    <a:gd name="connsiteX1324" fmla="*/ 55738 w 1252752"/>
                    <a:gd name="connsiteY1324" fmla="*/ 815382 h 879650"/>
                    <a:gd name="connsiteX1325" fmla="*/ 57787 w 1252752"/>
                    <a:gd name="connsiteY1325" fmla="*/ 812638 h 879650"/>
                    <a:gd name="connsiteX1326" fmla="*/ 57162 w 1252752"/>
                    <a:gd name="connsiteY1326" fmla="*/ 807128 h 879650"/>
                    <a:gd name="connsiteX1327" fmla="*/ 60495 w 1252752"/>
                    <a:gd name="connsiteY1327" fmla="*/ 806711 h 879650"/>
                    <a:gd name="connsiteX1328" fmla="*/ 59674 w 1252752"/>
                    <a:gd name="connsiteY1328" fmla="*/ 805426 h 879650"/>
                    <a:gd name="connsiteX1329" fmla="*/ 61908 w 1252752"/>
                    <a:gd name="connsiteY1329" fmla="*/ 803609 h 879650"/>
                    <a:gd name="connsiteX1330" fmla="*/ 57486 w 1252752"/>
                    <a:gd name="connsiteY1330" fmla="*/ 799708 h 879650"/>
                    <a:gd name="connsiteX1331" fmla="*/ 58423 w 1252752"/>
                    <a:gd name="connsiteY1331" fmla="*/ 796490 h 879650"/>
                    <a:gd name="connsiteX1332" fmla="*/ 56351 w 1252752"/>
                    <a:gd name="connsiteY1332" fmla="*/ 794406 h 879650"/>
                    <a:gd name="connsiteX1333" fmla="*/ 55726 w 1252752"/>
                    <a:gd name="connsiteY1333" fmla="*/ 787750 h 879650"/>
                    <a:gd name="connsiteX1334" fmla="*/ 53619 w 1252752"/>
                    <a:gd name="connsiteY1334" fmla="*/ 787021 h 879650"/>
                    <a:gd name="connsiteX1335" fmla="*/ 52867 w 1252752"/>
                    <a:gd name="connsiteY1335" fmla="*/ 790470 h 879650"/>
                    <a:gd name="connsiteX1336" fmla="*/ 47229 w 1252752"/>
                    <a:gd name="connsiteY1336" fmla="*/ 792496 h 879650"/>
                    <a:gd name="connsiteX1337" fmla="*/ 39428 w 1252752"/>
                    <a:gd name="connsiteY1337" fmla="*/ 790493 h 879650"/>
                    <a:gd name="connsiteX1338" fmla="*/ 38467 w 1252752"/>
                    <a:gd name="connsiteY1338" fmla="*/ 787704 h 879650"/>
                    <a:gd name="connsiteX1339" fmla="*/ 41523 w 1252752"/>
                    <a:gd name="connsiteY1339" fmla="*/ 779160 h 879650"/>
                    <a:gd name="connsiteX1340" fmla="*/ 40504 w 1252752"/>
                    <a:gd name="connsiteY1340" fmla="*/ 776614 h 879650"/>
                    <a:gd name="connsiteX1341" fmla="*/ 41963 w 1252752"/>
                    <a:gd name="connsiteY1341" fmla="*/ 773916 h 879650"/>
                    <a:gd name="connsiteX1342" fmla="*/ 40284 w 1252752"/>
                    <a:gd name="connsiteY1342" fmla="*/ 772168 h 879650"/>
                    <a:gd name="connsiteX1343" fmla="*/ 43502 w 1252752"/>
                    <a:gd name="connsiteY1343" fmla="*/ 767457 h 879650"/>
                    <a:gd name="connsiteX1344" fmla="*/ 49047 w 1252752"/>
                    <a:gd name="connsiteY1344" fmla="*/ 768696 h 879650"/>
                    <a:gd name="connsiteX1345" fmla="*/ 52161 w 1252752"/>
                    <a:gd name="connsiteY1345" fmla="*/ 763880 h 879650"/>
                    <a:gd name="connsiteX1346" fmla="*/ 50714 w 1252752"/>
                    <a:gd name="connsiteY1346" fmla="*/ 759088 h 879650"/>
                    <a:gd name="connsiteX1347" fmla="*/ 54314 w 1252752"/>
                    <a:gd name="connsiteY1347" fmla="*/ 750209 h 879650"/>
                    <a:gd name="connsiteX1348" fmla="*/ 48503 w 1252752"/>
                    <a:gd name="connsiteY1348" fmla="*/ 750418 h 879650"/>
                    <a:gd name="connsiteX1349" fmla="*/ 42726 w 1252752"/>
                    <a:gd name="connsiteY1349" fmla="*/ 747604 h 879650"/>
                    <a:gd name="connsiteX1350" fmla="*/ 38142 w 1252752"/>
                    <a:gd name="connsiteY1350" fmla="*/ 750059 h 879650"/>
                    <a:gd name="connsiteX1351" fmla="*/ 34704 w 1252752"/>
                    <a:gd name="connsiteY1351" fmla="*/ 754839 h 879650"/>
                    <a:gd name="connsiteX1352" fmla="*/ 30931 w 1252752"/>
                    <a:gd name="connsiteY1352" fmla="*/ 756124 h 879650"/>
                    <a:gd name="connsiteX1353" fmla="*/ 29009 w 1252752"/>
                    <a:gd name="connsiteY1353" fmla="*/ 751957 h 879650"/>
                    <a:gd name="connsiteX1354" fmla="*/ 17711 w 1252752"/>
                    <a:gd name="connsiteY1354" fmla="*/ 739629 h 879650"/>
                    <a:gd name="connsiteX1355" fmla="*/ 13370 w 1252752"/>
                    <a:gd name="connsiteY1355" fmla="*/ 730183 h 879650"/>
                    <a:gd name="connsiteX1356" fmla="*/ 10001 w 1252752"/>
                    <a:gd name="connsiteY1356" fmla="*/ 726432 h 879650"/>
                    <a:gd name="connsiteX1357" fmla="*/ 6540 w 1252752"/>
                    <a:gd name="connsiteY1357" fmla="*/ 725333 h 879650"/>
                    <a:gd name="connsiteX1358" fmla="*/ 4456 w 1252752"/>
                    <a:gd name="connsiteY1358" fmla="*/ 721756 h 879650"/>
                    <a:gd name="connsiteX1359" fmla="*/ 509 w 1252752"/>
                    <a:gd name="connsiteY1359" fmla="*/ 720285 h 879650"/>
                    <a:gd name="connsiteX1360" fmla="*/ 0 w 1252752"/>
                    <a:gd name="connsiteY1360" fmla="*/ 713491 h 879650"/>
                    <a:gd name="connsiteX1361" fmla="*/ 2558 w 1252752"/>
                    <a:gd name="connsiteY1361" fmla="*/ 717901 h 879650"/>
                    <a:gd name="connsiteX1362" fmla="*/ 10731 w 1252752"/>
                    <a:gd name="connsiteY1362" fmla="*/ 708849 h 879650"/>
                    <a:gd name="connsiteX1363" fmla="*/ 25988 w 1252752"/>
                    <a:gd name="connsiteY1363" fmla="*/ 707761 h 879650"/>
                    <a:gd name="connsiteX1364" fmla="*/ 30526 w 1252752"/>
                    <a:gd name="connsiteY1364" fmla="*/ 703755 h 879650"/>
                    <a:gd name="connsiteX1365" fmla="*/ 30734 w 1252752"/>
                    <a:gd name="connsiteY1365" fmla="*/ 716616 h 879650"/>
                    <a:gd name="connsiteX1366" fmla="*/ 38351 w 1252752"/>
                    <a:gd name="connsiteY1366" fmla="*/ 704704 h 879650"/>
                    <a:gd name="connsiteX1367" fmla="*/ 44868 w 1252752"/>
                    <a:gd name="connsiteY1367" fmla="*/ 701903 h 879650"/>
                    <a:gd name="connsiteX1368" fmla="*/ 52462 w 1252752"/>
                    <a:gd name="connsiteY1368" fmla="*/ 715701 h 879650"/>
                    <a:gd name="connsiteX1369" fmla="*/ 55356 w 1252752"/>
                    <a:gd name="connsiteY1369" fmla="*/ 712090 h 879650"/>
                    <a:gd name="connsiteX1370" fmla="*/ 58053 w 1252752"/>
                    <a:gd name="connsiteY1370" fmla="*/ 712472 h 879650"/>
                    <a:gd name="connsiteX1371" fmla="*/ 75139 w 1252752"/>
                    <a:gd name="connsiteY1371" fmla="*/ 718850 h 879650"/>
                    <a:gd name="connsiteX1372" fmla="*/ 75116 w 1252752"/>
                    <a:gd name="connsiteY1372" fmla="*/ 720355 h 879650"/>
                    <a:gd name="connsiteX1373" fmla="*/ 88023 w 1252752"/>
                    <a:gd name="connsiteY1373" fmla="*/ 720957 h 879650"/>
                    <a:gd name="connsiteX1374" fmla="*/ 99286 w 1252752"/>
                    <a:gd name="connsiteY1374" fmla="*/ 733899 h 879650"/>
                    <a:gd name="connsiteX1375" fmla="*/ 109612 w 1252752"/>
                    <a:gd name="connsiteY1375" fmla="*/ 739386 h 879650"/>
                    <a:gd name="connsiteX1376" fmla="*/ 115272 w 1252752"/>
                    <a:gd name="connsiteY1376" fmla="*/ 736897 h 879650"/>
                    <a:gd name="connsiteX1377" fmla="*/ 119486 w 1252752"/>
                    <a:gd name="connsiteY1377" fmla="*/ 731132 h 879650"/>
                    <a:gd name="connsiteX1378" fmla="*/ 123792 w 1252752"/>
                    <a:gd name="connsiteY1378" fmla="*/ 733818 h 879650"/>
                    <a:gd name="connsiteX1379" fmla="*/ 125135 w 1252752"/>
                    <a:gd name="connsiteY1379" fmla="*/ 731502 h 879650"/>
                    <a:gd name="connsiteX1380" fmla="*/ 131317 w 1252752"/>
                    <a:gd name="connsiteY1380" fmla="*/ 719741 h 879650"/>
                    <a:gd name="connsiteX1381" fmla="*/ 127045 w 1252752"/>
                    <a:gd name="connsiteY1381" fmla="*/ 719186 h 879650"/>
                    <a:gd name="connsiteX1382" fmla="*/ 125101 w 1252752"/>
                    <a:gd name="connsiteY1382" fmla="*/ 717148 h 879650"/>
                    <a:gd name="connsiteX1383" fmla="*/ 125344 w 1252752"/>
                    <a:gd name="connsiteY1383" fmla="*/ 714579 h 879650"/>
                    <a:gd name="connsiteX1384" fmla="*/ 123005 w 1252752"/>
                    <a:gd name="connsiteY1384" fmla="*/ 712842 h 879650"/>
                    <a:gd name="connsiteX1385" fmla="*/ 121616 w 1252752"/>
                    <a:gd name="connsiteY1385" fmla="*/ 707737 h 879650"/>
                    <a:gd name="connsiteX1386" fmla="*/ 125922 w 1252752"/>
                    <a:gd name="connsiteY1386" fmla="*/ 704693 h 879650"/>
                    <a:gd name="connsiteX1387" fmla="*/ 129846 w 1252752"/>
                    <a:gd name="connsiteY1387" fmla="*/ 706163 h 879650"/>
                    <a:gd name="connsiteX1388" fmla="*/ 126791 w 1252752"/>
                    <a:gd name="connsiteY1388" fmla="*/ 703142 h 879650"/>
                    <a:gd name="connsiteX1389" fmla="*/ 128932 w 1252752"/>
                    <a:gd name="connsiteY1389" fmla="*/ 701359 h 879650"/>
                    <a:gd name="connsiteX1390" fmla="*/ 132324 w 1252752"/>
                    <a:gd name="connsiteY1390" fmla="*/ 702864 h 879650"/>
                    <a:gd name="connsiteX1391" fmla="*/ 133285 w 1252752"/>
                    <a:gd name="connsiteY1391" fmla="*/ 701371 h 879650"/>
                    <a:gd name="connsiteX1392" fmla="*/ 130287 w 1252752"/>
                    <a:gd name="connsiteY1392" fmla="*/ 696983 h 879650"/>
                    <a:gd name="connsiteX1393" fmla="*/ 132474 w 1252752"/>
                    <a:gd name="connsiteY1393" fmla="*/ 693164 h 879650"/>
                    <a:gd name="connsiteX1394" fmla="*/ 125019 w 1252752"/>
                    <a:gd name="connsiteY1394" fmla="*/ 687723 h 879650"/>
                    <a:gd name="connsiteX1395" fmla="*/ 120227 w 1252752"/>
                    <a:gd name="connsiteY1395" fmla="*/ 687908 h 879650"/>
                    <a:gd name="connsiteX1396" fmla="*/ 119255 w 1252752"/>
                    <a:gd name="connsiteY1396" fmla="*/ 683336 h 879650"/>
                    <a:gd name="connsiteX1397" fmla="*/ 121813 w 1252752"/>
                    <a:gd name="connsiteY1397" fmla="*/ 661318 h 879650"/>
                    <a:gd name="connsiteX1398" fmla="*/ 118224 w 1252752"/>
                    <a:gd name="connsiteY1398" fmla="*/ 653018 h 879650"/>
                    <a:gd name="connsiteX1399" fmla="*/ 122033 w 1252752"/>
                    <a:gd name="connsiteY1399" fmla="*/ 646710 h 879650"/>
                    <a:gd name="connsiteX1400" fmla="*/ 120528 w 1252752"/>
                    <a:gd name="connsiteY1400" fmla="*/ 641836 h 879650"/>
                    <a:gd name="connsiteX1401" fmla="*/ 122241 w 1252752"/>
                    <a:gd name="connsiteY1401" fmla="*/ 638201 h 879650"/>
                    <a:gd name="connsiteX1402" fmla="*/ 116916 w 1252752"/>
                    <a:gd name="connsiteY1402" fmla="*/ 633490 h 879650"/>
                    <a:gd name="connsiteX1403" fmla="*/ 108628 w 1252752"/>
                    <a:gd name="connsiteY1403" fmla="*/ 632471 h 879650"/>
                    <a:gd name="connsiteX1404" fmla="*/ 111858 w 1252752"/>
                    <a:gd name="connsiteY1404" fmla="*/ 615362 h 879650"/>
                    <a:gd name="connsiteX1405" fmla="*/ 105028 w 1252752"/>
                    <a:gd name="connsiteY1405" fmla="*/ 602305 h 879650"/>
                    <a:gd name="connsiteX1406" fmla="*/ 106301 w 1252752"/>
                    <a:gd name="connsiteY1406" fmla="*/ 595116 h 879650"/>
                    <a:gd name="connsiteX1407" fmla="*/ 96936 w 1252752"/>
                    <a:gd name="connsiteY1407" fmla="*/ 587348 h 879650"/>
                    <a:gd name="connsiteX1408" fmla="*/ 98534 w 1252752"/>
                    <a:gd name="connsiteY1408" fmla="*/ 581005 h 879650"/>
                    <a:gd name="connsiteX1409" fmla="*/ 111881 w 1252752"/>
                    <a:gd name="connsiteY1409" fmla="*/ 577636 h 879650"/>
                    <a:gd name="connsiteX1410" fmla="*/ 119255 w 1252752"/>
                    <a:gd name="connsiteY1410" fmla="*/ 579326 h 879650"/>
                    <a:gd name="connsiteX1411" fmla="*/ 124429 w 1252752"/>
                    <a:gd name="connsiteY1411" fmla="*/ 565378 h 879650"/>
                    <a:gd name="connsiteX1412" fmla="*/ 127717 w 1252752"/>
                    <a:gd name="connsiteY1412" fmla="*/ 564324 h 879650"/>
                    <a:gd name="connsiteX1413" fmla="*/ 128782 w 1252752"/>
                    <a:gd name="connsiteY1413" fmla="*/ 558559 h 879650"/>
                    <a:gd name="connsiteX1414" fmla="*/ 131270 w 1252752"/>
                    <a:gd name="connsiteY1414" fmla="*/ 559751 h 879650"/>
                    <a:gd name="connsiteX1415" fmla="*/ 131456 w 1252752"/>
                    <a:gd name="connsiteY1415" fmla="*/ 558096 h 879650"/>
                    <a:gd name="connsiteX1416" fmla="*/ 139767 w 1252752"/>
                    <a:gd name="connsiteY1416" fmla="*/ 556823 h 879650"/>
                    <a:gd name="connsiteX1417" fmla="*/ 151783 w 1252752"/>
                    <a:gd name="connsiteY1417" fmla="*/ 562935 h 879650"/>
                    <a:gd name="connsiteX1418" fmla="*/ 155128 w 1252752"/>
                    <a:gd name="connsiteY1418" fmla="*/ 560897 h 879650"/>
                    <a:gd name="connsiteX1419" fmla="*/ 157385 w 1252752"/>
                    <a:gd name="connsiteY1419" fmla="*/ 553836 h 879650"/>
                    <a:gd name="connsiteX1420" fmla="*/ 157096 w 1252752"/>
                    <a:gd name="connsiteY1420" fmla="*/ 552609 h 879650"/>
                    <a:gd name="connsiteX1421" fmla="*/ 153438 w 1252752"/>
                    <a:gd name="connsiteY1421" fmla="*/ 553674 h 879650"/>
                    <a:gd name="connsiteX1422" fmla="*/ 155070 w 1252752"/>
                    <a:gd name="connsiteY1422" fmla="*/ 543985 h 879650"/>
                    <a:gd name="connsiteX1423" fmla="*/ 152593 w 1252752"/>
                    <a:gd name="connsiteY1423" fmla="*/ 541682 h 879650"/>
                    <a:gd name="connsiteX1424" fmla="*/ 155557 w 1252752"/>
                    <a:gd name="connsiteY1424" fmla="*/ 538232 h 879650"/>
                    <a:gd name="connsiteX1425" fmla="*/ 159863 w 1252752"/>
                    <a:gd name="connsiteY1425" fmla="*/ 538220 h 879650"/>
                    <a:gd name="connsiteX1426" fmla="*/ 159353 w 1252752"/>
                    <a:gd name="connsiteY1426" fmla="*/ 534643 h 879650"/>
                    <a:gd name="connsiteX1427" fmla="*/ 161043 w 1252752"/>
                    <a:gd name="connsiteY1427" fmla="*/ 533000 h 879650"/>
                    <a:gd name="connsiteX1428" fmla="*/ 157895 w 1252752"/>
                    <a:gd name="connsiteY1428" fmla="*/ 530742 h 879650"/>
                    <a:gd name="connsiteX1429" fmla="*/ 158902 w 1252752"/>
                    <a:gd name="connsiteY1429" fmla="*/ 526471 h 879650"/>
                    <a:gd name="connsiteX1430" fmla="*/ 155788 w 1252752"/>
                    <a:gd name="connsiteY1430" fmla="*/ 521100 h 879650"/>
                    <a:gd name="connsiteX1431" fmla="*/ 157941 w 1252752"/>
                    <a:gd name="connsiteY1431" fmla="*/ 508019 h 879650"/>
                    <a:gd name="connsiteX1432" fmla="*/ 162062 w 1252752"/>
                    <a:gd name="connsiteY1432" fmla="*/ 507463 h 879650"/>
                    <a:gd name="connsiteX1433" fmla="*/ 168730 w 1252752"/>
                    <a:gd name="connsiteY1433" fmla="*/ 513286 h 879650"/>
                    <a:gd name="connsiteX1434" fmla="*/ 173291 w 1252752"/>
                    <a:gd name="connsiteY1434" fmla="*/ 502497 h 879650"/>
                    <a:gd name="connsiteX1435" fmla="*/ 167769 w 1252752"/>
                    <a:gd name="connsiteY1435" fmla="*/ 497484 h 879650"/>
                    <a:gd name="connsiteX1436" fmla="*/ 169610 w 1252752"/>
                    <a:gd name="connsiteY1436" fmla="*/ 489602 h 879650"/>
                    <a:gd name="connsiteX1437" fmla="*/ 163000 w 1252752"/>
                    <a:gd name="connsiteY1437" fmla="*/ 488247 h 879650"/>
                    <a:gd name="connsiteX1438" fmla="*/ 161669 w 1252752"/>
                    <a:gd name="connsiteY1438" fmla="*/ 484300 h 879650"/>
                    <a:gd name="connsiteX1439" fmla="*/ 157733 w 1252752"/>
                    <a:gd name="connsiteY1439" fmla="*/ 484300 h 879650"/>
                    <a:gd name="connsiteX1440" fmla="*/ 153774 w 1252752"/>
                    <a:gd name="connsiteY1440" fmla="*/ 480376 h 879650"/>
                    <a:gd name="connsiteX1441" fmla="*/ 153994 w 1252752"/>
                    <a:gd name="connsiteY1441" fmla="*/ 478732 h 879650"/>
                    <a:gd name="connsiteX1442" fmla="*/ 147396 w 1252752"/>
                    <a:gd name="connsiteY1442" fmla="*/ 474506 h 879650"/>
                    <a:gd name="connsiteX1443" fmla="*/ 148299 w 1252752"/>
                    <a:gd name="connsiteY1443" fmla="*/ 465998 h 879650"/>
                    <a:gd name="connsiteX1444" fmla="*/ 144895 w 1252752"/>
                    <a:gd name="connsiteY1444" fmla="*/ 467086 h 879650"/>
                    <a:gd name="connsiteX1445" fmla="*/ 144432 w 1252752"/>
                    <a:gd name="connsiteY1445" fmla="*/ 464158 h 879650"/>
                    <a:gd name="connsiteX1446" fmla="*/ 141642 w 1252752"/>
                    <a:gd name="connsiteY1446" fmla="*/ 462792 h 879650"/>
                    <a:gd name="connsiteX1447" fmla="*/ 143796 w 1252752"/>
                    <a:gd name="connsiteY1447" fmla="*/ 458972 h 879650"/>
                    <a:gd name="connsiteX1448" fmla="*/ 148217 w 1252752"/>
                    <a:gd name="connsiteY1448" fmla="*/ 459400 h 879650"/>
                    <a:gd name="connsiteX1449" fmla="*/ 153357 w 1252752"/>
                    <a:gd name="connsiteY1449" fmla="*/ 456506 h 879650"/>
                    <a:gd name="connsiteX1450" fmla="*/ 157941 w 1252752"/>
                    <a:gd name="connsiteY1450" fmla="*/ 457779 h 879650"/>
                    <a:gd name="connsiteX1451" fmla="*/ 155915 w 1252752"/>
                    <a:gd name="connsiteY1451" fmla="*/ 454492 h 879650"/>
                    <a:gd name="connsiteX1452" fmla="*/ 158821 w 1252752"/>
                    <a:gd name="connsiteY1452" fmla="*/ 443935 h 879650"/>
                    <a:gd name="connsiteX1453" fmla="*/ 156934 w 1252752"/>
                    <a:gd name="connsiteY1453" fmla="*/ 439223 h 879650"/>
                    <a:gd name="connsiteX1454" fmla="*/ 150903 w 1252752"/>
                    <a:gd name="connsiteY1454" fmla="*/ 437313 h 879650"/>
                    <a:gd name="connsiteX1455" fmla="*/ 146018 w 1252752"/>
                    <a:gd name="connsiteY1455" fmla="*/ 431490 h 879650"/>
                    <a:gd name="connsiteX1456" fmla="*/ 141619 w 1252752"/>
                    <a:gd name="connsiteY1456" fmla="*/ 421234 h 879650"/>
                    <a:gd name="connsiteX1457" fmla="*/ 137243 w 1252752"/>
                    <a:gd name="connsiteY1457" fmla="*/ 416650 h 879650"/>
                    <a:gd name="connsiteX1458" fmla="*/ 135067 w 1252752"/>
                    <a:gd name="connsiteY1458" fmla="*/ 405271 h 879650"/>
                    <a:gd name="connsiteX1459" fmla="*/ 136260 w 1252752"/>
                    <a:gd name="connsiteY1459" fmla="*/ 398557 h 879650"/>
                    <a:gd name="connsiteX1460" fmla="*/ 129638 w 1252752"/>
                    <a:gd name="connsiteY1460" fmla="*/ 402482 h 879650"/>
                    <a:gd name="connsiteX1461" fmla="*/ 125575 w 1252752"/>
                    <a:gd name="connsiteY1461" fmla="*/ 391797 h 879650"/>
                    <a:gd name="connsiteX1462" fmla="*/ 118074 w 1252752"/>
                    <a:gd name="connsiteY1462" fmla="*/ 381992 h 879650"/>
                    <a:gd name="connsiteX1463" fmla="*/ 113027 w 1252752"/>
                    <a:gd name="connsiteY1463" fmla="*/ 371030 h 879650"/>
                    <a:gd name="connsiteX1464" fmla="*/ 110330 w 1252752"/>
                    <a:gd name="connsiteY1464" fmla="*/ 368356 h 879650"/>
                    <a:gd name="connsiteX1465" fmla="*/ 102470 w 1252752"/>
                    <a:gd name="connsiteY1465" fmla="*/ 372546 h 879650"/>
                    <a:gd name="connsiteX1466" fmla="*/ 99714 w 1252752"/>
                    <a:gd name="connsiteY1466" fmla="*/ 370532 h 879650"/>
                    <a:gd name="connsiteX1467" fmla="*/ 97098 w 1252752"/>
                    <a:gd name="connsiteY1467" fmla="*/ 364293 h 879650"/>
                    <a:gd name="connsiteX1468" fmla="*/ 99413 w 1252752"/>
                    <a:gd name="connsiteY1468" fmla="*/ 360287 h 879650"/>
                    <a:gd name="connsiteX1469" fmla="*/ 97226 w 1252752"/>
                    <a:gd name="connsiteY1469" fmla="*/ 351409 h 879650"/>
                    <a:gd name="connsiteX1470" fmla="*/ 100606 w 1252752"/>
                    <a:gd name="connsiteY1470" fmla="*/ 346628 h 879650"/>
                    <a:gd name="connsiteX1471" fmla="*/ 102944 w 1252752"/>
                    <a:gd name="connsiteY1471" fmla="*/ 347681 h 879650"/>
                    <a:gd name="connsiteX1472" fmla="*/ 105838 w 1252752"/>
                    <a:gd name="connsiteY1472" fmla="*/ 345007 h 879650"/>
                    <a:gd name="connsiteX1473" fmla="*/ 103361 w 1252752"/>
                    <a:gd name="connsiteY1473" fmla="*/ 341152 h 879650"/>
                    <a:gd name="connsiteX1474" fmla="*/ 108362 w 1252752"/>
                    <a:gd name="connsiteY1474" fmla="*/ 333998 h 879650"/>
                    <a:gd name="connsiteX1475" fmla="*/ 107123 w 1252752"/>
                    <a:gd name="connsiteY1475" fmla="*/ 331093 h 879650"/>
                    <a:gd name="connsiteX1476" fmla="*/ 102608 w 1252752"/>
                    <a:gd name="connsiteY1476" fmla="*/ 330248 h 879650"/>
                    <a:gd name="connsiteX1477" fmla="*/ 98696 w 1252752"/>
                    <a:gd name="connsiteY1477" fmla="*/ 323812 h 879650"/>
                    <a:gd name="connsiteX1478" fmla="*/ 96624 w 1252752"/>
                    <a:gd name="connsiteY1478" fmla="*/ 323951 h 879650"/>
                    <a:gd name="connsiteX1479" fmla="*/ 97874 w 1252752"/>
                    <a:gd name="connsiteY1479" fmla="*/ 321231 h 879650"/>
                    <a:gd name="connsiteX1480" fmla="*/ 97075 w 1252752"/>
                    <a:gd name="connsiteY1480" fmla="*/ 317121 h 879650"/>
                    <a:gd name="connsiteX1481" fmla="*/ 93568 w 1252752"/>
                    <a:gd name="connsiteY1481" fmla="*/ 313046 h 879650"/>
                    <a:gd name="connsiteX1482" fmla="*/ 94876 w 1252752"/>
                    <a:gd name="connsiteY1482" fmla="*/ 306355 h 879650"/>
                    <a:gd name="connsiteX1483" fmla="*/ 99772 w 1252752"/>
                    <a:gd name="connsiteY1483" fmla="*/ 301633 h 879650"/>
                    <a:gd name="connsiteX1484" fmla="*/ 102354 w 1252752"/>
                    <a:gd name="connsiteY1484" fmla="*/ 302616 h 879650"/>
                    <a:gd name="connsiteX1485" fmla="*/ 102666 w 1252752"/>
                    <a:gd name="connsiteY1485" fmla="*/ 306078 h 879650"/>
                    <a:gd name="connsiteX1486" fmla="*/ 105132 w 1252752"/>
                    <a:gd name="connsiteY1486" fmla="*/ 307293 h 879650"/>
                    <a:gd name="connsiteX1487" fmla="*/ 112506 w 1252752"/>
                    <a:gd name="connsiteY1487" fmla="*/ 305117 h 879650"/>
                    <a:gd name="connsiteX1488" fmla="*/ 109114 w 1252752"/>
                    <a:gd name="connsiteY1488" fmla="*/ 297858 h 879650"/>
                    <a:gd name="connsiteX1489" fmla="*/ 106186 w 1252752"/>
                    <a:gd name="connsiteY1489" fmla="*/ 297396 h 879650"/>
                    <a:gd name="connsiteX1490" fmla="*/ 97920 w 1252752"/>
                    <a:gd name="connsiteY1490" fmla="*/ 288748 h 879650"/>
                    <a:gd name="connsiteX1491" fmla="*/ 95015 w 1252752"/>
                    <a:gd name="connsiteY1491" fmla="*/ 282000 h 879650"/>
                    <a:gd name="connsiteX1492" fmla="*/ 98684 w 1252752"/>
                    <a:gd name="connsiteY1492" fmla="*/ 278249 h 879650"/>
                    <a:gd name="connsiteX1493" fmla="*/ 98198 w 1252752"/>
                    <a:gd name="connsiteY1493" fmla="*/ 272380 h 879650"/>
                    <a:gd name="connsiteX1494" fmla="*/ 95316 w 1252752"/>
                    <a:gd name="connsiteY1494" fmla="*/ 267287 h 879650"/>
                    <a:gd name="connsiteX1495" fmla="*/ 93139 w 1252752"/>
                    <a:gd name="connsiteY1495" fmla="*/ 254356 h 879650"/>
                    <a:gd name="connsiteX1496" fmla="*/ 86252 w 1252752"/>
                    <a:gd name="connsiteY1496" fmla="*/ 246960 h 879650"/>
                    <a:gd name="connsiteX1497" fmla="*/ 95721 w 1252752"/>
                    <a:gd name="connsiteY1497" fmla="*/ 240488 h 879650"/>
                    <a:gd name="connsiteX1498" fmla="*/ 99900 w 1252752"/>
                    <a:gd name="connsiteY1498" fmla="*/ 234689 h 879650"/>
                    <a:gd name="connsiteX1499" fmla="*/ 101705 w 1252752"/>
                    <a:gd name="connsiteY1499" fmla="*/ 227026 h 879650"/>
                    <a:gd name="connsiteX1500" fmla="*/ 100166 w 1252752"/>
                    <a:gd name="connsiteY1500" fmla="*/ 227593 h 879650"/>
                    <a:gd name="connsiteX1501" fmla="*/ 98163 w 1252752"/>
                    <a:gd name="connsiteY1501" fmla="*/ 216793 h 879650"/>
                    <a:gd name="connsiteX1502" fmla="*/ 101798 w 1252752"/>
                    <a:gd name="connsiteY1502" fmla="*/ 207451 h 879650"/>
                    <a:gd name="connsiteX1503" fmla="*/ 97943 w 1252752"/>
                    <a:gd name="connsiteY1503" fmla="*/ 198538 h 879650"/>
                    <a:gd name="connsiteX1504" fmla="*/ 105097 w 1252752"/>
                    <a:gd name="connsiteY1504" fmla="*/ 191754 h 879650"/>
                    <a:gd name="connsiteX1505" fmla="*/ 104414 w 1252752"/>
                    <a:gd name="connsiteY1505" fmla="*/ 189104 h 879650"/>
                    <a:gd name="connsiteX1506" fmla="*/ 108130 w 1252752"/>
                    <a:gd name="connsiteY1506" fmla="*/ 180248 h 879650"/>
                    <a:gd name="connsiteX1507" fmla="*/ 113142 w 1252752"/>
                    <a:gd name="connsiteY1507" fmla="*/ 181370 h 879650"/>
                    <a:gd name="connsiteX1508" fmla="*/ 117426 w 1252752"/>
                    <a:gd name="connsiteY1508" fmla="*/ 178627 h 879650"/>
                    <a:gd name="connsiteX1509" fmla="*/ 116986 w 1252752"/>
                    <a:gd name="connsiteY1509" fmla="*/ 171323 h 879650"/>
                    <a:gd name="connsiteX1510" fmla="*/ 113085 w 1252752"/>
                    <a:gd name="connsiteY1510" fmla="*/ 170142 h 879650"/>
                    <a:gd name="connsiteX1511" fmla="*/ 114404 w 1252752"/>
                    <a:gd name="connsiteY1511" fmla="*/ 165512 h 879650"/>
                    <a:gd name="connsiteX1512" fmla="*/ 112819 w 1252752"/>
                    <a:gd name="connsiteY1512" fmla="*/ 165083 h 879650"/>
                    <a:gd name="connsiteX1513" fmla="*/ 123804 w 1252752"/>
                    <a:gd name="connsiteY1513" fmla="*/ 155985 h 879650"/>
                    <a:gd name="connsiteX1514" fmla="*/ 117460 w 1252752"/>
                    <a:gd name="connsiteY1514" fmla="*/ 145451 h 879650"/>
                    <a:gd name="connsiteX1515" fmla="*/ 111487 w 1252752"/>
                    <a:gd name="connsiteY1515" fmla="*/ 143564 h 879650"/>
                    <a:gd name="connsiteX1516" fmla="*/ 109149 w 1252752"/>
                    <a:gd name="connsiteY1516" fmla="*/ 144409 h 879650"/>
                    <a:gd name="connsiteX1517" fmla="*/ 110226 w 1252752"/>
                    <a:gd name="connsiteY1517" fmla="*/ 142048 h 879650"/>
                    <a:gd name="connsiteX1518" fmla="*/ 106533 w 1252752"/>
                    <a:gd name="connsiteY1518" fmla="*/ 140601 h 879650"/>
                    <a:gd name="connsiteX1519" fmla="*/ 104171 w 1252752"/>
                    <a:gd name="connsiteY1519" fmla="*/ 133990 h 879650"/>
                    <a:gd name="connsiteX1520" fmla="*/ 105294 w 1252752"/>
                    <a:gd name="connsiteY1520" fmla="*/ 126802 h 879650"/>
                    <a:gd name="connsiteX1521" fmla="*/ 115296 w 1252752"/>
                    <a:gd name="connsiteY1521" fmla="*/ 133990 h 879650"/>
                    <a:gd name="connsiteX1522" fmla="*/ 124788 w 1252752"/>
                    <a:gd name="connsiteY1522" fmla="*/ 145566 h 879650"/>
                    <a:gd name="connsiteX1523" fmla="*/ 132254 w 1252752"/>
                    <a:gd name="connsiteY1523" fmla="*/ 136676 h 879650"/>
                    <a:gd name="connsiteX1524" fmla="*/ 129083 w 1252752"/>
                    <a:gd name="connsiteY1524" fmla="*/ 132880 h 879650"/>
                    <a:gd name="connsiteX1525" fmla="*/ 136260 w 1252752"/>
                    <a:gd name="connsiteY1525" fmla="*/ 135160 h 879650"/>
                    <a:gd name="connsiteX1526" fmla="*/ 142429 w 1252752"/>
                    <a:gd name="connsiteY1526" fmla="*/ 132740 h 879650"/>
                    <a:gd name="connsiteX1527" fmla="*/ 147454 w 1252752"/>
                    <a:gd name="connsiteY1527" fmla="*/ 130472 h 879650"/>
                    <a:gd name="connsiteX1528" fmla="*/ 144675 w 1252752"/>
                    <a:gd name="connsiteY1528" fmla="*/ 124140 h 879650"/>
                    <a:gd name="connsiteX1529" fmla="*/ 150278 w 1252752"/>
                    <a:gd name="connsiteY1529" fmla="*/ 121292 h 879650"/>
                    <a:gd name="connsiteX1530" fmla="*/ 155302 w 1252752"/>
                    <a:gd name="connsiteY1530" fmla="*/ 124012 h 879650"/>
                    <a:gd name="connsiteX1531" fmla="*/ 157131 w 1252752"/>
                    <a:gd name="connsiteY1531" fmla="*/ 121014 h 879650"/>
                    <a:gd name="connsiteX1532" fmla="*/ 166125 w 1252752"/>
                    <a:gd name="connsiteY1532" fmla="*/ 84435 h 879650"/>
                    <a:gd name="connsiteX1533" fmla="*/ 164447 w 1252752"/>
                    <a:gd name="connsiteY1533" fmla="*/ 77002 h 879650"/>
                    <a:gd name="connsiteX1534" fmla="*/ 168475 w 1252752"/>
                    <a:gd name="connsiteY1534" fmla="*/ 73738 h 879650"/>
                    <a:gd name="connsiteX1535" fmla="*/ 167109 w 1252752"/>
                    <a:gd name="connsiteY1535" fmla="*/ 70774 h 879650"/>
                    <a:gd name="connsiteX1536" fmla="*/ 170258 w 1252752"/>
                    <a:gd name="connsiteY1536" fmla="*/ 67487 h 879650"/>
                    <a:gd name="connsiteX1537" fmla="*/ 169436 w 1252752"/>
                    <a:gd name="connsiteY1537" fmla="*/ 63840 h 879650"/>
                    <a:gd name="connsiteX1538" fmla="*/ 172214 w 1252752"/>
                    <a:gd name="connsiteY1538" fmla="*/ 64095 h 879650"/>
                    <a:gd name="connsiteX1539" fmla="*/ 173210 w 1252752"/>
                    <a:gd name="connsiteY1539" fmla="*/ 59465 h 879650"/>
                    <a:gd name="connsiteX1540" fmla="*/ 176764 w 1252752"/>
                    <a:gd name="connsiteY1540" fmla="*/ 61965 h 879650"/>
                    <a:gd name="connsiteX1541" fmla="*/ 184126 w 1252752"/>
                    <a:gd name="connsiteY1541" fmla="*/ 61572 h 879650"/>
                    <a:gd name="connsiteX1542" fmla="*/ 181787 w 1252752"/>
                    <a:gd name="connsiteY1542" fmla="*/ 52543 h 879650"/>
                    <a:gd name="connsiteX1543" fmla="*/ 183489 w 1252752"/>
                    <a:gd name="connsiteY1543" fmla="*/ 50737 h 879650"/>
                    <a:gd name="connsiteX1544" fmla="*/ 191754 w 1252752"/>
                    <a:gd name="connsiteY1544" fmla="*/ 49394 h 879650"/>
                    <a:gd name="connsiteX1545" fmla="*/ 199742 w 1252752"/>
                    <a:gd name="connsiteY1545" fmla="*/ 54117 h 879650"/>
                    <a:gd name="connsiteX1546" fmla="*/ 206514 w 1252752"/>
                    <a:gd name="connsiteY1546" fmla="*/ 63436 h 879650"/>
                    <a:gd name="connsiteX1547" fmla="*/ 210461 w 1252752"/>
                    <a:gd name="connsiteY1547" fmla="*/ 60125 h 879650"/>
                    <a:gd name="connsiteX1548" fmla="*/ 216480 w 1252752"/>
                    <a:gd name="connsiteY1548" fmla="*/ 59141 h 879650"/>
                    <a:gd name="connsiteX1549" fmla="*/ 213749 w 1252752"/>
                    <a:gd name="connsiteY1549" fmla="*/ 53295 h 879650"/>
                    <a:gd name="connsiteX1550" fmla="*/ 211862 w 1252752"/>
                    <a:gd name="connsiteY1550" fmla="*/ 52473 h 879650"/>
                    <a:gd name="connsiteX1551" fmla="*/ 211665 w 1252752"/>
                    <a:gd name="connsiteY1551" fmla="*/ 49649 h 879650"/>
                    <a:gd name="connsiteX1552" fmla="*/ 204488 w 1252752"/>
                    <a:gd name="connsiteY1552" fmla="*/ 50146 h 879650"/>
                    <a:gd name="connsiteX1553" fmla="*/ 203538 w 1252752"/>
                    <a:gd name="connsiteY1553" fmla="*/ 48873 h 879650"/>
                    <a:gd name="connsiteX1554" fmla="*/ 206329 w 1252752"/>
                    <a:gd name="connsiteY1554" fmla="*/ 43305 h 879650"/>
                    <a:gd name="connsiteX1555" fmla="*/ 213274 w 1252752"/>
                    <a:gd name="connsiteY1555" fmla="*/ 38732 h 879650"/>
                    <a:gd name="connsiteX1556" fmla="*/ 219583 w 1252752"/>
                    <a:gd name="connsiteY1556" fmla="*/ 39230 h 879650"/>
                    <a:gd name="connsiteX1557" fmla="*/ 219108 w 1252752"/>
                    <a:gd name="connsiteY1557" fmla="*/ 35433 h 879650"/>
                    <a:gd name="connsiteX1558" fmla="*/ 222315 w 1252752"/>
                    <a:gd name="connsiteY1558" fmla="*/ 33489 h 879650"/>
                    <a:gd name="connsiteX1559" fmla="*/ 221389 w 1252752"/>
                    <a:gd name="connsiteY1559" fmla="*/ 28569 h 879650"/>
                    <a:gd name="connsiteX1560" fmla="*/ 224780 w 1252752"/>
                    <a:gd name="connsiteY1560" fmla="*/ 25108 h 879650"/>
                    <a:gd name="connsiteX1561" fmla="*/ 225487 w 1252752"/>
                    <a:gd name="connsiteY1561" fmla="*/ 19563 h 879650"/>
                    <a:gd name="connsiteX1562" fmla="*/ 234817 w 1252752"/>
                    <a:gd name="connsiteY1562" fmla="*/ 32956 h 879650"/>
                    <a:gd name="connsiteX1563" fmla="*/ 234111 w 1252752"/>
                    <a:gd name="connsiteY1563" fmla="*/ 34172 h 879650"/>
                    <a:gd name="connsiteX1564" fmla="*/ 245698 w 1252752"/>
                    <a:gd name="connsiteY1564" fmla="*/ 49602 h 879650"/>
                    <a:gd name="connsiteX1565" fmla="*/ 254426 w 1252752"/>
                    <a:gd name="connsiteY1565" fmla="*/ 57265 h 879650"/>
                    <a:gd name="connsiteX1566" fmla="*/ 256221 w 1252752"/>
                    <a:gd name="connsiteY1566" fmla="*/ 61202 h 879650"/>
                    <a:gd name="connsiteX1567" fmla="*/ 247457 w 1252752"/>
                    <a:gd name="connsiteY1567" fmla="*/ 60877 h 879650"/>
                    <a:gd name="connsiteX1568" fmla="*/ 242109 w 1252752"/>
                    <a:gd name="connsiteY1568" fmla="*/ 64003 h 879650"/>
                    <a:gd name="connsiteX1569" fmla="*/ 234562 w 1252752"/>
                    <a:gd name="connsiteY1569" fmla="*/ 64292 h 879650"/>
                    <a:gd name="connsiteX1570" fmla="*/ 229816 w 1252752"/>
                    <a:gd name="connsiteY1570" fmla="*/ 67418 h 879650"/>
                    <a:gd name="connsiteX1571" fmla="*/ 230939 w 1252752"/>
                    <a:gd name="connsiteY1571" fmla="*/ 71585 h 879650"/>
                    <a:gd name="connsiteX1572" fmla="*/ 237745 w 1252752"/>
                    <a:gd name="connsiteY1572" fmla="*/ 71412 h 879650"/>
                    <a:gd name="connsiteX1573" fmla="*/ 238428 w 1252752"/>
                    <a:gd name="connsiteY1573" fmla="*/ 72604 h 879650"/>
                    <a:gd name="connsiteX1574" fmla="*/ 235071 w 1252752"/>
                    <a:gd name="connsiteY1574" fmla="*/ 77188 h 879650"/>
                    <a:gd name="connsiteX1575" fmla="*/ 237491 w 1252752"/>
                    <a:gd name="connsiteY1575" fmla="*/ 78102 h 879650"/>
                    <a:gd name="connsiteX1576" fmla="*/ 236819 w 1252752"/>
                    <a:gd name="connsiteY1576" fmla="*/ 80290 h 879650"/>
                    <a:gd name="connsiteX1577" fmla="*/ 234793 w 1252752"/>
                    <a:gd name="connsiteY1577" fmla="*/ 80695 h 879650"/>
                    <a:gd name="connsiteX1578" fmla="*/ 234967 w 1252752"/>
                    <a:gd name="connsiteY1578" fmla="*/ 84678 h 879650"/>
                    <a:gd name="connsiteX1579" fmla="*/ 232999 w 1252752"/>
                    <a:gd name="connsiteY1579" fmla="*/ 88301 h 879650"/>
                    <a:gd name="connsiteX1580" fmla="*/ 238625 w 1252752"/>
                    <a:gd name="connsiteY1580" fmla="*/ 93382 h 879650"/>
                    <a:gd name="connsiteX1581" fmla="*/ 240732 w 1252752"/>
                    <a:gd name="connsiteY1581" fmla="*/ 99679 h 879650"/>
                    <a:gd name="connsiteX1582" fmla="*/ 239875 w 1252752"/>
                    <a:gd name="connsiteY1582" fmla="*/ 101995 h 879650"/>
                    <a:gd name="connsiteX1583" fmla="*/ 243151 w 1252752"/>
                    <a:gd name="connsiteY1583" fmla="*/ 102886 h 879650"/>
                    <a:gd name="connsiteX1584" fmla="*/ 245814 w 1252752"/>
                    <a:gd name="connsiteY1584" fmla="*/ 110029 h 879650"/>
                    <a:gd name="connsiteX1585" fmla="*/ 245663 w 1252752"/>
                    <a:gd name="connsiteY1585" fmla="*/ 111741 h 879650"/>
                    <a:gd name="connsiteX1586" fmla="*/ 243510 w 1252752"/>
                    <a:gd name="connsiteY1586" fmla="*/ 112158 h 879650"/>
                    <a:gd name="connsiteX1587" fmla="*/ 246265 w 1252752"/>
                    <a:gd name="connsiteY1587" fmla="*/ 115272 h 879650"/>
                    <a:gd name="connsiteX1588" fmla="*/ 244008 w 1252752"/>
                    <a:gd name="connsiteY1588" fmla="*/ 118687 h 879650"/>
                    <a:gd name="connsiteX1589" fmla="*/ 244413 w 1252752"/>
                    <a:gd name="connsiteY1589" fmla="*/ 122600 h 879650"/>
                    <a:gd name="connsiteX1590" fmla="*/ 242075 w 1252752"/>
                    <a:gd name="connsiteY1590" fmla="*/ 124499 h 879650"/>
                    <a:gd name="connsiteX1591" fmla="*/ 244112 w 1252752"/>
                    <a:gd name="connsiteY1591" fmla="*/ 130460 h 879650"/>
                    <a:gd name="connsiteX1592" fmla="*/ 245015 w 1252752"/>
                    <a:gd name="connsiteY1592" fmla="*/ 128804 h 879650"/>
                    <a:gd name="connsiteX1593" fmla="*/ 252261 w 1252752"/>
                    <a:gd name="connsiteY1593" fmla="*/ 129569 h 879650"/>
                    <a:gd name="connsiteX1594" fmla="*/ 259242 w 1252752"/>
                    <a:gd name="connsiteY1594" fmla="*/ 126350 h 879650"/>
                    <a:gd name="connsiteX1595" fmla="*/ 263594 w 1252752"/>
                    <a:gd name="connsiteY1595" fmla="*/ 129198 h 879650"/>
                    <a:gd name="connsiteX1596" fmla="*/ 275760 w 1252752"/>
                    <a:gd name="connsiteY1596" fmla="*/ 131375 h 879650"/>
                    <a:gd name="connsiteX1597" fmla="*/ 277729 w 1252752"/>
                    <a:gd name="connsiteY1597" fmla="*/ 128955 h 879650"/>
                    <a:gd name="connsiteX1598" fmla="*/ 283065 w 1252752"/>
                    <a:gd name="connsiteY1598" fmla="*/ 128585 h 879650"/>
                    <a:gd name="connsiteX1599" fmla="*/ 287429 w 1252752"/>
                    <a:gd name="connsiteY1599" fmla="*/ 121848 h 879650"/>
                    <a:gd name="connsiteX1600" fmla="*/ 290034 w 1252752"/>
                    <a:gd name="connsiteY1600" fmla="*/ 122519 h 879650"/>
                    <a:gd name="connsiteX1601" fmla="*/ 298102 w 1252752"/>
                    <a:gd name="connsiteY1601" fmla="*/ 119440 h 879650"/>
                    <a:gd name="connsiteX1602" fmla="*/ 299167 w 1252752"/>
                    <a:gd name="connsiteY1602" fmla="*/ 114972 h 879650"/>
                    <a:gd name="connsiteX1603" fmla="*/ 303867 w 1252752"/>
                    <a:gd name="connsiteY1603" fmla="*/ 108720 h 879650"/>
                    <a:gd name="connsiteX1604" fmla="*/ 297083 w 1252752"/>
                    <a:gd name="connsiteY1604" fmla="*/ 104785 h 879650"/>
                    <a:gd name="connsiteX1605" fmla="*/ 302234 w 1252752"/>
                    <a:gd name="connsiteY1605" fmla="*/ 91264 h 879650"/>
                    <a:gd name="connsiteX1606" fmla="*/ 316218 w 1252752"/>
                    <a:gd name="connsiteY1606" fmla="*/ 86842 h 879650"/>
                    <a:gd name="connsiteX1607" fmla="*/ 318568 w 1252752"/>
                    <a:gd name="connsiteY1607" fmla="*/ 82999 h 879650"/>
                    <a:gd name="connsiteX1608" fmla="*/ 320386 w 1252752"/>
                    <a:gd name="connsiteY1608" fmla="*/ 83404 h 879650"/>
                    <a:gd name="connsiteX1609" fmla="*/ 323824 w 1252752"/>
                    <a:gd name="connsiteY1609" fmla="*/ 80649 h 879650"/>
                    <a:gd name="connsiteX1610" fmla="*/ 327146 w 1252752"/>
                    <a:gd name="connsiteY1610" fmla="*/ 82420 h 879650"/>
                    <a:gd name="connsiteX1611" fmla="*/ 332135 w 1252752"/>
                    <a:gd name="connsiteY1611" fmla="*/ 78565 h 879650"/>
                    <a:gd name="connsiteX1612" fmla="*/ 336279 w 1252752"/>
                    <a:gd name="connsiteY1612" fmla="*/ 79896 h 879650"/>
                    <a:gd name="connsiteX1613" fmla="*/ 335550 w 1252752"/>
                    <a:gd name="connsiteY1613" fmla="*/ 76169 h 879650"/>
                    <a:gd name="connsiteX1614" fmla="*/ 330896 w 1252752"/>
                    <a:gd name="connsiteY1614" fmla="*/ 74109 h 879650"/>
                    <a:gd name="connsiteX1615" fmla="*/ 336673 w 1252752"/>
                    <a:gd name="connsiteY1615" fmla="*/ 72870 h 879650"/>
                    <a:gd name="connsiteX1616" fmla="*/ 341581 w 1252752"/>
                    <a:gd name="connsiteY1616" fmla="*/ 75208 h 879650"/>
                    <a:gd name="connsiteX1617" fmla="*/ 344475 w 1252752"/>
                    <a:gd name="connsiteY1617" fmla="*/ 74062 h 879650"/>
                    <a:gd name="connsiteX1618" fmla="*/ 351953 w 1252752"/>
                    <a:gd name="connsiteY1618" fmla="*/ 76169 h 879650"/>
                    <a:gd name="connsiteX1619" fmla="*/ 355889 w 1252752"/>
                    <a:gd name="connsiteY1619" fmla="*/ 74340 h 879650"/>
                    <a:gd name="connsiteX1620" fmla="*/ 357915 w 1252752"/>
                    <a:gd name="connsiteY1620" fmla="*/ 75382 h 879650"/>
                    <a:gd name="connsiteX1621" fmla="*/ 360392 w 1252752"/>
                    <a:gd name="connsiteY1621" fmla="*/ 70798 h 879650"/>
                    <a:gd name="connsiteX1622" fmla="*/ 363587 w 1252752"/>
                    <a:gd name="connsiteY1622" fmla="*/ 69050 h 879650"/>
                    <a:gd name="connsiteX1623" fmla="*/ 367916 w 1252752"/>
                    <a:gd name="connsiteY1623" fmla="*/ 72337 h 879650"/>
                    <a:gd name="connsiteX1624" fmla="*/ 366399 w 1252752"/>
                    <a:gd name="connsiteY1624" fmla="*/ 75775 h 879650"/>
                    <a:gd name="connsiteX1625" fmla="*/ 368275 w 1252752"/>
                    <a:gd name="connsiteY1625" fmla="*/ 77327 h 879650"/>
                    <a:gd name="connsiteX1626" fmla="*/ 368310 w 1252752"/>
                    <a:gd name="connsiteY1626" fmla="*/ 80383 h 879650"/>
                    <a:gd name="connsiteX1627" fmla="*/ 370324 w 1252752"/>
                    <a:gd name="connsiteY1627" fmla="*/ 80070 h 879650"/>
                    <a:gd name="connsiteX1628" fmla="*/ 368831 w 1252752"/>
                    <a:gd name="connsiteY1628" fmla="*/ 80939 h 879650"/>
                    <a:gd name="connsiteX1629" fmla="*/ 371771 w 1252752"/>
                    <a:gd name="connsiteY1629" fmla="*/ 91519 h 879650"/>
                    <a:gd name="connsiteX1630" fmla="*/ 380730 w 1252752"/>
                    <a:gd name="connsiteY1630" fmla="*/ 104263 h 879650"/>
                    <a:gd name="connsiteX1631" fmla="*/ 386403 w 1252752"/>
                    <a:gd name="connsiteY1631" fmla="*/ 98094 h 879650"/>
                    <a:gd name="connsiteX1632" fmla="*/ 389007 w 1252752"/>
                    <a:gd name="connsiteY1632" fmla="*/ 100015 h 879650"/>
                    <a:gd name="connsiteX1633" fmla="*/ 391010 w 1252752"/>
                    <a:gd name="connsiteY1633" fmla="*/ 98962 h 879650"/>
                    <a:gd name="connsiteX1634" fmla="*/ 393140 w 1252752"/>
                    <a:gd name="connsiteY1634" fmla="*/ 92885 h 879650"/>
                    <a:gd name="connsiteX1635" fmla="*/ 394390 w 1252752"/>
                    <a:gd name="connsiteY1635" fmla="*/ 89354 h 879650"/>
                    <a:gd name="connsiteX1636" fmla="*/ 397411 w 1252752"/>
                    <a:gd name="connsiteY1636" fmla="*/ 90257 h 879650"/>
                    <a:gd name="connsiteX1637" fmla="*/ 399889 w 1252752"/>
                    <a:gd name="connsiteY1637" fmla="*/ 86633 h 879650"/>
                    <a:gd name="connsiteX1638" fmla="*/ 396972 w 1252752"/>
                    <a:gd name="connsiteY1638" fmla="*/ 84435 h 879650"/>
                    <a:gd name="connsiteX1639" fmla="*/ 396080 w 1252752"/>
                    <a:gd name="connsiteY1639" fmla="*/ 80684 h 879650"/>
                    <a:gd name="connsiteX1640" fmla="*/ 397979 w 1252752"/>
                    <a:gd name="connsiteY1640" fmla="*/ 78797 h 879650"/>
                    <a:gd name="connsiteX1641" fmla="*/ 404450 w 1252752"/>
                    <a:gd name="connsiteY1641" fmla="*/ 78843 h 879650"/>
                    <a:gd name="connsiteX1642" fmla="*/ 407309 w 1252752"/>
                    <a:gd name="connsiteY1642" fmla="*/ 74027 h 879650"/>
                    <a:gd name="connsiteX1643" fmla="*/ 401579 w 1252752"/>
                    <a:gd name="connsiteY1643" fmla="*/ 62614 h 879650"/>
                    <a:gd name="connsiteX1644" fmla="*/ 398650 w 1252752"/>
                    <a:gd name="connsiteY1644" fmla="*/ 62162 h 879650"/>
                    <a:gd name="connsiteX1645" fmla="*/ 397469 w 1252752"/>
                    <a:gd name="connsiteY1645" fmla="*/ 59153 h 879650"/>
                    <a:gd name="connsiteX1646" fmla="*/ 393244 w 1252752"/>
                    <a:gd name="connsiteY1646" fmla="*/ 57729 h 879650"/>
                    <a:gd name="connsiteX1647" fmla="*/ 394761 w 1252752"/>
                    <a:gd name="connsiteY1647" fmla="*/ 56004 h 879650"/>
                    <a:gd name="connsiteX1648" fmla="*/ 392445 w 1252752"/>
                    <a:gd name="connsiteY1648" fmla="*/ 50853 h 879650"/>
                    <a:gd name="connsiteX1649" fmla="*/ 386785 w 1252752"/>
                    <a:gd name="connsiteY1649" fmla="*/ 49498 h 879650"/>
                    <a:gd name="connsiteX1650" fmla="*/ 389019 w 1252752"/>
                    <a:gd name="connsiteY1650" fmla="*/ 45945 h 879650"/>
                    <a:gd name="connsiteX1651" fmla="*/ 388950 w 1252752"/>
                    <a:gd name="connsiteY1651" fmla="*/ 42333 h 879650"/>
                    <a:gd name="connsiteX1652" fmla="*/ 393163 w 1252752"/>
                    <a:gd name="connsiteY1652" fmla="*/ 39751 h 879650"/>
                    <a:gd name="connsiteX1653" fmla="*/ 398743 w 1252752"/>
                    <a:gd name="connsiteY1653" fmla="*/ 39045 h 879650"/>
                    <a:gd name="connsiteX1654" fmla="*/ 401220 w 1252752"/>
                    <a:gd name="connsiteY1654" fmla="*/ 40342 h 879650"/>
                    <a:gd name="connsiteX1655" fmla="*/ 407899 w 1252752"/>
                    <a:gd name="connsiteY1655" fmla="*/ 38351 h 879650"/>
                    <a:gd name="connsiteX1656" fmla="*/ 406429 w 1252752"/>
                    <a:gd name="connsiteY1656" fmla="*/ 31856 h 879650"/>
                    <a:gd name="connsiteX1657" fmla="*/ 412923 w 1252752"/>
                    <a:gd name="connsiteY1657" fmla="*/ 32470 h 879650"/>
                    <a:gd name="connsiteX1658" fmla="*/ 415123 w 1252752"/>
                    <a:gd name="connsiteY1658" fmla="*/ 23904 h 879650"/>
                    <a:gd name="connsiteX1659" fmla="*/ 417137 w 1252752"/>
                    <a:gd name="connsiteY1659" fmla="*/ 22873 h 879650"/>
                    <a:gd name="connsiteX1660" fmla="*/ 420772 w 1252752"/>
                    <a:gd name="connsiteY1660" fmla="*/ 27134 h 879650"/>
                    <a:gd name="connsiteX1661" fmla="*/ 425703 w 1252752"/>
                    <a:gd name="connsiteY1661" fmla="*/ 16808 h 879650"/>
                    <a:gd name="connsiteX1662" fmla="*/ 430252 w 1252752"/>
                    <a:gd name="connsiteY1662" fmla="*/ 15349 h 879650"/>
                    <a:gd name="connsiteX1663" fmla="*/ 431514 w 1252752"/>
                    <a:gd name="connsiteY1663" fmla="*/ 19818 h 879650"/>
                    <a:gd name="connsiteX1664" fmla="*/ 433366 w 1252752"/>
                    <a:gd name="connsiteY1664" fmla="*/ 17433 h 879650"/>
                    <a:gd name="connsiteX1665" fmla="*/ 435936 w 1252752"/>
                    <a:gd name="connsiteY1665" fmla="*/ 17734 h 879650"/>
                    <a:gd name="connsiteX1666" fmla="*/ 451679 w 1252752"/>
                    <a:gd name="connsiteY1666" fmla="*/ 2940 h 879650"/>
                    <a:gd name="connsiteX1667" fmla="*/ 459146 w 1252752"/>
                    <a:gd name="connsiteY1667" fmla="*/ 0 h 879650"/>
                    <a:gd name="connsiteX1668" fmla="*/ 465130 w 1252752"/>
                    <a:gd name="connsiteY1668" fmla="*/ 660 h 879650"/>
                    <a:gd name="connsiteX1669" fmla="*/ 469043 w 1252752"/>
                    <a:gd name="connsiteY1669" fmla="*/ 3669 h 879650"/>
                    <a:gd name="connsiteX1670" fmla="*/ 474217 w 1252752"/>
                    <a:gd name="connsiteY1670" fmla="*/ 4121 h 879650"/>
                    <a:gd name="connsiteX1671" fmla="*/ 475595 w 1252752"/>
                    <a:gd name="connsiteY1671" fmla="*/ 7281 h 879650"/>
                    <a:gd name="connsiteX1672" fmla="*/ 479970 w 1252752"/>
                    <a:gd name="connsiteY1672" fmla="*/ 8311 h 879650"/>
                    <a:gd name="connsiteX1673" fmla="*/ 479785 w 1252752"/>
                    <a:gd name="connsiteY1673" fmla="*/ 13613 h 879650"/>
                    <a:gd name="connsiteX1674" fmla="*/ 477424 w 1252752"/>
                    <a:gd name="connsiteY1674" fmla="*/ 16240 h 879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  <a:cxn ang="0">
                      <a:pos x="connsiteX1420" y="connsiteY1420"/>
                    </a:cxn>
                    <a:cxn ang="0">
                      <a:pos x="connsiteX1421" y="connsiteY1421"/>
                    </a:cxn>
                    <a:cxn ang="0">
                      <a:pos x="connsiteX1422" y="connsiteY1422"/>
                    </a:cxn>
                    <a:cxn ang="0">
                      <a:pos x="connsiteX1423" y="connsiteY1423"/>
                    </a:cxn>
                    <a:cxn ang="0">
                      <a:pos x="connsiteX1424" y="connsiteY1424"/>
                    </a:cxn>
                    <a:cxn ang="0">
                      <a:pos x="connsiteX1425" y="connsiteY1425"/>
                    </a:cxn>
                    <a:cxn ang="0">
                      <a:pos x="connsiteX1426" y="connsiteY1426"/>
                    </a:cxn>
                    <a:cxn ang="0">
                      <a:pos x="connsiteX1427" y="connsiteY1427"/>
                    </a:cxn>
                    <a:cxn ang="0">
                      <a:pos x="connsiteX1428" y="connsiteY1428"/>
                    </a:cxn>
                    <a:cxn ang="0">
                      <a:pos x="connsiteX1429" y="connsiteY1429"/>
                    </a:cxn>
                    <a:cxn ang="0">
                      <a:pos x="connsiteX1430" y="connsiteY1430"/>
                    </a:cxn>
                    <a:cxn ang="0">
                      <a:pos x="connsiteX1431" y="connsiteY1431"/>
                    </a:cxn>
                    <a:cxn ang="0">
                      <a:pos x="connsiteX1432" y="connsiteY1432"/>
                    </a:cxn>
                    <a:cxn ang="0">
                      <a:pos x="connsiteX1433" y="connsiteY1433"/>
                    </a:cxn>
                    <a:cxn ang="0">
                      <a:pos x="connsiteX1434" y="connsiteY1434"/>
                    </a:cxn>
                    <a:cxn ang="0">
                      <a:pos x="connsiteX1435" y="connsiteY1435"/>
                    </a:cxn>
                    <a:cxn ang="0">
                      <a:pos x="connsiteX1436" y="connsiteY1436"/>
                    </a:cxn>
                    <a:cxn ang="0">
                      <a:pos x="connsiteX1437" y="connsiteY1437"/>
                    </a:cxn>
                    <a:cxn ang="0">
                      <a:pos x="connsiteX1438" y="connsiteY1438"/>
                    </a:cxn>
                    <a:cxn ang="0">
                      <a:pos x="connsiteX1439" y="connsiteY1439"/>
                    </a:cxn>
                    <a:cxn ang="0">
                      <a:pos x="connsiteX1440" y="connsiteY1440"/>
                    </a:cxn>
                    <a:cxn ang="0">
                      <a:pos x="connsiteX1441" y="connsiteY1441"/>
                    </a:cxn>
                    <a:cxn ang="0">
                      <a:pos x="connsiteX1442" y="connsiteY1442"/>
                    </a:cxn>
                    <a:cxn ang="0">
                      <a:pos x="connsiteX1443" y="connsiteY1443"/>
                    </a:cxn>
                    <a:cxn ang="0">
                      <a:pos x="connsiteX1444" y="connsiteY1444"/>
                    </a:cxn>
                    <a:cxn ang="0">
                      <a:pos x="connsiteX1445" y="connsiteY1445"/>
                    </a:cxn>
                    <a:cxn ang="0">
                      <a:pos x="connsiteX1446" y="connsiteY1446"/>
                    </a:cxn>
                    <a:cxn ang="0">
                      <a:pos x="connsiteX1447" y="connsiteY1447"/>
                    </a:cxn>
                    <a:cxn ang="0">
                      <a:pos x="connsiteX1448" y="connsiteY1448"/>
                    </a:cxn>
                    <a:cxn ang="0">
                      <a:pos x="connsiteX1449" y="connsiteY1449"/>
                    </a:cxn>
                    <a:cxn ang="0">
                      <a:pos x="connsiteX1450" y="connsiteY1450"/>
                    </a:cxn>
                    <a:cxn ang="0">
                      <a:pos x="connsiteX1451" y="connsiteY1451"/>
                    </a:cxn>
                    <a:cxn ang="0">
                      <a:pos x="connsiteX1452" y="connsiteY1452"/>
                    </a:cxn>
                    <a:cxn ang="0">
                      <a:pos x="connsiteX1453" y="connsiteY1453"/>
                    </a:cxn>
                    <a:cxn ang="0">
                      <a:pos x="connsiteX1454" y="connsiteY1454"/>
                    </a:cxn>
                    <a:cxn ang="0">
                      <a:pos x="connsiteX1455" y="connsiteY1455"/>
                    </a:cxn>
                    <a:cxn ang="0">
                      <a:pos x="connsiteX1456" y="connsiteY1456"/>
                    </a:cxn>
                    <a:cxn ang="0">
                      <a:pos x="connsiteX1457" y="connsiteY1457"/>
                    </a:cxn>
                    <a:cxn ang="0">
                      <a:pos x="connsiteX1458" y="connsiteY1458"/>
                    </a:cxn>
                    <a:cxn ang="0">
                      <a:pos x="connsiteX1459" y="connsiteY1459"/>
                    </a:cxn>
                    <a:cxn ang="0">
                      <a:pos x="connsiteX1460" y="connsiteY1460"/>
                    </a:cxn>
                    <a:cxn ang="0">
                      <a:pos x="connsiteX1461" y="connsiteY1461"/>
                    </a:cxn>
                    <a:cxn ang="0">
                      <a:pos x="connsiteX1462" y="connsiteY1462"/>
                    </a:cxn>
                    <a:cxn ang="0">
                      <a:pos x="connsiteX1463" y="connsiteY1463"/>
                    </a:cxn>
                    <a:cxn ang="0">
                      <a:pos x="connsiteX1464" y="connsiteY1464"/>
                    </a:cxn>
                    <a:cxn ang="0">
                      <a:pos x="connsiteX1465" y="connsiteY1465"/>
                    </a:cxn>
                    <a:cxn ang="0">
                      <a:pos x="connsiteX1466" y="connsiteY1466"/>
                    </a:cxn>
                    <a:cxn ang="0">
                      <a:pos x="connsiteX1467" y="connsiteY1467"/>
                    </a:cxn>
                    <a:cxn ang="0">
                      <a:pos x="connsiteX1468" y="connsiteY1468"/>
                    </a:cxn>
                    <a:cxn ang="0">
                      <a:pos x="connsiteX1469" y="connsiteY1469"/>
                    </a:cxn>
                    <a:cxn ang="0">
                      <a:pos x="connsiteX1470" y="connsiteY1470"/>
                    </a:cxn>
                    <a:cxn ang="0">
                      <a:pos x="connsiteX1471" y="connsiteY1471"/>
                    </a:cxn>
                    <a:cxn ang="0">
                      <a:pos x="connsiteX1472" y="connsiteY1472"/>
                    </a:cxn>
                    <a:cxn ang="0">
                      <a:pos x="connsiteX1473" y="connsiteY1473"/>
                    </a:cxn>
                    <a:cxn ang="0">
                      <a:pos x="connsiteX1474" y="connsiteY1474"/>
                    </a:cxn>
                    <a:cxn ang="0">
                      <a:pos x="connsiteX1475" y="connsiteY1475"/>
                    </a:cxn>
                    <a:cxn ang="0">
                      <a:pos x="connsiteX1476" y="connsiteY1476"/>
                    </a:cxn>
                    <a:cxn ang="0">
                      <a:pos x="connsiteX1477" y="connsiteY1477"/>
                    </a:cxn>
                    <a:cxn ang="0">
                      <a:pos x="connsiteX1478" y="connsiteY1478"/>
                    </a:cxn>
                    <a:cxn ang="0">
                      <a:pos x="connsiteX1479" y="connsiteY1479"/>
                    </a:cxn>
                    <a:cxn ang="0">
                      <a:pos x="connsiteX1480" y="connsiteY1480"/>
                    </a:cxn>
                    <a:cxn ang="0">
                      <a:pos x="connsiteX1481" y="connsiteY1481"/>
                    </a:cxn>
                    <a:cxn ang="0">
                      <a:pos x="connsiteX1482" y="connsiteY1482"/>
                    </a:cxn>
                    <a:cxn ang="0">
                      <a:pos x="connsiteX1483" y="connsiteY1483"/>
                    </a:cxn>
                    <a:cxn ang="0">
                      <a:pos x="connsiteX1484" y="connsiteY1484"/>
                    </a:cxn>
                    <a:cxn ang="0">
                      <a:pos x="connsiteX1485" y="connsiteY1485"/>
                    </a:cxn>
                    <a:cxn ang="0">
                      <a:pos x="connsiteX1486" y="connsiteY1486"/>
                    </a:cxn>
                    <a:cxn ang="0">
                      <a:pos x="connsiteX1487" y="connsiteY1487"/>
                    </a:cxn>
                    <a:cxn ang="0">
                      <a:pos x="connsiteX1488" y="connsiteY1488"/>
                    </a:cxn>
                    <a:cxn ang="0">
                      <a:pos x="connsiteX1489" y="connsiteY1489"/>
                    </a:cxn>
                    <a:cxn ang="0">
                      <a:pos x="connsiteX1490" y="connsiteY1490"/>
                    </a:cxn>
                    <a:cxn ang="0">
                      <a:pos x="connsiteX1491" y="connsiteY1491"/>
                    </a:cxn>
                    <a:cxn ang="0">
                      <a:pos x="connsiteX1492" y="connsiteY1492"/>
                    </a:cxn>
                    <a:cxn ang="0">
                      <a:pos x="connsiteX1493" y="connsiteY1493"/>
                    </a:cxn>
                    <a:cxn ang="0">
                      <a:pos x="connsiteX1494" y="connsiteY1494"/>
                    </a:cxn>
                    <a:cxn ang="0">
                      <a:pos x="connsiteX1495" y="connsiteY1495"/>
                    </a:cxn>
                    <a:cxn ang="0">
                      <a:pos x="connsiteX1496" y="connsiteY1496"/>
                    </a:cxn>
                    <a:cxn ang="0">
                      <a:pos x="connsiteX1497" y="connsiteY1497"/>
                    </a:cxn>
                    <a:cxn ang="0">
                      <a:pos x="connsiteX1498" y="connsiteY1498"/>
                    </a:cxn>
                    <a:cxn ang="0">
                      <a:pos x="connsiteX1499" y="connsiteY1499"/>
                    </a:cxn>
                    <a:cxn ang="0">
                      <a:pos x="connsiteX1500" y="connsiteY1500"/>
                    </a:cxn>
                    <a:cxn ang="0">
                      <a:pos x="connsiteX1501" y="connsiteY1501"/>
                    </a:cxn>
                    <a:cxn ang="0">
                      <a:pos x="connsiteX1502" y="connsiteY1502"/>
                    </a:cxn>
                    <a:cxn ang="0">
                      <a:pos x="connsiteX1503" y="connsiteY1503"/>
                    </a:cxn>
                    <a:cxn ang="0">
                      <a:pos x="connsiteX1504" y="connsiteY1504"/>
                    </a:cxn>
                    <a:cxn ang="0">
                      <a:pos x="connsiteX1505" y="connsiteY1505"/>
                    </a:cxn>
                    <a:cxn ang="0">
                      <a:pos x="connsiteX1506" y="connsiteY1506"/>
                    </a:cxn>
                    <a:cxn ang="0">
                      <a:pos x="connsiteX1507" y="connsiteY1507"/>
                    </a:cxn>
                    <a:cxn ang="0">
                      <a:pos x="connsiteX1508" y="connsiteY1508"/>
                    </a:cxn>
                    <a:cxn ang="0">
                      <a:pos x="connsiteX1509" y="connsiteY1509"/>
                    </a:cxn>
                    <a:cxn ang="0">
                      <a:pos x="connsiteX1510" y="connsiteY1510"/>
                    </a:cxn>
                    <a:cxn ang="0">
                      <a:pos x="connsiteX1511" y="connsiteY1511"/>
                    </a:cxn>
                    <a:cxn ang="0">
                      <a:pos x="connsiteX1512" y="connsiteY1512"/>
                    </a:cxn>
                    <a:cxn ang="0">
                      <a:pos x="connsiteX1513" y="connsiteY1513"/>
                    </a:cxn>
                    <a:cxn ang="0">
                      <a:pos x="connsiteX1514" y="connsiteY1514"/>
                    </a:cxn>
                    <a:cxn ang="0">
                      <a:pos x="connsiteX1515" y="connsiteY1515"/>
                    </a:cxn>
                    <a:cxn ang="0">
                      <a:pos x="connsiteX1516" y="connsiteY1516"/>
                    </a:cxn>
                    <a:cxn ang="0">
                      <a:pos x="connsiteX1517" y="connsiteY1517"/>
                    </a:cxn>
                    <a:cxn ang="0">
                      <a:pos x="connsiteX1518" y="connsiteY1518"/>
                    </a:cxn>
                    <a:cxn ang="0">
                      <a:pos x="connsiteX1519" y="connsiteY1519"/>
                    </a:cxn>
                    <a:cxn ang="0">
                      <a:pos x="connsiteX1520" y="connsiteY1520"/>
                    </a:cxn>
                    <a:cxn ang="0">
                      <a:pos x="connsiteX1521" y="connsiteY1521"/>
                    </a:cxn>
                    <a:cxn ang="0">
                      <a:pos x="connsiteX1522" y="connsiteY1522"/>
                    </a:cxn>
                    <a:cxn ang="0">
                      <a:pos x="connsiteX1523" y="connsiteY1523"/>
                    </a:cxn>
                    <a:cxn ang="0">
                      <a:pos x="connsiteX1524" y="connsiteY1524"/>
                    </a:cxn>
                    <a:cxn ang="0">
                      <a:pos x="connsiteX1525" y="connsiteY1525"/>
                    </a:cxn>
                    <a:cxn ang="0">
                      <a:pos x="connsiteX1526" y="connsiteY1526"/>
                    </a:cxn>
                    <a:cxn ang="0">
                      <a:pos x="connsiteX1527" y="connsiteY1527"/>
                    </a:cxn>
                    <a:cxn ang="0">
                      <a:pos x="connsiteX1528" y="connsiteY1528"/>
                    </a:cxn>
                    <a:cxn ang="0">
                      <a:pos x="connsiteX1529" y="connsiteY1529"/>
                    </a:cxn>
                    <a:cxn ang="0">
                      <a:pos x="connsiteX1530" y="connsiteY1530"/>
                    </a:cxn>
                    <a:cxn ang="0">
                      <a:pos x="connsiteX1531" y="connsiteY1531"/>
                    </a:cxn>
                    <a:cxn ang="0">
                      <a:pos x="connsiteX1532" y="connsiteY1532"/>
                    </a:cxn>
                    <a:cxn ang="0">
                      <a:pos x="connsiteX1533" y="connsiteY1533"/>
                    </a:cxn>
                    <a:cxn ang="0">
                      <a:pos x="connsiteX1534" y="connsiteY1534"/>
                    </a:cxn>
                    <a:cxn ang="0">
                      <a:pos x="connsiteX1535" y="connsiteY1535"/>
                    </a:cxn>
                    <a:cxn ang="0">
                      <a:pos x="connsiteX1536" y="connsiteY1536"/>
                    </a:cxn>
                    <a:cxn ang="0">
                      <a:pos x="connsiteX1537" y="connsiteY1537"/>
                    </a:cxn>
                    <a:cxn ang="0">
                      <a:pos x="connsiteX1538" y="connsiteY1538"/>
                    </a:cxn>
                    <a:cxn ang="0">
                      <a:pos x="connsiteX1539" y="connsiteY1539"/>
                    </a:cxn>
                    <a:cxn ang="0">
                      <a:pos x="connsiteX1540" y="connsiteY1540"/>
                    </a:cxn>
                    <a:cxn ang="0">
                      <a:pos x="connsiteX1541" y="connsiteY1541"/>
                    </a:cxn>
                    <a:cxn ang="0">
                      <a:pos x="connsiteX1542" y="connsiteY1542"/>
                    </a:cxn>
                    <a:cxn ang="0">
                      <a:pos x="connsiteX1543" y="connsiteY1543"/>
                    </a:cxn>
                    <a:cxn ang="0">
                      <a:pos x="connsiteX1544" y="connsiteY1544"/>
                    </a:cxn>
                    <a:cxn ang="0">
                      <a:pos x="connsiteX1545" y="connsiteY1545"/>
                    </a:cxn>
                    <a:cxn ang="0">
                      <a:pos x="connsiteX1546" y="connsiteY1546"/>
                    </a:cxn>
                    <a:cxn ang="0">
                      <a:pos x="connsiteX1547" y="connsiteY1547"/>
                    </a:cxn>
                    <a:cxn ang="0">
                      <a:pos x="connsiteX1548" y="connsiteY1548"/>
                    </a:cxn>
                    <a:cxn ang="0">
                      <a:pos x="connsiteX1549" y="connsiteY1549"/>
                    </a:cxn>
                    <a:cxn ang="0">
                      <a:pos x="connsiteX1550" y="connsiteY1550"/>
                    </a:cxn>
                    <a:cxn ang="0">
                      <a:pos x="connsiteX1551" y="connsiteY1551"/>
                    </a:cxn>
                    <a:cxn ang="0">
                      <a:pos x="connsiteX1552" y="connsiteY1552"/>
                    </a:cxn>
                    <a:cxn ang="0">
                      <a:pos x="connsiteX1553" y="connsiteY1553"/>
                    </a:cxn>
                    <a:cxn ang="0">
                      <a:pos x="connsiteX1554" y="connsiteY1554"/>
                    </a:cxn>
                    <a:cxn ang="0">
                      <a:pos x="connsiteX1555" y="connsiteY1555"/>
                    </a:cxn>
                    <a:cxn ang="0">
                      <a:pos x="connsiteX1556" y="connsiteY1556"/>
                    </a:cxn>
                    <a:cxn ang="0">
                      <a:pos x="connsiteX1557" y="connsiteY1557"/>
                    </a:cxn>
                    <a:cxn ang="0">
                      <a:pos x="connsiteX1558" y="connsiteY1558"/>
                    </a:cxn>
                    <a:cxn ang="0">
                      <a:pos x="connsiteX1559" y="connsiteY1559"/>
                    </a:cxn>
                    <a:cxn ang="0">
                      <a:pos x="connsiteX1560" y="connsiteY1560"/>
                    </a:cxn>
                    <a:cxn ang="0">
                      <a:pos x="connsiteX1561" y="connsiteY1561"/>
                    </a:cxn>
                    <a:cxn ang="0">
                      <a:pos x="connsiteX1562" y="connsiteY1562"/>
                    </a:cxn>
                    <a:cxn ang="0">
                      <a:pos x="connsiteX1563" y="connsiteY1563"/>
                    </a:cxn>
                    <a:cxn ang="0">
                      <a:pos x="connsiteX1564" y="connsiteY1564"/>
                    </a:cxn>
                    <a:cxn ang="0">
                      <a:pos x="connsiteX1565" y="connsiteY1565"/>
                    </a:cxn>
                    <a:cxn ang="0">
                      <a:pos x="connsiteX1566" y="connsiteY1566"/>
                    </a:cxn>
                    <a:cxn ang="0">
                      <a:pos x="connsiteX1567" y="connsiteY1567"/>
                    </a:cxn>
                    <a:cxn ang="0">
                      <a:pos x="connsiteX1568" y="connsiteY1568"/>
                    </a:cxn>
                    <a:cxn ang="0">
                      <a:pos x="connsiteX1569" y="connsiteY1569"/>
                    </a:cxn>
                    <a:cxn ang="0">
                      <a:pos x="connsiteX1570" y="connsiteY1570"/>
                    </a:cxn>
                    <a:cxn ang="0">
                      <a:pos x="connsiteX1571" y="connsiteY1571"/>
                    </a:cxn>
                    <a:cxn ang="0">
                      <a:pos x="connsiteX1572" y="connsiteY1572"/>
                    </a:cxn>
                    <a:cxn ang="0">
                      <a:pos x="connsiteX1573" y="connsiteY1573"/>
                    </a:cxn>
                    <a:cxn ang="0">
                      <a:pos x="connsiteX1574" y="connsiteY1574"/>
                    </a:cxn>
                    <a:cxn ang="0">
                      <a:pos x="connsiteX1575" y="connsiteY1575"/>
                    </a:cxn>
                    <a:cxn ang="0">
                      <a:pos x="connsiteX1576" y="connsiteY1576"/>
                    </a:cxn>
                    <a:cxn ang="0">
                      <a:pos x="connsiteX1577" y="connsiteY1577"/>
                    </a:cxn>
                    <a:cxn ang="0">
                      <a:pos x="connsiteX1578" y="connsiteY1578"/>
                    </a:cxn>
                    <a:cxn ang="0">
                      <a:pos x="connsiteX1579" y="connsiteY1579"/>
                    </a:cxn>
                    <a:cxn ang="0">
                      <a:pos x="connsiteX1580" y="connsiteY1580"/>
                    </a:cxn>
                    <a:cxn ang="0">
                      <a:pos x="connsiteX1581" y="connsiteY1581"/>
                    </a:cxn>
                    <a:cxn ang="0">
                      <a:pos x="connsiteX1582" y="connsiteY1582"/>
                    </a:cxn>
                    <a:cxn ang="0">
                      <a:pos x="connsiteX1583" y="connsiteY1583"/>
                    </a:cxn>
                    <a:cxn ang="0">
                      <a:pos x="connsiteX1584" y="connsiteY1584"/>
                    </a:cxn>
                    <a:cxn ang="0">
                      <a:pos x="connsiteX1585" y="connsiteY1585"/>
                    </a:cxn>
                    <a:cxn ang="0">
                      <a:pos x="connsiteX1586" y="connsiteY1586"/>
                    </a:cxn>
                    <a:cxn ang="0">
                      <a:pos x="connsiteX1587" y="connsiteY1587"/>
                    </a:cxn>
                    <a:cxn ang="0">
                      <a:pos x="connsiteX1588" y="connsiteY1588"/>
                    </a:cxn>
                    <a:cxn ang="0">
                      <a:pos x="connsiteX1589" y="connsiteY1589"/>
                    </a:cxn>
                    <a:cxn ang="0">
                      <a:pos x="connsiteX1590" y="connsiteY1590"/>
                    </a:cxn>
                    <a:cxn ang="0">
                      <a:pos x="connsiteX1591" y="connsiteY1591"/>
                    </a:cxn>
                    <a:cxn ang="0">
                      <a:pos x="connsiteX1592" y="connsiteY1592"/>
                    </a:cxn>
                    <a:cxn ang="0">
                      <a:pos x="connsiteX1593" y="connsiteY1593"/>
                    </a:cxn>
                    <a:cxn ang="0">
                      <a:pos x="connsiteX1594" y="connsiteY1594"/>
                    </a:cxn>
                    <a:cxn ang="0">
                      <a:pos x="connsiteX1595" y="connsiteY1595"/>
                    </a:cxn>
                    <a:cxn ang="0">
                      <a:pos x="connsiteX1596" y="connsiteY1596"/>
                    </a:cxn>
                    <a:cxn ang="0">
                      <a:pos x="connsiteX1597" y="connsiteY1597"/>
                    </a:cxn>
                    <a:cxn ang="0">
                      <a:pos x="connsiteX1598" y="connsiteY1598"/>
                    </a:cxn>
                    <a:cxn ang="0">
                      <a:pos x="connsiteX1599" y="connsiteY1599"/>
                    </a:cxn>
                    <a:cxn ang="0">
                      <a:pos x="connsiteX1600" y="connsiteY1600"/>
                    </a:cxn>
                    <a:cxn ang="0">
                      <a:pos x="connsiteX1601" y="connsiteY1601"/>
                    </a:cxn>
                    <a:cxn ang="0">
                      <a:pos x="connsiteX1602" y="connsiteY1602"/>
                    </a:cxn>
                    <a:cxn ang="0">
                      <a:pos x="connsiteX1603" y="connsiteY1603"/>
                    </a:cxn>
                    <a:cxn ang="0">
                      <a:pos x="connsiteX1604" y="connsiteY1604"/>
                    </a:cxn>
                    <a:cxn ang="0">
                      <a:pos x="connsiteX1605" y="connsiteY1605"/>
                    </a:cxn>
                    <a:cxn ang="0">
                      <a:pos x="connsiteX1606" y="connsiteY1606"/>
                    </a:cxn>
                    <a:cxn ang="0">
                      <a:pos x="connsiteX1607" y="connsiteY1607"/>
                    </a:cxn>
                    <a:cxn ang="0">
                      <a:pos x="connsiteX1608" y="connsiteY1608"/>
                    </a:cxn>
                    <a:cxn ang="0">
                      <a:pos x="connsiteX1609" y="connsiteY1609"/>
                    </a:cxn>
                    <a:cxn ang="0">
                      <a:pos x="connsiteX1610" y="connsiteY1610"/>
                    </a:cxn>
                    <a:cxn ang="0">
                      <a:pos x="connsiteX1611" y="connsiteY1611"/>
                    </a:cxn>
                    <a:cxn ang="0">
                      <a:pos x="connsiteX1612" y="connsiteY1612"/>
                    </a:cxn>
                    <a:cxn ang="0">
                      <a:pos x="connsiteX1613" y="connsiteY1613"/>
                    </a:cxn>
                    <a:cxn ang="0">
                      <a:pos x="connsiteX1614" y="connsiteY1614"/>
                    </a:cxn>
                    <a:cxn ang="0">
                      <a:pos x="connsiteX1615" y="connsiteY1615"/>
                    </a:cxn>
                    <a:cxn ang="0">
                      <a:pos x="connsiteX1616" y="connsiteY1616"/>
                    </a:cxn>
                    <a:cxn ang="0">
                      <a:pos x="connsiteX1617" y="connsiteY1617"/>
                    </a:cxn>
                    <a:cxn ang="0">
                      <a:pos x="connsiteX1618" y="connsiteY1618"/>
                    </a:cxn>
                    <a:cxn ang="0">
                      <a:pos x="connsiteX1619" y="connsiteY1619"/>
                    </a:cxn>
                    <a:cxn ang="0">
                      <a:pos x="connsiteX1620" y="connsiteY1620"/>
                    </a:cxn>
                    <a:cxn ang="0">
                      <a:pos x="connsiteX1621" y="connsiteY1621"/>
                    </a:cxn>
                    <a:cxn ang="0">
                      <a:pos x="connsiteX1622" y="connsiteY1622"/>
                    </a:cxn>
                    <a:cxn ang="0">
                      <a:pos x="connsiteX1623" y="connsiteY1623"/>
                    </a:cxn>
                    <a:cxn ang="0">
                      <a:pos x="connsiteX1624" y="connsiteY1624"/>
                    </a:cxn>
                    <a:cxn ang="0">
                      <a:pos x="connsiteX1625" y="connsiteY1625"/>
                    </a:cxn>
                    <a:cxn ang="0">
                      <a:pos x="connsiteX1626" y="connsiteY1626"/>
                    </a:cxn>
                    <a:cxn ang="0">
                      <a:pos x="connsiteX1627" y="connsiteY1627"/>
                    </a:cxn>
                    <a:cxn ang="0">
                      <a:pos x="connsiteX1628" y="connsiteY1628"/>
                    </a:cxn>
                    <a:cxn ang="0">
                      <a:pos x="connsiteX1629" y="connsiteY1629"/>
                    </a:cxn>
                    <a:cxn ang="0">
                      <a:pos x="connsiteX1630" y="connsiteY1630"/>
                    </a:cxn>
                    <a:cxn ang="0">
                      <a:pos x="connsiteX1631" y="connsiteY1631"/>
                    </a:cxn>
                    <a:cxn ang="0">
                      <a:pos x="connsiteX1632" y="connsiteY1632"/>
                    </a:cxn>
                    <a:cxn ang="0">
                      <a:pos x="connsiteX1633" y="connsiteY1633"/>
                    </a:cxn>
                    <a:cxn ang="0">
                      <a:pos x="connsiteX1634" y="connsiteY1634"/>
                    </a:cxn>
                    <a:cxn ang="0">
                      <a:pos x="connsiteX1635" y="connsiteY1635"/>
                    </a:cxn>
                    <a:cxn ang="0">
                      <a:pos x="connsiteX1636" y="connsiteY1636"/>
                    </a:cxn>
                    <a:cxn ang="0">
                      <a:pos x="connsiteX1637" y="connsiteY1637"/>
                    </a:cxn>
                    <a:cxn ang="0">
                      <a:pos x="connsiteX1638" y="connsiteY1638"/>
                    </a:cxn>
                    <a:cxn ang="0">
                      <a:pos x="connsiteX1639" y="connsiteY1639"/>
                    </a:cxn>
                    <a:cxn ang="0">
                      <a:pos x="connsiteX1640" y="connsiteY1640"/>
                    </a:cxn>
                    <a:cxn ang="0">
                      <a:pos x="connsiteX1641" y="connsiteY1641"/>
                    </a:cxn>
                    <a:cxn ang="0">
                      <a:pos x="connsiteX1642" y="connsiteY1642"/>
                    </a:cxn>
                    <a:cxn ang="0">
                      <a:pos x="connsiteX1643" y="connsiteY1643"/>
                    </a:cxn>
                    <a:cxn ang="0">
                      <a:pos x="connsiteX1644" y="connsiteY1644"/>
                    </a:cxn>
                    <a:cxn ang="0">
                      <a:pos x="connsiteX1645" y="connsiteY1645"/>
                    </a:cxn>
                    <a:cxn ang="0">
                      <a:pos x="connsiteX1646" y="connsiteY1646"/>
                    </a:cxn>
                    <a:cxn ang="0">
                      <a:pos x="connsiteX1647" y="connsiteY1647"/>
                    </a:cxn>
                    <a:cxn ang="0">
                      <a:pos x="connsiteX1648" y="connsiteY1648"/>
                    </a:cxn>
                    <a:cxn ang="0">
                      <a:pos x="connsiteX1649" y="connsiteY1649"/>
                    </a:cxn>
                    <a:cxn ang="0">
                      <a:pos x="connsiteX1650" y="connsiteY1650"/>
                    </a:cxn>
                    <a:cxn ang="0">
                      <a:pos x="connsiteX1651" y="connsiteY1651"/>
                    </a:cxn>
                    <a:cxn ang="0">
                      <a:pos x="connsiteX1652" y="connsiteY1652"/>
                    </a:cxn>
                    <a:cxn ang="0">
                      <a:pos x="connsiteX1653" y="connsiteY1653"/>
                    </a:cxn>
                    <a:cxn ang="0">
                      <a:pos x="connsiteX1654" y="connsiteY1654"/>
                    </a:cxn>
                    <a:cxn ang="0">
                      <a:pos x="connsiteX1655" y="connsiteY1655"/>
                    </a:cxn>
                    <a:cxn ang="0">
                      <a:pos x="connsiteX1656" y="connsiteY1656"/>
                    </a:cxn>
                    <a:cxn ang="0">
                      <a:pos x="connsiteX1657" y="connsiteY1657"/>
                    </a:cxn>
                    <a:cxn ang="0">
                      <a:pos x="connsiteX1658" y="connsiteY1658"/>
                    </a:cxn>
                    <a:cxn ang="0">
                      <a:pos x="connsiteX1659" y="connsiteY1659"/>
                    </a:cxn>
                    <a:cxn ang="0">
                      <a:pos x="connsiteX1660" y="connsiteY1660"/>
                    </a:cxn>
                    <a:cxn ang="0">
                      <a:pos x="connsiteX1661" y="connsiteY1661"/>
                    </a:cxn>
                    <a:cxn ang="0">
                      <a:pos x="connsiteX1662" y="connsiteY1662"/>
                    </a:cxn>
                    <a:cxn ang="0">
                      <a:pos x="connsiteX1663" y="connsiteY1663"/>
                    </a:cxn>
                    <a:cxn ang="0">
                      <a:pos x="connsiteX1664" y="connsiteY1664"/>
                    </a:cxn>
                    <a:cxn ang="0">
                      <a:pos x="connsiteX1665" y="connsiteY1665"/>
                    </a:cxn>
                    <a:cxn ang="0">
                      <a:pos x="connsiteX1666" y="connsiteY1666"/>
                    </a:cxn>
                    <a:cxn ang="0">
                      <a:pos x="connsiteX1667" y="connsiteY1667"/>
                    </a:cxn>
                    <a:cxn ang="0">
                      <a:pos x="connsiteX1668" y="connsiteY1668"/>
                    </a:cxn>
                    <a:cxn ang="0">
                      <a:pos x="connsiteX1669" y="connsiteY1669"/>
                    </a:cxn>
                    <a:cxn ang="0">
                      <a:pos x="connsiteX1670" y="connsiteY1670"/>
                    </a:cxn>
                    <a:cxn ang="0">
                      <a:pos x="connsiteX1671" y="connsiteY1671"/>
                    </a:cxn>
                    <a:cxn ang="0">
                      <a:pos x="connsiteX1672" y="connsiteY1672"/>
                    </a:cxn>
                    <a:cxn ang="0">
                      <a:pos x="connsiteX1673" y="connsiteY1673"/>
                    </a:cxn>
                    <a:cxn ang="0">
                      <a:pos x="connsiteX1674" y="connsiteY1674"/>
                    </a:cxn>
                  </a:cxnLst>
                  <a:rect l="l" t="t" r="r" b="b"/>
                  <a:pathLst>
                    <a:path w="1252752" h="879650">
                      <a:moveTo>
                        <a:pt x="477424" y="16240"/>
                      </a:moveTo>
                      <a:lnTo>
                        <a:pt x="479102" y="23973"/>
                      </a:lnTo>
                      <a:lnTo>
                        <a:pt x="475468" y="25316"/>
                      </a:lnTo>
                      <a:lnTo>
                        <a:pt x="477551" y="33223"/>
                      </a:lnTo>
                      <a:lnTo>
                        <a:pt x="483466" y="36753"/>
                      </a:lnTo>
                      <a:lnTo>
                        <a:pt x="487807" y="36197"/>
                      </a:lnTo>
                      <a:lnTo>
                        <a:pt x="493653" y="49707"/>
                      </a:lnTo>
                      <a:lnTo>
                        <a:pt x="490076" y="53110"/>
                      </a:lnTo>
                      <a:lnTo>
                        <a:pt x="491975" y="55043"/>
                      </a:lnTo>
                      <a:lnTo>
                        <a:pt x="489393" y="56594"/>
                      </a:lnTo>
                      <a:lnTo>
                        <a:pt x="488815" y="60727"/>
                      </a:lnTo>
                      <a:lnTo>
                        <a:pt x="479669" y="67452"/>
                      </a:lnTo>
                      <a:lnTo>
                        <a:pt x="476116" y="75312"/>
                      </a:lnTo>
                      <a:lnTo>
                        <a:pt x="472747" y="77477"/>
                      </a:lnTo>
                      <a:lnTo>
                        <a:pt x="466404" y="86669"/>
                      </a:lnTo>
                      <a:lnTo>
                        <a:pt x="475919" y="93232"/>
                      </a:lnTo>
                      <a:lnTo>
                        <a:pt x="475340" y="96785"/>
                      </a:lnTo>
                      <a:lnTo>
                        <a:pt x="477100" y="100965"/>
                      </a:lnTo>
                      <a:lnTo>
                        <a:pt x="473233" y="104321"/>
                      </a:lnTo>
                      <a:lnTo>
                        <a:pt x="476058" y="108755"/>
                      </a:lnTo>
                      <a:lnTo>
                        <a:pt x="473465" y="109496"/>
                      </a:lnTo>
                      <a:lnTo>
                        <a:pt x="469564" y="115411"/>
                      </a:lnTo>
                      <a:lnTo>
                        <a:pt x="471763" y="125783"/>
                      </a:lnTo>
                      <a:lnTo>
                        <a:pt x="475676" y="131467"/>
                      </a:lnTo>
                      <a:lnTo>
                        <a:pt x="473060" y="133284"/>
                      </a:lnTo>
                      <a:lnTo>
                        <a:pt x="472319" y="138367"/>
                      </a:lnTo>
                      <a:lnTo>
                        <a:pt x="469900" y="141376"/>
                      </a:lnTo>
                      <a:lnTo>
                        <a:pt x="466323" y="141191"/>
                      </a:lnTo>
                      <a:lnTo>
                        <a:pt x="466994" y="148460"/>
                      </a:lnTo>
                      <a:lnTo>
                        <a:pt x="465385" y="147615"/>
                      </a:lnTo>
                      <a:lnTo>
                        <a:pt x="462549" y="149294"/>
                      </a:lnTo>
                      <a:lnTo>
                        <a:pt x="463533" y="153183"/>
                      </a:lnTo>
                      <a:lnTo>
                        <a:pt x="459539" y="158335"/>
                      </a:lnTo>
                      <a:lnTo>
                        <a:pt x="455835" y="168938"/>
                      </a:lnTo>
                      <a:lnTo>
                        <a:pt x="459365" y="174148"/>
                      </a:lnTo>
                      <a:lnTo>
                        <a:pt x="466531" y="173082"/>
                      </a:lnTo>
                      <a:lnTo>
                        <a:pt x="474322" y="181729"/>
                      </a:lnTo>
                      <a:lnTo>
                        <a:pt x="482934" y="184322"/>
                      </a:lnTo>
                      <a:lnTo>
                        <a:pt x="485932" y="182285"/>
                      </a:lnTo>
                      <a:lnTo>
                        <a:pt x="490088" y="188038"/>
                      </a:lnTo>
                      <a:lnTo>
                        <a:pt x="499395" y="190944"/>
                      </a:lnTo>
                      <a:lnTo>
                        <a:pt x="504743" y="198040"/>
                      </a:lnTo>
                      <a:lnTo>
                        <a:pt x="503979" y="199846"/>
                      </a:lnTo>
                      <a:lnTo>
                        <a:pt x="505009" y="201953"/>
                      </a:lnTo>
                      <a:lnTo>
                        <a:pt x="506850" y="202022"/>
                      </a:lnTo>
                      <a:lnTo>
                        <a:pt x="505715" y="202288"/>
                      </a:lnTo>
                      <a:lnTo>
                        <a:pt x="506607" y="204268"/>
                      </a:lnTo>
                      <a:lnTo>
                        <a:pt x="516562" y="213482"/>
                      </a:lnTo>
                      <a:lnTo>
                        <a:pt x="514455" y="217580"/>
                      </a:lnTo>
                      <a:lnTo>
                        <a:pt x="512464" y="215577"/>
                      </a:lnTo>
                      <a:lnTo>
                        <a:pt x="510797" y="216364"/>
                      </a:lnTo>
                      <a:lnTo>
                        <a:pt x="509466" y="213887"/>
                      </a:lnTo>
                      <a:lnTo>
                        <a:pt x="508193" y="214431"/>
                      </a:lnTo>
                      <a:lnTo>
                        <a:pt x="509096" y="217522"/>
                      </a:lnTo>
                      <a:lnTo>
                        <a:pt x="508193" y="216608"/>
                      </a:lnTo>
                      <a:lnTo>
                        <a:pt x="505947" y="220520"/>
                      </a:lnTo>
                      <a:lnTo>
                        <a:pt x="503041" y="221157"/>
                      </a:lnTo>
                      <a:lnTo>
                        <a:pt x="500749" y="228207"/>
                      </a:lnTo>
                      <a:lnTo>
                        <a:pt x="497161" y="227547"/>
                      </a:lnTo>
                      <a:lnTo>
                        <a:pt x="495934" y="224109"/>
                      </a:lnTo>
                      <a:lnTo>
                        <a:pt x="489752" y="225393"/>
                      </a:lnTo>
                      <a:lnTo>
                        <a:pt x="481985" y="220891"/>
                      </a:lnTo>
                      <a:lnTo>
                        <a:pt x="476648" y="224722"/>
                      </a:lnTo>
                      <a:lnTo>
                        <a:pt x="469552" y="223565"/>
                      </a:lnTo>
                      <a:lnTo>
                        <a:pt x="462063" y="209986"/>
                      </a:lnTo>
                      <a:lnTo>
                        <a:pt x="458984" y="208875"/>
                      </a:lnTo>
                      <a:lnTo>
                        <a:pt x="462063" y="204036"/>
                      </a:lnTo>
                      <a:lnTo>
                        <a:pt x="459967" y="199487"/>
                      </a:lnTo>
                      <a:lnTo>
                        <a:pt x="457236" y="198966"/>
                      </a:lnTo>
                      <a:lnTo>
                        <a:pt x="454619" y="201131"/>
                      </a:lnTo>
                      <a:lnTo>
                        <a:pt x="453346" y="199162"/>
                      </a:lnTo>
                      <a:lnTo>
                        <a:pt x="449804" y="200193"/>
                      </a:lnTo>
                      <a:lnTo>
                        <a:pt x="449005" y="203816"/>
                      </a:lnTo>
                      <a:lnTo>
                        <a:pt x="445903" y="204488"/>
                      </a:lnTo>
                      <a:lnTo>
                        <a:pt x="444062" y="208388"/>
                      </a:lnTo>
                      <a:lnTo>
                        <a:pt x="440694" y="208620"/>
                      </a:lnTo>
                      <a:lnTo>
                        <a:pt x="440925" y="210981"/>
                      </a:lnTo>
                      <a:lnTo>
                        <a:pt x="448959" y="222778"/>
                      </a:lnTo>
                      <a:lnTo>
                        <a:pt x="450591" y="223703"/>
                      </a:lnTo>
                      <a:lnTo>
                        <a:pt x="454168" y="221052"/>
                      </a:lnTo>
                      <a:lnTo>
                        <a:pt x="463081" y="232860"/>
                      </a:lnTo>
                      <a:lnTo>
                        <a:pt x="464308" y="236136"/>
                      </a:lnTo>
                      <a:lnTo>
                        <a:pt x="461414" y="237502"/>
                      </a:lnTo>
                      <a:lnTo>
                        <a:pt x="464633" y="239968"/>
                      </a:lnTo>
                      <a:lnTo>
                        <a:pt x="467770" y="251428"/>
                      </a:lnTo>
                      <a:lnTo>
                        <a:pt x="478801" y="259681"/>
                      </a:lnTo>
                      <a:lnTo>
                        <a:pt x="486245" y="259369"/>
                      </a:lnTo>
                      <a:lnTo>
                        <a:pt x="489741" y="261337"/>
                      </a:lnTo>
                      <a:lnTo>
                        <a:pt x="490076" y="263386"/>
                      </a:lnTo>
                      <a:lnTo>
                        <a:pt x="499719" y="260445"/>
                      </a:lnTo>
                      <a:lnTo>
                        <a:pt x="504708" y="269787"/>
                      </a:lnTo>
                      <a:lnTo>
                        <a:pt x="508135" y="267622"/>
                      </a:lnTo>
                      <a:lnTo>
                        <a:pt x="507591" y="269544"/>
                      </a:lnTo>
                      <a:lnTo>
                        <a:pt x="509790" y="268942"/>
                      </a:lnTo>
                      <a:lnTo>
                        <a:pt x="509315" y="270864"/>
                      </a:lnTo>
                      <a:lnTo>
                        <a:pt x="511839" y="270817"/>
                      </a:lnTo>
                      <a:lnTo>
                        <a:pt x="513205" y="272843"/>
                      </a:lnTo>
                      <a:lnTo>
                        <a:pt x="511955" y="274140"/>
                      </a:lnTo>
                      <a:lnTo>
                        <a:pt x="513274" y="276756"/>
                      </a:lnTo>
                      <a:lnTo>
                        <a:pt x="509257" y="280298"/>
                      </a:lnTo>
                      <a:lnTo>
                        <a:pt x="508632" y="283921"/>
                      </a:lnTo>
                      <a:lnTo>
                        <a:pt x="514409" y="288922"/>
                      </a:lnTo>
                      <a:lnTo>
                        <a:pt x="515821" y="292638"/>
                      </a:lnTo>
                      <a:lnTo>
                        <a:pt x="514282" y="300984"/>
                      </a:lnTo>
                      <a:lnTo>
                        <a:pt x="517893" y="302582"/>
                      </a:lnTo>
                      <a:lnTo>
                        <a:pt x="523207" y="301135"/>
                      </a:lnTo>
                      <a:lnTo>
                        <a:pt x="523010" y="303137"/>
                      </a:lnTo>
                      <a:lnTo>
                        <a:pt x="528126" y="302384"/>
                      </a:lnTo>
                      <a:lnTo>
                        <a:pt x="530314" y="306309"/>
                      </a:lnTo>
                      <a:lnTo>
                        <a:pt x="526899" y="310859"/>
                      </a:lnTo>
                      <a:lnTo>
                        <a:pt x="524572" y="309376"/>
                      </a:lnTo>
                      <a:lnTo>
                        <a:pt x="524040" y="315060"/>
                      </a:lnTo>
                      <a:lnTo>
                        <a:pt x="520382" y="312433"/>
                      </a:lnTo>
                      <a:lnTo>
                        <a:pt x="518831" y="313984"/>
                      </a:lnTo>
                      <a:lnTo>
                        <a:pt x="519028" y="318707"/>
                      </a:lnTo>
                      <a:lnTo>
                        <a:pt x="521169" y="320571"/>
                      </a:lnTo>
                      <a:lnTo>
                        <a:pt x="518252" y="327157"/>
                      </a:lnTo>
                      <a:lnTo>
                        <a:pt x="520139" y="327632"/>
                      </a:lnTo>
                      <a:lnTo>
                        <a:pt x="521864" y="339358"/>
                      </a:lnTo>
                      <a:lnTo>
                        <a:pt x="524769" y="346408"/>
                      </a:lnTo>
                      <a:lnTo>
                        <a:pt x="526540" y="349209"/>
                      </a:lnTo>
                      <a:lnTo>
                        <a:pt x="532849" y="349406"/>
                      </a:lnTo>
                      <a:lnTo>
                        <a:pt x="535141" y="358122"/>
                      </a:lnTo>
                      <a:lnTo>
                        <a:pt x="539216" y="363714"/>
                      </a:lnTo>
                      <a:lnTo>
                        <a:pt x="539818" y="370938"/>
                      </a:lnTo>
                      <a:lnTo>
                        <a:pt x="542122" y="373032"/>
                      </a:lnTo>
                      <a:lnTo>
                        <a:pt x="535465" y="385303"/>
                      </a:lnTo>
                      <a:lnTo>
                        <a:pt x="537966" y="390824"/>
                      </a:lnTo>
                      <a:lnTo>
                        <a:pt x="536878" y="397897"/>
                      </a:lnTo>
                      <a:lnTo>
                        <a:pt x="540362" y="403673"/>
                      </a:lnTo>
                      <a:lnTo>
                        <a:pt x="538000" y="411002"/>
                      </a:lnTo>
                      <a:lnTo>
                        <a:pt x="534713" y="414694"/>
                      </a:lnTo>
                      <a:lnTo>
                        <a:pt x="531078" y="426189"/>
                      </a:lnTo>
                      <a:lnTo>
                        <a:pt x="536970" y="429858"/>
                      </a:lnTo>
                      <a:lnTo>
                        <a:pt x="549981" y="433354"/>
                      </a:lnTo>
                      <a:lnTo>
                        <a:pt x="549032" y="437684"/>
                      </a:lnTo>
                      <a:lnTo>
                        <a:pt x="550503" y="437591"/>
                      </a:lnTo>
                      <a:lnTo>
                        <a:pt x="551012" y="444039"/>
                      </a:lnTo>
                      <a:lnTo>
                        <a:pt x="554728" y="442847"/>
                      </a:lnTo>
                      <a:lnTo>
                        <a:pt x="554264" y="445798"/>
                      </a:lnTo>
                      <a:lnTo>
                        <a:pt x="557193" y="445960"/>
                      </a:lnTo>
                      <a:lnTo>
                        <a:pt x="557158" y="448310"/>
                      </a:lnTo>
                      <a:lnTo>
                        <a:pt x="561013" y="449306"/>
                      </a:lnTo>
                      <a:lnTo>
                        <a:pt x="564810" y="447130"/>
                      </a:lnTo>
                      <a:lnTo>
                        <a:pt x="569776" y="452720"/>
                      </a:lnTo>
                      <a:lnTo>
                        <a:pt x="575136" y="452802"/>
                      </a:lnTo>
                      <a:lnTo>
                        <a:pt x="576895" y="454087"/>
                      </a:lnTo>
                      <a:lnTo>
                        <a:pt x="575912" y="459620"/>
                      </a:lnTo>
                      <a:lnTo>
                        <a:pt x="578250" y="460836"/>
                      </a:lnTo>
                      <a:lnTo>
                        <a:pt x="587105" y="458659"/>
                      </a:lnTo>
                      <a:lnTo>
                        <a:pt x="594074" y="463730"/>
                      </a:lnTo>
                      <a:lnTo>
                        <a:pt x="598890" y="470200"/>
                      </a:lnTo>
                      <a:lnTo>
                        <a:pt x="602582" y="469031"/>
                      </a:lnTo>
                      <a:lnTo>
                        <a:pt x="606588" y="477933"/>
                      </a:lnTo>
                      <a:lnTo>
                        <a:pt x="603150" y="481221"/>
                      </a:lnTo>
                      <a:lnTo>
                        <a:pt x="602223" y="489058"/>
                      </a:lnTo>
                      <a:lnTo>
                        <a:pt x="598473" y="495736"/>
                      </a:lnTo>
                      <a:lnTo>
                        <a:pt x="599654" y="498307"/>
                      </a:lnTo>
                      <a:lnTo>
                        <a:pt x="598681" y="507150"/>
                      </a:lnTo>
                      <a:lnTo>
                        <a:pt x="599850" y="508701"/>
                      </a:lnTo>
                      <a:lnTo>
                        <a:pt x="602779" y="507799"/>
                      </a:lnTo>
                      <a:lnTo>
                        <a:pt x="607606" y="503365"/>
                      </a:lnTo>
                      <a:lnTo>
                        <a:pt x="608301" y="498666"/>
                      </a:lnTo>
                      <a:lnTo>
                        <a:pt x="614853" y="486048"/>
                      </a:lnTo>
                      <a:lnTo>
                        <a:pt x="623569" y="476822"/>
                      </a:lnTo>
                      <a:lnTo>
                        <a:pt x="629496" y="476417"/>
                      </a:lnTo>
                      <a:lnTo>
                        <a:pt x="629543" y="484173"/>
                      </a:lnTo>
                      <a:lnTo>
                        <a:pt x="634045" y="484554"/>
                      </a:lnTo>
                      <a:lnTo>
                        <a:pt x="638016" y="489705"/>
                      </a:lnTo>
                      <a:lnTo>
                        <a:pt x="640227" y="497716"/>
                      </a:lnTo>
                      <a:lnTo>
                        <a:pt x="635701" y="501861"/>
                      </a:lnTo>
                      <a:lnTo>
                        <a:pt x="639070" y="505692"/>
                      </a:lnTo>
                      <a:lnTo>
                        <a:pt x="641581" y="505345"/>
                      </a:lnTo>
                      <a:lnTo>
                        <a:pt x="641894" y="502289"/>
                      </a:lnTo>
                      <a:lnTo>
                        <a:pt x="647566" y="497415"/>
                      </a:lnTo>
                      <a:lnTo>
                        <a:pt x="653285" y="500645"/>
                      </a:lnTo>
                      <a:lnTo>
                        <a:pt x="656769" y="505171"/>
                      </a:lnTo>
                      <a:lnTo>
                        <a:pt x="660369" y="504928"/>
                      </a:lnTo>
                      <a:lnTo>
                        <a:pt x="660022" y="507428"/>
                      </a:lnTo>
                      <a:lnTo>
                        <a:pt x="662904" y="510021"/>
                      </a:lnTo>
                      <a:lnTo>
                        <a:pt x="660959" y="511179"/>
                      </a:lnTo>
                      <a:lnTo>
                        <a:pt x="662395" y="516215"/>
                      </a:lnTo>
                      <a:lnTo>
                        <a:pt x="663888" y="516574"/>
                      </a:lnTo>
                      <a:lnTo>
                        <a:pt x="663645" y="521898"/>
                      </a:lnTo>
                      <a:lnTo>
                        <a:pt x="670290" y="522025"/>
                      </a:lnTo>
                      <a:lnTo>
                        <a:pt x="675302" y="530140"/>
                      </a:lnTo>
                      <a:lnTo>
                        <a:pt x="677698" y="529885"/>
                      </a:lnTo>
                      <a:lnTo>
                        <a:pt x="678705" y="526714"/>
                      </a:lnTo>
                      <a:lnTo>
                        <a:pt x="687283" y="521180"/>
                      </a:lnTo>
                      <a:lnTo>
                        <a:pt x="688059" y="517777"/>
                      </a:lnTo>
                      <a:lnTo>
                        <a:pt x="690547" y="515693"/>
                      </a:lnTo>
                      <a:lnTo>
                        <a:pt x="689401" y="512661"/>
                      </a:lnTo>
                      <a:lnTo>
                        <a:pt x="691508" y="510311"/>
                      </a:lnTo>
                      <a:lnTo>
                        <a:pt x="694402" y="509373"/>
                      </a:lnTo>
                      <a:lnTo>
                        <a:pt x="696995" y="510855"/>
                      </a:lnTo>
                      <a:lnTo>
                        <a:pt x="701637" y="508470"/>
                      </a:lnTo>
                      <a:lnTo>
                        <a:pt x="702864" y="506792"/>
                      </a:lnTo>
                      <a:lnTo>
                        <a:pt x="701869" y="502463"/>
                      </a:lnTo>
                      <a:lnTo>
                        <a:pt x="704901" y="501698"/>
                      </a:lnTo>
                      <a:lnTo>
                        <a:pt x="706325" y="498781"/>
                      </a:lnTo>
                      <a:lnTo>
                        <a:pt x="712160" y="498978"/>
                      </a:lnTo>
                      <a:lnTo>
                        <a:pt x="715134" y="503782"/>
                      </a:lnTo>
                      <a:lnTo>
                        <a:pt x="717137" y="501317"/>
                      </a:lnTo>
                      <a:lnTo>
                        <a:pt x="721270" y="504002"/>
                      </a:lnTo>
                      <a:lnTo>
                        <a:pt x="723064" y="511885"/>
                      </a:lnTo>
                      <a:lnTo>
                        <a:pt x="724442" y="511561"/>
                      </a:lnTo>
                      <a:lnTo>
                        <a:pt x="723816" y="514976"/>
                      </a:lnTo>
                      <a:lnTo>
                        <a:pt x="726560" y="525822"/>
                      </a:lnTo>
                      <a:lnTo>
                        <a:pt x="728065" y="525845"/>
                      </a:lnTo>
                      <a:lnTo>
                        <a:pt x="730010" y="519629"/>
                      </a:lnTo>
                      <a:lnTo>
                        <a:pt x="732892" y="516400"/>
                      </a:lnTo>
                      <a:lnTo>
                        <a:pt x="736446" y="519595"/>
                      </a:lnTo>
                      <a:lnTo>
                        <a:pt x="736631" y="525024"/>
                      </a:lnTo>
                      <a:lnTo>
                        <a:pt x="739699" y="524167"/>
                      </a:lnTo>
                      <a:lnTo>
                        <a:pt x="742627" y="526806"/>
                      </a:lnTo>
                      <a:lnTo>
                        <a:pt x="752583" y="524341"/>
                      </a:lnTo>
                      <a:lnTo>
                        <a:pt x="754539" y="522083"/>
                      </a:lnTo>
                      <a:lnTo>
                        <a:pt x="751309" y="516990"/>
                      </a:lnTo>
                      <a:lnTo>
                        <a:pt x="751946" y="510866"/>
                      </a:lnTo>
                      <a:lnTo>
                        <a:pt x="759077" y="503956"/>
                      </a:lnTo>
                      <a:lnTo>
                        <a:pt x="763823" y="502497"/>
                      </a:lnTo>
                      <a:lnTo>
                        <a:pt x="765154" y="500124"/>
                      </a:lnTo>
                      <a:lnTo>
                        <a:pt x="763788" y="493977"/>
                      </a:lnTo>
                      <a:lnTo>
                        <a:pt x="770595" y="493769"/>
                      </a:lnTo>
                      <a:lnTo>
                        <a:pt x="773986" y="480260"/>
                      </a:lnTo>
                      <a:lnTo>
                        <a:pt x="775711" y="478604"/>
                      </a:lnTo>
                      <a:lnTo>
                        <a:pt x="773732" y="465072"/>
                      </a:lnTo>
                      <a:lnTo>
                        <a:pt x="779114" y="465095"/>
                      </a:lnTo>
                      <a:lnTo>
                        <a:pt x="773882" y="455846"/>
                      </a:lnTo>
                      <a:lnTo>
                        <a:pt x="775364" y="455672"/>
                      </a:lnTo>
                      <a:lnTo>
                        <a:pt x="775630" y="454156"/>
                      </a:lnTo>
                      <a:lnTo>
                        <a:pt x="773905" y="453520"/>
                      </a:lnTo>
                      <a:lnTo>
                        <a:pt x="775815" y="449920"/>
                      </a:lnTo>
                      <a:lnTo>
                        <a:pt x="774507" y="448796"/>
                      </a:lnTo>
                      <a:lnTo>
                        <a:pt x="776058" y="442604"/>
                      </a:lnTo>
                      <a:lnTo>
                        <a:pt x="779207" y="443865"/>
                      </a:lnTo>
                      <a:lnTo>
                        <a:pt x="782078" y="435160"/>
                      </a:lnTo>
                      <a:lnTo>
                        <a:pt x="786257" y="434199"/>
                      </a:lnTo>
                      <a:lnTo>
                        <a:pt x="789336" y="429963"/>
                      </a:lnTo>
                      <a:lnTo>
                        <a:pt x="793087" y="428307"/>
                      </a:lnTo>
                      <a:lnTo>
                        <a:pt x="792982" y="425715"/>
                      </a:lnTo>
                      <a:lnTo>
                        <a:pt x="794047" y="424788"/>
                      </a:lnTo>
                      <a:lnTo>
                        <a:pt x="795529" y="423677"/>
                      </a:lnTo>
                      <a:lnTo>
                        <a:pt x="795691" y="425483"/>
                      </a:lnTo>
                      <a:lnTo>
                        <a:pt x="795923" y="425494"/>
                      </a:lnTo>
                      <a:lnTo>
                        <a:pt x="795610" y="423260"/>
                      </a:lnTo>
                      <a:lnTo>
                        <a:pt x="795714" y="417113"/>
                      </a:lnTo>
                      <a:lnTo>
                        <a:pt x="796988" y="414752"/>
                      </a:lnTo>
                      <a:lnTo>
                        <a:pt x="798110" y="413629"/>
                      </a:lnTo>
                      <a:lnTo>
                        <a:pt x="806167" y="419521"/>
                      </a:lnTo>
                      <a:lnTo>
                        <a:pt x="812140" y="422901"/>
                      </a:lnTo>
                      <a:lnTo>
                        <a:pt x="819966" y="427937"/>
                      </a:lnTo>
                      <a:lnTo>
                        <a:pt x="826437" y="426374"/>
                      </a:lnTo>
                      <a:lnTo>
                        <a:pt x="829111" y="423260"/>
                      </a:lnTo>
                      <a:lnTo>
                        <a:pt x="831055" y="420980"/>
                      </a:lnTo>
                      <a:lnTo>
                        <a:pt x="832456" y="421559"/>
                      </a:lnTo>
                      <a:lnTo>
                        <a:pt x="831993" y="419684"/>
                      </a:lnTo>
                      <a:lnTo>
                        <a:pt x="833984" y="420772"/>
                      </a:lnTo>
                      <a:lnTo>
                        <a:pt x="834030" y="420794"/>
                      </a:lnTo>
                      <a:lnTo>
                        <a:pt x="839089" y="428932"/>
                      </a:lnTo>
                      <a:lnTo>
                        <a:pt x="837885" y="429268"/>
                      </a:lnTo>
                      <a:lnTo>
                        <a:pt x="849264" y="431699"/>
                      </a:lnTo>
                      <a:lnTo>
                        <a:pt x="854334" y="431745"/>
                      </a:lnTo>
                      <a:lnTo>
                        <a:pt x="867913" y="432440"/>
                      </a:lnTo>
                      <a:lnTo>
                        <a:pt x="875877" y="430136"/>
                      </a:lnTo>
                      <a:lnTo>
                        <a:pt x="881283" y="428342"/>
                      </a:lnTo>
                      <a:lnTo>
                        <a:pt x="886747" y="424788"/>
                      </a:lnTo>
                      <a:lnTo>
                        <a:pt x="887036" y="424603"/>
                      </a:lnTo>
                      <a:lnTo>
                        <a:pt x="886469" y="423283"/>
                      </a:lnTo>
                      <a:lnTo>
                        <a:pt x="885694" y="421501"/>
                      </a:lnTo>
                      <a:lnTo>
                        <a:pt x="885045" y="420019"/>
                      </a:lnTo>
                      <a:lnTo>
                        <a:pt x="886481" y="418468"/>
                      </a:lnTo>
                      <a:lnTo>
                        <a:pt x="889919" y="419405"/>
                      </a:lnTo>
                      <a:lnTo>
                        <a:pt x="886284" y="417924"/>
                      </a:lnTo>
                      <a:lnTo>
                        <a:pt x="889965" y="408489"/>
                      </a:lnTo>
                      <a:lnTo>
                        <a:pt x="894549" y="405746"/>
                      </a:lnTo>
                      <a:lnTo>
                        <a:pt x="912642" y="406313"/>
                      </a:lnTo>
                      <a:lnTo>
                        <a:pt x="918592" y="404993"/>
                      </a:lnTo>
                      <a:lnTo>
                        <a:pt x="921069" y="406139"/>
                      </a:lnTo>
                      <a:lnTo>
                        <a:pt x="921486" y="408223"/>
                      </a:lnTo>
                      <a:lnTo>
                        <a:pt x="923396" y="406209"/>
                      </a:lnTo>
                      <a:lnTo>
                        <a:pt x="928756" y="406266"/>
                      </a:lnTo>
                      <a:lnTo>
                        <a:pt x="931766" y="408883"/>
                      </a:lnTo>
                      <a:lnTo>
                        <a:pt x="932877" y="406023"/>
                      </a:lnTo>
                      <a:lnTo>
                        <a:pt x="934810" y="406579"/>
                      </a:lnTo>
                      <a:lnTo>
                        <a:pt x="942045" y="408652"/>
                      </a:lnTo>
                      <a:lnTo>
                        <a:pt x="943874" y="411140"/>
                      </a:lnTo>
                      <a:lnTo>
                        <a:pt x="953725" y="408443"/>
                      </a:lnTo>
                      <a:lnTo>
                        <a:pt x="960242" y="409022"/>
                      </a:lnTo>
                      <a:lnTo>
                        <a:pt x="963865" y="410457"/>
                      </a:lnTo>
                      <a:lnTo>
                        <a:pt x="964595" y="413907"/>
                      </a:lnTo>
                      <a:lnTo>
                        <a:pt x="965856" y="414462"/>
                      </a:lnTo>
                      <a:lnTo>
                        <a:pt x="965868" y="414486"/>
                      </a:lnTo>
                      <a:lnTo>
                        <a:pt x="969144" y="415933"/>
                      </a:lnTo>
                      <a:lnTo>
                        <a:pt x="971876" y="419405"/>
                      </a:lnTo>
                      <a:lnTo>
                        <a:pt x="970475" y="416442"/>
                      </a:lnTo>
                      <a:lnTo>
                        <a:pt x="965625" y="414046"/>
                      </a:lnTo>
                      <a:lnTo>
                        <a:pt x="964491" y="412090"/>
                      </a:lnTo>
                      <a:lnTo>
                        <a:pt x="969862" y="410191"/>
                      </a:lnTo>
                      <a:lnTo>
                        <a:pt x="976228" y="412205"/>
                      </a:lnTo>
                      <a:lnTo>
                        <a:pt x="982804" y="418745"/>
                      </a:lnTo>
                      <a:lnTo>
                        <a:pt x="983788" y="422230"/>
                      </a:lnTo>
                      <a:lnTo>
                        <a:pt x="984204" y="428250"/>
                      </a:lnTo>
                      <a:lnTo>
                        <a:pt x="979632" y="433528"/>
                      </a:lnTo>
                      <a:lnTo>
                        <a:pt x="966887" y="434743"/>
                      </a:lnTo>
                      <a:lnTo>
                        <a:pt x="967199" y="431653"/>
                      </a:lnTo>
                      <a:lnTo>
                        <a:pt x="964282" y="428852"/>
                      </a:lnTo>
                      <a:lnTo>
                        <a:pt x="965324" y="426339"/>
                      </a:lnTo>
                      <a:lnTo>
                        <a:pt x="962268" y="428979"/>
                      </a:lnTo>
                      <a:lnTo>
                        <a:pt x="961701" y="426594"/>
                      </a:lnTo>
                      <a:lnTo>
                        <a:pt x="959397" y="425795"/>
                      </a:lnTo>
                      <a:lnTo>
                        <a:pt x="955519" y="429372"/>
                      </a:lnTo>
                      <a:lnTo>
                        <a:pt x="952046" y="427821"/>
                      </a:lnTo>
                      <a:lnTo>
                        <a:pt x="949511" y="430194"/>
                      </a:lnTo>
                      <a:lnTo>
                        <a:pt x="949662" y="432868"/>
                      </a:lnTo>
                      <a:lnTo>
                        <a:pt x="946259" y="433528"/>
                      </a:lnTo>
                      <a:lnTo>
                        <a:pt x="945830" y="436954"/>
                      </a:lnTo>
                      <a:lnTo>
                        <a:pt x="943804" y="437880"/>
                      </a:lnTo>
                      <a:lnTo>
                        <a:pt x="943110" y="442036"/>
                      </a:lnTo>
                      <a:lnTo>
                        <a:pt x="941327" y="443309"/>
                      </a:lnTo>
                      <a:lnTo>
                        <a:pt x="944441" y="441782"/>
                      </a:lnTo>
                      <a:lnTo>
                        <a:pt x="945969" y="438401"/>
                      </a:lnTo>
                      <a:lnTo>
                        <a:pt x="948342" y="441099"/>
                      </a:lnTo>
                      <a:lnTo>
                        <a:pt x="943480" y="445092"/>
                      </a:lnTo>
                      <a:lnTo>
                        <a:pt x="934810" y="446065"/>
                      </a:lnTo>
                      <a:lnTo>
                        <a:pt x="930944" y="446504"/>
                      </a:lnTo>
                      <a:lnTo>
                        <a:pt x="926672" y="449340"/>
                      </a:lnTo>
                      <a:lnTo>
                        <a:pt x="920155" y="449051"/>
                      </a:lnTo>
                      <a:lnTo>
                        <a:pt x="914737" y="448889"/>
                      </a:lnTo>
                      <a:lnTo>
                        <a:pt x="911519" y="456564"/>
                      </a:lnTo>
                      <a:lnTo>
                        <a:pt x="909077" y="455927"/>
                      </a:lnTo>
                      <a:lnTo>
                        <a:pt x="911589" y="457617"/>
                      </a:lnTo>
                      <a:lnTo>
                        <a:pt x="910327" y="464158"/>
                      </a:lnTo>
                      <a:lnTo>
                        <a:pt x="905778" y="458497"/>
                      </a:lnTo>
                      <a:lnTo>
                        <a:pt x="903127" y="460894"/>
                      </a:lnTo>
                      <a:lnTo>
                        <a:pt x="900846" y="460569"/>
                      </a:lnTo>
                      <a:lnTo>
                        <a:pt x="901819" y="461322"/>
                      </a:lnTo>
                      <a:lnTo>
                        <a:pt x="900302" y="461715"/>
                      </a:lnTo>
                      <a:lnTo>
                        <a:pt x="899700" y="467480"/>
                      </a:lnTo>
                      <a:lnTo>
                        <a:pt x="894167" y="470108"/>
                      </a:lnTo>
                      <a:lnTo>
                        <a:pt x="895105" y="471879"/>
                      </a:lnTo>
                      <a:lnTo>
                        <a:pt x="897212" y="470664"/>
                      </a:lnTo>
                      <a:lnTo>
                        <a:pt x="896945" y="469471"/>
                      </a:lnTo>
                      <a:lnTo>
                        <a:pt x="897362" y="470594"/>
                      </a:lnTo>
                      <a:lnTo>
                        <a:pt x="899457" y="469286"/>
                      </a:lnTo>
                      <a:lnTo>
                        <a:pt x="903891" y="461634"/>
                      </a:lnTo>
                      <a:lnTo>
                        <a:pt x="906391" y="459955"/>
                      </a:lnTo>
                      <a:lnTo>
                        <a:pt x="907433" y="464922"/>
                      </a:lnTo>
                      <a:lnTo>
                        <a:pt x="911681" y="465223"/>
                      </a:lnTo>
                      <a:lnTo>
                        <a:pt x="912839" y="458301"/>
                      </a:lnTo>
                      <a:lnTo>
                        <a:pt x="916485" y="450267"/>
                      </a:lnTo>
                      <a:lnTo>
                        <a:pt x="920688" y="451714"/>
                      </a:lnTo>
                      <a:lnTo>
                        <a:pt x="923408" y="456564"/>
                      </a:lnTo>
                      <a:lnTo>
                        <a:pt x="924739" y="458185"/>
                      </a:lnTo>
                      <a:lnTo>
                        <a:pt x="925908" y="457177"/>
                      </a:lnTo>
                      <a:lnTo>
                        <a:pt x="925607" y="459006"/>
                      </a:lnTo>
                      <a:lnTo>
                        <a:pt x="933583" y="461391"/>
                      </a:lnTo>
                      <a:lnTo>
                        <a:pt x="934810" y="461345"/>
                      </a:lnTo>
                      <a:lnTo>
                        <a:pt x="937357" y="461252"/>
                      </a:lnTo>
                      <a:lnTo>
                        <a:pt x="938167" y="463487"/>
                      </a:lnTo>
                      <a:lnTo>
                        <a:pt x="938989" y="462433"/>
                      </a:lnTo>
                      <a:lnTo>
                        <a:pt x="940841" y="460940"/>
                      </a:lnTo>
                      <a:lnTo>
                        <a:pt x="939070" y="462630"/>
                      </a:lnTo>
                      <a:lnTo>
                        <a:pt x="939730" y="464447"/>
                      </a:lnTo>
                      <a:lnTo>
                        <a:pt x="946305" y="468221"/>
                      </a:lnTo>
                      <a:lnTo>
                        <a:pt x="948284" y="465304"/>
                      </a:lnTo>
                      <a:lnTo>
                        <a:pt x="947161" y="461970"/>
                      </a:lnTo>
                      <a:lnTo>
                        <a:pt x="952822" y="461414"/>
                      </a:lnTo>
                      <a:lnTo>
                        <a:pt x="952949" y="463451"/>
                      </a:lnTo>
                      <a:lnTo>
                        <a:pt x="949373" y="466265"/>
                      </a:lnTo>
                      <a:lnTo>
                        <a:pt x="948643" y="469251"/>
                      </a:lnTo>
                      <a:lnTo>
                        <a:pt x="949592" y="469656"/>
                      </a:lnTo>
                      <a:lnTo>
                        <a:pt x="950287" y="469957"/>
                      </a:lnTo>
                      <a:lnTo>
                        <a:pt x="955149" y="462248"/>
                      </a:lnTo>
                      <a:lnTo>
                        <a:pt x="954639" y="457826"/>
                      </a:lnTo>
                      <a:lnTo>
                        <a:pt x="957557" y="456240"/>
                      </a:lnTo>
                      <a:lnTo>
                        <a:pt x="961956" y="459469"/>
                      </a:lnTo>
                      <a:lnTo>
                        <a:pt x="962372" y="464123"/>
                      </a:lnTo>
                      <a:lnTo>
                        <a:pt x="963403" y="463220"/>
                      </a:lnTo>
                      <a:lnTo>
                        <a:pt x="963229" y="464783"/>
                      </a:lnTo>
                      <a:lnTo>
                        <a:pt x="964792" y="464528"/>
                      </a:lnTo>
                      <a:lnTo>
                        <a:pt x="964919" y="467005"/>
                      </a:lnTo>
                      <a:lnTo>
                        <a:pt x="966690" y="467816"/>
                      </a:lnTo>
                      <a:lnTo>
                        <a:pt x="966181" y="470223"/>
                      </a:lnTo>
                      <a:lnTo>
                        <a:pt x="970614" y="465917"/>
                      </a:lnTo>
                      <a:lnTo>
                        <a:pt x="971830" y="459273"/>
                      </a:lnTo>
                      <a:lnTo>
                        <a:pt x="976067" y="457594"/>
                      </a:lnTo>
                      <a:lnTo>
                        <a:pt x="977942" y="458925"/>
                      </a:lnTo>
                      <a:lnTo>
                        <a:pt x="975001" y="463046"/>
                      </a:lnTo>
                      <a:lnTo>
                        <a:pt x="975314" y="466044"/>
                      </a:lnTo>
                      <a:lnTo>
                        <a:pt x="981935" y="463382"/>
                      </a:lnTo>
                      <a:lnTo>
                        <a:pt x="983926" y="460812"/>
                      </a:lnTo>
                      <a:lnTo>
                        <a:pt x="978787" y="457247"/>
                      </a:lnTo>
                      <a:lnTo>
                        <a:pt x="979041" y="455210"/>
                      </a:lnTo>
                      <a:lnTo>
                        <a:pt x="978613" y="456992"/>
                      </a:lnTo>
                      <a:lnTo>
                        <a:pt x="977363" y="456610"/>
                      </a:lnTo>
                      <a:lnTo>
                        <a:pt x="978324" y="454943"/>
                      </a:lnTo>
                      <a:lnTo>
                        <a:pt x="976761" y="454839"/>
                      </a:lnTo>
                      <a:lnTo>
                        <a:pt x="974943" y="449908"/>
                      </a:lnTo>
                      <a:lnTo>
                        <a:pt x="975881" y="448507"/>
                      </a:lnTo>
                      <a:lnTo>
                        <a:pt x="976529" y="448658"/>
                      </a:lnTo>
                      <a:lnTo>
                        <a:pt x="975453" y="445254"/>
                      </a:lnTo>
                      <a:lnTo>
                        <a:pt x="975754" y="441573"/>
                      </a:lnTo>
                      <a:lnTo>
                        <a:pt x="979122" y="442406"/>
                      </a:lnTo>
                      <a:lnTo>
                        <a:pt x="986381" y="439883"/>
                      </a:lnTo>
                      <a:lnTo>
                        <a:pt x="987063" y="441411"/>
                      </a:lnTo>
                      <a:lnTo>
                        <a:pt x="981588" y="442314"/>
                      </a:lnTo>
                      <a:lnTo>
                        <a:pt x="986728" y="441840"/>
                      </a:lnTo>
                      <a:lnTo>
                        <a:pt x="988140" y="444872"/>
                      </a:lnTo>
                      <a:lnTo>
                        <a:pt x="984957" y="443599"/>
                      </a:lnTo>
                      <a:lnTo>
                        <a:pt x="982503" y="445625"/>
                      </a:lnTo>
                      <a:lnTo>
                        <a:pt x="986473" y="454399"/>
                      </a:lnTo>
                      <a:lnTo>
                        <a:pt x="989934" y="457004"/>
                      </a:lnTo>
                      <a:lnTo>
                        <a:pt x="990154" y="455915"/>
                      </a:lnTo>
                      <a:lnTo>
                        <a:pt x="992469" y="456854"/>
                      </a:lnTo>
                      <a:lnTo>
                        <a:pt x="998489" y="463162"/>
                      </a:lnTo>
                      <a:lnTo>
                        <a:pt x="1000052" y="462444"/>
                      </a:lnTo>
                      <a:lnTo>
                        <a:pt x="999137" y="470536"/>
                      </a:lnTo>
                      <a:lnTo>
                        <a:pt x="1001244" y="474935"/>
                      </a:lnTo>
                      <a:lnTo>
                        <a:pt x="998443" y="476301"/>
                      </a:lnTo>
                      <a:lnTo>
                        <a:pt x="997690" y="482552"/>
                      </a:lnTo>
                      <a:lnTo>
                        <a:pt x="999600" y="476394"/>
                      </a:lnTo>
                      <a:lnTo>
                        <a:pt x="1006557" y="475607"/>
                      </a:lnTo>
                      <a:lnTo>
                        <a:pt x="1019580" y="477053"/>
                      </a:lnTo>
                      <a:lnTo>
                        <a:pt x="1017832" y="481093"/>
                      </a:lnTo>
                      <a:lnTo>
                        <a:pt x="1019488" y="482714"/>
                      </a:lnTo>
                      <a:lnTo>
                        <a:pt x="1018886" y="484010"/>
                      </a:lnTo>
                      <a:lnTo>
                        <a:pt x="1020610" y="484080"/>
                      </a:lnTo>
                      <a:lnTo>
                        <a:pt x="1020217" y="483443"/>
                      </a:lnTo>
                      <a:lnTo>
                        <a:pt x="1019615" y="482448"/>
                      </a:lnTo>
                      <a:lnTo>
                        <a:pt x="1018550" y="480723"/>
                      </a:lnTo>
                      <a:lnTo>
                        <a:pt x="1020668" y="478142"/>
                      </a:lnTo>
                      <a:lnTo>
                        <a:pt x="1028216" y="479345"/>
                      </a:lnTo>
                      <a:lnTo>
                        <a:pt x="1037442" y="477528"/>
                      </a:lnTo>
                      <a:lnTo>
                        <a:pt x="1040521" y="478327"/>
                      </a:lnTo>
                      <a:lnTo>
                        <a:pt x="1042304" y="478789"/>
                      </a:lnTo>
                      <a:lnTo>
                        <a:pt x="1050546" y="484022"/>
                      </a:lnTo>
                      <a:lnTo>
                        <a:pt x="1048937" y="489382"/>
                      </a:lnTo>
                      <a:lnTo>
                        <a:pt x="1045799" y="491326"/>
                      </a:lnTo>
                      <a:lnTo>
                        <a:pt x="1044468" y="493491"/>
                      </a:lnTo>
                      <a:lnTo>
                        <a:pt x="1046413" y="491245"/>
                      </a:lnTo>
                      <a:lnTo>
                        <a:pt x="1048647" y="490261"/>
                      </a:lnTo>
                      <a:lnTo>
                        <a:pt x="1049585" y="488780"/>
                      </a:lnTo>
                      <a:lnTo>
                        <a:pt x="1051240" y="490134"/>
                      </a:lnTo>
                      <a:lnTo>
                        <a:pt x="1055662" y="489787"/>
                      </a:lnTo>
                      <a:lnTo>
                        <a:pt x="1056010" y="491268"/>
                      </a:lnTo>
                      <a:lnTo>
                        <a:pt x="1057399" y="492577"/>
                      </a:lnTo>
                      <a:lnTo>
                        <a:pt x="1057329" y="493988"/>
                      </a:lnTo>
                      <a:lnTo>
                        <a:pt x="1057538" y="492380"/>
                      </a:lnTo>
                      <a:lnTo>
                        <a:pt x="1055280" y="489092"/>
                      </a:lnTo>
                      <a:lnTo>
                        <a:pt x="1050268" y="488907"/>
                      </a:lnTo>
                      <a:lnTo>
                        <a:pt x="1050279" y="485770"/>
                      </a:lnTo>
                      <a:lnTo>
                        <a:pt x="1058394" y="482945"/>
                      </a:lnTo>
                      <a:lnTo>
                        <a:pt x="1069878" y="482459"/>
                      </a:lnTo>
                      <a:lnTo>
                        <a:pt x="1069900" y="482448"/>
                      </a:lnTo>
                      <a:lnTo>
                        <a:pt x="1087322" y="480688"/>
                      </a:lnTo>
                      <a:lnTo>
                        <a:pt x="1092288" y="478014"/>
                      </a:lnTo>
                      <a:lnTo>
                        <a:pt x="1096710" y="470941"/>
                      </a:lnTo>
                      <a:lnTo>
                        <a:pt x="1097092" y="470791"/>
                      </a:lnTo>
                      <a:lnTo>
                        <a:pt x="1097127" y="470744"/>
                      </a:lnTo>
                      <a:lnTo>
                        <a:pt x="1098157" y="471115"/>
                      </a:lnTo>
                      <a:lnTo>
                        <a:pt x="1097254" y="470524"/>
                      </a:lnTo>
                      <a:lnTo>
                        <a:pt x="1097382" y="470281"/>
                      </a:lnTo>
                      <a:lnTo>
                        <a:pt x="1099326" y="470096"/>
                      </a:lnTo>
                      <a:lnTo>
                        <a:pt x="1107684" y="469297"/>
                      </a:lnTo>
                      <a:lnTo>
                        <a:pt x="1113148" y="466797"/>
                      </a:lnTo>
                      <a:lnTo>
                        <a:pt x="1117917" y="467306"/>
                      </a:lnTo>
                      <a:lnTo>
                        <a:pt x="1122825" y="466727"/>
                      </a:lnTo>
                      <a:lnTo>
                        <a:pt x="1123914" y="464158"/>
                      </a:lnTo>
                      <a:lnTo>
                        <a:pt x="1128845" y="464540"/>
                      </a:lnTo>
                      <a:lnTo>
                        <a:pt x="1137828" y="463602"/>
                      </a:lnTo>
                      <a:lnTo>
                        <a:pt x="1146220" y="461750"/>
                      </a:lnTo>
                      <a:lnTo>
                        <a:pt x="1160667" y="458578"/>
                      </a:lnTo>
                      <a:lnTo>
                        <a:pt x="1169812" y="458486"/>
                      </a:lnTo>
                      <a:lnTo>
                        <a:pt x="1170078" y="458486"/>
                      </a:lnTo>
                      <a:lnTo>
                        <a:pt x="1178633" y="458694"/>
                      </a:lnTo>
                      <a:lnTo>
                        <a:pt x="1180103" y="458983"/>
                      </a:lnTo>
                      <a:lnTo>
                        <a:pt x="1181214" y="458752"/>
                      </a:lnTo>
                      <a:lnTo>
                        <a:pt x="1184189" y="458821"/>
                      </a:lnTo>
                      <a:lnTo>
                        <a:pt x="1190429" y="458243"/>
                      </a:lnTo>
                      <a:lnTo>
                        <a:pt x="1193982" y="455383"/>
                      </a:lnTo>
                      <a:lnTo>
                        <a:pt x="1204899" y="455383"/>
                      </a:lnTo>
                      <a:lnTo>
                        <a:pt x="1209066" y="454885"/>
                      </a:lnTo>
                      <a:lnTo>
                        <a:pt x="1210339" y="452535"/>
                      </a:lnTo>
                      <a:lnTo>
                        <a:pt x="1214159" y="453079"/>
                      </a:lnTo>
                      <a:lnTo>
                        <a:pt x="1224809" y="451251"/>
                      </a:lnTo>
                      <a:lnTo>
                        <a:pt x="1226476" y="450950"/>
                      </a:lnTo>
                      <a:lnTo>
                        <a:pt x="1226267" y="448924"/>
                      </a:lnTo>
                      <a:lnTo>
                        <a:pt x="1229937" y="447824"/>
                      </a:lnTo>
                      <a:lnTo>
                        <a:pt x="1235216" y="447893"/>
                      </a:lnTo>
                      <a:lnTo>
                        <a:pt x="1243238" y="446644"/>
                      </a:lnTo>
                      <a:lnTo>
                        <a:pt x="1246965" y="449109"/>
                      </a:lnTo>
                      <a:lnTo>
                        <a:pt x="1249708" y="450221"/>
                      </a:lnTo>
                      <a:lnTo>
                        <a:pt x="1250253" y="451204"/>
                      </a:lnTo>
                      <a:lnTo>
                        <a:pt x="1250183" y="451482"/>
                      </a:lnTo>
                      <a:lnTo>
                        <a:pt x="1250693" y="452026"/>
                      </a:lnTo>
                      <a:lnTo>
                        <a:pt x="1251920" y="454272"/>
                      </a:lnTo>
                      <a:lnTo>
                        <a:pt x="1252753" y="455788"/>
                      </a:lnTo>
                      <a:lnTo>
                        <a:pt x="1251920" y="460141"/>
                      </a:lnTo>
                      <a:lnTo>
                        <a:pt x="1251642" y="461646"/>
                      </a:lnTo>
                      <a:lnTo>
                        <a:pt x="1251028" y="467284"/>
                      </a:lnTo>
                      <a:lnTo>
                        <a:pt x="1248852" y="476474"/>
                      </a:lnTo>
                      <a:lnTo>
                        <a:pt x="1246676" y="480376"/>
                      </a:lnTo>
                      <a:lnTo>
                        <a:pt x="1244986" y="484184"/>
                      </a:lnTo>
                      <a:lnTo>
                        <a:pt x="1245009" y="486476"/>
                      </a:lnTo>
                      <a:lnTo>
                        <a:pt x="1244314" y="483351"/>
                      </a:lnTo>
                      <a:lnTo>
                        <a:pt x="1242497" y="484728"/>
                      </a:lnTo>
                      <a:lnTo>
                        <a:pt x="1243851" y="485550"/>
                      </a:lnTo>
                      <a:lnTo>
                        <a:pt x="1241247" y="485781"/>
                      </a:lnTo>
                      <a:lnTo>
                        <a:pt x="1241490" y="487599"/>
                      </a:lnTo>
                      <a:lnTo>
                        <a:pt x="1244268" y="487819"/>
                      </a:lnTo>
                      <a:lnTo>
                        <a:pt x="1240170" y="487935"/>
                      </a:lnTo>
                      <a:lnTo>
                        <a:pt x="1239302" y="486222"/>
                      </a:lnTo>
                      <a:lnTo>
                        <a:pt x="1234440" y="486904"/>
                      </a:lnTo>
                      <a:lnTo>
                        <a:pt x="1227321" y="485179"/>
                      </a:lnTo>
                      <a:lnTo>
                        <a:pt x="1223373" y="488073"/>
                      </a:lnTo>
                      <a:lnTo>
                        <a:pt x="1221984" y="491303"/>
                      </a:lnTo>
                      <a:lnTo>
                        <a:pt x="1222691" y="494822"/>
                      </a:lnTo>
                      <a:lnTo>
                        <a:pt x="1221556" y="493364"/>
                      </a:lnTo>
                      <a:lnTo>
                        <a:pt x="1222436" y="494949"/>
                      </a:lnTo>
                      <a:lnTo>
                        <a:pt x="1220838" y="494394"/>
                      </a:lnTo>
                      <a:lnTo>
                        <a:pt x="1220815" y="496142"/>
                      </a:lnTo>
                      <a:lnTo>
                        <a:pt x="1217551" y="501999"/>
                      </a:lnTo>
                      <a:lnTo>
                        <a:pt x="1216718" y="501930"/>
                      </a:lnTo>
                      <a:lnTo>
                        <a:pt x="1216324" y="498399"/>
                      </a:lnTo>
                      <a:lnTo>
                        <a:pt x="1216301" y="498365"/>
                      </a:lnTo>
                      <a:lnTo>
                        <a:pt x="1214182" y="495725"/>
                      </a:lnTo>
                      <a:lnTo>
                        <a:pt x="1212446" y="495146"/>
                      </a:lnTo>
                      <a:lnTo>
                        <a:pt x="1211670" y="495447"/>
                      </a:lnTo>
                      <a:lnTo>
                        <a:pt x="1211601" y="495482"/>
                      </a:lnTo>
                      <a:lnTo>
                        <a:pt x="1211682" y="495598"/>
                      </a:lnTo>
                      <a:lnTo>
                        <a:pt x="1211809" y="495540"/>
                      </a:lnTo>
                      <a:lnTo>
                        <a:pt x="1212469" y="495274"/>
                      </a:lnTo>
                      <a:lnTo>
                        <a:pt x="1214009" y="495772"/>
                      </a:lnTo>
                      <a:lnTo>
                        <a:pt x="1216081" y="498295"/>
                      </a:lnTo>
                      <a:lnTo>
                        <a:pt x="1216208" y="498457"/>
                      </a:lnTo>
                      <a:lnTo>
                        <a:pt x="1216532" y="501907"/>
                      </a:lnTo>
                      <a:lnTo>
                        <a:pt x="1212388" y="508215"/>
                      </a:lnTo>
                      <a:lnTo>
                        <a:pt x="1210501" y="511063"/>
                      </a:lnTo>
                      <a:lnTo>
                        <a:pt x="1211601" y="513865"/>
                      </a:lnTo>
                      <a:lnTo>
                        <a:pt x="1213453" y="513841"/>
                      </a:lnTo>
                      <a:lnTo>
                        <a:pt x="1214599" y="516203"/>
                      </a:lnTo>
                      <a:lnTo>
                        <a:pt x="1218211" y="518217"/>
                      </a:lnTo>
                      <a:lnTo>
                        <a:pt x="1219368" y="517708"/>
                      </a:lnTo>
                      <a:lnTo>
                        <a:pt x="1221359" y="515798"/>
                      </a:lnTo>
                      <a:lnTo>
                        <a:pt x="1218570" y="510646"/>
                      </a:lnTo>
                      <a:lnTo>
                        <a:pt x="1220017" y="508991"/>
                      </a:lnTo>
                      <a:lnTo>
                        <a:pt x="1218824" y="508215"/>
                      </a:lnTo>
                      <a:lnTo>
                        <a:pt x="1217296" y="507208"/>
                      </a:lnTo>
                      <a:lnTo>
                        <a:pt x="1218130" y="504974"/>
                      </a:lnTo>
                      <a:lnTo>
                        <a:pt x="1220549" y="504546"/>
                      </a:lnTo>
                      <a:lnTo>
                        <a:pt x="1217864" y="502277"/>
                      </a:lnTo>
                      <a:lnTo>
                        <a:pt x="1220236" y="497438"/>
                      </a:lnTo>
                      <a:lnTo>
                        <a:pt x="1223212" y="495447"/>
                      </a:lnTo>
                      <a:lnTo>
                        <a:pt x="1223952" y="494949"/>
                      </a:lnTo>
                      <a:lnTo>
                        <a:pt x="1224334" y="494857"/>
                      </a:lnTo>
                      <a:lnTo>
                        <a:pt x="1224381" y="494984"/>
                      </a:lnTo>
                      <a:lnTo>
                        <a:pt x="1228884" y="508215"/>
                      </a:lnTo>
                      <a:lnTo>
                        <a:pt x="1235575" y="527813"/>
                      </a:lnTo>
                      <a:lnTo>
                        <a:pt x="1238295" y="535465"/>
                      </a:lnTo>
                      <a:lnTo>
                        <a:pt x="1239429" y="539575"/>
                      </a:lnTo>
                      <a:lnTo>
                        <a:pt x="1240726" y="550016"/>
                      </a:lnTo>
                      <a:lnTo>
                        <a:pt x="1241733" y="567090"/>
                      </a:lnTo>
                      <a:lnTo>
                        <a:pt x="1240691" y="581375"/>
                      </a:lnTo>
                      <a:lnTo>
                        <a:pt x="1236431" y="589455"/>
                      </a:lnTo>
                      <a:lnTo>
                        <a:pt x="1235713" y="590196"/>
                      </a:lnTo>
                      <a:lnTo>
                        <a:pt x="1234799" y="592546"/>
                      </a:lnTo>
                      <a:lnTo>
                        <a:pt x="1233375" y="595255"/>
                      </a:lnTo>
                      <a:lnTo>
                        <a:pt x="1220364" y="602211"/>
                      </a:lnTo>
                      <a:lnTo>
                        <a:pt x="1220375" y="602617"/>
                      </a:lnTo>
                      <a:lnTo>
                        <a:pt x="1220063" y="602767"/>
                      </a:lnTo>
                      <a:lnTo>
                        <a:pt x="1220549" y="607849"/>
                      </a:lnTo>
                      <a:lnTo>
                        <a:pt x="1220132" y="604851"/>
                      </a:lnTo>
                      <a:lnTo>
                        <a:pt x="1218488" y="604782"/>
                      </a:lnTo>
                      <a:lnTo>
                        <a:pt x="1218280" y="604782"/>
                      </a:lnTo>
                      <a:lnTo>
                        <a:pt x="1218083" y="606321"/>
                      </a:lnTo>
                      <a:lnTo>
                        <a:pt x="1216764" y="605372"/>
                      </a:lnTo>
                      <a:lnTo>
                        <a:pt x="1217690" y="606715"/>
                      </a:lnTo>
                      <a:lnTo>
                        <a:pt x="1215131" y="607247"/>
                      </a:lnTo>
                      <a:lnTo>
                        <a:pt x="1214344" y="605731"/>
                      </a:lnTo>
                      <a:lnTo>
                        <a:pt x="1213117" y="606460"/>
                      </a:lnTo>
                      <a:lnTo>
                        <a:pt x="1210906" y="607502"/>
                      </a:lnTo>
                      <a:lnTo>
                        <a:pt x="1210721" y="607872"/>
                      </a:lnTo>
                      <a:lnTo>
                        <a:pt x="1210304" y="608115"/>
                      </a:lnTo>
                      <a:lnTo>
                        <a:pt x="1209343" y="609852"/>
                      </a:lnTo>
                      <a:lnTo>
                        <a:pt x="1211427" y="611380"/>
                      </a:lnTo>
                      <a:lnTo>
                        <a:pt x="1211300" y="611461"/>
                      </a:lnTo>
                      <a:lnTo>
                        <a:pt x="1208718" y="609817"/>
                      </a:lnTo>
                      <a:lnTo>
                        <a:pt x="1208371" y="611333"/>
                      </a:lnTo>
                      <a:lnTo>
                        <a:pt x="1210246" y="612144"/>
                      </a:lnTo>
                      <a:lnTo>
                        <a:pt x="1209726" y="612479"/>
                      </a:lnTo>
                      <a:lnTo>
                        <a:pt x="1215074" y="614227"/>
                      </a:lnTo>
                      <a:lnTo>
                        <a:pt x="1213928" y="613915"/>
                      </a:lnTo>
                      <a:lnTo>
                        <a:pt x="1209390" y="612688"/>
                      </a:lnTo>
                      <a:lnTo>
                        <a:pt x="1205338" y="613522"/>
                      </a:lnTo>
                      <a:lnTo>
                        <a:pt x="1204679" y="613915"/>
                      </a:lnTo>
                      <a:lnTo>
                        <a:pt x="1193079" y="620907"/>
                      </a:lnTo>
                      <a:lnTo>
                        <a:pt x="1190753" y="620455"/>
                      </a:lnTo>
                      <a:lnTo>
                        <a:pt x="1175947" y="623778"/>
                      </a:lnTo>
                      <a:lnTo>
                        <a:pt x="1175912" y="623789"/>
                      </a:lnTo>
                      <a:lnTo>
                        <a:pt x="1170414" y="627158"/>
                      </a:lnTo>
                      <a:lnTo>
                        <a:pt x="1168249" y="632876"/>
                      </a:lnTo>
                      <a:lnTo>
                        <a:pt x="1166872" y="633524"/>
                      </a:lnTo>
                      <a:lnTo>
                        <a:pt x="1166848" y="633536"/>
                      </a:lnTo>
                      <a:lnTo>
                        <a:pt x="1166814" y="633559"/>
                      </a:lnTo>
                      <a:lnTo>
                        <a:pt x="1163318" y="635238"/>
                      </a:lnTo>
                      <a:lnTo>
                        <a:pt x="1166826" y="637217"/>
                      </a:lnTo>
                      <a:lnTo>
                        <a:pt x="1163399" y="637020"/>
                      </a:lnTo>
                      <a:lnTo>
                        <a:pt x="1160644" y="637749"/>
                      </a:lnTo>
                      <a:lnTo>
                        <a:pt x="1160343" y="637773"/>
                      </a:lnTo>
                      <a:lnTo>
                        <a:pt x="1160227" y="637854"/>
                      </a:lnTo>
                      <a:lnTo>
                        <a:pt x="1158630" y="638282"/>
                      </a:lnTo>
                      <a:lnTo>
                        <a:pt x="1155087" y="639359"/>
                      </a:lnTo>
                      <a:lnTo>
                        <a:pt x="1151499" y="639787"/>
                      </a:lnTo>
                      <a:lnTo>
                        <a:pt x="1150793" y="639740"/>
                      </a:lnTo>
                      <a:lnTo>
                        <a:pt x="1148663" y="640123"/>
                      </a:lnTo>
                      <a:lnTo>
                        <a:pt x="1146220" y="640412"/>
                      </a:lnTo>
                      <a:lnTo>
                        <a:pt x="1140884" y="641049"/>
                      </a:lnTo>
                      <a:lnTo>
                        <a:pt x="1135594" y="642461"/>
                      </a:lnTo>
                      <a:lnTo>
                        <a:pt x="1135397" y="642484"/>
                      </a:lnTo>
                      <a:lnTo>
                        <a:pt x="1135258" y="642542"/>
                      </a:lnTo>
                      <a:lnTo>
                        <a:pt x="1129551" y="644059"/>
                      </a:lnTo>
                      <a:lnTo>
                        <a:pt x="1122953" y="646420"/>
                      </a:lnTo>
                      <a:lnTo>
                        <a:pt x="1120151" y="648364"/>
                      </a:lnTo>
                      <a:lnTo>
                        <a:pt x="1117883" y="649233"/>
                      </a:lnTo>
                      <a:lnTo>
                        <a:pt x="1111851" y="654130"/>
                      </a:lnTo>
                      <a:lnTo>
                        <a:pt x="1108182" y="656676"/>
                      </a:lnTo>
                      <a:lnTo>
                        <a:pt x="1094893" y="670185"/>
                      </a:lnTo>
                      <a:lnTo>
                        <a:pt x="1087890" y="683694"/>
                      </a:lnTo>
                      <a:lnTo>
                        <a:pt x="1083942" y="704172"/>
                      </a:lnTo>
                      <a:lnTo>
                        <a:pt x="1085123" y="713722"/>
                      </a:lnTo>
                      <a:lnTo>
                        <a:pt x="1087010" y="719614"/>
                      </a:lnTo>
                      <a:lnTo>
                        <a:pt x="1091270" y="732857"/>
                      </a:lnTo>
                      <a:lnTo>
                        <a:pt x="1090992" y="735797"/>
                      </a:lnTo>
                      <a:lnTo>
                        <a:pt x="1087878" y="737615"/>
                      </a:lnTo>
                      <a:lnTo>
                        <a:pt x="1075260" y="737348"/>
                      </a:lnTo>
                      <a:lnTo>
                        <a:pt x="1044445" y="731850"/>
                      </a:lnTo>
                      <a:lnTo>
                        <a:pt x="1044352" y="731838"/>
                      </a:lnTo>
                      <a:lnTo>
                        <a:pt x="1040521" y="731121"/>
                      </a:lnTo>
                      <a:lnTo>
                        <a:pt x="1019395" y="727161"/>
                      </a:lnTo>
                      <a:lnTo>
                        <a:pt x="1013468" y="728574"/>
                      </a:lnTo>
                      <a:lnTo>
                        <a:pt x="1010250" y="723480"/>
                      </a:lnTo>
                      <a:lnTo>
                        <a:pt x="1003744" y="720089"/>
                      </a:lnTo>
                      <a:lnTo>
                        <a:pt x="1003200" y="719614"/>
                      </a:lnTo>
                      <a:lnTo>
                        <a:pt x="1000387" y="717137"/>
                      </a:lnTo>
                      <a:lnTo>
                        <a:pt x="1000966" y="716165"/>
                      </a:lnTo>
                      <a:lnTo>
                        <a:pt x="1000769" y="716211"/>
                      </a:lnTo>
                      <a:lnTo>
                        <a:pt x="1000144" y="717172"/>
                      </a:lnTo>
                      <a:lnTo>
                        <a:pt x="1000943" y="717878"/>
                      </a:lnTo>
                      <a:lnTo>
                        <a:pt x="998420" y="719614"/>
                      </a:lnTo>
                      <a:lnTo>
                        <a:pt x="998142" y="719811"/>
                      </a:lnTo>
                      <a:lnTo>
                        <a:pt x="998049" y="719614"/>
                      </a:lnTo>
                      <a:lnTo>
                        <a:pt x="997644" y="718793"/>
                      </a:lnTo>
                      <a:lnTo>
                        <a:pt x="997956" y="719614"/>
                      </a:lnTo>
                      <a:lnTo>
                        <a:pt x="998119" y="720019"/>
                      </a:lnTo>
                      <a:lnTo>
                        <a:pt x="998721" y="719614"/>
                      </a:lnTo>
                      <a:lnTo>
                        <a:pt x="1000955" y="718144"/>
                      </a:lnTo>
                      <a:lnTo>
                        <a:pt x="1002703" y="719614"/>
                      </a:lnTo>
                      <a:lnTo>
                        <a:pt x="1003721" y="720471"/>
                      </a:lnTo>
                      <a:lnTo>
                        <a:pt x="1010088" y="723828"/>
                      </a:lnTo>
                      <a:lnTo>
                        <a:pt x="1014510" y="730692"/>
                      </a:lnTo>
                      <a:lnTo>
                        <a:pt x="1005411" y="734223"/>
                      </a:lnTo>
                      <a:lnTo>
                        <a:pt x="990999" y="746632"/>
                      </a:lnTo>
                      <a:lnTo>
                        <a:pt x="981206" y="756483"/>
                      </a:lnTo>
                      <a:lnTo>
                        <a:pt x="976645" y="763927"/>
                      </a:lnTo>
                      <a:lnTo>
                        <a:pt x="972663" y="766149"/>
                      </a:lnTo>
                      <a:lnTo>
                        <a:pt x="972640" y="766172"/>
                      </a:lnTo>
                      <a:lnTo>
                        <a:pt x="954304" y="772828"/>
                      </a:lnTo>
                      <a:lnTo>
                        <a:pt x="950206" y="775896"/>
                      </a:lnTo>
                      <a:lnTo>
                        <a:pt x="942045" y="776926"/>
                      </a:lnTo>
                      <a:lnTo>
                        <a:pt x="935400" y="778871"/>
                      </a:lnTo>
                      <a:lnTo>
                        <a:pt x="934810" y="778917"/>
                      </a:lnTo>
                      <a:lnTo>
                        <a:pt x="930342" y="779276"/>
                      </a:lnTo>
                      <a:lnTo>
                        <a:pt x="926464" y="780480"/>
                      </a:lnTo>
                      <a:lnTo>
                        <a:pt x="925272" y="780689"/>
                      </a:lnTo>
                      <a:lnTo>
                        <a:pt x="924033" y="781244"/>
                      </a:lnTo>
                      <a:lnTo>
                        <a:pt x="915502" y="783895"/>
                      </a:lnTo>
                      <a:lnTo>
                        <a:pt x="915374" y="783941"/>
                      </a:lnTo>
                      <a:lnTo>
                        <a:pt x="905465" y="787796"/>
                      </a:lnTo>
                      <a:lnTo>
                        <a:pt x="900580" y="788653"/>
                      </a:lnTo>
                      <a:lnTo>
                        <a:pt x="887384" y="791338"/>
                      </a:lnTo>
                      <a:lnTo>
                        <a:pt x="884316" y="792611"/>
                      </a:lnTo>
                      <a:lnTo>
                        <a:pt x="882938" y="792855"/>
                      </a:lnTo>
                      <a:lnTo>
                        <a:pt x="878794" y="794892"/>
                      </a:lnTo>
                      <a:lnTo>
                        <a:pt x="869198" y="798839"/>
                      </a:lnTo>
                      <a:lnTo>
                        <a:pt x="869071" y="798897"/>
                      </a:lnTo>
                      <a:lnTo>
                        <a:pt x="859011" y="805380"/>
                      </a:lnTo>
                      <a:lnTo>
                        <a:pt x="855214" y="811758"/>
                      </a:lnTo>
                      <a:lnTo>
                        <a:pt x="851915" y="819503"/>
                      </a:lnTo>
                      <a:lnTo>
                        <a:pt x="849091" y="821540"/>
                      </a:lnTo>
                      <a:lnTo>
                        <a:pt x="846810" y="822686"/>
                      </a:lnTo>
                      <a:lnTo>
                        <a:pt x="845305" y="824272"/>
                      </a:lnTo>
                      <a:lnTo>
                        <a:pt x="842365" y="826401"/>
                      </a:lnTo>
                      <a:lnTo>
                        <a:pt x="837989" y="832004"/>
                      </a:lnTo>
                      <a:lnTo>
                        <a:pt x="830859" y="839957"/>
                      </a:lnTo>
                      <a:lnTo>
                        <a:pt x="829111" y="843268"/>
                      </a:lnTo>
                      <a:lnTo>
                        <a:pt x="826159" y="848859"/>
                      </a:lnTo>
                      <a:lnTo>
                        <a:pt x="820047" y="850561"/>
                      </a:lnTo>
                      <a:lnTo>
                        <a:pt x="818611" y="850479"/>
                      </a:lnTo>
                      <a:lnTo>
                        <a:pt x="808135" y="848963"/>
                      </a:lnTo>
                      <a:lnTo>
                        <a:pt x="800078" y="843650"/>
                      </a:lnTo>
                      <a:lnTo>
                        <a:pt x="785516" y="837665"/>
                      </a:lnTo>
                      <a:lnTo>
                        <a:pt x="785041" y="837480"/>
                      </a:lnTo>
                      <a:lnTo>
                        <a:pt x="784532" y="836762"/>
                      </a:lnTo>
                      <a:lnTo>
                        <a:pt x="785180" y="834366"/>
                      </a:lnTo>
                      <a:lnTo>
                        <a:pt x="785435" y="833440"/>
                      </a:lnTo>
                      <a:lnTo>
                        <a:pt x="784960" y="832131"/>
                      </a:lnTo>
                      <a:lnTo>
                        <a:pt x="783861" y="829134"/>
                      </a:lnTo>
                      <a:lnTo>
                        <a:pt x="784995" y="832468"/>
                      </a:lnTo>
                      <a:lnTo>
                        <a:pt x="785296" y="833359"/>
                      </a:lnTo>
                      <a:lnTo>
                        <a:pt x="785145" y="833926"/>
                      </a:lnTo>
                      <a:lnTo>
                        <a:pt x="784347" y="836739"/>
                      </a:lnTo>
                      <a:lnTo>
                        <a:pt x="784868" y="837618"/>
                      </a:lnTo>
                      <a:lnTo>
                        <a:pt x="780955" y="839552"/>
                      </a:lnTo>
                      <a:lnTo>
                        <a:pt x="775746" y="838314"/>
                      </a:lnTo>
                      <a:lnTo>
                        <a:pt x="768314" y="833833"/>
                      </a:lnTo>
                      <a:lnTo>
                        <a:pt x="763510" y="830002"/>
                      </a:lnTo>
                      <a:lnTo>
                        <a:pt x="755303" y="825325"/>
                      </a:lnTo>
                      <a:lnTo>
                        <a:pt x="754851" y="825070"/>
                      </a:lnTo>
                      <a:lnTo>
                        <a:pt x="754793" y="825036"/>
                      </a:lnTo>
                      <a:lnTo>
                        <a:pt x="754030" y="824596"/>
                      </a:lnTo>
                      <a:lnTo>
                        <a:pt x="750846" y="824793"/>
                      </a:lnTo>
                      <a:lnTo>
                        <a:pt x="746760" y="812488"/>
                      </a:lnTo>
                      <a:lnTo>
                        <a:pt x="744850" y="808922"/>
                      </a:lnTo>
                      <a:lnTo>
                        <a:pt x="741342" y="808482"/>
                      </a:lnTo>
                      <a:lnTo>
                        <a:pt x="738749" y="805808"/>
                      </a:lnTo>
                      <a:lnTo>
                        <a:pt x="739143" y="801826"/>
                      </a:lnTo>
                      <a:lnTo>
                        <a:pt x="738124" y="796490"/>
                      </a:lnTo>
                      <a:lnTo>
                        <a:pt x="742523" y="787287"/>
                      </a:lnTo>
                      <a:lnTo>
                        <a:pt x="742303" y="786673"/>
                      </a:lnTo>
                      <a:lnTo>
                        <a:pt x="735774" y="778211"/>
                      </a:lnTo>
                      <a:lnTo>
                        <a:pt x="735450" y="777008"/>
                      </a:lnTo>
                      <a:lnTo>
                        <a:pt x="735300" y="777019"/>
                      </a:lnTo>
                      <a:lnTo>
                        <a:pt x="735705" y="778327"/>
                      </a:lnTo>
                      <a:lnTo>
                        <a:pt x="742095" y="786870"/>
                      </a:lnTo>
                      <a:lnTo>
                        <a:pt x="737939" y="795563"/>
                      </a:lnTo>
                      <a:lnTo>
                        <a:pt x="738437" y="805692"/>
                      </a:lnTo>
                      <a:lnTo>
                        <a:pt x="741412" y="809015"/>
                      </a:lnTo>
                      <a:lnTo>
                        <a:pt x="744780" y="809188"/>
                      </a:lnTo>
                      <a:lnTo>
                        <a:pt x="746308" y="812661"/>
                      </a:lnTo>
                      <a:lnTo>
                        <a:pt x="746193" y="816365"/>
                      </a:lnTo>
                      <a:lnTo>
                        <a:pt x="746887" y="816759"/>
                      </a:lnTo>
                      <a:lnTo>
                        <a:pt x="747003" y="815405"/>
                      </a:lnTo>
                      <a:lnTo>
                        <a:pt x="747999" y="817175"/>
                      </a:lnTo>
                      <a:lnTo>
                        <a:pt x="747339" y="817025"/>
                      </a:lnTo>
                      <a:lnTo>
                        <a:pt x="748184" y="817523"/>
                      </a:lnTo>
                      <a:lnTo>
                        <a:pt x="750487" y="825186"/>
                      </a:lnTo>
                      <a:lnTo>
                        <a:pt x="750082" y="825325"/>
                      </a:lnTo>
                      <a:lnTo>
                        <a:pt x="748693" y="825788"/>
                      </a:lnTo>
                      <a:lnTo>
                        <a:pt x="750661" y="828149"/>
                      </a:lnTo>
                      <a:lnTo>
                        <a:pt x="750788" y="828347"/>
                      </a:lnTo>
                      <a:lnTo>
                        <a:pt x="748982" y="826483"/>
                      </a:lnTo>
                      <a:lnTo>
                        <a:pt x="748936" y="826425"/>
                      </a:lnTo>
                      <a:lnTo>
                        <a:pt x="748832" y="826332"/>
                      </a:lnTo>
                      <a:lnTo>
                        <a:pt x="743530" y="825325"/>
                      </a:lnTo>
                      <a:lnTo>
                        <a:pt x="740196" y="824689"/>
                      </a:lnTo>
                      <a:lnTo>
                        <a:pt x="729026" y="821632"/>
                      </a:lnTo>
                      <a:lnTo>
                        <a:pt x="724303" y="819780"/>
                      </a:lnTo>
                      <a:lnTo>
                        <a:pt x="723400" y="819398"/>
                      </a:lnTo>
                      <a:lnTo>
                        <a:pt x="714799" y="815717"/>
                      </a:lnTo>
                      <a:lnTo>
                        <a:pt x="714648" y="815648"/>
                      </a:lnTo>
                      <a:lnTo>
                        <a:pt x="714637" y="815694"/>
                      </a:lnTo>
                      <a:lnTo>
                        <a:pt x="714556" y="815844"/>
                      </a:lnTo>
                      <a:lnTo>
                        <a:pt x="710377" y="814941"/>
                      </a:lnTo>
                      <a:lnTo>
                        <a:pt x="704253" y="812904"/>
                      </a:lnTo>
                      <a:lnTo>
                        <a:pt x="694402" y="808992"/>
                      </a:lnTo>
                      <a:lnTo>
                        <a:pt x="693383" y="810149"/>
                      </a:lnTo>
                      <a:lnTo>
                        <a:pt x="692863" y="810948"/>
                      </a:lnTo>
                      <a:lnTo>
                        <a:pt x="692631" y="811017"/>
                      </a:lnTo>
                      <a:lnTo>
                        <a:pt x="689216" y="810415"/>
                      </a:lnTo>
                      <a:lnTo>
                        <a:pt x="692712" y="810925"/>
                      </a:lnTo>
                      <a:lnTo>
                        <a:pt x="693719" y="809652"/>
                      </a:lnTo>
                      <a:lnTo>
                        <a:pt x="688776" y="809235"/>
                      </a:lnTo>
                      <a:lnTo>
                        <a:pt x="689124" y="811168"/>
                      </a:lnTo>
                      <a:lnTo>
                        <a:pt x="688568" y="809211"/>
                      </a:lnTo>
                      <a:lnTo>
                        <a:pt x="688649" y="808517"/>
                      </a:lnTo>
                      <a:lnTo>
                        <a:pt x="686531" y="807614"/>
                      </a:lnTo>
                      <a:lnTo>
                        <a:pt x="682525" y="806375"/>
                      </a:lnTo>
                      <a:lnTo>
                        <a:pt x="677582" y="805311"/>
                      </a:lnTo>
                      <a:lnTo>
                        <a:pt x="670104" y="803621"/>
                      </a:lnTo>
                      <a:lnTo>
                        <a:pt x="666377" y="803030"/>
                      </a:lnTo>
                      <a:lnTo>
                        <a:pt x="660994" y="802417"/>
                      </a:lnTo>
                      <a:lnTo>
                        <a:pt x="657093" y="801768"/>
                      </a:lnTo>
                      <a:lnTo>
                        <a:pt x="650865" y="801236"/>
                      </a:lnTo>
                      <a:lnTo>
                        <a:pt x="648017" y="800842"/>
                      </a:lnTo>
                      <a:lnTo>
                        <a:pt x="647937" y="800842"/>
                      </a:lnTo>
                      <a:lnTo>
                        <a:pt x="639857" y="800529"/>
                      </a:lnTo>
                      <a:lnTo>
                        <a:pt x="637252" y="800680"/>
                      </a:lnTo>
                      <a:lnTo>
                        <a:pt x="636835" y="801745"/>
                      </a:lnTo>
                      <a:lnTo>
                        <a:pt x="636720" y="801745"/>
                      </a:lnTo>
                      <a:lnTo>
                        <a:pt x="636974" y="800437"/>
                      </a:lnTo>
                      <a:lnTo>
                        <a:pt x="640065" y="799766"/>
                      </a:lnTo>
                      <a:lnTo>
                        <a:pt x="634555" y="799095"/>
                      </a:lnTo>
                      <a:lnTo>
                        <a:pt x="629982" y="798712"/>
                      </a:lnTo>
                      <a:lnTo>
                        <a:pt x="625908" y="799198"/>
                      </a:lnTo>
                      <a:lnTo>
                        <a:pt x="623500" y="797624"/>
                      </a:lnTo>
                      <a:lnTo>
                        <a:pt x="621439" y="793873"/>
                      </a:lnTo>
                      <a:lnTo>
                        <a:pt x="621243" y="790516"/>
                      </a:lnTo>
                      <a:lnTo>
                        <a:pt x="619541" y="789313"/>
                      </a:lnTo>
                      <a:lnTo>
                        <a:pt x="620027" y="787715"/>
                      </a:lnTo>
                      <a:lnTo>
                        <a:pt x="619043" y="786477"/>
                      </a:lnTo>
                      <a:lnTo>
                        <a:pt x="618140" y="785978"/>
                      </a:lnTo>
                      <a:lnTo>
                        <a:pt x="619089" y="783363"/>
                      </a:lnTo>
                      <a:lnTo>
                        <a:pt x="618661" y="782795"/>
                      </a:lnTo>
                      <a:lnTo>
                        <a:pt x="617700" y="782275"/>
                      </a:lnTo>
                      <a:lnTo>
                        <a:pt x="616925" y="781858"/>
                      </a:lnTo>
                      <a:lnTo>
                        <a:pt x="615802" y="781904"/>
                      </a:lnTo>
                      <a:lnTo>
                        <a:pt x="616045" y="779959"/>
                      </a:lnTo>
                      <a:lnTo>
                        <a:pt x="616392" y="779751"/>
                      </a:lnTo>
                      <a:lnTo>
                        <a:pt x="616554" y="779646"/>
                      </a:lnTo>
                      <a:lnTo>
                        <a:pt x="616821" y="779265"/>
                      </a:lnTo>
                      <a:lnTo>
                        <a:pt x="616925" y="777818"/>
                      </a:lnTo>
                      <a:lnTo>
                        <a:pt x="616022" y="777065"/>
                      </a:lnTo>
                      <a:lnTo>
                        <a:pt x="615779" y="776058"/>
                      </a:lnTo>
                      <a:lnTo>
                        <a:pt x="614887" y="775410"/>
                      </a:lnTo>
                      <a:lnTo>
                        <a:pt x="615177" y="774391"/>
                      </a:lnTo>
                      <a:lnTo>
                        <a:pt x="614529" y="772377"/>
                      </a:lnTo>
                      <a:lnTo>
                        <a:pt x="614425" y="772319"/>
                      </a:lnTo>
                      <a:lnTo>
                        <a:pt x="614899" y="774322"/>
                      </a:lnTo>
                      <a:lnTo>
                        <a:pt x="614783" y="775491"/>
                      </a:lnTo>
                      <a:lnTo>
                        <a:pt x="615640" y="776174"/>
                      </a:lnTo>
                      <a:lnTo>
                        <a:pt x="615744" y="776961"/>
                      </a:lnTo>
                      <a:lnTo>
                        <a:pt x="616763" y="777841"/>
                      </a:lnTo>
                      <a:lnTo>
                        <a:pt x="616751" y="778825"/>
                      </a:lnTo>
                      <a:lnTo>
                        <a:pt x="616531" y="779496"/>
                      </a:lnTo>
                      <a:lnTo>
                        <a:pt x="616126" y="779658"/>
                      </a:lnTo>
                      <a:lnTo>
                        <a:pt x="615814" y="779786"/>
                      </a:lnTo>
                      <a:lnTo>
                        <a:pt x="615501" y="782043"/>
                      </a:lnTo>
                      <a:lnTo>
                        <a:pt x="617700" y="782865"/>
                      </a:lnTo>
                      <a:lnTo>
                        <a:pt x="618893" y="783305"/>
                      </a:lnTo>
                      <a:lnTo>
                        <a:pt x="617863" y="785875"/>
                      </a:lnTo>
                      <a:lnTo>
                        <a:pt x="619691" y="787762"/>
                      </a:lnTo>
                      <a:lnTo>
                        <a:pt x="619136" y="788722"/>
                      </a:lnTo>
                      <a:lnTo>
                        <a:pt x="619159" y="789903"/>
                      </a:lnTo>
                      <a:lnTo>
                        <a:pt x="620779" y="790957"/>
                      </a:lnTo>
                      <a:lnTo>
                        <a:pt x="620583" y="794696"/>
                      </a:lnTo>
                      <a:lnTo>
                        <a:pt x="622076" y="797126"/>
                      </a:lnTo>
                      <a:lnTo>
                        <a:pt x="622065" y="798041"/>
                      </a:lnTo>
                      <a:lnTo>
                        <a:pt x="624079" y="799198"/>
                      </a:lnTo>
                      <a:lnTo>
                        <a:pt x="622609" y="800414"/>
                      </a:lnTo>
                      <a:lnTo>
                        <a:pt x="629543" y="799175"/>
                      </a:lnTo>
                      <a:lnTo>
                        <a:pt x="634729" y="799545"/>
                      </a:lnTo>
                      <a:lnTo>
                        <a:pt x="635712" y="801791"/>
                      </a:lnTo>
                      <a:lnTo>
                        <a:pt x="629844" y="802058"/>
                      </a:lnTo>
                      <a:lnTo>
                        <a:pt x="626707" y="801675"/>
                      </a:lnTo>
                      <a:lnTo>
                        <a:pt x="620317" y="802821"/>
                      </a:lnTo>
                      <a:lnTo>
                        <a:pt x="617700" y="803597"/>
                      </a:lnTo>
                      <a:lnTo>
                        <a:pt x="607977" y="806468"/>
                      </a:lnTo>
                      <a:lnTo>
                        <a:pt x="604874" y="807753"/>
                      </a:lnTo>
                      <a:lnTo>
                        <a:pt x="604735" y="807811"/>
                      </a:lnTo>
                      <a:lnTo>
                        <a:pt x="594641" y="811654"/>
                      </a:lnTo>
                      <a:lnTo>
                        <a:pt x="587904" y="813692"/>
                      </a:lnTo>
                      <a:lnTo>
                        <a:pt x="584142" y="814594"/>
                      </a:lnTo>
                      <a:lnTo>
                        <a:pt x="577694" y="815300"/>
                      </a:lnTo>
                      <a:lnTo>
                        <a:pt x="566477" y="817014"/>
                      </a:lnTo>
                      <a:lnTo>
                        <a:pt x="566454" y="817014"/>
                      </a:lnTo>
                      <a:lnTo>
                        <a:pt x="560168" y="817604"/>
                      </a:lnTo>
                      <a:lnTo>
                        <a:pt x="544425" y="817835"/>
                      </a:lnTo>
                      <a:lnTo>
                        <a:pt x="539876" y="817905"/>
                      </a:lnTo>
                      <a:lnTo>
                        <a:pt x="534169" y="818310"/>
                      </a:lnTo>
                      <a:lnTo>
                        <a:pt x="528450" y="818310"/>
                      </a:lnTo>
                      <a:lnTo>
                        <a:pt x="527026" y="818866"/>
                      </a:lnTo>
                      <a:lnTo>
                        <a:pt x="525938" y="815173"/>
                      </a:lnTo>
                      <a:lnTo>
                        <a:pt x="523311" y="813148"/>
                      </a:lnTo>
                      <a:lnTo>
                        <a:pt x="520393" y="812591"/>
                      </a:lnTo>
                      <a:lnTo>
                        <a:pt x="519178" y="808506"/>
                      </a:lnTo>
                      <a:lnTo>
                        <a:pt x="515972" y="810230"/>
                      </a:lnTo>
                      <a:lnTo>
                        <a:pt x="514166" y="804234"/>
                      </a:lnTo>
                      <a:lnTo>
                        <a:pt x="517557" y="802752"/>
                      </a:lnTo>
                      <a:lnTo>
                        <a:pt x="516006" y="799372"/>
                      </a:lnTo>
                      <a:lnTo>
                        <a:pt x="517419" y="798272"/>
                      </a:lnTo>
                      <a:lnTo>
                        <a:pt x="519491" y="789753"/>
                      </a:lnTo>
                      <a:lnTo>
                        <a:pt x="519722" y="789463"/>
                      </a:lnTo>
                      <a:lnTo>
                        <a:pt x="519595" y="789336"/>
                      </a:lnTo>
                      <a:lnTo>
                        <a:pt x="519236" y="789729"/>
                      </a:lnTo>
                      <a:lnTo>
                        <a:pt x="517187" y="798098"/>
                      </a:lnTo>
                      <a:lnTo>
                        <a:pt x="515752" y="799372"/>
                      </a:lnTo>
                      <a:lnTo>
                        <a:pt x="517326" y="802602"/>
                      </a:lnTo>
                      <a:lnTo>
                        <a:pt x="513957" y="804118"/>
                      </a:lnTo>
                      <a:lnTo>
                        <a:pt x="515960" y="810693"/>
                      </a:lnTo>
                      <a:lnTo>
                        <a:pt x="519016" y="808818"/>
                      </a:lnTo>
                      <a:lnTo>
                        <a:pt x="519884" y="812511"/>
                      </a:lnTo>
                      <a:lnTo>
                        <a:pt x="521377" y="813576"/>
                      </a:lnTo>
                      <a:lnTo>
                        <a:pt x="523195" y="813564"/>
                      </a:lnTo>
                      <a:lnTo>
                        <a:pt x="525661" y="815949"/>
                      </a:lnTo>
                      <a:lnTo>
                        <a:pt x="527015" y="819560"/>
                      </a:lnTo>
                      <a:lnTo>
                        <a:pt x="520174" y="819989"/>
                      </a:lnTo>
                      <a:lnTo>
                        <a:pt x="512001" y="822883"/>
                      </a:lnTo>
                      <a:lnTo>
                        <a:pt x="507371" y="824526"/>
                      </a:lnTo>
                      <a:lnTo>
                        <a:pt x="503643" y="825325"/>
                      </a:lnTo>
                      <a:lnTo>
                        <a:pt x="495343" y="827085"/>
                      </a:lnTo>
                      <a:lnTo>
                        <a:pt x="489810" y="827837"/>
                      </a:lnTo>
                      <a:lnTo>
                        <a:pt x="488190" y="828370"/>
                      </a:lnTo>
                      <a:lnTo>
                        <a:pt x="487646" y="828439"/>
                      </a:lnTo>
                      <a:lnTo>
                        <a:pt x="479716" y="830985"/>
                      </a:lnTo>
                      <a:lnTo>
                        <a:pt x="478836" y="831229"/>
                      </a:lnTo>
                      <a:lnTo>
                        <a:pt x="472771" y="832780"/>
                      </a:lnTo>
                      <a:lnTo>
                        <a:pt x="462294" y="835906"/>
                      </a:lnTo>
                      <a:lnTo>
                        <a:pt x="457838" y="837850"/>
                      </a:lnTo>
                      <a:lnTo>
                        <a:pt x="455140" y="840397"/>
                      </a:lnTo>
                      <a:lnTo>
                        <a:pt x="452628" y="842342"/>
                      </a:lnTo>
                      <a:lnTo>
                        <a:pt x="451506" y="843846"/>
                      </a:lnTo>
                      <a:lnTo>
                        <a:pt x="449468" y="845768"/>
                      </a:lnTo>
                      <a:lnTo>
                        <a:pt x="448380" y="845236"/>
                      </a:lnTo>
                      <a:lnTo>
                        <a:pt x="448357" y="845224"/>
                      </a:lnTo>
                      <a:lnTo>
                        <a:pt x="449781" y="843105"/>
                      </a:lnTo>
                      <a:lnTo>
                        <a:pt x="447303" y="840189"/>
                      </a:lnTo>
                      <a:lnTo>
                        <a:pt x="447813" y="837642"/>
                      </a:lnTo>
                      <a:lnTo>
                        <a:pt x="444942" y="837121"/>
                      </a:lnTo>
                      <a:lnTo>
                        <a:pt x="444502" y="837306"/>
                      </a:lnTo>
                      <a:lnTo>
                        <a:pt x="443310" y="837781"/>
                      </a:lnTo>
                      <a:lnTo>
                        <a:pt x="444630" y="837665"/>
                      </a:lnTo>
                      <a:lnTo>
                        <a:pt x="444861" y="837642"/>
                      </a:lnTo>
                      <a:lnTo>
                        <a:pt x="445139" y="839135"/>
                      </a:lnTo>
                      <a:lnTo>
                        <a:pt x="445266" y="839864"/>
                      </a:lnTo>
                      <a:lnTo>
                        <a:pt x="438077" y="839853"/>
                      </a:lnTo>
                      <a:lnTo>
                        <a:pt x="439559" y="840976"/>
                      </a:lnTo>
                      <a:lnTo>
                        <a:pt x="436677" y="844761"/>
                      </a:lnTo>
                      <a:lnTo>
                        <a:pt x="441435" y="843812"/>
                      </a:lnTo>
                      <a:lnTo>
                        <a:pt x="445636" y="850075"/>
                      </a:lnTo>
                      <a:lnTo>
                        <a:pt x="448670" y="846278"/>
                      </a:lnTo>
                      <a:lnTo>
                        <a:pt x="449537" y="846220"/>
                      </a:lnTo>
                      <a:lnTo>
                        <a:pt x="449966" y="846185"/>
                      </a:lnTo>
                      <a:lnTo>
                        <a:pt x="449769" y="846394"/>
                      </a:lnTo>
                      <a:lnTo>
                        <a:pt x="446690" y="849634"/>
                      </a:lnTo>
                      <a:lnTo>
                        <a:pt x="442326" y="859659"/>
                      </a:lnTo>
                      <a:lnTo>
                        <a:pt x="439143" y="863687"/>
                      </a:lnTo>
                      <a:lnTo>
                        <a:pt x="437001" y="866639"/>
                      </a:lnTo>
                      <a:lnTo>
                        <a:pt x="433875" y="866026"/>
                      </a:lnTo>
                      <a:lnTo>
                        <a:pt x="429257" y="861638"/>
                      </a:lnTo>
                      <a:lnTo>
                        <a:pt x="425298" y="857402"/>
                      </a:lnTo>
                      <a:lnTo>
                        <a:pt x="420586" y="853397"/>
                      </a:lnTo>
                      <a:lnTo>
                        <a:pt x="419232" y="852112"/>
                      </a:lnTo>
                      <a:lnTo>
                        <a:pt x="418456" y="851591"/>
                      </a:lnTo>
                      <a:lnTo>
                        <a:pt x="415389" y="848975"/>
                      </a:lnTo>
                      <a:lnTo>
                        <a:pt x="410596" y="846278"/>
                      </a:lnTo>
                      <a:lnTo>
                        <a:pt x="408524" y="844889"/>
                      </a:lnTo>
                      <a:lnTo>
                        <a:pt x="406417" y="843928"/>
                      </a:lnTo>
                      <a:lnTo>
                        <a:pt x="406290" y="843858"/>
                      </a:lnTo>
                      <a:lnTo>
                        <a:pt x="403003" y="842006"/>
                      </a:lnTo>
                      <a:lnTo>
                        <a:pt x="395073" y="838788"/>
                      </a:lnTo>
                      <a:lnTo>
                        <a:pt x="392885" y="837792"/>
                      </a:lnTo>
                      <a:lnTo>
                        <a:pt x="387584" y="833636"/>
                      </a:lnTo>
                      <a:lnTo>
                        <a:pt x="389135" y="828613"/>
                      </a:lnTo>
                      <a:lnTo>
                        <a:pt x="390663" y="829967"/>
                      </a:lnTo>
                      <a:lnTo>
                        <a:pt x="388035" y="833590"/>
                      </a:lnTo>
                      <a:lnTo>
                        <a:pt x="391878" y="832595"/>
                      </a:lnTo>
                      <a:lnTo>
                        <a:pt x="393302" y="827953"/>
                      </a:lnTo>
                      <a:lnTo>
                        <a:pt x="395826" y="827733"/>
                      </a:lnTo>
                      <a:lnTo>
                        <a:pt x="396381" y="825325"/>
                      </a:lnTo>
                      <a:lnTo>
                        <a:pt x="397134" y="822060"/>
                      </a:lnTo>
                      <a:lnTo>
                        <a:pt x="401880" y="817361"/>
                      </a:lnTo>
                      <a:lnTo>
                        <a:pt x="405271" y="817060"/>
                      </a:lnTo>
                      <a:lnTo>
                        <a:pt x="406290" y="818044"/>
                      </a:lnTo>
                      <a:lnTo>
                        <a:pt x="408432" y="820116"/>
                      </a:lnTo>
                      <a:lnTo>
                        <a:pt x="414277" y="822118"/>
                      </a:lnTo>
                      <a:lnTo>
                        <a:pt x="417854" y="818854"/>
                      </a:lnTo>
                      <a:lnTo>
                        <a:pt x="421501" y="818727"/>
                      </a:lnTo>
                      <a:lnTo>
                        <a:pt x="421593" y="815671"/>
                      </a:lnTo>
                      <a:lnTo>
                        <a:pt x="425390" y="813078"/>
                      </a:lnTo>
                      <a:lnTo>
                        <a:pt x="424464" y="810126"/>
                      </a:lnTo>
                      <a:lnTo>
                        <a:pt x="427046" y="805507"/>
                      </a:lnTo>
                      <a:lnTo>
                        <a:pt x="427740" y="803528"/>
                      </a:lnTo>
                      <a:lnTo>
                        <a:pt x="426131" y="801572"/>
                      </a:lnTo>
                      <a:lnTo>
                        <a:pt x="424105" y="804755"/>
                      </a:lnTo>
                      <a:lnTo>
                        <a:pt x="423411" y="811643"/>
                      </a:lnTo>
                      <a:lnTo>
                        <a:pt x="414277" y="818843"/>
                      </a:lnTo>
                      <a:lnTo>
                        <a:pt x="409647" y="817338"/>
                      </a:lnTo>
                      <a:lnTo>
                        <a:pt x="410029" y="815717"/>
                      </a:lnTo>
                      <a:lnTo>
                        <a:pt x="412668" y="815405"/>
                      </a:lnTo>
                      <a:lnTo>
                        <a:pt x="406707" y="814930"/>
                      </a:lnTo>
                      <a:lnTo>
                        <a:pt x="406290" y="814351"/>
                      </a:lnTo>
                      <a:lnTo>
                        <a:pt x="404727" y="812163"/>
                      </a:lnTo>
                      <a:lnTo>
                        <a:pt x="406290" y="809501"/>
                      </a:lnTo>
                      <a:lnTo>
                        <a:pt x="407205" y="807950"/>
                      </a:lnTo>
                      <a:lnTo>
                        <a:pt x="411627" y="805380"/>
                      </a:lnTo>
                      <a:lnTo>
                        <a:pt x="407864" y="805299"/>
                      </a:lnTo>
                      <a:lnTo>
                        <a:pt x="408941" y="798573"/>
                      </a:lnTo>
                      <a:lnTo>
                        <a:pt x="407529" y="799511"/>
                      </a:lnTo>
                      <a:lnTo>
                        <a:pt x="406290" y="798979"/>
                      </a:lnTo>
                      <a:lnTo>
                        <a:pt x="404160" y="798064"/>
                      </a:lnTo>
                      <a:lnTo>
                        <a:pt x="404947" y="801688"/>
                      </a:lnTo>
                      <a:lnTo>
                        <a:pt x="403049" y="802740"/>
                      </a:lnTo>
                      <a:lnTo>
                        <a:pt x="406198" y="805982"/>
                      </a:lnTo>
                      <a:lnTo>
                        <a:pt x="404125" y="807753"/>
                      </a:lnTo>
                      <a:lnTo>
                        <a:pt x="402192" y="815139"/>
                      </a:lnTo>
                      <a:lnTo>
                        <a:pt x="396381" y="811087"/>
                      </a:lnTo>
                      <a:lnTo>
                        <a:pt x="394540" y="805033"/>
                      </a:lnTo>
                      <a:lnTo>
                        <a:pt x="396150" y="801548"/>
                      </a:lnTo>
                      <a:lnTo>
                        <a:pt x="395200" y="799314"/>
                      </a:lnTo>
                      <a:lnTo>
                        <a:pt x="390107" y="799882"/>
                      </a:lnTo>
                      <a:lnTo>
                        <a:pt x="388417" y="798527"/>
                      </a:lnTo>
                      <a:lnTo>
                        <a:pt x="386924" y="800587"/>
                      </a:lnTo>
                      <a:lnTo>
                        <a:pt x="388822" y="805797"/>
                      </a:lnTo>
                      <a:lnTo>
                        <a:pt x="386947" y="805519"/>
                      </a:lnTo>
                      <a:lnTo>
                        <a:pt x="384469" y="803192"/>
                      </a:lnTo>
                      <a:lnTo>
                        <a:pt x="380569" y="804454"/>
                      </a:lnTo>
                      <a:lnTo>
                        <a:pt x="379237" y="803655"/>
                      </a:lnTo>
                      <a:lnTo>
                        <a:pt x="381043" y="796976"/>
                      </a:lnTo>
                      <a:lnTo>
                        <a:pt x="382131" y="797648"/>
                      </a:lnTo>
                      <a:lnTo>
                        <a:pt x="381286" y="795355"/>
                      </a:lnTo>
                      <a:lnTo>
                        <a:pt x="381194" y="795124"/>
                      </a:lnTo>
                      <a:lnTo>
                        <a:pt x="381332" y="796663"/>
                      </a:lnTo>
                      <a:lnTo>
                        <a:pt x="379318" y="796119"/>
                      </a:lnTo>
                      <a:lnTo>
                        <a:pt x="378427" y="797601"/>
                      </a:lnTo>
                      <a:lnTo>
                        <a:pt x="374132" y="796952"/>
                      </a:lnTo>
                      <a:lnTo>
                        <a:pt x="372431" y="798990"/>
                      </a:lnTo>
                      <a:lnTo>
                        <a:pt x="365612" y="797543"/>
                      </a:lnTo>
                      <a:lnTo>
                        <a:pt x="363077" y="801919"/>
                      </a:lnTo>
                      <a:lnTo>
                        <a:pt x="362325" y="799985"/>
                      </a:lnTo>
                      <a:lnTo>
                        <a:pt x="360751" y="799001"/>
                      </a:lnTo>
                      <a:lnTo>
                        <a:pt x="361353" y="800241"/>
                      </a:lnTo>
                      <a:lnTo>
                        <a:pt x="359998" y="800356"/>
                      </a:lnTo>
                      <a:lnTo>
                        <a:pt x="355646" y="796883"/>
                      </a:lnTo>
                      <a:lnTo>
                        <a:pt x="357313" y="795112"/>
                      </a:lnTo>
                      <a:lnTo>
                        <a:pt x="355750" y="796165"/>
                      </a:lnTo>
                      <a:lnTo>
                        <a:pt x="355009" y="794232"/>
                      </a:lnTo>
                      <a:lnTo>
                        <a:pt x="355553" y="796235"/>
                      </a:lnTo>
                      <a:lnTo>
                        <a:pt x="355078" y="797277"/>
                      </a:lnTo>
                      <a:lnTo>
                        <a:pt x="348688" y="797253"/>
                      </a:lnTo>
                      <a:lnTo>
                        <a:pt x="348457" y="799684"/>
                      </a:lnTo>
                      <a:lnTo>
                        <a:pt x="348006" y="800727"/>
                      </a:lnTo>
                      <a:lnTo>
                        <a:pt x="348087" y="800749"/>
                      </a:lnTo>
                      <a:lnTo>
                        <a:pt x="352358" y="802023"/>
                      </a:lnTo>
                      <a:lnTo>
                        <a:pt x="347948" y="801606"/>
                      </a:lnTo>
                      <a:lnTo>
                        <a:pt x="347230" y="803308"/>
                      </a:lnTo>
                      <a:lnTo>
                        <a:pt x="347253" y="807186"/>
                      </a:lnTo>
                      <a:lnTo>
                        <a:pt x="343213" y="805484"/>
                      </a:lnTo>
                      <a:lnTo>
                        <a:pt x="342657" y="801931"/>
                      </a:lnTo>
                      <a:lnTo>
                        <a:pt x="339763" y="803875"/>
                      </a:lnTo>
                      <a:lnTo>
                        <a:pt x="335955" y="802891"/>
                      </a:lnTo>
                      <a:lnTo>
                        <a:pt x="334311" y="802081"/>
                      </a:lnTo>
                      <a:lnTo>
                        <a:pt x="333212" y="801733"/>
                      </a:lnTo>
                      <a:lnTo>
                        <a:pt x="326822" y="801050"/>
                      </a:lnTo>
                      <a:lnTo>
                        <a:pt x="323025" y="806167"/>
                      </a:lnTo>
                      <a:lnTo>
                        <a:pt x="323453" y="804535"/>
                      </a:lnTo>
                      <a:lnTo>
                        <a:pt x="320837" y="804581"/>
                      </a:lnTo>
                      <a:lnTo>
                        <a:pt x="316589" y="800796"/>
                      </a:lnTo>
                      <a:lnTo>
                        <a:pt x="317642" y="795760"/>
                      </a:lnTo>
                      <a:lnTo>
                        <a:pt x="313961" y="795448"/>
                      </a:lnTo>
                      <a:lnTo>
                        <a:pt x="312931" y="796408"/>
                      </a:lnTo>
                      <a:lnTo>
                        <a:pt x="314250" y="797612"/>
                      </a:lnTo>
                      <a:lnTo>
                        <a:pt x="312294" y="796976"/>
                      </a:lnTo>
                      <a:lnTo>
                        <a:pt x="314204" y="801583"/>
                      </a:lnTo>
                      <a:lnTo>
                        <a:pt x="314007" y="801618"/>
                      </a:lnTo>
                      <a:lnTo>
                        <a:pt x="313278" y="801768"/>
                      </a:lnTo>
                      <a:lnTo>
                        <a:pt x="311090" y="802196"/>
                      </a:lnTo>
                      <a:lnTo>
                        <a:pt x="305545" y="800727"/>
                      </a:lnTo>
                      <a:lnTo>
                        <a:pt x="300591" y="799407"/>
                      </a:lnTo>
                      <a:lnTo>
                        <a:pt x="299711" y="799164"/>
                      </a:lnTo>
                      <a:lnTo>
                        <a:pt x="299433" y="799095"/>
                      </a:lnTo>
                      <a:lnTo>
                        <a:pt x="299422" y="799059"/>
                      </a:lnTo>
                      <a:lnTo>
                        <a:pt x="298854" y="796918"/>
                      </a:lnTo>
                      <a:lnTo>
                        <a:pt x="298658" y="796988"/>
                      </a:lnTo>
                      <a:lnTo>
                        <a:pt x="293645" y="798805"/>
                      </a:lnTo>
                      <a:lnTo>
                        <a:pt x="291862" y="799441"/>
                      </a:lnTo>
                      <a:lnTo>
                        <a:pt x="290311" y="795170"/>
                      </a:lnTo>
                      <a:lnTo>
                        <a:pt x="293078" y="794961"/>
                      </a:lnTo>
                      <a:lnTo>
                        <a:pt x="293842" y="792392"/>
                      </a:lnTo>
                      <a:lnTo>
                        <a:pt x="293750" y="792288"/>
                      </a:lnTo>
                      <a:lnTo>
                        <a:pt x="293032" y="794198"/>
                      </a:lnTo>
                      <a:lnTo>
                        <a:pt x="289501" y="794660"/>
                      </a:lnTo>
                      <a:lnTo>
                        <a:pt x="289455" y="794742"/>
                      </a:lnTo>
                      <a:lnTo>
                        <a:pt x="290705" y="798596"/>
                      </a:lnTo>
                      <a:lnTo>
                        <a:pt x="289536" y="801039"/>
                      </a:lnTo>
                      <a:lnTo>
                        <a:pt x="289339" y="801432"/>
                      </a:lnTo>
                      <a:lnTo>
                        <a:pt x="290555" y="800263"/>
                      </a:lnTo>
                      <a:lnTo>
                        <a:pt x="294201" y="801155"/>
                      </a:lnTo>
                      <a:lnTo>
                        <a:pt x="294201" y="802903"/>
                      </a:lnTo>
                      <a:lnTo>
                        <a:pt x="296586" y="800981"/>
                      </a:lnTo>
                      <a:lnTo>
                        <a:pt x="297141" y="800529"/>
                      </a:lnTo>
                      <a:lnTo>
                        <a:pt x="297824" y="801236"/>
                      </a:lnTo>
                      <a:lnTo>
                        <a:pt x="300313" y="803782"/>
                      </a:lnTo>
                      <a:lnTo>
                        <a:pt x="300301" y="807510"/>
                      </a:lnTo>
                      <a:lnTo>
                        <a:pt x="300591" y="807591"/>
                      </a:lnTo>
                      <a:lnTo>
                        <a:pt x="301968" y="807962"/>
                      </a:lnTo>
                      <a:lnTo>
                        <a:pt x="303832" y="813622"/>
                      </a:lnTo>
                      <a:lnTo>
                        <a:pt x="310280" y="819503"/>
                      </a:lnTo>
                      <a:lnTo>
                        <a:pt x="305730" y="820521"/>
                      </a:lnTo>
                      <a:lnTo>
                        <a:pt x="306344" y="821922"/>
                      </a:lnTo>
                      <a:lnTo>
                        <a:pt x="310326" y="820695"/>
                      </a:lnTo>
                      <a:lnTo>
                        <a:pt x="310882" y="823114"/>
                      </a:lnTo>
                      <a:lnTo>
                        <a:pt x="312826" y="825325"/>
                      </a:lnTo>
                      <a:lnTo>
                        <a:pt x="312977" y="825498"/>
                      </a:lnTo>
                      <a:lnTo>
                        <a:pt x="312479" y="827941"/>
                      </a:lnTo>
                      <a:lnTo>
                        <a:pt x="308717" y="827988"/>
                      </a:lnTo>
                      <a:lnTo>
                        <a:pt x="309238" y="829435"/>
                      </a:lnTo>
                      <a:lnTo>
                        <a:pt x="307849" y="829736"/>
                      </a:lnTo>
                      <a:lnTo>
                        <a:pt x="305765" y="828856"/>
                      </a:lnTo>
                      <a:lnTo>
                        <a:pt x="307444" y="830650"/>
                      </a:lnTo>
                      <a:lnTo>
                        <a:pt x="304226" y="832236"/>
                      </a:lnTo>
                      <a:lnTo>
                        <a:pt x="302478" y="831877"/>
                      </a:lnTo>
                      <a:lnTo>
                        <a:pt x="304202" y="832514"/>
                      </a:lnTo>
                      <a:lnTo>
                        <a:pt x="307016" y="831912"/>
                      </a:lnTo>
                      <a:lnTo>
                        <a:pt x="310199" y="829237"/>
                      </a:lnTo>
                      <a:lnTo>
                        <a:pt x="313162" y="830140"/>
                      </a:lnTo>
                      <a:lnTo>
                        <a:pt x="314378" y="828161"/>
                      </a:lnTo>
                      <a:lnTo>
                        <a:pt x="314702" y="829342"/>
                      </a:lnTo>
                      <a:lnTo>
                        <a:pt x="314713" y="829377"/>
                      </a:lnTo>
                      <a:lnTo>
                        <a:pt x="310419" y="833544"/>
                      </a:lnTo>
                      <a:lnTo>
                        <a:pt x="310060" y="833625"/>
                      </a:lnTo>
                      <a:lnTo>
                        <a:pt x="303716" y="838672"/>
                      </a:lnTo>
                      <a:lnTo>
                        <a:pt x="300799" y="835998"/>
                      </a:lnTo>
                      <a:lnTo>
                        <a:pt x="300591" y="835836"/>
                      </a:lnTo>
                      <a:lnTo>
                        <a:pt x="296446" y="832468"/>
                      </a:lnTo>
                      <a:lnTo>
                        <a:pt x="294930" y="832155"/>
                      </a:lnTo>
                      <a:lnTo>
                        <a:pt x="286295" y="829654"/>
                      </a:lnTo>
                      <a:lnTo>
                        <a:pt x="285438" y="829110"/>
                      </a:lnTo>
                      <a:lnTo>
                        <a:pt x="282440" y="825325"/>
                      </a:lnTo>
                      <a:lnTo>
                        <a:pt x="276698" y="818078"/>
                      </a:lnTo>
                      <a:lnTo>
                        <a:pt x="276640" y="818009"/>
                      </a:lnTo>
                      <a:lnTo>
                        <a:pt x="265863" y="812858"/>
                      </a:lnTo>
                      <a:lnTo>
                        <a:pt x="264648" y="813471"/>
                      </a:lnTo>
                      <a:lnTo>
                        <a:pt x="256799" y="807603"/>
                      </a:lnTo>
                      <a:lnTo>
                        <a:pt x="256788" y="807637"/>
                      </a:lnTo>
                      <a:lnTo>
                        <a:pt x="245316" y="802613"/>
                      </a:lnTo>
                      <a:lnTo>
                        <a:pt x="242098" y="799940"/>
                      </a:lnTo>
                      <a:lnTo>
                        <a:pt x="241473" y="797253"/>
                      </a:lnTo>
                      <a:lnTo>
                        <a:pt x="243198" y="795286"/>
                      </a:lnTo>
                      <a:lnTo>
                        <a:pt x="241450" y="786580"/>
                      </a:lnTo>
                      <a:lnTo>
                        <a:pt x="242156" y="780087"/>
                      </a:lnTo>
                      <a:lnTo>
                        <a:pt x="245629" y="777227"/>
                      </a:lnTo>
                      <a:lnTo>
                        <a:pt x="243475" y="774669"/>
                      </a:lnTo>
                      <a:lnTo>
                        <a:pt x="243846" y="774125"/>
                      </a:lnTo>
                      <a:lnTo>
                        <a:pt x="243718" y="773998"/>
                      </a:lnTo>
                      <a:lnTo>
                        <a:pt x="243279" y="773593"/>
                      </a:lnTo>
                      <a:lnTo>
                        <a:pt x="242341" y="775016"/>
                      </a:lnTo>
                      <a:lnTo>
                        <a:pt x="244182" y="777123"/>
                      </a:lnTo>
                      <a:lnTo>
                        <a:pt x="239482" y="778941"/>
                      </a:lnTo>
                      <a:lnTo>
                        <a:pt x="238903" y="780943"/>
                      </a:lnTo>
                      <a:lnTo>
                        <a:pt x="238486" y="779438"/>
                      </a:lnTo>
                      <a:lnTo>
                        <a:pt x="238243" y="780804"/>
                      </a:lnTo>
                      <a:lnTo>
                        <a:pt x="240824" y="783479"/>
                      </a:lnTo>
                      <a:lnTo>
                        <a:pt x="239459" y="785620"/>
                      </a:lnTo>
                      <a:lnTo>
                        <a:pt x="239771" y="791686"/>
                      </a:lnTo>
                      <a:lnTo>
                        <a:pt x="237803" y="792045"/>
                      </a:lnTo>
                      <a:lnTo>
                        <a:pt x="240443" y="795089"/>
                      </a:lnTo>
                      <a:lnTo>
                        <a:pt x="235407" y="792808"/>
                      </a:lnTo>
                      <a:lnTo>
                        <a:pt x="225070" y="782841"/>
                      </a:lnTo>
                      <a:lnTo>
                        <a:pt x="220115" y="776915"/>
                      </a:lnTo>
                      <a:lnTo>
                        <a:pt x="217777" y="774114"/>
                      </a:lnTo>
                      <a:lnTo>
                        <a:pt x="213309" y="771566"/>
                      </a:lnTo>
                      <a:lnTo>
                        <a:pt x="213390" y="766589"/>
                      </a:lnTo>
                      <a:lnTo>
                        <a:pt x="213436" y="766589"/>
                      </a:lnTo>
                      <a:lnTo>
                        <a:pt x="213517" y="766520"/>
                      </a:lnTo>
                      <a:lnTo>
                        <a:pt x="212603" y="762989"/>
                      </a:lnTo>
                      <a:lnTo>
                        <a:pt x="217407" y="758266"/>
                      </a:lnTo>
                      <a:lnTo>
                        <a:pt x="215543" y="755720"/>
                      </a:lnTo>
                      <a:lnTo>
                        <a:pt x="212070" y="756715"/>
                      </a:lnTo>
                      <a:lnTo>
                        <a:pt x="211931" y="757016"/>
                      </a:lnTo>
                      <a:lnTo>
                        <a:pt x="215288" y="758672"/>
                      </a:lnTo>
                      <a:lnTo>
                        <a:pt x="211318" y="762364"/>
                      </a:lnTo>
                      <a:lnTo>
                        <a:pt x="211468" y="768025"/>
                      </a:lnTo>
                      <a:lnTo>
                        <a:pt x="209662" y="768360"/>
                      </a:lnTo>
                      <a:lnTo>
                        <a:pt x="211329" y="768765"/>
                      </a:lnTo>
                      <a:lnTo>
                        <a:pt x="209767" y="772168"/>
                      </a:lnTo>
                      <a:lnTo>
                        <a:pt x="208366" y="769738"/>
                      </a:lnTo>
                      <a:lnTo>
                        <a:pt x="209570" y="775317"/>
                      </a:lnTo>
                      <a:lnTo>
                        <a:pt x="207231" y="772238"/>
                      </a:lnTo>
                      <a:lnTo>
                        <a:pt x="207370" y="768580"/>
                      </a:lnTo>
                      <a:lnTo>
                        <a:pt x="206722" y="771092"/>
                      </a:lnTo>
                      <a:lnTo>
                        <a:pt x="205692" y="767955"/>
                      </a:lnTo>
                      <a:lnTo>
                        <a:pt x="200760" y="765096"/>
                      </a:lnTo>
                      <a:lnTo>
                        <a:pt x="194880" y="762271"/>
                      </a:lnTo>
                      <a:lnTo>
                        <a:pt x="191719" y="760755"/>
                      </a:lnTo>
                      <a:lnTo>
                        <a:pt x="188050" y="763105"/>
                      </a:lnTo>
                      <a:lnTo>
                        <a:pt x="183026" y="759539"/>
                      </a:lnTo>
                      <a:lnTo>
                        <a:pt x="179021" y="753045"/>
                      </a:lnTo>
                      <a:lnTo>
                        <a:pt x="178812" y="753161"/>
                      </a:lnTo>
                      <a:lnTo>
                        <a:pt x="178338" y="753416"/>
                      </a:lnTo>
                      <a:lnTo>
                        <a:pt x="179403" y="758706"/>
                      </a:lnTo>
                      <a:lnTo>
                        <a:pt x="177539" y="755939"/>
                      </a:lnTo>
                      <a:lnTo>
                        <a:pt x="177794" y="758197"/>
                      </a:lnTo>
                      <a:lnTo>
                        <a:pt x="176440" y="759111"/>
                      </a:lnTo>
                      <a:lnTo>
                        <a:pt x="176636" y="759308"/>
                      </a:lnTo>
                      <a:lnTo>
                        <a:pt x="177852" y="758567"/>
                      </a:lnTo>
                      <a:lnTo>
                        <a:pt x="184091" y="763533"/>
                      </a:lnTo>
                      <a:lnTo>
                        <a:pt x="187529" y="765327"/>
                      </a:lnTo>
                      <a:lnTo>
                        <a:pt x="191245" y="764344"/>
                      </a:lnTo>
                      <a:lnTo>
                        <a:pt x="194880" y="766311"/>
                      </a:lnTo>
                      <a:lnTo>
                        <a:pt x="197160" y="767539"/>
                      </a:lnTo>
                      <a:lnTo>
                        <a:pt x="197623" y="768511"/>
                      </a:lnTo>
                      <a:lnTo>
                        <a:pt x="198885" y="768372"/>
                      </a:lnTo>
                      <a:lnTo>
                        <a:pt x="199568" y="770779"/>
                      </a:lnTo>
                      <a:lnTo>
                        <a:pt x="208030" y="780202"/>
                      </a:lnTo>
                      <a:lnTo>
                        <a:pt x="206826" y="781869"/>
                      </a:lnTo>
                      <a:lnTo>
                        <a:pt x="208736" y="783525"/>
                      </a:lnTo>
                      <a:lnTo>
                        <a:pt x="211503" y="786291"/>
                      </a:lnTo>
                      <a:lnTo>
                        <a:pt x="213031" y="787102"/>
                      </a:lnTo>
                      <a:lnTo>
                        <a:pt x="214929" y="788745"/>
                      </a:lnTo>
                      <a:lnTo>
                        <a:pt x="214038" y="789416"/>
                      </a:lnTo>
                      <a:lnTo>
                        <a:pt x="217094" y="790586"/>
                      </a:lnTo>
                      <a:lnTo>
                        <a:pt x="215844" y="792404"/>
                      </a:lnTo>
                      <a:lnTo>
                        <a:pt x="217476" y="791593"/>
                      </a:lnTo>
                      <a:lnTo>
                        <a:pt x="224827" y="795714"/>
                      </a:lnTo>
                      <a:lnTo>
                        <a:pt x="221944" y="798805"/>
                      </a:lnTo>
                      <a:lnTo>
                        <a:pt x="225209" y="796663"/>
                      </a:lnTo>
                      <a:lnTo>
                        <a:pt x="224352" y="799372"/>
                      </a:lnTo>
                      <a:lnTo>
                        <a:pt x="225637" y="796791"/>
                      </a:lnTo>
                      <a:lnTo>
                        <a:pt x="228774" y="797913"/>
                      </a:lnTo>
                      <a:lnTo>
                        <a:pt x="231633" y="801931"/>
                      </a:lnTo>
                      <a:lnTo>
                        <a:pt x="229503" y="803748"/>
                      </a:lnTo>
                      <a:lnTo>
                        <a:pt x="229943" y="808390"/>
                      </a:lnTo>
                      <a:lnTo>
                        <a:pt x="234851" y="807718"/>
                      </a:lnTo>
                      <a:lnTo>
                        <a:pt x="234006" y="809871"/>
                      </a:lnTo>
                      <a:lnTo>
                        <a:pt x="235824" y="807649"/>
                      </a:lnTo>
                      <a:lnTo>
                        <a:pt x="237386" y="809524"/>
                      </a:lnTo>
                      <a:lnTo>
                        <a:pt x="236993" y="811029"/>
                      </a:lnTo>
                      <a:lnTo>
                        <a:pt x="234330" y="809860"/>
                      </a:lnTo>
                      <a:lnTo>
                        <a:pt x="236773" y="811492"/>
                      </a:lnTo>
                      <a:lnTo>
                        <a:pt x="235257" y="813737"/>
                      </a:lnTo>
                      <a:lnTo>
                        <a:pt x="234898" y="814154"/>
                      </a:lnTo>
                      <a:lnTo>
                        <a:pt x="235094" y="813981"/>
                      </a:lnTo>
                      <a:lnTo>
                        <a:pt x="234944" y="814212"/>
                      </a:lnTo>
                      <a:lnTo>
                        <a:pt x="238139" y="813344"/>
                      </a:lnTo>
                      <a:lnTo>
                        <a:pt x="237838" y="812916"/>
                      </a:lnTo>
                      <a:lnTo>
                        <a:pt x="238810" y="811434"/>
                      </a:lnTo>
                      <a:lnTo>
                        <a:pt x="240801" y="813842"/>
                      </a:lnTo>
                      <a:lnTo>
                        <a:pt x="239412" y="814560"/>
                      </a:lnTo>
                      <a:lnTo>
                        <a:pt x="240350" y="815960"/>
                      </a:lnTo>
                      <a:lnTo>
                        <a:pt x="241843" y="812499"/>
                      </a:lnTo>
                      <a:lnTo>
                        <a:pt x="241924" y="812568"/>
                      </a:lnTo>
                      <a:lnTo>
                        <a:pt x="241426" y="815127"/>
                      </a:lnTo>
                      <a:lnTo>
                        <a:pt x="234342" y="822188"/>
                      </a:lnTo>
                      <a:lnTo>
                        <a:pt x="232710" y="825325"/>
                      </a:lnTo>
                      <a:lnTo>
                        <a:pt x="232004" y="826680"/>
                      </a:lnTo>
                      <a:lnTo>
                        <a:pt x="227906" y="832572"/>
                      </a:lnTo>
                      <a:lnTo>
                        <a:pt x="225220" y="833405"/>
                      </a:lnTo>
                      <a:lnTo>
                        <a:pt x="211873" y="832398"/>
                      </a:lnTo>
                      <a:lnTo>
                        <a:pt x="206224" y="833903"/>
                      </a:lnTo>
                      <a:lnTo>
                        <a:pt x="204777" y="832815"/>
                      </a:lnTo>
                      <a:lnTo>
                        <a:pt x="207335" y="833359"/>
                      </a:lnTo>
                      <a:lnTo>
                        <a:pt x="204280" y="832016"/>
                      </a:lnTo>
                      <a:lnTo>
                        <a:pt x="205622" y="829237"/>
                      </a:lnTo>
                      <a:lnTo>
                        <a:pt x="204534" y="825325"/>
                      </a:lnTo>
                      <a:lnTo>
                        <a:pt x="204106" y="823774"/>
                      </a:lnTo>
                      <a:lnTo>
                        <a:pt x="202207" y="822628"/>
                      </a:lnTo>
                      <a:lnTo>
                        <a:pt x="202913" y="821331"/>
                      </a:lnTo>
                      <a:lnTo>
                        <a:pt x="199985" y="824040"/>
                      </a:lnTo>
                      <a:lnTo>
                        <a:pt x="200297" y="820058"/>
                      </a:lnTo>
                      <a:lnTo>
                        <a:pt x="197565" y="819780"/>
                      </a:lnTo>
                      <a:lnTo>
                        <a:pt x="196558" y="817697"/>
                      </a:lnTo>
                      <a:lnTo>
                        <a:pt x="194880" y="818171"/>
                      </a:lnTo>
                      <a:lnTo>
                        <a:pt x="194011" y="818414"/>
                      </a:lnTo>
                      <a:lnTo>
                        <a:pt x="193178" y="815196"/>
                      </a:lnTo>
                      <a:lnTo>
                        <a:pt x="189254" y="812464"/>
                      </a:lnTo>
                      <a:lnTo>
                        <a:pt x="188293" y="813043"/>
                      </a:lnTo>
                      <a:lnTo>
                        <a:pt x="189844" y="813344"/>
                      </a:lnTo>
                      <a:lnTo>
                        <a:pt x="190412" y="816296"/>
                      </a:lnTo>
                      <a:lnTo>
                        <a:pt x="192704" y="816018"/>
                      </a:lnTo>
                      <a:lnTo>
                        <a:pt x="192542" y="818194"/>
                      </a:lnTo>
                      <a:lnTo>
                        <a:pt x="194880" y="819051"/>
                      </a:lnTo>
                      <a:lnTo>
                        <a:pt x="199846" y="820857"/>
                      </a:lnTo>
                      <a:lnTo>
                        <a:pt x="198954" y="824249"/>
                      </a:lnTo>
                      <a:lnTo>
                        <a:pt x="202867" y="824133"/>
                      </a:lnTo>
                      <a:lnTo>
                        <a:pt x="203087" y="825325"/>
                      </a:lnTo>
                      <a:lnTo>
                        <a:pt x="203897" y="829793"/>
                      </a:lnTo>
                      <a:lnTo>
                        <a:pt x="202705" y="833625"/>
                      </a:lnTo>
                      <a:lnTo>
                        <a:pt x="208308" y="838082"/>
                      </a:lnTo>
                      <a:lnTo>
                        <a:pt x="210403" y="837688"/>
                      </a:lnTo>
                      <a:lnTo>
                        <a:pt x="210090" y="837885"/>
                      </a:lnTo>
                      <a:lnTo>
                        <a:pt x="208366" y="838533"/>
                      </a:lnTo>
                      <a:lnTo>
                        <a:pt x="207000" y="839482"/>
                      </a:lnTo>
                      <a:lnTo>
                        <a:pt x="207868" y="839286"/>
                      </a:lnTo>
                      <a:lnTo>
                        <a:pt x="200621" y="843812"/>
                      </a:lnTo>
                      <a:lnTo>
                        <a:pt x="199452" y="844136"/>
                      </a:lnTo>
                      <a:lnTo>
                        <a:pt x="194880" y="845120"/>
                      </a:lnTo>
                      <a:lnTo>
                        <a:pt x="184496" y="847366"/>
                      </a:lnTo>
                      <a:lnTo>
                        <a:pt x="183420" y="845004"/>
                      </a:lnTo>
                      <a:lnTo>
                        <a:pt x="182494" y="847979"/>
                      </a:lnTo>
                      <a:lnTo>
                        <a:pt x="165257" y="851950"/>
                      </a:lnTo>
                      <a:lnTo>
                        <a:pt x="157200" y="848338"/>
                      </a:lnTo>
                      <a:lnTo>
                        <a:pt x="157073" y="845826"/>
                      </a:lnTo>
                      <a:lnTo>
                        <a:pt x="156448" y="846324"/>
                      </a:lnTo>
                      <a:lnTo>
                        <a:pt x="156749" y="848037"/>
                      </a:lnTo>
                      <a:lnTo>
                        <a:pt x="160118" y="851996"/>
                      </a:lnTo>
                      <a:lnTo>
                        <a:pt x="159492" y="853270"/>
                      </a:lnTo>
                      <a:lnTo>
                        <a:pt x="160766" y="854184"/>
                      </a:lnTo>
                      <a:lnTo>
                        <a:pt x="160766" y="857101"/>
                      </a:lnTo>
                      <a:lnTo>
                        <a:pt x="159018" y="858328"/>
                      </a:lnTo>
                      <a:lnTo>
                        <a:pt x="156483" y="856765"/>
                      </a:lnTo>
                      <a:lnTo>
                        <a:pt x="157293" y="858710"/>
                      </a:lnTo>
                      <a:lnTo>
                        <a:pt x="154862" y="859914"/>
                      </a:lnTo>
                      <a:lnTo>
                        <a:pt x="158022" y="858976"/>
                      </a:lnTo>
                      <a:lnTo>
                        <a:pt x="158856" y="861500"/>
                      </a:lnTo>
                      <a:lnTo>
                        <a:pt x="153751" y="867276"/>
                      </a:lnTo>
                      <a:lnTo>
                        <a:pt x="150915" y="867033"/>
                      </a:lnTo>
                      <a:lnTo>
                        <a:pt x="150150" y="869591"/>
                      </a:lnTo>
                      <a:lnTo>
                        <a:pt x="147940" y="870957"/>
                      </a:lnTo>
                      <a:lnTo>
                        <a:pt x="146076" y="869904"/>
                      </a:lnTo>
                      <a:lnTo>
                        <a:pt x="146284" y="871027"/>
                      </a:lnTo>
                      <a:lnTo>
                        <a:pt x="144015" y="872682"/>
                      </a:lnTo>
                      <a:lnTo>
                        <a:pt x="141758" y="873573"/>
                      </a:lnTo>
                      <a:lnTo>
                        <a:pt x="150637" y="879442"/>
                      </a:lnTo>
                      <a:lnTo>
                        <a:pt x="150128" y="875194"/>
                      </a:lnTo>
                      <a:lnTo>
                        <a:pt x="151320" y="876780"/>
                      </a:lnTo>
                      <a:lnTo>
                        <a:pt x="152674" y="878864"/>
                      </a:lnTo>
                      <a:lnTo>
                        <a:pt x="152628" y="878922"/>
                      </a:lnTo>
                      <a:lnTo>
                        <a:pt x="150845" y="879651"/>
                      </a:lnTo>
                      <a:lnTo>
                        <a:pt x="149688" y="879292"/>
                      </a:lnTo>
                      <a:lnTo>
                        <a:pt x="139304" y="872242"/>
                      </a:lnTo>
                      <a:lnTo>
                        <a:pt x="121906" y="866246"/>
                      </a:lnTo>
                      <a:lnTo>
                        <a:pt x="111476" y="863363"/>
                      </a:lnTo>
                      <a:lnTo>
                        <a:pt x="98904" y="861673"/>
                      </a:lnTo>
                      <a:lnTo>
                        <a:pt x="102620" y="853107"/>
                      </a:lnTo>
                      <a:lnTo>
                        <a:pt x="89134" y="852969"/>
                      </a:lnTo>
                      <a:lnTo>
                        <a:pt x="79376" y="855781"/>
                      </a:lnTo>
                      <a:lnTo>
                        <a:pt x="79179" y="850711"/>
                      </a:lnTo>
                      <a:lnTo>
                        <a:pt x="81286" y="846474"/>
                      </a:lnTo>
                      <a:lnTo>
                        <a:pt x="77570" y="836947"/>
                      </a:lnTo>
                      <a:lnTo>
                        <a:pt x="69652" y="841057"/>
                      </a:lnTo>
                      <a:lnTo>
                        <a:pt x="70126" y="842677"/>
                      </a:lnTo>
                      <a:lnTo>
                        <a:pt x="67453" y="844703"/>
                      </a:lnTo>
                      <a:lnTo>
                        <a:pt x="63933" y="845664"/>
                      </a:lnTo>
                      <a:lnTo>
                        <a:pt x="62070" y="841786"/>
                      </a:lnTo>
                      <a:lnTo>
                        <a:pt x="63031" y="837375"/>
                      </a:lnTo>
                      <a:lnTo>
                        <a:pt x="59431" y="834459"/>
                      </a:lnTo>
                      <a:lnTo>
                        <a:pt x="58134" y="829724"/>
                      </a:lnTo>
                      <a:lnTo>
                        <a:pt x="56270" y="829654"/>
                      </a:lnTo>
                      <a:lnTo>
                        <a:pt x="58169" y="828416"/>
                      </a:lnTo>
                      <a:lnTo>
                        <a:pt x="57034" y="827328"/>
                      </a:lnTo>
                      <a:lnTo>
                        <a:pt x="57960" y="825128"/>
                      </a:lnTo>
                      <a:lnTo>
                        <a:pt x="54036" y="819896"/>
                      </a:lnTo>
                      <a:lnTo>
                        <a:pt x="57370" y="817118"/>
                      </a:lnTo>
                      <a:lnTo>
                        <a:pt x="55738" y="815382"/>
                      </a:lnTo>
                      <a:lnTo>
                        <a:pt x="57787" y="812638"/>
                      </a:lnTo>
                      <a:lnTo>
                        <a:pt x="57162" y="807128"/>
                      </a:lnTo>
                      <a:lnTo>
                        <a:pt x="60495" y="806711"/>
                      </a:lnTo>
                      <a:lnTo>
                        <a:pt x="59674" y="805426"/>
                      </a:lnTo>
                      <a:lnTo>
                        <a:pt x="61908" y="803609"/>
                      </a:lnTo>
                      <a:lnTo>
                        <a:pt x="57486" y="799708"/>
                      </a:lnTo>
                      <a:lnTo>
                        <a:pt x="58423" y="796490"/>
                      </a:lnTo>
                      <a:lnTo>
                        <a:pt x="56351" y="794406"/>
                      </a:lnTo>
                      <a:lnTo>
                        <a:pt x="55726" y="787750"/>
                      </a:lnTo>
                      <a:lnTo>
                        <a:pt x="53619" y="787021"/>
                      </a:lnTo>
                      <a:lnTo>
                        <a:pt x="52867" y="790470"/>
                      </a:lnTo>
                      <a:lnTo>
                        <a:pt x="47229" y="792496"/>
                      </a:lnTo>
                      <a:lnTo>
                        <a:pt x="39428" y="790493"/>
                      </a:lnTo>
                      <a:lnTo>
                        <a:pt x="38467" y="787704"/>
                      </a:lnTo>
                      <a:lnTo>
                        <a:pt x="41523" y="779160"/>
                      </a:lnTo>
                      <a:lnTo>
                        <a:pt x="40504" y="776614"/>
                      </a:lnTo>
                      <a:lnTo>
                        <a:pt x="41963" y="773916"/>
                      </a:lnTo>
                      <a:lnTo>
                        <a:pt x="40284" y="772168"/>
                      </a:lnTo>
                      <a:lnTo>
                        <a:pt x="43502" y="767457"/>
                      </a:lnTo>
                      <a:lnTo>
                        <a:pt x="49047" y="768696"/>
                      </a:lnTo>
                      <a:lnTo>
                        <a:pt x="52161" y="763880"/>
                      </a:lnTo>
                      <a:lnTo>
                        <a:pt x="50714" y="759088"/>
                      </a:lnTo>
                      <a:lnTo>
                        <a:pt x="54314" y="750209"/>
                      </a:lnTo>
                      <a:lnTo>
                        <a:pt x="48503" y="750418"/>
                      </a:lnTo>
                      <a:lnTo>
                        <a:pt x="42726" y="747604"/>
                      </a:lnTo>
                      <a:lnTo>
                        <a:pt x="38142" y="750059"/>
                      </a:lnTo>
                      <a:lnTo>
                        <a:pt x="34704" y="754839"/>
                      </a:lnTo>
                      <a:lnTo>
                        <a:pt x="30931" y="756124"/>
                      </a:lnTo>
                      <a:lnTo>
                        <a:pt x="29009" y="751957"/>
                      </a:lnTo>
                      <a:lnTo>
                        <a:pt x="17711" y="739629"/>
                      </a:lnTo>
                      <a:lnTo>
                        <a:pt x="13370" y="730183"/>
                      </a:lnTo>
                      <a:lnTo>
                        <a:pt x="10001" y="726432"/>
                      </a:lnTo>
                      <a:lnTo>
                        <a:pt x="6540" y="725333"/>
                      </a:lnTo>
                      <a:lnTo>
                        <a:pt x="4456" y="721756"/>
                      </a:lnTo>
                      <a:lnTo>
                        <a:pt x="509" y="720285"/>
                      </a:lnTo>
                      <a:lnTo>
                        <a:pt x="0" y="713491"/>
                      </a:lnTo>
                      <a:lnTo>
                        <a:pt x="2558" y="717901"/>
                      </a:lnTo>
                      <a:lnTo>
                        <a:pt x="10731" y="708849"/>
                      </a:lnTo>
                      <a:lnTo>
                        <a:pt x="25988" y="707761"/>
                      </a:lnTo>
                      <a:lnTo>
                        <a:pt x="30526" y="703755"/>
                      </a:lnTo>
                      <a:lnTo>
                        <a:pt x="30734" y="716616"/>
                      </a:lnTo>
                      <a:lnTo>
                        <a:pt x="38351" y="704704"/>
                      </a:lnTo>
                      <a:lnTo>
                        <a:pt x="44868" y="701903"/>
                      </a:lnTo>
                      <a:lnTo>
                        <a:pt x="52462" y="715701"/>
                      </a:lnTo>
                      <a:lnTo>
                        <a:pt x="55356" y="712090"/>
                      </a:lnTo>
                      <a:lnTo>
                        <a:pt x="58053" y="712472"/>
                      </a:lnTo>
                      <a:lnTo>
                        <a:pt x="75139" y="718850"/>
                      </a:lnTo>
                      <a:lnTo>
                        <a:pt x="75116" y="720355"/>
                      </a:lnTo>
                      <a:lnTo>
                        <a:pt x="88023" y="720957"/>
                      </a:lnTo>
                      <a:lnTo>
                        <a:pt x="99286" y="733899"/>
                      </a:lnTo>
                      <a:lnTo>
                        <a:pt x="109612" y="739386"/>
                      </a:lnTo>
                      <a:lnTo>
                        <a:pt x="115272" y="736897"/>
                      </a:lnTo>
                      <a:lnTo>
                        <a:pt x="119486" y="731132"/>
                      </a:lnTo>
                      <a:lnTo>
                        <a:pt x="123792" y="733818"/>
                      </a:lnTo>
                      <a:lnTo>
                        <a:pt x="125135" y="731502"/>
                      </a:lnTo>
                      <a:lnTo>
                        <a:pt x="131317" y="719741"/>
                      </a:lnTo>
                      <a:lnTo>
                        <a:pt x="127045" y="719186"/>
                      </a:lnTo>
                      <a:lnTo>
                        <a:pt x="125101" y="717148"/>
                      </a:lnTo>
                      <a:lnTo>
                        <a:pt x="125344" y="714579"/>
                      </a:lnTo>
                      <a:lnTo>
                        <a:pt x="123005" y="712842"/>
                      </a:lnTo>
                      <a:lnTo>
                        <a:pt x="121616" y="707737"/>
                      </a:lnTo>
                      <a:lnTo>
                        <a:pt x="125922" y="704693"/>
                      </a:lnTo>
                      <a:lnTo>
                        <a:pt x="129846" y="706163"/>
                      </a:lnTo>
                      <a:lnTo>
                        <a:pt x="126791" y="703142"/>
                      </a:lnTo>
                      <a:lnTo>
                        <a:pt x="128932" y="701359"/>
                      </a:lnTo>
                      <a:lnTo>
                        <a:pt x="132324" y="702864"/>
                      </a:lnTo>
                      <a:lnTo>
                        <a:pt x="133285" y="701371"/>
                      </a:lnTo>
                      <a:lnTo>
                        <a:pt x="130287" y="696983"/>
                      </a:lnTo>
                      <a:lnTo>
                        <a:pt x="132474" y="693164"/>
                      </a:lnTo>
                      <a:lnTo>
                        <a:pt x="125019" y="687723"/>
                      </a:lnTo>
                      <a:lnTo>
                        <a:pt x="120227" y="687908"/>
                      </a:lnTo>
                      <a:lnTo>
                        <a:pt x="119255" y="683336"/>
                      </a:lnTo>
                      <a:lnTo>
                        <a:pt x="121813" y="661318"/>
                      </a:lnTo>
                      <a:lnTo>
                        <a:pt x="118224" y="653018"/>
                      </a:lnTo>
                      <a:lnTo>
                        <a:pt x="122033" y="646710"/>
                      </a:lnTo>
                      <a:lnTo>
                        <a:pt x="120528" y="641836"/>
                      </a:lnTo>
                      <a:lnTo>
                        <a:pt x="122241" y="638201"/>
                      </a:lnTo>
                      <a:lnTo>
                        <a:pt x="116916" y="633490"/>
                      </a:lnTo>
                      <a:lnTo>
                        <a:pt x="108628" y="632471"/>
                      </a:lnTo>
                      <a:lnTo>
                        <a:pt x="111858" y="615362"/>
                      </a:lnTo>
                      <a:lnTo>
                        <a:pt x="105028" y="602305"/>
                      </a:lnTo>
                      <a:lnTo>
                        <a:pt x="106301" y="595116"/>
                      </a:lnTo>
                      <a:lnTo>
                        <a:pt x="96936" y="587348"/>
                      </a:lnTo>
                      <a:lnTo>
                        <a:pt x="98534" y="581005"/>
                      </a:lnTo>
                      <a:lnTo>
                        <a:pt x="111881" y="577636"/>
                      </a:lnTo>
                      <a:lnTo>
                        <a:pt x="119255" y="579326"/>
                      </a:lnTo>
                      <a:lnTo>
                        <a:pt x="124429" y="565378"/>
                      </a:lnTo>
                      <a:lnTo>
                        <a:pt x="127717" y="564324"/>
                      </a:lnTo>
                      <a:lnTo>
                        <a:pt x="128782" y="558559"/>
                      </a:lnTo>
                      <a:lnTo>
                        <a:pt x="131270" y="559751"/>
                      </a:lnTo>
                      <a:lnTo>
                        <a:pt x="131456" y="558096"/>
                      </a:lnTo>
                      <a:lnTo>
                        <a:pt x="139767" y="556823"/>
                      </a:lnTo>
                      <a:lnTo>
                        <a:pt x="151783" y="562935"/>
                      </a:lnTo>
                      <a:lnTo>
                        <a:pt x="155128" y="560897"/>
                      </a:lnTo>
                      <a:lnTo>
                        <a:pt x="157385" y="553836"/>
                      </a:lnTo>
                      <a:lnTo>
                        <a:pt x="157096" y="552609"/>
                      </a:lnTo>
                      <a:lnTo>
                        <a:pt x="153438" y="553674"/>
                      </a:lnTo>
                      <a:lnTo>
                        <a:pt x="155070" y="543985"/>
                      </a:lnTo>
                      <a:lnTo>
                        <a:pt x="152593" y="541682"/>
                      </a:lnTo>
                      <a:lnTo>
                        <a:pt x="155557" y="538232"/>
                      </a:lnTo>
                      <a:lnTo>
                        <a:pt x="159863" y="538220"/>
                      </a:lnTo>
                      <a:lnTo>
                        <a:pt x="159353" y="534643"/>
                      </a:lnTo>
                      <a:lnTo>
                        <a:pt x="161043" y="533000"/>
                      </a:lnTo>
                      <a:lnTo>
                        <a:pt x="157895" y="530742"/>
                      </a:lnTo>
                      <a:lnTo>
                        <a:pt x="158902" y="526471"/>
                      </a:lnTo>
                      <a:lnTo>
                        <a:pt x="155788" y="521100"/>
                      </a:lnTo>
                      <a:lnTo>
                        <a:pt x="157941" y="508019"/>
                      </a:lnTo>
                      <a:lnTo>
                        <a:pt x="162062" y="507463"/>
                      </a:lnTo>
                      <a:lnTo>
                        <a:pt x="168730" y="513286"/>
                      </a:lnTo>
                      <a:lnTo>
                        <a:pt x="173291" y="502497"/>
                      </a:lnTo>
                      <a:lnTo>
                        <a:pt x="167769" y="497484"/>
                      </a:lnTo>
                      <a:lnTo>
                        <a:pt x="169610" y="489602"/>
                      </a:lnTo>
                      <a:lnTo>
                        <a:pt x="163000" y="488247"/>
                      </a:lnTo>
                      <a:lnTo>
                        <a:pt x="161669" y="484300"/>
                      </a:lnTo>
                      <a:lnTo>
                        <a:pt x="157733" y="484300"/>
                      </a:lnTo>
                      <a:lnTo>
                        <a:pt x="153774" y="480376"/>
                      </a:lnTo>
                      <a:lnTo>
                        <a:pt x="153994" y="478732"/>
                      </a:lnTo>
                      <a:lnTo>
                        <a:pt x="147396" y="474506"/>
                      </a:lnTo>
                      <a:lnTo>
                        <a:pt x="148299" y="465998"/>
                      </a:lnTo>
                      <a:lnTo>
                        <a:pt x="144895" y="467086"/>
                      </a:lnTo>
                      <a:lnTo>
                        <a:pt x="144432" y="464158"/>
                      </a:lnTo>
                      <a:lnTo>
                        <a:pt x="141642" y="462792"/>
                      </a:lnTo>
                      <a:lnTo>
                        <a:pt x="143796" y="458972"/>
                      </a:lnTo>
                      <a:lnTo>
                        <a:pt x="148217" y="459400"/>
                      </a:lnTo>
                      <a:lnTo>
                        <a:pt x="153357" y="456506"/>
                      </a:lnTo>
                      <a:lnTo>
                        <a:pt x="157941" y="457779"/>
                      </a:lnTo>
                      <a:lnTo>
                        <a:pt x="155915" y="454492"/>
                      </a:lnTo>
                      <a:lnTo>
                        <a:pt x="158821" y="443935"/>
                      </a:lnTo>
                      <a:lnTo>
                        <a:pt x="156934" y="439223"/>
                      </a:lnTo>
                      <a:lnTo>
                        <a:pt x="150903" y="437313"/>
                      </a:lnTo>
                      <a:lnTo>
                        <a:pt x="146018" y="431490"/>
                      </a:lnTo>
                      <a:lnTo>
                        <a:pt x="141619" y="421234"/>
                      </a:lnTo>
                      <a:lnTo>
                        <a:pt x="137243" y="416650"/>
                      </a:lnTo>
                      <a:lnTo>
                        <a:pt x="135067" y="405271"/>
                      </a:lnTo>
                      <a:lnTo>
                        <a:pt x="136260" y="398557"/>
                      </a:lnTo>
                      <a:lnTo>
                        <a:pt x="129638" y="402482"/>
                      </a:lnTo>
                      <a:lnTo>
                        <a:pt x="125575" y="391797"/>
                      </a:lnTo>
                      <a:lnTo>
                        <a:pt x="118074" y="381992"/>
                      </a:lnTo>
                      <a:lnTo>
                        <a:pt x="113027" y="371030"/>
                      </a:lnTo>
                      <a:lnTo>
                        <a:pt x="110330" y="368356"/>
                      </a:lnTo>
                      <a:lnTo>
                        <a:pt x="102470" y="372546"/>
                      </a:lnTo>
                      <a:lnTo>
                        <a:pt x="99714" y="370532"/>
                      </a:lnTo>
                      <a:lnTo>
                        <a:pt x="97098" y="364293"/>
                      </a:lnTo>
                      <a:lnTo>
                        <a:pt x="99413" y="360287"/>
                      </a:lnTo>
                      <a:lnTo>
                        <a:pt x="97226" y="351409"/>
                      </a:lnTo>
                      <a:lnTo>
                        <a:pt x="100606" y="346628"/>
                      </a:lnTo>
                      <a:lnTo>
                        <a:pt x="102944" y="347681"/>
                      </a:lnTo>
                      <a:lnTo>
                        <a:pt x="105838" y="345007"/>
                      </a:lnTo>
                      <a:lnTo>
                        <a:pt x="103361" y="341152"/>
                      </a:lnTo>
                      <a:lnTo>
                        <a:pt x="108362" y="333998"/>
                      </a:lnTo>
                      <a:lnTo>
                        <a:pt x="107123" y="331093"/>
                      </a:lnTo>
                      <a:lnTo>
                        <a:pt x="102608" y="330248"/>
                      </a:lnTo>
                      <a:lnTo>
                        <a:pt x="98696" y="323812"/>
                      </a:lnTo>
                      <a:lnTo>
                        <a:pt x="96624" y="323951"/>
                      </a:lnTo>
                      <a:lnTo>
                        <a:pt x="97874" y="321231"/>
                      </a:lnTo>
                      <a:lnTo>
                        <a:pt x="97075" y="317121"/>
                      </a:lnTo>
                      <a:lnTo>
                        <a:pt x="93568" y="313046"/>
                      </a:lnTo>
                      <a:lnTo>
                        <a:pt x="94876" y="306355"/>
                      </a:lnTo>
                      <a:lnTo>
                        <a:pt x="99772" y="301633"/>
                      </a:lnTo>
                      <a:lnTo>
                        <a:pt x="102354" y="302616"/>
                      </a:lnTo>
                      <a:lnTo>
                        <a:pt x="102666" y="306078"/>
                      </a:lnTo>
                      <a:lnTo>
                        <a:pt x="105132" y="307293"/>
                      </a:lnTo>
                      <a:lnTo>
                        <a:pt x="112506" y="305117"/>
                      </a:lnTo>
                      <a:lnTo>
                        <a:pt x="109114" y="297858"/>
                      </a:lnTo>
                      <a:lnTo>
                        <a:pt x="106186" y="297396"/>
                      </a:lnTo>
                      <a:lnTo>
                        <a:pt x="97920" y="288748"/>
                      </a:lnTo>
                      <a:lnTo>
                        <a:pt x="95015" y="282000"/>
                      </a:lnTo>
                      <a:lnTo>
                        <a:pt x="98684" y="278249"/>
                      </a:lnTo>
                      <a:lnTo>
                        <a:pt x="98198" y="272380"/>
                      </a:lnTo>
                      <a:lnTo>
                        <a:pt x="95316" y="267287"/>
                      </a:lnTo>
                      <a:lnTo>
                        <a:pt x="93139" y="254356"/>
                      </a:lnTo>
                      <a:lnTo>
                        <a:pt x="86252" y="246960"/>
                      </a:lnTo>
                      <a:lnTo>
                        <a:pt x="95721" y="240488"/>
                      </a:lnTo>
                      <a:lnTo>
                        <a:pt x="99900" y="234689"/>
                      </a:lnTo>
                      <a:lnTo>
                        <a:pt x="101705" y="227026"/>
                      </a:lnTo>
                      <a:lnTo>
                        <a:pt x="100166" y="227593"/>
                      </a:lnTo>
                      <a:lnTo>
                        <a:pt x="98163" y="216793"/>
                      </a:lnTo>
                      <a:lnTo>
                        <a:pt x="101798" y="207451"/>
                      </a:lnTo>
                      <a:lnTo>
                        <a:pt x="97943" y="198538"/>
                      </a:lnTo>
                      <a:lnTo>
                        <a:pt x="105097" y="191754"/>
                      </a:lnTo>
                      <a:lnTo>
                        <a:pt x="104414" y="189104"/>
                      </a:lnTo>
                      <a:lnTo>
                        <a:pt x="108130" y="180248"/>
                      </a:lnTo>
                      <a:lnTo>
                        <a:pt x="113142" y="181370"/>
                      </a:lnTo>
                      <a:lnTo>
                        <a:pt x="117426" y="178627"/>
                      </a:lnTo>
                      <a:lnTo>
                        <a:pt x="116986" y="171323"/>
                      </a:lnTo>
                      <a:lnTo>
                        <a:pt x="113085" y="170142"/>
                      </a:lnTo>
                      <a:lnTo>
                        <a:pt x="114404" y="165512"/>
                      </a:lnTo>
                      <a:lnTo>
                        <a:pt x="112819" y="165083"/>
                      </a:lnTo>
                      <a:lnTo>
                        <a:pt x="123804" y="155985"/>
                      </a:lnTo>
                      <a:lnTo>
                        <a:pt x="117460" y="145451"/>
                      </a:lnTo>
                      <a:lnTo>
                        <a:pt x="111487" y="143564"/>
                      </a:lnTo>
                      <a:lnTo>
                        <a:pt x="109149" y="144409"/>
                      </a:lnTo>
                      <a:lnTo>
                        <a:pt x="110226" y="142048"/>
                      </a:lnTo>
                      <a:lnTo>
                        <a:pt x="106533" y="140601"/>
                      </a:lnTo>
                      <a:lnTo>
                        <a:pt x="104171" y="133990"/>
                      </a:lnTo>
                      <a:lnTo>
                        <a:pt x="105294" y="126802"/>
                      </a:lnTo>
                      <a:lnTo>
                        <a:pt x="115296" y="133990"/>
                      </a:lnTo>
                      <a:lnTo>
                        <a:pt x="124788" y="145566"/>
                      </a:lnTo>
                      <a:lnTo>
                        <a:pt x="132254" y="136676"/>
                      </a:lnTo>
                      <a:lnTo>
                        <a:pt x="129083" y="132880"/>
                      </a:lnTo>
                      <a:lnTo>
                        <a:pt x="136260" y="135160"/>
                      </a:lnTo>
                      <a:lnTo>
                        <a:pt x="142429" y="132740"/>
                      </a:lnTo>
                      <a:lnTo>
                        <a:pt x="147454" y="130472"/>
                      </a:lnTo>
                      <a:lnTo>
                        <a:pt x="144675" y="124140"/>
                      </a:lnTo>
                      <a:lnTo>
                        <a:pt x="150278" y="121292"/>
                      </a:lnTo>
                      <a:lnTo>
                        <a:pt x="155302" y="124012"/>
                      </a:lnTo>
                      <a:lnTo>
                        <a:pt x="157131" y="121014"/>
                      </a:lnTo>
                      <a:lnTo>
                        <a:pt x="166125" y="84435"/>
                      </a:lnTo>
                      <a:lnTo>
                        <a:pt x="164447" y="77002"/>
                      </a:lnTo>
                      <a:lnTo>
                        <a:pt x="168475" y="73738"/>
                      </a:lnTo>
                      <a:lnTo>
                        <a:pt x="167109" y="70774"/>
                      </a:lnTo>
                      <a:lnTo>
                        <a:pt x="170258" y="67487"/>
                      </a:lnTo>
                      <a:lnTo>
                        <a:pt x="169436" y="63840"/>
                      </a:lnTo>
                      <a:lnTo>
                        <a:pt x="172214" y="64095"/>
                      </a:lnTo>
                      <a:lnTo>
                        <a:pt x="173210" y="59465"/>
                      </a:lnTo>
                      <a:lnTo>
                        <a:pt x="176764" y="61965"/>
                      </a:lnTo>
                      <a:lnTo>
                        <a:pt x="184126" y="61572"/>
                      </a:lnTo>
                      <a:lnTo>
                        <a:pt x="181787" y="52543"/>
                      </a:lnTo>
                      <a:lnTo>
                        <a:pt x="183489" y="50737"/>
                      </a:lnTo>
                      <a:lnTo>
                        <a:pt x="191754" y="49394"/>
                      </a:lnTo>
                      <a:lnTo>
                        <a:pt x="199742" y="54117"/>
                      </a:lnTo>
                      <a:lnTo>
                        <a:pt x="206514" y="63436"/>
                      </a:lnTo>
                      <a:lnTo>
                        <a:pt x="210461" y="60125"/>
                      </a:lnTo>
                      <a:lnTo>
                        <a:pt x="216480" y="59141"/>
                      </a:lnTo>
                      <a:lnTo>
                        <a:pt x="213749" y="53295"/>
                      </a:lnTo>
                      <a:lnTo>
                        <a:pt x="211862" y="52473"/>
                      </a:lnTo>
                      <a:lnTo>
                        <a:pt x="211665" y="49649"/>
                      </a:lnTo>
                      <a:lnTo>
                        <a:pt x="204488" y="50146"/>
                      </a:lnTo>
                      <a:lnTo>
                        <a:pt x="203538" y="48873"/>
                      </a:lnTo>
                      <a:lnTo>
                        <a:pt x="206329" y="43305"/>
                      </a:lnTo>
                      <a:lnTo>
                        <a:pt x="213274" y="38732"/>
                      </a:lnTo>
                      <a:lnTo>
                        <a:pt x="219583" y="39230"/>
                      </a:lnTo>
                      <a:lnTo>
                        <a:pt x="219108" y="35433"/>
                      </a:lnTo>
                      <a:lnTo>
                        <a:pt x="222315" y="33489"/>
                      </a:lnTo>
                      <a:lnTo>
                        <a:pt x="221389" y="28569"/>
                      </a:lnTo>
                      <a:lnTo>
                        <a:pt x="224780" y="25108"/>
                      </a:lnTo>
                      <a:lnTo>
                        <a:pt x="225487" y="19563"/>
                      </a:lnTo>
                      <a:lnTo>
                        <a:pt x="234817" y="32956"/>
                      </a:lnTo>
                      <a:lnTo>
                        <a:pt x="234111" y="34172"/>
                      </a:lnTo>
                      <a:lnTo>
                        <a:pt x="245698" y="49602"/>
                      </a:lnTo>
                      <a:lnTo>
                        <a:pt x="254426" y="57265"/>
                      </a:lnTo>
                      <a:lnTo>
                        <a:pt x="256221" y="61202"/>
                      </a:lnTo>
                      <a:lnTo>
                        <a:pt x="247457" y="60877"/>
                      </a:lnTo>
                      <a:lnTo>
                        <a:pt x="242109" y="64003"/>
                      </a:lnTo>
                      <a:lnTo>
                        <a:pt x="234562" y="64292"/>
                      </a:lnTo>
                      <a:lnTo>
                        <a:pt x="229816" y="67418"/>
                      </a:lnTo>
                      <a:lnTo>
                        <a:pt x="230939" y="71585"/>
                      </a:lnTo>
                      <a:lnTo>
                        <a:pt x="237745" y="71412"/>
                      </a:lnTo>
                      <a:lnTo>
                        <a:pt x="238428" y="72604"/>
                      </a:lnTo>
                      <a:lnTo>
                        <a:pt x="235071" y="77188"/>
                      </a:lnTo>
                      <a:lnTo>
                        <a:pt x="237491" y="78102"/>
                      </a:lnTo>
                      <a:lnTo>
                        <a:pt x="236819" y="80290"/>
                      </a:lnTo>
                      <a:lnTo>
                        <a:pt x="234793" y="80695"/>
                      </a:lnTo>
                      <a:lnTo>
                        <a:pt x="234967" y="84678"/>
                      </a:lnTo>
                      <a:lnTo>
                        <a:pt x="232999" y="88301"/>
                      </a:lnTo>
                      <a:lnTo>
                        <a:pt x="238625" y="93382"/>
                      </a:lnTo>
                      <a:lnTo>
                        <a:pt x="240732" y="99679"/>
                      </a:lnTo>
                      <a:lnTo>
                        <a:pt x="239875" y="101995"/>
                      </a:lnTo>
                      <a:lnTo>
                        <a:pt x="243151" y="102886"/>
                      </a:lnTo>
                      <a:lnTo>
                        <a:pt x="245814" y="110029"/>
                      </a:lnTo>
                      <a:lnTo>
                        <a:pt x="245663" y="111741"/>
                      </a:lnTo>
                      <a:lnTo>
                        <a:pt x="243510" y="112158"/>
                      </a:lnTo>
                      <a:lnTo>
                        <a:pt x="246265" y="115272"/>
                      </a:lnTo>
                      <a:lnTo>
                        <a:pt x="244008" y="118687"/>
                      </a:lnTo>
                      <a:lnTo>
                        <a:pt x="244413" y="122600"/>
                      </a:lnTo>
                      <a:lnTo>
                        <a:pt x="242075" y="124499"/>
                      </a:lnTo>
                      <a:lnTo>
                        <a:pt x="244112" y="130460"/>
                      </a:lnTo>
                      <a:lnTo>
                        <a:pt x="245015" y="128804"/>
                      </a:lnTo>
                      <a:lnTo>
                        <a:pt x="252261" y="129569"/>
                      </a:lnTo>
                      <a:lnTo>
                        <a:pt x="259242" y="126350"/>
                      </a:lnTo>
                      <a:lnTo>
                        <a:pt x="263594" y="129198"/>
                      </a:lnTo>
                      <a:lnTo>
                        <a:pt x="275760" y="131375"/>
                      </a:lnTo>
                      <a:lnTo>
                        <a:pt x="277729" y="128955"/>
                      </a:lnTo>
                      <a:lnTo>
                        <a:pt x="283065" y="128585"/>
                      </a:lnTo>
                      <a:lnTo>
                        <a:pt x="287429" y="121848"/>
                      </a:lnTo>
                      <a:lnTo>
                        <a:pt x="290034" y="122519"/>
                      </a:lnTo>
                      <a:lnTo>
                        <a:pt x="298102" y="119440"/>
                      </a:lnTo>
                      <a:lnTo>
                        <a:pt x="299167" y="114972"/>
                      </a:lnTo>
                      <a:lnTo>
                        <a:pt x="303867" y="108720"/>
                      </a:lnTo>
                      <a:lnTo>
                        <a:pt x="297083" y="104785"/>
                      </a:lnTo>
                      <a:lnTo>
                        <a:pt x="302234" y="91264"/>
                      </a:lnTo>
                      <a:lnTo>
                        <a:pt x="316218" y="86842"/>
                      </a:lnTo>
                      <a:lnTo>
                        <a:pt x="318568" y="82999"/>
                      </a:lnTo>
                      <a:lnTo>
                        <a:pt x="320386" y="83404"/>
                      </a:lnTo>
                      <a:lnTo>
                        <a:pt x="323824" y="80649"/>
                      </a:lnTo>
                      <a:lnTo>
                        <a:pt x="327146" y="82420"/>
                      </a:lnTo>
                      <a:lnTo>
                        <a:pt x="332135" y="78565"/>
                      </a:lnTo>
                      <a:lnTo>
                        <a:pt x="336279" y="79896"/>
                      </a:lnTo>
                      <a:lnTo>
                        <a:pt x="335550" y="76169"/>
                      </a:lnTo>
                      <a:lnTo>
                        <a:pt x="330896" y="74109"/>
                      </a:lnTo>
                      <a:lnTo>
                        <a:pt x="336673" y="72870"/>
                      </a:lnTo>
                      <a:lnTo>
                        <a:pt x="341581" y="75208"/>
                      </a:lnTo>
                      <a:lnTo>
                        <a:pt x="344475" y="74062"/>
                      </a:lnTo>
                      <a:lnTo>
                        <a:pt x="351953" y="76169"/>
                      </a:lnTo>
                      <a:lnTo>
                        <a:pt x="355889" y="74340"/>
                      </a:lnTo>
                      <a:lnTo>
                        <a:pt x="357915" y="75382"/>
                      </a:lnTo>
                      <a:lnTo>
                        <a:pt x="360392" y="70798"/>
                      </a:lnTo>
                      <a:lnTo>
                        <a:pt x="363587" y="69050"/>
                      </a:lnTo>
                      <a:lnTo>
                        <a:pt x="367916" y="72337"/>
                      </a:lnTo>
                      <a:lnTo>
                        <a:pt x="366399" y="75775"/>
                      </a:lnTo>
                      <a:lnTo>
                        <a:pt x="368275" y="77327"/>
                      </a:lnTo>
                      <a:lnTo>
                        <a:pt x="368310" y="80383"/>
                      </a:lnTo>
                      <a:lnTo>
                        <a:pt x="370324" y="80070"/>
                      </a:lnTo>
                      <a:lnTo>
                        <a:pt x="368831" y="80939"/>
                      </a:lnTo>
                      <a:lnTo>
                        <a:pt x="371771" y="91519"/>
                      </a:lnTo>
                      <a:lnTo>
                        <a:pt x="380730" y="104263"/>
                      </a:lnTo>
                      <a:lnTo>
                        <a:pt x="386403" y="98094"/>
                      </a:lnTo>
                      <a:lnTo>
                        <a:pt x="389007" y="100015"/>
                      </a:lnTo>
                      <a:lnTo>
                        <a:pt x="391010" y="98962"/>
                      </a:lnTo>
                      <a:lnTo>
                        <a:pt x="393140" y="92885"/>
                      </a:lnTo>
                      <a:lnTo>
                        <a:pt x="394390" y="89354"/>
                      </a:lnTo>
                      <a:lnTo>
                        <a:pt x="397411" y="90257"/>
                      </a:lnTo>
                      <a:lnTo>
                        <a:pt x="399889" y="86633"/>
                      </a:lnTo>
                      <a:lnTo>
                        <a:pt x="396972" y="84435"/>
                      </a:lnTo>
                      <a:lnTo>
                        <a:pt x="396080" y="80684"/>
                      </a:lnTo>
                      <a:lnTo>
                        <a:pt x="397979" y="78797"/>
                      </a:lnTo>
                      <a:lnTo>
                        <a:pt x="404450" y="78843"/>
                      </a:lnTo>
                      <a:lnTo>
                        <a:pt x="407309" y="74027"/>
                      </a:lnTo>
                      <a:lnTo>
                        <a:pt x="401579" y="62614"/>
                      </a:lnTo>
                      <a:lnTo>
                        <a:pt x="398650" y="62162"/>
                      </a:lnTo>
                      <a:lnTo>
                        <a:pt x="397469" y="59153"/>
                      </a:lnTo>
                      <a:lnTo>
                        <a:pt x="393244" y="57729"/>
                      </a:lnTo>
                      <a:lnTo>
                        <a:pt x="394761" y="56004"/>
                      </a:lnTo>
                      <a:lnTo>
                        <a:pt x="392445" y="50853"/>
                      </a:lnTo>
                      <a:lnTo>
                        <a:pt x="386785" y="49498"/>
                      </a:lnTo>
                      <a:lnTo>
                        <a:pt x="389019" y="45945"/>
                      </a:lnTo>
                      <a:lnTo>
                        <a:pt x="388950" y="42333"/>
                      </a:lnTo>
                      <a:lnTo>
                        <a:pt x="393163" y="39751"/>
                      </a:lnTo>
                      <a:lnTo>
                        <a:pt x="398743" y="39045"/>
                      </a:lnTo>
                      <a:lnTo>
                        <a:pt x="401220" y="40342"/>
                      </a:lnTo>
                      <a:lnTo>
                        <a:pt x="407899" y="38351"/>
                      </a:lnTo>
                      <a:lnTo>
                        <a:pt x="406429" y="31856"/>
                      </a:lnTo>
                      <a:lnTo>
                        <a:pt x="412923" y="32470"/>
                      </a:lnTo>
                      <a:lnTo>
                        <a:pt x="415123" y="23904"/>
                      </a:lnTo>
                      <a:lnTo>
                        <a:pt x="417137" y="22873"/>
                      </a:lnTo>
                      <a:lnTo>
                        <a:pt x="420772" y="27134"/>
                      </a:lnTo>
                      <a:lnTo>
                        <a:pt x="425703" y="16808"/>
                      </a:lnTo>
                      <a:lnTo>
                        <a:pt x="430252" y="15349"/>
                      </a:lnTo>
                      <a:lnTo>
                        <a:pt x="431514" y="19818"/>
                      </a:lnTo>
                      <a:lnTo>
                        <a:pt x="433366" y="17433"/>
                      </a:lnTo>
                      <a:lnTo>
                        <a:pt x="435936" y="17734"/>
                      </a:lnTo>
                      <a:lnTo>
                        <a:pt x="451679" y="2940"/>
                      </a:lnTo>
                      <a:lnTo>
                        <a:pt x="459146" y="0"/>
                      </a:lnTo>
                      <a:lnTo>
                        <a:pt x="465130" y="660"/>
                      </a:lnTo>
                      <a:lnTo>
                        <a:pt x="469043" y="3669"/>
                      </a:lnTo>
                      <a:lnTo>
                        <a:pt x="474217" y="4121"/>
                      </a:lnTo>
                      <a:lnTo>
                        <a:pt x="475595" y="7281"/>
                      </a:lnTo>
                      <a:lnTo>
                        <a:pt x="479970" y="8311"/>
                      </a:lnTo>
                      <a:lnTo>
                        <a:pt x="479785" y="13613"/>
                      </a:lnTo>
                      <a:lnTo>
                        <a:pt x="477424" y="1624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E11A155F-0996-A10F-021E-F7527596FB15}"/>
                    </a:ext>
                  </a:extLst>
                </p:cNvPr>
                <p:cNvSpPr/>
                <p:nvPr/>
              </p:nvSpPr>
              <p:spPr>
                <a:xfrm>
                  <a:off x="9634068" y="7245243"/>
                  <a:ext cx="192807" cy="112598"/>
                </a:xfrm>
                <a:custGeom>
                  <a:avLst/>
                  <a:gdLst>
                    <a:gd name="connsiteX0" fmla="*/ 106660 w 192807"/>
                    <a:gd name="connsiteY0" fmla="*/ 1076 h 112598"/>
                    <a:gd name="connsiteX1" fmla="*/ 107887 w 192807"/>
                    <a:gd name="connsiteY1" fmla="*/ 3195 h 112598"/>
                    <a:gd name="connsiteX2" fmla="*/ 107957 w 192807"/>
                    <a:gd name="connsiteY2" fmla="*/ 3160 h 112598"/>
                    <a:gd name="connsiteX3" fmla="*/ 109369 w 192807"/>
                    <a:gd name="connsiteY3" fmla="*/ 5394 h 112598"/>
                    <a:gd name="connsiteX4" fmla="*/ 108790 w 192807"/>
                    <a:gd name="connsiteY4" fmla="*/ 9758 h 112598"/>
                    <a:gd name="connsiteX5" fmla="*/ 111152 w 192807"/>
                    <a:gd name="connsiteY5" fmla="*/ 19401 h 112598"/>
                    <a:gd name="connsiteX6" fmla="*/ 112981 w 192807"/>
                    <a:gd name="connsiteY6" fmla="*/ 21982 h 112598"/>
                    <a:gd name="connsiteX7" fmla="*/ 109635 w 192807"/>
                    <a:gd name="connsiteY7" fmla="*/ 36267 h 112598"/>
                    <a:gd name="connsiteX8" fmla="*/ 109913 w 192807"/>
                    <a:gd name="connsiteY8" fmla="*/ 38061 h 112598"/>
                    <a:gd name="connsiteX9" fmla="*/ 110006 w 192807"/>
                    <a:gd name="connsiteY9" fmla="*/ 38108 h 112598"/>
                    <a:gd name="connsiteX10" fmla="*/ 110063 w 192807"/>
                    <a:gd name="connsiteY10" fmla="*/ 35503 h 112598"/>
                    <a:gd name="connsiteX11" fmla="*/ 115192 w 192807"/>
                    <a:gd name="connsiteY11" fmla="*/ 20825 h 112598"/>
                    <a:gd name="connsiteX12" fmla="*/ 111638 w 192807"/>
                    <a:gd name="connsiteY12" fmla="*/ 15627 h 112598"/>
                    <a:gd name="connsiteX13" fmla="*/ 109786 w 192807"/>
                    <a:gd name="connsiteY13" fmla="*/ 9504 h 112598"/>
                    <a:gd name="connsiteX14" fmla="*/ 109925 w 192807"/>
                    <a:gd name="connsiteY14" fmla="*/ 4017 h 112598"/>
                    <a:gd name="connsiteX15" fmla="*/ 110758 w 192807"/>
                    <a:gd name="connsiteY15" fmla="*/ 2488 h 112598"/>
                    <a:gd name="connsiteX16" fmla="*/ 110121 w 192807"/>
                    <a:gd name="connsiteY16" fmla="*/ 1991 h 112598"/>
                    <a:gd name="connsiteX17" fmla="*/ 110145 w 192807"/>
                    <a:gd name="connsiteY17" fmla="*/ 1979 h 112598"/>
                    <a:gd name="connsiteX18" fmla="*/ 110805 w 192807"/>
                    <a:gd name="connsiteY18" fmla="*/ 2442 h 112598"/>
                    <a:gd name="connsiteX19" fmla="*/ 114867 w 192807"/>
                    <a:gd name="connsiteY19" fmla="*/ 463 h 112598"/>
                    <a:gd name="connsiteX20" fmla="*/ 119556 w 192807"/>
                    <a:gd name="connsiteY20" fmla="*/ 3067 h 112598"/>
                    <a:gd name="connsiteX21" fmla="*/ 121165 w 192807"/>
                    <a:gd name="connsiteY21" fmla="*/ 4421 h 112598"/>
                    <a:gd name="connsiteX22" fmla="*/ 122646 w 192807"/>
                    <a:gd name="connsiteY22" fmla="*/ 7003 h 112598"/>
                    <a:gd name="connsiteX23" fmla="*/ 125818 w 192807"/>
                    <a:gd name="connsiteY23" fmla="*/ 8670 h 112598"/>
                    <a:gd name="connsiteX24" fmla="*/ 129106 w 192807"/>
                    <a:gd name="connsiteY24" fmla="*/ 13393 h 112598"/>
                    <a:gd name="connsiteX25" fmla="*/ 127948 w 192807"/>
                    <a:gd name="connsiteY25" fmla="*/ 16519 h 112598"/>
                    <a:gd name="connsiteX26" fmla="*/ 129499 w 192807"/>
                    <a:gd name="connsiteY26" fmla="*/ 13960 h 112598"/>
                    <a:gd name="connsiteX27" fmla="*/ 129199 w 192807"/>
                    <a:gd name="connsiteY27" fmla="*/ 13509 h 112598"/>
                    <a:gd name="connsiteX28" fmla="*/ 138702 w 192807"/>
                    <a:gd name="connsiteY28" fmla="*/ 16831 h 112598"/>
                    <a:gd name="connsiteX29" fmla="*/ 135114 w 192807"/>
                    <a:gd name="connsiteY29" fmla="*/ 20790 h 112598"/>
                    <a:gd name="connsiteX30" fmla="*/ 134164 w 192807"/>
                    <a:gd name="connsiteY30" fmla="*/ 24645 h 112598"/>
                    <a:gd name="connsiteX31" fmla="*/ 134454 w 192807"/>
                    <a:gd name="connsiteY31" fmla="*/ 24761 h 112598"/>
                    <a:gd name="connsiteX32" fmla="*/ 137533 w 192807"/>
                    <a:gd name="connsiteY32" fmla="*/ 18741 h 112598"/>
                    <a:gd name="connsiteX33" fmla="*/ 138587 w 192807"/>
                    <a:gd name="connsiteY33" fmla="*/ 18811 h 112598"/>
                    <a:gd name="connsiteX34" fmla="*/ 138459 w 192807"/>
                    <a:gd name="connsiteY34" fmla="*/ 19192 h 112598"/>
                    <a:gd name="connsiteX35" fmla="*/ 139050 w 192807"/>
                    <a:gd name="connsiteY35" fmla="*/ 18833 h 112598"/>
                    <a:gd name="connsiteX36" fmla="*/ 150359 w 192807"/>
                    <a:gd name="connsiteY36" fmla="*/ 19529 h 112598"/>
                    <a:gd name="connsiteX37" fmla="*/ 158752 w 192807"/>
                    <a:gd name="connsiteY37" fmla="*/ 19471 h 112598"/>
                    <a:gd name="connsiteX38" fmla="*/ 162109 w 192807"/>
                    <a:gd name="connsiteY38" fmla="*/ 20767 h 112598"/>
                    <a:gd name="connsiteX39" fmla="*/ 164898 w 192807"/>
                    <a:gd name="connsiteY39" fmla="*/ 21843 h 112598"/>
                    <a:gd name="connsiteX40" fmla="*/ 167492 w 192807"/>
                    <a:gd name="connsiteY40" fmla="*/ 23198 h 112598"/>
                    <a:gd name="connsiteX41" fmla="*/ 177701 w 192807"/>
                    <a:gd name="connsiteY41" fmla="*/ 26115 h 112598"/>
                    <a:gd name="connsiteX42" fmla="*/ 180862 w 192807"/>
                    <a:gd name="connsiteY42" fmla="*/ 34380 h 112598"/>
                    <a:gd name="connsiteX43" fmla="*/ 182216 w 192807"/>
                    <a:gd name="connsiteY43" fmla="*/ 35144 h 112598"/>
                    <a:gd name="connsiteX44" fmla="*/ 182598 w 192807"/>
                    <a:gd name="connsiteY44" fmla="*/ 41662 h 112598"/>
                    <a:gd name="connsiteX45" fmla="*/ 179993 w 192807"/>
                    <a:gd name="connsiteY45" fmla="*/ 40886 h 112598"/>
                    <a:gd name="connsiteX46" fmla="*/ 180375 w 192807"/>
                    <a:gd name="connsiteY46" fmla="*/ 38848 h 112598"/>
                    <a:gd name="connsiteX47" fmla="*/ 178396 w 192807"/>
                    <a:gd name="connsiteY47" fmla="*/ 42553 h 112598"/>
                    <a:gd name="connsiteX48" fmla="*/ 182123 w 192807"/>
                    <a:gd name="connsiteY48" fmla="*/ 44278 h 112598"/>
                    <a:gd name="connsiteX49" fmla="*/ 183837 w 192807"/>
                    <a:gd name="connsiteY49" fmla="*/ 41152 h 112598"/>
                    <a:gd name="connsiteX50" fmla="*/ 188062 w 192807"/>
                    <a:gd name="connsiteY50" fmla="*/ 41905 h 112598"/>
                    <a:gd name="connsiteX51" fmla="*/ 192461 w 192807"/>
                    <a:gd name="connsiteY51" fmla="*/ 45725 h 112598"/>
                    <a:gd name="connsiteX52" fmla="*/ 192808 w 192807"/>
                    <a:gd name="connsiteY52" fmla="*/ 48039 h 112598"/>
                    <a:gd name="connsiteX53" fmla="*/ 183605 w 192807"/>
                    <a:gd name="connsiteY53" fmla="*/ 55147 h 112598"/>
                    <a:gd name="connsiteX54" fmla="*/ 182448 w 192807"/>
                    <a:gd name="connsiteY54" fmla="*/ 59141 h 112598"/>
                    <a:gd name="connsiteX55" fmla="*/ 178361 w 192807"/>
                    <a:gd name="connsiteY55" fmla="*/ 59013 h 112598"/>
                    <a:gd name="connsiteX56" fmla="*/ 169170 w 192807"/>
                    <a:gd name="connsiteY56" fmla="*/ 61259 h 112598"/>
                    <a:gd name="connsiteX57" fmla="*/ 162329 w 192807"/>
                    <a:gd name="connsiteY57" fmla="*/ 65716 h 112598"/>
                    <a:gd name="connsiteX58" fmla="*/ 162109 w 192807"/>
                    <a:gd name="connsiteY58" fmla="*/ 65925 h 112598"/>
                    <a:gd name="connsiteX59" fmla="*/ 159145 w 192807"/>
                    <a:gd name="connsiteY59" fmla="*/ 68749 h 112598"/>
                    <a:gd name="connsiteX60" fmla="*/ 157154 w 192807"/>
                    <a:gd name="connsiteY60" fmla="*/ 71921 h 112598"/>
                    <a:gd name="connsiteX61" fmla="*/ 156564 w 192807"/>
                    <a:gd name="connsiteY61" fmla="*/ 74248 h 112598"/>
                    <a:gd name="connsiteX62" fmla="*/ 156437 w 192807"/>
                    <a:gd name="connsiteY62" fmla="*/ 74456 h 112598"/>
                    <a:gd name="connsiteX63" fmla="*/ 156159 w 192807"/>
                    <a:gd name="connsiteY63" fmla="*/ 75822 h 112598"/>
                    <a:gd name="connsiteX64" fmla="*/ 156089 w 192807"/>
                    <a:gd name="connsiteY64" fmla="*/ 76112 h 112598"/>
                    <a:gd name="connsiteX65" fmla="*/ 155939 w 192807"/>
                    <a:gd name="connsiteY65" fmla="*/ 76933 h 112598"/>
                    <a:gd name="connsiteX66" fmla="*/ 154457 w 192807"/>
                    <a:gd name="connsiteY66" fmla="*/ 84272 h 112598"/>
                    <a:gd name="connsiteX67" fmla="*/ 154827 w 192807"/>
                    <a:gd name="connsiteY67" fmla="*/ 85673 h 112598"/>
                    <a:gd name="connsiteX68" fmla="*/ 154596 w 192807"/>
                    <a:gd name="connsiteY68" fmla="*/ 87942 h 112598"/>
                    <a:gd name="connsiteX69" fmla="*/ 154075 w 192807"/>
                    <a:gd name="connsiteY69" fmla="*/ 92861 h 112598"/>
                    <a:gd name="connsiteX70" fmla="*/ 153265 w 192807"/>
                    <a:gd name="connsiteY70" fmla="*/ 94876 h 112598"/>
                    <a:gd name="connsiteX71" fmla="*/ 150313 w 192807"/>
                    <a:gd name="connsiteY71" fmla="*/ 99460 h 112598"/>
                    <a:gd name="connsiteX72" fmla="*/ 147512 w 192807"/>
                    <a:gd name="connsiteY72" fmla="*/ 100432 h 112598"/>
                    <a:gd name="connsiteX73" fmla="*/ 141098 w 192807"/>
                    <a:gd name="connsiteY73" fmla="*/ 102238 h 112598"/>
                    <a:gd name="connsiteX74" fmla="*/ 126108 w 192807"/>
                    <a:gd name="connsiteY74" fmla="*/ 109264 h 112598"/>
                    <a:gd name="connsiteX75" fmla="*/ 119046 w 192807"/>
                    <a:gd name="connsiteY75" fmla="*/ 110156 h 112598"/>
                    <a:gd name="connsiteX76" fmla="*/ 106452 w 192807"/>
                    <a:gd name="connsiteY76" fmla="*/ 112598 h 112598"/>
                    <a:gd name="connsiteX77" fmla="*/ 100594 w 192807"/>
                    <a:gd name="connsiteY77" fmla="*/ 104542 h 112598"/>
                    <a:gd name="connsiteX78" fmla="*/ 92572 w 192807"/>
                    <a:gd name="connsiteY78" fmla="*/ 97307 h 112598"/>
                    <a:gd name="connsiteX79" fmla="*/ 84053 w 192807"/>
                    <a:gd name="connsiteY79" fmla="*/ 92815 h 112598"/>
                    <a:gd name="connsiteX80" fmla="*/ 79052 w 192807"/>
                    <a:gd name="connsiteY80" fmla="*/ 87942 h 112598"/>
                    <a:gd name="connsiteX81" fmla="*/ 73808 w 192807"/>
                    <a:gd name="connsiteY81" fmla="*/ 82825 h 112598"/>
                    <a:gd name="connsiteX82" fmla="*/ 56398 w 192807"/>
                    <a:gd name="connsiteY82" fmla="*/ 75115 h 112598"/>
                    <a:gd name="connsiteX83" fmla="*/ 52057 w 192807"/>
                    <a:gd name="connsiteY83" fmla="*/ 73194 h 112598"/>
                    <a:gd name="connsiteX84" fmla="*/ 49672 w 192807"/>
                    <a:gd name="connsiteY84" fmla="*/ 71238 h 112598"/>
                    <a:gd name="connsiteX85" fmla="*/ 40539 w 192807"/>
                    <a:gd name="connsiteY85" fmla="*/ 62417 h 112598"/>
                    <a:gd name="connsiteX86" fmla="*/ 37818 w 192807"/>
                    <a:gd name="connsiteY86" fmla="*/ 59488 h 112598"/>
                    <a:gd name="connsiteX87" fmla="*/ 28211 w 192807"/>
                    <a:gd name="connsiteY87" fmla="*/ 57752 h 112598"/>
                    <a:gd name="connsiteX88" fmla="*/ 20142 w 192807"/>
                    <a:gd name="connsiteY88" fmla="*/ 59662 h 112598"/>
                    <a:gd name="connsiteX89" fmla="*/ 4932 w 192807"/>
                    <a:gd name="connsiteY89" fmla="*/ 63227 h 112598"/>
                    <a:gd name="connsiteX90" fmla="*/ 614 w 192807"/>
                    <a:gd name="connsiteY90" fmla="*/ 62324 h 112598"/>
                    <a:gd name="connsiteX91" fmla="*/ 0 w 192807"/>
                    <a:gd name="connsiteY91" fmla="*/ 61989 h 112598"/>
                    <a:gd name="connsiteX92" fmla="*/ 6181 w 192807"/>
                    <a:gd name="connsiteY92" fmla="*/ 60542 h 112598"/>
                    <a:gd name="connsiteX93" fmla="*/ 6181 w 192807"/>
                    <a:gd name="connsiteY93" fmla="*/ 60518 h 112598"/>
                    <a:gd name="connsiteX94" fmla="*/ 6379 w 192807"/>
                    <a:gd name="connsiteY94" fmla="*/ 60472 h 112598"/>
                    <a:gd name="connsiteX95" fmla="*/ 6251 w 192807"/>
                    <a:gd name="connsiteY95" fmla="*/ 55842 h 112598"/>
                    <a:gd name="connsiteX96" fmla="*/ 13926 w 192807"/>
                    <a:gd name="connsiteY96" fmla="*/ 53249 h 112598"/>
                    <a:gd name="connsiteX97" fmla="*/ 14146 w 192807"/>
                    <a:gd name="connsiteY97" fmla="*/ 52867 h 112598"/>
                    <a:gd name="connsiteX98" fmla="*/ 14204 w 192807"/>
                    <a:gd name="connsiteY98" fmla="*/ 52844 h 112598"/>
                    <a:gd name="connsiteX99" fmla="*/ 14238 w 192807"/>
                    <a:gd name="connsiteY99" fmla="*/ 52705 h 112598"/>
                    <a:gd name="connsiteX100" fmla="*/ 17885 w 192807"/>
                    <a:gd name="connsiteY100" fmla="*/ 46326 h 112598"/>
                    <a:gd name="connsiteX101" fmla="*/ 18140 w 192807"/>
                    <a:gd name="connsiteY101" fmla="*/ 45053 h 112598"/>
                    <a:gd name="connsiteX102" fmla="*/ 18938 w 192807"/>
                    <a:gd name="connsiteY102" fmla="*/ 44694 h 112598"/>
                    <a:gd name="connsiteX103" fmla="*/ 19204 w 192807"/>
                    <a:gd name="connsiteY103" fmla="*/ 39774 h 112598"/>
                    <a:gd name="connsiteX104" fmla="*/ 23754 w 192807"/>
                    <a:gd name="connsiteY104" fmla="*/ 36059 h 112598"/>
                    <a:gd name="connsiteX105" fmla="*/ 31428 w 192807"/>
                    <a:gd name="connsiteY105" fmla="*/ 36070 h 112598"/>
                    <a:gd name="connsiteX106" fmla="*/ 28454 w 192807"/>
                    <a:gd name="connsiteY106" fmla="*/ 36730 h 112598"/>
                    <a:gd name="connsiteX107" fmla="*/ 30422 w 192807"/>
                    <a:gd name="connsiteY107" fmla="*/ 37448 h 112598"/>
                    <a:gd name="connsiteX108" fmla="*/ 30282 w 192807"/>
                    <a:gd name="connsiteY108" fmla="*/ 39415 h 112598"/>
                    <a:gd name="connsiteX109" fmla="*/ 31070 w 192807"/>
                    <a:gd name="connsiteY109" fmla="*/ 38351 h 112598"/>
                    <a:gd name="connsiteX110" fmla="*/ 30884 w 192807"/>
                    <a:gd name="connsiteY110" fmla="*/ 41823 h 112598"/>
                    <a:gd name="connsiteX111" fmla="*/ 30931 w 192807"/>
                    <a:gd name="connsiteY111" fmla="*/ 41812 h 112598"/>
                    <a:gd name="connsiteX112" fmla="*/ 31325 w 192807"/>
                    <a:gd name="connsiteY112" fmla="*/ 40411 h 112598"/>
                    <a:gd name="connsiteX113" fmla="*/ 32193 w 192807"/>
                    <a:gd name="connsiteY113" fmla="*/ 41361 h 112598"/>
                    <a:gd name="connsiteX114" fmla="*/ 31973 w 192807"/>
                    <a:gd name="connsiteY114" fmla="*/ 41441 h 112598"/>
                    <a:gd name="connsiteX115" fmla="*/ 30723 w 192807"/>
                    <a:gd name="connsiteY115" fmla="*/ 43004 h 112598"/>
                    <a:gd name="connsiteX116" fmla="*/ 29738 w 192807"/>
                    <a:gd name="connsiteY116" fmla="*/ 44000 h 112598"/>
                    <a:gd name="connsiteX117" fmla="*/ 30051 w 192807"/>
                    <a:gd name="connsiteY117" fmla="*/ 43965 h 112598"/>
                    <a:gd name="connsiteX118" fmla="*/ 31428 w 192807"/>
                    <a:gd name="connsiteY118" fmla="*/ 42946 h 112598"/>
                    <a:gd name="connsiteX119" fmla="*/ 33003 w 192807"/>
                    <a:gd name="connsiteY119" fmla="*/ 41210 h 112598"/>
                    <a:gd name="connsiteX120" fmla="*/ 31637 w 192807"/>
                    <a:gd name="connsiteY120" fmla="*/ 39555 h 112598"/>
                    <a:gd name="connsiteX121" fmla="*/ 33084 w 192807"/>
                    <a:gd name="connsiteY121" fmla="*/ 39994 h 112598"/>
                    <a:gd name="connsiteX122" fmla="*/ 33339 w 192807"/>
                    <a:gd name="connsiteY122" fmla="*/ 38525 h 112598"/>
                    <a:gd name="connsiteX123" fmla="*/ 31776 w 192807"/>
                    <a:gd name="connsiteY123" fmla="*/ 39127 h 112598"/>
                    <a:gd name="connsiteX124" fmla="*/ 30769 w 192807"/>
                    <a:gd name="connsiteY124" fmla="*/ 37043 h 112598"/>
                    <a:gd name="connsiteX125" fmla="*/ 31892 w 192807"/>
                    <a:gd name="connsiteY125" fmla="*/ 36151 h 112598"/>
                    <a:gd name="connsiteX126" fmla="*/ 35666 w 192807"/>
                    <a:gd name="connsiteY126" fmla="*/ 36070 h 112598"/>
                    <a:gd name="connsiteX127" fmla="*/ 36939 w 192807"/>
                    <a:gd name="connsiteY127" fmla="*/ 36070 h 112598"/>
                    <a:gd name="connsiteX128" fmla="*/ 37992 w 192807"/>
                    <a:gd name="connsiteY128" fmla="*/ 35642 h 112598"/>
                    <a:gd name="connsiteX129" fmla="*/ 43248 w 192807"/>
                    <a:gd name="connsiteY129" fmla="*/ 34380 h 112598"/>
                    <a:gd name="connsiteX130" fmla="*/ 56398 w 192807"/>
                    <a:gd name="connsiteY130" fmla="*/ 26277 h 112598"/>
                    <a:gd name="connsiteX131" fmla="*/ 59315 w 192807"/>
                    <a:gd name="connsiteY131" fmla="*/ 24494 h 112598"/>
                    <a:gd name="connsiteX132" fmla="*/ 63135 w 192807"/>
                    <a:gd name="connsiteY132" fmla="*/ 25016 h 112598"/>
                    <a:gd name="connsiteX133" fmla="*/ 64837 w 192807"/>
                    <a:gd name="connsiteY133" fmla="*/ 25444 h 112598"/>
                    <a:gd name="connsiteX134" fmla="*/ 61433 w 192807"/>
                    <a:gd name="connsiteY134" fmla="*/ 25409 h 112598"/>
                    <a:gd name="connsiteX135" fmla="*/ 64895 w 192807"/>
                    <a:gd name="connsiteY135" fmla="*/ 27655 h 112598"/>
                    <a:gd name="connsiteX136" fmla="*/ 62556 w 192807"/>
                    <a:gd name="connsiteY136" fmla="*/ 28801 h 112598"/>
                    <a:gd name="connsiteX137" fmla="*/ 64709 w 192807"/>
                    <a:gd name="connsiteY137" fmla="*/ 28731 h 112598"/>
                    <a:gd name="connsiteX138" fmla="*/ 63309 w 192807"/>
                    <a:gd name="connsiteY138" fmla="*/ 31475 h 112598"/>
                    <a:gd name="connsiteX139" fmla="*/ 59836 w 192807"/>
                    <a:gd name="connsiteY139" fmla="*/ 33685 h 112598"/>
                    <a:gd name="connsiteX140" fmla="*/ 59500 w 192807"/>
                    <a:gd name="connsiteY140" fmla="*/ 36707 h 112598"/>
                    <a:gd name="connsiteX141" fmla="*/ 60264 w 192807"/>
                    <a:gd name="connsiteY141" fmla="*/ 34253 h 112598"/>
                    <a:gd name="connsiteX142" fmla="*/ 64327 w 192807"/>
                    <a:gd name="connsiteY142" fmla="*/ 30804 h 112598"/>
                    <a:gd name="connsiteX143" fmla="*/ 64570 w 192807"/>
                    <a:gd name="connsiteY143" fmla="*/ 37795 h 112598"/>
                    <a:gd name="connsiteX144" fmla="*/ 64582 w 192807"/>
                    <a:gd name="connsiteY144" fmla="*/ 33118 h 112598"/>
                    <a:gd name="connsiteX145" fmla="*/ 66816 w 192807"/>
                    <a:gd name="connsiteY145" fmla="*/ 34831 h 112598"/>
                    <a:gd name="connsiteX146" fmla="*/ 64883 w 192807"/>
                    <a:gd name="connsiteY146" fmla="*/ 31428 h 112598"/>
                    <a:gd name="connsiteX147" fmla="*/ 69502 w 192807"/>
                    <a:gd name="connsiteY147" fmla="*/ 33512 h 112598"/>
                    <a:gd name="connsiteX148" fmla="*/ 65913 w 192807"/>
                    <a:gd name="connsiteY148" fmla="*/ 30525 h 112598"/>
                    <a:gd name="connsiteX149" fmla="*/ 65682 w 192807"/>
                    <a:gd name="connsiteY149" fmla="*/ 30178 h 112598"/>
                    <a:gd name="connsiteX150" fmla="*/ 66110 w 192807"/>
                    <a:gd name="connsiteY150" fmla="*/ 27816 h 112598"/>
                    <a:gd name="connsiteX151" fmla="*/ 68055 w 192807"/>
                    <a:gd name="connsiteY151" fmla="*/ 25444 h 112598"/>
                    <a:gd name="connsiteX152" fmla="*/ 69073 w 192807"/>
                    <a:gd name="connsiteY152" fmla="*/ 26323 h 112598"/>
                    <a:gd name="connsiteX153" fmla="*/ 68032 w 192807"/>
                    <a:gd name="connsiteY153" fmla="*/ 25513 h 112598"/>
                    <a:gd name="connsiteX154" fmla="*/ 68020 w 192807"/>
                    <a:gd name="connsiteY154" fmla="*/ 25536 h 112598"/>
                    <a:gd name="connsiteX155" fmla="*/ 66260 w 192807"/>
                    <a:gd name="connsiteY155" fmla="*/ 27967 h 112598"/>
                    <a:gd name="connsiteX156" fmla="*/ 66723 w 192807"/>
                    <a:gd name="connsiteY156" fmla="*/ 29287 h 112598"/>
                    <a:gd name="connsiteX157" fmla="*/ 67881 w 192807"/>
                    <a:gd name="connsiteY157" fmla="*/ 27597 h 112598"/>
                    <a:gd name="connsiteX158" fmla="*/ 69421 w 192807"/>
                    <a:gd name="connsiteY158" fmla="*/ 30086 h 112598"/>
                    <a:gd name="connsiteX159" fmla="*/ 70335 w 192807"/>
                    <a:gd name="connsiteY159" fmla="*/ 28569 h 112598"/>
                    <a:gd name="connsiteX160" fmla="*/ 72268 w 192807"/>
                    <a:gd name="connsiteY160" fmla="*/ 30688 h 112598"/>
                    <a:gd name="connsiteX161" fmla="*/ 77014 w 192807"/>
                    <a:gd name="connsiteY161" fmla="*/ 30178 h 112598"/>
                    <a:gd name="connsiteX162" fmla="*/ 78114 w 192807"/>
                    <a:gd name="connsiteY162" fmla="*/ 33512 h 112598"/>
                    <a:gd name="connsiteX163" fmla="*/ 77084 w 192807"/>
                    <a:gd name="connsiteY163" fmla="*/ 29518 h 112598"/>
                    <a:gd name="connsiteX164" fmla="*/ 80580 w 192807"/>
                    <a:gd name="connsiteY164" fmla="*/ 28095 h 112598"/>
                    <a:gd name="connsiteX165" fmla="*/ 73426 w 192807"/>
                    <a:gd name="connsiteY165" fmla="*/ 30016 h 112598"/>
                    <a:gd name="connsiteX166" fmla="*/ 71145 w 192807"/>
                    <a:gd name="connsiteY166" fmla="*/ 28222 h 112598"/>
                    <a:gd name="connsiteX167" fmla="*/ 73218 w 192807"/>
                    <a:gd name="connsiteY167" fmla="*/ 28037 h 112598"/>
                    <a:gd name="connsiteX168" fmla="*/ 72048 w 192807"/>
                    <a:gd name="connsiteY168" fmla="*/ 26474 h 112598"/>
                    <a:gd name="connsiteX169" fmla="*/ 74549 w 192807"/>
                    <a:gd name="connsiteY169" fmla="*/ 26497 h 112598"/>
                    <a:gd name="connsiteX170" fmla="*/ 69305 w 192807"/>
                    <a:gd name="connsiteY170" fmla="*/ 25652 h 112598"/>
                    <a:gd name="connsiteX171" fmla="*/ 70833 w 192807"/>
                    <a:gd name="connsiteY171" fmla="*/ 24356 h 112598"/>
                    <a:gd name="connsiteX172" fmla="*/ 68888 w 192807"/>
                    <a:gd name="connsiteY172" fmla="*/ 23846 h 112598"/>
                    <a:gd name="connsiteX173" fmla="*/ 66422 w 192807"/>
                    <a:gd name="connsiteY173" fmla="*/ 25872 h 112598"/>
                    <a:gd name="connsiteX174" fmla="*/ 65682 w 192807"/>
                    <a:gd name="connsiteY174" fmla="*/ 24922 h 112598"/>
                    <a:gd name="connsiteX175" fmla="*/ 65774 w 192807"/>
                    <a:gd name="connsiteY175" fmla="*/ 24807 h 112598"/>
                    <a:gd name="connsiteX176" fmla="*/ 86345 w 192807"/>
                    <a:gd name="connsiteY176" fmla="*/ 16947 h 112598"/>
                    <a:gd name="connsiteX177" fmla="*/ 89377 w 192807"/>
                    <a:gd name="connsiteY177" fmla="*/ 12270 h 112598"/>
                    <a:gd name="connsiteX178" fmla="*/ 90628 w 192807"/>
                    <a:gd name="connsiteY178" fmla="*/ 8717 h 112598"/>
                    <a:gd name="connsiteX179" fmla="*/ 95987 w 192807"/>
                    <a:gd name="connsiteY179" fmla="*/ 5556 h 112598"/>
                    <a:gd name="connsiteX180" fmla="*/ 99067 w 192807"/>
                    <a:gd name="connsiteY180" fmla="*/ 1076 h 112598"/>
                    <a:gd name="connsiteX181" fmla="*/ 99865 w 192807"/>
                    <a:gd name="connsiteY181" fmla="*/ 671 h 112598"/>
                    <a:gd name="connsiteX182" fmla="*/ 101961 w 192807"/>
                    <a:gd name="connsiteY182" fmla="*/ 0 h 112598"/>
                    <a:gd name="connsiteX183" fmla="*/ 106139 w 192807"/>
                    <a:gd name="connsiteY183" fmla="*/ 266 h 112598"/>
                    <a:gd name="connsiteX184" fmla="*/ 106660 w 192807"/>
                    <a:gd name="connsiteY184" fmla="*/ 1076 h 112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</a:cxnLst>
                  <a:rect l="l" t="t" r="r" b="b"/>
                  <a:pathLst>
                    <a:path w="192807" h="112598">
                      <a:moveTo>
                        <a:pt x="106660" y="1076"/>
                      </a:moveTo>
                      <a:lnTo>
                        <a:pt x="107887" y="3195"/>
                      </a:lnTo>
                      <a:lnTo>
                        <a:pt x="107957" y="3160"/>
                      </a:lnTo>
                      <a:lnTo>
                        <a:pt x="109369" y="5394"/>
                      </a:lnTo>
                      <a:lnTo>
                        <a:pt x="108790" y="9758"/>
                      </a:lnTo>
                      <a:lnTo>
                        <a:pt x="111152" y="19401"/>
                      </a:lnTo>
                      <a:lnTo>
                        <a:pt x="112981" y="21982"/>
                      </a:lnTo>
                      <a:lnTo>
                        <a:pt x="109635" y="36267"/>
                      </a:lnTo>
                      <a:lnTo>
                        <a:pt x="109913" y="38061"/>
                      </a:lnTo>
                      <a:lnTo>
                        <a:pt x="110006" y="38108"/>
                      </a:lnTo>
                      <a:lnTo>
                        <a:pt x="110063" y="35503"/>
                      </a:lnTo>
                      <a:lnTo>
                        <a:pt x="115192" y="20825"/>
                      </a:lnTo>
                      <a:lnTo>
                        <a:pt x="111638" y="15627"/>
                      </a:lnTo>
                      <a:lnTo>
                        <a:pt x="109786" y="9504"/>
                      </a:lnTo>
                      <a:lnTo>
                        <a:pt x="109925" y="4017"/>
                      </a:lnTo>
                      <a:lnTo>
                        <a:pt x="110758" y="2488"/>
                      </a:lnTo>
                      <a:lnTo>
                        <a:pt x="110121" y="1991"/>
                      </a:lnTo>
                      <a:lnTo>
                        <a:pt x="110145" y="1979"/>
                      </a:lnTo>
                      <a:lnTo>
                        <a:pt x="110805" y="2442"/>
                      </a:lnTo>
                      <a:lnTo>
                        <a:pt x="114867" y="463"/>
                      </a:lnTo>
                      <a:lnTo>
                        <a:pt x="119556" y="3067"/>
                      </a:lnTo>
                      <a:lnTo>
                        <a:pt x="121165" y="4421"/>
                      </a:lnTo>
                      <a:lnTo>
                        <a:pt x="122646" y="7003"/>
                      </a:lnTo>
                      <a:lnTo>
                        <a:pt x="125818" y="8670"/>
                      </a:lnTo>
                      <a:lnTo>
                        <a:pt x="129106" y="13393"/>
                      </a:lnTo>
                      <a:lnTo>
                        <a:pt x="127948" y="16519"/>
                      </a:lnTo>
                      <a:lnTo>
                        <a:pt x="129499" y="13960"/>
                      </a:lnTo>
                      <a:lnTo>
                        <a:pt x="129199" y="13509"/>
                      </a:lnTo>
                      <a:lnTo>
                        <a:pt x="138702" y="16831"/>
                      </a:lnTo>
                      <a:lnTo>
                        <a:pt x="135114" y="20790"/>
                      </a:lnTo>
                      <a:lnTo>
                        <a:pt x="134164" y="24645"/>
                      </a:lnTo>
                      <a:lnTo>
                        <a:pt x="134454" y="24761"/>
                      </a:lnTo>
                      <a:lnTo>
                        <a:pt x="137533" y="18741"/>
                      </a:lnTo>
                      <a:lnTo>
                        <a:pt x="138587" y="18811"/>
                      </a:lnTo>
                      <a:lnTo>
                        <a:pt x="138459" y="19192"/>
                      </a:lnTo>
                      <a:lnTo>
                        <a:pt x="139050" y="18833"/>
                      </a:lnTo>
                      <a:lnTo>
                        <a:pt x="150359" y="19529"/>
                      </a:lnTo>
                      <a:lnTo>
                        <a:pt x="158752" y="19471"/>
                      </a:lnTo>
                      <a:lnTo>
                        <a:pt x="162109" y="20767"/>
                      </a:lnTo>
                      <a:lnTo>
                        <a:pt x="164898" y="21843"/>
                      </a:lnTo>
                      <a:lnTo>
                        <a:pt x="167492" y="23198"/>
                      </a:lnTo>
                      <a:lnTo>
                        <a:pt x="177701" y="26115"/>
                      </a:lnTo>
                      <a:lnTo>
                        <a:pt x="180862" y="34380"/>
                      </a:lnTo>
                      <a:lnTo>
                        <a:pt x="182216" y="35144"/>
                      </a:lnTo>
                      <a:lnTo>
                        <a:pt x="182598" y="41662"/>
                      </a:lnTo>
                      <a:lnTo>
                        <a:pt x="179993" y="40886"/>
                      </a:lnTo>
                      <a:lnTo>
                        <a:pt x="180375" y="38848"/>
                      </a:lnTo>
                      <a:lnTo>
                        <a:pt x="178396" y="42553"/>
                      </a:lnTo>
                      <a:lnTo>
                        <a:pt x="182123" y="44278"/>
                      </a:lnTo>
                      <a:lnTo>
                        <a:pt x="183837" y="41152"/>
                      </a:lnTo>
                      <a:lnTo>
                        <a:pt x="188062" y="41905"/>
                      </a:lnTo>
                      <a:lnTo>
                        <a:pt x="192461" y="45725"/>
                      </a:lnTo>
                      <a:lnTo>
                        <a:pt x="192808" y="48039"/>
                      </a:lnTo>
                      <a:lnTo>
                        <a:pt x="183605" y="55147"/>
                      </a:lnTo>
                      <a:lnTo>
                        <a:pt x="182448" y="59141"/>
                      </a:lnTo>
                      <a:lnTo>
                        <a:pt x="178361" y="59013"/>
                      </a:lnTo>
                      <a:lnTo>
                        <a:pt x="169170" y="61259"/>
                      </a:lnTo>
                      <a:lnTo>
                        <a:pt x="162329" y="65716"/>
                      </a:lnTo>
                      <a:lnTo>
                        <a:pt x="162109" y="65925"/>
                      </a:lnTo>
                      <a:lnTo>
                        <a:pt x="159145" y="68749"/>
                      </a:lnTo>
                      <a:lnTo>
                        <a:pt x="157154" y="71921"/>
                      </a:lnTo>
                      <a:lnTo>
                        <a:pt x="156564" y="74248"/>
                      </a:lnTo>
                      <a:lnTo>
                        <a:pt x="156437" y="74456"/>
                      </a:lnTo>
                      <a:lnTo>
                        <a:pt x="156159" y="75822"/>
                      </a:lnTo>
                      <a:lnTo>
                        <a:pt x="156089" y="76112"/>
                      </a:lnTo>
                      <a:lnTo>
                        <a:pt x="155939" y="76933"/>
                      </a:lnTo>
                      <a:lnTo>
                        <a:pt x="154457" y="84272"/>
                      </a:lnTo>
                      <a:lnTo>
                        <a:pt x="154827" y="85673"/>
                      </a:lnTo>
                      <a:lnTo>
                        <a:pt x="154596" y="87942"/>
                      </a:lnTo>
                      <a:lnTo>
                        <a:pt x="154075" y="92861"/>
                      </a:lnTo>
                      <a:lnTo>
                        <a:pt x="153265" y="94876"/>
                      </a:lnTo>
                      <a:lnTo>
                        <a:pt x="150313" y="99460"/>
                      </a:lnTo>
                      <a:lnTo>
                        <a:pt x="147512" y="100432"/>
                      </a:lnTo>
                      <a:lnTo>
                        <a:pt x="141098" y="102238"/>
                      </a:lnTo>
                      <a:lnTo>
                        <a:pt x="126108" y="109264"/>
                      </a:lnTo>
                      <a:lnTo>
                        <a:pt x="119046" y="110156"/>
                      </a:lnTo>
                      <a:lnTo>
                        <a:pt x="106452" y="112598"/>
                      </a:lnTo>
                      <a:lnTo>
                        <a:pt x="100594" y="104542"/>
                      </a:lnTo>
                      <a:lnTo>
                        <a:pt x="92572" y="97307"/>
                      </a:lnTo>
                      <a:lnTo>
                        <a:pt x="84053" y="92815"/>
                      </a:lnTo>
                      <a:lnTo>
                        <a:pt x="79052" y="87942"/>
                      </a:lnTo>
                      <a:lnTo>
                        <a:pt x="73808" y="82825"/>
                      </a:lnTo>
                      <a:lnTo>
                        <a:pt x="56398" y="75115"/>
                      </a:lnTo>
                      <a:lnTo>
                        <a:pt x="52057" y="73194"/>
                      </a:lnTo>
                      <a:lnTo>
                        <a:pt x="49672" y="71238"/>
                      </a:lnTo>
                      <a:lnTo>
                        <a:pt x="40539" y="62417"/>
                      </a:lnTo>
                      <a:lnTo>
                        <a:pt x="37818" y="59488"/>
                      </a:lnTo>
                      <a:lnTo>
                        <a:pt x="28211" y="57752"/>
                      </a:lnTo>
                      <a:lnTo>
                        <a:pt x="20142" y="59662"/>
                      </a:lnTo>
                      <a:lnTo>
                        <a:pt x="4932" y="63227"/>
                      </a:lnTo>
                      <a:lnTo>
                        <a:pt x="614" y="62324"/>
                      </a:lnTo>
                      <a:lnTo>
                        <a:pt x="0" y="61989"/>
                      </a:lnTo>
                      <a:lnTo>
                        <a:pt x="6181" y="60542"/>
                      </a:lnTo>
                      <a:lnTo>
                        <a:pt x="6181" y="60518"/>
                      </a:lnTo>
                      <a:lnTo>
                        <a:pt x="6379" y="60472"/>
                      </a:lnTo>
                      <a:lnTo>
                        <a:pt x="6251" y="55842"/>
                      </a:lnTo>
                      <a:lnTo>
                        <a:pt x="13926" y="53249"/>
                      </a:lnTo>
                      <a:lnTo>
                        <a:pt x="14146" y="52867"/>
                      </a:lnTo>
                      <a:lnTo>
                        <a:pt x="14204" y="52844"/>
                      </a:lnTo>
                      <a:lnTo>
                        <a:pt x="14238" y="52705"/>
                      </a:lnTo>
                      <a:lnTo>
                        <a:pt x="17885" y="46326"/>
                      </a:lnTo>
                      <a:lnTo>
                        <a:pt x="18140" y="45053"/>
                      </a:lnTo>
                      <a:lnTo>
                        <a:pt x="18938" y="44694"/>
                      </a:lnTo>
                      <a:lnTo>
                        <a:pt x="19204" y="39774"/>
                      </a:lnTo>
                      <a:lnTo>
                        <a:pt x="23754" y="36059"/>
                      </a:lnTo>
                      <a:lnTo>
                        <a:pt x="31428" y="36070"/>
                      </a:lnTo>
                      <a:lnTo>
                        <a:pt x="28454" y="36730"/>
                      </a:lnTo>
                      <a:lnTo>
                        <a:pt x="30422" y="37448"/>
                      </a:lnTo>
                      <a:lnTo>
                        <a:pt x="30282" y="39415"/>
                      </a:lnTo>
                      <a:lnTo>
                        <a:pt x="31070" y="38351"/>
                      </a:lnTo>
                      <a:lnTo>
                        <a:pt x="30884" y="41823"/>
                      </a:lnTo>
                      <a:lnTo>
                        <a:pt x="30931" y="41812"/>
                      </a:lnTo>
                      <a:lnTo>
                        <a:pt x="31325" y="40411"/>
                      </a:lnTo>
                      <a:lnTo>
                        <a:pt x="32193" y="41361"/>
                      </a:lnTo>
                      <a:lnTo>
                        <a:pt x="31973" y="41441"/>
                      </a:lnTo>
                      <a:lnTo>
                        <a:pt x="30723" y="43004"/>
                      </a:lnTo>
                      <a:lnTo>
                        <a:pt x="29738" y="44000"/>
                      </a:lnTo>
                      <a:lnTo>
                        <a:pt x="30051" y="43965"/>
                      </a:lnTo>
                      <a:lnTo>
                        <a:pt x="31428" y="42946"/>
                      </a:lnTo>
                      <a:lnTo>
                        <a:pt x="33003" y="41210"/>
                      </a:lnTo>
                      <a:lnTo>
                        <a:pt x="31637" y="39555"/>
                      </a:lnTo>
                      <a:lnTo>
                        <a:pt x="33084" y="39994"/>
                      </a:lnTo>
                      <a:lnTo>
                        <a:pt x="33339" y="38525"/>
                      </a:lnTo>
                      <a:lnTo>
                        <a:pt x="31776" y="39127"/>
                      </a:lnTo>
                      <a:lnTo>
                        <a:pt x="30769" y="37043"/>
                      </a:lnTo>
                      <a:lnTo>
                        <a:pt x="31892" y="36151"/>
                      </a:lnTo>
                      <a:lnTo>
                        <a:pt x="35666" y="36070"/>
                      </a:lnTo>
                      <a:lnTo>
                        <a:pt x="36939" y="36070"/>
                      </a:lnTo>
                      <a:lnTo>
                        <a:pt x="37992" y="35642"/>
                      </a:lnTo>
                      <a:lnTo>
                        <a:pt x="43248" y="34380"/>
                      </a:lnTo>
                      <a:lnTo>
                        <a:pt x="56398" y="26277"/>
                      </a:lnTo>
                      <a:lnTo>
                        <a:pt x="59315" y="24494"/>
                      </a:lnTo>
                      <a:lnTo>
                        <a:pt x="63135" y="25016"/>
                      </a:lnTo>
                      <a:lnTo>
                        <a:pt x="64837" y="25444"/>
                      </a:lnTo>
                      <a:lnTo>
                        <a:pt x="61433" y="25409"/>
                      </a:lnTo>
                      <a:lnTo>
                        <a:pt x="64895" y="27655"/>
                      </a:lnTo>
                      <a:lnTo>
                        <a:pt x="62556" y="28801"/>
                      </a:lnTo>
                      <a:lnTo>
                        <a:pt x="64709" y="28731"/>
                      </a:lnTo>
                      <a:lnTo>
                        <a:pt x="63309" y="31475"/>
                      </a:lnTo>
                      <a:lnTo>
                        <a:pt x="59836" y="33685"/>
                      </a:lnTo>
                      <a:lnTo>
                        <a:pt x="59500" y="36707"/>
                      </a:lnTo>
                      <a:lnTo>
                        <a:pt x="60264" y="34253"/>
                      </a:lnTo>
                      <a:lnTo>
                        <a:pt x="64327" y="30804"/>
                      </a:lnTo>
                      <a:lnTo>
                        <a:pt x="64570" y="37795"/>
                      </a:lnTo>
                      <a:lnTo>
                        <a:pt x="64582" y="33118"/>
                      </a:lnTo>
                      <a:lnTo>
                        <a:pt x="66816" y="34831"/>
                      </a:lnTo>
                      <a:lnTo>
                        <a:pt x="64883" y="31428"/>
                      </a:lnTo>
                      <a:lnTo>
                        <a:pt x="69502" y="33512"/>
                      </a:lnTo>
                      <a:lnTo>
                        <a:pt x="65913" y="30525"/>
                      </a:lnTo>
                      <a:lnTo>
                        <a:pt x="65682" y="30178"/>
                      </a:lnTo>
                      <a:lnTo>
                        <a:pt x="66110" y="27816"/>
                      </a:lnTo>
                      <a:lnTo>
                        <a:pt x="68055" y="25444"/>
                      </a:lnTo>
                      <a:lnTo>
                        <a:pt x="69073" y="26323"/>
                      </a:lnTo>
                      <a:lnTo>
                        <a:pt x="68032" y="25513"/>
                      </a:lnTo>
                      <a:lnTo>
                        <a:pt x="68020" y="25536"/>
                      </a:lnTo>
                      <a:lnTo>
                        <a:pt x="66260" y="27967"/>
                      </a:lnTo>
                      <a:lnTo>
                        <a:pt x="66723" y="29287"/>
                      </a:lnTo>
                      <a:lnTo>
                        <a:pt x="67881" y="27597"/>
                      </a:lnTo>
                      <a:lnTo>
                        <a:pt x="69421" y="30086"/>
                      </a:lnTo>
                      <a:lnTo>
                        <a:pt x="70335" y="28569"/>
                      </a:lnTo>
                      <a:lnTo>
                        <a:pt x="72268" y="30688"/>
                      </a:lnTo>
                      <a:lnTo>
                        <a:pt x="77014" y="30178"/>
                      </a:lnTo>
                      <a:lnTo>
                        <a:pt x="78114" y="33512"/>
                      </a:lnTo>
                      <a:lnTo>
                        <a:pt x="77084" y="29518"/>
                      </a:lnTo>
                      <a:lnTo>
                        <a:pt x="80580" y="28095"/>
                      </a:lnTo>
                      <a:lnTo>
                        <a:pt x="73426" y="30016"/>
                      </a:lnTo>
                      <a:lnTo>
                        <a:pt x="71145" y="28222"/>
                      </a:lnTo>
                      <a:lnTo>
                        <a:pt x="73218" y="28037"/>
                      </a:lnTo>
                      <a:lnTo>
                        <a:pt x="72048" y="26474"/>
                      </a:lnTo>
                      <a:lnTo>
                        <a:pt x="74549" y="26497"/>
                      </a:lnTo>
                      <a:lnTo>
                        <a:pt x="69305" y="25652"/>
                      </a:lnTo>
                      <a:lnTo>
                        <a:pt x="70833" y="24356"/>
                      </a:lnTo>
                      <a:lnTo>
                        <a:pt x="68888" y="23846"/>
                      </a:lnTo>
                      <a:lnTo>
                        <a:pt x="66422" y="25872"/>
                      </a:lnTo>
                      <a:lnTo>
                        <a:pt x="65682" y="24922"/>
                      </a:lnTo>
                      <a:lnTo>
                        <a:pt x="65774" y="24807"/>
                      </a:lnTo>
                      <a:lnTo>
                        <a:pt x="86345" y="16947"/>
                      </a:lnTo>
                      <a:lnTo>
                        <a:pt x="89377" y="12270"/>
                      </a:lnTo>
                      <a:lnTo>
                        <a:pt x="90628" y="8717"/>
                      </a:lnTo>
                      <a:lnTo>
                        <a:pt x="95987" y="5556"/>
                      </a:lnTo>
                      <a:lnTo>
                        <a:pt x="99067" y="1076"/>
                      </a:lnTo>
                      <a:lnTo>
                        <a:pt x="99865" y="671"/>
                      </a:lnTo>
                      <a:lnTo>
                        <a:pt x="101961" y="0"/>
                      </a:lnTo>
                      <a:lnTo>
                        <a:pt x="106139" y="266"/>
                      </a:lnTo>
                      <a:lnTo>
                        <a:pt x="106660" y="1076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817E9794-112F-6BC9-846E-6D1982C8B316}"/>
                    </a:ext>
                  </a:extLst>
                </p:cNvPr>
                <p:cNvSpPr/>
                <p:nvPr/>
              </p:nvSpPr>
              <p:spPr>
                <a:xfrm>
                  <a:off x="10479790" y="6828105"/>
                  <a:ext cx="85105" cy="52253"/>
                </a:xfrm>
                <a:custGeom>
                  <a:avLst/>
                  <a:gdLst>
                    <a:gd name="connsiteX0" fmla="*/ 65878 w 85105"/>
                    <a:gd name="connsiteY0" fmla="*/ 15512 h 52253"/>
                    <a:gd name="connsiteX1" fmla="*/ 80197 w 85105"/>
                    <a:gd name="connsiteY1" fmla="*/ 30792 h 52253"/>
                    <a:gd name="connsiteX2" fmla="*/ 85106 w 85105"/>
                    <a:gd name="connsiteY2" fmla="*/ 40967 h 52253"/>
                    <a:gd name="connsiteX3" fmla="*/ 82675 w 85105"/>
                    <a:gd name="connsiteY3" fmla="*/ 43884 h 52253"/>
                    <a:gd name="connsiteX4" fmla="*/ 82629 w 85105"/>
                    <a:gd name="connsiteY4" fmla="*/ 42171 h 52253"/>
                    <a:gd name="connsiteX5" fmla="*/ 80313 w 85105"/>
                    <a:gd name="connsiteY5" fmla="*/ 42136 h 52253"/>
                    <a:gd name="connsiteX6" fmla="*/ 74710 w 85105"/>
                    <a:gd name="connsiteY6" fmla="*/ 48665 h 52253"/>
                    <a:gd name="connsiteX7" fmla="*/ 65948 w 85105"/>
                    <a:gd name="connsiteY7" fmla="*/ 52254 h 52253"/>
                    <a:gd name="connsiteX8" fmla="*/ 59940 w 85105"/>
                    <a:gd name="connsiteY8" fmla="*/ 50459 h 52253"/>
                    <a:gd name="connsiteX9" fmla="*/ 57405 w 85105"/>
                    <a:gd name="connsiteY9" fmla="*/ 47021 h 52253"/>
                    <a:gd name="connsiteX10" fmla="*/ 56305 w 85105"/>
                    <a:gd name="connsiteY10" fmla="*/ 46975 h 52253"/>
                    <a:gd name="connsiteX11" fmla="*/ 51189 w 85105"/>
                    <a:gd name="connsiteY11" fmla="*/ 46778 h 52253"/>
                    <a:gd name="connsiteX12" fmla="*/ 51790 w 85105"/>
                    <a:gd name="connsiteY12" fmla="*/ 43815 h 52253"/>
                    <a:gd name="connsiteX13" fmla="*/ 50644 w 85105"/>
                    <a:gd name="connsiteY13" fmla="*/ 43665 h 52253"/>
                    <a:gd name="connsiteX14" fmla="*/ 50864 w 85105"/>
                    <a:gd name="connsiteY14" fmla="*/ 46581 h 52253"/>
                    <a:gd name="connsiteX15" fmla="*/ 47994 w 85105"/>
                    <a:gd name="connsiteY15" fmla="*/ 43352 h 52253"/>
                    <a:gd name="connsiteX16" fmla="*/ 44648 w 85105"/>
                    <a:gd name="connsiteY16" fmla="*/ 43005 h 52253"/>
                    <a:gd name="connsiteX17" fmla="*/ 48653 w 85105"/>
                    <a:gd name="connsiteY17" fmla="*/ 45679 h 52253"/>
                    <a:gd name="connsiteX18" fmla="*/ 48514 w 85105"/>
                    <a:gd name="connsiteY18" fmla="*/ 47264 h 52253"/>
                    <a:gd name="connsiteX19" fmla="*/ 46095 w 85105"/>
                    <a:gd name="connsiteY19" fmla="*/ 47600 h 52253"/>
                    <a:gd name="connsiteX20" fmla="*/ 32100 w 85105"/>
                    <a:gd name="connsiteY20" fmla="*/ 43063 h 52253"/>
                    <a:gd name="connsiteX21" fmla="*/ 32030 w 85105"/>
                    <a:gd name="connsiteY21" fmla="*/ 44475 h 52253"/>
                    <a:gd name="connsiteX22" fmla="*/ 28523 w 85105"/>
                    <a:gd name="connsiteY22" fmla="*/ 45331 h 52253"/>
                    <a:gd name="connsiteX23" fmla="*/ 28708 w 85105"/>
                    <a:gd name="connsiteY23" fmla="*/ 44069 h 52253"/>
                    <a:gd name="connsiteX24" fmla="*/ 26891 w 85105"/>
                    <a:gd name="connsiteY24" fmla="*/ 44510 h 52253"/>
                    <a:gd name="connsiteX25" fmla="*/ 25386 w 85105"/>
                    <a:gd name="connsiteY25" fmla="*/ 42611 h 52253"/>
                    <a:gd name="connsiteX26" fmla="*/ 22700 w 85105"/>
                    <a:gd name="connsiteY26" fmla="*/ 44312 h 52253"/>
                    <a:gd name="connsiteX27" fmla="*/ 23487 w 85105"/>
                    <a:gd name="connsiteY27" fmla="*/ 45262 h 52253"/>
                    <a:gd name="connsiteX28" fmla="*/ 20177 w 85105"/>
                    <a:gd name="connsiteY28" fmla="*/ 46130 h 52253"/>
                    <a:gd name="connsiteX29" fmla="*/ 16947 w 85105"/>
                    <a:gd name="connsiteY29" fmla="*/ 44452 h 52253"/>
                    <a:gd name="connsiteX30" fmla="*/ 16982 w 85105"/>
                    <a:gd name="connsiteY30" fmla="*/ 40504 h 52253"/>
                    <a:gd name="connsiteX31" fmla="*/ 18707 w 85105"/>
                    <a:gd name="connsiteY31" fmla="*/ 39416 h 52253"/>
                    <a:gd name="connsiteX32" fmla="*/ 16287 w 85105"/>
                    <a:gd name="connsiteY32" fmla="*/ 34218 h 52253"/>
                    <a:gd name="connsiteX33" fmla="*/ 11495 w 85105"/>
                    <a:gd name="connsiteY33" fmla="*/ 32691 h 52253"/>
                    <a:gd name="connsiteX34" fmla="*/ 11217 w 85105"/>
                    <a:gd name="connsiteY34" fmla="*/ 30595 h 52253"/>
                    <a:gd name="connsiteX35" fmla="*/ 3785 w 85105"/>
                    <a:gd name="connsiteY35" fmla="*/ 26949 h 52253"/>
                    <a:gd name="connsiteX36" fmla="*/ 0 w 85105"/>
                    <a:gd name="connsiteY36" fmla="*/ 19389 h 52253"/>
                    <a:gd name="connsiteX37" fmla="*/ 4017 w 85105"/>
                    <a:gd name="connsiteY37" fmla="*/ 22446 h 52253"/>
                    <a:gd name="connsiteX38" fmla="*/ 7084 w 85105"/>
                    <a:gd name="connsiteY38" fmla="*/ 21034 h 52253"/>
                    <a:gd name="connsiteX39" fmla="*/ 7825 w 85105"/>
                    <a:gd name="connsiteY39" fmla="*/ 18672 h 52253"/>
                    <a:gd name="connsiteX40" fmla="*/ 7223 w 85105"/>
                    <a:gd name="connsiteY40" fmla="*/ 18730 h 52253"/>
                    <a:gd name="connsiteX41" fmla="*/ 5290 w 85105"/>
                    <a:gd name="connsiteY41" fmla="*/ 15280 h 52253"/>
                    <a:gd name="connsiteX42" fmla="*/ 5186 w 85105"/>
                    <a:gd name="connsiteY42" fmla="*/ 10233 h 52253"/>
                    <a:gd name="connsiteX43" fmla="*/ 8230 w 85105"/>
                    <a:gd name="connsiteY43" fmla="*/ 3809 h 52253"/>
                    <a:gd name="connsiteX44" fmla="*/ 7432 w 85105"/>
                    <a:gd name="connsiteY44" fmla="*/ 0 h 52253"/>
                    <a:gd name="connsiteX45" fmla="*/ 12618 w 85105"/>
                    <a:gd name="connsiteY45" fmla="*/ 1494 h 52253"/>
                    <a:gd name="connsiteX46" fmla="*/ 12687 w 85105"/>
                    <a:gd name="connsiteY46" fmla="*/ 1505 h 52253"/>
                    <a:gd name="connsiteX47" fmla="*/ 16009 w 85105"/>
                    <a:gd name="connsiteY47" fmla="*/ 2801 h 52253"/>
                    <a:gd name="connsiteX48" fmla="*/ 21184 w 85105"/>
                    <a:gd name="connsiteY48" fmla="*/ 3068 h 52253"/>
                    <a:gd name="connsiteX49" fmla="*/ 25096 w 85105"/>
                    <a:gd name="connsiteY49" fmla="*/ 3786 h 52253"/>
                    <a:gd name="connsiteX50" fmla="*/ 34646 w 85105"/>
                    <a:gd name="connsiteY50" fmla="*/ 10349 h 52253"/>
                    <a:gd name="connsiteX51" fmla="*/ 48167 w 85105"/>
                    <a:gd name="connsiteY51" fmla="*/ 12270 h 52253"/>
                    <a:gd name="connsiteX52" fmla="*/ 56317 w 85105"/>
                    <a:gd name="connsiteY52" fmla="*/ 12850 h 52253"/>
                    <a:gd name="connsiteX53" fmla="*/ 56861 w 85105"/>
                    <a:gd name="connsiteY53" fmla="*/ 12896 h 52253"/>
                    <a:gd name="connsiteX54" fmla="*/ 60808 w 85105"/>
                    <a:gd name="connsiteY54" fmla="*/ 13567 h 52253"/>
                    <a:gd name="connsiteX55" fmla="*/ 65878 w 85105"/>
                    <a:gd name="connsiteY55" fmla="*/ 15512 h 522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85105" h="52253">
                      <a:moveTo>
                        <a:pt x="65878" y="15512"/>
                      </a:moveTo>
                      <a:lnTo>
                        <a:pt x="80197" y="30792"/>
                      </a:lnTo>
                      <a:lnTo>
                        <a:pt x="85106" y="40967"/>
                      </a:lnTo>
                      <a:lnTo>
                        <a:pt x="82675" y="43884"/>
                      </a:lnTo>
                      <a:lnTo>
                        <a:pt x="82629" y="42171"/>
                      </a:lnTo>
                      <a:lnTo>
                        <a:pt x="80313" y="42136"/>
                      </a:lnTo>
                      <a:lnTo>
                        <a:pt x="74710" y="48665"/>
                      </a:lnTo>
                      <a:lnTo>
                        <a:pt x="65948" y="52254"/>
                      </a:lnTo>
                      <a:lnTo>
                        <a:pt x="59940" y="50459"/>
                      </a:lnTo>
                      <a:lnTo>
                        <a:pt x="57405" y="47021"/>
                      </a:lnTo>
                      <a:lnTo>
                        <a:pt x="56305" y="46975"/>
                      </a:lnTo>
                      <a:lnTo>
                        <a:pt x="51189" y="46778"/>
                      </a:lnTo>
                      <a:lnTo>
                        <a:pt x="51790" y="43815"/>
                      </a:lnTo>
                      <a:lnTo>
                        <a:pt x="50644" y="43665"/>
                      </a:lnTo>
                      <a:lnTo>
                        <a:pt x="50864" y="46581"/>
                      </a:lnTo>
                      <a:lnTo>
                        <a:pt x="47994" y="43352"/>
                      </a:lnTo>
                      <a:lnTo>
                        <a:pt x="44648" y="43005"/>
                      </a:lnTo>
                      <a:lnTo>
                        <a:pt x="48653" y="45679"/>
                      </a:lnTo>
                      <a:lnTo>
                        <a:pt x="48514" y="47264"/>
                      </a:lnTo>
                      <a:lnTo>
                        <a:pt x="46095" y="47600"/>
                      </a:lnTo>
                      <a:lnTo>
                        <a:pt x="32100" y="43063"/>
                      </a:lnTo>
                      <a:lnTo>
                        <a:pt x="32030" y="44475"/>
                      </a:lnTo>
                      <a:lnTo>
                        <a:pt x="28523" y="45331"/>
                      </a:lnTo>
                      <a:lnTo>
                        <a:pt x="28708" y="44069"/>
                      </a:lnTo>
                      <a:lnTo>
                        <a:pt x="26891" y="44510"/>
                      </a:lnTo>
                      <a:lnTo>
                        <a:pt x="25386" y="42611"/>
                      </a:lnTo>
                      <a:lnTo>
                        <a:pt x="22700" y="44312"/>
                      </a:lnTo>
                      <a:lnTo>
                        <a:pt x="23487" y="45262"/>
                      </a:lnTo>
                      <a:lnTo>
                        <a:pt x="20177" y="46130"/>
                      </a:lnTo>
                      <a:lnTo>
                        <a:pt x="16947" y="44452"/>
                      </a:lnTo>
                      <a:lnTo>
                        <a:pt x="16982" y="40504"/>
                      </a:lnTo>
                      <a:lnTo>
                        <a:pt x="18707" y="39416"/>
                      </a:lnTo>
                      <a:lnTo>
                        <a:pt x="16287" y="34218"/>
                      </a:lnTo>
                      <a:lnTo>
                        <a:pt x="11495" y="32691"/>
                      </a:lnTo>
                      <a:lnTo>
                        <a:pt x="11217" y="30595"/>
                      </a:lnTo>
                      <a:lnTo>
                        <a:pt x="3785" y="26949"/>
                      </a:lnTo>
                      <a:lnTo>
                        <a:pt x="0" y="19389"/>
                      </a:lnTo>
                      <a:lnTo>
                        <a:pt x="4017" y="22446"/>
                      </a:lnTo>
                      <a:lnTo>
                        <a:pt x="7084" y="21034"/>
                      </a:lnTo>
                      <a:lnTo>
                        <a:pt x="7825" y="18672"/>
                      </a:lnTo>
                      <a:lnTo>
                        <a:pt x="7223" y="18730"/>
                      </a:lnTo>
                      <a:lnTo>
                        <a:pt x="5290" y="15280"/>
                      </a:lnTo>
                      <a:lnTo>
                        <a:pt x="5186" y="10233"/>
                      </a:lnTo>
                      <a:lnTo>
                        <a:pt x="8230" y="3809"/>
                      </a:lnTo>
                      <a:lnTo>
                        <a:pt x="7432" y="0"/>
                      </a:lnTo>
                      <a:lnTo>
                        <a:pt x="12618" y="1494"/>
                      </a:lnTo>
                      <a:lnTo>
                        <a:pt x="12687" y="1505"/>
                      </a:lnTo>
                      <a:lnTo>
                        <a:pt x="16009" y="2801"/>
                      </a:lnTo>
                      <a:lnTo>
                        <a:pt x="21184" y="3068"/>
                      </a:lnTo>
                      <a:lnTo>
                        <a:pt x="25096" y="3786"/>
                      </a:lnTo>
                      <a:lnTo>
                        <a:pt x="34646" y="10349"/>
                      </a:lnTo>
                      <a:lnTo>
                        <a:pt x="48167" y="12270"/>
                      </a:lnTo>
                      <a:lnTo>
                        <a:pt x="56317" y="12850"/>
                      </a:lnTo>
                      <a:lnTo>
                        <a:pt x="56861" y="12896"/>
                      </a:lnTo>
                      <a:lnTo>
                        <a:pt x="60808" y="13567"/>
                      </a:lnTo>
                      <a:lnTo>
                        <a:pt x="65878" y="15512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D5E9E194-7FCC-EAE8-2969-1FD474B6C6FC}"/>
                    </a:ext>
                  </a:extLst>
                </p:cNvPr>
                <p:cNvSpPr/>
                <p:nvPr/>
              </p:nvSpPr>
              <p:spPr>
                <a:xfrm>
                  <a:off x="9810438" y="7203442"/>
                  <a:ext cx="30293" cy="34762"/>
                </a:xfrm>
                <a:custGeom>
                  <a:avLst/>
                  <a:gdLst>
                    <a:gd name="connsiteX0" fmla="*/ 24900 w 30293"/>
                    <a:gd name="connsiteY0" fmla="*/ 2859 h 34762"/>
                    <a:gd name="connsiteX1" fmla="*/ 25721 w 30293"/>
                    <a:gd name="connsiteY1" fmla="*/ 12595 h 34762"/>
                    <a:gd name="connsiteX2" fmla="*/ 26983 w 30293"/>
                    <a:gd name="connsiteY2" fmla="*/ 22411 h 34762"/>
                    <a:gd name="connsiteX3" fmla="*/ 27261 w 30293"/>
                    <a:gd name="connsiteY3" fmla="*/ 24043 h 34762"/>
                    <a:gd name="connsiteX4" fmla="*/ 27365 w 30293"/>
                    <a:gd name="connsiteY4" fmla="*/ 24587 h 34762"/>
                    <a:gd name="connsiteX5" fmla="*/ 25270 w 30293"/>
                    <a:gd name="connsiteY5" fmla="*/ 27261 h 34762"/>
                    <a:gd name="connsiteX6" fmla="*/ 29738 w 30293"/>
                    <a:gd name="connsiteY6" fmla="*/ 26115 h 34762"/>
                    <a:gd name="connsiteX7" fmla="*/ 30167 w 30293"/>
                    <a:gd name="connsiteY7" fmla="*/ 24043 h 34762"/>
                    <a:gd name="connsiteX8" fmla="*/ 30294 w 30293"/>
                    <a:gd name="connsiteY8" fmla="*/ 23429 h 34762"/>
                    <a:gd name="connsiteX9" fmla="*/ 30236 w 30293"/>
                    <a:gd name="connsiteY9" fmla="*/ 24043 h 34762"/>
                    <a:gd name="connsiteX10" fmla="*/ 29738 w 30293"/>
                    <a:gd name="connsiteY10" fmla="*/ 29183 h 34762"/>
                    <a:gd name="connsiteX11" fmla="*/ 20408 w 30293"/>
                    <a:gd name="connsiteY11" fmla="*/ 31868 h 34762"/>
                    <a:gd name="connsiteX12" fmla="*/ 9863 w 30293"/>
                    <a:gd name="connsiteY12" fmla="*/ 34646 h 34762"/>
                    <a:gd name="connsiteX13" fmla="*/ 8786 w 30293"/>
                    <a:gd name="connsiteY13" fmla="*/ 34762 h 34762"/>
                    <a:gd name="connsiteX14" fmla="*/ 4468 w 30293"/>
                    <a:gd name="connsiteY14" fmla="*/ 30873 h 34762"/>
                    <a:gd name="connsiteX15" fmla="*/ 4109 w 30293"/>
                    <a:gd name="connsiteY15" fmla="*/ 30526 h 34762"/>
                    <a:gd name="connsiteX16" fmla="*/ 799 w 30293"/>
                    <a:gd name="connsiteY16" fmla="*/ 26752 h 34762"/>
                    <a:gd name="connsiteX17" fmla="*/ 972 w 30293"/>
                    <a:gd name="connsiteY17" fmla="*/ 25942 h 34762"/>
                    <a:gd name="connsiteX18" fmla="*/ 2292 w 30293"/>
                    <a:gd name="connsiteY18" fmla="*/ 26983 h 34762"/>
                    <a:gd name="connsiteX19" fmla="*/ 1157 w 30293"/>
                    <a:gd name="connsiteY19" fmla="*/ 24043 h 34762"/>
                    <a:gd name="connsiteX20" fmla="*/ 1076 w 30293"/>
                    <a:gd name="connsiteY20" fmla="*/ 23835 h 34762"/>
                    <a:gd name="connsiteX21" fmla="*/ 2188 w 30293"/>
                    <a:gd name="connsiteY21" fmla="*/ 23499 h 34762"/>
                    <a:gd name="connsiteX22" fmla="*/ 162 w 30293"/>
                    <a:gd name="connsiteY22" fmla="*/ 22642 h 34762"/>
                    <a:gd name="connsiteX23" fmla="*/ 0 w 30293"/>
                    <a:gd name="connsiteY23" fmla="*/ 17699 h 34762"/>
                    <a:gd name="connsiteX24" fmla="*/ 2905 w 30293"/>
                    <a:gd name="connsiteY24" fmla="*/ 18406 h 34762"/>
                    <a:gd name="connsiteX25" fmla="*/ 2778 w 30293"/>
                    <a:gd name="connsiteY25" fmla="*/ 15605 h 34762"/>
                    <a:gd name="connsiteX26" fmla="*/ 7501 w 30293"/>
                    <a:gd name="connsiteY26" fmla="*/ 16380 h 34762"/>
                    <a:gd name="connsiteX27" fmla="*/ 7802 w 30293"/>
                    <a:gd name="connsiteY27" fmla="*/ 14863 h 34762"/>
                    <a:gd name="connsiteX28" fmla="*/ 5429 w 30293"/>
                    <a:gd name="connsiteY28" fmla="*/ 15083 h 34762"/>
                    <a:gd name="connsiteX29" fmla="*/ 7513 w 30293"/>
                    <a:gd name="connsiteY29" fmla="*/ 12930 h 34762"/>
                    <a:gd name="connsiteX30" fmla="*/ 7698 w 30293"/>
                    <a:gd name="connsiteY30" fmla="*/ 11796 h 34762"/>
                    <a:gd name="connsiteX31" fmla="*/ 4075 w 30293"/>
                    <a:gd name="connsiteY31" fmla="*/ 5927 h 34762"/>
                    <a:gd name="connsiteX32" fmla="*/ 6714 w 30293"/>
                    <a:gd name="connsiteY32" fmla="*/ 4653 h 34762"/>
                    <a:gd name="connsiteX33" fmla="*/ 9515 w 30293"/>
                    <a:gd name="connsiteY33" fmla="*/ 7015 h 34762"/>
                    <a:gd name="connsiteX34" fmla="*/ 12779 w 30293"/>
                    <a:gd name="connsiteY34" fmla="*/ 0 h 34762"/>
                    <a:gd name="connsiteX35" fmla="*/ 18741 w 30293"/>
                    <a:gd name="connsiteY35" fmla="*/ 718 h 34762"/>
                    <a:gd name="connsiteX36" fmla="*/ 20917 w 30293"/>
                    <a:gd name="connsiteY36" fmla="*/ 1887 h 34762"/>
                    <a:gd name="connsiteX37" fmla="*/ 24900 w 30293"/>
                    <a:gd name="connsiteY37" fmla="*/ 2859 h 3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30293" h="34762">
                      <a:moveTo>
                        <a:pt x="24900" y="2859"/>
                      </a:moveTo>
                      <a:lnTo>
                        <a:pt x="25721" y="12595"/>
                      </a:lnTo>
                      <a:lnTo>
                        <a:pt x="26983" y="22411"/>
                      </a:lnTo>
                      <a:lnTo>
                        <a:pt x="27261" y="24043"/>
                      </a:lnTo>
                      <a:lnTo>
                        <a:pt x="27365" y="24587"/>
                      </a:lnTo>
                      <a:lnTo>
                        <a:pt x="25270" y="27261"/>
                      </a:lnTo>
                      <a:lnTo>
                        <a:pt x="29738" y="26115"/>
                      </a:lnTo>
                      <a:lnTo>
                        <a:pt x="30167" y="24043"/>
                      </a:lnTo>
                      <a:lnTo>
                        <a:pt x="30294" y="23429"/>
                      </a:lnTo>
                      <a:lnTo>
                        <a:pt x="30236" y="24043"/>
                      </a:lnTo>
                      <a:lnTo>
                        <a:pt x="29738" y="29183"/>
                      </a:lnTo>
                      <a:lnTo>
                        <a:pt x="20408" y="31868"/>
                      </a:lnTo>
                      <a:lnTo>
                        <a:pt x="9863" y="34646"/>
                      </a:lnTo>
                      <a:lnTo>
                        <a:pt x="8786" y="34762"/>
                      </a:lnTo>
                      <a:lnTo>
                        <a:pt x="4468" y="30873"/>
                      </a:lnTo>
                      <a:lnTo>
                        <a:pt x="4109" y="30526"/>
                      </a:lnTo>
                      <a:lnTo>
                        <a:pt x="799" y="26752"/>
                      </a:lnTo>
                      <a:lnTo>
                        <a:pt x="972" y="25942"/>
                      </a:lnTo>
                      <a:lnTo>
                        <a:pt x="2292" y="26983"/>
                      </a:lnTo>
                      <a:lnTo>
                        <a:pt x="1157" y="24043"/>
                      </a:lnTo>
                      <a:lnTo>
                        <a:pt x="1076" y="23835"/>
                      </a:lnTo>
                      <a:lnTo>
                        <a:pt x="2188" y="23499"/>
                      </a:lnTo>
                      <a:lnTo>
                        <a:pt x="162" y="22642"/>
                      </a:lnTo>
                      <a:lnTo>
                        <a:pt x="0" y="17699"/>
                      </a:lnTo>
                      <a:lnTo>
                        <a:pt x="2905" y="18406"/>
                      </a:lnTo>
                      <a:lnTo>
                        <a:pt x="2778" y="15605"/>
                      </a:lnTo>
                      <a:lnTo>
                        <a:pt x="7501" y="16380"/>
                      </a:lnTo>
                      <a:lnTo>
                        <a:pt x="7802" y="14863"/>
                      </a:lnTo>
                      <a:lnTo>
                        <a:pt x="5429" y="15083"/>
                      </a:lnTo>
                      <a:lnTo>
                        <a:pt x="7513" y="12930"/>
                      </a:lnTo>
                      <a:lnTo>
                        <a:pt x="7698" y="11796"/>
                      </a:lnTo>
                      <a:lnTo>
                        <a:pt x="4075" y="5927"/>
                      </a:lnTo>
                      <a:lnTo>
                        <a:pt x="6714" y="4653"/>
                      </a:lnTo>
                      <a:lnTo>
                        <a:pt x="9515" y="7015"/>
                      </a:lnTo>
                      <a:lnTo>
                        <a:pt x="12779" y="0"/>
                      </a:lnTo>
                      <a:lnTo>
                        <a:pt x="18741" y="718"/>
                      </a:lnTo>
                      <a:lnTo>
                        <a:pt x="20917" y="1887"/>
                      </a:lnTo>
                      <a:lnTo>
                        <a:pt x="24900" y="2859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C55D1ADF-1B2E-B823-991D-75412DC1F9A5}"/>
                    </a:ext>
                  </a:extLst>
                </p:cNvPr>
                <p:cNvSpPr/>
                <p:nvPr/>
              </p:nvSpPr>
              <p:spPr>
                <a:xfrm>
                  <a:off x="9842630" y="7204252"/>
                  <a:ext cx="33246" cy="33246"/>
                </a:xfrm>
                <a:custGeom>
                  <a:avLst/>
                  <a:gdLst>
                    <a:gd name="connsiteX0" fmla="*/ 20617 w 33246"/>
                    <a:gd name="connsiteY0" fmla="*/ 0 h 33246"/>
                    <a:gd name="connsiteX1" fmla="*/ 20212 w 33246"/>
                    <a:gd name="connsiteY1" fmla="*/ 2234 h 33246"/>
                    <a:gd name="connsiteX2" fmla="*/ 22666 w 33246"/>
                    <a:gd name="connsiteY2" fmla="*/ 613 h 33246"/>
                    <a:gd name="connsiteX3" fmla="*/ 25050 w 33246"/>
                    <a:gd name="connsiteY3" fmla="*/ 1829 h 33246"/>
                    <a:gd name="connsiteX4" fmla="*/ 27435 w 33246"/>
                    <a:gd name="connsiteY4" fmla="*/ 6100 h 33246"/>
                    <a:gd name="connsiteX5" fmla="*/ 25050 w 33246"/>
                    <a:gd name="connsiteY5" fmla="*/ 10951 h 33246"/>
                    <a:gd name="connsiteX6" fmla="*/ 25328 w 33246"/>
                    <a:gd name="connsiteY6" fmla="*/ 15917 h 33246"/>
                    <a:gd name="connsiteX7" fmla="*/ 23754 w 33246"/>
                    <a:gd name="connsiteY7" fmla="*/ 13578 h 33246"/>
                    <a:gd name="connsiteX8" fmla="*/ 20084 w 33246"/>
                    <a:gd name="connsiteY8" fmla="*/ 14042 h 33246"/>
                    <a:gd name="connsiteX9" fmla="*/ 23580 w 33246"/>
                    <a:gd name="connsiteY9" fmla="*/ 14805 h 33246"/>
                    <a:gd name="connsiteX10" fmla="*/ 22318 w 33246"/>
                    <a:gd name="connsiteY10" fmla="*/ 16438 h 33246"/>
                    <a:gd name="connsiteX11" fmla="*/ 20015 w 33246"/>
                    <a:gd name="connsiteY11" fmla="*/ 15569 h 33246"/>
                    <a:gd name="connsiteX12" fmla="*/ 20189 w 33246"/>
                    <a:gd name="connsiteY12" fmla="*/ 16970 h 33246"/>
                    <a:gd name="connsiteX13" fmla="*/ 20929 w 33246"/>
                    <a:gd name="connsiteY13" fmla="*/ 18684 h 33246"/>
                    <a:gd name="connsiteX14" fmla="*/ 24773 w 33246"/>
                    <a:gd name="connsiteY14" fmla="*/ 17468 h 33246"/>
                    <a:gd name="connsiteX15" fmla="*/ 26984 w 33246"/>
                    <a:gd name="connsiteY15" fmla="*/ 19575 h 33246"/>
                    <a:gd name="connsiteX16" fmla="*/ 25397 w 33246"/>
                    <a:gd name="connsiteY16" fmla="*/ 20744 h 33246"/>
                    <a:gd name="connsiteX17" fmla="*/ 25895 w 33246"/>
                    <a:gd name="connsiteY17" fmla="*/ 23233 h 33246"/>
                    <a:gd name="connsiteX18" fmla="*/ 26023 w 33246"/>
                    <a:gd name="connsiteY18" fmla="*/ 23916 h 33246"/>
                    <a:gd name="connsiteX19" fmla="*/ 23360 w 33246"/>
                    <a:gd name="connsiteY19" fmla="*/ 26451 h 33246"/>
                    <a:gd name="connsiteX20" fmla="*/ 21450 w 33246"/>
                    <a:gd name="connsiteY20" fmla="*/ 26069 h 33246"/>
                    <a:gd name="connsiteX21" fmla="*/ 21670 w 33246"/>
                    <a:gd name="connsiteY21" fmla="*/ 27828 h 33246"/>
                    <a:gd name="connsiteX22" fmla="*/ 25293 w 33246"/>
                    <a:gd name="connsiteY22" fmla="*/ 26231 h 33246"/>
                    <a:gd name="connsiteX23" fmla="*/ 27643 w 33246"/>
                    <a:gd name="connsiteY23" fmla="*/ 27898 h 33246"/>
                    <a:gd name="connsiteX24" fmla="*/ 27701 w 33246"/>
                    <a:gd name="connsiteY24" fmla="*/ 29472 h 33246"/>
                    <a:gd name="connsiteX25" fmla="*/ 23904 w 33246"/>
                    <a:gd name="connsiteY25" fmla="*/ 30699 h 33246"/>
                    <a:gd name="connsiteX26" fmla="*/ 28431 w 33246"/>
                    <a:gd name="connsiteY26" fmla="*/ 30109 h 33246"/>
                    <a:gd name="connsiteX27" fmla="*/ 30665 w 33246"/>
                    <a:gd name="connsiteY27" fmla="*/ 27968 h 33246"/>
                    <a:gd name="connsiteX28" fmla="*/ 33003 w 33246"/>
                    <a:gd name="connsiteY28" fmla="*/ 30387 h 33246"/>
                    <a:gd name="connsiteX29" fmla="*/ 33038 w 33246"/>
                    <a:gd name="connsiteY29" fmla="*/ 27875 h 33246"/>
                    <a:gd name="connsiteX30" fmla="*/ 33246 w 33246"/>
                    <a:gd name="connsiteY30" fmla="*/ 32956 h 33246"/>
                    <a:gd name="connsiteX31" fmla="*/ 31591 w 33246"/>
                    <a:gd name="connsiteY31" fmla="*/ 33246 h 33246"/>
                    <a:gd name="connsiteX32" fmla="*/ 25236 w 33246"/>
                    <a:gd name="connsiteY32" fmla="*/ 32528 h 33246"/>
                    <a:gd name="connsiteX33" fmla="*/ 17468 w 33246"/>
                    <a:gd name="connsiteY33" fmla="*/ 30548 h 33246"/>
                    <a:gd name="connsiteX34" fmla="*/ 1991 w 33246"/>
                    <a:gd name="connsiteY34" fmla="*/ 28986 h 33246"/>
                    <a:gd name="connsiteX35" fmla="*/ 0 w 33246"/>
                    <a:gd name="connsiteY35" fmla="*/ 23279 h 33246"/>
                    <a:gd name="connsiteX36" fmla="*/ 405 w 33246"/>
                    <a:gd name="connsiteY36" fmla="*/ 23233 h 33246"/>
                    <a:gd name="connsiteX37" fmla="*/ 2026 w 33246"/>
                    <a:gd name="connsiteY37" fmla="*/ 23036 h 33246"/>
                    <a:gd name="connsiteX38" fmla="*/ 1898 w 33246"/>
                    <a:gd name="connsiteY38" fmla="*/ 23233 h 33246"/>
                    <a:gd name="connsiteX39" fmla="*/ 1274 w 33246"/>
                    <a:gd name="connsiteY39" fmla="*/ 24205 h 33246"/>
                    <a:gd name="connsiteX40" fmla="*/ 2906 w 33246"/>
                    <a:gd name="connsiteY40" fmla="*/ 24969 h 33246"/>
                    <a:gd name="connsiteX41" fmla="*/ 2987 w 33246"/>
                    <a:gd name="connsiteY41" fmla="*/ 23371 h 33246"/>
                    <a:gd name="connsiteX42" fmla="*/ 7270 w 33246"/>
                    <a:gd name="connsiteY42" fmla="*/ 24425 h 33246"/>
                    <a:gd name="connsiteX43" fmla="*/ 8925 w 33246"/>
                    <a:gd name="connsiteY43" fmla="*/ 23233 h 33246"/>
                    <a:gd name="connsiteX44" fmla="*/ 11310 w 33246"/>
                    <a:gd name="connsiteY44" fmla="*/ 21520 h 33246"/>
                    <a:gd name="connsiteX45" fmla="*/ 15431 w 33246"/>
                    <a:gd name="connsiteY45" fmla="*/ 8161 h 33246"/>
                    <a:gd name="connsiteX46" fmla="*/ 14100 w 33246"/>
                    <a:gd name="connsiteY46" fmla="*/ 4573 h 33246"/>
                    <a:gd name="connsiteX47" fmla="*/ 17410 w 33246"/>
                    <a:gd name="connsiteY47" fmla="*/ 926 h 33246"/>
                    <a:gd name="connsiteX48" fmla="*/ 20617 w 33246"/>
                    <a:gd name="connsiteY48" fmla="*/ 0 h 33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33246" h="33246">
                      <a:moveTo>
                        <a:pt x="20617" y="0"/>
                      </a:moveTo>
                      <a:lnTo>
                        <a:pt x="20212" y="2234"/>
                      </a:lnTo>
                      <a:lnTo>
                        <a:pt x="22666" y="613"/>
                      </a:lnTo>
                      <a:lnTo>
                        <a:pt x="25050" y="1829"/>
                      </a:lnTo>
                      <a:lnTo>
                        <a:pt x="27435" y="6100"/>
                      </a:lnTo>
                      <a:lnTo>
                        <a:pt x="25050" y="10951"/>
                      </a:lnTo>
                      <a:lnTo>
                        <a:pt x="25328" y="15917"/>
                      </a:lnTo>
                      <a:lnTo>
                        <a:pt x="23754" y="13578"/>
                      </a:lnTo>
                      <a:lnTo>
                        <a:pt x="20084" y="14042"/>
                      </a:lnTo>
                      <a:lnTo>
                        <a:pt x="23580" y="14805"/>
                      </a:lnTo>
                      <a:lnTo>
                        <a:pt x="22318" y="16438"/>
                      </a:lnTo>
                      <a:lnTo>
                        <a:pt x="20015" y="15569"/>
                      </a:lnTo>
                      <a:lnTo>
                        <a:pt x="20189" y="16970"/>
                      </a:lnTo>
                      <a:lnTo>
                        <a:pt x="20929" y="18684"/>
                      </a:lnTo>
                      <a:lnTo>
                        <a:pt x="24773" y="17468"/>
                      </a:lnTo>
                      <a:lnTo>
                        <a:pt x="26984" y="19575"/>
                      </a:lnTo>
                      <a:lnTo>
                        <a:pt x="25397" y="20744"/>
                      </a:lnTo>
                      <a:lnTo>
                        <a:pt x="25895" y="23233"/>
                      </a:lnTo>
                      <a:lnTo>
                        <a:pt x="26023" y="23916"/>
                      </a:lnTo>
                      <a:lnTo>
                        <a:pt x="23360" y="26451"/>
                      </a:lnTo>
                      <a:lnTo>
                        <a:pt x="21450" y="26069"/>
                      </a:lnTo>
                      <a:lnTo>
                        <a:pt x="21670" y="27828"/>
                      </a:lnTo>
                      <a:lnTo>
                        <a:pt x="25293" y="26231"/>
                      </a:lnTo>
                      <a:lnTo>
                        <a:pt x="27643" y="27898"/>
                      </a:lnTo>
                      <a:lnTo>
                        <a:pt x="27701" y="29472"/>
                      </a:lnTo>
                      <a:lnTo>
                        <a:pt x="23904" y="30699"/>
                      </a:lnTo>
                      <a:lnTo>
                        <a:pt x="28431" y="30109"/>
                      </a:lnTo>
                      <a:lnTo>
                        <a:pt x="30665" y="27968"/>
                      </a:lnTo>
                      <a:lnTo>
                        <a:pt x="33003" y="30387"/>
                      </a:lnTo>
                      <a:lnTo>
                        <a:pt x="33038" y="27875"/>
                      </a:lnTo>
                      <a:lnTo>
                        <a:pt x="33246" y="32956"/>
                      </a:lnTo>
                      <a:lnTo>
                        <a:pt x="31591" y="33246"/>
                      </a:lnTo>
                      <a:lnTo>
                        <a:pt x="25236" y="32528"/>
                      </a:lnTo>
                      <a:lnTo>
                        <a:pt x="17468" y="30548"/>
                      </a:lnTo>
                      <a:lnTo>
                        <a:pt x="1991" y="28986"/>
                      </a:lnTo>
                      <a:lnTo>
                        <a:pt x="0" y="23279"/>
                      </a:lnTo>
                      <a:lnTo>
                        <a:pt x="405" y="23233"/>
                      </a:lnTo>
                      <a:lnTo>
                        <a:pt x="2026" y="23036"/>
                      </a:lnTo>
                      <a:lnTo>
                        <a:pt x="1898" y="23233"/>
                      </a:lnTo>
                      <a:lnTo>
                        <a:pt x="1274" y="24205"/>
                      </a:lnTo>
                      <a:lnTo>
                        <a:pt x="2906" y="24969"/>
                      </a:lnTo>
                      <a:lnTo>
                        <a:pt x="2987" y="23371"/>
                      </a:lnTo>
                      <a:lnTo>
                        <a:pt x="7270" y="24425"/>
                      </a:lnTo>
                      <a:lnTo>
                        <a:pt x="8925" y="23233"/>
                      </a:lnTo>
                      <a:lnTo>
                        <a:pt x="11310" y="21520"/>
                      </a:lnTo>
                      <a:lnTo>
                        <a:pt x="15431" y="8161"/>
                      </a:lnTo>
                      <a:lnTo>
                        <a:pt x="14100" y="4573"/>
                      </a:lnTo>
                      <a:lnTo>
                        <a:pt x="17410" y="926"/>
                      </a:lnTo>
                      <a:lnTo>
                        <a:pt x="20617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D47EDC52-24C7-E837-18AA-266150E40CED}"/>
                    </a:ext>
                  </a:extLst>
                </p:cNvPr>
                <p:cNvSpPr/>
                <p:nvPr/>
              </p:nvSpPr>
              <p:spPr>
                <a:xfrm>
                  <a:off x="9873283" y="7205653"/>
                  <a:ext cx="12698" cy="16634"/>
                </a:xfrm>
                <a:custGeom>
                  <a:avLst/>
                  <a:gdLst>
                    <a:gd name="connsiteX0" fmla="*/ 6598 w 12698"/>
                    <a:gd name="connsiteY0" fmla="*/ 0 h 16634"/>
                    <a:gd name="connsiteX1" fmla="*/ 8369 w 12698"/>
                    <a:gd name="connsiteY1" fmla="*/ 1679 h 16634"/>
                    <a:gd name="connsiteX2" fmla="*/ 9191 w 12698"/>
                    <a:gd name="connsiteY2" fmla="*/ 2281 h 16634"/>
                    <a:gd name="connsiteX3" fmla="*/ 11252 w 12698"/>
                    <a:gd name="connsiteY3" fmla="*/ 2500 h 16634"/>
                    <a:gd name="connsiteX4" fmla="*/ 12699 w 12698"/>
                    <a:gd name="connsiteY4" fmla="*/ 5244 h 16634"/>
                    <a:gd name="connsiteX5" fmla="*/ 11831 w 12698"/>
                    <a:gd name="connsiteY5" fmla="*/ 16635 h 16634"/>
                    <a:gd name="connsiteX6" fmla="*/ 8670 w 12698"/>
                    <a:gd name="connsiteY6" fmla="*/ 15327 h 16634"/>
                    <a:gd name="connsiteX7" fmla="*/ 4075 w 12698"/>
                    <a:gd name="connsiteY7" fmla="*/ 10662 h 16634"/>
                    <a:gd name="connsiteX8" fmla="*/ 0 w 12698"/>
                    <a:gd name="connsiteY8" fmla="*/ 9701 h 16634"/>
                    <a:gd name="connsiteX9" fmla="*/ 1459 w 12698"/>
                    <a:gd name="connsiteY9" fmla="*/ 8266 h 16634"/>
                    <a:gd name="connsiteX10" fmla="*/ 0 w 12698"/>
                    <a:gd name="connsiteY10" fmla="*/ 4446 h 16634"/>
                    <a:gd name="connsiteX11" fmla="*/ 1030 w 12698"/>
                    <a:gd name="connsiteY11" fmla="*/ 926 h 16634"/>
                    <a:gd name="connsiteX12" fmla="*/ 3577 w 12698"/>
                    <a:gd name="connsiteY12" fmla="*/ 1528 h 16634"/>
                    <a:gd name="connsiteX13" fmla="*/ 6598 w 12698"/>
                    <a:gd name="connsiteY13" fmla="*/ 0 h 16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2698" h="16634">
                      <a:moveTo>
                        <a:pt x="6598" y="0"/>
                      </a:moveTo>
                      <a:lnTo>
                        <a:pt x="8369" y="1679"/>
                      </a:lnTo>
                      <a:lnTo>
                        <a:pt x="9191" y="2281"/>
                      </a:lnTo>
                      <a:lnTo>
                        <a:pt x="11252" y="2500"/>
                      </a:lnTo>
                      <a:lnTo>
                        <a:pt x="12699" y="5244"/>
                      </a:lnTo>
                      <a:lnTo>
                        <a:pt x="11831" y="16635"/>
                      </a:lnTo>
                      <a:lnTo>
                        <a:pt x="8670" y="15327"/>
                      </a:lnTo>
                      <a:lnTo>
                        <a:pt x="4075" y="10662"/>
                      </a:lnTo>
                      <a:lnTo>
                        <a:pt x="0" y="9701"/>
                      </a:lnTo>
                      <a:lnTo>
                        <a:pt x="1459" y="8266"/>
                      </a:lnTo>
                      <a:lnTo>
                        <a:pt x="0" y="4446"/>
                      </a:lnTo>
                      <a:lnTo>
                        <a:pt x="1030" y="926"/>
                      </a:lnTo>
                      <a:lnTo>
                        <a:pt x="3577" y="1528"/>
                      </a:lnTo>
                      <a:lnTo>
                        <a:pt x="6598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5064796D-D4B8-3679-71A0-482F478CCE5A}"/>
                    </a:ext>
                  </a:extLst>
                </p:cNvPr>
                <p:cNvSpPr/>
                <p:nvPr/>
              </p:nvSpPr>
              <p:spPr>
                <a:xfrm>
                  <a:off x="10706202" y="6904240"/>
                  <a:ext cx="10545" cy="15951"/>
                </a:xfrm>
                <a:custGeom>
                  <a:avLst/>
                  <a:gdLst>
                    <a:gd name="connsiteX0" fmla="*/ 7733 w 10545"/>
                    <a:gd name="connsiteY0" fmla="*/ 8439 h 15951"/>
                    <a:gd name="connsiteX1" fmla="*/ 10546 w 10545"/>
                    <a:gd name="connsiteY1" fmla="*/ 13544 h 15951"/>
                    <a:gd name="connsiteX2" fmla="*/ 8416 w 10545"/>
                    <a:gd name="connsiteY2" fmla="*/ 15720 h 15951"/>
                    <a:gd name="connsiteX3" fmla="*/ 7675 w 10545"/>
                    <a:gd name="connsiteY3" fmla="*/ 15951 h 15951"/>
                    <a:gd name="connsiteX4" fmla="*/ 4110 w 10545"/>
                    <a:gd name="connsiteY4" fmla="*/ 13937 h 15951"/>
                    <a:gd name="connsiteX5" fmla="*/ 2836 w 10545"/>
                    <a:gd name="connsiteY5" fmla="*/ 11599 h 15951"/>
                    <a:gd name="connsiteX6" fmla="*/ 1053 w 10545"/>
                    <a:gd name="connsiteY6" fmla="*/ 11680 h 15951"/>
                    <a:gd name="connsiteX7" fmla="*/ 0 w 10545"/>
                    <a:gd name="connsiteY7" fmla="*/ 9006 h 15951"/>
                    <a:gd name="connsiteX8" fmla="*/ 1921 w 10545"/>
                    <a:gd name="connsiteY8" fmla="*/ 6135 h 15951"/>
                    <a:gd name="connsiteX9" fmla="*/ 6019 w 10545"/>
                    <a:gd name="connsiteY9" fmla="*/ 0 h 15951"/>
                    <a:gd name="connsiteX10" fmla="*/ 6922 w 10545"/>
                    <a:gd name="connsiteY10" fmla="*/ 104 h 15951"/>
                    <a:gd name="connsiteX11" fmla="*/ 9619 w 10545"/>
                    <a:gd name="connsiteY11" fmla="*/ 2430 h 15951"/>
                    <a:gd name="connsiteX12" fmla="*/ 7351 w 10545"/>
                    <a:gd name="connsiteY12" fmla="*/ 2720 h 15951"/>
                    <a:gd name="connsiteX13" fmla="*/ 6471 w 10545"/>
                    <a:gd name="connsiteY13" fmla="*/ 5151 h 15951"/>
                    <a:gd name="connsiteX14" fmla="*/ 7872 w 10545"/>
                    <a:gd name="connsiteY14" fmla="*/ 6135 h 15951"/>
                    <a:gd name="connsiteX15" fmla="*/ 9099 w 10545"/>
                    <a:gd name="connsiteY15" fmla="*/ 6992 h 15951"/>
                    <a:gd name="connsiteX16" fmla="*/ 7733 w 10545"/>
                    <a:gd name="connsiteY16" fmla="*/ 8439 h 15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0545" h="15951">
                      <a:moveTo>
                        <a:pt x="7733" y="8439"/>
                      </a:moveTo>
                      <a:lnTo>
                        <a:pt x="10546" y="13544"/>
                      </a:lnTo>
                      <a:lnTo>
                        <a:pt x="8416" y="15720"/>
                      </a:lnTo>
                      <a:lnTo>
                        <a:pt x="7675" y="15951"/>
                      </a:lnTo>
                      <a:lnTo>
                        <a:pt x="4110" y="13937"/>
                      </a:lnTo>
                      <a:lnTo>
                        <a:pt x="2836" y="11599"/>
                      </a:lnTo>
                      <a:lnTo>
                        <a:pt x="1053" y="11680"/>
                      </a:lnTo>
                      <a:lnTo>
                        <a:pt x="0" y="9006"/>
                      </a:lnTo>
                      <a:lnTo>
                        <a:pt x="1921" y="6135"/>
                      </a:lnTo>
                      <a:lnTo>
                        <a:pt x="6019" y="0"/>
                      </a:lnTo>
                      <a:lnTo>
                        <a:pt x="6922" y="104"/>
                      </a:lnTo>
                      <a:lnTo>
                        <a:pt x="9619" y="2430"/>
                      </a:lnTo>
                      <a:lnTo>
                        <a:pt x="7351" y="2720"/>
                      </a:lnTo>
                      <a:lnTo>
                        <a:pt x="6471" y="5151"/>
                      </a:lnTo>
                      <a:lnTo>
                        <a:pt x="7872" y="6135"/>
                      </a:lnTo>
                      <a:lnTo>
                        <a:pt x="9099" y="6992"/>
                      </a:lnTo>
                      <a:lnTo>
                        <a:pt x="7733" y="8439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91A0B56C-B238-B891-DCDF-D5D8140FE9BC}"/>
                    </a:ext>
                  </a:extLst>
                </p:cNvPr>
                <p:cNvSpPr/>
                <p:nvPr/>
              </p:nvSpPr>
              <p:spPr>
                <a:xfrm>
                  <a:off x="10459543" y="6849092"/>
                  <a:ext cx="10719" cy="9249"/>
                </a:xfrm>
                <a:custGeom>
                  <a:avLst/>
                  <a:gdLst>
                    <a:gd name="connsiteX0" fmla="*/ 9168 w 10719"/>
                    <a:gd name="connsiteY0" fmla="*/ 451 h 9249"/>
                    <a:gd name="connsiteX1" fmla="*/ 10720 w 10719"/>
                    <a:gd name="connsiteY1" fmla="*/ 9249 h 9249"/>
                    <a:gd name="connsiteX2" fmla="*/ 5429 w 10719"/>
                    <a:gd name="connsiteY2" fmla="*/ 7490 h 9249"/>
                    <a:gd name="connsiteX3" fmla="*/ 2628 w 10719"/>
                    <a:gd name="connsiteY3" fmla="*/ 8497 h 9249"/>
                    <a:gd name="connsiteX4" fmla="*/ 1980 w 10719"/>
                    <a:gd name="connsiteY4" fmla="*/ 3427 h 9249"/>
                    <a:gd name="connsiteX5" fmla="*/ 0 w 10719"/>
                    <a:gd name="connsiteY5" fmla="*/ 3959 h 9249"/>
                    <a:gd name="connsiteX6" fmla="*/ 2176 w 10719"/>
                    <a:gd name="connsiteY6" fmla="*/ 1597 h 9249"/>
                    <a:gd name="connsiteX7" fmla="*/ 4399 w 10719"/>
                    <a:gd name="connsiteY7" fmla="*/ 3740 h 9249"/>
                    <a:gd name="connsiteX8" fmla="*/ 3299 w 10719"/>
                    <a:gd name="connsiteY8" fmla="*/ 2420 h 9249"/>
                    <a:gd name="connsiteX9" fmla="*/ 6031 w 10719"/>
                    <a:gd name="connsiteY9" fmla="*/ 2154 h 9249"/>
                    <a:gd name="connsiteX10" fmla="*/ 6124 w 10719"/>
                    <a:gd name="connsiteY10" fmla="*/ 0 h 9249"/>
                    <a:gd name="connsiteX11" fmla="*/ 9168 w 10719"/>
                    <a:gd name="connsiteY11" fmla="*/ 451 h 9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0719" h="9249">
                      <a:moveTo>
                        <a:pt x="9168" y="451"/>
                      </a:moveTo>
                      <a:lnTo>
                        <a:pt x="10720" y="9249"/>
                      </a:lnTo>
                      <a:lnTo>
                        <a:pt x="5429" y="7490"/>
                      </a:lnTo>
                      <a:lnTo>
                        <a:pt x="2628" y="8497"/>
                      </a:lnTo>
                      <a:lnTo>
                        <a:pt x="1980" y="3427"/>
                      </a:lnTo>
                      <a:lnTo>
                        <a:pt x="0" y="3959"/>
                      </a:lnTo>
                      <a:lnTo>
                        <a:pt x="2176" y="1597"/>
                      </a:lnTo>
                      <a:lnTo>
                        <a:pt x="4399" y="3740"/>
                      </a:lnTo>
                      <a:lnTo>
                        <a:pt x="3299" y="2420"/>
                      </a:lnTo>
                      <a:lnTo>
                        <a:pt x="6031" y="2154"/>
                      </a:lnTo>
                      <a:lnTo>
                        <a:pt x="6124" y="0"/>
                      </a:lnTo>
                      <a:lnTo>
                        <a:pt x="9168" y="451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D7C99C00-0434-A5AB-FEA8-387B47329A16}"/>
                    </a:ext>
                  </a:extLst>
                </p:cNvPr>
                <p:cNvSpPr/>
                <p:nvPr/>
              </p:nvSpPr>
              <p:spPr>
                <a:xfrm>
                  <a:off x="10457159" y="6842680"/>
                  <a:ext cx="10256" cy="6065"/>
                </a:xfrm>
                <a:custGeom>
                  <a:avLst/>
                  <a:gdLst>
                    <a:gd name="connsiteX0" fmla="*/ 9770 w 10256"/>
                    <a:gd name="connsiteY0" fmla="*/ 695 h 6065"/>
                    <a:gd name="connsiteX1" fmla="*/ 10256 w 10256"/>
                    <a:gd name="connsiteY1" fmla="*/ 5348 h 6065"/>
                    <a:gd name="connsiteX2" fmla="*/ 7467 w 10256"/>
                    <a:gd name="connsiteY2" fmla="*/ 2570 h 6065"/>
                    <a:gd name="connsiteX3" fmla="*/ 5915 w 10256"/>
                    <a:gd name="connsiteY3" fmla="*/ 2604 h 6065"/>
                    <a:gd name="connsiteX4" fmla="*/ 4573 w 10256"/>
                    <a:gd name="connsiteY4" fmla="*/ 6066 h 6065"/>
                    <a:gd name="connsiteX5" fmla="*/ 2871 w 10256"/>
                    <a:gd name="connsiteY5" fmla="*/ 2002 h 6065"/>
                    <a:gd name="connsiteX6" fmla="*/ 0 w 10256"/>
                    <a:gd name="connsiteY6" fmla="*/ 3808 h 6065"/>
                    <a:gd name="connsiteX7" fmla="*/ 2396 w 10256"/>
                    <a:gd name="connsiteY7" fmla="*/ 0 h 6065"/>
                    <a:gd name="connsiteX8" fmla="*/ 9770 w 10256"/>
                    <a:gd name="connsiteY8" fmla="*/ 695 h 6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256" h="6065">
                      <a:moveTo>
                        <a:pt x="9770" y="695"/>
                      </a:moveTo>
                      <a:lnTo>
                        <a:pt x="10256" y="5348"/>
                      </a:lnTo>
                      <a:lnTo>
                        <a:pt x="7467" y="2570"/>
                      </a:lnTo>
                      <a:lnTo>
                        <a:pt x="5915" y="2604"/>
                      </a:lnTo>
                      <a:lnTo>
                        <a:pt x="4573" y="6066"/>
                      </a:lnTo>
                      <a:lnTo>
                        <a:pt x="2871" y="2002"/>
                      </a:lnTo>
                      <a:lnTo>
                        <a:pt x="0" y="3808"/>
                      </a:lnTo>
                      <a:lnTo>
                        <a:pt x="2396" y="0"/>
                      </a:lnTo>
                      <a:lnTo>
                        <a:pt x="9770" y="695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B8A1F17E-8B0A-9E29-2ACE-D52166BC04A6}"/>
                    </a:ext>
                  </a:extLst>
                </p:cNvPr>
                <p:cNvSpPr/>
                <p:nvPr/>
              </p:nvSpPr>
              <p:spPr>
                <a:xfrm>
                  <a:off x="10433648" y="6856606"/>
                  <a:ext cx="7524" cy="4595"/>
                </a:xfrm>
                <a:custGeom>
                  <a:avLst/>
                  <a:gdLst>
                    <a:gd name="connsiteX0" fmla="*/ 7166 w 7524"/>
                    <a:gd name="connsiteY0" fmla="*/ 555 h 4595"/>
                    <a:gd name="connsiteX1" fmla="*/ 7525 w 7524"/>
                    <a:gd name="connsiteY1" fmla="*/ 3519 h 4595"/>
                    <a:gd name="connsiteX2" fmla="*/ 6043 w 7524"/>
                    <a:gd name="connsiteY2" fmla="*/ 1018 h 4595"/>
                    <a:gd name="connsiteX3" fmla="*/ 3160 w 7524"/>
                    <a:gd name="connsiteY3" fmla="*/ 4595 h 4595"/>
                    <a:gd name="connsiteX4" fmla="*/ 776 w 7524"/>
                    <a:gd name="connsiteY4" fmla="*/ 3357 h 4595"/>
                    <a:gd name="connsiteX5" fmla="*/ 0 w 7524"/>
                    <a:gd name="connsiteY5" fmla="*/ 949 h 4595"/>
                    <a:gd name="connsiteX6" fmla="*/ 4746 w 7524"/>
                    <a:gd name="connsiteY6" fmla="*/ 0 h 4595"/>
                    <a:gd name="connsiteX7" fmla="*/ 7166 w 7524"/>
                    <a:gd name="connsiteY7" fmla="*/ 555 h 45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524" h="4595">
                      <a:moveTo>
                        <a:pt x="7166" y="555"/>
                      </a:moveTo>
                      <a:lnTo>
                        <a:pt x="7525" y="3519"/>
                      </a:lnTo>
                      <a:lnTo>
                        <a:pt x="6043" y="1018"/>
                      </a:lnTo>
                      <a:lnTo>
                        <a:pt x="3160" y="4595"/>
                      </a:lnTo>
                      <a:lnTo>
                        <a:pt x="776" y="3357"/>
                      </a:lnTo>
                      <a:lnTo>
                        <a:pt x="0" y="949"/>
                      </a:lnTo>
                      <a:lnTo>
                        <a:pt x="4746" y="0"/>
                      </a:lnTo>
                      <a:lnTo>
                        <a:pt x="7166" y="555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71EDF86A-2211-7BD3-BA33-26B54ED901D5}"/>
                    </a:ext>
                  </a:extLst>
                </p:cNvPr>
                <p:cNvSpPr/>
                <p:nvPr/>
              </p:nvSpPr>
              <p:spPr>
                <a:xfrm>
                  <a:off x="10421251" y="6853399"/>
                  <a:ext cx="7721" cy="3403"/>
                </a:xfrm>
                <a:custGeom>
                  <a:avLst/>
                  <a:gdLst>
                    <a:gd name="connsiteX0" fmla="*/ 949 w 7721"/>
                    <a:gd name="connsiteY0" fmla="*/ 0 h 3403"/>
                    <a:gd name="connsiteX1" fmla="*/ 4758 w 7721"/>
                    <a:gd name="connsiteY1" fmla="*/ 1597 h 3403"/>
                    <a:gd name="connsiteX2" fmla="*/ 6494 w 7721"/>
                    <a:gd name="connsiteY2" fmla="*/ 440 h 3403"/>
                    <a:gd name="connsiteX3" fmla="*/ 7721 w 7721"/>
                    <a:gd name="connsiteY3" fmla="*/ 2605 h 3403"/>
                    <a:gd name="connsiteX4" fmla="*/ 0 w 7721"/>
                    <a:gd name="connsiteY4" fmla="*/ 3403 h 3403"/>
                    <a:gd name="connsiteX5" fmla="*/ 949 w 7721"/>
                    <a:gd name="connsiteY5" fmla="*/ 0 h 34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721" h="3403">
                      <a:moveTo>
                        <a:pt x="949" y="0"/>
                      </a:moveTo>
                      <a:lnTo>
                        <a:pt x="4758" y="1597"/>
                      </a:lnTo>
                      <a:lnTo>
                        <a:pt x="6494" y="440"/>
                      </a:lnTo>
                      <a:lnTo>
                        <a:pt x="7721" y="2605"/>
                      </a:lnTo>
                      <a:lnTo>
                        <a:pt x="0" y="3403"/>
                      </a:lnTo>
                      <a:lnTo>
                        <a:pt x="949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F775BCE1-35B4-3D86-7194-D8F96BF83739}"/>
                    </a:ext>
                  </a:extLst>
                </p:cNvPr>
                <p:cNvSpPr/>
                <p:nvPr/>
              </p:nvSpPr>
              <p:spPr>
                <a:xfrm>
                  <a:off x="10461488" y="6858689"/>
                  <a:ext cx="4190" cy="3982"/>
                </a:xfrm>
                <a:custGeom>
                  <a:avLst/>
                  <a:gdLst>
                    <a:gd name="connsiteX0" fmla="*/ 2234 w 4190"/>
                    <a:gd name="connsiteY0" fmla="*/ 2292 h 3982"/>
                    <a:gd name="connsiteX1" fmla="*/ 857 w 4190"/>
                    <a:gd name="connsiteY1" fmla="*/ 3982 h 3982"/>
                    <a:gd name="connsiteX2" fmla="*/ 0 w 4190"/>
                    <a:gd name="connsiteY2" fmla="*/ 1308 h 3982"/>
                    <a:gd name="connsiteX3" fmla="*/ 4190 w 4190"/>
                    <a:gd name="connsiteY3" fmla="*/ 0 h 3982"/>
                    <a:gd name="connsiteX4" fmla="*/ 2234 w 4190"/>
                    <a:gd name="connsiteY4" fmla="*/ 2292 h 39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90" h="3982">
                      <a:moveTo>
                        <a:pt x="2234" y="2292"/>
                      </a:moveTo>
                      <a:lnTo>
                        <a:pt x="857" y="3982"/>
                      </a:lnTo>
                      <a:lnTo>
                        <a:pt x="0" y="1308"/>
                      </a:lnTo>
                      <a:lnTo>
                        <a:pt x="4190" y="0"/>
                      </a:lnTo>
                      <a:lnTo>
                        <a:pt x="2234" y="2292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15EB36F2-5C19-060B-924B-04D07EE202ED}"/>
                    </a:ext>
                  </a:extLst>
                </p:cNvPr>
                <p:cNvSpPr/>
                <p:nvPr/>
              </p:nvSpPr>
              <p:spPr>
                <a:xfrm>
                  <a:off x="9814073" y="7213235"/>
                  <a:ext cx="3322" cy="3912"/>
                </a:xfrm>
                <a:custGeom>
                  <a:avLst/>
                  <a:gdLst>
                    <a:gd name="connsiteX0" fmla="*/ 3322 w 3322"/>
                    <a:gd name="connsiteY0" fmla="*/ 3079 h 3912"/>
                    <a:gd name="connsiteX1" fmla="*/ 0 w 3322"/>
                    <a:gd name="connsiteY1" fmla="*/ 3913 h 3912"/>
                    <a:gd name="connsiteX2" fmla="*/ 1296 w 3322"/>
                    <a:gd name="connsiteY2" fmla="*/ 0 h 3912"/>
                    <a:gd name="connsiteX3" fmla="*/ 3322 w 3322"/>
                    <a:gd name="connsiteY3" fmla="*/ 3079 h 3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22" h="3912">
                      <a:moveTo>
                        <a:pt x="3322" y="3079"/>
                      </a:moveTo>
                      <a:lnTo>
                        <a:pt x="0" y="3913"/>
                      </a:lnTo>
                      <a:lnTo>
                        <a:pt x="1296" y="0"/>
                      </a:lnTo>
                      <a:lnTo>
                        <a:pt x="3322" y="3079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1" name="Freeform: Shape 120">
                  <a:extLst>
                    <a:ext uri="{FF2B5EF4-FFF2-40B4-BE49-F238E27FC236}">
                      <a16:creationId xmlns:a16="http://schemas.microsoft.com/office/drawing/2014/main" id="{F43D2394-7D25-498E-E194-674E1D46970F}"/>
                    </a:ext>
                  </a:extLst>
                </p:cNvPr>
                <p:cNvSpPr/>
                <p:nvPr/>
              </p:nvSpPr>
              <p:spPr>
                <a:xfrm>
                  <a:off x="10445977" y="6843177"/>
                  <a:ext cx="3310" cy="4248"/>
                </a:xfrm>
                <a:custGeom>
                  <a:avLst/>
                  <a:gdLst>
                    <a:gd name="connsiteX0" fmla="*/ 3311 w 3310"/>
                    <a:gd name="connsiteY0" fmla="*/ 1436 h 4248"/>
                    <a:gd name="connsiteX1" fmla="*/ 3265 w 3310"/>
                    <a:gd name="connsiteY1" fmla="*/ 4248 h 4248"/>
                    <a:gd name="connsiteX2" fmla="*/ 2628 w 3310"/>
                    <a:gd name="connsiteY2" fmla="*/ 2397 h 4248"/>
                    <a:gd name="connsiteX3" fmla="*/ 0 w 3310"/>
                    <a:gd name="connsiteY3" fmla="*/ 1679 h 4248"/>
                    <a:gd name="connsiteX4" fmla="*/ 1401 w 3310"/>
                    <a:gd name="connsiteY4" fmla="*/ 0 h 4248"/>
                    <a:gd name="connsiteX5" fmla="*/ 3311 w 3310"/>
                    <a:gd name="connsiteY5" fmla="*/ 1436 h 4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10" h="4248">
                      <a:moveTo>
                        <a:pt x="3311" y="1436"/>
                      </a:moveTo>
                      <a:lnTo>
                        <a:pt x="3265" y="4248"/>
                      </a:lnTo>
                      <a:lnTo>
                        <a:pt x="2628" y="2397"/>
                      </a:lnTo>
                      <a:lnTo>
                        <a:pt x="0" y="1679"/>
                      </a:lnTo>
                      <a:lnTo>
                        <a:pt x="1401" y="0"/>
                      </a:lnTo>
                      <a:lnTo>
                        <a:pt x="3311" y="1436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9196D096-280F-F997-E2A6-DC3379C8E8DB}"/>
                    </a:ext>
                  </a:extLst>
                </p:cNvPr>
                <p:cNvSpPr/>
                <p:nvPr/>
              </p:nvSpPr>
              <p:spPr>
                <a:xfrm>
                  <a:off x="10453096" y="6832029"/>
                  <a:ext cx="2870" cy="1979"/>
                </a:xfrm>
                <a:custGeom>
                  <a:avLst/>
                  <a:gdLst>
                    <a:gd name="connsiteX0" fmla="*/ 2871 w 2870"/>
                    <a:gd name="connsiteY0" fmla="*/ 1540 h 1979"/>
                    <a:gd name="connsiteX1" fmla="*/ 0 w 2870"/>
                    <a:gd name="connsiteY1" fmla="*/ 1980 h 1979"/>
                    <a:gd name="connsiteX2" fmla="*/ 1319 w 2870"/>
                    <a:gd name="connsiteY2" fmla="*/ 0 h 1979"/>
                    <a:gd name="connsiteX3" fmla="*/ 2512 w 2870"/>
                    <a:gd name="connsiteY3" fmla="*/ 382 h 1979"/>
                    <a:gd name="connsiteX4" fmla="*/ 949 w 2870"/>
                    <a:gd name="connsiteY4" fmla="*/ 1239 h 1979"/>
                    <a:gd name="connsiteX5" fmla="*/ 2871 w 2870"/>
                    <a:gd name="connsiteY5" fmla="*/ 1540 h 1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70" h="1979">
                      <a:moveTo>
                        <a:pt x="2871" y="1540"/>
                      </a:moveTo>
                      <a:lnTo>
                        <a:pt x="0" y="1980"/>
                      </a:lnTo>
                      <a:lnTo>
                        <a:pt x="1319" y="0"/>
                      </a:lnTo>
                      <a:lnTo>
                        <a:pt x="2512" y="382"/>
                      </a:lnTo>
                      <a:lnTo>
                        <a:pt x="949" y="1239"/>
                      </a:lnTo>
                      <a:lnTo>
                        <a:pt x="2871" y="154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D8EB99C5-F6AA-85CF-313E-C4993984FE9C}"/>
                    </a:ext>
                  </a:extLst>
                </p:cNvPr>
                <p:cNvSpPr/>
                <p:nvPr/>
              </p:nvSpPr>
              <p:spPr>
                <a:xfrm>
                  <a:off x="10454878" y="6828673"/>
                  <a:ext cx="2129" cy="2431"/>
                </a:xfrm>
                <a:custGeom>
                  <a:avLst/>
                  <a:gdLst>
                    <a:gd name="connsiteX0" fmla="*/ 1065 w 2129"/>
                    <a:gd name="connsiteY0" fmla="*/ 0 h 2431"/>
                    <a:gd name="connsiteX1" fmla="*/ 2130 w 2129"/>
                    <a:gd name="connsiteY1" fmla="*/ 2431 h 2431"/>
                    <a:gd name="connsiteX2" fmla="*/ 0 w 2129"/>
                    <a:gd name="connsiteY2" fmla="*/ 1516 h 2431"/>
                    <a:gd name="connsiteX3" fmla="*/ 1065 w 2129"/>
                    <a:gd name="connsiteY3" fmla="*/ 0 h 2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9" h="2431">
                      <a:moveTo>
                        <a:pt x="1065" y="0"/>
                      </a:moveTo>
                      <a:lnTo>
                        <a:pt x="2130" y="2431"/>
                      </a:lnTo>
                      <a:lnTo>
                        <a:pt x="0" y="1516"/>
                      </a:lnTo>
                      <a:lnTo>
                        <a:pt x="1065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4" name="Freeform: Shape 123">
                  <a:extLst>
                    <a:ext uri="{FF2B5EF4-FFF2-40B4-BE49-F238E27FC236}">
                      <a16:creationId xmlns:a16="http://schemas.microsoft.com/office/drawing/2014/main" id="{CEA93535-1F49-7C08-F263-7714E1EFF737}"/>
                    </a:ext>
                  </a:extLst>
                </p:cNvPr>
                <p:cNvSpPr/>
                <p:nvPr/>
              </p:nvSpPr>
              <p:spPr>
                <a:xfrm>
                  <a:off x="9848418" y="7204865"/>
                  <a:ext cx="2489" cy="2616"/>
                </a:xfrm>
                <a:custGeom>
                  <a:avLst/>
                  <a:gdLst>
                    <a:gd name="connsiteX0" fmla="*/ 1354 w 2489"/>
                    <a:gd name="connsiteY0" fmla="*/ 0 h 2616"/>
                    <a:gd name="connsiteX1" fmla="*/ 2489 w 2489"/>
                    <a:gd name="connsiteY1" fmla="*/ 2616 h 2616"/>
                    <a:gd name="connsiteX2" fmla="*/ 0 w 2489"/>
                    <a:gd name="connsiteY2" fmla="*/ 301 h 2616"/>
                    <a:gd name="connsiteX3" fmla="*/ 1354 w 2489"/>
                    <a:gd name="connsiteY3" fmla="*/ 0 h 26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89" h="2616">
                      <a:moveTo>
                        <a:pt x="1354" y="0"/>
                      </a:moveTo>
                      <a:lnTo>
                        <a:pt x="2489" y="2616"/>
                      </a:lnTo>
                      <a:lnTo>
                        <a:pt x="0" y="301"/>
                      </a:lnTo>
                      <a:lnTo>
                        <a:pt x="1354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" name="Freeform: Shape 124">
                  <a:extLst>
                    <a:ext uri="{FF2B5EF4-FFF2-40B4-BE49-F238E27FC236}">
                      <a16:creationId xmlns:a16="http://schemas.microsoft.com/office/drawing/2014/main" id="{F1E18096-DE95-02E3-BC6D-DC65883CAE7F}"/>
                    </a:ext>
                  </a:extLst>
                </p:cNvPr>
                <p:cNvSpPr/>
                <p:nvPr/>
              </p:nvSpPr>
              <p:spPr>
                <a:xfrm>
                  <a:off x="9706602" y="7237464"/>
                  <a:ext cx="4861" cy="1944"/>
                </a:xfrm>
                <a:custGeom>
                  <a:avLst/>
                  <a:gdLst>
                    <a:gd name="connsiteX0" fmla="*/ 3125 w 4861"/>
                    <a:gd name="connsiteY0" fmla="*/ 1076 h 1944"/>
                    <a:gd name="connsiteX1" fmla="*/ 787 w 4861"/>
                    <a:gd name="connsiteY1" fmla="*/ 1944 h 1944"/>
                    <a:gd name="connsiteX2" fmla="*/ 0 w 4861"/>
                    <a:gd name="connsiteY2" fmla="*/ 1713 h 1944"/>
                    <a:gd name="connsiteX3" fmla="*/ 4862 w 4861"/>
                    <a:gd name="connsiteY3" fmla="*/ 0 h 1944"/>
                    <a:gd name="connsiteX4" fmla="*/ 3125 w 4861"/>
                    <a:gd name="connsiteY4" fmla="*/ 1076 h 1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61" h="1944">
                      <a:moveTo>
                        <a:pt x="3125" y="1076"/>
                      </a:moveTo>
                      <a:lnTo>
                        <a:pt x="787" y="1944"/>
                      </a:lnTo>
                      <a:lnTo>
                        <a:pt x="0" y="1713"/>
                      </a:lnTo>
                      <a:lnTo>
                        <a:pt x="4862" y="0"/>
                      </a:lnTo>
                      <a:lnTo>
                        <a:pt x="3125" y="1076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6" name="Freeform: Shape 125">
                  <a:extLst>
                    <a:ext uri="{FF2B5EF4-FFF2-40B4-BE49-F238E27FC236}">
                      <a16:creationId xmlns:a16="http://schemas.microsoft.com/office/drawing/2014/main" id="{C93E4AA2-1775-37D8-7C61-E129B1025DCD}"/>
                    </a:ext>
                  </a:extLst>
                </p:cNvPr>
                <p:cNvSpPr/>
                <p:nvPr/>
              </p:nvSpPr>
              <p:spPr>
                <a:xfrm>
                  <a:off x="10518372" y="6878912"/>
                  <a:ext cx="4190" cy="1180"/>
                </a:xfrm>
                <a:custGeom>
                  <a:avLst/>
                  <a:gdLst>
                    <a:gd name="connsiteX0" fmla="*/ 4190 w 4190"/>
                    <a:gd name="connsiteY0" fmla="*/ 1146 h 1180"/>
                    <a:gd name="connsiteX1" fmla="*/ 1725 w 4190"/>
                    <a:gd name="connsiteY1" fmla="*/ 1181 h 1180"/>
                    <a:gd name="connsiteX2" fmla="*/ 0 w 4190"/>
                    <a:gd name="connsiteY2" fmla="*/ 0 h 1180"/>
                    <a:gd name="connsiteX3" fmla="*/ 4190 w 4190"/>
                    <a:gd name="connsiteY3" fmla="*/ 1146 h 1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90" h="1180">
                      <a:moveTo>
                        <a:pt x="4190" y="1146"/>
                      </a:moveTo>
                      <a:lnTo>
                        <a:pt x="1725" y="1181"/>
                      </a:lnTo>
                      <a:lnTo>
                        <a:pt x="0" y="0"/>
                      </a:lnTo>
                      <a:lnTo>
                        <a:pt x="4190" y="1146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55D1AD6E-0758-E1E0-1DB1-FF6075F0806A}"/>
                    </a:ext>
                  </a:extLst>
                </p:cNvPr>
                <p:cNvSpPr/>
                <p:nvPr/>
              </p:nvSpPr>
              <p:spPr>
                <a:xfrm>
                  <a:off x="10438394" y="6852970"/>
                  <a:ext cx="3438" cy="902"/>
                </a:xfrm>
                <a:custGeom>
                  <a:avLst/>
                  <a:gdLst>
                    <a:gd name="connsiteX0" fmla="*/ 3438 w 3438"/>
                    <a:gd name="connsiteY0" fmla="*/ 0 h 902"/>
                    <a:gd name="connsiteX1" fmla="*/ 1609 w 3438"/>
                    <a:gd name="connsiteY1" fmla="*/ 903 h 902"/>
                    <a:gd name="connsiteX2" fmla="*/ 0 w 3438"/>
                    <a:gd name="connsiteY2" fmla="*/ 324 h 902"/>
                    <a:gd name="connsiteX3" fmla="*/ 3438 w 3438"/>
                    <a:gd name="connsiteY3" fmla="*/ 0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38" h="902">
                      <a:moveTo>
                        <a:pt x="3438" y="0"/>
                      </a:moveTo>
                      <a:lnTo>
                        <a:pt x="1609" y="903"/>
                      </a:lnTo>
                      <a:lnTo>
                        <a:pt x="0" y="324"/>
                      </a:lnTo>
                      <a:lnTo>
                        <a:pt x="3438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8F1CAA3D-C16B-EED3-68C2-01E4EA1153A7}"/>
                    </a:ext>
                  </a:extLst>
                </p:cNvPr>
                <p:cNvSpPr/>
                <p:nvPr/>
              </p:nvSpPr>
              <p:spPr>
                <a:xfrm>
                  <a:off x="10447053" y="6839844"/>
                  <a:ext cx="1886" cy="1492"/>
                </a:xfrm>
                <a:custGeom>
                  <a:avLst/>
                  <a:gdLst>
                    <a:gd name="connsiteX0" fmla="*/ 1887 w 1886"/>
                    <a:gd name="connsiteY0" fmla="*/ 1053 h 1492"/>
                    <a:gd name="connsiteX1" fmla="*/ 0 w 1886"/>
                    <a:gd name="connsiteY1" fmla="*/ 1493 h 1492"/>
                    <a:gd name="connsiteX2" fmla="*/ 1227 w 1886"/>
                    <a:gd name="connsiteY2" fmla="*/ 0 h 1492"/>
                    <a:gd name="connsiteX3" fmla="*/ 1887 w 1886"/>
                    <a:gd name="connsiteY3" fmla="*/ 1053 h 1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86" h="1492">
                      <a:moveTo>
                        <a:pt x="1887" y="1053"/>
                      </a:moveTo>
                      <a:lnTo>
                        <a:pt x="0" y="1493"/>
                      </a:lnTo>
                      <a:lnTo>
                        <a:pt x="1227" y="0"/>
                      </a:lnTo>
                      <a:lnTo>
                        <a:pt x="1887" y="1053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8523108A-8A5D-12C2-676D-D972C4E93E4C}"/>
                    </a:ext>
                  </a:extLst>
                </p:cNvPr>
                <p:cNvSpPr/>
                <p:nvPr/>
              </p:nvSpPr>
              <p:spPr>
                <a:xfrm>
                  <a:off x="10433972" y="6853214"/>
                  <a:ext cx="2512" cy="937"/>
                </a:xfrm>
                <a:custGeom>
                  <a:avLst/>
                  <a:gdLst>
                    <a:gd name="connsiteX0" fmla="*/ 2512 w 2512"/>
                    <a:gd name="connsiteY0" fmla="*/ 313 h 937"/>
                    <a:gd name="connsiteX1" fmla="*/ 197 w 2512"/>
                    <a:gd name="connsiteY1" fmla="*/ 938 h 937"/>
                    <a:gd name="connsiteX2" fmla="*/ 0 w 2512"/>
                    <a:gd name="connsiteY2" fmla="*/ 0 h 937"/>
                    <a:gd name="connsiteX3" fmla="*/ 2512 w 2512"/>
                    <a:gd name="connsiteY3" fmla="*/ 313 h 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12" h="937">
                      <a:moveTo>
                        <a:pt x="2512" y="313"/>
                      </a:moveTo>
                      <a:lnTo>
                        <a:pt x="197" y="938"/>
                      </a:lnTo>
                      <a:lnTo>
                        <a:pt x="0" y="0"/>
                      </a:lnTo>
                      <a:lnTo>
                        <a:pt x="2512" y="313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424368FD-1124-FFF5-140F-F16349992565}"/>
                    </a:ext>
                  </a:extLst>
                </p:cNvPr>
                <p:cNvSpPr/>
                <p:nvPr/>
              </p:nvSpPr>
              <p:spPr>
                <a:xfrm>
                  <a:off x="9847839" y="7209762"/>
                  <a:ext cx="1192" cy="2106"/>
                </a:xfrm>
                <a:custGeom>
                  <a:avLst/>
                  <a:gdLst>
                    <a:gd name="connsiteX0" fmla="*/ 822 w 1192"/>
                    <a:gd name="connsiteY0" fmla="*/ 0 h 2106"/>
                    <a:gd name="connsiteX1" fmla="*/ 1192 w 1192"/>
                    <a:gd name="connsiteY1" fmla="*/ 2107 h 2106"/>
                    <a:gd name="connsiteX2" fmla="*/ 0 w 1192"/>
                    <a:gd name="connsiteY2" fmla="*/ 938 h 2106"/>
                    <a:gd name="connsiteX3" fmla="*/ 822 w 1192"/>
                    <a:gd name="connsiteY3" fmla="*/ 0 h 2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92" h="2106">
                      <a:moveTo>
                        <a:pt x="822" y="0"/>
                      </a:moveTo>
                      <a:lnTo>
                        <a:pt x="1192" y="2107"/>
                      </a:lnTo>
                      <a:lnTo>
                        <a:pt x="0" y="938"/>
                      </a:lnTo>
                      <a:lnTo>
                        <a:pt x="822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89C0789B-D4D6-321F-9D8B-AE6CDBB5F3FB}"/>
                    </a:ext>
                  </a:extLst>
                </p:cNvPr>
                <p:cNvSpPr/>
                <p:nvPr/>
              </p:nvSpPr>
              <p:spPr>
                <a:xfrm>
                  <a:off x="10528767" y="6873634"/>
                  <a:ext cx="1979" cy="2071"/>
                </a:xfrm>
                <a:custGeom>
                  <a:avLst/>
                  <a:gdLst>
                    <a:gd name="connsiteX0" fmla="*/ 139 w 1979"/>
                    <a:gd name="connsiteY0" fmla="*/ 0 h 2071"/>
                    <a:gd name="connsiteX1" fmla="*/ 1979 w 1979"/>
                    <a:gd name="connsiteY1" fmla="*/ 2072 h 2071"/>
                    <a:gd name="connsiteX2" fmla="*/ 0 w 1979"/>
                    <a:gd name="connsiteY2" fmla="*/ 949 h 2071"/>
                    <a:gd name="connsiteX3" fmla="*/ 139 w 1979"/>
                    <a:gd name="connsiteY3" fmla="*/ 0 h 20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79" h="2071">
                      <a:moveTo>
                        <a:pt x="139" y="0"/>
                      </a:moveTo>
                      <a:lnTo>
                        <a:pt x="1979" y="2072"/>
                      </a:lnTo>
                      <a:lnTo>
                        <a:pt x="0" y="949"/>
                      </a:lnTo>
                      <a:lnTo>
                        <a:pt x="139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02EFE79D-74B8-E37E-B507-6D17A75895C7}"/>
                    </a:ext>
                  </a:extLst>
                </p:cNvPr>
                <p:cNvSpPr/>
                <p:nvPr/>
              </p:nvSpPr>
              <p:spPr>
                <a:xfrm>
                  <a:off x="9885160" y="7223618"/>
                  <a:ext cx="1539" cy="1424"/>
                </a:xfrm>
                <a:custGeom>
                  <a:avLst/>
                  <a:gdLst>
                    <a:gd name="connsiteX0" fmla="*/ 1540 w 1539"/>
                    <a:gd name="connsiteY0" fmla="*/ 0 h 1424"/>
                    <a:gd name="connsiteX1" fmla="*/ 1146 w 1539"/>
                    <a:gd name="connsiteY1" fmla="*/ 1424 h 1424"/>
                    <a:gd name="connsiteX2" fmla="*/ 0 w 1539"/>
                    <a:gd name="connsiteY2" fmla="*/ 544 h 1424"/>
                    <a:gd name="connsiteX3" fmla="*/ 1540 w 1539"/>
                    <a:gd name="connsiteY3" fmla="*/ 0 h 1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9" h="1424">
                      <a:moveTo>
                        <a:pt x="1540" y="0"/>
                      </a:moveTo>
                      <a:lnTo>
                        <a:pt x="1146" y="1424"/>
                      </a:lnTo>
                      <a:lnTo>
                        <a:pt x="0" y="544"/>
                      </a:lnTo>
                      <a:lnTo>
                        <a:pt x="1540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38474AEB-A1F3-3868-9EFC-81BE940D72A7}"/>
                    </a:ext>
                  </a:extLst>
                </p:cNvPr>
                <p:cNvSpPr/>
                <p:nvPr/>
              </p:nvSpPr>
              <p:spPr>
                <a:xfrm>
                  <a:off x="9845467" y="7207875"/>
                  <a:ext cx="1076" cy="1875"/>
                </a:xfrm>
                <a:custGeom>
                  <a:avLst/>
                  <a:gdLst>
                    <a:gd name="connsiteX0" fmla="*/ 822 w 1076"/>
                    <a:gd name="connsiteY0" fmla="*/ 0 h 1875"/>
                    <a:gd name="connsiteX1" fmla="*/ 1076 w 1076"/>
                    <a:gd name="connsiteY1" fmla="*/ 1875 h 1875"/>
                    <a:gd name="connsiteX2" fmla="*/ 0 w 1076"/>
                    <a:gd name="connsiteY2" fmla="*/ 509 h 1875"/>
                    <a:gd name="connsiteX3" fmla="*/ 822 w 1076"/>
                    <a:gd name="connsiteY3" fmla="*/ 0 h 1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76" h="1875">
                      <a:moveTo>
                        <a:pt x="822" y="0"/>
                      </a:moveTo>
                      <a:lnTo>
                        <a:pt x="1076" y="1875"/>
                      </a:lnTo>
                      <a:lnTo>
                        <a:pt x="0" y="509"/>
                      </a:lnTo>
                      <a:lnTo>
                        <a:pt x="822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7AE32391-6B6F-1E84-3BEC-1CA13A590708}"/>
                    </a:ext>
                  </a:extLst>
                </p:cNvPr>
                <p:cNvSpPr/>
                <p:nvPr/>
              </p:nvSpPr>
              <p:spPr>
                <a:xfrm>
                  <a:off x="10438452" y="6853538"/>
                  <a:ext cx="2338" cy="1030"/>
                </a:xfrm>
                <a:custGeom>
                  <a:avLst/>
                  <a:gdLst>
                    <a:gd name="connsiteX0" fmla="*/ 0 w 2338"/>
                    <a:gd name="connsiteY0" fmla="*/ 0 h 1030"/>
                    <a:gd name="connsiteX1" fmla="*/ 2338 w 2338"/>
                    <a:gd name="connsiteY1" fmla="*/ 1030 h 1030"/>
                    <a:gd name="connsiteX2" fmla="*/ 313 w 2338"/>
                    <a:gd name="connsiteY2" fmla="*/ 810 h 1030"/>
                    <a:gd name="connsiteX3" fmla="*/ 0 w 2338"/>
                    <a:gd name="connsiteY3" fmla="*/ 0 h 1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38" h="1030">
                      <a:moveTo>
                        <a:pt x="0" y="0"/>
                      </a:moveTo>
                      <a:lnTo>
                        <a:pt x="2338" y="1030"/>
                      </a:lnTo>
                      <a:lnTo>
                        <a:pt x="313" y="8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FF6802EA-F0C0-83CB-1FA1-BD61CCD1A2AD}"/>
                    </a:ext>
                  </a:extLst>
                </p:cNvPr>
                <p:cNvSpPr/>
                <p:nvPr/>
              </p:nvSpPr>
              <p:spPr>
                <a:xfrm>
                  <a:off x="10430396" y="6861514"/>
                  <a:ext cx="1192" cy="1018"/>
                </a:xfrm>
                <a:custGeom>
                  <a:avLst/>
                  <a:gdLst>
                    <a:gd name="connsiteX0" fmla="*/ 1065 w 1192"/>
                    <a:gd name="connsiteY0" fmla="*/ 0 h 1018"/>
                    <a:gd name="connsiteX1" fmla="*/ 1192 w 1192"/>
                    <a:gd name="connsiteY1" fmla="*/ 1018 h 1018"/>
                    <a:gd name="connsiteX2" fmla="*/ 0 w 1192"/>
                    <a:gd name="connsiteY2" fmla="*/ 856 h 1018"/>
                    <a:gd name="connsiteX3" fmla="*/ 1065 w 1192"/>
                    <a:gd name="connsiteY3" fmla="*/ 0 h 1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92" h="1018">
                      <a:moveTo>
                        <a:pt x="1065" y="0"/>
                      </a:moveTo>
                      <a:lnTo>
                        <a:pt x="1192" y="1018"/>
                      </a:lnTo>
                      <a:lnTo>
                        <a:pt x="0" y="856"/>
                      </a:lnTo>
                      <a:lnTo>
                        <a:pt x="1065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4540C6C5-44D8-AEA2-C9AE-DD51B39A8A75}"/>
                    </a:ext>
                  </a:extLst>
                </p:cNvPr>
                <p:cNvSpPr/>
                <p:nvPr/>
              </p:nvSpPr>
              <p:spPr>
                <a:xfrm>
                  <a:off x="10440490" y="6853677"/>
                  <a:ext cx="914" cy="566"/>
                </a:xfrm>
                <a:custGeom>
                  <a:avLst/>
                  <a:gdLst>
                    <a:gd name="connsiteX0" fmla="*/ 915 w 914"/>
                    <a:gd name="connsiteY0" fmla="*/ 0 h 566"/>
                    <a:gd name="connsiteX1" fmla="*/ 602 w 914"/>
                    <a:gd name="connsiteY1" fmla="*/ 567 h 566"/>
                    <a:gd name="connsiteX2" fmla="*/ 0 w 914"/>
                    <a:gd name="connsiteY2" fmla="*/ 69 h 566"/>
                    <a:gd name="connsiteX3" fmla="*/ 915 w 914"/>
                    <a:gd name="connsiteY3" fmla="*/ 0 h 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4" h="566">
                      <a:moveTo>
                        <a:pt x="915" y="0"/>
                      </a:moveTo>
                      <a:lnTo>
                        <a:pt x="602" y="567"/>
                      </a:lnTo>
                      <a:lnTo>
                        <a:pt x="0" y="69"/>
                      </a:lnTo>
                      <a:lnTo>
                        <a:pt x="915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76D4BE31-E7A7-7475-FBF3-E97239E4BFC6}"/>
                    </a:ext>
                  </a:extLst>
                </p:cNvPr>
                <p:cNvSpPr/>
                <p:nvPr/>
              </p:nvSpPr>
              <p:spPr>
                <a:xfrm>
                  <a:off x="10291311" y="6817490"/>
                  <a:ext cx="694" cy="1203"/>
                </a:xfrm>
                <a:custGeom>
                  <a:avLst/>
                  <a:gdLst>
                    <a:gd name="connsiteX0" fmla="*/ 695 w 694"/>
                    <a:gd name="connsiteY0" fmla="*/ 0 h 1203"/>
                    <a:gd name="connsiteX1" fmla="*/ 0 w 694"/>
                    <a:gd name="connsiteY1" fmla="*/ 1204 h 1203"/>
                    <a:gd name="connsiteX2" fmla="*/ 12 w 694"/>
                    <a:gd name="connsiteY2" fmla="*/ 683 h 1203"/>
                    <a:gd name="connsiteX3" fmla="*/ 695 w 694"/>
                    <a:gd name="connsiteY3" fmla="*/ 0 h 1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4" h="1203">
                      <a:moveTo>
                        <a:pt x="695" y="0"/>
                      </a:moveTo>
                      <a:lnTo>
                        <a:pt x="0" y="1204"/>
                      </a:lnTo>
                      <a:lnTo>
                        <a:pt x="12" y="683"/>
                      </a:lnTo>
                      <a:lnTo>
                        <a:pt x="695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8" name="Freeform: Shape 137">
                  <a:extLst>
                    <a:ext uri="{FF2B5EF4-FFF2-40B4-BE49-F238E27FC236}">
                      <a16:creationId xmlns:a16="http://schemas.microsoft.com/office/drawing/2014/main" id="{4F23A7AC-FAED-BD63-CE0D-6245AC6FF306}"/>
                    </a:ext>
                  </a:extLst>
                </p:cNvPr>
                <p:cNvSpPr/>
                <p:nvPr/>
              </p:nvSpPr>
              <p:spPr>
                <a:xfrm>
                  <a:off x="8073824" y="6455559"/>
                  <a:ext cx="1595052" cy="1239973"/>
                </a:xfrm>
                <a:custGeom>
                  <a:avLst/>
                  <a:gdLst>
                    <a:gd name="connsiteX0" fmla="*/ 1497711 w 1595052"/>
                    <a:gd name="connsiteY0" fmla="*/ 11518 h 1239973"/>
                    <a:gd name="connsiteX1" fmla="*/ 1500419 w 1595052"/>
                    <a:gd name="connsiteY1" fmla="*/ 12421 h 1239973"/>
                    <a:gd name="connsiteX2" fmla="*/ 1504019 w 1595052"/>
                    <a:gd name="connsiteY2" fmla="*/ 7282 h 1239973"/>
                    <a:gd name="connsiteX3" fmla="*/ 1503313 w 1595052"/>
                    <a:gd name="connsiteY3" fmla="*/ 23001 h 1239973"/>
                    <a:gd name="connsiteX4" fmla="*/ 1509749 w 1595052"/>
                    <a:gd name="connsiteY4" fmla="*/ 26972 h 1239973"/>
                    <a:gd name="connsiteX5" fmla="*/ 1510838 w 1595052"/>
                    <a:gd name="connsiteY5" fmla="*/ 23001 h 1239973"/>
                    <a:gd name="connsiteX6" fmla="*/ 1513801 w 1595052"/>
                    <a:gd name="connsiteY6" fmla="*/ 23302 h 1239973"/>
                    <a:gd name="connsiteX7" fmla="*/ 1512597 w 1595052"/>
                    <a:gd name="connsiteY7" fmla="*/ 31012 h 1239973"/>
                    <a:gd name="connsiteX8" fmla="*/ 1514171 w 1595052"/>
                    <a:gd name="connsiteY8" fmla="*/ 33698 h 1239973"/>
                    <a:gd name="connsiteX9" fmla="*/ 1518026 w 1595052"/>
                    <a:gd name="connsiteY9" fmla="*/ 33906 h 1239973"/>
                    <a:gd name="connsiteX10" fmla="*/ 1518593 w 1595052"/>
                    <a:gd name="connsiteY10" fmla="*/ 35607 h 1239973"/>
                    <a:gd name="connsiteX11" fmla="*/ 1516683 w 1595052"/>
                    <a:gd name="connsiteY11" fmla="*/ 42854 h 1239973"/>
                    <a:gd name="connsiteX12" fmla="*/ 1526291 w 1595052"/>
                    <a:gd name="connsiteY12" fmla="*/ 44741 h 1239973"/>
                    <a:gd name="connsiteX13" fmla="*/ 1527622 w 1595052"/>
                    <a:gd name="connsiteY13" fmla="*/ 47658 h 1239973"/>
                    <a:gd name="connsiteX14" fmla="*/ 1531350 w 1595052"/>
                    <a:gd name="connsiteY14" fmla="*/ 45215 h 1239973"/>
                    <a:gd name="connsiteX15" fmla="*/ 1534325 w 1595052"/>
                    <a:gd name="connsiteY15" fmla="*/ 45887 h 1239973"/>
                    <a:gd name="connsiteX16" fmla="*/ 1541907 w 1595052"/>
                    <a:gd name="connsiteY16" fmla="*/ 43062 h 1239973"/>
                    <a:gd name="connsiteX17" fmla="*/ 1544419 w 1595052"/>
                    <a:gd name="connsiteY17" fmla="*/ 46304 h 1239973"/>
                    <a:gd name="connsiteX18" fmla="*/ 1543655 w 1595052"/>
                    <a:gd name="connsiteY18" fmla="*/ 49522 h 1239973"/>
                    <a:gd name="connsiteX19" fmla="*/ 1540495 w 1595052"/>
                    <a:gd name="connsiteY19" fmla="*/ 49985 h 1239973"/>
                    <a:gd name="connsiteX20" fmla="*/ 1536802 w 1595052"/>
                    <a:gd name="connsiteY20" fmla="*/ 53955 h 1239973"/>
                    <a:gd name="connsiteX21" fmla="*/ 1535309 w 1595052"/>
                    <a:gd name="connsiteY21" fmla="*/ 60600 h 1239973"/>
                    <a:gd name="connsiteX22" fmla="*/ 1526882 w 1595052"/>
                    <a:gd name="connsiteY22" fmla="*/ 67858 h 1239973"/>
                    <a:gd name="connsiteX23" fmla="*/ 1525539 w 1595052"/>
                    <a:gd name="connsiteY23" fmla="*/ 70115 h 1239973"/>
                    <a:gd name="connsiteX24" fmla="*/ 1527055 w 1595052"/>
                    <a:gd name="connsiteY24" fmla="*/ 73403 h 1239973"/>
                    <a:gd name="connsiteX25" fmla="*/ 1525932 w 1595052"/>
                    <a:gd name="connsiteY25" fmla="*/ 80591 h 1239973"/>
                    <a:gd name="connsiteX26" fmla="*/ 1528294 w 1595052"/>
                    <a:gd name="connsiteY26" fmla="*/ 87201 h 1239973"/>
                    <a:gd name="connsiteX27" fmla="*/ 1531987 w 1595052"/>
                    <a:gd name="connsiteY27" fmla="*/ 88648 h 1239973"/>
                    <a:gd name="connsiteX28" fmla="*/ 1530910 w 1595052"/>
                    <a:gd name="connsiteY28" fmla="*/ 91010 h 1239973"/>
                    <a:gd name="connsiteX29" fmla="*/ 1533248 w 1595052"/>
                    <a:gd name="connsiteY29" fmla="*/ 90165 h 1239973"/>
                    <a:gd name="connsiteX30" fmla="*/ 1539222 w 1595052"/>
                    <a:gd name="connsiteY30" fmla="*/ 92052 h 1239973"/>
                    <a:gd name="connsiteX31" fmla="*/ 1545565 w 1595052"/>
                    <a:gd name="connsiteY31" fmla="*/ 102585 h 1239973"/>
                    <a:gd name="connsiteX32" fmla="*/ 1534580 w 1595052"/>
                    <a:gd name="connsiteY32" fmla="*/ 111684 h 1239973"/>
                    <a:gd name="connsiteX33" fmla="*/ 1536166 w 1595052"/>
                    <a:gd name="connsiteY33" fmla="*/ 112112 h 1239973"/>
                    <a:gd name="connsiteX34" fmla="*/ 1534846 w 1595052"/>
                    <a:gd name="connsiteY34" fmla="*/ 116743 h 1239973"/>
                    <a:gd name="connsiteX35" fmla="*/ 1538747 w 1595052"/>
                    <a:gd name="connsiteY35" fmla="*/ 117924 h 1239973"/>
                    <a:gd name="connsiteX36" fmla="*/ 1539187 w 1595052"/>
                    <a:gd name="connsiteY36" fmla="*/ 125228 h 1239973"/>
                    <a:gd name="connsiteX37" fmla="*/ 1534904 w 1595052"/>
                    <a:gd name="connsiteY37" fmla="*/ 127971 h 1239973"/>
                    <a:gd name="connsiteX38" fmla="*/ 1529892 w 1595052"/>
                    <a:gd name="connsiteY38" fmla="*/ 126849 h 1239973"/>
                    <a:gd name="connsiteX39" fmla="*/ 1526175 w 1595052"/>
                    <a:gd name="connsiteY39" fmla="*/ 135704 h 1239973"/>
                    <a:gd name="connsiteX40" fmla="*/ 1526858 w 1595052"/>
                    <a:gd name="connsiteY40" fmla="*/ 138355 h 1239973"/>
                    <a:gd name="connsiteX41" fmla="*/ 1519705 w 1595052"/>
                    <a:gd name="connsiteY41" fmla="*/ 145139 h 1239973"/>
                    <a:gd name="connsiteX42" fmla="*/ 1523560 w 1595052"/>
                    <a:gd name="connsiteY42" fmla="*/ 154052 h 1239973"/>
                    <a:gd name="connsiteX43" fmla="*/ 1519924 w 1595052"/>
                    <a:gd name="connsiteY43" fmla="*/ 163393 h 1239973"/>
                    <a:gd name="connsiteX44" fmla="*/ 1521927 w 1595052"/>
                    <a:gd name="connsiteY44" fmla="*/ 174194 h 1239973"/>
                    <a:gd name="connsiteX45" fmla="*/ 1523467 w 1595052"/>
                    <a:gd name="connsiteY45" fmla="*/ 173627 h 1239973"/>
                    <a:gd name="connsiteX46" fmla="*/ 1521661 w 1595052"/>
                    <a:gd name="connsiteY46" fmla="*/ 181290 h 1239973"/>
                    <a:gd name="connsiteX47" fmla="*/ 1517482 w 1595052"/>
                    <a:gd name="connsiteY47" fmla="*/ 187089 h 1239973"/>
                    <a:gd name="connsiteX48" fmla="*/ 1508013 w 1595052"/>
                    <a:gd name="connsiteY48" fmla="*/ 193560 h 1239973"/>
                    <a:gd name="connsiteX49" fmla="*/ 1514901 w 1595052"/>
                    <a:gd name="connsiteY49" fmla="*/ 200957 h 1239973"/>
                    <a:gd name="connsiteX50" fmla="*/ 1517077 w 1595052"/>
                    <a:gd name="connsiteY50" fmla="*/ 213887 h 1239973"/>
                    <a:gd name="connsiteX51" fmla="*/ 1519959 w 1595052"/>
                    <a:gd name="connsiteY51" fmla="*/ 218981 h 1239973"/>
                    <a:gd name="connsiteX52" fmla="*/ 1520445 w 1595052"/>
                    <a:gd name="connsiteY52" fmla="*/ 224850 h 1239973"/>
                    <a:gd name="connsiteX53" fmla="*/ 1516776 w 1595052"/>
                    <a:gd name="connsiteY53" fmla="*/ 228600 h 1239973"/>
                    <a:gd name="connsiteX54" fmla="*/ 1519681 w 1595052"/>
                    <a:gd name="connsiteY54" fmla="*/ 235349 h 1239973"/>
                    <a:gd name="connsiteX55" fmla="*/ 1527947 w 1595052"/>
                    <a:gd name="connsiteY55" fmla="*/ 243996 h 1239973"/>
                    <a:gd name="connsiteX56" fmla="*/ 1530875 w 1595052"/>
                    <a:gd name="connsiteY56" fmla="*/ 244459 h 1239973"/>
                    <a:gd name="connsiteX57" fmla="*/ 1534267 w 1595052"/>
                    <a:gd name="connsiteY57" fmla="*/ 251717 h 1239973"/>
                    <a:gd name="connsiteX58" fmla="*/ 1526893 w 1595052"/>
                    <a:gd name="connsiteY58" fmla="*/ 253894 h 1239973"/>
                    <a:gd name="connsiteX59" fmla="*/ 1524428 w 1595052"/>
                    <a:gd name="connsiteY59" fmla="*/ 252678 h 1239973"/>
                    <a:gd name="connsiteX60" fmla="*/ 1524115 w 1595052"/>
                    <a:gd name="connsiteY60" fmla="*/ 249217 h 1239973"/>
                    <a:gd name="connsiteX61" fmla="*/ 1521534 w 1595052"/>
                    <a:gd name="connsiteY61" fmla="*/ 248233 h 1239973"/>
                    <a:gd name="connsiteX62" fmla="*/ 1516637 w 1595052"/>
                    <a:gd name="connsiteY62" fmla="*/ 252956 h 1239973"/>
                    <a:gd name="connsiteX63" fmla="*/ 1515329 w 1595052"/>
                    <a:gd name="connsiteY63" fmla="*/ 259647 h 1239973"/>
                    <a:gd name="connsiteX64" fmla="*/ 1518836 w 1595052"/>
                    <a:gd name="connsiteY64" fmla="*/ 263721 h 1239973"/>
                    <a:gd name="connsiteX65" fmla="*/ 1519635 w 1595052"/>
                    <a:gd name="connsiteY65" fmla="*/ 267831 h 1239973"/>
                    <a:gd name="connsiteX66" fmla="*/ 1518385 w 1595052"/>
                    <a:gd name="connsiteY66" fmla="*/ 270552 h 1239973"/>
                    <a:gd name="connsiteX67" fmla="*/ 1520457 w 1595052"/>
                    <a:gd name="connsiteY67" fmla="*/ 270412 h 1239973"/>
                    <a:gd name="connsiteX68" fmla="*/ 1524370 w 1595052"/>
                    <a:gd name="connsiteY68" fmla="*/ 276849 h 1239973"/>
                    <a:gd name="connsiteX69" fmla="*/ 1528884 w 1595052"/>
                    <a:gd name="connsiteY69" fmla="*/ 277694 h 1239973"/>
                    <a:gd name="connsiteX70" fmla="*/ 1530123 w 1595052"/>
                    <a:gd name="connsiteY70" fmla="*/ 280599 h 1239973"/>
                    <a:gd name="connsiteX71" fmla="*/ 1525122 w 1595052"/>
                    <a:gd name="connsiteY71" fmla="*/ 287753 h 1239973"/>
                    <a:gd name="connsiteX72" fmla="*/ 1527600 w 1595052"/>
                    <a:gd name="connsiteY72" fmla="*/ 291608 h 1239973"/>
                    <a:gd name="connsiteX73" fmla="*/ 1524706 w 1595052"/>
                    <a:gd name="connsiteY73" fmla="*/ 294282 h 1239973"/>
                    <a:gd name="connsiteX74" fmla="*/ 1522367 w 1595052"/>
                    <a:gd name="connsiteY74" fmla="*/ 293229 h 1239973"/>
                    <a:gd name="connsiteX75" fmla="*/ 1518987 w 1595052"/>
                    <a:gd name="connsiteY75" fmla="*/ 298010 h 1239973"/>
                    <a:gd name="connsiteX76" fmla="*/ 1521175 w 1595052"/>
                    <a:gd name="connsiteY76" fmla="*/ 306888 h 1239973"/>
                    <a:gd name="connsiteX77" fmla="*/ 1518860 w 1595052"/>
                    <a:gd name="connsiteY77" fmla="*/ 310893 h 1239973"/>
                    <a:gd name="connsiteX78" fmla="*/ 1521476 w 1595052"/>
                    <a:gd name="connsiteY78" fmla="*/ 317133 h 1239973"/>
                    <a:gd name="connsiteX79" fmla="*/ 1524231 w 1595052"/>
                    <a:gd name="connsiteY79" fmla="*/ 319147 h 1239973"/>
                    <a:gd name="connsiteX80" fmla="*/ 1532091 w 1595052"/>
                    <a:gd name="connsiteY80" fmla="*/ 314957 h 1239973"/>
                    <a:gd name="connsiteX81" fmla="*/ 1534788 w 1595052"/>
                    <a:gd name="connsiteY81" fmla="*/ 317631 h 1239973"/>
                    <a:gd name="connsiteX82" fmla="*/ 1539835 w 1595052"/>
                    <a:gd name="connsiteY82" fmla="*/ 328593 h 1239973"/>
                    <a:gd name="connsiteX83" fmla="*/ 1547336 w 1595052"/>
                    <a:gd name="connsiteY83" fmla="*/ 338397 h 1239973"/>
                    <a:gd name="connsiteX84" fmla="*/ 1551400 w 1595052"/>
                    <a:gd name="connsiteY84" fmla="*/ 349082 h 1239973"/>
                    <a:gd name="connsiteX85" fmla="*/ 1558021 w 1595052"/>
                    <a:gd name="connsiteY85" fmla="*/ 345158 h 1239973"/>
                    <a:gd name="connsiteX86" fmla="*/ 1556829 w 1595052"/>
                    <a:gd name="connsiteY86" fmla="*/ 351872 h 1239973"/>
                    <a:gd name="connsiteX87" fmla="*/ 1559005 w 1595052"/>
                    <a:gd name="connsiteY87" fmla="*/ 363251 h 1239973"/>
                    <a:gd name="connsiteX88" fmla="*/ 1563380 w 1595052"/>
                    <a:gd name="connsiteY88" fmla="*/ 367835 h 1239973"/>
                    <a:gd name="connsiteX89" fmla="*/ 1567779 w 1595052"/>
                    <a:gd name="connsiteY89" fmla="*/ 378091 h 1239973"/>
                    <a:gd name="connsiteX90" fmla="*/ 1572664 w 1595052"/>
                    <a:gd name="connsiteY90" fmla="*/ 383914 h 1239973"/>
                    <a:gd name="connsiteX91" fmla="*/ 1578695 w 1595052"/>
                    <a:gd name="connsiteY91" fmla="*/ 385824 h 1239973"/>
                    <a:gd name="connsiteX92" fmla="*/ 1580582 w 1595052"/>
                    <a:gd name="connsiteY92" fmla="*/ 390535 h 1239973"/>
                    <a:gd name="connsiteX93" fmla="*/ 1577677 w 1595052"/>
                    <a:gd name="connsiteY93" fmla="*/ 401092 h 1239973"/>
                    <a:gd name="connsiteX94" fmla="*/ 1579702 w 1595052"/>
                    <a:gd name="connsiteY94" fmla="*/ 404380 h 1239973"/>
                    <a:gd name="connsiteX95" fmla="*/ 1575118 w 1595052"/>
                    <a:gd name="connsiteY95" fmla="*/ 403107 h 1239973"/>
                    <a:gd name="connsiteX96" fmla="*/ 1569979 w 1595052"/>
                    <a:gd name="connsiteY96" fmla="*/ 406001 h 1239973"/>
                    <a:gd name="connsiteX97" fmla="*/ 1565557 w 1595052"/>
                    <a:gd name="connsiteY97" fmla="*/ 405573 h 1239973"/>
                    <a:gd name="connsiteX98" fmla="*/ 1563404 w 1595052"/>
                    <a:gd name="connsiteY98" fmla="*/ 409393 h 1239973"/>
                    <a:gd name="connsiteX99" fmla="*/ 1566193 w 1595052"/>
                    <a:gd name="connsiteY99" fmla="*/ 410759 h 1239973"/>
                    <a:gd name="connsiteX100" fmla="*/ 1566656 w 1595052"/>
                    <a:gd name="connsiteY100" fmla="*/ 413687 h 1239973"/>
                    <a:gd name="connsiteX101" fmla="*/ 1570060 w 1595052"/>
                    <a:gd name="connsiteY101" fmla="*/ 412599 h 1239973"/>
                    <a:gd name="connsiteX102" fmla="*/ 1569157 w 1595052"/>
                    <a:gd name="connsiteY102" fmla="*/ 421107 h 1239973"/>
                    <a:gd name="connsiteX103" fmla="*/ 1575755 w 1595052"/>
                    <a:gd name="connsiteY103" fmla="*/ 425332 h 1239973"/>
                    <a:gd name="connsiteX104" fmla="*/ 1575535 w 1595052"/>
                    <a:gd name="connsiteY104" fmla="*/ 426976 h 1239973"/>
                    <a:gd name="connsiteX105" fmla="*/ 1579494 w 1595052"/>
                    <a:gd name="connsiteY105" fmla="*/ 430900 h 1239973"/>
                    <a:gd name="connsiteX106" fmla="*/ 1583430 w 1595052"/>
                    <a:gd name="connsiteY106" fmla="*/ 430900 h 1239973"/>
                    <a:gd name="connsiteX107" fmla="*/ 1584761 w 1595052"/>
                    <a:gd name="connsiteY107" fmla="*/ 434848 h 1239973"/>
                    <a:gd name="connsiteX108" fmla="*/ 1591371 w 1595052"/>
                    <a:gd name="connsiteY108" fmla="*/ 436202 h 1239973"/>
                    <a:gd name="connsiteX109" fmla="*/ 1589530 w 1595052"/>
                    <a:gd name="connsiteY109" fmla="*/ 444085 h 1239973"/>
                    <a:gd name="connsiteX110" fmla="*/ 1595052 w 1595052"/>
                    <a:gd name="connsiteY110" fmla="*/ 449098 h 1239973"/>
                    <a:gd name="connsiteX111" fmla="*/ 1590491 w 1595052"/>
                    <a:gd name="connsiteY111" fmla="*/ 459887 h 1239973"/>
                    <a:gd name="connsiteX112" fmla="*/ 1583823 w 1595052"/>
                    <a:gd name="connsiteY112" fmla="*/ 454064 h 1239973"/>
                    <a:gd name="connsiteX113" fmla="*/ 1579702 w 1595052"/>
                    <a:gd name="connsiteY113" fmla="*/ 454620 h 1239973"/>
                    <a:gd name="connsiteX114" fmla="*/ 1577549 w 1595052"/>
                    <a:gd name="connsiteY114" fmla="*/ 467700 h 1239973"/>
                    <a:gd name="connsiteX115" fmla="*/ 1580663 w 1595052"/>
                    <a:gd name="connsiteY115" fmla="*/ 473071 h 1239973"/>
                    <a:gd name="connsiteX116" fmla="*/ 1579656 w 1595052"/>
                    <a:gd name="connsiteY116" fmla="*/ 477343 h 1239973"/>
                    <a:gd name="connsiteX117" fmla="*/ 1582805 w 1595052"/>
                    <a:gd name="connsiteY117" fmla="*/ 479601 h 1239973"/>
                    <a:gd name="connsiteX118" fmla="*/ 1581115 w 1595052"/>
                    <a:gd name="connsiteY118" fmla="*/ 481244 h 1239973"/>
                    <a:gd name="connsiteX119" fmla="*/ 1581624 w 1595052"/>
                    <a:gd name="connsiteY119" fmla="*/ 484821 h 1239973"/>
                    <a:gd name="connsiteX120" fmla="*/ 1577318 w 1595052"/>
                    <a:gd name="connsiteY120" fmla="*/ 484832 h 1239973"/>
                    <a:gd name="connsiteX121" fmla="*/ 1574355 w 1595052"/>
                    <a:gd name="connsiteY121" fmla="*/ 488282 h 1239973"/>
                    <a:gd name="connsiteX122" fmla="*/ 1576832 w 1595052"/>
                    <a:gd name="connsiteY122" fmla="*/ 490586 h 1239973"/>
                    <a:gd name="connsiteX123" fmla="*/ 1575200 w 1595052"/>
                    <a:gd name="connsiteY123" fmla="*/ 500274 h 1239973"/>
                    <a:gd name="connsiteX124" fmla="*/ 1578857 w 1595052"/>
                    <a:gd name="connsiteY124" fmla="*/ 499210 h 1239973"/>
                    <a:gd name="connsiteX125" fmla="*/ 1579147 w 1595052"/>
                    <a:gd name="connsiteY125" fmla="*/ 500437 h 1239973"/>
                    <a:gd name="connsiteX126" fmla="*/ 1576890 w 1595052"/>
                    <a:gd name="connsiteY126" fmla="*/ 507498 h 1239973"/>
                    <a:gd name="connsiteX127" fmla="*/ 1573544 w 1595052"/>
                    <a:gd name="connsiteY127" fmla="*/ 509536 h 1239973"/>
                    <a:gd name="connsiteX128" fmla="*/ 1561528 w 1595052"/>
                    <a:gd name="connsiteY128" fmla="*/ 503424 h 1239973"/>
                    <a:gd name="connsiteX129" fmla="*/ 1553217 w 1595052"/>
                    <a:gd name="connsiteY129" fmla="*/ 504697 h 1239973"/>
                    <a:gd name="connsiteX130" fmla="*/ 1553032 w 1595052"/>
                    <a:gd name="connsiteY130" fmla="*/ 506352 h 1239973"/>
                    <a:gd name="connsiteX131" fmla="*/ 1550543 w 1595052"/>
                    <a:gd name="connsiteY131" fmla="*/ 505159 h 1239973"/>
                    <a:gd name="connsiteX132" fmla="*/ 1549478 w 1595052"/>
                    <a:gd name="connsiteY132" fmla="*/ 510925 h 1239973"/>
                    <a:gd name="connsiteX133" fmla="*/ 1546190 w 1595052"/>
                    <a:gd name="connsiteY133" fmla="*/ 511978 h 1239973"/>
                    <a:gd name="connsiteX134" fmla="*/ 1541016 w 1595052"/>
                    <a:gd name="connsiteY134" fmla="*/ 525927 h 1239973"/>
                    <a:gd name="connsiteX135" fmla="*/ 1533642 w 1595052"/>
                    <a:gd name="connsiteY135" fmla="*/ 524237 h 1239973"/>
                    <a:gd name="connsiteX136" fmla="*/ 1520295 w 1595052"/>
                    <a:gd name="connsiteY136" fmla="*/ 527605 h 1239973"/>
                    <a:gd name="connsiteX137" fmla="*/ 1518698 w 1595052"/>
                    <a:gd name="connsiteY137" fmla="*/ 533949 h 1239973"/>
                    <a:gd name="connsiteX138" fmla="*/ 1528062 w 1595052"/>
                    <a:gd name="connsiteY138" fmla="*/ 541716 h 1239973"/>
                    <a:gd name="connsiteX139" fmla="*/ 1526789 w 1595052"/>
                    <a:gd name="connsiteY139" fmla="*/ 548905 h 1239973"/>
                    <a:gd name="connsiteX140" fmla="*/ 1533619 w 1595052"/>
                    <a:gd name="connsiteY140" fmla="*/ 561963 h 1239973"/>
                    <a:gd name="connsiteX141" fmla="*/ 1530389 w 1595052"/>
                    <a:gd name="connsiteY141" fmla="*/ 579072 h 1239973"/>
                    <a:gd name="connsiteX142" fmla="*/ 1538678 w 1595052"/>
                    <a:gd name="connsiteY142" fmla="*/ 580090 h 1239973"/>
                    <a:gd name="connsiteX143" fmla="*/ 1544002 w 1595052"/>
                    <a:gd name="connsiteY143" fmla="*/ 584802 h 1239973"/>
                    <a:gd name="connsiteX144" fmla="*/ 1542289 w 1595052"/>
                    <a:gd name="connsiteY144" fmla="*/ 588437 h 1239973"/>
                    <a:gd name="connsiteX145" fmla="*/ 1543794 w 1595052"/>
                    <a:gd name="connsiteY145" fmla="*/ 593310 h 1239973"/>
                    <a:gd name="connsiteX146" fmla="*/ 1539985 w 1595052"/>
                    <a:gd name="connsiteY146" fmla="*/ 599619 h 1239973"/>
                    <a:gd name="connsiteX147" fmla="*/ 1543574 w 1595052"/>
                    <a:gd name="connsiteY147" fmla="*/ 607919 h 1239973"/>
                    <a:gd name="connsiteX148" fmla="*/ 1541016 w 1595052"/>
                    <a:gd name="connsiteY148" fmla="*/ 629936 h 1239973"/>
                    <a:gd name="connsiteX149" fmla="*/ 1541988 w 1595052"/>
                    <a:gd name="connsiteY149" fmla="*/ 634508 h 1239973"/>
                    <a:gd name="connsiteX150" fmla="*/ 1546781 w 1595052"/>
                    <a:gd name="connsiteY150" fmla="*/ 634323 h 1239973"/>
                    <a:gd name="connsiteX151" fmla="*/ 1554236 w 1595052"/>
                    <a:gd name="connsiteY151" fmla="*/ 639764 h 1239973"/>
                    <a:gd name="connsiteX152" fmla="*/ 1552048 w 1595052"/>
                    <a:gd name="connsiteY152" fmla="*/ 643584 h 1239973"/>
                    <a:gd name="connsiteX153" fmla="*/ 1555046 w 1595052"/>
                    <a:gd name="connsiteY153" fmla="*/ 647972 h 1239973"/>
                    <a:gd name="connsiteX154" fmla="*/ 1554085 w 1595052"/>
                    <a:gd name="connsiteY154" fmla="*/ 649464 h 1239973"/>
                    <a:gd name="connsiteX155" fmla="*/ 1550693 w 1595052"/>
                    <a:gd name="connsiteY155" fmla="*/ 647960 h 1239973"/>
                    <a:gd name="connsiteX156" fmla="*/ 1548552 w 1595052"/>
                    <a:gd name="connsiteY156" fmla="*/ 649743 h 1239973"/>
                    <a:gd name="connsiteX157" fmla="*/ 1551608 w 1595052"/>
                    <a:gd name="connsiteY157" fmla="*/ 652764 h 1239973"/>
                    <a:gd name="connsiteX158" fmla="*/ 1547683 w 1595052"/>
                    <a:gd name="connsiteY158" fmla="*/ 651294 h 1239973"/>
                    <a:gd name="connsiteX159" fmla="*/ 1543377 w 1595052"/>
                    <a:gd name="connsiteY159" fmla="*/ 654338 h 1239973"/>
                    <a:gd name="connsiteX160" fmla="*/ 1544767 w 1595052"/>
                    <a:gd name="connsiteY160" fmla="*/ 659443 h 1239973"/>
                    <a:gd name="connsiteX161" fmla="*/ 1547105 w 1595052"/>
                    <a:gd name="connsiteY161" fmla="*/ 661179 h 1239973"/>
                    <a:gd name="connsiteX162" fmla="*/ 1546862 w 1595052"/>
                    <a:gd name="connsiteY162" fmla="*/ 663749 h 1239973"/>
                    <a:gd name="connsiteX163" fmla="*/ 1548807 w 1595052"/>
                    <a:gd name="connsiteY163" fmla="*/ 665787 h 1239973"/>
                    <a:gd name="connsiteX164" fmla="*/ 1553078 w 1595052"/>
                    <a:gd name="connsiteY164" fmla="*/ 666342 h 1239973"/>
                    <a:gd name="connsiteX165" fmla="*/ 1546896 w 1595052"/>
                    <a:gd name="connsiteY165" fmla="*/ 678103 h 1239973"/>
                    <a:gd name="connsiteX166" fmla="*/ 1545554 w 1595052"/>
                    <a:gd name="connsiteY166" fmla="*/ 680418 h 1239973"/>
                    <a:gd name="connsiteX167" fmla="*/ 1541247 w 1595052"/>
                    <a:gd name="connsiteY167" fmla="*/ 677733 h 1239973"/>
                    <a:gd name="connsiteX168" fmla="*/ 1537034 w 1595052"/>
                    <a:gd name="connsiteY168" fmla="*/ 683498 h 1239973"/>
                    <a:gd name="connsiteX169" fmla="*/ 1531373 w 1595052"/>
                    <a:gd name="connsiteY169" fmla="*/ 685987 h 1239973"/>
                    <a:gd name="connsiteX170" fmla="*/ 1521047 w 1595052"/>
                    <a:gd name="connsiteY170" fmla="*/ 680500 h 1239973"/>
                    <a:gd name="connsiteX171" fmla="*/ 1509784 w 1595052"/>
                    <a:gd name="connsiteY171" fmla="*/ 667558 h 1239973"/>
                    <a:gd name="connsiteX172" fmla="*/ 1496877 w 1595052"/>
                    <a:gd name="connsiteY172" fmla="*/ 666956 h 1239973"/>
                    <a:gd name="connsiteX173" fmla="*/ 1496900 w 1595052"/>
                    <a:gd name="connsiteY173" fmla="*/ 665451 h 1239973"/>
                    <a:gd name="connsiteX174" fmla="*/ 1479814 w 1595052"/>
                    <a:gd name="connsiteY174" fmla="*/ 659073 h 1239973"/>
                    <a:gd name="connsiteX175" fmla="*/ 1477117 w 1595052"/>
                    <a:gd name="connsiteY175" fmla="*/ 658690 h 1239973"/>
                    <a:gd name="connsiteX176" fmla="*/ 1474223 w 1595052"/>
                    <a:gd name="connsiteY176" fmla="*/ 662302 h 1239973"/>
                    <a:gd name="connsiteX177" fmla="*/ 1466629 w 1595052"/>
                    <a:gd name="connsiteY177" fmla="*/ 648504 h 1239973"/>
                    <a:gd name="connsiteX178" fmla="*/ 1460112 w 1595052"/>
                    <a:gd name="connsiteY178" fmla="*/ 651305 h 1239973"/>
                    <a:gd name="connsiteX179" fmla="*/ 1452495 w 1595052"/>
                    <a:gd name="connsiteY179" fmla="*/ 663217 h 1239973"/>
                    <a:gd name="connsiteX180" fmla="*/ 1452287 w 1595052"/>
                    <a:gd name="connsiteY180" fmla="*/ 650356 h 1239973"/>
                    <a:gd name="connsiteX181" fmla="*/ 1447749 w 1595052"/>
                    <a:gd name="connsiteY181" fmla="*/ 654361 h 1239973"/>
                    <a:gd name="connsiteX182" fmla="*/ 1432492 w 1595052"/>
                    <a:gd name="connsiteY182" fmla="*/ 655449 h 1239973"/>
                    <a:gd name="connsiteX183" fmla="*/ 1424319 w 1595052"/>
                    <a:gd name="connsiteY183" fmla="*/ 664502 h 1239973"/>
                    <a:gd name="connsiteX184" fmla="*/ 1421761 w 1595052"/>
                    <a:gd name="connsiteY184" fmla="*/ 660091 h 1239973"/>
                    <a:gd name="connsiteX185" fmla="*/ 1422271 w 1595052"/>
                    <a:gd name="connsiteY185" fmla="*/ 666886 h 1239973"/>
                    <a:gd name="connsiteX186" fmla="*/ 1426218 w 1595052"/>
                    <a:gd name="connsiteY186" fmla="*/ 668356 h 1239973"/>
                    <a:gd name="connsiteX187" fmla="*/ 1428302 w 1595052"/>
                    <a:gd name="connsiteY187" fmla="*/ 671934 h 1239973"/>
                    <a:gd name="connsiteX188" fmla="*/ 1431763 w 1595052"/>
                    <a:gd name="connsiteY188" fmla="*/ 673033 h 1239973"/>
                    <a:gd name="connsiteX189" fmla="*/ 1435131 w 1595052"/>
                    <a:gd name="connsiteY189" fmla="*/ 676784 h 1239973"/>
                    <a:gd name="connsiteX190" fmla="*/ 1439472 w 1595052"/>
                    <a:gd name="connsiteY190" fmla="*/ 686230 h 1239973"/>
                    <a:gd name="connsiteX191" fmla="*/ 1450770 w 1595052"/>
                    <a:gd name="connsiteY191" fmla="*/ 698558 h 1239973"/>
                    <a:gd name="connsiteX192" fmla="*/ 1452692 w 1595052"/>
                    <a:gd name="connsiteY192" fmla="*/ 702725 h 1239973"/>
                    <a:gd name="connsiteX193" fmla="*/ 1456466 w 1595052"/>
                    <a:gd name="connsiteY193" fmla="*/ 701440 h 1239973"/>
                    <a:gd name="connsiteX194" fmla="*/ 1459904 w 1595052"/>
                    <a:gd name="connsiteY194" fmla="*/ 696660 h 1239973"/>
                    <a:gd name="connsiteX195" fmla="*/ 1464488 w 1595052"/>
                    <a:gd name="connsiteY195" fmla="*/ 694205 h 1239973"/>
                    <a:gd name="connsiteX196" fmla="*/ 1470264 w 1595052"/>
                    <a:gd name="connsiteY196" fmla="*/ 697019 h 1239973"/>
                    <a:gd name="connsiteX197" fmla="*/ 1476075 w 1595052"/>
                    <a:gd name="connsiteY197" fmla="*/ 696810 h 1239973"/>
                    <a:gd name="connsiteX198" fmla="*/ 1472475 w 1595052"/>
                    <a:gd name="connsiteY198" fmla="*/ 705688 h 1239973"/>
                    <a:gd name="connsiteX199" fmla="*/ 1473922 w 1595052"/>
                    <a:gd name="connsiteY199" fmla="*/ 710481 h 1239973"/>
                    <a:gd name="connsiteX200" fmla="*/ 1470808 w 1595052"/>
                    <a:gd name="connsiteY200" fmla="*/ 715297 h 1239973"/>
                    <a:gd name="connsiteX201" fmla="*/ 1465263 w 1595052"/>
                    <a:gd name="connsiteY201" fmla="*/ 714058 h 1239973"/>
                    <a:gd name="connsiteX202" fmla="*/ 1462045 w 1595052"/>
                    <a:gd name="connsiteY202" fmla="*/ 718769 h 1239973"/>
                    <a:gd name="connsiteX203" fmla="*/ 1463724 w 1595052"/>
                    <a:gd name="connsiteY203" fmla="*/ 720517 h 1239973"/>
                    <a:gd name="connsiteX204" fmla="*/ 1462265 w 1595052"/>
                    <a:gd name="connsiteY204" fmla="*/ 723215 h 1239973"/>
                    <a:gd name="connsiteX205" fmla="*/ 1463284 w 1595052"/>
                    <a:gd name="connsiteY205" fmla="*/ 725761 h 1239973"/>
                    <a:gd name="connsiteX206" fmla="*/ 1460228 w 1595052"/>
                    <a:gd name="connsiteY206" fmla="*/ 734305 h 1239973"/>
                    <a:gd name="connsiteX207" fmla="*/ 1461189 w 1595052"/>
                    <a:gd name="connsiteY207" fmla="*/ 737094 h 1239973"/>
                    <a:gd name="connsiteX208" fmla="*/ 1468991 w 1595052"/>
                    <a:gd name="connsiteY208" fmla="*/ 739097 h 1239973"/>
                    <a:gd name="connsiteX209" fmla="*/ 1474628 w 1595052"/>
                    <a:gd name="connsiteY209" fmla="*/ 737071 h 1239973"/>
                    <a:gd name="connsiteX210" fmla="*/ 1475381 w 1595052"/>
                    <a:gd name="connsiteY210" fmla="*/ 733621 h 1239973"/>
                    <a:gd name="connsiteX211" fmla="*/ 1477487 w 1595052"/>
                    <a:gd name="connsiteY211" fmla="*/ 734350 h 1239973"/>
                    <a:gd name="connsiteX212" fmla="*/ 1478112 w 1595052"/>
                    <a:gd name="connsiteY212" fmla="*/ 741007 h 1239973"/>
                    <a:gd name="connsiteX213" fmla="*/ 1480185 w 1595052"/>
                    <a:gd name="connsiteY213" fmla="*/ 743090 h 1239973"/>
                    <a:gd name="connsiteX214" fmla="*/ 1479247 w 1595052"/>
                    <a:gd name="connsiteY214" fmla="*/ 746309 h 1239973"/>
                    <a:gd name="connsiteX215" fmla="*/ 1483669 w 1595052"/>
                    <a:gd name="connsiteY215" fmla="*/ 750209 h 1239973"/>
                    <a:gd name="connsiteX216" fmla="*/ 1481435 w 1595052"/>
                    <a:gd name="connsiteY216" fmla="*/ 752027 h 1239973"/>
                    <a:gd name="connsiteX217" fmla="*/ 1482257 w 1595052"/>
                    <a:gd name="connsiteY217" fmla="*/ 753312 h 1239973"/>
                    <a:gd name="connsiteX218" fmla="*/ 1478923 w 1595052"/>
                    <a:gd name="connsiteY218" fmla="*/ 753729 h 1239973"/>
                    <a:gd name="connsiteX219" fmla="*/ 1479548 w 1595052"/>
                    <a:gd name="connsiteY219" fmla="*/ 759239 h 1239973"/>
                    <a:gd name="connsiteX220" fmla="*/ 1477499 w 1595052"/>
                    <a:gd name="connsiteY220" fmla="*/ 761982 h 1239973"/>
                    <a:gd name="connsiteX221" fmla="*/ 1479131 w 1595052"/>
                    <a:gd name="connsiteY221" fmla="*/ 763718 h 1239973"/>
                    <a:gd name="connsiteX222" fmla="*/ 1475797 w 1595052"/>
                    <a:gd name="connsiteY222" fmla="*/ 766497 h 1239973"/>
                    <a:gd name="connsiteX223" fmla="*/ 1479721 w 1595052"/>
                    <a:gd name="connsiteY223" fmla="*/ 771729 h 1239973"/>
                    <a:gd name="connsiteX224" fmla="*/ 1478796 w 1595052"/>
                    <a:gd name="connsiteY224" fmla="*/ 773928 h 1239973"/>
                    <a:gd name="connsiteX225" fmla="*/ 1479930 w 1595052"/>
                    <a:gd name="connsiteY225" fmla="*/ 775016 h 1239973"/>
                    <a:gd name="connsiteX226" fmla="*/ 1478031 w 1595052"/>
                    <a:gd name="connsiteY226" fmla="*/ 776255 h 1239973"/>
                    <a:gd name="connsiteX227" fmla="*/ 1479895 w 1595052"/>
                    <a:gd name="connsiteY227" fmla="*/ 776325 h 1239973"/>
                    <a:gd name="connsiteX228" fmla="*/ 1481192 w 1595052"/>
                    <a:gd name="connsiteY228" fmla="*/ 781059 h 1239973"/>
                    <a:gd name="connsiteX229" fmla="*/ 1484792 w 1595052"/>
                    <a:gd name="connsiteY229" fmla="*/ 783976 h 1239973"/>
                    <a:gd name="connsiteX230" fmla="*/ 1483831 w 1595052"/>
                    <a:gd name="connsiteY230" fmla="*/ 788387 h 1239973"/>
                    <a:gd name="connsiteX231" fmla="*/ 1485695 w 1595052"/>
                    <a:gd name="connsiteY231" fmla="*/ 792264 h 1239973"/>
                    <a:gd name="connsiteX232" fmla="*/ 1489214 w 1595052"/>
                    <a:gd name="connsiteY232" fmla="*/ 791304 h 1239973"/>
                    <a:gd name="connsiteX233" fmla="*/ 1491888 w 1595052"/>
                    <a:gd name="connsiteY233" fmla="*/ 789278 h 1239973"/>
                    <a:gd name="connsiteX234" fmla="*/ 1491413 w 1595052"/>
                    <a:gd name="connsiteY234" fmla="*/ 787658 h 1239973"/>
                    <a:gd name="connsiteX235" fmla="*/ 1499331 w 1595052"/>
                    <a:gd name="connsiteY235" fmla="*/ 783548 h 1239973"/>
                    <a:gd name="connsiteX236" fmla="*/ 1503047 w 1595052"/>
                    <a:gd name="connsiteY236" fmla="*/ 793075 h 1239973"/>
                    <a:gd name="connsiteX237" fmla="*/ 1500940 w 1595052"/>
                    <a:gd name="connsiteY237" fmla="*/ 797312 h 1239973"/>
                    <a:gd name="connsiteX238" fmla="*/ 1501137 w 1595052"/>
                    <a:gd name="connsiteY238" fmla="*/ 802382 h 1239973"/>
                    <a:gd name="connsiteX239" fmla="*/ 1510895 w 1595052"/>
                    <a:gd name="connsiteY239" fmla="*/ 799569 h 1239973"/>
                    <a:gd name="connsiteX240" fmla="*/ 1524381 w 1595052"/>
                    <a:gd name="connsiteY240" fmla="*/ 799708 h 1239973"/>
                    <a:gd name="connsiteX241" fmla="*/ 1520666 w 1595052"/>
                    <a:gd name="connsiteY241" fmla="*/ 808274 h 1239973"/>
                    <a:gd name="connsiteX242" fmla="*/ 1520411 w 1595052"/>
                    <a:gd name="connsiteY242" fmla="*/ 808239 h 1239973"/>
                    <a:gd name="connsiteX243" fmla="*/ 1510942 w 1595052"/>
                    <a:gd name="connsiteY243" fmla="*/ 809640 h 1239973"/>
                    <a:gd name="connsiteX244" fmla="*/ 1509356 w 1595052"/>
                    <a:gd name="connsiteY244" fmla="*/ 809871 h 1239973"/>
                    <a:gd name="connsiteX245" fmla="*/ 1508800 w 1595052"/>
                    <a:gd name="connsiteY245" fmla="*/ 810369 h 1239973"/>
                    <a:gd name="connsiteX246" fmla="*/ 1508326 w 1595052"/>
                    <a:gd name="connsiteY246" fmla="*/ 810439 h 1239973"/>
                    <a:gd name="connsiteX247" fmla="*/ 1502456 w 1595052"/>
                    <a:gd name="connsiteY247" fmla="*/ 815938 h 1239973"/>
                    <a:gd name="connsiteX248" fmla="*/ 1502456 w 1595052"/>
                    <a:gd name="connsiteY248" fmla="*/ 815996 h 1239973"/>
                    <a:gd name="connsiteX249" fmla="*/ 1502318 w 1595052"/>
                    <a:gd name="connsiteY249" fmla="*/ 816123 h 1239973"/>
                    <a:gd name="connsiteX250" fmla="*/ 1501878 w 1595052"/>
                    <a:gd name="connsiteY250" fmla="*/ 816435 h 1239973"/>
                    <a:gd name="connsiteX251" fmla="*/ 1501450 w 1595052"/>
                    <a:gd name="connsiteY251" fmla="*/ 813657 h 1239973"/>
                    <a:gd name="connsiteX252" fmla="*/ 1497456 w 1595052"/>
                    <a:gd name="connsiteY252" fmla="*/ 814166 h 1239973"/>
                    <a:gd name="connsiteX253" fmla="*/ 1496356 w 1595052"/>
                    <a:gd name="connsiteY253" fmla="*/ 812546 h 1239973"/>
                    <a:gd name="connsiteX254" fmla="*/ 1496206 w 1595052"/>
                    <a:gd name="connsiteY254" fmla="*/ 816435 h 1239973"/>
                    <a:gd name="connsiteX255" fmla="*/ 1494539 w 1595052"/>
                    <a:gd name="connsiteY255" fmla="*/ 815428 h 1239973"/>
                    <a:gd name="connsiteX256" fmla="*/ 1495175 w 1595052"/>
                    <a:gd name="connsiteY256" fmla="*/ 816863 h 1239973"/>
                    <a:gd name="connsiteX257" fmla="*/ 1494273 w 1595052"/>
                    <a:gd name="connsiteY257" fmla="*/ 816701 h 1239973"/>
                    <a:gd name="connsiteX258" fmla="*/ 1493671 w 1595052"/>
                    <a:gd name="connsiteY258" fmla="*/ 816586 h 1239973"/>
                    <a:gd name="connsiteX259" fmla="*/ 1493578 w 1595052"/>
                    <a:gd name="connsiteY259" fmla="*/ 816018 h 1239973"/>
                    <a:gd name="connsiteX260" fmla="*/ 1493173 w 1595052"/>
                    <a:gd name="connsiteY260" fmla="*/ 813333 h 1239973"/>
                    <a:gd name="connsiteX261" fmla="*/ 1490881 w 1595052"/>
                    <a:gd name="connsiteY261" fmla="*/ 812916 h 1239973"/>
                    <a:gd name="connsiteX262" fmla="*/ 1491946 w 1595052"/>
                    <a:gd name="connsiteY262" fmla="*/ 812279 h 1239973"/>
                    <a:gd name="connsiteX263" fmla="*/ 1490938 w 1595052"/>
                    <a:gd name="connsiteY263" fmla="*/ 808737 h 1239973"/>
                    <a:gd name="connsiteX264" fmla="*/ 1490013 w 1595052"/>
                    <a:gd name="connsiteY264" fmla="*/ 808101 h 1239973"/>
                    <a:gd name="connsiteX265" fmla="*/ 1489792 w 1595052"/>
                    <a:gd name="connsiteY265" fmla="*/ 808297 h 1239973"/>
                    <a:gd name="connsiteX266" fmla="*/ 1490024 w 1595052"/>
                    <a:gd name="connsiteY266" fmla="*/ 810010 h 1239973"/>
                    <a:gd name="connsiteX267" fmla="*/ 1490892 w 1595052"/>
                    <a:gd name="connsiteY267" fmla="*/ 811770 h 1239973"/>
                    <a:gd name="connsiteX268" fmla="*/ 1491332 w 1595052"/>
                    <a:gd name="connsiteY268" fmla="*/ 812488 h 1239973"/>
                    <a:gd name="connsiteX269" fmla="*/ 1490881 w 1595052"/>
                    <a:gd name="connsiteY269" fmla="*/ 812488 h 1239973"/>
                    <a:gd name="connsiteX270" fmla="*/ 1485324 w 1595052"/>
                    <a:gd name="connsiteY270" fmla="*/ 812442 h 1239973"/>
                    <a:gd name="connsiteX271" fmla="*/ 1484641 w 1595052"/>
                    <a:gd name="connsiteY271" fmla="*/ 812430 h 1239973"/>
                    <a:gd name="connsiteX272" fmla="*/ 1483171 w 1595052"/>
                    <a:gd name="connsiteY272" fmla="*/ 812418 h 1239973"/>
                    <a:gd name="connsiteX273" fmla="*/ 1483171 w 1595052"/>
                    <a:gd name="connsiteY273" fmla="*/ 812314 h 1239973"/>
                    <a:gd name="connsiteX274" fmla="*/ 1483171 w 1595052"/>
                    <a:gd name="connsiteY274" fmla="*/ 812302 h 1239973"/>
                    <a:gd name="connsiteX275" fmla="*/ 1483125 w 1595052"/>
                    <a:gd name="connsiteY275" fmla="*/ 811539 h 1239973"/>
                    <a:gd name="connsiteX276" fmla="*/ 1483055 w 1595052"/>
                    <a:gd name="connsiteY276" fmla="*/ 810022 h 1239973"/>
                    <a:gd name="connsiteX277" fmla="*/ 1482997 w 1595052"/>
                    <a:gd name="connsiteY277" fmla="*/ 808876 h 1239973"/>
                    <a:gd name="connsiteX278" fmla="*/ 1482836 w 1595052"/>
                    <a:gd name="connsiteY278" fmla="*/ 808888 h 1239973"/>
                    <a:gd name="connsiteX279" fmla="*/ 1482778 w 1595052"/>
                    <a:gd name="connsiteY279" fmla="*/ 809432 h 1239973"/>
                    <a:gd name="connsiteX280" fmla="*/ 1482500 w 1595052"/>
                    <a:gd name="connsiteY280" fmla="*/ 812245 h 1239973"/>
                    <a:gd name="connsiteX281" fmla="*/ 1483113 w 1595052"/>
                    <a:gd name="connsiteY281" fmla="*/ 812592 h 1239973"/>
                    <a:gd name="connsiteX282" fmla="*/ 1490047 w 1595052"/>
                    <a:gd name="connsiteY282" fmla="*/ 812904 h 1239973"/>
                    <a:gd name="connsiteX283" fmla="*/ 1492675 w 1595052"/>
                    <a:gd name="connsiteY283" fmla="*/ 817500 h 1239973"/>
                    <a:gd name="connsiteX284" fmla="*/ 1494967 w 1595052"/>
                    <a:gd name="connsiteY284" fmla="*/ 818461 h 1239973"/>
                    <a:gd name="connsiteX285" fmla="*/ 1493161 w 1595052"/>
                    <a:gd name="connsiteY285" fmla="*/ 818623 h 1239973"/>
                    <a:gd name="connsiteX286" fmla="*/ 1494018 w 1595052"/>
                    <a:gd name="connsiteY286" fmla="*/ 819352 h 1239973"/>
                    <a:gd name="connsiteX287" fmla="*/ 1500130 w 1595052"/>
                    <a:gd name="connsiteY287" fmla="*/ 819677 h 1239973"/>
                    <a:gd name="connsiteX288" fmla="*/ 1498984 w 1595052"/>
                    <a:gd name="connsiteY288" fmla="*/ 820024 h 1239973"/>
                    <a:gd name="connsiteX289" fmla="*/ 1500523 w 1595052"/>
                    <a:gd name="connsiteY289" fmla="*/ 821182 h 1239973"/>
                    <a:gd name="connsiteX290" fmla="*/ 1501739 w 1595052"/>
                    <a:gd name="connsiteY290" fmla="*/ 817628 h 1239973"/>
                    <a:gd name="connsiteX291" fmla="*/ 1501739 w 1595052"/>
                    <a:gd name="connsiteY291" fmla="*/ 817616 h 1239973"/>
                    <a:gd name="connsiteX292" fmla="*/ 1502445 w 1595052"/>
                    <a:gd name="connsiteY292" fmla="*/ 816389 h 1239973"/>
                    <a:gd name="connsiteX293" fmla="*/ 1502329 w 1595052"/>
                    <a:gd name="connsiteY293" fmla="*/ 817604 h 1239973"/>
                    <a:gd name="connsiteX294" fmla="*/ 1499482 w 1595052"/>
                    <a:gd name="connsiteY294" fmla="*/ 823786 h 1239973"/>
                    <a:gd name="connsiteX295" fmla="*/ 1497884 w 1595052"/>
                    <a:gd name="connsiteY295" fmla="*/ 823149 h 1239973"/>
                    <a:gd name="connsiteX296" fmla="*/ 1491830 w 1595052"/>
                    <a:gd name="connsiteY296" fmla="*/ 820614 h 1239973"/>
                    <a:gd name="connsiteX297" fmla="*/ 1476932 w 1595052"/>
                    <a:gd name="connsiteY297" fmla="*/ 818183 h 1239973"/>
                    <a:gd name="connsiteX298" fmla="*/ 1474292 w 1595052"/>
                    <a:gd name="connsiteY298" fmla="*/ 818125 h 1239973"/>
                    <a:gd name="connsiteX299" fmla="*/ 1466235 w 1595052"/>
                    <a:gd name="connsiteY299" fmla="*/ 818553 h 1239973"/>
                    <a:gd name="connsiteX300" fmla="*/ 1464025 w 1595052"/>
                    <a:gd name="connsiteY300" fmla="*/ 818935 h 1239973"/>
                    <a:gd name="connsiteX301" fmla="*/ 1456049 w 1595052"/>
                    <a:gd name="connsiteY301" fmla="*/ 820128 h 1239973"/>
                    <a:gd name="connsiteX302" fmla="*/ 1455123 w 1595052"/>
                    <a:gd name="connsiteY302" fmla="*/ 820394 h 1239973"/>
                    <a:gd name="connsiteX303" fmla="*/ 1454856 w 1595052"/>
                    <a:gd name="connsiteY303" fmla="*/ 820429 h 1239973"/>
                    <a:gd name="connsiteX304" fmla="*/ 1454347 w 1595052"/>
                    <a:gd name="connsiteY304" fmla="*/ 820625 h 1239973"/>
                    <a:gd name="connsiteX305" fmla="*/ 1451939 w 1595052"/>
                    <a:gd name="connsiteY305" fmla="*/ 821320 h 1239973"/>
                    <a:gd name="connsiteX306" fmla="*/ 1442725 w 1595052"/>
                    <a:gd name="connsiteY306" fmla="*/ 824874 h 1239973"/>
                    <a:gd name="connsiteX307" fmla="*/ 1435397 w 1595052"/>
                    <a:gd name="connsiteY307" fmla="*/ 830002 h 1239973"/>
                    <a:gd name="connsiteX308" fmla="*/ 1425558 w 1595052"/>
                    <a:gd name="connsiteY308" fmla="*/ 840536 h 1239973"/>
                    <a:gd name="connsiteX309" fmla="*/ 1423937 w 1595052"/>
                    <a:gd name="connsiteY309" fmla="*/ 838290 h 1239973"/>
                    <a:gd name="connsiteX310" fmla="*/ 1431068 w 1595052"/>
                    <a:gd name="connsiteY310" fmla="*/ 834031 h 1239973"/>
                    <a:gd name="connsiteX311" fmla="*/ 1428764 w 1595052"/>
                    <a:gd name="connsiteY311" fmla="*/ 829921 h 1239973"/>
                    <a:gd name="connsiteX312" fmla="*/ 1425222 w 1595052"/>
                    <a:gd name="connsiteY312" fmla="*/ 826390 h 1239973"/>
                    <a:gd name="connsiteX313" fmla="*/ 1423578 w 1595052"/>
                    <a:gd name="connsiteY313" fmla="*/ 828046 h 1239973"/>
                    <a:gd name="connsiteX314" fmla="*/ 1424690 w 1595052"/>
                    <a:gd name="connsiteY314" fmla="*/ 823855 h 1239973"/>
                    <a:gd name="connsiteX315" fmla="*/ 1423301 w 1595052"/>
                    <a:gd name="connsiteY315" fmla="*/ 823612 h 1239973"/>
                    <a:gd name="connsiteX316" fmla="*/ 1422976 w 1595052"/>
                    <a:gd name="connsiteY316" fmla="*/ 825534 h 1239973"/>
                    <a:gd name="connsiteX317" fmla="*/ 1420546 w 1595052"/>
                    <a:gd name="connsiteY317" fmla="*/ 823416 h 1239973"/>
                    <a:gd name="connsiteX318" fmla="*/ 1421564 w 1595052"/>
                    <a:gd name="connsiteY318" fmla="*/ 821470 h 1239973"/>
                    <a:gd name="connsiteX319" fmla="*/ 1419515 w 1595052"/>
                    <a:gd name="connsiteY319" fmla="*/ 821182 h 1239973"/>
                    <a:gd name="connsiteX320" fmla="*/ 1415938 w 1595052"/>
                    <a:gd name="connsiteY320" fmla="*/ 824307 h 1239973"/>
                    <a:gd name="connsiteX321" fmla="*/ 1408553 w 1595052"/>
                    <a:gd name="connsiteY321" fmla="*/ 822941 h 1239973"/>
                    <a:gd name="connsiteX322" fmla="*/ 1409630 w 1595052"/>
                    <a:gd name="connsiteY322" fmla="*/ 819364 h 1239973"/>
                    <a:gd name="connsiteX323" fmla="*/ 1411505 w 1595052"/>
                    <a:gd name="connsiteY323" fmla="*/ 818495 h 1239973"/>
                    <a:gd name="connsiteX324" fmla="*/ 1408634 w 1595052"/>
                    <a:gd name="connsiteY324" fmla="*/ 816678 h 1239973"/>
                    <a:gd name="connsiteX325" fmla="*/ 1408611 w 1595052"/>
                    <a:gd name="connsiteY325" fmla="*/ 813136 h 1239973"/>
                    <a:gd name="connsiteX326" fmla="*/ 1405242 w 1595052"/>
                    <a:gd name="connsiteY326" fmla="*/ 813055 h 1239973"/>
                    <a:gd name="connsiteX327" fmla="*/ 1403853 w 1595052"/>
                    <a:gd name="connsiteY327" fmla="*/ 813020 h 1239973"/>
                    <a:gd name="connsiteX328" fmla="*/ 1405242 w 1595052"/>
                    <a:gd name="connsiteY328" fmla="*/ 812997 h 1239973"/>
                    <a:gd name="connsiteX329" fmla="*/ 1408750 w 1595052"/>
                    <a:gd name="connsiteY329" fmla="*/ 812928 h 1239973"/>
                    <a:gd name="connsiteX330" fmla="*/ 1406794 w 1595052"/>
                    <a:gd name="connsiteY330" fmla="*/ 809524 h 1239973"/>
                    <a:gd name="connsiteX331" fmla="*/ 1405242 w 1595052"/>
                    <a:gd name="connsiteY331" fmla="*/ 809964 h 1239973"/>
                    <a:gd name="connsiteX332" fmla="*/ 1401897 w 1595052"/>
                    <a:gd name="connsiteY332" fmla="*/ 810890 h 1239973"/>
                    <a:gd name="connsiteX333" fmla="*/ 1401341 w 1595052"/>
                    <a:gd name="connsiteY333" fmla="*/ 813483 h 1239973"/>
                    <a:gd name="connsiteX334" fmla="*/ 1403680 w 1595052"/>
                    <a:gd name="connsiteY334" fmla="*/ 813032 h 1239973"/>
                    <a:gd name="connsiteX335" fmla="*/ 1401492 w 1595052"/>
                    <a:gd name="connsiteY335" fmla="*/ 814803 h 1239973"/>
                    <a:gd name="connsiteX336" fmla="*/ 1403020 w 1595052"/>
                    <a:gd name="connsiteY336" fmla="*/ 814652 h 1239973"/>
                    <a:gd name="connsiteX337" fmla="*/ 1404571 w 1595052"/>
                    <a:gd name="connsiteY337" fmla="*/ 820000 h 1239973"/>
                    <a:gd name="connsiteX338" fmla="*/ 1405242 w 1595052"/>
                    <a:gd name="connsiteY338" fmla="*/ 820000 h 1239973"/>
                    <a:gd name="connsiteX339" fmla="*/ 1408067 w 1595052"/>
                    <a:gd name="connsiteY339" fmla="*/ 820000 h 1239973"/>
                    <a:gd name="connsiteX340" fmla="*/ 1408159 w 1595052"/>
                    <a:gd name="connsiteY340" fmla="*/ 823207 h 1239973"/>
                    <a:gd name="connsiteX341" fmla="*/ 1410556 w 1595052"/>
                    <a:gd name="connsiteY341" fmla="*/ 823878 h 1239973"/>
                    <a:gd name="connsiteX342" fmla="*/ 1410787 w 1595052"/>
                    <a:gd name="connsiteY342" fmla="*/ 825615 h 1239973"/>
                    <a:gd name="connsiteX343" fmla="*/ 1407025 w 1595052"/>
                    <a:gd name="connsiteY343" fmla="*/ 826147 h 1239973"/>
                    <a:gd name="connsiteX344" fmla="*/ 1405659 w 1595052"/>
                    <a:gd name="connsiteY344" fmla="*/ 824098 h 1239973"/>
                    <a:gd name="connsiteX345" fmla="*/ 1405242 w 1595052"/>
                    <a:gd name="connsiteY345" fmla="*/ 824121 h 1239973"/>
                    <a:gd name="connsiteX346" fmla="*/ 1400705 w 1595052"/>
                    <a:gd name="connsiteY346" fmla="*/ 824353 h 1239973"/>
                    <a:gd name="connsiteX347" fmla="*/ 1390738 w 1595052"/>
                    <a:gd name="connsiteY347" fmla="*/ 819225 h 1239973"/>
                    <a:gd name="connsiteX348" fmla="*/ 1392671 w 1595052"/>
                    <a:gd name="connsiteY348" fmla="*/ 817026 h 1239973"/>
                    <a:gd name="connsiteX349" fmla="*/ 1392034 w 1595052"/>
                    <a:gd name="connsiteY349" fmla="*/ 815127 h 1239973"/>
                    <a:gd name="connsiteX350" fmla="*/ 1392578 w 1595052"/>
                    <a:gd name="connsiteY350" fmla="*/ 814838 h 1239973"/>
                    <a:gd name="connsiteX351" fmla="*/ 1395727 w 1595052"/>
                    <a:gd name="connsiteY351" fmla="*/ 813194 h 1239973"/>
                    <a:gd name="connsiteX352" fmla="*/ 1392625 w 1595052"/>
                    <a:gd name="connsiteY352" fmla="*/ 814039 h 1239973"/>
                    <a:gd name="connsiteX353" fmla="*/ 1392787 w 1595052"/>
                    <a:gd name="connsiteY353" fmla="*/ 812754 h 1239973"/>
                    <a:gd name="connsiteX354" fmla="*/ 1389870 w 1595052"/>
                    <a:gd name="connsiteY354" fmla="*/ 811677 h 1239973"/>
                    <a:gd name="connsiteX355" fmla="*/ 1387068 w 1595052"/>
                    <a:gd name="connsiteY355" fmla="*/ 815023 h 1239973"/>
                    <a:gd name="connsiteX356" fmla="*/ 1388284 w 1595052"/>
                    <a:gd name="connsiteY356" fmla="*/ 816690 h 1239973"/>
                    <a:gd name="connsiteX357" fmla="*/ 1388608 w 1595052"/>
                    <a:gd name="connsiteY357" fmla="*/ 815069 h 1239973"/>
                    <a:gd name="connsiteX358" fmla="*/ 1390020 w 1595052"/>
                    <a:gd name="connsiteY358" fmla="*/ 816041 h 1239973"/>
                    <a:gd name="connsiteX359" fmla="*/ 1389279 w 1595052"/>
                    <a:gd name="connsiteY359" fmla="*/ 818854 h 1239973"/>
                    <a:gd name="connsiteX360" fmla="*/ 1390286 w 1595052"/>
                    <a:gd name="connsiteY360" fmla="*/ 818716 h 1239973"/>
                    <a:gd name="connsiteX361" fmla="*/ 1390552 w 1595052"/>
                    <a:gd name="connsiteY361" fmla="*/ 818669 h 1239973"/>
                    <a:gd name="connsiteX362" fmla="*/ 1390240 w 1595052"/>
                    <a:gd name="connsiteY362" fmla="*/ 818866 h 1239973"/>
                    <a:gd name="connsiteX363" fmla="*/ 1388226 w 1595052"/>
                    <a:gd name="connsiteY363" fmla="*/ 820139 h 1239973"/>
                    <a:gd name="connsiteX364" fmla="*/ 1390217 w 1595052"/>
                    <a:gd name="connsiteY364" fmla="*/ 822177 h 1239973"/>
                    <a:gd name="connsiteX365" fmla="*/ 1384996 w 1595052"/>
                    <a:gd name="connsiteY365" fmla="*/ 819966 h 1239973"/>
                    <a:gd name="connsiteX366" fmla="*/ 1382276 w 1595052"/>
                    <a:gd name="connsiteY366" fmla="*/ 820695 h 1239973"/>
                    <a:gd name="connsiteX367" fmla="*/ 1379301 w 1595052"/>
                    <a:gd name="connsiteY367" fmla="*/ 824596 h 1239973"/>
                    <a:gd name="connsiteX368" fmla="*/ 1379115 w 1595052"/>
                    <a:gd name="connsiteY368" fmla="*/ 825927 h 1239973"/>
                    <a:gd name="connsiteX369" fmla="*/ 1384232 w 1595052"/>
                    <a:gd name="connsiteY369" fmla="*/ 827120 h 1239973"/>
                    <a:gd name="connsiteX370" fmla="*/ 1378814 w 1595052"/>
                    <a:gd name="connsiteY370" fmla="*/ 827456 h 1239973"/>
                    <a:gd name="connsiteX371" fmla="*/ 1379220 w 1595052"/>
                    <a:gd name="connsiteY371" fmla="*/ 831646 h 1239973"/>
                    <a:gd name="connsiteX372" fmla="*/ 1374439 w 1595052"/>
                    <a:gd name="connsiteY372" fmla="*/ 834505 h 1239973"/>
                    <a:gd name="connsiteX373" fmla="*/ 1376106 w 1595052"/>
                    <a:gd name="connsiteY373" fmla="*/ 833718 h 1239973"/>
                    <a:gd name="connsiteX374" fmla="*/ 1376465 w 1595052"/>
                    <a:gd name="connsiteY374" fmla="*/ 837052 h 1239973"/>
                    <a:gd name="connsiteX375" fmla="*/ 1374508 w 1595052"/>
                    <a:gd name="connsiteY375" fmla="*/ 835767 h 1239973"/>
                    <a:gd name="connsiteX376" fmla="*/ 1375434 w 1595052"/>
                    <a:gd name="connsiteY376" fmla="*/ 838475 h 1239973"/>
                    <a:gd name="connsiteX377" fmla="*/ 1381211 w 1595052"/>
                    <a:gd name="connsiteY377" fmla="*/ 838221 h 1239973"/>
                    <a:gd name="connsiteX378" fmla="*/ 1385401 w 1595052"/>
                    <a:gd name="connsiteY378" fmla="*/ 830535 h 1239973"/>
                    <a:gd name="connsiteX379" fmla="*/ 1389684 w 1595052"/>
                    <a:gd name="connsiteY379" fmla="*/ 828647 h 1239973"/>
                    <a:gd name="connsiteX380" fmla="*/ 1390865 w 1595052"/>
                    <a:gd name="connsiteY380" fmla="*/ 826217 h 1239973"/>
                    <a:gd name="connsiteX381" fmla="*/ 1395993 w 1595052"/>
                    <a:gd name="connsiteY381" fmla="*/ 826067 h 1239973"/>
                    <a:gd name="connsiteX382" fmla="*/ 1398991 w 1595052"/>
                    <a:gd name="connsiteY382" fmla="*/ 829505 h 1239973"/>
                    <a:gd name="connsiteX383" fmla="*/ 1393354 w 1595052"/>
                    <a:gd name="connsiteY383" fmla="*/ 829192 h 1239973"/>
                    <a:gd name="connsiteX384" fmla="*/ 1394859 w 1595052"/>
                    <a:gd name="connsiteY384" fmla="*/ 829736 h 1239973"/>
                    <a:gd name="connsiteX385" fmla="*/ 1394442 w 1595052"/>
                    <a:gd name="connsiteY385" fmla="*/ 832155 h 1239973"/>
                    <a:gd name="connsiteX386" fmla="*/ 1396016 w 1595052"/>
                    <a:gd name="connsiteY386" fmla="*/ 831472 h 1239973"/>
                    <a:gd name="connsiteX387" fmla="*/ 1396792 w 1595052"/>
                    <a:gd name="connsiteY387" fmla="*/ 835917 h 1239973"/>
                    <a:gd name="connsiteX388" fmla="*/ 1395345 w 1595052"/>
                    <a:gd name="connsiteY388" fmla="*/ 836970 h 1239973"/>
                    <a:gd name="connsiteX389" fmla="*/ 1396618 w 1595052"/>
                    <a:gd name="connsiteY389" fmla="*/ 837700 h 1239973"/>
                    <a:gd name="connsiteX390" fmla="*/ 1391965 w 1595052"/>
                    <a:gd name="connsiteY390" fmla="*/ 841891 h 1239973"/>
                    <a:gd name="connsiteX391" fmla="*/ 1388423 w 1595052"/>
                    <a:gd name="connsiteY391" fmla="*/ 841335 h 1239973"/>
                    <a:gd name="connsiteX392" fmla="*/ 1386073 w 1595052"/>
                    <a:gd name="connsiteY392" fmla="*/ 843372 h 1239973"/>
                    <a:gd name="connsiteX393" fmla="*/ 1388399 w 1595052"/>
                    <a:gd name="connsiteY393" fmla="*/ 842770 h 1239973"/>
                    <a:gd name="connsiteX394" fmla="*/ 1386651 w 1595052"/>
                    <a:gd name="connsiteY394" fmla="*/ 843430 h 1239973"/>
                    <a:gd name="connsiteX395" fmla="*/ 1388075 w 1595052"/>
                    <a:gd name="connsiteY395" fmla="*/ 845676 h 1239973"/>
                    <a:gd name="connsiteX396" fmla="*/ 1388376 w 1595052"/>
                    <a:gd name="connsiteY396" fmla="*/ 843314 h 1239973"/>
                    <a:gd name="connsiteX397" fmla="*/ 1392636 w 1595052"/>
                    <a:gd name="connsiteY397" fmla="*/ 842712 h 1239973"/>
                    <a:gd name="connsiteX398" fmla="*/ 1396514 w 1595052"/>
                    <a:gd name="connsiteY398" fmla="*/ 839483 h 1239973"/>
                    <a:gd name="connsiteX399" fmla="*/ 1394616 w 1595052"/>
                    <a:gd name="connsiteY399" fmla="*/ 841821 h 1239973"/>
                    <a:gd name="connsiteX400" fmla="*/ 1395704 w 1595052"/>
                    <a:gd name="connsiteY400" fmla="*/ 841300 h 1239973"/>
                    <a:gd name="connsiteX401" fmla="*/ 1395820 w 1595052"/>
                    <a:gd name="connsiteY401" fmla="*/ 843338 h 1239973"/>
                    <a:gd name="connsiteX402" fmla="*/ 1393539 w 1595052"/>
                    <a:gd name="connsiteY402" fmla="*/ 846046 h 1239973"/>
                    <a:gd name="connsiteX403" fmla="*/ 1394986 w 1595052"/>
                    <a:gd name="connsiteY403" fmla="*/ 845502 h 1239973"/>
                    <a:gd name="connsiteX404" fmla="*/ 1396456 w 1595052"/>
                    <a:gd name="connsiteY404" fmla="*/ 846533 h 1239973"/>
                    <a:gd name="connsiteX405" fmla="*/ 1395565 w 1595052"/>
                    <a:gd name="connsiteY405" fmla="*/ 849253 h 1239973"/>
                    <a:gd name="connsiteX406" fmla="*/ 1397232 w 1595052"/>
                    <a:gd name="connsiteY406" fmla="*/ 846625 h 1239973"/>
                    <a:gd name="connsiteX407" fmla="*/ 1396039 w 1595052"/>
                    <a:gd name="connsiteY407" fmla="*/ 845293 h 1239973"/>
                    <a:gd name="connsiteX408" fmla="*/ 1397081 w 1595052"/>
                    <a:gd name="connsiteY408" fmla="*/ 843592 h 1239973"/>
                    <a:gd name="connsiteX409" fmla="*/ 1397892 w 1595052"/>
                    <a:gd name="connsiteY409" fmla="*/ 844403 h 1239973"/>
                    <a:gd name="connsiteX410" fmla="*/ 1397510 w 1595052"/>
                    <a:gd name="connsiteY410" fmla="*/ 840953 h 1239973"/>
                    <a:gd name="connsiteX411" fmla="*/ 1401468 w 1595052"/>
                    <a:gd name="connsiteY411" fmla="*/ 840559 h 1239973"/>
                    <a:gd name="connsiteX412" fmla="*/ 1404259 w 1595052"/>
                    <a:gd name="connsiteY412" fmla="*/ 843476 h 1239973"/>
                    <a:gd name="connsiteX413" fmla="*/ 1400901 w 1595052"/>
                    <a:gd name="connsiteY413" fmla="*/ 845594 h 1239973"/>
                    <a:gd name="connsiteX414" fmla="*/ 1402233 w 1595052"/>
                    <a:gd name="connsiteY414" fmla="*/ 845293 h 1239973"/>
                    <a:gd name="connsiteX415" fmla="*/ 1402175 w 1595052"/>
                    <a:gd name="connsiteY415" fmla="*/ 847528 h 1239973"/>
                    <a:gd name="connsiteX416" fmla="*/ 1403066 w 1595052"/>
                    <a:gd name="connsiteY416" fmla="*/ 844889 h 1239973"/>
                    <a:gd name="connsiteX417" fmla="*/ 1405242 w 1595052"/>
                    <a:gd name="connsiteY417" fmla="*/ 844403 h 1239973"/>
                    <a:gd name="connsiteX418" fmla="*/ 1406273 w 1595052"/>
                    <a:gd name="connsiteY418" fmla="*/ 844159 h 1239973"/>
                    <a:gd name="connsiteX419" fmla="*/ 1407314 w 1595052"/>
                    <a:gd name="connsiteY419" fmla="*/ 846081 h 1239973"/>
                    <a:gd name="connsiteX420" fmla="*/ 1405242 w 1595052"/>
                    <a:gd name="connsiteY420" fmla="*/ 847493 h 1239973"/>
                    <a:gd name="connsiteX421" fmla="*/ 1405034 w 1595052"/>
                    <a:gd name="connsiteY421" fmla="*/ 847632 h 1239973"/>
                    <a:gd name="connsiteX422" fmla="*/ 1405242 w 1595052"/>
                    <a:gd name="connsiteY422" fmla="*/ 847817 h 1239973"/>
                    <a:gd name="connsiteX423" fmla="*/ 1407338 w 1595052"/>
                    <a:gd name="connsiteY423" fmla="*/ 849739 h 1239973"/>
                    <a:gd name="connsiteX424" fmla="*/ 1408761 w 1595052"/>
                    <a:gd name="connsiteY424" fmla="*/ 846475 h 1239973"/>
                    <a:gd name="connsiteX425" fmla="*/ 1413820 w 1595052"/>
                    <a:gd name="connsiteY425" fmla="*/ 843986 h 1239973"/>
                    <a:gd name="connsiteX426" fmla="*/ 1411250 w 1595052"/>
                    <a:gd name="connsiteY426" fmla="*/ 848118 h 1239973"/>
                    <a:gd name="connsiteX427" fmla="*/ 1412929 w 1595052"/>
                    <a:gd name="connsiteY427" fmla="*/ 851672 h 1239973"/>
                    <a:gd name="connsiteX428" fmla="*/ 1415197 w 1595052"/>
                    <a:gd name="connsiteY428" fmla="*/ 850920 h 1239973"/>
                    <a:gd name="connsiteX429" fmla="*/ 1413890 w 1595052"/>
                    <a:gd name="connsiteY429" fmla="*/ 854370 h 1239973"/>
                    <a:gd name="connsiteX430" fmla="*/ 1415915 w 1595052"/>
                    <a:gd name="connsiteY430" fmla="*/ 851440 h 1239973"/>
                    <a:gd name="connsiteX431" fmla="*/ 1417652 w 1595052"/>
                    <a:gd name="connsiteY431" fmla="*/ 853652 h 1239973"/>
                    <a:gd name="connsiteX432" fmla="*/ 1416540 w 1595052"/>
                    <a:gd name="connsiteY432" fmla="*/ 848408 h 1239973"/>
                    <a:gd name="connsiteX433" fmla="*/ 1419388 w 1595052"/>
                    <a:gd name="connsiteY433" fmla="*/ 847783 h 1239973"/>
                    <a:gd name="connsiteX434" fmla="*/ 1420187 w 1595052"/>
                    <a:gd name="connsiteY434" fmla="*/ 845178 h 1239973"/>
                    <a:gd name="connsiteX435" fmla="*/ 1421414 w 1595052"/>
                    <a:gd name="connsiteY435" fmla="*/ 846683 h 1239973"/>
                    <a:gd name="connsiteX436" fmla="*/ 1424481 w 1595052"/>
                    <a:gd name="connsiteY436" fmla="*/ 842111 h 1239973"/>
                    <a:gd name="connsiteX437" fmla="*/ 1425338 w 1595052"/>
                    <a:gd name="connsiteY437" fmla="*/ 843280 h 1239973"/>
                    <a:gd name="connsiteX438" fmla="*/ 1425581 w 1595052"/>
                    <a:gd name="connsiteY438" fmla="*/ 844749 h 1239973"/>
                    <a:gd name="connsiteX439" fmla="*/ 1426878 w 1595052"/>
                    <a:gd name="connsiteY439" fmla="*/ 845387 h 1239973"/>
                    <a:gd name="connsiteX440" fmla="*/ 1427503 w 1595052"/>
                    <a:gd name="connsiteY440" fmla="*/ 846266 h 1239973"/>
                    <a:gd name="connsiteX441" fmla="*/ 1423555 w 1595052"/>
                    <a:gd name="connsiteY441" fmla="*/ 856094 h 1239973"/>
                    <a:gd name="connsiteX442" fmla="*/ 1424655 w 1595052"/>
                    <a:gd name="connsiteY442" fmla="*/ 862252 h 1239973"/>
                    <a:gd name="connsiteX443" fmla="*/ 1427861 w 1595052"/>
                    <a:gd name="connsiteY443" fmla="*/ 865286 h 1239973"/>
                    <a:gd name="connsiteX444" fmla="*/ 1434240 w 1595052"/>
                    <a:gd name="connsiteY444" fmla="*/ 864486 h 1239973"/>
                    <a:gd name="connsiteX445" fmla="*/ 1430779 w 1595052"/>
                    <a:gd name="connsiteY445" fmla="*/ 871062 h 1239973"/>
                    <a:gd name="connsiteX446" fmla="*/ 1426750 w 1595052"/>
                    <a:gd name="connsiteY446" fmla="*/ 872057 h 1239973"/>
                    <a:gd name="connsiteX447" fmla="*/ 1426253 w 1595052"/>
                    <a:gd name="connsiteY447" fmla="*/ 872764 h 1239973"/>
                    <a:gd name="connsiteX448" fmla="*/ 1425454 w 1595052"/>
                    <a:gd name="connsiteY448" fmla="*/ 873065 h 1239973"/>
                    <a:gd name="connsiteX449" fmla="*/ 1423046 w 1595052"/>
                    <a:gd name="connsiteY449" fmla="*/ 877313 h 1239973"/>
                    <a:gd name="connsiteX450" fmla="*/ 1422815 w 1595052"/>
                    <a:gd name="connsiteY450" fmla="*/ 877625 h 1239973"/>
                    <a:gd name="connsiteX451" fmla="*/ 1422073 w 1595052"/>
                    <a:gd name="connsiteY451" fmla="*/ 878679 h 1239973"/>
                    <a:gd name="connsiteX452" fmla="*/ 1421993 w 1595052"/>
                    <a:gd name="connsiteY452" fmla="*/ 883772 h 1239973"/>
                    <a:gd name="connsiteX453" fmla="*/ 1422525 w 1595052"/>
                    <a:gd name="connsiteY453" fmla="*/ 883899 h 1239973"/>
                    <a:gd name="connsiteX454" fmla="*/ 1422560 w 1595052"/>
                    <a:gd name="connsiteY454" fmla="*/ 884282 h 1239973"/>
                    <a:gd name="connsiteX455" fmla="*/ 1425709 w 1595052"/>
                    <a:gd name="connsiteY455" fmla="*/ 884606 h 1239973"/>
                    <a:gd name="connsiteX456" fmla="*/ 1426658 w 1595052"/>
                    <a:gd name="connsiteY456" fmla="*/ 884814 h 1239973"/>
                    <a:gd name="connsiteX457" fmla="*/ 1425361 w 1595052"/>
                    <a:gd name="connsiteY457" fmla="*/ 886354 h 1239973"/>
                    <a:gd name="connsiteX458" fmla="*/ 1423903 w 1595052"/>
                    <a:gd name="connsiteY458" fmla="*/ 887673 h 1239973"/>
                    <a:gd name="connsiteX459" fmla="*/ 1423937 w 1595052"/>
                    <a:gd name="connsiteY459" fmla="*/ 888055 h 1239973"/>
                    <a:gd name="connsiteX460" fmla="*/ 1423474 w 1595052"/>
                    <a:gd name="connsiteY460" fmla="*/ 888599 h 1239973"/>
                    <a:gd name="connsiteX461" fmla="*/ 1423995 w 1595052"/>
                    <a:gd name="connsiteY461" fmla="*/ 892407 h 1239973"/>
                    <a:gd name="connsiteX462" fmla="*/ 1420337 w 1595052"/>
                    <a:gd name="connsiteY462" fmla="*/ 894607 h 1239973"/>
                    <a:gd name="connsiteX463" fmla="*/ 1404571 w 1595052"/>
                    <a:gd name="connsiteY463" fmla="*/ 894063 h 1239973"/>
                    <a:gd name="connsiteX464" fmla="*/ 1395912 w 1595052"/>
                    <a:gd name="connsiteY464" fmla="*/ 895684 h 1239973"/>
                    <a:gd name="connsiteX465" fmla="*/ 1395878 w 1595052"/>
                    <a:gd name="connsiteY465" fmla="*/ 895730 h 1239973"/>
                    <a:gd name="connsiteX466" fmla="*/ 1395762 w 1595052"/>
                    <a:gd name="connsiteY466" fmla="*/ 895730 h 1239973"/>
                    <a:gd name="connsiteX467" fmla="*/ 1390911 w 1595052"/>
                    <a:gd name="connsiteY467" fmla="*/ 900846 h 1239973"/>
                    <a:gd name="connsiteX468" fmla="*/ 1385228 w 1595052"/>
                    <a:gd name="connsiteY468" fmla="*/ 902953 h 1239973"/>
                    <a:gd name="connsiteX469" fmla="*/ 1383619 w 1595052"/>
                    <a:gd name="connsiteY469" fmla="*/ 901356 h 1239973"/>
                    <a:gd name="connsiteX470" fmla="*/ 1382588 w 1595052"/>
                    <a:gd name="connsiteY470" fmla="*/ 900175 h 1239973"/>
                    <a:gd name="connsiteX471" fmla="*/ 1382033 w 1595052"/>
                    <a:gd name="connsiteY471" fmla="*/ 893194 h 1239973"/>
                    <a:gd name="connsiteX472" fmla="*/ 1381836 w 1595052"/>
                    <a:gd name="connsiteY472" fmla="*/ 893218 h 1239973"/>
                    <a:gd name="connsiteX473" fmla="*/ 1381824 w 1595052"/>
                    <a:gd name="connsiteY473" fmla="*/ 893067 h 1239973"/>
                    <a:gd name="connsiteX474" fmla="*/ 1380898 w 1595052"/>
                    <a:gd name="connsiteY474" fmla="*/ 893357 h 1239973"/>
                    <a:gd name="connsiteX475" fmla="*/ 1378467 w 1595052"/>
                    <a:gd name="connsiteY475" fmla="*/ 893716 h 1239973"/>
                    <a:gd name="connsiteX476" fmla="*/ 1376928 w 1595052"/>
                    <a:gd name="connsiteY476" fmla="*/ 891863 h 1239973"/>
                    <a:gd name="connsiteX477" fmla="*/ 1370862 w 1595052"/>
                    <a:gd name="connsiteY477" fmla="*/ 891215 h 1239973"/>
                    <a:gd name="connsiteX478" fmla="*/ 1368929 w 1595052"/>
                    <a:gd name="connsiteY478" fmla="*/ 890336 h 1239973"/>
                    <a:gd name="connsiteX479" fmla="*/ 1367575 w 1595052"/>
                    <a:gd name="connsiteY479" fmla="*/ 890868 h 1239973"/>
                    <a:gd name="connsiteX480" fmla="*/ 1367204 w 1595052"/>
                    <a:gd name="connsiteY480" fmla="*/ 890833 h 1239973"/>
                    <a:gd name="connsiteX481" fmla="*/ 1358244 w 1595052"/>
                    <a:gd name="connsiteY481" fmla="*/ 886701 h 1239973"/>
                    <a:gd name="connsiteX482" fmla="*/ 1356716 w 1595052"/>
                    <a:gd name="connsiteY482" fmla="*/ 884004 h 1239973"/>
                    <a:gd name="connsiteX483" fmla="*/ 1355478 w 1595052"/>
                    <a:gd name="connsiteY483" fmla="*/ 881746 h 1239973"/>
                    <a:gd name="connsiteX484" fmla="*/ 1351137 w 1595052"/>
                    <a:gd name="connsiteY484" fmla="*/ 884154 h 1239973"/>
                    <a:gd name="connsiteX485" fmla="*/ 1350627 w 1595052"/>
                    <a:gd name="connsiteY485" fmla="*/ 883691 h 1239973"/>
                    <a:gd name="connsiteX486" fmla="*/ 1350662 w 1595052"/>
                    <a:gd name="connsiteY486" fmla="*/ 882904 h 1239973"/>
                    <a:gd name="connsiteX487" fmla="*/ 1349805 w 1595052"/>
                    <a:gd name="connsiteY487" fmla="*/ 882915 h 1239973"/>
                    <a:gd name="connsiteX488" fmla="*/ 1346749 w 1595052"/>
                    <a:gd name="connsiteY488" fmla="*/ 880079 h 1239973"/>
                    <a:gd name="connsiteX489" fmla="*/ 1335637 w 1595052"/>
                    <a:gd name="connsiteY489" fmla="*/ 880392 h 1239973"/>
                    <a:gd name="connsiteX490" fmla="*/ 1336644 w 1595052"/>
                    <a:gd name="connsiteY490" fmla="*/ 878412 h 1239973"/>
                    <a:gd name="connsiteX491" fmla="*/ 1336239 w 1595052"/>
                    <a:gd name="connsiteY491" fmla="*/ 878146 h 1239973"/>
                    <a:gd name="connsiteX492" fmla="*/ 1336273 w 1595052"/>
                    <a:gd name="connsiteY492" fmla="*/ 878019 h 1239973"/>
                    <a:gd name="connsiteX493" fmla="*/ 1335394 w 1595052"/>
                    <a:gd name="connsiteY493" fmla="*/ 877579 h 1239973"/>
                    <a:gd name="connsiteX494" fmla="*/ 1333530 w 1595052"/>
                    <a:gd name="connsiteY494" fmla="*/ 876329 h 1239973"/>
                    <a:gd name="connsiteX495" fmla="*/ 1332789 w 1595052"/>
                    <a:gd name="connsiteY495" fmla="*/ 876271 h 1239973"/>
                    <a:gd name="connsiteX496" fmla="*/ 1331446 w 1595052"/>
                    <a:gd name="connsiteY496" fmla="*/ 875611 h 1239973"/>
                    <a:gd name="connsiteX497" fmla="*/ 1329386 w 1595052"/>
                    <a:gd name="connsiteY497" fmla="*/ 876039 h 1239973"/>
                    <a:gd name="connsiteX498" fmla="*/ 1328274 w 1595052"/>
                    <a:gd name="connsiteY498" fmla="*/ 875959 h 1239973"/>
                    <a:gd name="connsiteX499" fmla="*/ 1323343 w 1595052"/>
                    <a:gd name="connsiteY499" fmla="*/ 877232 h 1239973"/>
                    <a:gd name="connsiteX500" fmla="*/ 1323134 w 1595052"/>
                    <a:gd name="connsiteY500" fmla="*/ 877625 h 1239973"/>
                    <a:gd name="connsiteX501" fmla="*/ 1322336 w 1595052"/>
                    <a:gd name="connsiteY501" fmla="*/ 879130 h 1239973"/>
                    <a:gd name="connsiteX502" fmla="*/ 1317763 w 1595052"/>
                    <a:gd name="connsiteY502" fmla="*/ 879628 h 1239973"/>
                    <a:gd name="connsiteX503" fmla="*/ 1317219 w 1595052"/>
                    <a:gd name="connsiteY503" fmla="*/ 879663 h 1239973"/>
                    <a:gd name="connsiteX504" fmla="*/ 1313781 w 1595052"/>
                    <a:gd name="connsiteY504" fmla="*/ 879315 h 1239973"/>
                    <a:gd name="connsiteX505" fmla="*/ 1313747 w 1595052"/>
                    <a:gd name="connsiteY505" fmla="*/ 877683 h 1239973"/>
                    <a:gd name="connsiteX506" fmla="*/ 1313677 w 1595052"/>
                    <a:gd name="connsiteY506" fmla="*/ 877752 h 1239973"/>
                    <a:gd name="connsiteX507" fmla="*/ 1313677 w 1595052"/>
                    <a:gd name="connsiteY507" fmla="*/ 877706 h 1239973"/>
                    <a:gd name="connsiteX508" fmla="*/ 1312832 w 1595052"/>
                    <a:gd name="connsiteY508" fmla="*/ 878621 h 1239973"/>
                    <a:gd name="connsiteX509" fmla="*/ 1312381 w 1595052"/>
                    <a:gd name="connsiteY509" fmla="*/ 879072 h 1239973"/>
                    <a:gd name="connsiteX510" fmla="*/ 1303710 w 1595052"/>
                    <a:gd name="connsiteY510" fmla="*/ 876074 h 1239973"/>
                    <a:gd name="connsiteX511" fmla="*/ 1296209 w 1595052"/>
                    <a:gd name="connsiteY511" fmla="*/ 875345 h 1239973"/>
                    <a:gd name="connsiteX512" fmla="*/ 1284541 w 1595052"/>
                    <a:gd name="connsiteY512" fmla="*/ 874095 h 1239973"/>
                    <a:gd name="connsiteX513" fmla="*/ 1279123 w 1595052"/>
                    <a:gd name="connsiteY513" fmla="*/ 870113 h 1239973"/>
                    <a:gd name="connsiteX514" fmla="*/ 1278776 w 1595052"/>
                    <a:gd name="connsiteY514" fmla="*/ 870136 h 1239973"/>
                    <a:gd name="connsiteX515" fmla="*/ 1278753 w 1595052"/>
                    <a:gd name="connsiteY515" fmla="*/ 870113 h 1239973"/>
                    <a:gd name="connsiteX516" fmla="*/ 1277757 w 1595052"/>
                    <a:gd name="connsiteY516" fmla="*/ 870193 h 1239973"/>
                    <a:gd name="connsiteX517" fmla="*/ 1269064 w 1595052"/>
                    <a:gd name="connsiteY517" fmla="*/ 870657 h 1239973"/>
                    <a:gd name="connsiteX518" fmla="*/ 1258634 w 1595052"/>
                    <a:gd name="connsiteY518" fmla="*/ 867253 h 1239973"/>
                    <a:gd name="connsiteX519" fmla="*/ 1258264 w 1595052"/>
                    <a:gd name="connsiteY519" fmla="*/ 867335 h 1239973"/>
                    <a:gd name="connsiteX520" fmla="*/ 1258171 w 1595052"/>
                    <a:gd name="connsiteY520" fmla="*/ 867311 h 1239973"/>
                    <a:gd name="connsiteX521" fmla="*/ 1256817 w 1595052"/>
                    <a:gd name="connsiteY521" fmla="*/ 867670 h 1239973"/>
                    <a:gd name="connsiteX522" fmla="*/ 1252093 w 1595052"/>
                    <a:gd name="connsiteY522" fmla="*/ 868735 h 1239973"/>
                    <a:gd name="connsiteX523" fmla="*/ 1252024 w 1595052"/>
                    <a:gd name="connsiteY523" fmla="*/ 868724 h 1239973"/>
                    <a:gd name="connsiteX524" fmla="*/ 1250889 w 1595052"/>
                    <a:gd name="connsiteY524" fmla="*/ 868445 h 1239973"/>
                    <a:gd name="connsiteX525" fmla="*/ 1248470 w 1595052"/>
                    <a:gd name="connsiteY525" fmla="*/ 867369 h 1239973"/>
                    <a:gd name="connsiteX526" fmla="*/ 1247683 w 1595052"/>
                    <a:gd name="connsiteY526" fmla="*/ 867693 h 1239973"/>
                    <a:gd name="connsiteX527" fmla="*/ 1247509 w 1595052"/>
                    <a:gd name="connsiteY527" fmla="*/ 867658 h 1239973"/>
                    <a:gd name="connsiteX528" fmla="*/ 1247220 w 1595052"/>
                    <a:gd name="connsiteY528" fmla="*/ 867890 h 1239973"/>
                    <a:gd name="connsiteX529" fmla="*/ 1246433 w 1595052"/>
                    <a:gd name="connsiteY529" fmla="*/ 868214 h 1239973"/>
                    <a:gd name="connsiteX530" fmla="*/ 1245599 w 1595052"/>
                    <a:gd name="connsiteY530" fmla="*/ 869221 h 1239973"/>
                    <a:gd name="connsiteX531" fmla="*/ 1240900 w 1595052"/>
                    <a:gd name="connsiteY531" fmla="*/ 873065 h 1239973"/>
                    <a:gd name="connsiteX532" fmla="*/ 1239800 w 1595052"/>
                    <a:gd name="connsiteY532" fmla="*/ 874488 h 1239973"/>
                    <a:gd name="connsiteX533" fmla="*/ 1238237 w 1595052"/>
                    <a:gd name="connsiteY533" fmla="*/ 877625 h 1239973"/>
                    <a:gd name="connsiteX534" fmla="*/ 1237739 w 1595052"/>
                    <a:gd name="connsiteY534" fmla="*/ 878621 h 1239973"/>
                    <a:gd name="connsiteX535" fmla="*/ 1237288 w 1595052"/>
                    <a:gd name="connsiteY535" fmla="*/ 879165 h 1239973"/>
                    <a:gd name="connsiteX536" fmla="*/ 1237323 w 1595052"/>
                    <a:gd name="connsiteY536" fmla="*/ 879454 h 1239973"/>
                    <a:gd name="connsiteX537" fmla="*/ 1236512 w 1595052"/>
                    <a:gd name="connsiteY537" fmla="*/ 881087 h 1239973"/>
                    <a:gd name="connsiteX538" fmla="*/ 1237288 w 1595052"/>
                    <a:gd name="connsiteY538" fmla="*/ 883622 h 1239973"/>
                    <a:gd name="connsiteX539" fmla="*/ 1239777 w 1595052"/>
                    <a:gd name="connsiteY539" fmla="*/ 883402 h 1239973"/>
                    <a:gd name="connsiteX540" fmla="*/ 1237160 w 1595052"/>
                    <a:gd name="connsiteY540" fmla="*/ 886064 h 1239973"/>
                    <a:gd name="connsiteX541" fmla="*/ 1237612 w 1595052"/>
                    <a:gd name="connsiteY541" fmla="*/ 887534 h 1239973"/>
                    <a:gd name="connsiteX542" fmla="*/ 1237716 w 1595052"/>
                    <a:gd name="connsiteY542" fmla="*/ 887592 h 1239973"/>
                    <a:gd name="connsiteX543" fmla="*/ 1237797 w 1595052"/>
                    <a:gd name="connsiteY543" fmla="*/ 887812 h 1239973"/>
                    <a:gd name="connsiteX544" fmla="*/ 1242972 w 1595052"/>
                    <a:gd name="connsiteY544" fmla="*/ 890428 h 1239973"/>
                    <a:gd name="connsiteX545" fmla="*/ 1243620 w 1595052"/>
                    <a:gd name="connsiteY545" fmla="*/ 890775 h 1239973"/>
                    <a:gd name="connsiteX546" fmla="*/ 1241942 w 1595052"/>
                    <a:gd name="connsiteY546" fmla="*/ 890023 h 1239973"/>
                    <a:gd name="connsiteX547" fmla="*/ 1237473 w 1595052"/>
                    <a:gd name="connsiteY547" fmla="*/ 887963 h 1239973"/>
                    <a:gd name="connsiteX548" fmla="*/ 1237415 w 1595052"/>
                    <a:gd name="connsiteY548" fmla="*/ 888008 h 1239973"/>
                    <a:gd name="connsiteX549" fmla="*/ 1237369 w 1595052"/>
                    <a:gd name="connsiteY549" fmla="*/ 887986 h 1239973"/>
                    <a:gd name="connsiteX550" fmla="*/ 1235748 w 1595052"/>
                    <a:gd name="connsiteY550" fmla="*/ 889410 h 1239973"/>
                    <a:gd name="connsiteX551" fmla="*/ 1231859 w 1595052"/>
                    <a:gd name="connsiteY551" fmla="*/ 892650 h 1239973"/>
                    <a:gd name="connsiteX552" fmla="*/ 1231326 w 1595052"/>
                    <a:gd name="connsiteY552" fmla="*/ 893461 h 1239973"/>
                    <a:gd name="connsiteX553" fmla="*/ 1229381 w 1595052"/>
                    <a:gd name="connsiteY553" fmla="*/ 897663 h 1239973"/>
                    <a:gd name="connsiteX554" fmla="*/ 1228988 w 1595052"/>
                    <a:gd name="connsiteY554" fmla="*/ 897733 h 1239973"/>
                    <a:gd name="connsiteX555" fmla="*/ 1223258 w 1595052"/>
                    <a:gd name="connsiteY555" fmla="*/ 893832 h 1239973"/>
                    <a:gd name="connsiteX556" fmla="*/ 1220318 w 1595052"/>
                    <a:gd name="connsiteY556" fmla="*/ 891470 h 1239973"/>
                    <a:gd name="connsiteX557" fmla="*/ 1219438 w 1595052"/>
                    <a:gd name="connsiteY557" fmla="*/ 890764 h 1239973"/>
                    <a:gd name="connsiteX558" fmla="*/ 1219473 w 1595052"/>
                    <a:gd name="connsiteY558" fmla="*/ 890601 h 1239973"/>
                    <a:gd name="connsiteX559" fmla="*/ 1220341 w 1595052"/>
                    <a:gd name="connsiteY559" fmla="*/ 886909 h 1239973"/>
                    <a:gd name="connsiteX560" fmla="*/ 1218234 w 1595052"/>
                    <a:gd name="connsiteY560" fmla="*/ 884536 h 1239973"/>
                    <a:gd name="connsiteX561" fmla="*/ 1216301 w 1595052"/>
                    <a:gd name="connsiteY561" fmla="*/ 885057 h 1239973"/>
                    <a:gd name="connsiteX562" fmla="*/ 1215583 w 1595052"/>
                    <a:gd name="connsiteY562" fmla="*/ 881932 h 1239973"/>
                    <a:gd name="connsiteX563" fmla="*/ 1213661 w 1595052"/>
                    <a:gd name="connsiteY563" fmla="*/ 882545 h 1239973"/>
                    <a:gd name="connsiteX564" fmla="*/ 1212249 w 1595052"/>
                    <a:gd name="connsiteY564" fmla="*/ 878030 h 1239973"/>
                    <a:gd name="connsiteX565" fmla="*/ 1206948 w 1595052"/>
                    <a:gd name="connsiteY565" fmla="*/ 878227 h 1239973"/>
                    <a:gd name="connsiteX566" fmla="*/ 1206323 w 1595052"/>
                    <a:gd name="connsiteY566" fmla="*/ 877625 h 1239973"/>
                    <a:gd name="connsiteX567" fmla="*/ 1201785 w 1595052"/>
                    <a:gd name="connsiteY567" fmla="*/ 873238 h 1239973"/>
                    <a:gd name="connsiteX568" fmla="*/ 1200558 w 1595052"/>
                    <a:gd name="connsiteY568" fmla="*/ 873817 h 1239973"/>
                    <a:gd name="connsiteX569" fmla="*/ 1199446 w 1595052"/>
                    <a:gd name="connsiteY569" fmla="*/ 872312 h 1239973"/>
                    <a:gd name="connsiteX570" fmla="*/ 1201345 w 1595052"/>
                    <a:gd name="connsiteY570" fmla="*/ 872184 h 1239973"/>
                    <a:gd name="connsiteX571" fmla="*/ 1201924 w 1595052"/>
                    <a:gd name="connsiteY571" fmla="*/ 870298 h 1239973"/>
                    <a:gd name="connsiteX572" fmla="*/ 1197143 w 1595052"/>
                    <a:gd name="connsiteY572" fmla="*/ 870298 h 1239973"/>
                    <a:gd name="connsiteX573" fmla="*/ 1196263 w 1595052"/>
                    <a:gd name="connsiteY573" fmla="*/ 865401 h 1239973"/>
                    <a:gd name="connsiteX574" fmla="*/ 1193832 w 1595052"/>
                    <a:gd name="connsiteY574" fmla="*/ 866003 h 1239973"/>
                    <a:gd name="connsiteX575" fmla="*/ 1192617 w 1595052"/>
                    <a:gd name="connsiteY575" fmla="*/ 866304 h 1239973"/>
                    <a:gd name="connsiteX576" fmla="*/ 1182129 w 1595052"/>
                    <a:gd name="connsiteY576" fmla="*/ 859428 h 1239973"/>
                    <a:gd name="connsiteX577" fmla="*/ 1182245 w 1595052"/>
                    <a:gd name="connsiteY577" fmla="*/ 856568 h 1239973"/>
                    <a:gd name="connsiteX578" fmla="*/ 1177290 w 1595052"/>
                    <a:gd name="connsiteY578" fmla="*/ 856464 h 1239973"/>
                    <a:gd name="connsiteX579" fmla="*/ 1193832 w 1595052"/>
                    <a:gd name="connsiteY579" fmla="*/ 870031 h 1239973"/>
                    <a:gd name="connsiteX580" fmla="*/ 1203093 w 1595052"/>
                    <a:gd name="connsiteY580" fmla="*/ 877625 h 1239973"/>
                    <a:gd name="connsiteX581" fmla="*/ 1212689 w 1595052"/>
                    <a:gd name="connsiteY581" fmla="*/ 885485 h 1239973"/>
                    <a:gd name="connsiteX582" fmla="*/ 1217748 w 1595052"/>
                    <a:gd name="connsiteY582" fmla="*/ 889988 h 1239973"/>
                    <a:gd name="connsiteX583" fmla="*/ 1229879 w 1595052"/>
                    <a:gd name="connsiteY583" fmla="*/ 901495 h 1239973"/>
                    <a:gd name="connsiteX584" fmla="*/ 1230053 w 1595052"/>
                    <a:gd name="connsiteY584" fmla="*/ 898971 h 1239973"/>
                    <a:gd name="connsiteX585" fmla="*/ 1233410 w 1595052"/>
                    <a:gd name="connsiteY585" fmla="*/ 905709 h 1239973"/>
                    <a:gd name="connsiteX586" fmla="*/ 1238827 w 1595052"/>
                    <a:gd name="connsiteY586" fmla="*/ 907329 h 1239973"/>
                    <a:gd name="connsiteX587" fmla="*/ 1239684 w 1595052"/>
                    <a:gd name="connsiteY587" fmla="*/ 907040 h 1239973"/>
                    <a:gd name="connsiteX588" fmla="*/ 1240309 w 1595052"/>
                    <a:gd name="connsiteY588" fmla="*/ 907202 h 1239973"/>
                    <a:gd name="connsiteX589" fmla="*/ 1240541 w 1595052"/>
                    <a:gd name="connsiteY589" fmla="*/ 906750 h 1239973"/>
                    <a:gd name="connsiteX590" fmla="*/ 1241478 w 1595052"/>
                    <a:gd name="connsiteY590" fmla="*/ 906438 h 1239973"/>
                    <a:gd name="connsiteX591" fmla="*/ 1241467 w 1595052"/>
                    <a:gd name="connsiteY591" fmla="*/ 906739 h 1239973"/>
                    <a:gd name="connsiteX592" fmla="*/ 1243724 w 1595052"/>
                    <a:gd name="connsiteY592" fmla="*/ 905673 h 1239973"/>
                    <a:gd name="connsiteX593" fmla="*/ 1244013 w 1595052"/>
                    <a:gd name="connsiteY593" fmla="*/ 905569 h 1239973"/>
                    <a:gd name="connsiteX594" fmla="*/ 1241548 w 1595052"/>
                    <a:gd name="connsiteY594" fmla="*/ 906715 h 1239973"/>
                    <a:gd name="connsiteX595" fmla="*/ 1242486 w 1595052"/>
                    <a:gd name="connsiteY595" fmla="*/ 907190 h 1239973"/>
                    <a:gd name="connsiteX596" fmla="*/ 1242208 w 1595052"/>
                    <a:gd name="connsiteY596" fmla="*/ 907457 h 1239973"/>
                    <a:gd name="connsiteX597" fmla="*/ 1242856 w 1595052"/>
                    <a:gd name="connsiteY597" fmla="*/ 907387 h 1239973"/>
                    <a:gd name="connsiteX598" fmla="*/ 1243550 w 1595052"/>
                    <a:gd name="connsiteY598" fmla="*/ 907734 h 1239973"/>
                    <a:gd name="connsiteX599" fmla="*/ 1247752 w 1595052"/>
                    <a:gd name="connsiteY599" fmla="*/ 906797 h 1239973"/>
                    <a:gd name="connsiteX600" fmla="*/ 1245298 w 1595052"/>
                    <a:gd name="connsiteY600" fmla="*/ 908104 h 1239973"/>
                    <a:gd name="connsiteX601" fmla="*/ 1245565 w 1595052"/>
                    <a:gd name="connsiteY601" fmla="*/ 908533 h 1239973"/>
                    <a:gd name="connsiteX602" fmla="*/ 1245391 w 1595052"/>
                    <a:gd name="connsiteY602" fmla="*/ 908672 h 1239973"/>
                    <a:gd name="connsiteX603" fmla="*/ 1248586 w 1595052"/>
                    <a:gd name="connsiteY603" fmla="*/ 914830 h 1239973"/>
                    <a:gd name="connsiteX604" fmla="*/ 1250091 w 1595052"/>
                    <a:gd name="connsiteY604" fmla="*/ 918627 h 1239973"/>
                    <a:gd name="connsiteX605" fmla="*/ 1249130 w 1595052"/>
                    <a:gd name="connsiteY605" fmla="*/ 922413 h 1239973"/>
                    <a:gd name="connsiteX606" fmla="*/ 1244847 w 1595052"/>
                    <a:gd name="connsiteY606" fmla="*/ 926348 h 1239973"/>
                    <a:gd name="connsiteX607" fmla="*/ 1244222 w 1595052"/>
                    <a:gd name="connsiteY607" fmla="*/ 927494 h 1239973"/>
                    <a:gd name="connsiteX608" fmla="*/ 1242057 w 1595052"/>
                    <a:gd name="connsiteY608" fmla="*/ 929705 h 1239973"/>
                    <a:gd name="connsiteX609" fmla="*/ 1239939 w 1595052"/>
                    <a:gd name="connsiteY609" fmla="*/ 935296 h 1239973"/>
                    <a:gd name="connsiteX610" fmla="*/ 1239869 w 1595052"/>
                    <a:gd name="connsiteY610" fmla="*/ 935412 h 1239973"/>
                    <a:gd name="connsiteX611" fmla="*/ 1238897 w 1595052"/>
                    <a:gd name="connsiteY611" fmla="*/ 936234 h 1239973"/>
                    <a:gd name="connsiteX612" fmla="*/ 1234649 w 1595052"/>
                    <a:gd name="connsiteY612" fmla="*/ 939753 h 1239973"/>
                    <a:gd name="connsiteX613" fmla="*/ 1234464 w 1595052"/>
                    <a:gd name="connsiteY613" fmla="*/ 939626 h 1239973"/>
                    <a:gd name="connsiteX614" fmla="*/ 1233722 w 1595052"/>
                    <a:gd name="connsiteY614" fmla="*/ 938109 h 1239973"/>
                    <a:gd name="connsiteX615" fmla="*/ 1234290 w 1595052"/>
                    <a:gd name="connsiteY615" fmla="*/ 934544 h 1239973"/>
                    <a:gd name="connsiteX616" fmla="*/ 1235042 w 1595052"/>
                    <a:gd name="connsiteY616" fmla="*/ 932483 h 1239973"/>
                    <a:gd name="connsiteX617" fmla="*/ 1234961 w 1595052"/>
                    <a:gd name="connsiteY617" fmla="*/ 930179 h 1239973"/>
                    <a:gd name="connsiteX618" fmla="*/ 1235829 w 1595052"/>
                    <a:gd name="connsiteY618" fmla="*/ 924612 h 1239973"/>
                    <a:gd name="connsiteX619" fmla="*/ 1234822 w 1595052"/>
                    <a:gd name="connsiteY619" fmla="*/ 922493 h 1239973"/>
                    <a:gd name="connsiteX620" fmla="*/ 1237392 w 1595052"/>
                    <a:gd name="connsiteY620" fmla="*/ 914737 h 1239973"/>
                    <a:gd name="connsiteX621" fmla="*/ 1237288 w 1595052"/>
                    <a:gd name="connsiteY621" fmla="*/ 914124 h 1239973"/>
                    <a:gd name="connsiteX622" fmla="*/ 1237739 w 1595052"/>
                    <a:gd name="connsiteY622" fmla="*/ 912631 h 1239973"/>
                    <a:gd name="connsiteX623" fmla="*/ 1236871 w 1595052"/>
                    <a:gd name="connsiteY623" fmla="*/ 911704 h 1239973"/>
                    <a:gd name="connsiteX624" fmla="*/ 1236732 w 1595052"/>
                    <a:gd name="connsiteY624" fmla="*/ 910859 h 1239973"/>
                    <a:gd name="connsiteX625" fmla="*/ 1217215 w 1595052"/>
                    <a:gd name="connsiteY625" fmla="*/ 890590 h 1239973"/>
                    <a:gd name="connsiteX626" fmla="*/ 1212249 w 1595052"/>
                    <a:gd name="connsiteY626" fmla="*/ 886029 h 1239973"/>
                    <a:gd name="connsiteX627" fmla="*/ 1202213 w 1595052"/>
                    <a:gd name="connsiteY627" fmla="*/ 877625 h 1239973"/>
                    <a:gd name="connsiteX628" fmla="*/ 1193832 w 1595052"/>
                    <a:gd name="connsiteY628" fmla="*/ 870610 h 1239973"/>
                    <a:gd name="connsiteX629" fmla="*/ 1184386 w 1595052"/>
                    <a:gd name="connsiteY629" fmla="*/ 862704 h 1239973"/>
                    <a:gd name="connsiteX630" fmla="*/ 1171768 w 1595052"/>
                    <a:gd name="connsiteY630" fmla="*/ 853825 h 1239973"/>
                    <a:gd name="connsiteX631" fmla="*/ 1169418 w 1595052"/>
                    <a:gd name="connsiteY631" fmla="*/ 851926 h 1239973"/>
                    <a:gd name="connsiteX632" fmla="*/ 1167370 w 1595052"/>
                    <a:gd name="connsiteY632" fmla="*/ 850734 h 1239973"/>
                    <a:gd name="connsiteX633" fmla="*/ 1162021 w 1595052"/>
                    <a:gd name="connsiteY633" fmla="*/ 846972 h 1239973"/>
                    <a:gd name="connsiteX634" fmla="*/ 1122039 w 1595052"/>
                    <a:gd name="connsiteY634" fmla="*/ 823762 h 1239973"/>
                    <a:gd name="connsiteX635" fmla="*/ 1120881 w 1595052"/>
                    <a:gd name="connsiteY635" fmla="*/ 823554 h 1239973"/>
                    <a:gd name="connsiteX636" fmla="*/ 1120788 w 1595052"/>
                    <a:gd name="connsiteY636" fmla="*/ 823728 h 1239973"/>
                    <a:gd name="connsiteX637" fmla="*/ 1120117 w 1595052"/>
                    <a:gd name="connsiteY637" fmla="*/ 823334 h 1239973"/>
                    <a:gd name="connsiteX638" fmla="*/ 1119318 w 1595052"/>
                    <a:gd name="connsiteY638" fmla="*/ 822513 h 1239973"/>
                    <a:gd name="connsiteX639" fmla="*/ 1116540 w 1595052"/>
                    <a:gd name="connsiteY639" fmla="*/ 821262 h 1239973"/>
                    <a:gd name="connsiteX640" fmla="*/ 1114549 w 1595052"/>
                    <a:gd name="connsiteY640" fmla="*/ 820105 h 1239973"/>
                    <a:gd name="connsiteX641" fmla="*/ 1113275 w 1595052"/>
                    <a:gd name="connsiteY641" fmla="*/ 819792 h 1239973"/>
                    <a:gd name="connsiteX642" fmla="*/ 1109826 w 1595052"/>
                    <a:gd name="connsiteY642" fmla="*/ 818252 h 1239973"/>
                    <a:gd name="connsiteX643" fmla="*/ 1106967 w 1595052"/>
                    <a:gd name="connsiteY643" fmla="*/ 818252 h 1239973"/>
                    <a:gd name="connsiteX644" fmla="*/ 1105242 w 1595052"/>
                    <a:gd name="connsiteY644" fmla="*/ 817824 h 1239973"/>
                    <a:gd name="connsiteX645" fmla="*/ 1104154 w 1595052"/>
                    <a:gd name="connsiteY645" fmla="*/ 818252 h 1239973"/>
                    <a:gd name="connsiteX646" fmla="*/ 1103089 w 1595052"/>
                    <a:gd name="connsiteY646" fmla="*/ 818252 h 1239973"/>
                    <a:gd name="connsiteX647" fmla="*/ 1101352 w 1595052"/>
                    <a:gd name="connsiteY647" fmla="*/ 817755 h 1239973"/>
                    <a:gd name="connsiteX648" fmla="*/ 1097509 w 1595052"/>
                    <a:gd name="connsiteY648" fmla="*/ 815659 h 1239973"/>
                    <a:gd name="connsiteX649" fmla="*/ 1094476 w 1595052"/>
                    <a:gd name="connsiteY649" fmla="*/ 815729 h 1239973"/>
                    <a:gd name="connsiteX650" fmla="*/ 1088133 w 1595052"/>
                    <a:gd name="connsiteY650" fmla="*/ 813865 h 1239973"/>
                    <a:gd name="connsiteX651" fmla="*/ 1080435 w 1595052"/>
                    <a:gd name="connsiteY651" fmla="*/ 811608 h 1239973"/>
                    <a:gd name="connsiteX652" fmla="*/ 1078178 w 1595052"/>
                    <a:gd name="connsiteY652" fmla="*/ 810763 h 1239973"/>
                    <a:gd name="connsiteX653" fmla="*/ 1076777 w 1595052"/>
                    <a:gd name="connsiteY653" fmla="*/ 810531 h 1239973"/>
                    <a:gd name="connsiteX654" fmla="*/ 1072123 w 1595052"/>
                    <a:gd name="connsiteY654" fmla="*/ 809165 h 1239973"/>
                    <a:gd name="connsiteX655" fmla="*/ 1068952 w 1595052"/>
                    <a:gd name="connsiteY655" fmla="*/ 809235 h 1239973"/>
                    <a:gd name="connsiteX656" fmla="*/ 1066463 w 1595052"/>
                    <a:gd name="connsiteY656" fmla="*/ 808818 h 1239973"/>
                    <a:gd name="connsiteX657" fmla="*/ 1065201 w 1595052"/>
                    <a:gd name="connsiteY657" fmla="*/ 809305 h 1239973"/>
                    <a:gd name="connsiteX658" fmla="*/ 1064136 w 1595052"/>
                    <a:gd name="connsiteY658" fmla="*/ 809327 h 1239973"/>
                    <a:gd name="connsiteX659" fmla="*/ 1062793 w 1595052"/>
                    <a:gd name="connsiteY659" fmla="*/ 810242 h 1239973"/>
                    <a:gd name="connsiteX660" fmla="*/ 1059911 w 1595052"/>
                    <a:gd name="connsiteY660" fmla="*/ 811354 h 1239973"/>
                    <a:gd name="connsiteX661" fmla="*/ 1059841 w 1595052"/>
                    <a:gd name="connsiteY661" fmla="*/ 812233 h 1239973"/>
                    <a:gd name="connsiteX662" fmla="*/ 1055894 w 1595052"/>
                    <a:gd name="connsiteY662" fmla="*/ 814907 h 1239973"/>
                    <a:gd name="connsiteX663" fmla="*/ 1056577 w 1595052"/>
                    <a:gd name="connsiteY663" fmla="*/ 817084 h 1239973"/>
                    <a:gd name="connsiteX664" fmla="*/ 1052247 w 1595052"/>
                    <a:gd name="connsiteY664" fmla="*/ 817407 h 1239973"/>
                    <a:gd name="connsiteX665" fmla="*/ 1052120 w 1595052"/>
                    <a:gd name="connsiteY665" fmla="*/ 817419 h 1239973"/>
                    <a:gd name="connsiteX666" fmla="*/ 1046691 w 1595052"/>
                    <a:gd name="connsiteY666" fmla="*/ 820568 h 1239973"/>
                    <a:gd name="connsiteX667" fmla="*/ 1045140 w 1595052"/>
                    <a:gd name="connsiteY667" fmla="*/ 820591 h 1239973"/>
                    <a:gd name="connsiteX668" fmla="*/ 1041169 w 1595052"/>
                    <a:gd name="connsiteY668" fmla="*/ 823786 h 1239973"/>
                    <a:gd name="connsiteX669" fmla="*/ 1038622 w 1595052"/>
                    <a:gd name="connsiteY669" fmla="*/ 825267 h 1239973"/>
                    <a:gd name="connsiteX670" fmla="*/ 1038067 w 1595052"/>
                    <a:gd name="connsiteY670" fmla="*/ 825209 h 1239973"/>
                    <a:gd name="connsiteX671" fmla="*/ 1034351 w 1595052"/>
                    <a:gd name="connsiteY671" fmla="*/ 824723 h 1239973"/>
                    <a:gd name="connsiteX672" fmla="*/ 1032812 w 1595052"/>
                    <a:gd name="connsiteY672" fmla="*/ 825742 h 1239973"/>
                    <a:gd name="connsiteX673" fmla="*/ 1028019 w 1595052"/>
                    <a:gd name="connsiteY673" fmla="*/ 828000 h 1239973"/>
                    <a:gd name="connsiteX674" fmla="*/ 1024928 w 1595052"/>
                    <a:gd name="connsiteY674" fmla="*/ 828555 h 1239973"/>
                    <a:gd name="connsiteX675" fmla="*/ 1020784 w 1595052"/>
                    <a:gd name="connsiteY675" fmla="*/ 827849 h 1239973"/>
                    <a:gd name="connsiteX676" fmla="*/ 1010181 w 1595052"/>
                    <a:gd name="connsiteY676" fmla="*/ 824908 h 1239973"/>
                    <a:gd name="connsiteX677" fmla="*/ 1012044 w 1595052"/>
                    <a:gd name="connsiteY677" fmla="*/ 826147 h 1239973"/>
                    <a:gd name="connsiteX678" fmla="*/ 1009787 w 1595052"/>
                    <a:gd name="connsiteY678" fmla="*/ 825811 h 1239973"/>
                    <a:gd name="connsiteX679" fmla="*/ 1004856 w 1595052"/>
                    <a:gd name="connsiteY679" fmla="*/ 825766 h 1239973"/>
                    <a:gd name="connsiteX680" fmla="*/ 1002656 w 1595052"/>
                    <a:gd name="connsiteY680" fmla="*/ 826471 h 1239973"/>
                    <a:gd name="connsiteX681" fmla="*/ 1002124 w 1595052"/>
                    <a:gd name="connsiteY681" fmla="*/ 826529 h 1239973"/>
                    <a:gd name="connsiteX682" fmla="*/ 1001915 w 1595052"/>
                    <a:gd name="connsiteY682" fmla="*/ 826714 h 1239973"/>
                    <a:gd name="connsiteX683" fmla="*/ 1001036 w 1595052"/>
                    <a:gd name="connsiteY683" fmla="*/ 827004 h 1239973"/>
                    <a:gd name="connsiteX684" fmla="*/ 1000955 w 1595052"/>
                    <a:gd name="connsiteY684" fmla="*/ 827583 h 1239973"/>
                    <a:gd name="connsiteX685" fmla="*/ 998871 w 1595052"/>
                    <a:gd name="connsiteY685" fmla="*/ 829458 h 1239973"/>
                    <a:gd name="connsiteX686" fmla="*/ 997991 w 1595052"/>
                    <a:gd name="connsiteY686" fmla="*/ 830014 h 1239973"/>
                    <a:gd name="connsiteX687" fmla="*/ 996649 w 1595052"/>
                    <a:gd name="connsiteY687" fmla="*/ 835674 h 1239973"/>
                    <a:gd name="connsiteX688" fmla="*/ 996533 w 1595052"/>
                    <a:gd name="connsiteY688" fmla="*/ 836080 h 1239973"/>
                    <a:gd name="connsiteX689" fmla="*/ 985350 w 1595052"/>
                    <a:gd name="connsiteY689" fmla="*/ 834852 h 1239973"/>
                    <a:gd name="connsiteX690" fmla="*/ 983232 w 1595052"/>
                    <a:gd name="connsiteY690" fmla="*/ 835153 h 1239973"/>
                    <a:gd name="connsiteX691" fmla="*/ 967767 w 1595052"/>
                    <a:gd name="connsiteY691" fmla="*/ 835779 h 1239973"/>
                    <a:gd name="connsiteX692" fmla="*/ 963414 w 1595052"/>
                    <a:gd name="connsiteY692" fmla="*/ 835732 h 1239973"/>
                    <a:gd name="connsiteX693" fmla="*/ 961828 w 1595052"/>
                    <a:gd name="connsiteY693" fmla="*/ 836022 h 1239973"/>
                    <a:gd name="connsiteX694" fmla="*/ 961157 w 1595052"/>
                    <a:gd name="connsiteY694" fmla="*/ 836056 h 1239973"/>
                    <a:gd name="connsiteX695" fmla="*/ 959664 w 1595052"/>
                    <a:gd name="connsiteY695" fmla="*/ 836426 h 1239973"/>
                    <a:gd name="connsiteX696" fmla="*/ 944927 w 1595052"/>
                    <a:gd name="connsiteY696" fmla="*/ 839135 h 1239973"/>
                    <a:gd name="connsiteX697" fmla="*/ 934486 w 1595052"/>
                    <a:gd name="connsiteY697" fmla="*/ 842944 h 1239973"/>
                    <a:gd name="connsiteX698" fmla="*/ 933664 w 1595052"/>
                    <a:gd name="connsiteY698" fmla="*/ 843962 h 1239973"/>
                    <a:gd name="connsiteX699" fmla="*/ 933178 w 1595052"/>
                    <a:gd name="connsiteY699" fmla="*/ 844229 h 1239973"/>
                    <a:gd name="connsiteX700" fmla="*/ 932923 w 1595052"/>
                    <a:gd name="connsiteY700" fmla="*/ 844877 h 1239973"/>
                    <a:gd name="connsiteX701" fmla="*/ 928814 w 1595052"/>
                    <a:gd name="connsiteY701" fmla="*/ 849935 h 1239973"/>
                    <a:gd name="connsiteX702" fmla="*/ 927529 w 1595052"/>
                    <a:gd name="connsiteY702" fmla="*/ 850885 h 1239973"/>
                    <a:gd name="connsiteX703" fmla="*/ 927170 w 1595052"/>
                    <a:gd name="connsiteY703" fmla="*/ 851962 h 1239973"/>
                    <a:gd name="connsiteX704" fmla="*/ 925769 w 1595052"/>
                    <a:gd name="connsiteY704" fmla="*/ 853686 h 1239973"/>
                    <a:gd name="connsiteX705" fmla="*/ 924103 w 1595052"/>
                    <a:gd name="connsiteY705" fmla="*/ 860921 h 1239973"/>
                    <a:gd name="connsiteX706" fmla="*/ 923940 w 1595052"/>
                    <a:gd name="connsiteY706" fmla="*/ 861118 h 1239973"/>
                    <a:gd name="connsiteX707" fmla="*/ 917527 w 1595052"/>
                    <a:gd name="connsiteY707" fmla="*/ 867566 h 1239973"/>
                    <a:gd name="connsiteX708" fmla="*/ 917458 w 1595052"/>
                    <a:gd name="connsiteY708" fmla="*/ 867335 h 1239973"/>
                    <a:gd name="connsiteX709" fmla="*/ 917041 w 1595052"/>
                    <a:gd name="connsiteY709" fmla="*/ 866396 h 1239973"/>
                    <a:gd name="connsiteX710" fmla="*/ 916578 w 1595052"/>
                    <a:gd name="connsiteY710" fmla="*/ 865216 h 1239973"/>
                    <a:gd name="connsiteX711" fmla="*/ 916416 w 1595052"/>
                    <a:gd name="connsiteY711" fmla="*/ 861627 h 1239973"/>
                    <a:gd name="connsiteX712" fmla="*/ 916300 w 1595052"/>
                    <a:gd name="connsiteY712" fmla="*/ 861650 h 1239973"/>
                    <a:gd name="connsiteX713" fmla="*/ 916358 w 1595052"/>
                    <a:gd name="connsiteY713" fmla="*/ 864684 h 1239973"/>
                    <a:gd name="connsiteX714" fmla="*/ 916196 w 1595052"/>
                    <a:gd name="connsiteY714" fmla="*/ 864278 h 1239973"/>
                    <a:gd name="connsiteX715" fmla="*/ 916173 w 1595052"/>
                    <a:gd name="connsiteY715" fmla="*/ 864209 h 1239973"/>
                    <a:gd name="connsiteX716" fmla="*/ 916752 w 1595052"/>
                    <a:gd name="connsiteY716" fmla="*/ 866628 h 1239973"/>
                    <a:gd name="connsiteX717" fmla="*/ 915339 w 1595052"/>
                    <a:gd name="connsiteY717" fmla="*/ 866697 h 1239973"/>
                    <a:gd name="connsiteX718" fmla="*/ 917192 w 1595052"/>
                    <a:gd name="connsiteY718" fmla="*/ 867508 h 1239973"/>
                    <a:gd name="connsiteX719" fmla="*/ 913846 w 1595052"/>
                    <a:gd name="connsiteY719" fmla="*/ 867855 h 1239973"/>
                    <a:gd name="connsiteX720" fmla="*/ 913268 w 1595052"/>
                    <a:gd name="connsiteY720" fmla="*/ 867716 h 1239973"/>
                    <a:gd name="connsiteX721" fmla="*/ 912654 w 1595052"/>
                    <a:gd name="connsiteY721" fmla="*/ 867971 h 1239973"/>
                    <a:gd name="connsiteX722" fmla="*/ 911415 w 1595052"/>
                    <a:gd name="connsiteY722" fmla="*/ 868098 h 1239973"/>
                    <a:gd name="connsiteX723" fmla="*/ 903416 w 1595052"/>
                    <a:gd name="connsiteY723" fmla="*/ 871826 h 1239973"/>
                    <a:gd name="connsiteX724" fmla="*/ 902236 w 1595052"/>
                    <a:gd name="connsiteY724" fmla="*/ 872312 h 1239973"/>
                    <a:gd name="connsiteX725" fmla="*/ 902051 w 1595052"/>
                    <a:gd name="connsiteY725" fmla="*/ 872463 h 1239973"/>
                    <a:gd name="connsiteX726" fmla="*/ 901309 w 1595052"/>
                    <a:gd name="connsiteY726" fmla="*/ 872798 h 1239973"/>
                    <a:gd name="connsiteX727" fmla="*/ 897501 w 1595052"/>
                    <a:gd name="connsiteY727" fmla="*/ 875854 h 1239973"/>
                    <a:gd name="connsiteX728" fmla="*/ 897501 w 1595052"/>
                    <a:gd name="connsiteY728" fmla="*/ 876028 h 1239973"/>
                    <a:gd name="connsiteX729" fmla="*/ 897490 w 1595052"/>
                    <a:gd name="connsiteY729" fmla="*/ 876051 h 1239973"/>
                    <a:gd name="connsiteX730" fmla="*/ 897501 w 1595052"/>
                    <a:gd name="connsiteY730" fmla="*/ 876479 h 1239973"/>
                    <a:gd name="connsiteX731" fmla="*/ 897513 w 1595052"/>
                    <a:gd name="connsiteY731" fmla="*/ 877625 h 1239973"/>
                    <a:gd name="connsiteX732" fmla="*/ 897513 w 1595052"/>
                    <a:gd name="connsiteY732" fmla="*/ 880508 h 1239973"/>
                    <a:gd name="connsiteX733" fmla="*/ 894931 w 1595052"/>
                    <a:gd name="connsiteY733" fmla="*/ 878690 h 1239973"/>
                    <a:gd name="connsiteX734" fmla="*/ 887604 w 1595052"/>
                    <a:gd name="connsiteY734" fmla="*/ 880403 h 1239973"/>
                    <a:gd name="connsiteX735" fmla="*/ 887222 w 1595052"/>
                    <a:gd name="connsiteY735" fmla="*/ 880242 h 1239973"/>
                    <a:gd name="connsiteX736" fmla="*/ 886504 w 1595052"/>
                    <a:gd name="connsiteY736" fmla="*/ 879211 h 1239973"/>
                    <a:gd name="connsiteX737" fmla="*/ 884872 w 1595052"/>
                    <a:gd name="connsiteY737" fmla="*/ 879234 h 1239973"/>
                    <a:gd name="connsiteX738" fmla="*/ 881110 w 1595052"/>
                    <a:gd name="connsiteY738" fmla="*/ 877625 h 1239973"/>
                    <a:gd name="connsiteX739" fmla="*/ 877707 w 1595052"/>
                    <a:gd name="connsiteY739" fmla="*/ 876167 h 1239973"/>
                    <a:gd name="connsiteX740" fmla="*/ 876722 w 1595052"/>
                    <a:gd name="connsiteY740" fmla="*/ 875669 h 1239973"/>
                    <a:gd name="connsiteX741" fmla="*/ 872821 w 1595052"/>
                    <a:gd name="connsiteY741" fmla="*/ 873712 h 1239973"/>
                    <a:gd name="connsiteX742" fmla="*/ 872624 w 1595052"/>
                    <a:gd name="connsiteY742" fmla="*/ 873377 h 1239973"/>
                    <a:gd name="connsiteX743" fmla="*/ 876120 w 1595052"/>
                    <a:gd name="connsiteY743" fmla="*/ 871478 h 1239973"/>
                    <a:gd name="connsiteX744" fmla="*/ 876491 w 1595052"/>
                    <a:gd name="connsiteY744" fmla="*/ 866767 h 1239973"/>
                    <a:gd name="connsiteX745" fmla="*/ 873886 w 1595052"/>
                    <a:gd name="connsiteY745" fmla="*/ 861257 h 1239973"/>
                    <a:gd name="connsiteX746" fmla="*/ 870356 w 1595052"/>
                    <a:gd name="connsiteY746" fmla="*/ 856927 h 1239973"/>
                    <a:gd name="connsiteX747" fmla="*/ 863746 w 1595052"/>
                    <a:gd name="connsiteY747" fmla="*/ 837445 h 1239973"/>
                    <a:gd name="connsiteX748" fmla="*/ 863757 w 1595052"/>
                    <a:gd name="connsiteY748" fmla="*/ 836381 h 1239973"/>
                    <a:gd name="connsiteX749" fmla="*/ 863757 w 1595052"/>
                    <a:gd name="connsiteY749" fmla="*/ 835466 h 1239973"/>
                    <a:gd name="connsiteX750" fmla="*/ 863769 w 1595052"/>
                    <a:gd name="connsiteY750" fmla="*/ 834598 h 1239973"/>
                    <a:gd name="connsiteX751" fmla="*/ 862878 w 1595052"/>
                    <a:gd name="connsiteY751" fmla="*/ 834968 h 1239973"/>
                    <a:gd name="connsiteX752" fmla="*/ 861917 w 1595052"/>
                    <a:gd name="connsiteY752" fmla="*/ 835362 h 1239973"/>
                    <a:gd name="connsiteX753" fmla="*/ 861280 w 1595052"/>
                    <a:gd name="connsiteY753" fmla="*/ 834169 h 1239973"/>
                    <a:gd name="connsiteX754" fmla="*/ 861106 w 1595052"/>
                    <a:gd name="connsiteY754" fmla="*/ 834274 h 1239973"/>
                    <a:gd name="connsiteX755" fmla="*/ 861847 w 1595052"/>
                    <a:gd name="connsiteY755" fmla="*/ 835663 h 1239973"/>
                    <a:gd name="connsiteX756" fmla="*/ 863155 w 1595052"/>
                    <a:gd name="connsiteY756" fmla="*/ 835119 h 1239973"/>
                    <a:gd name="connsiteX757" fmla="*/ 863537 w 1595052"/>
                    <a:gd name="connsiteY757" fmla="*/ 834968 h 1239973"/>
                    <a:gd name="connsiteX758" fmla="*/ 863433 w 1595052"/>
                    <a:gd name="connsiteY758" fmla="*/ 835280 h 1239973"/>
                    <a:gd name="connsiteX759" fmla="*/ 861963 w 1595052"/>
                    <a:gd name="connsiteY759" fmla="*/ 839633 h 1239973"/>
                    <a:gd name="connsiteX760" fmla="*/ 861894 w 1595052"/>
                    <a:gd name="connsiteY760" fmla="*/ 839842 h 1239973"/>
                    <a:gd name="connsiteX761" fmla="*/ 861766 w 1595052"/>
                    <a:gd name="connsiteY761" fmla="*/ 839761 h 1239973"/>
                    <a:gd name="connsiteX762" fmla="*/ 859602 w 1595052"/>
                    <a:gd name="connsiteY762" fmla="*/ 838475 h 1239973"/>
                    <a:gd name="connsiteX763" fmla="*/ 858398 w 1595052"/>
                    <a:gd name="connsiteY763" fmla="*/ 835813 h 1239973"/>
                    <a:gd name="connsiteX764" fmla="*/ 855747 w 1595052"/>
                    <a:gd name="connsiteY764" fmla="*/ 832386 h 1239973"/>
                    <a:gd name="connsiteX765" fmla="*/ 849276 w 1595052"/>
                    <a:gd name="connsiteY765" fmla="*/ 828474 h 1239973"/>
                    <a:gd name="connsiteX766" fmla="*/ 846996 w 1595052"/>
                    <a:gd name="connsiteY766" fmla="*/ 828243 h 1239973"/>
                    <a:gd name="connsiteX767" fmla="*/ 846220 w 1595052"/>
                    <a:gd name="connsiteY767" fmla="*/ 826957 h 1239973"/>
                    <a:gd name="connsiteX768" fmla="*/ 845942 w 1595052"/>
                    <a:gd name="connsiteY768" fmla="*/ 827189 h 1239973"/>
                    <a:gd name="connsiteX769" fmla="*/ 846972 w 1595052"/>
                    <a:gd name="connsiteY769" fmla="*/ 828520 h 1239973"/>
                    <a:gd name="connsiteX770" fmla="*/ 849172 w 1595052"/>
                    <a:gd name="connsiteY770" fmla="*/ 828856 h 1239973"/>
                    <a:gd name="connsiteX771" fmla="*/ 851244 w 1595052"/>
                    <a:gd name="connsiteY771" fmla="*/ 830870 h 1239973"/>
                    <a:gd name="connsiteX772" fmla="*/ 855828 w 1595052"/>
                    <a:gd name="connsiteY772" fmla="*/ 834551 h 1239973"/>
                    <a:gd name="connsiteX773" fmla="*/ 856928 w 1595052"/>
                    <a:gd name="connsiteY773" fmla="*/ 835420 h 1239973"/>
                    <a:gd name="connsiteX774" fmla="*/ 857367 w 1595052"/>
                    <a:gd name="connsiteY774" fmla="*/ 846185 h 1239973"/>
                    <a:gd name="connsiteX775" fmla="*/ 858664 w 1595052"/>
                    <a:gd name="connsiteY775" fmla="*/ 847597 h 1239973"/>
                    <a:gd name="connsiteX776" fmla="*/ 859127 w 1595052"/>
                    <a:gd name="connsiteY776" fmla="*/ 848118 h 1239973"/>
                    <a:gd name="connsiteX777" fmla="*/ 861639 w 1595052"/>
                    <a:gd name="connsiteY777" fmla="*/ 850874 h 1239973"/>
                    <a:gd name="connsiteX778" fmla="*/ 862970 w 1595052"/>
                    <a:gd name="connsiteY778" fmla="*/ 859023 h 1239973"/>
                    <a:gd name="connsiteX779" fmla="*/ 864741 w 1595052"/>
                    <a:gd name="connsiteY779" fmla="*/ 873840 h 1239973"/>
                    <a:gd name="connsiteX780" fmla="*/ 865170 w 1595052"/>
                    <a:gd name="connsiteY780" fmla="*/ 877625 h 1239973"/>
                    <a:gd name="connsiteX781" fmla="*/ 865772 w 1595052"/>
                    <a:gd name="connsiteY781" fmla="*/ 883008 h 1239973"/>
                    <a:gd name="connsiteX782" fmla="*/ 871548 w 1595052"/>
                    <a:gd name="connsiteY782" fmla="*/ 879442 h 1239973"/>
                    <a:gd name="connsiteX783" fmla="*/ 871733 w 1595052"/>
                    <a:gd name="connsiteY783" fmla="*/ 877625 h 1239973"/>
                    <a:gd name="connsiteX784" fmla="*/ 871849 w 1595052"/>
                    <a:gd name="connsiteY784" fmla="*/ 876445 h 1239973"/>
                    <a:gd name="connsiteX785" fmla="*/ 873041 w 1595052"/>
                    <a:gd name="connsiteY785" fmla="*/ 877602 h 1239973"/>
                    <a:gd name="connsiteX786" fmla="*/ 873018 w 1595052"/>
                    <a:gd name="connsiteY786" fmla="*/ 877625 h 1239973"/>
                    <a:gd name="connsiteX787" fmla="*/ 865991 w 1595052"/>
                    <a:gd name="connsiteY787" fmla="*/ 886411 h 1239973"/>
                    <a:gd name="connsiteX788" fmla="*/ 865934 w 1595052"/>
                    <a:gd name="connsiteY788" fmla="*/ 887199 h 1239973"/>
                    <a:gd name="connsiteX789" fmla="*/ 862391 w 1595052"/>
                    <a:gd name="connsiteY789" fmla="*/ 891100 h 1239973"/>
                    <a:gd name="connsiteX790" fmla="*/ 860157 w 1595052"/>
                    <a:gd name="connsiteY790" fmla="*/ 892720 h 1239973"/>
                    <a:gd name="connsiteX791" fmla="*/ 857460 w 1595052"/>
                    <a:gd name="connsiteY791" fmla="*/ 896529 h 1239973"/>
                    <a:gd name="connsiteX792" fmla="*/ 856881 w 1595052"/>
                    <a:gd name="connsiteY792" fmla="*/ 897165 h 1239973"/>
                    <a:gd name="connsiteX793" fmla="*/ 856870 w 1595052"/>
                    <a:gd name="connsiteY793" fmla="*/ 897374 h 1239973"/>
                    <a:gd name="connsiteX794" fmla="*/ 856603 w 1595052"/>
                    <a:gd name="connsiteY794" fmla="*/ 897733 h 1239973"/>
                    <a:gd name="connsiteX795" fmla="*/ 856013 w 1595052"/>
                    <a:gd name="connsiteY795" fmla="*/ 905465 h 1239973"/>
                    <a:gd name="connsiteX796" fmla="*/ 855712 w 1595052"/>
                    <a:gd name="connsiteY796" fmla="*/ 905709 h 1239973"/>
                    <a:gd name="connsiteX797" fmla="*/ 852807 w 1595052"/>
                    <a:gd name="connsiteY797" fmla="*/ 907028 h 1239973"/>
                    <a:gd name="connsiteX798" fmla="*/ 850966 w 1595052"/>
                    <a:gd name="connsiteY798" fmla="*/ 909644 h 1239973"/>
                    <a:gd name="connsiteX799" fmla="*/ 850619 w 1595052"/>
                    <a:gd name="connsiteY799" fmla="*/ 909934 h 1239973"/>
                    <a:gd name="connsiteX800" fmla="*/ 850700 w 1595052"/>
                    <a:gd name="connsiteY800" fmla="*/ 909980 h 1239973"/>
                    <a:gd name="connsiteX801" fmla="*/ 850712 w 1595052"/>
                    <a:gd name="connsiteY801" fmla="*/ 909992 h 1239973"/>
                    <a:gd name="connsiteX802" fmla="*/ 846405 w 1595052"/>
                    <a:gd name="connsiteY802" fmla="*/ 916092 h 1239973"/>
                    <a:gd name="connsiteX803" fmla="*/ 846255 w 1595052"/>
                    <a:gd name="connsiteY803" fmla="*/ 916497 h 1239973"/>
                    <a:gd name="connsiteX804" fmla="*/ 845328 w 1595052"/>
                    <a:gd name="connsiteY804" fmla="*/ 917817 h 1239973"/>
                    <a:gd name="connsiteX805" fmla="*/ 843882 w 1595052"/>
                    <a:gd name="connsiteY805" fmla="*/ 918268 h 1239973"/>
                    <a:gd name="connsiteX806" fmla="*/ 843708 w 1595052"/>
                    <a:gd name="connsiteY806" fmla="*/ 915015 h 1239973"/>
                    <a:gd name="connsiteX807" fmla="*/ 841485 w 1595052"/>
                    <a:gd name="connsiteY807" fmla="*/ 915085 h 1239973"/>
                    <a:gd name="connsiteX808" fmla="*/ 836878 w 1595052"/>
                    <a:gd name="connsiteY808" fmla="*/ 915120 h 1239973"/>
                    <a:gd name="connsiteX809" fmla="*/ 821945 w 1595052"/>
                    <a:gd name="connsiteY809" fmla="*/ 915085 h 1239973"/>
                    <a:gd name="connsiteX810" fmla="*/ 819063 w 1595052"/>
                    <a:gd name="connsiteY810" fmla="*/ 916543 h 1239973"/>
                    <a:gd name="connsiteX811" fmla="*/ 815127 w 1595052"/>
                    <a:gd name="connsiteY811" fmla="*/ 916902 h 1239973"/>
                    <a:gd name="connsiteX812" fmla="*/ 813912 w 1595052"/>
                    <a:gd name="connsiteY812" fmla="*/ 918523 h 1239973"/>
                    <a:gd name="connsiteX813" fmla="*/ 813796 w 1595052"/>
                    <a:gd name="connsiteY813" fmla="*/ 918569 h 1239973"/>
                    <a:gd name="connsiteX814" fmla="*/ 811967 w 1595052"/>
                    <a:gd name="connsiteY814" fmla="*/ 918650 h 1239973"/>
                    <a:gd name="connsiteX815" fmla="*/ 813773 w 1595052"/>
                    <a:gd name="connsiteY815" fmla="*/ 919507 h 1239973"/>
                    <a:gd name="connsiteX816" fmla="*/ 811573 w 1595052"/>
                    <a:gd name="connsiteY816" fmla="*/ 919993 h 1239973"/>
                    <a:gd name="connsiteX817" fmla="*/ 811272 w 1595052"/>
                    <a:gd name="connsiteY817" fmla="*/ 920085 h 1239973"/>
                    <a:gd name="connsiteX818" fmla="*/ 811145 w 1595052"/>
                    <a:gd name="connsiteY818" fmla="*/ 920375 h 1239973"/>
                    <a:gd name="connsiteX819" fmla="*/ 811643 w 1595052"/>
                    <a:gd name="connsiteY819" fmla="*/ 920201 h 1239973"/>
                    <a:gd name="connsiteX820" fmla="*/ 824886 w 1595052"/>
                    <a:gd name="connsiteY820" fmla="*/ 917736 h 1239973"/>
                    <a:gd name="connsiteX821" fmla="*/ 828821 w 1595052"/>
                    <a:gd name="connsiteY821" fmla="*/ 919576 h 1239973"/>
                    <a:gd name="connsiteX822" fmla="*/ 829250 w 1595052"/>
                    <a:gd name="connsiteY822" fmla="*/ 918233 h 1239973"/>
                    <a:gd name="connsiteX823" fmla="*/ 840351 w 1595052"/>
                    <a:gd name="connsiteY823" fmla="*/ 917029 h 1239973"/>
                    <a:gd name="connsiteX824" fmla="*/ 845028 w 1595052"/>
                    <a:gd name="connsiteY824" fmla="*/ 919865 h 1239973"/>
                    <a:gd name="connsiteX825" fmla="*/ 841624 w 1595052"/>
                    <a:gd name="connsiteY825" fmla="*/ 929231 h 1239973"/>
                    <a:gd name="connsiteX826" fmla="*/ 840270 w 1595052"/>
                    <a:gd name="connsiteY826" fmla="*/ 932449 h 1239973"/>
                    <a:gd name="connsiteX827" fmla="*/ 840258 w 1595052"/>
                    <a:gd name="connsiteY827" fmla="*/ 932483 h 1239973"/>
                    <a:gd name="connsiteX828" fmla="*/ 837746 w 1595052"/>
                    <a:gd name="connsiteY828" fmla="*/ 944453 h 1239973"/>
                    <a:gd name="connsiteX829" fmla="*/ 838522 w 1595052"/>
                    <a:gd name="connsiteY829" fmla="*/ 950426 h 1239973"/>
                    <a:gd name="connsiteX830" fmla="*/ 838464 w 1595052"/>
                    <a:gd name="connsiteY830" fmla="*/ 950461 h 1239973"/>
                    <a:gd name="connsiteX831" fmla="*/ 837735 w 1595052"/>
                    <a:gd name="connsiteY831" fmla="*/ 952938 h 1239973"/>
                    <a:gd name="connsiteX832" fmla="*/ 841254 w 1595052"/>
                    <a:gd name="connsiteY832" fmla="*/ 954628 h 1239973"/>
                    <a:gd name="connsiteX833" fmla="*/ 841219 w 1595052"/>
                    <a:gd name="connsiteY833" fmla="*/ 954674 h 1239973"/>
                    <a:gd name="connsiteX834" fmla="*/ 842828 w 1595052"/>
                    <a:gd name="connsiteY834" fmla="*/ 955774 h 1239973"/>
                    <a:gd name="connsiteX835" fmla="*/ 844229 w 1595052"/>
                    <a:gd name="connsiteY835" fmla="*/ 956515 h 1239973"/>
                    <a:gd name="connsiteX836" fmla="*/ 842759 w 1595052"/>
                    <a:gd name="connsiteY836" fmla="*/ 958818 h 1239973"/>
                    <a:gd name="connsiteX837" fmla="*/ 846162 w 1595052"/>
                    <a:gd name="connsiteY837" fmla="*/ 959699 h 1239973"/>
                    <a:gd name="connsiteX838" fmla="*/ 847192 w 1595052"/>
                    <a:gd name="connsiteY838" fmla="*/ 963645 h 1239973"/>
                    <a:gd name="connsiteX839" fmla="*/ 850271 w 1595052"/>
                    <a:gd name="connsiteY839" fmla="*/ 963576 h 1239973"/>
                    <a:gd name="connsiteX840" fmla="*/ 849241 w 1595052"/>
                    <a:gd name="connsiteY840" fmla="*/ 965706 h 1239973"/>
                    <a:gd name="connsiteX841" fmla="*/ 846278 w 1595052"/>
                    <a:gd name="connsiteY841" fmla="*/ 966921 h 1239973"/>
                    <a:gd name="connsiteX842" fmla="*/ 841474 w 1595052"/>
                    <a:gd name="connsiteY842" fmla="*/ 965995 h 1239973"/>
                    <a:gd name="connsiteX843" fmla="*/ 836959 w 1595052"/>
                    <a:gd name="connsiteY843" fmla="*/ 969318 h 1239973"/>
                    <a:gd name="connsiteX844" fmla="*/ 834285 w 1595052"/>
                    <a:gd name="connsiteY844" fmla="*/ 967141 h 1239973"/>
                    <a:gd name="connsiteX845" fmla="*/ 832132 w 1595052"/>
                    <a:gd name="connsiteY845" fmla="*/ 967211 h 1239973"/>
                    <a:gd name="connsiteX846" fmla="*/ 834042 w 1595052"/>
                    <a:gd name="connsiteY846" fmla="*/ 965081 h 1239973"/>
                    <a:gd name="connsiteX847" fmla="*/ 831634 w 1595052"/>
                    <a:gd name="connsiteY847" fmla="*/ 964896 h 1239973"/>
                    <a:gd name="connsiteX848" fmla="*/ 832109 w 1595052"/>
                    <a:gd name="connsiteY848" fmla="*/ 966921 h 1239973"/>
                    <a:gd name="connsiteX849" fmla="*/ 830488 w 1595052"/>
                    <a:gd name="connsiteY849" fmla="*/ 963738 h 1239973"/>
                    <a:gd name="connsiteX850" fmla="*/ 827965 w 1595052"/>
                    <a:gd name="connsiteY850" fmla="*/ 965197 h 1239973"/>
                    <a:gd name="connsiteX851" fmla="*/ 826101 w 1595052"/>
                    <a:gd name="connsiteY851" fmla="*/ 969792 h 1239973"/>
                    <a:gd name="connsiteX852" fmla="*/ 822953 w 1595052"/>
                    <a:gd name="connsiteY852" fmla="*/ 971668 h 1239973"/>
                    <a:gd name="connsiteX853" fmla="*/ 821089 w 1595052"/>
                    <a:gd name="connsiteY853" fmla="*/ 977120 h 1239973"/>
                    <a:gd name="connsiteX854" fmla="*/ 820533 w 1595052"/>
                    <a:gd name="connsiteY854" fmla="*/ 981160 h 1239973"/>
                    <a:gd name="connsiteX855" fmla="*/ 822571 w 1595052"/>
                    <a:gd name="connsiteY855" fmla="*/ 983336 h 1239973"/>
                    <a:gd name="connsiteX856" fmla="*/ 822709 w 1595052"/>
                    <a:gd name="connsiteY856" fmla="*/ 983475 h 1239973"/>
                    <a:gd name="connsiteX857" fmla="*/ 820464 w 1595052"/>
                    <a:gd name="connsiteY857" fmla="*/ 984343 h 1239973"/>
                    <a:gd name="connsiteX858" fmla="*/ 821158 w 1595052"/>
                    <a:gd name="connsiteY858" fmla="*/ 991069 h 1239973"/>
                    <a:gd name="connsiteX859" fmla="*/ 822165 w 1595052"/>
                    <a:gd name="connsiteY859" fmla="*/ 997250 h 1239973"/>
                    <a:gd name="connsiteX860" fmla="*/ 824075 w 1595052"/>
                    <a:gd name="connsiteY860" fmla="*/ 996857 h 1239973"/>
                    <a:gd name="connsiteX861" fmla="*/ 825534 w 1595052"/>
                    <a:gd name="connsiteY861" fmla="*/ 999473 h 1239973"/>
                    <a:gd name="connsiteX862" fmla="*/ 831044 w 1595052"/>
                    <a:gd name="connsiteY862" fmla="*/ 997910 h 1239973"/>
                    <a:gd name="connsiteX863" fmla="*/ 833799 w 1595052"/>
                    <a:gd name="connsiteY863" fmla="*/ 999554 h 1239973"/>
                    <a:gd name="connsiteX864" fmla="*/ 837758 w 1595052"/>
                    <a:gd name="connsiteY864" fmla="*/ 1001417 h 1239973"/>
                    <a:gd name="connsiteX865" fmla="*/ 837851 w 1595052"/>
                    <a:gd name="connsiteY865" fmla="*/ 1001511 h 1239973"/>
                    <a:gd name="connsiteX866" fmla="*/ 837908 w 1595052"/>
                    <a:gd name="connsiteY866" fmla="*/ 1002182 h 1239973"/>
                    <a:gd name="connsiteX867" fmla="*/ 838279 w 1595052"/>
                    <a:gd name="connsiteY867" fmla="*/ 1002309 h 1239973"/>
                    <a:gd name="connsiteX868" fmla="*/ 840386 w 1595052"/>
                    <a:gd name="connsiteY868" fmla="*/ 1001024 h 1239973"/>
                    <a:gd name="connsiteX869" fmla="*/ 837527 w 1595052"/>
                    <a:gd name="connsiteY869" fmla="*/ 997621 h 1239973"/>
                    <a:gd name="connsiteX870" fmla="*/ 840802 w 1595052"/>
                    <a:gd name="connsiteY870" fmla="*/ 1001082 h 1239973"/>
                    <a:gd name="connsiteX871" fmla="*/ 848940 w 1595052"/>
                    <a:gd name="connsiteY871" fmla="*/ 1001152 h 1239973"/>
                    <a:gd name="connsiteX872" fmla="*/ 844958 w 1595052"/>
                    <a:gd name="connsiteY872" fmla="*/ 1006083 h 1239973"/>
                    <a:gd name="connsiteX873" fmla="*/ 841682 w 1595052"/>
                    <a:gd name="connsiteY873" fmla="*/ 1007101 h 1239973"/>
                    <a:gd name="connsiteX874" fmla="*/ 840953 w 1595052"/>
                    <a:gd name="connsiteY874" fmla="*/ 1010099 h 1239973"/>
                    <a:gd name="connsiteX875" fmla="*/ 843615 w 1595052"/>
                    <a:gd name="connsiteY875" fmla="*/ 1011986 h 1239973"/>
                    <a:gd name="connsiteX876" fmla="*/ 839124 w 1595052"/>
                    <a:gd name="connsiteY876" fmla="*/ 1013144 h 1239973"/>
                    <a:gd name="connsiteX877" fmla="*/ 838974 w 1595052"/>
                    <a:gd name="connsiteY877" fmla="*/ 1013352 h 1239973"/>
                    <a:gd name="connsiteX878" fmla="*/ 836126 w 1595052"/>
                    <a:gd name="connsiteY878" fmla="*/ 1017149 h 1239973"/>
                    <a:gd name="connsiteX879" fmla="*/ 837110 w 1595052"/>
                    <a:gd name="connsiteY879" fmla="*/ 1019337 h 1239973"/>
                    <a:gd name="connsiteX880" fmla="*/ 833903 w 1595052"/>
                    <a:gd name="connsiteY880" fmla="*/ 1025125 h 1239973"/>
                    <a:gd name="connsiteX881" fmla="*/ 834158 w 1595052"/>
                    <a:gd name="connsiteY881" fmla="*/ 1025472 h 1239973"/>
                    <a:gd name="connsiteX882" fmla="*/ 834100 w 1595052"/>
                    <a:gd name="connsiteY882" fmla="*/ 1025600 h 1239973"/>
                    <a:gd name="connsiteX883" fmla="*/ 836323 w 1595052"/>
                    <a:gd name="connsiteY883" fmla="*/ 1028505 h 1239973"/>
                    <a:gd name="connsiteX884" fmla="*/ 834945 w 1595052"/>
                    <a:gd name="connsiteY884" fmla="*/ 1032349 h 1239973"/>
                    <a:gd name="connsiteX885" fmla="*/ 829967 w 1595052"/>
                    <a:gd name="connsiteY885" fmla="*/ 1033517 h 1239973"/>
                    <a:gd name="connsiteX886" fmla="*/ 828671 w 1595052"/>
                    <a:gd name="connsiteY886" fmla="*/ 1037720 h 1239973"/>
                    <a:gd name="connsiteX887" fmla="*/ 824955 w 1595052"/>
                    <a:gd name="connsiteY887" fmla="*/ 1038645 h 1239973"/>
                    <a:gd name="connsiteX888" fmla="*/ 820406 w 1595052"/>
                    <a:gd name="connsiteY888" fmla="*/ 1034039 h 1239973"/>
                    <a:gd name="connsiteX889" fmla="*/ 819225 w 1595052"/>
                    <a:gd name="connsiteY889" fmla="*/ 1034698 h 1239973"/>
                    <a:gd name="connsiteX890" fmla="*/ 814028 w 1595052"/>
                    <a:gd name="connsiteY890" fmla="*/ 1031109 h 1239973"/>
                    <a:gd name="connsiteX891" fmla="*/ 817651 w 1595052"/>
                    <a:gd name="connsiteY891" fmla="*/ 1028308 h 1239973"/>
                    <a:gd name="connsiteX892" fmla="*/ 815312 w 1595052"/>
                    <a:gd name="connsiteY892" fmla="*/ 1029049 h 1239973"/>
                    <a:gd name="connsiteX893" fmla="*/ 815046 w 1595052"/>
                    <a:gd name="connsiteY893" fmla="*/ 1028158 h 1239973"/>
                    <a:gd name="connsiteX894" fmla="*/ 815382 w 1595052"/>
                    <a:gd name="connsiteY894" fmla="*/ 1027151 h 1239973"/>
                    <a:gd name="connsiteX895" fmla="*/ 813738 w 1595052"/>
                    <a:gd name="connsiteY895" fmla="*/ 1023910 h 1239973"/>
                    <a:gd name="connsiteX896" fmla="*/ 813205 w 1595052"/>
                    <a:gd name="connsiteY896" fmla="*/ 1022150 h 1239973"/>
                    <a:gd name="connsiteX897" fmla="*/ 812905 w 1595052"/>
                    <a:gd name="connsiteY897" fmla="*/ 1019765 h 1239973"/>
                    <a:gd name="connsiteX898" fmla="*/ 815497 w 1595052"/>
                    <a:gd name="connsiteY898" fmla="*/ 1019002 h 1239973"/>
                    <a:gd name="connsiteX899" fmla="*/ 813611 w 1595052"/>
                    <a:gd name="connsiteY899" fmla="*/ 1019187 h 1239973"/>
                    <a:gd name="connsiteX900" fmla="*/ 812661 w 1595052"/>
                    <a:gd name="connsiteY900" fmla="*/ 1015818 h 1239973"/>
                    <a:gd name="connsiteX901" fmla="*/ 812615 w 1595052"/>
                    <a:gd name="connsiteY901" fmla="*/ 1015020 h 1239973"/>
                    <a:gd name="connsiteX902" fmla="*/ 812384 w 1595052"/>
                    <a:gd name="connsiteY902" fmla="*/ 1014869 h 1239973"/>
                    <a:gd name="connsiteX903" fmla="*/ 812048 w 1595052"/>
                    <a:gd name="connsiteY903" fmla="*/ 1013665 h 1239973"/>
                    <a:gd name="connsiteX904" fmla="*/ 807672 w 1595052"/>
                    <a:gd name="connsiteY904" fmla="*/ 1010713 h 1239973"/>
                    <a:gd name="connsiteX905" fmla="*/ 812974 w 1595052"/>
                    <a:gd name="connsiteY905" fmla="*/ 1006893 h 1239973"/>
                    <a:gd name="connsiteX906" fmla="*/ 813217 w 1595052"/>
                    <a:gd name="connsiteY906" fmla="*/ 1004659 h 1239973"/>
                    <a:gd name="connsiteX907" fmla="*/ 803632 w 1595052"/>
                    <a:gd name="connsiteY907" fmla="*/ 1002992 h 1239973"/>
                    <a:gd name="connsiteX908" fmla="*/ 800958 w 1595052"/>
                    <a:gd name="connsiteY908" fmla="*/ 1004682 h 1239973"/>
                    <a:gd name="connsiteX909" fmla="*/ 796120 w 1595052"/>
                    <a:gd name="connsiteY909" fmla="*/ 999565 h 1239973"/>
                    <a:gd name="connsiteX910" fmla="*/ 795842 w 1595052"/>
                    <a:gd name="connsiteY910" fmla="*/ 1001290 h 1239973"/>
                    <a:gd name="connsiteX911" fmla="*/ 792566 w 1595052"/>
                    <a:gd name="connsiteY911" fmla="*/ 1000017 h 1239973"/>
                    <a:gd name="connsiteX912" fmla="*/ 793457 w 1595052"/>
                    <a:gd name="connsiteY912" fmla="*/ 998049 h 1239973"/>
                    <a:gd name="connsiteX913" fmla="*/ 792010 w 1595052"/>
                    <a:gd name="connsiteY913" fmla="*/ 994820 h 1239973"/>
                    <a:gd name="connsiteX914" fmla="*/ 787171 w 1595052"/>
                    <a:gd name="connsiteY914" fmla="*/ 996174 h 1239973"/>
                    <a:gd name="connsiteX915" fmla="*/ 786951 w 1595052"/>
                    <a:gd name="connsiteY915" fmla="*/ 996231 h 1239973"/>
                    <a:gd name="connsiteX916" fmla="*/ 787218 w 1595052"/>
                    <a:gd name="connsiteY916" fmla="*/ 996024 h 1239973"/>
                    <a:gd name="connsiteX917" fmla="*/ 788989 w 1595052"/>
                    <a:gd name="connsiteY917" fmla="*/ 994681 h 1239973"/>
                    <a:gd name="connsiteX918" fmla="*/ 788584 w 1595052"/>
                    <a:gd name="connsiteY918" fmla="*/ 992933 h 1239973"/>
                    <a:gd name="connsiteX919" fmla="*/ 783039 w 1595052"/>
                    <a:gd name="connsiteY919" fmla="*/ 993152 h 1239973"/>
                    <a:gd name="connsiteX920" fmla="*/ 782807 w 1595052"/>
                    <a:gd name="connsiteY920" fmla="*/ 991625 h 1239973"/>
                    <a:gd name="connsiteX921" fmla="*/ 778652 w 1595052"/>
                    <a:gd name="connsiteY921" fmla="*/ 987805 h 1239973"/>
                    <a:gd name="connsiteX922" fmla="*/ 775862 w 1595052"/>
                    <a:gd name="connsiteY922" fmla="*/ 985246 h 1239973"/>
                    <a:gd name="connsiteX923" fmla="*/ 774426 w 1595052"/>
                    <a:gd name="connsiteY923" fmla="*/ 983336 h 1239973"/>
                    <a:gd name="connsiteX924" fmla="*/ 774889 w 1595052"/>
                    <a:gd name="connsiteY924" fmla="*/ 980408 h 1239973"/>
                    <a:gd name="connsiteX925" fmla="*/ 774727 w 1595052"/>
                    <a:gd name="connsiteY925" fmla="*/ 980315 h 1239973"/>
                    <a:gd name="connsiteX926" fmla="*/ 774137 w 1595052"/>
                    <a:gd name="connsiteY926" fmla="*/ 983324 h 1239973"/>
                    <a:gd name="connsiteX927" fmla="*/ 776140 w 1595052"/>
                    <a:gd name="connsiteY927" fmla="*/ 986218 h 1239973"/>
                    <a:gd name="connsiteX928" fmla="*/ 778108 w 1595052"/>
                    <a:gd name="connsiteY928" fmla="*/ 987850 h 1239973"/>
                    <a:gd name="connsiteX929" fmla="*/ 781221 w 1595052"/>
                    <a:gd name="connsiteY929" fmla="*/ 991045 h 1239973"/>
                    <a:gd name="connsiteX930" fmla="*/ 778547 w 1595052"/>
                    <a:gd name="connsiteY930" fmla="*/ 989170 h 1239973"/>
                    <a:gd name="connsiteX931" fmla="*/ 780180 w 1595052"/>
                    <a:gd name="connsiteY931" fmla="*/ 992076 h 1239973"/>
                    <a:gd name="connsiteX932" fmla="*/ 782020 w 1595052"/>
                    <a:gd name="connsiteY932" fmla="*/ 992990 h 1239973"/>
                    <a:gd name="connsiteX933" fmla="*/ 781488 w 1595052"/>
                    <a:gd name="connsiteY933" fmla="*/ 991057 h 1239973"/>
                    <a:gd name="connsiteX934" fmla="*/ 782263 w 1595052"/>
                    <a:gd name="connsiteY934" fmla="*/ 993176 h 1239973"/>
                    <a:gd name="connsiteX935" fmla="*/ 782935 w 1595052"/>
                    <a:gd name="connsiteY935" fmla="*/ 993592 h 1239973"/>
                    <a:gd name="connsiteX936" fmla="*/ 787993 w 1595052"/>
                    <a:gd name="connsiteY936" fmla="*/ 993708 h 1239973"/>
                    <a:gd name="connsiteX937" fmla="*/ 786708 w 1595052"/>
                    <a:gd name="connsiteY937" fmla="*/ 996382 h 1239973"/>
                    <a:gd name="connsiteX938" fmla="*/ 786847 w 1595052"/>
                    <a:gd name="connsiteY938" fmla="*/ 997146 h 1239973"/>
                    <a:gd name="connsiteX939" fmla="*/ 792068 w 1595052"/>
                    <a:gd name="connsiteY939" fmla="*/ 997076 h 1239973"/>
                    <a:gd name="connsiteX940" fmla="*/ 788202 w 1595052"/>
                    <a:gd name="connsiteY940" fmla="*/ 1001742 h 1239973"/>
                    <a:gd name="connsiteX941" fmla="*/ 779601 w 1595052"/>
                    <a:gd name="connsiteY941" fmla="*/ 1002922 h 1239973"/>
                    <a:gd name="connsiteX942" fmla="*/ 781002 w 1595052"/>
                    <a:gd name="connsiteY942" fmla="*/ 1003270 h 1239973"/>
                    <a:gd name="connsiteX943" fmla="*/ 780920 w 1595052"/>
                    <a:gd name="connsiteY943" fmla="*/ 1004207 h 1239973"/>
                    <a:gd name="connsiteX944" fmla="*/ 791443 w 1595052"/>
                    <a:gd name="connsiteY944" fmla="*/ 1001152 h 1239973"/>
                    <a:gd name="connsiteX945" fmla="*/ 794869 w 1595052"/>
                    <a:gd name="connsiteY945" fmla="*/ 1004786 h 1239973"/>
                    <a:gd name="connsiteX946" fmla="*/ 801768 w 1595052"/>
                    <a:gd name="connsiteY946" fmla="*/ 1006824 h 1239973"/>
                    <a:gd name="connsiteX947" fmla="*/ 799164 w 1595052"/>
                    <a:gd name="connsiteY947" fmla="*/ 1009706 h 1239973"/>
                    <a:gd name="connsiteX948" fmla="*/ 802278 w 1595052"/>
                    <a:gd name="connsiteY948" fmla="*/ 1008873 h 1239973"/>
                    <a:gd name="connsiteX949" fmla="*/ 804559 w 1595052"/>
                    <a:gd name="connsiteY949" fmla="*/ 1005353 h 1239973"/>
                    <a:gd name="connsiteX950" fmla="*/ 806851 w 1595052"/>
                    <a:gd name="connsiteY950" fmla="*/ 1006349 h 1239973"/>
                    <a:gd name="connsiteX951" fmla="*/ 805519 w 1595052"/>
                    <a:gd name="connsiteY951" fmla="*/ 1009301 h 1239973"/>
                    <a:gd name="connsiteX952" fmla="*/ 806550 w 1595052"/>
                    <a:gd name="connsiteY952" fmla="*/ 1011720 h 1239973"/>
                    <a:gd name="connsiteX953" fmla="*/ 811643 w 1595052"/>
                    <a:gd name="connsiteY953" fmla="*/ 1016790 h 1239973"/>
                    <a:gd name="connsiteX954" fmla="*/ 811631 w 1595052"/>
                    <a:gd name="connsiteY954" fmla="*/ 1017011 h 1239973"/>
                    <a:gd name="connsiteX955" fmla="*/ 809513 w 1595052"/>
                    <a:gd name="connsiteY955" fmla="*/ 1022358 h 1239973"/>
                    <a:gd name="connsiteX956" fmla="*/ 808274 w 1595052"/>
                    <a:gd name="connsiteY956" fmla="*/ 1021606 h 1239973"/>
                    <a:gd name="connsiteX957" fmla="*/ 803702 w 1595052"/>
                    <a:gd name="connsiteY957" fmla="*/ 1025936 h 1239973"/>
                    <a:gd name="connsiteX958" fmla="*/ 808436 w 1595052"/>
                    <a:gd name="connsiteY958" fmla="*/ 1023632 h 1239973"/>
                    <a:gd name="connsiteX959" fmla="*/ 812303 w 1595052"/>
                    <a:gd name="connsiteY959" fmla="*/ 1024616 h 1239973"/>
                    <a:gd name="connsiteX960" fmla="*/ 812951 w 1595052"/>
                    <a:gd name="connsiteY960" fmla="*/ 1032487 h 1239973"/>
                    <a:gd name="connsiteX961" fmla="*/ 814028 w 1595052"/>
                    <a:gd name="connsiteY961" fmla="*/ 1034282 h 1239973"/>
                    <a:gd name="connsiteX962" fmla="*/ 816864 w 1595052"/>
                    <a:gd name="connsiteY962" fmla="*/ 1034374 h 1239973"/>
                    <a:gd name="connsiteX963" fmla="*/ 817662 w 1595052"/>
                    <a:gd name="connsiteY963" fmla="*/ 1038495 h 1239973"/>
                    <a:gd name="connsiteX964" fmla="*/ 814247 w 1595052"/>
                    <a:gd name="connsiteY964" fmla="*/ 1041517 h 1239973"/>
                    <a:gd name="connsiteX965" fmla="*/ 814479 w 1595052"/>
                    <a:gd name="connsiteY965" fmla="*/ 1042061 h 1239973"/>
                    <a:gd name="connsiteX966" fmla="*/ 814433 w 1595052"/>
                    <a:gd name="connsiteY966" fmla="*/ 1043496 h 1239973"/>
                    <a:gd name="connsiteX967" fmla="*/ 812430 w 1595052"/>
                    <a:gd name="connsiteY967" fmla="*/ 1043901 h 1239973"/>
                    <a:gd name="connsiteX968" fmla="*/ 808946 w 1595052"/>
                    <a:gd name="connsiteY968" fmla="*/ 1043762 h 1239973"/>
                    <a:gd name="connsiteX969" fmla="*/ 808621 w 1595052"/>
                    <a:gd name="connsiteY969" fmla="*/ 1044063 h 1239973"/>
                    <a:gd name="connsiteX970" fmla="*/ 807950 w 1595052"/>
                    <a:gd name="connsiteY970" fmla="*/ 1044063 h 1239973"/>
                    <a:gd name="connsiteX971" fmla="*/ 804987 w 1595052"/>
                    <a:gd name="connsiteY971" fmla="*/ 1047443 h 1239973"/>
                    <a:gd name="connsiteX972" fmla="*/ 799153 w 1595052"/>
                    <a:gd name="connsiteY972" fmla="*/ 1048045 h 1239973"/>
                    <a:gd name="connsiteX973" fmla="*/ 790795 w 1595052"/>
                    <a:gd name="connsiteY973" fmla="*/ 1058255 h 1239973"/>
                    <a:gd name="connsiteX974" fmla="*/ 788387 w 1595052"/>
                    <a:gd name="connsiteY974" fmla="*/ 1063349 h 1239973"/>
                    <a:gd name="connsiteX975" fmla="*/ 787739 w 1595052"/>
                    <a:gd name="connsiteY975" fmla="*/ 1064252 h 1239973"/>
                    <a:gd name="connsiteX976" fmla="*/ 787519 w 1595052"/>
                    <a:gd name="connsiteY976" fmla="*/ 1065189 h 1239973"/>
                    <a:gd name="connsiteX977" fmla="*/ 785887 w 1595052"/>
                    <a:gd name="connsiteY977" fmla="*/ 1068639 h 1239973"/>
                    <a:gd name="connsiteX978" fmla="*/ 781823 w 1595052"/>
                    <a:gd name="connsiteY978" fmla="*/ 1089036 h 1239973"/>
                    <a:gd name="connsiteX979" fmla="*/ 780978 w 1595052"/>
                    <a:gd name="connsiteY979" fmla="*/ 1093307 h 1239973"/>
                    <a:gd name="connsiteX980" fmla="*/ 780585 w 1595052"/>
                    <a:gd name="connsiteY980" fmla="*/ 1095009 h 1239973"/>
                    <a:gd name="connsiteX981" fmla="*/ 780608 w 1595052"/>
                    <a:gd name="connsiteY981" fmla="*/ 1095170 h 1239973"/>
                    <a:gd name="connsiteX982" fmla="*/ 780446 w 1595052"/>
                    <a:gd name="connsiteY982" fmla="*/ 1095946 h 1239973"/>
                    <a:gd name="connsiteX983" fmla="*/ 780944 w 1595052"/>
                    <a:gd name="connsiteY983" fmla="*/ 1097498 h 1239973"/>
                    <a:gd name="connsiteX984" fmla="*/ 781221 w 1595052"/>
                    <a:gd name="connsiteY984" fmla="*/ 1099338 h 1239973"/>
                    <a:gd name="connsiteX985" fmla="*/ 781673 w 1595052"/>
                    <a:gd name="connsiteY985" fmla="*/ 1099755 h 1239973"/>
                    <a:gd name="connsiteX986" fmla="*/ 782113 w 1595052"/>
                    <a:gd name="connsiteY986" fmla="*/ 1101121 h 1239973"/>
                    <a:gd name="connsiteX987" fmla="*/ 786454 w 1595052"/>
                    <a:gd name="connsiteY987" fmla="*/ 1104107 h 1239973"/>
                    <a:gd name="connsiteX988" fmla="*/ 787056 w 1595052"/>
                    <a:gd name="connsiteY988" fmla="*/ 1104663 h 1239973"/>
                    <a:gd name="connsiteX989" fmla="*/ 785667 w 1595052"/>
                    <a:gd name="connsiteY989" fmla="*/ 1104628 h 1239973"/>
                    <a:gd name="connsiteX990" fmla="*/ 784555 w 1595052"/>
                    <a:gd name="connsiteY990" fmla="*/ 1104397 h 1239973"/>
                    <a:gd name="connsiteX991" fmla="*/ 784335 w 1595052"/>
                    <a:gd name="connsiteY991" fmla="*/ 1104593 h 1239973"/>
                    <a:gd name="connsiteX992" fmla="*/ 783733 w 1595052"/>
                    <a:gd name="connsiteY992" fmla="*/ 1104570 h 1239973"/>
                    <a:gd name="connsiteX993" fmla="*/ 781175 w 1595052"/>
                    <a:gd name="connsiteY993" fmla="*/ 1106862 h 1239973"/>
                    <a:gd name="connsiteX994" fmla="*/ 781140 w 1595052"/>
                    <a:gd name="connsiteY994" fmla="*/ 1106828 h 1239973"/>
                    <a:gd name="connsiteX995" fmla="*/ 780087 w 1595052"/>
                    <a:gd name="connsiteY995" fmla="*/ 1105299 h 1239973"/>
                    <a:gd name="connsiteX996" fmla="*/ 771972 w 1595052"/>
                    <a:gd name="connsiteY996" fmla="*/ 1103934 h 1239973"/>
                    <a:gd name="connsiteX997" fmla="*/ 771012 w 1595052"/>
                    <a:gd name="connsiteY997" fmla="*/ 1104640 h 1239973"/>
                    <a:gd name="connsiteX998" fmla="*/ 763383 w 1595052"/>
                    <a:gd name="connsiteY998" fmla="*/ 1110323 h 1239973"/>
                    <a:gd name="connsiteX999" fmla="*/ 761519 w 1595052"/>
                    <a:gd name="connsiteY999" fmla="*/ 1113658 h 1239973"/>
                    <a:gd name="connsiteX1000" fmla="*/ 759563 w 1595052"/>
                    <a:gd name="connsiteY1000" fmla="*/ 1113391 h 1239973"/>
                    <a:gd name="connsiteX1001" fmla="*/ 759285 w 1595052"/>
                    <a:gd name="connsiteY1001" fmla="*/ 1113576 h 1239973"/>
                    <a:gd name="connsiteX1002" fmla="*/ 758197 w 1595052"/>
                    <a:gd name="connsiteY1002" fmla="*/ 1113518 h 1239973"/>
                    <a:gd name="connsiteX1003" fmla="*/ 756808 w 1595052"/>
                    <a:gd name="connsiteY1003" fmla="*/ 1115266 h 1239973"/>
                    <a:gd name="connsiteX1004" fmla="*/ 756391 w 1595052"/>
                    <a:gd name="connsiteY1004" fmla="*/ 1115533 h 1239973"/>
                    <a:gd name="connsiteX1005" fmla="*/ 754828 w 1595052"/>
                    <a:gd name="connsiteY1005" fmla="*/ 1112013 h 1239973"/>
                    <a:gd name="connsiteX1006" fmla="*/ 754805 w 1595052"/>
                    <a:gd name="connsiteY1006" fmla="*/ 1111956 h 1239973"/>
                    <a:gd name="connsiteX1007" fmla="*/ 754794 w 1595052"/>
                    <a:gd name="connsiteY1007" fmla="*/ 1111933 h 1239973"/>
                    <a:gd name="connsiteX1008" fmla="*/ 752618 w 1595052"/>
                    <a:gd name="connsiteY1008" fmla="*/ 1112465 h 1239973"/>
                    <a:gd name="connsiteX1009" fmla="*/ 751853 w 1595052"/>
                    <a:gd name="connsiteY1009" fmla="*/ 1110891 h 1239973"/>
                    <a:gd name="connsiteX1010" fmla="*/ 750615 w 1595052"/>
                    <a:gd name="connsiteY1010" fmla="*/ 1107939 h 1239973"/>
                    <a:gd name="connsiteX1011" fmla="*/ 737256 w 1595052"/>
                    <a:gd name="connsiteY1011" fmla="*/ 1102348 h 1239973"/>
                    <a:gd name="connsiteX1012" fmla="*/ 741782 w 1595052"/>
                    <a:gd name="connsiteY1012" fmla="*/ 1095148 h 1239973"/>
                    <a:gd name="connsiteX1013" fmla="*/ 749619 w 1595052"/>
                    <a:gd name="connsiteY1013" fmla="*/ 1093307 h 1239973"/>
                    <a:gd name="connsiteX1014" fmla="*/ 755083 w 1595052"/>
                    <a:gd name="connsiteY1014" fmla="*/ 1095170 h 1239973"/>
                    <a:gd name="connsiteX1015" fmla="*/ 750314 w 1595052"/>
                    <a:gd name="connsiteY1015" fmla="*/ 1092485 h 1239973"/>
                    <a:gd name="connsiteX1016" fmla="*/ 751853 w 1595052"/>
                    <a:gd name="connsiteY1016" fmla="*/ 1091640 h 1239973"/>
                    <a:gd name="connsiteX1017" fmla="*/ 756553 w 1595052"/>
                    <a:gd name="connsiteY1017" fmla="*/ 1089036 h 1239973"/>
                    <a:gd name="connsiteX1018" fmla="*/ 757537 w 1595052"/>
                    <a:gd name="connsiteY1018" fmla="*/ 1088491 h 1239973"/>
                    <a:gd name="connsiteX1019" fmla="*/ 753520 w 1595052"/>
                    <a:gd name="connsiteY1019" fmla="*/ 1088874 h 1239973"/>
                    <a:gd name="connsiteX1020" fmla="*/ 753393 w 1595052"/>
                    <a:gd name="connsiteY1020" fmla="*/ 1089036 h 1239973"/>
                    <a:gd name="connsiteX1021" fmla="*/ 751761 w 1595052"/>
                    <a:gd name="connsiteY1021" fmla="*/ 1091177 h 1239973"/>
                    <a:gd name="connsiteX1022" fmla="*/ 744017 w 1595052"/>
                    <a:gd name="connsiteY1022" fmla="*/ 1092867 h 1239973"/>
                    <a:gd name="connsiteX1023" fmla="*/ 743854 w 1595052"/>
                    <a:gd name="connsiteY1023" fmla="*/ 1091906 h 1239973"/>
                    <a:gd name="connsiteX1024" fmla="*/ 743785 w 1595052"/>
                    <a:gd name="connsiteY1024" fmla="*/ 1090772 h 1239973"/>
                    <a:gd name="connsiteX1025" fmla="*/ 745313 w 1595052"/>
                    <a:gd name="connsiteY1025" fmla="*/ 1089823 h 1239973"/>
                    <a:gd name="connsiteX1026" fmla="*/ 745082 w 1595052"/>
                    <a:gd name="connsiteY1026" fmla="*/ 1089036 h 1239973"/>
                    <a:gd name="connsiteX1027" fmla="*/ 744225 w 1595052"/>
                    <a:gd name="connsiteY1027" fmla="*/ 1086153 h 1239973"/>
                    <a:gd name="connsiteX1028" fmla="*/ 744260 w 1595052"/>
                    <a:gd name="connsiteY1028" fmla="*/ 1086130 h 1239973"/>
                    <a:gd name="connsiteX1029" fmla="*/ 747431 w 1595052"/>
                    <a:gd name="connsiteY1029" fmla="*/ 1086223 h 1239973"/>
                    <a:gd name="connsiteX1030" fmla="*/ 747350 w 1595052"/>
                    <a:gd name="connsiteY1030" fmla="*/ 1083363 h 1239973"/>
                    <a:gd name="connsiteX1031" fmla="*/ 751437 w 1595052"/>
                    <a:gd name="connsiteY1031" fmla="*/ 1082564 h 1239973"/>
                    <a:gd name="connsiteX1032" fmla="*/ 748346 w 1595052"/>
                    <a:gd name="connsiteY1032" fmla="*/ 1081222 h 1239973"/>
                    <a:gd name="connsiteX1033" fmla="*/ 754226 w 1595052"/>
                    <a:gd name="connsiteY1033" fmla="*/ 1079485 h 1239973"/>
                    <a:gd name="connsiteX1034" fmla="*/ 757942 w 1595052"/>
                    <a:gd name="connsiteY1034" fmla="*/ 1075272 h 1239973"/>
                    <a:gd name="connsiteX1035" fmla="*/ 747929 w 1595052"/>
                    <a:gd name="connsiteY1035" fmla="*/ 1080319 h 1239973"/>
                    <a:gd name="connsiteX1036" fmla="*/ 743924 w 1595052"/>
                    <a:gd name="connsiteY1036" fmla="*/ 1084336 h 1239973"/>
                    <a:gd name="connsiteX1037" fmla="*/ 744815 w 1595052"/>
                    <a:gd name="connsiteY1037" fmla="*/ 1080921 h 1239973"/>
                    <a:gd name="connsiteX1038" fmla="*/ 741979 w 1595052"/>
                    <a:gd name="connsiteY1038" fmla="*/ 1080261 h 1239973"/>
                    <a:gd name="connsiteX1039" fmla="*/ 743785 w 1595052"/>
                    <a:gd name="connsiteY1039" fmla="*/ 1067307 h 1239973"/>
                    <a:gd name="connsiteX1040" fmla="*/ 740937 w 1595052"/>
                    <a:gd name="connsiteY1040" fmla="*/ 1074230 h 1239973"/>
                    <a:gd name="connsiteX1041" fmla="*/ 738263 w 1595052"/>
                    <a:gd name="connsiteY1041" fmla="*/ 1072007 h 1239973"/>
                    <a:gd name="connsiteX1042" fmla="*/ 737546 w 1595052"/>
                    <a:gd name="connsiteY1042" fmla="*/ 1069298 h 1239973"/>
                    <a:gd name="connsiteX1043" fmla="*/ 736191 w 1595052"/>
                    <a:gd name="connsiteY1043" fmla="*/ 1069715 h 1239973"/>
                    <a:gd name="connsiteX1044" fmla="*/ 737569 w 1595052"/>
                    <a:gd name="connsiteY1044" fmla="*/ 1070317 h 1239973"/>
                    <a:gd name="connsiteX1045" fmla="*/ 737152 w 1595052"/>
                    <a:gd name="connsiteY1045" fmla="*/ 1075098 h 1239973"/>
                    <a:gd name="connsiteX1046" fmla="*/ 739097 w 1595052"/>
                    <a:gd name="connsiteY1046" fmla="*/ 1075422 h 1239973"/>
                    <a:gd name="connsiteX1047" fmla="*/ 739942 w 1595052"/>
                    <a:gd name="connsiteY1047" fmla="*/ 1079427 h 1239973"/>
                    <a:gd name="connsiteX1048" fmla="*/ 738263 w 1595052"/>
                    <a:gd name="connsiteY1048" fmla="*/ 1081025 h 1239973"/>
                    <a:gd name="connsiteX1049" fmla="*/ 733066 w 1595052"/>
                    <a:gd name="connsiteY1049" fmla="*/ 1077587 h 1239973"/>
                    <a:gd name="connsiteX1050" fmla="*/ 733390 w 1595052"/>
                    <a:gd name="connsiteY1050" fmla="*/ 1079624 h 1239973"/>
                    <a:gd name="connsiteX1051" fmla="*/ 736400 w 1595052"/>
                    <a:gd name="connsiteY1051" fmla="*/ 1080527 h 1239973"/>
                    <a:gd name="connsiteX1052" fmla="*/ 737360 w 1595052"/>
                    <a:gd name="connsiteY1052" fmla="*/ 1082796 h 1239973"/>
                    <a:gd name="connsiteX1053" fmla="*/ 732255 w 1595052"/>
                    <a:gd name="connsiteY1053" fmla="*/ 1083780 h 1239973"/>
                    <a:gd name="connsiteX1054" fmla="*/ 740787 w 1595052"/>
                    <a:gd name="connsiteY1054" fmla="*/ 1084683 h 1239973"/>
                    <a:gd name="connsiteX1055" fmla="*/ 741944 w 1595052"/>
                    <a:gd name="connsiteY1055" fmla="*/ 1089036 h 1239973"/>
                    <a:gd name="connsiteX1056" fmla="*/ 742882 w 1595052"/>
                    <a:gd name="connsiteY1056" fmla="*/ 1092577 h 1239973"/>
                    <a:gd name="connsiteX1057" fmla="*/ 741493 w 1595052"/>
                    <a:gd name="connsiteY1057" fmla="*/ 1093099 h 1239973"/>
                    <a:gd name="connsiteX1058" fmla="*/ 739456 w 1595052"/>
                    <a:gd name="connsiteY1058" fmla="*/ 1090309 h 1239973"/>
                    <a:gd name="connsiteX1059" fmla="*/ 736747 w 1595052"/>
                    <a:gd name="connsiteY1059" fmla="*/ 1090610 h 1239973"/>
                    <a:gd name="connsiteX1060" fmla="*/ 739409 w 1595052"/>
                    <a:gd name="connsiteY1060" fmla="*/ 1091339 h 1239973"/>
                    <a:gd name="connsiteX1061" fmla="*/ 740081 w 1595052"/>
                    <a:gd name="connsiteY1061" fmla="*/ 1095032 h 1239973"/>
                    <a:gd name="connsiteX1062" fmla="*/ 739849 w 1595052"/>
                    <a:gd name="connsiteY1062" fmla="*/ 1095286 h 1239973"/>
                    <a:gd name="connsiteX1063" fmla="*/ 735670 w 1595052"/>
                    <a:gd name="connsiteY1063" fmla="*/ 1099003 h 1239973"/>
                    <a:gd name="connsiteX1064" fmla="*/ 734038 w 1595052"/>
                    <a:gd name="connsiteY1064" fmla="*/ 1098852 h 1239973"/>
                    <a:gd name="connsiteX1065" fmla="*/ 734084 w 1595052"/>
                    <a:gd name="connsiteY1065" fmla="*/ 1100414 h 1239973"/>
                    <a:gd name="connsiteX1066" fmla="*/ 733818 w 1595052"/>
                    <a:gd name="connsiteY1066" fmla="*/ 1100657 h 1239973"/>
                    <a:gd name="connsiteX1067" fmla="*/ 734270 w 1595052"/>
                    <a:gd name="connsiteY1067" fmla="*/ 1105879 h 1239973"/>
                    <a:gd name="connsiteX1068" fmla="*/ 734304 w 1595052"/>
                    <a:gd name="connsiteY1068" fmla="*/ 1107013 h 1239973"/>
                    <a:gd name="connsiteX1069" fmla="*/ 734142 w 1595052"/>
                    <a:gd name="connsiteY1069" fmla="*/ 1107071 h 1239973"/>
                    <a:gd name="connsiteX1070" fmla="*/ 732024 w 1595052"/>
                    <a:gd name="connsiteY1070" fmla="*/ 1107314 h 1239973"/>
                    <a:gd name="connsiteX1071" fmla="*/ 732174 w 1595052"/>
                    <a:gd name="connsiteY1071" fmla="*/ 1107812 h 1239973"/>
                    <a:gd name="connsiteX1072" fmla="*/ 731989 w 1595052"/>
                    <a:gd name="connsiteY1072" fmla="*/ 1107881 h 1239973"/>
                    <a:gd name="connsiteX1073" fmla="*/ 732695 w 1595052"/>
                    <a:gd name="connsiteY1073" fmla="*/ 1109861 h 1239973"/>
                    <a:gd name="connsiteX1074" fmla="*/ 732568 w 1595052"/>
                    <a:gd name="connsiteY1074" fmla="*/ 1109907 h 1239973"/>
                    <a:gd name="connsiteX1075" fmla="*/ 730288 w 1595052"/>
                    <a:gd name="connsiteY1075" fmla="*/ 1109745 h 1239973"/>
                    <a:gd name="connsiteX1076" fmla="*/ 727255 w 1595052"/>
                    <a:gd name="connsiteY1076" fmla="*/ 1107418 h 1239973"/>
                    <a:gd name="connsiteX1077" fmla="*/ 719881 w 1595052"/>
                    <a:gd name="connsiteY1077" fmla="*/ 1106098 h 1239973"/>
                    <a:gd name="connsiteX1078" fmla="*/ 717543 w 1595052"/>
                    <a:gd name="connsiteY1078" fmla="*/ 1103679 h 1239973"/>
                    <a:gd name="connsiteX1079" fmla="*/ 716883 w 1595052"/>
                    <a:gd name="connsiteY1079" fmla="*/ 1101977 h 1239973"/>
                    <a:gd name="connsiteX1080" fmla="*/ 714510 w 1595052"/>
                    <a:gd name="connsiteY1080" fmla="*/ 1100530 h 1239973"/>
                    <a:gd name="connsiteX1081" fmla="*/ 713746 w 1595052"/>
                    <a:gd name="connsiteY1081" fmla="*/ 1099743 h 1239973"/>
                    <a:gd name="connsiteX1082" fmla="*/ 701637 w 1595052"/>
                    <a:gd name="connsiteY1082" fmla="*/ 1092671 h 1239973"/>
                    <a:gd name="connsiteX1083" fmla="*/ 700723 w 1595052"/>
                    <a:gd name="connsiteY1083" fmla="*/ 1090459 h 1239973"/>
                    <a:gd name="connsiteX1084" fmla="*/ 705156 w 1595052"/>
                    <a:gd name="connsiteY1084" fmla="*/ 1090471 h 1239973"/>
                    <a:gd name="connsiteX1085" fmla="*/ 704728 w 1595052"/>
                    <a:gd name="connsiteY1085" fmla="*/ 1089741 h 1239973"/>
                    <a:gd name="connsiteX1086" fmla="*/ 705052 w 1595052"/>
                    <a:gd name="connsiteY1086" fmla="*/ 1084753 h 1239973"/>
                    <a:gd name="connsiteX1087" fmla="*/ 705758 w 1595052"/>
                    <a:gd name="connsiteY1087" fmla="*/ 1081453 h 1239973"/>
                    <a:gd name="connsiteX1088" fmla="*/ 705399 w 1595052"/>
                    <a:gd name="connsiteY1088" fmla="*/ 1079034 h 1239973"/>
                    <a:gd name="connsiteX1089" fmla="*/ 704879 w 1595052"/>
                    <a:gd name="connsiteY1089" fmla="*/ 1078883 h 1239973"/>
                    <a:gd name="connsiteX1090" fmla="*/ 703987 w 1595052"/>
                    <a:gd name="connsiteY1090" fmla="*/ 1077888 h 1239973"/>
                    <a:gd name="connsiteX1091" fmla="*/ 702147 w 1595052"/>
                    <a:gd name="connsiteY1091" fmla="*/ 1078096 h 1239973"/>
                    <a:gd name="connsiteX1092" fmla="*/ 702066 w 1595052"/>
                    <a:gd name="connsiteY1092" fmla="*/ 1078073 h 1239973"/>
                    <a:gd name="connsiteX1093" fmla="*/ 701533 w 1595052"/>
                    <a:gd name="connsiteY1093" fmla="*/ 1077263 h 1239973"/>
                    <a:gd name="connsiteX1094" fmla="*/ 701788 w 1595052"/>
                    <a:gd name="connsiteY1094" fmla="*/ 1076348 h 1239973"/>
                    <a:gd name="connsiteX1095" fmla="*/ 700190 w 1595052"/>
                    <a:gd name="connsiteY1095" fmla="*/ 1075179 h 1239973"/>
                    <a:gd name="connsiteX1096" fmla="*/ 697088 w 1595052"/>
                    <a:gd name="connsiteY1096" fmla="*/ 1070364 h 1239973"/>
                    <a:gd name="connsiteX1097" fmla="*/ 697887 w 1595052"/>
                    <a:gd name="connsiteY1097" fmla="*/ 1067227 h 1239973"/>
                    <a:gd name="connsiteX1098" fmla="*/ 702274 w 1595052"/>
                    <a:gd name="connsiteY1098" fmla="*/ 1068836 h 1239973"/>
                    <a:gd name="connsiteX1099" fmla="*/ 703871 w 1595052"/>
                    <a:gd name="connsiteY1099" fmla="*/ 1064240 h 1239973"/>
                    <a:gd name="connsiteX1100" fmla="*/ 708386 w 1595052"/>
                    <a:gd name="connsiteY1100" fmla="*/ 1062098 h 1239973"/>
                    <a:gd name="connsiteX1101" fmla="*/ 706117 w 1595052"/>
                    <a:gd name="connsiteY1101" fmla="*/ 1061739 h 1239973"/>
                    <a:gd name="connsiteX1102" fmla="*/ 706001 w 1595052"/>
                    <a:gd name="connsiteY1102" fmla="*/ 1057966 h 1239973"/>
                    <a:gd name="connsiteX1103" fmla="*/ 711986 w 1595052"/>
                    <a:gd name="connsiteY1103" fmla="*/ 1051958 h 1239973"/>
                    <a:gd name="connsiteX1104" fmla="*/ 714313 w 1595052"/>
                    <a:gd name="connsiteY1104" fmla="*/ 1052132 h 1239973"/>
                    <a:gd name="connsiteX1105" fmla="*/ 713120 w 1595052"/>
                    <a:gd name="connsiteY1105" fmla="*/ 1051310 h 1239973"/>
                    <a:gd name="connsiteX1106" fmla="*/ 714417 w 1595052"/>
                    <a:gd name="connsiteY1106" fmla="*/ 1051032 h 1239973"/>
                    <a:gd name="connsiteX1107" fmla="*/ 713421 w 1595052"/>
                    <a:gd name="connsiteY1107" fmla="*/ 1050360 h 1239973"/>
                    <a:gd name="connsiteX1108" fmla="*/ 709775 w 1595052"/>
                    <a:gd name="connsiteY1108" fmla="*/ 1053011 h 1239973"/>
                    <a:gd name="connsiteX1109" fmla="*/ 707807 w 1595052"/>
                    <a:gd name="connsiteY1109" fmla="*/ 1051345 h 1239973"/>
                    <a:gd name="connsiteX1110" fmla="*/ 709081 w 1595052"/>
                    <a:gd name="connsiteY1110" fmla="*/ 1053880 h 1239973"/>
                    <a:gd name="connsiteX1111" fmla="*/ 704508 w 1595052"/>
                    <a:gd name="connsiteY1111" fmla="*/ 1057723 h 1239973"/>
                    <a:gd name="connsiteX1112" fmla="*/ 705318 w 1595052"/>
                    <a:gd name="connsiteY1112" fmla="*/ 1061763 h 1239973"/>
                    <a:gd name="connsiteX1113" fmla="*/ 702714 w 1595052"/>
                    <a:gd name="connsiteY1113" fmla="*/ 1063824 h 1239973"/>
                    <a:gd name="connsiteX1114" fmla="*/ 701811 w 1595052"/>
                    <a:gd name="connsiteY1114" fmla="*/ 1067238 h 1239973"/>
                    <a:gd name="connsiteX1115" fmla="*/ 700294 w 1595052"/>
                    <a:gd name="connsiteY1115" fmla="*/ 1067412 h 1239973"/>
                    <a:gd name="connsiteX1116" fmla="*/ 697597 w 1595052"/>
                    <a:gd name="connsiteY1116" fmla="*/ 1065606 h 1239973"/>
                    <a:gd name="connsiteX1117" fmla="*/ 692307 w 1595052"/>
                    <a:gd name="connsiteY1117" fmla="*/ 1067192 h 1239973"/>
                    <a:gd name="connsiteX1118" fmla="*/ 691485 w 1595052"/>
                    <a:gd name="connsiteY1118" fmla="*/ 1063846 h 1239973"/>
                    <a:gd name="connsiteX1119" fmla="*/ 689656 w 1595052"/>
                    <a:gd name="connsiteY1119" fmla="*/ 1063013 h 1239973"/>
                    <a:gd name="connsiteX1120" fmla="*/ 687063 w 1595052"/>
                    <a:gd name="connsiteY1120" fmla="*/ 1060617 h 1239973"/>
                    <a:gd name="connsiteX1121" fmla="*/ 686716 w 1595052"/>
                    <a:gd name="connsiteY1121" fmla="*/ 1059586 h 1239973"/>
                    <a:gd name="connsiteX1122" fmla="*/ 684447 w 1595052"/>
                    <a:gd name="connsiteY1122" fmla="*/ 1059204 h 1239973"/>
                    <a:gd name="connsiteX1123" fmla="*/ 681634 w 1595052"/>
                    <a:gd name="connsiteY1123" fmla="*/ 1058139 h 1239973"/>
                    <a:gd name="connsiteX1124" fmla="*/ 678914 w 1595052"/>
                    <a:gd name="connsiteY1124" fmla="*/ 1058279 h 1239973"/>
                    <a:gd name="connsiteX1125" fmla="*/ 673554 w 1595052"/>
                    <a:gd name="connsiteY1125" fmla="*/ 1057387 h 1239973"/>
                    <a:gd name="connsiteX1126" fmla="*/ 673438 w 1595052"/>
                    <a:gd name="connsiteY1126" fmla="*/ 1057109 h 1239973"/>
                    <a:gd name="connsiteX1127" fmla="*/ 673010 w 1595052"/>
                    <a:gd name="connsiteY1127" fmla="*/ 1052027 h 1239973"/>
                    <a:gd name="connsiteX1128" fmla="*/ 677814 w 1595052"/>
                    <a:gd name="connsiteY1128" fmla="*/ 1042431 h 1239973"/>
                    <a:gd name="connsiteX1129" fmla="*/ 680222 w 1595052"/>
                    <a:gd name="connsiteY1129" fmla="*/ 1041505 h 1239973"/>
                    <a:gd name="connsiteX1130" fmla="*/ 683544 w 1595052"/>
                    <a:gd name="connsiteY1130" fmla="*/ 1037372 h 1239973"/>
                    <a:gd name="connsiteX1131" fmla="*/ 680245 w 1595052"/>
                    <a:gd name="connsiteY1131" fmla="*/ 1040973 h 1239973"/>
                    <a:gd name="connsiteX1132" fmla="*/ 677478 w 1595052"/>
                    <a:gd name="connsiteY1132" fmla="*/ 1041517 h 1239973"/>
                    <a:gd name="connsiteX1133" fmla="*/ 677444 w 1595052"/>
                    <a:gd name="connsiteY1133" fmla="*/ 1039965 h 1239973"/>
                    <a:gd name="connsiteX1134" fmla="*/ 681032 w 1595052"/>
                    <a:gd name="connsiteY1134" fmla="*/ 1034547 h 1239973"/>
                    <a:gd name="connsiteX1135" fmla="*/ 676425 w 1595052"/>
                    <a:gd name="connsiteY1135" fmla="*/ 1039074 h 1239973"/>
                    <a:gd name="connsiteX1136" fmla="*/ 676460 w 1595052"/>
                    <a:gd name="connsiteY1136" fmla="*/ 1044515 h 1239973"/>
                    <a:gd name="connsiteX1137" fmla="*/ 672478 w 1595052"/>
                    <a:gd name="connsiteY1137" fmla="*/ 1050141 h 1239973"/>
                    <a:gd name="connsiteX1138" fmla="*/ 670961 w 1595052"/>
                    <a:gd name="connsiteY1138" fmla="*/ 1050997 h 1239973"/>
                    <a:gd name="connsiteX1139" fmla="*/ 670799 w 1595052"/>
                    <a:gd name="connsiteY1139" fmla="*/ 1050928 h 1239973"/>
                    <a:gd name="connsiteX1140" fmla="*/ 669607 w 1595052"/>
                    <a:gd name="connsiteY1140" fmla="*/ 1051773 h 1239973"/>
                    <a:gd name="connsiteX1141" fmla="*/ 666585 w 1595052"/>
                    <a:gd name="connsiteY1141" fmla="*/ 1053509 h 1239973"/>
                    <a:gd name="connsiteX1142" fmla="*/ 665312 w 1595052"/>
                    <a:gd name="connsiteY1142" fmla="*/ 1052861 h 1239973"/>
                    <a:gd name="connsiteX1143" fmla="*/ 662210 w 1595052"/>
                    <a:gd name="connsiteY1143" fmla="*/ 1051287 h 1239973"/>
                    <a:gd name="connsiteX1144" fmla="*/ 657695 w 1595052"/>
                    <a:gd name="connsiteY1144" fmla="*/ 1051646 h 1239973"/>
                    <a:gd name="connsiteX1145" fmla="*/ 656109 w 1595052"/>
                    <a:gd name="connsiteY1145" fmla="*/ 1051263 h 1239973"/>
                    <a:gd name="connsiteX1146" fmla="*/ 655808 w 1595052"/>
                    <a:gd name="connsiteY1146" fmla="*/ 1051796 h 1239973"/>
                    <a:gd name="connsiteX1147" fmla="*/ 655021 w 1595052"/>
                    <a:gd name="connsiteY1147" fmla="*/ 1051854 h 1239973"/>
                    <a:gd name="connsiteX1148" fmla="*/ 652486 w 1595052"/>
                    <a:gd name="connsiteY1148" fmla="*/ 1053717 h 1239973"/>
                    <a:gd name="connsiteX1149" fmla="*/ 650044 w 1595052"/>
                    <a:gd name="connsiteY1149" fmla="*/ 1054099 h 1239973"/>
                    <a:gd name="connsiteX1150" fmla="*/ 647717 w 1595052"/>
                    <a:gd name="connsiteY1150" fmla="*/ 1053706 h 1239973"/>
                    <a:gd name="connsiteX1151" fmla="*/ 647265 w 1595052"/>
                    <a:gd name="connsiteY1151" fmla="*/ 1054528 h 1239973"/>
                    <a:gd name="connsiteX1152" fmla="*/ 646883 w 1595052"/>
                    <a:gd name="connsiteY1152" fmla="*/ 1054586 h 1239973"/>
                    <a:gd name="connsiteX1153" fmla="*/ 645957 w 1595052"/>
                    <a:gd name="connsiteY1153" fmla="*/ 1056924 h 1239973"/>
                    <a:gd name="connsiteX1154" fmla="*/ 645205 w 1595052"/>
                    <a:gd name="connsiteY1154" fmla="*/ 1058290 h 1239973"/>
                    <a:gd name="connsiteX1155" fmla="*/ 644753 w 1595052"/>
                    <a:gd name="connsiteY1155" fmla="*/ 1058070 h 1239973"/>
                    <a:gd name="connsiteX1156" fmla="*/ 643457 w 1595052"/>
                    <a:gd name="connsiteY1156" fmla="*/ 1057167 h 1239973"/>
                    <a:gd name="connsiteX1157" fmla="*/ 642519 w 1595052"/>
                    <a:gd name="connsiteY1157" fmla="*/ 1057677 h 1239973"/>
                    <a:gd name="connsiteX1158" fmla="*/ 639197 w 1595052"/>
                    <a:gd name="connsiteY1158" fmla="*/ 1059182 h 1239973"/>
                    <a:gd name="connsiteX1159" fmla="*/ 638225 w 1595052"/>
                    <a:gd name="connsiteY1159" fmla="*/ 1059008 h 1239973"/>
                    <a:gd name="connsiteX1160" fmla="*/ 638364 w 1595052"/>
                    <a:gd name="connsiteY1160" fmla="*/ 1058649 h 1239973"/>
                    <a:gd name="connsiteX1161" fmla="*/ 634231 w 1595052"/>
                    <a:gd name="connsiteY1161" fmla="*/ 1058290 h 1239973"/>
                    <a:gd name="connsiteX1162" fmla="*/ 633768 w 1595052"/>
                    <a:gd name="connsiteY1162" fmla="*/ 1058209 h 1239973"/>
                    <a:gd name="connsiteX1163" fmla="*/ 633120 w 1595052"/>
                    <a:gd name="connsiteY1163" fmla="*/ 1056079 h 1239973"/>
                    <a:gd name="connsiteX1164" fmla="*/ 631754 w 1595052"/>
                    <a:gd name="connsiteY1164" fmla="*/ 1056589 h 1239973"/>
                    <a:gd name="connsiteX1165" fmla="*/ 629763 w 1595052"/>
                    <a:gd name="connsiteY1165" fmla="*/ 1054805 h 1239973"/>
                    <a:gd name="connsiteX1166" fmla="*/ 627980 w 1595052"/>
                    <a:gd name="connsiteY1166" fmla="*/ 1053035 h 1239973"/>
                    <a:gd name="connsiteX1167" fmla="*/ 624669 w 1595052"/>
                    <a:gd name="connsiteY1167" fmla="*/ 1052618 h 1239973"/>
                    <a:gd name="connsiteX1168" fmla="*/ 626128 w 1595052"/>
                    <a:gd name="connsiteY1168" fmla="*/ 1049180 h 1239973"/>
                    <a:gd name="connsiteX1169" fmla="*/ 626579 w 1595052"/>
                    <a:gd name="connsiteY1169" fmla="*/ 1049041 h 1239973"/>
                    <a:gd name="connsiteX1170" fmla="*/ 631210 w 1595052"/>
                    <a:gd name="connsiteY1170" fmla="*/ 1048404 h 1239973"/>
                    <a:gd name="connsiteX1171" fmla="*/ 633015 w 1595052"/>
                    <a:gd name="connsiteY1171" fmla="*/ 1049226 h 1239973"/>
                    <a:gd name="connsiteX1172" fmla="*/ 634787 w 1595052"/>
                    <a:gd name="connsiteY1172" fmla="*/ 1047305 h 1239973"/>
                    <a:gd name="connsiteX1173" fmla="*/ 637889 w 1595052"/>
                    <a:gd name="connsiteY1173" fmla="*/ 1048902 h 1239973"/>
                    <a:gd name="connsiteX1174" fmla="*/ 641142 w 1595052"/>
                    <a:gd name="connsiteY1174" fmla="*/ 1046691 h 1239973"/>
                    <a:gd name="connsiteX1175" fmla="*/ 636338 w 1595052"/>
                    <a:gd name="connsiteY1175" fmla="*/ 1047617 h 1239973"/>
                    <a:gd name="connsiteX1176" fmla="*/ 633328 w 1595052"/>
                    <a:gd name="connsiteY1176" fmla="*/ 1046529 h 1239973"/>
                    <a:gd name="connsiteX1177" fmla="*/ 633201 w 1595052"/>
                    <a:gd name="connsiteY1177" fmla="*/ 1044433 h 1239973"/>
                    <a:gd name="connsiteX1178" fmla="*/ 637113 w 1595052"/>
                    <a:gd name="connsiteY1178" fmla="*/ 1040891 h 1239973"/>
                    <a:gd name="connsiteX1179" fmla="*/ 635898 w 1595052"/>
                    <a:gd name="connsiteY1179" fmla="*/ 1040335 h 1239973"/>
                    <a:gd name="connsiteX1180" fmla="*/ 637484 w 1595052"/>
                    <a:gd name="connsiteY1180" fmla="*/ 1037106 h 1239973"/>
                    <a:gd name="connsiteX1181" fmla="*/ 647011 w 1595052"/>
                    <a:gd name="connsiteY1181" fmla="*/ 1030808 h 1239973"/>
                    <a:gd name="connsiteX1182" fmla="*/ 641038 w 1595052"/>
                    <a:gd name="connsiteY1182" fmla="*/ 1032175 h 1239973"/>
                    <a:gd name="connsiteX1183" fmla="*/ 639926 w 1595052"/>
                    <a:gd name="connsiteY1183" fmla="*/ 1031932 h 1239973"/>
                    <a:gd name="connsiteX1184" fmla="*/ 639811 w 1595052"/>
                    <a:gd name="connsiteY1184" fmla="*/ 1031897 h 1239973"/>
                    <a:gd name="connsiteX1185" fmla="*/ 636315 w 1595052"/>
                    <a:gd name="connsiteY1185" fmla="*/ 1036863 h 1239973"/>
                    <a:gd name="connsiteX1186" fmla="*/ 634509 w 1595052"/>
                    <a:gd name="connsiteY1186" fmla="*/ 1033309 h 1239973"/>
                    <a:gd name="connsiteX1187" fmla="*/ 634115 w 1595052"/>
                    <a:gd name="connsiteY1187" fmla="*/ 1028922 h 1239973"/>
                    <a:gd name="connsiteX1188" fmla="*/ 633907 w 1595052"/>
                    <a:gd name="connsiteY1188" fmla="*/ 1032337 h 1239973"/>
                    <a:gd name="connsiteX1189" fmla="*/ 631626 w 1595052"/>
                    <a:gd name="connsiteY1189" fmla="*/ 1032418 h 1239973"/>
                    <a:gd name="connsiteX1190" fmla="*/ 633745 w 1595052"/>
                    <a:gd name="connsiteY1190" fmla="*/ 1033274 h 1239973"/>
                    <a:gd name="connsiteX1191" fmla="*/ 635655 w 1595052"/>
                    <a:gd name="connsiteY1191" fmla="*/ 1038518 h 1239973"/>
                    <a:gd name="connsiteX1192" fmla="*/ 632819 w 1595052"/>
                    <a:gd name="connsiteY1192" fmla="*/ 1044318 h 1239973"/>
                    <a:gd name="connsiteX1193" fmla="*/ 631869 w 1595052"/>
                    <a:gd name="connsiteY1193" fmla="*/ 1048115 h 1239973"/>
                    <a:gd name="connsiteX1194" fmla="*/ 621208 w 1595052"/>
                    <a:gd name="connsiteY1194" fmla="*/ 1044052 h 1239973"/>
                    <a:gd name="connsiteX1195" fmla="*/ 618268 w 1595052"/>
                    <a:gd name="connsiteY1195" fmla="*/ 1044526 h 1239973"/>
                    <a:gd name="connsiteX1196" fmla="*/ 614992 w 1595052"/>
                    <a:gd name="connsiteY1196" fmla="*/ 1044897 h 1239973"/>
                    <a:gd name="connsiteX1197" fmla="*/ 614807 w 1595052"/>
                    <a:gd name="connsiteY1197" fmla="*/ 1045093 h 1239973"/>
                    <a:gd name="connsiteX1198" fmla="*/ 612758 w 1595052"/>
                    <a:gd name="connsiteY1198" fmla="*/ 1045429 h 1239973"/>
                    <a:gd name="connsiteX1199" fmla="*/ 610755 w 1595052"/>
                    <a:gd name="connsiteY1199" fmla="*/ 1042871 h 1239973"/>
                    <a:gd name="connsiteX1200" fmla="*/ 608475 w 1595052"/>
                    <a:gd name="connsiteY1200" fmla="*/ 1042790 h 1239973"/>
                    <a:gd name="connsiteX1201" fmla="*/ 607375 w 1595052"/>
                    <a:gd name="connsiteY1201" fmla="*/ 1039120 h 1239973"/>
                    <a:gd name="connsiteX1202" fmla="*/ 607711 w 1595052"/>
                    <a:gd name="connsiteY1202" fmla="*/ 1037430 h 1239973"/>
                    <a:gd name="connsiteX1203" fmla="*/ 608463 w 1595052"/>
                    <a:gd name="connsiteY1203" fmla="*/ 1036840 h 1239973"/>
                    <a:gd name="connsiteX1204" fmla="*/ 608185 w 1595052"/>
                    <a:gd name="connsiteY1204" fmla="*/ 1034999 h 1239973"/>
                    <a:gd name="connsiteX1205" fmla="*/ 608544 w 1595052"/>
                    <a:gd name="connsiteY1205" fmla="*/ 1033158 h 1239973"/>
                    <a:gd name="connsiteX1206" fmla="*/ 605118 w 1595052"/>
                    <a:gd name="connsiteY1206" fmla="*/ 1032094 h 1239973"/>
                    <a:gd name="connsiteX1207" fmla="*/ 605257 w 1595052"/>
                    <a:gd name="connsiteY1207" fmla="*/ 1029003 h 1239973"/>
                    <a:gd name="connsiteX1208" fmla="*/ 605268 w 1595052"/>
                    <a:gd name="connsiteY1208" fmla="*/ 1028875 h 1239973"/>
                    <a:gd name="connsiteX1209" fmla="*/ 607421 w 1595052"/>
                    <a:gd name="connsiteY1209" fmla="*/ 1026676 h 1239973"/>
                    <a:gd name="connsiteX1210" fmla="*/ 607421 w 1595052"/>
                    <a:gd name="connsiteY1210" fmla="*/ 1026653 h 1239973"/>
                    <a:gd name="connsiteX1211" fmla="*/ 606518 w 1595052"/>
                    <a:gd name="connsiteY1211" fmla="*/ 1020599 h 1239973"/>
                    <a:gd name="connsiteX1212" fmla="*/ 606009 w 1595052"/>
                    <a:gd name="connsiteY1212" fmla="*/ 1020367 h 1239973"/>
                    <a:gd name="connsiteX1213" fmla="*/ 605939 w 1595052"/>
                    <a:gd name="connsiteY1213" fmla="*/ 1020043 h 1239973"/>
                    <a:gd name="connsiteX1214" fmla="*/ 603647 w 1595052"/>
                    <a:gd name="connsiteY1214" fmla="*/ 1019337 h 1239973"/>
                    <a:gd name="connsiteX1215" fmla="*/ 603127 w 1595052"/>
                    <a:gd name="connsiteY1215" fmla="*/ 1019117 h 1239973"/>
                    <a:gd name="connsiteX1216" fmla="*/ 603763 w 1595052"/>
                    <a:gd name="connsiteY1216" fmla="*/ 1018874 h 1239973"/>
                    <a:gd name="connsiteX1217" fmla="*/ 605696 w 1595052"/>
                    <a:gd name="connsiteY1217" fmla="*/ 1018400 h 1239973"/>
                    <a:gd name="connsiteX1218" fmla="*/ 608567 w 1595052"/>
                    <a:gd name="connsiteY1218" fmla="*/ 1020148 h 1239973"/>
                    <a:gd name="connsiteX1219" fmla="*/ 610234 w 1595052"/>
                    <a:gd name="connsiteY1219" fmla="*/ 1018712 h 1239973"/>
                    <a:gd name="connsiteX1220" fmla="*/ 611114 w 1595052"/>
                    <a:gd name="connsiteY1220" fmla="*/ 1022370 h 1239973"/>
                    <a:gd name="connsiteX1221" fmla="*/ 614286 w 1595052"/>
                    <a:gd name="connsiteY1221" fmla="*/ 1021062 h 1239973"/>
                    <a:gd name="connsiteX1222" fmla="*/ 615779 w 1595052"/>
                    <a:gd name="connsiteY1222" fmla="*/ 1022127 h 1239973"/>
                    <a:gd name="connsiteX1223" fmla="*/ 613846 w 1595052"/>
                    <a:gd name="connsiteY1223" fmla="*/ 1019881 h 1239973"/>
                    <a:gd name="connsiteX1224" fmla="*/ 611750 w 1595052"/>
                    <a:gd name="connsiteY1224" fmla="*/ 1020622 h 1239973"/>
                    <a:gd name="connsiteX1225" fmla="*/ 611681 w 1595052"/>
                    <a:gd name="connsiteY1225" fmla="*/ 1019279 h 1239973"/>
                    <a:gd name="connsiteX1226" fmla="*/ 613082 w 1595052"/>
                    <a:gd name="connsiteY1226" fmla="*/ 1015147 h 1239973"/>
                    <a:gd name="connsiteX1227" fmla="*/ 615814 w 1595052"/>
                    <a:gd name="connsiteY1227" fmla="*/ 1015564 h 1239973"/>
                    <a:gd name="connsiteX1228" fmla="*/ 613360 w 1595052"/>
                    <a:gd name="connsiteY1228" fmla="*/ 1014371 h 1239973"/>
                    <a:gd name="connsiteX1229" fmla="*/ 616890 w 1595052"/>
                    <a:gd name="connsiteY1229" fmla="*/ 1007518 h 1239973"/>
                    <a:gd name="connsiteX1230" fmla="*/ 623060 w 1595052"/>
                    <a:gd name="connsiteY1230" fmla="*/ 1003605 h 1239973"/>
                    <a:gd name="connsiteX1231" fmla="*/ 622331 w 1595052"/>
                    <a:gd name="connsiteY1231" fmla="*/ 1001614 h 1239973"/>
                    <a:gd name="connsiteX1232" fmla="*/ 622146 w 1595052"/>
                    <a:gd name="connsiteY1232" fmla="*/ 1001464 h 1239973"/>
                    <a:gd name="connsiteX1233" fmla="*/ 622759 w 1595052"/>
                    <a:gd name="connsiteY1233" fmla="*/ 1003560 h 1239973"/>
                    <a:gd name="connsiteX1234" fmla="*/ 621011 w 1595052"/>
                    <a:gd name="connsiteY1234" fmla="*/ 1002657 h 1239973"/>
                    <a:gd name="connsiteX1235" fmla="*/ 615003 w 1595052"/>
                    <a:gd name="connsiteY1235" fmla="*/ 1007368 h 1239973"/>
                    <a:gd name="connsiteX1236" fmla="*/ 611114 w 1595052"/>
                    <a:gd name="connsiteY1236" fmla="*/ 1017473 h 1239973"/>
                    <a:gd name="connsiteX1237" fmla="*/ 608590 w 1595052"/>
                    <a:gd name="connsiteY1237" fmla="*/ 1018099 h 1239973"/>
                    <a:gd name="connsiteX1238" fmla="*/ 606773 w 1595052"/>
                    <a:gd name="connsiteY1238" fmla="*/ 1015679 h 1239973"/>
                    <a:gd name="connsiteX1239" fmla="*/ 605118 w 1595052"/>
                    <a:gd name="connsiteY1239" fmla="*/ 1016293 h 1239973"/>
                    <a:gd name="connsiteX1240" fmla="*/ 604550 w 1595052"/>
                    <a:gd name="connsiteY1240" fmla="*/ 1013167 h 1239973"/>
                    <a:gd name="connsiteX1241" fmla="*/ 603057 w 1595052"/>
                    <a:gd name="connsiteY1241" fmla="*/ 1013908 h 1239973"/>
                    <a:gd name="connsiteX1242" fmla="*/ 602976 w 1595052"/>
                    <a:gd name="connsiteY1242" fmla="*/ 1013931 h 1239973"/>
                    <a:gd name="connsiteX1243" fmla="*/ 603914 w 1595052"/>
                    <a:gd name="connsiteY1243" fmla="*/ 1014973 h 1239973"/>
                    <a:gd name="connsiteX1244" fmla="*/ 603914 w 1595052"/>
                    <a:gd name="connsiteY1244" fmla="*/ 1015031 h 1239973"/>
                    <a:gd name="connsiteX1245" fmla="*/ 603497 w 1595052"/>
                    <a:gd name="connsiteY1245" fmla="*/ 1016084 h 1239973"/>
                    <a:gd name="connsiteX1246" fmla="*/ 603520 w 1595052"/>
                    <a:gd name="connsiteY1246" fmla="*/ 1016166 h 1239973"/>
                    <a:gd name="connsiteX1247" fmla="*/ 603590 w 1595052"/>
                    <a:gd name="connsiteY1247" fmla="*/ 1016166 h 1239973"/>
                    <a:gd name="connsiteX1248" fmla="*/ 603613 w 1595052"/>
                    <a:gd name="connsiteY1248" fmla="*/ 1016223 h 1239973"/>
                    <a:gd name="connsiteX1249" fmla="*/ 603601 w 1595052"/>
                    <a:gd name="connsiteY1249" fmla="*/ 1016293 h 1239973"/>
                    <a:gd name="connsiteX1250" fmla="*/ 603705 w 1595052"/>
                    <a:gd name="connsiteY1250" fmla="*/ 1016304 h 1239973"/>
                    <a:gd name="connsiteX1251" fmla="*/ 603775 w 1595052"/>
                    <a:gd name="connsiteY1251" fmla="*/ 1016813 h 1239973"/>
                    <a:gd name="connsiteX1252" fmla="*/ 599029 w 1595052"/>
                    <a:gd name="connsiteY1252" fmla="*/ 1016351 h 1239973"/>
                    <a:gd name="connsiteX1253" fmla="*/ 596968 w 1595052"/>
                    <a:gd name="connsiteY1253" fmla="*/ 1017149 h 1239973"/>
                    <a:gd name="connsiteX1254" fmla="*/ 596494 w 1595052"/>
                    <a:gd name="connsiteY1254" fmla="*/ 1017184 h 1239973"/>
                    <a:gd name="connsiteX1255" fmla="*/ 596401 w 1595052"/>
                    <a:gd name="connsiteY1255" fmla="*/ 1014985 h 1239973"/>
                    <a:gd name="connsiteX1256" fmla="*/ 594804 w 1595052"/>
                    <a:gd name="connsiteY1256" fmla="*/ 1017786 h 1239973"/>
                    <a:gd name="connsiteX1257" fmla="*/ 592129 w 1595052"/>
                    <a:gd name="connsiteY1257" fmla="*/ 1019025 h 1239973"/>
                    <a:gd name="connsiteX1258" fmla="*/ 592060 w 1595052"/>
                    <a:gd name="connsiteY1258" fmla="*/ 1018990 h 1239973"/>
                    <a:gd name="connsiteX1259" fmla="*/ 591030 w 1595052"/>
                    <a:gd name="connsiteY1259" fmla="*/ 1018388 h 1239973"/>
                    <a:gd name="connsiteX1260" fmla="*/ 591609 w 1595052"/>
                    <a:gd name="connsiteY1260" fmla="*/ 1017658 h 1239973"/>
                    <a:gd name="connsiteX1261" fmla="*/ 592824 w 1595052"/>
                    <a:gd name="connsiteY1261" fmla="*/ 1016327 h 1239973"/>
                    <a:gd name="connsiteX1262" fmla="*/ 591539 w 1595052"/>
                    <a:gd name="connsiteY1262" fmla="*/ 1014476 h 1239973"/>
                    <a:gd name="connsiteX1263" fmla="*/ 591493 w 1595052"/>
                    <a:gd name="connsiteY1263" fmla="*/ 1014418 h 1239973"/>
                    <a:gd name="connsiteX1264" fmla="*/ 590648 w 1595052"/>
                    <a:gd name="connsiteY1264" fmla="*/ 1015957 h 1239973"/>
                    <a:gd name="connsiteX1265" fmla="*/ 584316 w 1595052"/>
                    <a:gd name="connsiteY1265" fmla="*/ 1013966 h 1239973"/>
                    <a:gd name="connsiteX1266" fmla="*/ 585578 w 1595052"/>
                    <a:gd name="connsiteY1266" fmla="*/ 1012739 h 1239973"/>
                    <a:gd name="connsiteX1267" fmla="*/ 584420 w 1595052"/>
                    <a:gd name="connsiteY1267" fmla="*/ 1012947 h 1239973"/>
                    <a:gd name="connsiteX1268" fmla="*/ 584431 w 1595052"/>
                    <a:gd name="connsiteY1268" fmla="*/ 1012889 h 1239973"/>
                    <a:gd name="connsiteX1269" fmla="*/ 585103 w 1595052"/>
                    <a:gd name="connsiteY1269" fmla="*/ 1009868 h 1239973"/>
                    <a:gd name="connsiteX1270" fmla="*/ 584848 w 1595052"/>
                    <a:gd name="connsiteY1270" fmla="*/ 1008896 h 1239973"/>
                    <a:gd name="connsiteX1271" fmla="*/ 584906 w 1595052"/>
                    <a:gd name="connsiteY1271" fmla="*/ 1008340 h 1239973"/>
                    <a:gd name="connsiteX1272" fmla="*/ 584154 w 1595052"/>
                    <a:gd name="connsiteY1272" fmla="*/ 1006210 h 1239973"/>
                    <a:gd name="connsiteX1273" fmla="*/ 584015 w 1595052"/>
                    <a:gd name="connsiteY1273" fmla="*/ 1005654 h 1239973"/>
                    <a:gd name="connsiteX1274" fmla="*/ 585022 w 1595052"/>
                    <a:gd name="connsiteY1274" fmla="*/ 1003849 h 1239973"/>
                    <a:gd name="connsiteX1275" fmla="*/ 583621 w 1595052"/>
                    <a:gd name="connsiteY1275" fmla="*/ 1004149 h 1239973"/>
                    <a:gd name="connsiteX1276" fmla="*/ 582904 w 1595052"/>
                    <a:gd name="connsiteY1276" fmla="*/ 1001337 h 1239973"/>
                    <a:gd name="connsiteX1277" fmla="*/ 581989 w 1595052"/>
                    <a:gd name="connsiteY1277" fmla="*/ 1000387 h 1239973"/>
                    <a:gd name="connsiteX1278" fmla="*/ 584871 w 1595052"/>
                    <a:gd name="connsiteY1278" fmla="*/ 998802 h 1239973"/>
                    <a:gd name="connsiteX1279" fmla="*/ 581318 w 1595052"/>
                    <a:gd name="connsiteY1279" fmla="*/ 999219 h 1239973"/>
                    <a:gd name="connsiteX1280" fmla="*/ 578782 w 1595052"/>
                    <a:gd name="connsiteY1280" fmla="*/ 997042 h 1239973"/>
                    <a:gd name="connsiteX1281" fmla="*/ 578181 w 1595052"/>
                    <a:gd name="connsiteY1281" fmla="*/ 996417 h 1239973"/>
                    <a:gd name="connsiteX1282" fmla="*/ 577474 w 1595052"/>
                    <a:gd name="connsiteY1282" fmla="*/ 994993 h 1239973"/>
                    <a:gd name="connsiteX1283" fmla="*/ 577671 w 1595052"/>
                    <a:gd name="connsiteY1283" fmla="*/ 994356 h 1239973"/>
                    <a:gd name="connsiteX1284" fmla="*/ 578238 w 1595052"/>
                    <a:gd name="connsiteY1284" fmla="*/ 993638 h 1239973"/>
                    <a:gd name="connsiteX1285" fmla="*/ 579327 w 1595052"/>
                    <a:gd name="connsiteY1285" fmla="*/ 989853 h 1239973"/>
                    <a:gd name="connsiteX1286" fmla="*/ 581619 w 1595052"/>
                    <a:gd name="connsiteY1286" fmla="*/ 983336 h 1239973"/>
                    <a:gd name="connsiteX1287" fmla="*/ 582753 w 1595052"/>
                    <a:gd name="connsiteY1287" fmla="*/ 980095 h 1239973"/>
                    <a:gd name="connsiteX1288" fmla="*/ 584987 w 1595052"/>
                    <a:gd name="connsiteY1288" fmla="*/ 980720 h 1239973"/>
                    <a:gd name="connsiteX1289" fmla="*/ 585531 w 1595052"/>
                    <a:gd name="connsiteY1289" fmla="*/ 982965 h 1239973"/>
                    <a:gd name="connsiteX1290" fmla="*/ 585149 w 1595052"/>
                    <a:gd name="connsiteY1290" fmla="*/ 980789 h 1239973"/>
                    <a:gd name="connsiteX1291" fmla="*/ 587707 w 1595052"/>
                    <a:gd name="connsiteY1291" fmla="*/ 980974 h 1239973"/>
                    <a:gd name="connsiteX1292" fmla="*/ 588518 w 1595052"/>
                    <a:gd name="connsiteY1292" fmla="*/ 981739 h 1239973"/>
                    <a:gd name="connsiteX1293" fmla="*/ 590659 w 1595052"/>
                    <a:gd name="connsiteY1293" fmla="*/ 981565 h 1239973"/>
                    <a:gd name="connsiteX1294" fmla="*/ 592546 w 1595052"/>
                    <a:gd name="connsiteY1294" fmla="*/ 983186 h 1239973"/>
                    <a:gd name="connsiteX1295" fmla="*/ 591169 w 1595052"/>
                    <a:gd name="connsiteY1295" fmla="*/ 981785 h 1239973"/>
                    <a:gd name="connsiteX1296" fmla="*/ 594016 w 1595052"/>
                    <a:gd name="connsiteY1296" fmla="*/ 978602 h 1239973"/>
                    <a:gd name="connsiteX1297" fmla="*/ 592639 w 1595052"/>
                    <a:gd name="connsiteY1297" fmla="*/ 979342 h 1239973"/>
                    <a:gd name="connsiteX1298" fmla="*/ 589340 w 1595052"/>
                    <a:gd name="connsiteY1298" fmla="*/ 981090 h 1239973"/>
                    <a:gd name="connsiteX1299" fmla="*/ 588576 w 1595052"/>
                    <a:gd name="connsiteY1299" fmla="*/ 981496 h 1239973"/>
                    <a:gd name="connsiteX1300" fmla="*/ 588078 w 1595052"/>
                    <a:gd name="connsiteY1300" fmla="*/ 980963 h 1239973"/>
                    <a:gd name="connsiteX1301" fmla="*/ 586932 w 1595052"/>
                    <a:gd name="connsiteY1301" fmla="*/ 979770 h 1239973"/>
                    <a:gd name="connsiteX1302" fmla="*/ 584813 w 1595052"/>
                    <a:gd name="connsiteY1302" fmla="*/ 980211 h 1239973"/>
                    <a:gd name="connsiteX1303" fmla="*/ 583702 w 1595052"/>
                    <a:gd name="connsiteY1303" fmla="*/ 977907 h 1239973"/>
                    <a:gd name="connsiteX1304" fmla="*/ 589154 w 1595052"/>
                    <a:gd name="connsiteY1304" fmla="*/ 974920 h 1239973"/>
                    <a:gd name="connsiteX1305" fmla="*/ 594259 w 1595052"/>
                    <a:gd name="connsiteY1305" fmla="*/ 965926 h 1239973"/>
                    <a:gd name="connsiteX1306" fmla="*/ 596540 w 1595052"/>
                    <a:gd name="connsiteY1306" fmla="*/ 967674 h 1239973"/>
                    <a:gd name="connsiteX1307" fmla="*/ 594503 w 1595052"/>
                    <a:gd name="connsiteY1307" fmla="*/ 965301 h 1239973"/>
                    <a:gd name="connsiteX1308" fmla="*/ 596077 w 1595052"/>
                    <a:gd name="connsiteY1308" fmla="*/ 963402 h 1239973"/>
                    <a:gd name="connsiteX1309" fmla="*/ 596621 w 1595052"/>
                    <a:gd name="connsiteY1309" fmla="*/ 962743 h 1239973"/>
                    <a:gd name="connsiteX1310" fmla="*/ 597420 w 1595052"/>
                    <a:gd name="connsiteY1310" fmla="*/ 961782 h 1239973"/>
                    <a:gd name="connsiteX1311" fmla="*/ 597014 w 1595052"/>
                    <a:gd name="connsiteY1311" fmla="*/ 960150 h 1239973"/>
                    <a:gd name="connsiteX1312" fmla="*/ 596632 w 1595052"/>
                    <a:gd name="connsiteY1312" fmla="*/ 958622 h 1239973"/>
                    <a:gd name="connsiteX1313" fmla="*/ 597327 w 1595052"/>
                    <a:gd name="connsiteY1313" fmla="*/ 958112 h 1239973"/>
                    <a:gd name="connsiteX1314" fmla="*/ 597871 w 1595052"/>
                    <a:gd name="connsiteY1314" fmla="*/ 957695 h 1239973"/>
                    <a:gd name="connsiteX1315" fmla="*/ 599098 w 1595052"/>
                    <a:gd name="connsiteY1315" fmla="*/ 956781 h 1239973"/>
                    <a:gd name="connsiteX1316" fmla="*/ 597663 w 1595052"/>
                    <a:gd name="connsiteY1316" fmla="*/ 957638 h 1239973"/>
                    <a:gd name="connsiteX1317" fmla="*/ 597362 w 1595052"/>
                    <a:gd name="connsiteY1317" fmla="*/ 957823 h 1239973"/>
                    <a:gd name="connsiteX1318" fmla="*/ 596412 w 1595052"/>
                    <a:gd name="connsiteY1318" fmla="*/ 958390 h 1239973"/>
                    <a:gd name="connsiteX1319" fmla="*/ 596042 w 1595052"/>
                    <a:gd name="connsiteY1319" fmla="*/ 961690 h 1239973"/>
                    <a:gd name="connsiteX1320" fmla="*/ 593854 w 1595052"/>
                    <a:gd name="connsiteY1320" fmla="*/ 961735 h 1239973"/>
                    <a:gd name="connsiteX1321" fmla="*/ 591713 w 1595052"/>
                    <a:gd name="connsiteY1321" fmla="*/ 964317 h 1239973"/>
                    <a:gd name="connsiteX1322" fmla="*/ 585589 w 1595052"/>
                    <a:gd name="connsiteY1322" fmla="*/ 974539 h 1239973"/>
                    <a:gd name="connsiteX1323" fmla="*/ 583482 w 1595052"/>
                    <a:gd name="connsiteY1323" fmla="*/ 973855 h 1239973"/>
                    <a:gd name="connsiteX1324" fmla="*/ 583366 w 1595052"/>
                    <a:gd name="connsiteY1324" fmla="*/ 970614 h 1239973"/>
                    <a:gd name="connsiteX1325" fmla="*/ 580588 w 1595052"/>
                    <a:gd name="connsiteY1325" fmla="*/ 967732 h 1239973"/>
                    <a:gd name="connsiteX1326" fmla="*/ 580160 w 1595052"/>
                    <a:gd name="connsiteY1326" fmla="*/ 963055 h 1239973"/>
                    <a:gd name="connsiteX1327" fmla="*/ 581896 w 1595052"/>
                    <a:gd name="connsiteY1327" fmla="*/ 962974 h 1239973"/>
                    <a:gd name="connsiteX1328" fmla="*/ 582186 w 1595052"/>
                    <a:gd name="connsiteY1328" fmla="*/ 965070 h 1239973"/>
                    <a:gd name="connsiteX1329" fmla="*/ 582707 w 1595052"/>
                    <a:gd name="connsiteY1329" fmla="*/ 962256 h 1239973"/>
                    <a:gd name="connsiteX1330" fmla="*/ 579801 w 1595052"/>
                    <a:gd name="connsiteY1330" fmla="*/ 962511 h 1239973"/>
                    <a:gd name="connsiteX1331" fmla="*/ 574708 w 1595052"/>
                    <a:gd name="connsiteY1331" fmla="*/ 954223 h 1239973"/>
                    <a:gd name="connsiteX1332" fmla="*/ 571339 w 1595052"/>
                    <a:gd name="connsiteY1332" fmla="*/ 954813 h 1239973"/>
                    <a:gd name="connsiteX1333" fmla="*/ 569360 w 1595052"/>
                    <a:gd name="connsiteY1333" fmla="*/ 960589 h 1239973"/>
                    <a:gd name="connsiteX1334" fmla="*/ 567056 w 1595052"/>
                    <a:gd name="connsiteY1334" fmla="*/ 959629 h 1239973"/>
                    <a:gd name="connsiteX1335" fmla="*/ 567218 w 1595052"/>
                    <a:gd name="connsiteY1335" fmla="*/ 955519 h 1239973"/>
                    <a:gd name="connsiteX1336" fmla="*/ 567241 w 1595052"/>
                    <a:gd name="connsiteY1336" fmla="*/ 955057 h 1239973"/>
                    <a:gd name="connsiteX1337" fmla="*/ 569672 w 1595052"/>
                    <a:gd name="connsiteY1337" fmla="*/ 953389 h 1239973"/>
                    <a:gd name="connsiteX1338" fmla="*/ 574650 w 1595052"/>
                    <a:gd name="connsiteY1338" fmla="*/ 949974 h 1239973"/>
                    <a:gd name="connsiteX1339" fmla="*/ 574210 w 1595052"/>
                    <a:gd name="connsiteY1339" fmla="*/ 944627 h 1239973"/>
                    <a:gd name="connsiteX1340" fmla="*/ 572265 w 1595052"/>
                    <a:gd name="connsiteY1340" fmla="*/ 941883 h 1239973"/>
                    <a:gd name="connsiteX1341" fmla="*/ 573296 w 1595052"/>
                    <a:gd name="connsiteY1341" fmla="*/ 936848 h 1239973"/>
                    <a:gd name="connsiteX1342" fmla="*/ 574268 w 1595052"/>
                    <a:gd name="connsiteY1342" fmla="*/ 937091 h 1239973"/>
                    <a:gd name="connsiteX1343" fmla="*/ 577173 w 1595052"/>
                    <a:gd name="connsiteY1343" fmla="*/ 937808 h 1239973"/>
                    <a:gd name="connsiteX1344" fmla="*/ 577324 w 1595052"/>
                    <a:gd name="connsiteY1344" fmla="*/ 937496 h 1239973"/>
                    <a:gd name="connsiteX1345" fmla="*/ 573388 w 1595052"/>
                    <a:gd name="connsiteY1345" fmla="*/ 936176 h 1239973"/>
                    <a:gd name="connsiteX1346" fmla="*/ 571814 w 1595052"/>
                    <a:gd name="connsiteY1346" fmla="*/ 941478 h 1239973"/>
                    <a:gd name="connsiteX1347" fmla="*/ 573851 w 1595052"/>
                    <a:gd name="connsiteY1347" fmla="*/ 945309 h 1239973"/>
                    <a:gd name="connsiteX1348" fmla="*/ 573492 w 1595052"/>
                    <a:gd name="connsiteY1348" fmla="*/ 950009 h 1239973"/>
                    <a:gd name="connsiteX1349" fmla="*/ 565760 w 1595052"/>
                    <a:gd name="connsiteY1349" fmla="*/ 955762 h 1239973"/>
                    <a:gd name="connsiteX1350" fmla="*/ 566211 w 1595052"/>
                    <a:gd name="connsiteY1350" fmla="*/ 960161 h 1239973"/>
                    <a:gd name="connsiteX1351" fmla="*/ 568850 w 1595052"/>
                    <a:gd name="connsiteY1351" fmla="*/ 961805 h 1239973"/>
                    <a:gd name="connsiteX1352" fmla="*/ 569279 w 1595052"/>
                    <a:gd name="connsiteY1352" fmla="*/ 961342 h 1239973"/>
                    <a:gd name="connsiteX1353" fmla="*/ 569383 w 1595052"/>
                    <a:gd name="connsiteY1353" fmla="*/ 961238 h 1239973"/>
                    <a:gd name="connsiteX1354" fmla="*/ 573909 w 1595052"/>
                    <a:gd name="connsiteY1354" fmla="*/ 956446 h 1239973"/>
                    <a:gd name="connsiteX1355" fmla="*/ 576027 w 1595052"/>
                    <a:gd name="connsiteY1355" fmla="*/ 961365 h 1239973"/>
                    <a:gd name="connsiteX1356" fmla="*/ 575946 w 1595052"/>
                    <a:gd name="connsiteY1356" fmla="*/ 967558 h 1239973"/>
                    <a:gd name="connsiteX1357" fmla="*/ 578991 w 1595052"/>
                    <a:gd name="connsiteY1357" fmla="*/ 969480 h 1239973"/>
                    <a:gd name="connsiteX1358" fmla="*/ 577914 w 1595052"/>
                    <a:gd name="connsiteY1358" fmla="*/ 970545 h 1239973"/>
                    <a:gd name="connsiteX1359" fmla="*/ 580172 w 1595052"/>
                    <a:gd name="connsiteY1359" fmla="*/ 972791 h 1239973"/>
                    <a:gd name="connsiteX1360" fmla="*/ 578516 w 1595052"/>
                    <a:gd name="connsiteY1360" fmla="*/ 976854 h 1239973"/>
                    <a:gd name="connsiteX1361" fmla="*/ 573481 w 1595052"/>
                    <a:gd name="connsiteY1361" fmla="*/ 976854 h 1239973"/>
                    <a:gd name="connsiteX1362" fmla="*/ 571964 w 1595052"/>
                    <a:gd name="connsiteY1362" fmla="*/ 979041 h 1239973"/>
                    <a:gd name="connsiteX1363" fmla="*/ 570367 w 1595052"/>
                    <a:gd name="connsiteY1363" fmla="*/ 977594 h 1239973"/>
                    <a:gd name="connsiteX1364" fmla="*/ 570135 w 1595052"/>
                    <a:gd name="connsiteY1364" fmla="*/ 973300 h 1239973"/>
                    <a:gd name="connsiteX1365" fmla="*/ 566281 w 1595052"/>
                    <a:gd name="connsiteY1365" fmla="*/ 971344 h 1239973"/>
                    <a:gd name="connsiteX1366" fmla="*/ 569915 w 1595052"/>
                    <a:gd name="connsiteY1366" fmla="*/ 973566 h 1239973"/>
                    <a:gd name="connsiteX1367" fmla="*/ 569313 w 1595052"/>
                    <a:gd name="connsiteY1367" fmla="*/ 976784 h 1239973"/>
                    <a:gd name="connsiteX1368" fmla="*/ 570899 w 1595052"/>
                    <a:gd name="connsiteY1368" fmla="*/ 979319 h 1239973"/>
                    <a:gd name="connsiteX1369" fmla="*/ 568723 w 1595052"/>
                    <a:gd name="connsiteY1369" fmla="*/ 979354 h 1239973"/>
                    <a:gd name="connsiteX1370" fmla="*/ 571223 w 1595052"/>
                    <a:gd name="connsiteY1370" fmla="*/ 979991 h 1239973"/>
                    <a:gd name="connsiteX1371" fmla="*/ 571281 w 1595052"/>
                    <a:gd name="connsiteY1371" fmla="*/ 980014 h 1239973"/>
                    <a:gd name="connsiteX1372" fmla="*/ 571397 w 1595052"/>
                    <a:gd name="connsiteY1372" fmla="*/ 979377 h 1239973"/>
                    <a:gd name="connsiteX1373" fmla="*/ 576166 w 1595052"/>
                    <a:gd name="connsiteY1373" fmla="*/ 979505 h 1239973"/>
                    <a:gd name="connsiteX1374" fmla="*/ 575576 w 1595052"/>
                    <a:gd name="connsiteY1374" fmla="*/ 983336 h 1239973"/>
                    <a:gd name="connsiteX1375" fmla="*/ 575391 w 1595052"/>
                    <a:gd name="connsiteY1375" fmla="*/ 984552 h 1239973"/>
                    <a:gd name="connsiteX1376" fmla="*/ 576930 w 1595052"/>
                    <a:gd name="connsiteY1376" fmla="*/ 988534 h 1239973"/>
                    <a:gd name="connsiteX1377" fmla="*/ 576259 w 1595052"/>
                    <a:gd name="connsiteY1377" fmla="*/ 990791 h 1239973"/>
                    <a:gd name="connsiteX1378" fmla="*/ 575101 w 1595052"/>
                    <a:gd name="connsiteY1378" fmla="*/ 991683 h 1239973"/>
                    <a:gd name="connsiteX1379" fmla="*/ 575680 w 1595052"/>
                    <a:gd name="connsiteY1379" fmla="*/ 992099 h 1239973"/>
                    <a:gd name="connsiteX1380" fmla="*/ 574893 w 1595052"/>
                    <a:gd name="connsiteY1380" fmla="*/ 994808 h 1239973"/>
                    <a:gd name="connsiteX1381" fmla="*/ 570159 w 1595052"/>
                    <a:gd name="connsiteY1381" fmla="*/ 996301 h 1239973"/>
                    <a:gd name="connsiteX1382" fmla="*/ 568341 w 1595052"/>
                    <a:gd name="connsiteY1382" fmla="*/ 997690 h 1239973"/>
                    <a:gd name="connsiteX1383" fmla="*/ 568098 w 1595052"/>
                    <a:gd name="connsiteY1383" fmla="*/ 997794 h 1239973"/>
                    <a:gd name="connsiteX1384" fmla="*/ 568549 w 1595052"/>
                    <a:gd name="connsiteY1384" fmla="*/ 995827 h 1239973"/>
                    <a:gd name="connsiteX1385" fmla="*/ 566049 w 1595052"/>
                    <a:gd name="connsiteY1385" fmla="*/ 993210 h 1239973"/>
                    <a:gd name="connsiteX1386" fmla="*/ 566975 w 1595052"/>
                    <a:gd name="connsiteY1386" fmla="*/ 997887 h 1239973"/>
                    <a:gd name="connsiteX1387" fmla="*/ 562785 w 1595052"/>
                    <a:gd name="connsiteY1387" fmla="*/ 1000376 h 1239973"/>
                    <a:gd name="connsiteX1388" fmla="*/ 560724 w 1595052"/>
                    <a:gd name="connsiteY1388" fmla="*/ 998848 h 1239973"/>
                    <a:gd name="connsiteX1389" fmla="*/ 561569 w 1595052"/>
                    <a:gd name="connsiteY1389" fmla="*/ 997574 h 1239973"/>
                    <a:gd name="connsiteX1390" fmla="*/ 559613 w 1595052"/>
                    <a:gd name="connsiteY1390" fmla="*/ 997725 h 1239973"/>
                    <a:gd name="connsiteX1391" fmla="*/ 559543 w 1595052"/>
                    <a:gd name="connsiteY1391" fmla="*/ 997725 h 1239973"/>
                    <a:gd name="connsiteX1392" fmla="*/ 559613 w 1595052"/>
                    <a:gd name="connsiteY1392" fmla="*/ 997794 h 1239973"/>
                    <a:gd name="connsiteX1393" fmla="*/ 561303 w 1595052"/>
                    <a:gd name="connsiteY1393" fmla="*/ 999508 h 1239973"/>
                    <a:gd name="connsiteX1394" fmla="*/ 559613 w 1595052"/>
                    <a:gd name="connsiteY1394" fmla="*/ 1000654 h 1239973"/>
                    <a:gd name="connsiteX1395" fmla="*/ 559393 w 1595052"/>
                    <a:gd name="connsiteY1395" fmla="*/ 1000793 h 1239973"/>
                    <a:gd name="connsiteX1396" fmla="*/ 559613 w 1595052"/>
                    <a:gd name="connsiteY1396" fmla="*/ 1000862 h 1239973"/>
                    <a:gd name="connsiteX1397" fmla="*/ 562194 w 1595052"/>
                    <a:gd name="connsiteY1397" fmla="*/ 1001603 h 1239973"/>
                    <a:gd name="connsiteX1398" fmla="*/ 559613 w 1595052"/>
                    <a:gd name="connsiteY1398" fmla="*/ 1003177 h 1239973"/>
                    <a:gd name="connsiteX1399" fmla="*/ 558826 w 1595052"/>
                    <a:gd name="connsiteY1399" fmla="*/ 1003663 h 1239973"/>
                    <a:gd name="connsiteX1400" fmla="*/ 552482 w 1595052"/>
                    <a:gd name="connsiteY1400" fmla="*/ 1001244 h 1239973"/>
                    <a:gd name="connsiteX1401" fmla="*/ 552505 w 1595052"/>
                    <a:gd name="connsiteY1401" fmla="*/ 1005747 h 1239973"/>
                    <a:gd name="connsiteX1402" fmla="*/ 550329 w 1595052"/>
                    <a:gd name="connsiteY1402" fmla="*/ 1007159 h 1239973"/>
                    <a:gd name="connsiteX1403" fmla="*/ 547504 w 1595052"/>
                    <a:gd name="connsiteY1403" fmla="*/ 1002922 h 1239973"/>
                    <a:gd name="connsiteX1404" fmla="*/ 549125 w 1595052"/>
                    <a:gd name="connsiteY1404" fmla="*/ 1000666 h 1239973"/>
                    <a:gd name="connsiteX1405" fmla="*/ 547284 w 1595052"/>
                    <a:gd name="connsiteY1405" fmla="*/ 1002679 h 1239973"/>
                    <a:gd name="connsiteX1406" fmla="*/ 545849 w 1595052"/>
                    <a:gd name="connsiteY1406" fmla="*/ 1000793 h 1239973"/>
                    <a:gd name="connsiteX1407" fmla="*/ 548477 w 1595052"/>
                    <a:gd name="connsiteY1407" fmla="*/ 998709 h 1239973"/>
                    <a:gd name="connsiteX1408" fmla="*/ 546463 w 1595052"/>
                    <a:gd name="connsiteY1408" fmla="*/ 1000052 h 1239973"/>
                    <a:gd name="connsiteX1409" fmla="*/ 546243 w 1595052"/>
                    <a:gd name="connsiteY1409" fmla="*/ 998362 h 1239973"/>
                    <a:gd name="connsiteX1410" fmla="*/ 545722 w 1595052"/>
                    <a:gd name="connsiteY1410" fmla="*/ 1000561 h 1239973"/>
                    <a:gd name="connsiteX1411" fmla="*/ 545317 w 1595052"/>
                    <a:gd name="connsiteY1411" fmla="*/ 999079 h 1239973"/>
                    <a:gd name="connsiteX1412" fmla="*/ 548685 w 1595052"/>
                    <a:gd name="connsiteY1412" fmla="*/ 994924 h 1239973"/>
                    <a:gd name="connsiteX1413" fmla="*/ 547933 w 1595052"/>
                    <a:gd name="connsiteY1413" fmla="*/ 994773 h 1239973"/>
                    <a:gd name="connsiteX1414" fmla="*/ 544900 w 1595052"/>
                    <a:gd name="connsiteY1414" fmla="*/ 996938 h 1239973"/>
                    <a:gd name="connsiteX1415" fmla="*/ 544078 w 1595052"/>
                    <a:gd name="connsiteY1415" fmla="*/ 999901 h 1239973"/>
                    <a:gd name="connsiteX1416" fmla="*/ 541068 w 1595052"/>
                    <a:gd name="connsiteY1416" fmla="*/ 997644 h 1239973"/>
                    <a:gd name="connsiteX1417" fmla="*/ 540489 w 1595052"/>
                    <a:gd name="connsiteY1417" fmla="*/ 997540 h 1239973"/>
                    <a:gd name="connsiteX1418" fmla="*/ 540408 w 1595052"/>
                    <a:gd name="connsiteY1418" fmla="*/ 1000307 h 1239973"/>
                    <a:gd name="connsiteX1419" fmla="*/ 538579 w 1595052"/>
                    <a:gd name="connsiteY1419" fmla="*/ 998304 h 1239973"/>
                    <a:gd name="connsiteX1420" fmla="*/ 534088 w 1595052"/>
                    <a:gd name="connsiteY1420" fmla="*/ 999438 h 1239973"/>
                    <a:gd name="connsiteX1421" fmla="*/ 538429 w 1595052"/>
                    <a:gd name="connsiteY1421" fmla="*/ 998906 h 1239973"/>
                    <a:gd name="connsiteX1422" fmla="*/ 538348 w 1595052"/>
                    <a:gd name="connsiteY1422" fmla="*/ 1000457 h 1239973"/>
                    <a:gd name="connsiteX1423" fmla="*/ 543279 w 1595052"/>
                    <a:gd name="connsiteY1423" fmla="*/ 1000851 h 1239973"/>
                    <a:gd name="connsiteX1424" fmla="*/ 542585 w 1595052"/>
                    <a:gd name="connsiteY1424" fmla="*/ 1003165 h 1239973"/>
                    <a:gd name="connsiteX1425" fmla="*/ 541531 w 1595052"/>
                    <a:gd name="connsiteY1425" fmla="*/ 1003003 h 1239973"/>
                    <a:gd name="connsiteX1426" fmla="*/ 539610 w 1595052"/>
                    <a:gd name="connsiteY1426" fmla="*/ 1004508 h 1239973"/>
                    <a:gd name="connsiteX1427" fmla="*/ 538718 w 1595052"/>
                    <a:gd name="connsiteY1427" fmla="*/ 1008144 h 1239973"/>
                    <a:gd name="connsiteX1428" fmla="*/ 539980 w 1595052"/>
                    <a:gd name="connsiteY1428" fmla="*/ 1004833 h 1239973"/>
                    <a:gd name="connsiteX1429" fmla="*/ 541543 w 1595052"/>
                    <a:gd name="connsiteY1429" fmla="*/ 1003131 h 1239973"/>
                    <a:gd name="connsiteX1430" fmla="*/ 542920 w 1595052"/>
                    <a:gd name="connsiteY1430" fmla="*/ 1003675 h 1239973"/>
                    <a:gd name="connsiteX1431" fmla="*/ 543407 w 1595052"/>
                    <a:gd name="connsiteY1431" fmla="*/ 1001186 h 1239973"/>
                    <a:gd name="connsiteX1432" fmla="*/ 549924 w 1595052"/>
                    <a:gd name="connsiteY1432" fmla="*/ 1008652 h 1239973"/>
                    <a:gd name="connsiteX1433" fmla="*/ 553362 w 1595052"/>
                    <a:gd name="connsiteY1433" fmla="*/ 1008282 h 1239973"/>
                    <a:gd name="connsiteX1434" fmla="*/ 548176 w 1595052"/>
                    <a:gd name="connsiteY1434" fmla="*/ 1010238 h 1239973"/>
                    <a:gd name="connsiteX1435" fmla="*/ 548801 w 1595052"/>
                    <a:gd name="connsiteY1435" fmla="*/ 1011419 h 1239973"/>
                    <a:gd name="connsiteX1436" fmla="*/ 552551 w 1595052"/>
                    <a:gd name="connsiteY1436" fmla="*/ 1009660 h 1239973"/>
                    <a:gd name="connsiteX1437" fmla="*/ 553825 w 1595052"/>
                    <a:gd name="connsiteY1437" fmla="*/ 1011674 h 1239973"/>
                    <a:gd name="connsiteX1438" fmla="*/ 554080 w 1595052"/>
                    <a:gd name="connsiteY1438" fmla="*/ 1008618 h 1239973"/>
                    <a:gd name="connsiteX1439" fmla="*/ 556244 w 1595052"/>
                    <a:gd name="connsiteY1439" fmla="*/ 1007564 h 1239973"/>
                    <a:gd name="connsiteX1440" fmla="*/ 559613 w 1595052"/>
                    <a:gd name="connsiteY1440" fmla="*/ 1008676 h 1239973"/>
                    <a:gd name="connsiteX1441" fmla="*/ 560469 w 1595052"/>
                    <a:gd name="connsiteY1441" fmla="*/ 1008965 h 1239973"/>
                    <a:gd name="connsiteX1442" fmla="*/ 560481 w 1595052"/>
                    <a:gd name="connsiteY1442" fmla="*/ 1007299 h 1239973"/>
                    <a:gd name="connsiteX1443" fmla="*/ 566570 w 1595052"/>
                    <a:gd name="connsiteY1443" fmla="*/ 1003478 h 1239973"/>
                    <a:gd name="connsiteX1444" fmla="*/ 565875 w 1595052"/>
                    <a:gd name="connsiteY1444" fmla="*/ 1001511 h 1239973"/>
                    <a:gd name="connsiteX1445" fmla="*/ 567670 w 1595052"/>
                    <a:gd name="connsiteY1445" fmla="*/ 999797 h 1239973"/>
                    <a:gd name="connsiteX1446" fmla="*/ 574858 w 1595052"/>
                    <a:gd name="connsiteY1446" fmla="*/ 998709 h 1239973"/>
                    <a:gd name="connsiteX1447" fmla="*/ 578586 w 1595052"/>
                    <a:gd name="connsiteY1447" fmla="*/ 1001754 h 1239973"/>
                    <a:gd name="connsiteX1448" fmla="*/ 575923 w 1595052"/>
                    <a:gd name="connsiteY1448" fmla="*/ 1002922 h 1239973"/>
                    <a:gd name="connsiteX1449" fmla="*/ 579570 w 1595052"/>
                    <a:gd name="connsiteY1449" fmla="*/ 1004439 h 1239973"/>
                    <a:gd name="connsiteX1450" fmla="*/ 578076 w 1595052"/>
                    <a:gd name="connsiteY1450" fmla="*/ 1006766 h 1239973"/>
                    <a:gd name="connsiteX1451" fmla="*/ 581619 w 1595052"/>
                    <a:gd name="connsiteY1451" fmla="*/ 1008791 h 1239973"/>
                    <a:gd name="connsiteX1452" fmla="*/ 580959 w 1595052"/>
                    <a:gd name="connsiteY1452" fmla="*/ 1011118 h 1239973"/>
                    <a:gd name="connsiteX1453" fmla="*/ 578389 w 1595052"/>
                    <a:gd name="connsiteY1453" fmla="*/ 1011986 h 1239973"/>
                    <a:gd name="connsiteX1454" fmla="*/ 574708 w 1595052"/>
                    <a:gd name="connsiteY1454" fmla="*/ 1009926 h 1239973"/>
                    <a:gd name="connsiteX1455" fmla="*/ 575993 w 1595052"/>
                    <a:gd name="connsiteY1455" fmla="*/ 1012241 h 1239973"/>
                    <a:gd name="connsiteX1456" fmla="*/ 571559 w 1595052"/>
                    <a:gd name="connsiteY1456" fmla="*/ 1013792 h 1239973"/>
                    <a:gd name="connsiteX1457" fmla="*/ 570575 w 1595052"/>
                    <a:gd name="connsiteY1457" fmla="*/ 1012600 h 1239973"/>
                    <a:gd name="connsiteX1458" fmla="*/ 569302 w 1595052"/>
                    <a:gd name="connsiteY1458" fmla="*/ 1013688 h 1239973"/>
                    <a:gd name="connsiteX1459" fmla="*/ 564984 w 1595052"/>
                    <a:gd name="connsiteY1459" fmla="*/ 1014151 h 1239973"/>
                    <a:gd name="connsiteX1460" fmla="*/ 563965 w 1595052"/>
                    <a:gd name="connsiteY1460" fmla="*/ 1016594 h 1239973"/>
                    <a:gd name="connsiteX1461" fmla="*/ 565551 w 1595052"/>
                    <a:gd name="connsiteY1461" fmla="*/ 1015378 h 1239973"/>
                    <a:gd name="connsiteX1462" fmla="*/ 572207 w 1595052"/>
                    <a:gd name="connsiteY1462" fmla="*/ 1016536 h 1239973"/>
                    <a:gd name="connsiteX1463" fmla="*/ 569707 w 1595052"/>
                    <a:gd name="connsiteY1463" fmla="*/ 1018527 h 1239973"/>
                    <a:gd name="connsiteX1464" fmla="*/ 575182 w 1595052"/>
                    <a:gd name="connsiteY1464" fmla="*/ 1018295 h 1239973"/>
                    <a:gd name="connsiteX1465" fmla="*/ 576502 w 1595052"/>
                    <a:gd name="connsiteY1465" fmla="*/ 1016848 h 1239973"/>
                    <a:gd name="connsiteX1466" fmla="*/ 579905 w 1595052"/>
                    <a:gd name="connsiteY1466" fmla="*/ 1018376 h 1239973"/>
                    <a:gd name="connsiteX1467" fmla="*/ 580021 w 1595052"/>
                    <a:gd name="connsiteY1467" fmla="*/ 1021560 h 1239973"/>
                    <a:gd name="connsiteX1468" fmla="*/ 577035 w 1595052"/>
                    <a:gd name="connsiteY1468" fmla="*/ 1024558 h 1239973"/>
                    <a:gd name="connsiteX1469" fmla="*/ 574974 w 1595052"/>
                    <a:gd name="connsiteY1469" fmla="*/ 1023296 h 1239973"/>
                    <a:gd name="connsiteX1470" fmla="*/ 575275 w 1595052"/>
                    <a:gd name="connsiteY1470" fmla="*/ 1025542 h 1239973"/>
                    <a:gd name="connsiteX1471" fmla="*/ 581410 w 1595052"/>
                    <a:gd name="connsiteY1471" fmla="*/ 1023644 h 1239973"/>
                    <a:gd name="connsiteX1472" fmla="*/ 581051 w 1595052"/>
                    <a:gd name="connsiteY1472" fmla="*/ 1021838 h 1239973"/>
                    <a:gd name="connsiteX1473" fmla="*/ 585404 w 1595052"/>
                    <a:gd name="connsiteY1473" fmla="*/ 1018886 h 1239973"/>
                    <a:gd name="connsiteX1474" fmla="*/ 587534 w 1595052"/>
                    <a:gd name="connsiteY1474" fmla="*/ 1017994 h 1239973"/>
                    <a:gd name="connsiteX1475" fmla="*/ 590983 w 1595052"/>
                    <a:gd name="connsiteY1475" fmla="*/ 1023250 h 1239973"/>
                    <a:gd name="connsiteX1476" fmla="*/ 591088 w 1595052"/>
                    <a:gd name="connsiteY1476" fmla="*/ 1023470 h 1239973"/>
                    <a:gd name="connsiteX1477" fmla="*/ 589641 w 1595052"/>
                    <a:gd name="connsiteY1477" fmla="*/ 1028355 h 1239973"/>
                    <a:gd name="connsiteX1478" fmla="*/ 582846 w 1595052"/>
                    <a:gd name="connsiteY1478" fmla="*/ 1029385 h 1239973"/>
                    <a:gd name="connsiteX1479" fmla="*/ 577775 w 1595052"/>
                    <a:gd name="connsiteY1479" fmla="*/ 1033911 h 1239973"/>
                    <a:gd name="connsiteX1480" fmla="*/ 577845 w 1595052"/>
                    <a:gd name="connsiteY1480" fmla="*/ 1035902 h 1239973"/>
                    <a:gd name="connsiteX1481" fmla="*/ 578701 w 1595052"/>
                    <a:gd name="connsiteY1481" fmla="*/ 1036632 h 1239973"/>
                    <a:gd name="connsiteX1482" fmla="*/ 578759 w 1595052"/>
                    <a:gd name="connsiteY1482" fmla="*/ 1036909 h 1239973"/>
                    <a:gd name="connsiteX1483" fmla="*/ 581977 w 1595052"/>
                    <a:gd name="connsiteY1483" fmla="*/ 1039444 h 1239973"/>
                    <a:gd name="connsiteX1484" fmla="*/ 582348 w 1595052"/>
                    <a:gd name="connsiteY1484" fmla="*/ 1043022 h 1239973"/>
                    <a:gd name="connsiteX1485" fmla="*/ 574002 w 1595052"/>
                    <a:gd name="connsiteY1485" fmla="*/ 1042384 h 1239973"/>
                    <a:gd name="connsiteX1486" fmla="*/ 569904 w 1595052"/>
                    <a:gd name="connsiteY1486" fmla="*/ 1044433 h 1239973"/>
                    <a:gd name="connsiteX1487" fmla="*/ 569313 w 1595052"/>
                    <a:gd name="connsiteY1487" fmla="*/ 1046344 h 1239973"/>
                    <a:gd name="connsiteX1488" fmla="*/ 568503 w 1595052"/>
                    <a:gd name="connsiteY1488" fmla="*/ 1044005 h 1239973"/>
                    <a:gd name="connsiteX1489" fmla="*/ 569001 w 1595052"/>
                    <a:gd name="connsiteY1489" fmla="*/ 1043207 h 1239973"/>
                    <a:gd name="connsiteX1490" fmla="*/ 567901 w 1595052"/>
                    <a:gd name="connsiteY1490" fmla="*/ 1042269 h 1239973"/>
                    <a:gd name="connsiteX1491" fmla="*/ 567727 w 1595052"/>
                    <a:gd name="connsiteY1491" fmla="*/ 1041771 h 1239973"/>
                    <a:gd name="connsiteX1492" fmla="*/ 570645 w 1595052"/>
                    <a:gd name="connsiteY1492" fmla="*/ 1039861 h 1239973"/>
                    <a:gd name="connsiteX1493" fmla="*/ 570459 w 1595052"/>
                    <a:gd name="connsiteY1493" fmla="*/ 1037742 h 1239973"/>
                    <a:gd name="connsiteX1494" fmla="*/ 566975 w 1595052"/>
                    <a:gd name="connsiteY1494" fmla="*/ 1033934 h 1239973"/>
                    <a:gd name="connsiteX1495" fmla="*/ 566338 w 1595052"/>
                    <a:gd name="connsiteY1495" fmla="*/ 1032973 h 1239973"/>
                    <a:gd name="connsiteX1496" fmla="*/ 565655 w 1595052"/>
                    <a:gd name="connsiteY1496" fmla="*/ 1032511 h 1239973"/>
                    <a:gd name="connsiteX1497" fmla="*/ 561523 w 1595052"/>
                    <a:gd name="connsiteY1497" fmla="*/ 1028008 h 1239973"/>
                    <a:gd name="connsiteX1498" fmla="*/ 559613 w 1595052"/>
                    <a:gd name="connsiteY1498" fmla="*/ 1026769 h 1239973"/>
                    <a:gd name="connsiteX1499" fmla="*/ 547562 w 1595052"/>
                    <a:gd name="connsiteY1499" fmla="*/ 1018944 h 1239973"/>
                    <a:gd name="connsiteX1500" fmla="*/ 540733 w 1595052"/>
                    <a:gd name="connsiteY1500" fmla="*/ 1017439 h 1239973"/>
                    <a:gd name="connsiteX1501" fmla="*/ 538614 w 1595052"/>
                    <a:gd name="connsiteY1501" fmla="*/ 1016605 h 1239973"/>
                    <a:gd name="connsiteX1502" fmla="*/ 537700 w 1595052"/>
                    <a:gd name="connsiteY1502" fmla="*/ 1016779 h 1239973"/>
                    <a:gd name="connsiteX1503" fmla="*/ 535153 w 1595052"/>
                    <a:gd name="connsiteY1503" fmla="*/ 1016223 h 1239973"/>
                    <a:gd name="connsiteX1504" fmla="*/ 535003 w 1595052"/>
                    <a:gd name="connsiteY1504" fmla="*/ 1015783 h 1239973"/>
                    <a:gd name="connsiteX1505" fmla="*/ 532502 w 1595052"/>
                    <a:gd name="connsiteY1505" fmla="*/ 1015644 h 1239973"/>
                    <a:gd name="connsiteX1506" fmla="*/ 531981 w 1595052"/>
                    <a:gd name="connsiteY1506" fmla="*/ 1015529 h 1239973"/>
                    <a:gd name="connsiteX1507" fmla="*/ 531078 w 1595052"/>
                    <a:gd name="connsiteY1507" fmla="*/ 1015564 h 1239973"/>
                    <a:gd name="connsiteX1508" fmla="*/ 529122 w 1595052"/>
                    <a:gd name="connsiteY1508" fmla="*/ 1015448 h 1239973"/>
                    <a:gd name="connsiteX1509" fmla="*/ 528786 w 1595052"/>
                    <a:gd name="connsiteY1509" fmla="*/ 1015644 h 1239973"/>
                    <a:gd name="connsiteX1510" fmla="*/ 522281 w 1595052"/>
                    <a:gd name="connsiteY1510" fmla="*/ 1015887 h 1239973"/>
                    <a:gd name="connsiteX1511" fmla="*/ 520533 w 1595052"/>
                    <a:gd name="connsiteY1511" fmla="*/ 1015482 h 1239973"/>
                    <a:gd name="connsiteX1512" fmla="*/ 518935 w 1595052"/>
                    <a:gd name="connsiteY1512" fmla="*/ 1016003 h 1239973"/>
                    <a:gd name="connsiteX1513" fmla="*/ 516724 w 1595052"/>
                    <a:gd name="connsiteY1513" fmla="*/ 1016084 h 1239973"/>
                    <a:gd name="connsiteX1514" fmla="*/ 507961 w 1595052"/>
                    <a:gd name="connsiteY1514" fmla="*/ 1013190 h 1239973"/>
                    <a:gd name="connsiteX1515" fmla="*/ 502984 w 1595052"/>
                    <a:gd name="connsiteY1515" fmla="*/ 1013561 h 1239973"/>
                    <a:gd name="connsiteX1516" fmla="*/ 489833 w 1595052"/>
                    <a:gd name="connsiteY1516" fmla="*/ 1014626 h 1239973"/>
                    <a:gd name="connsiteX1517" fmla="*/ 488190 w 1595052"/>
                    <a:gd name="connsiteY1517" fmla="*/ 1016304 h 1239973"/>
                    <a:gd name="connsiteX1518" fmla="*/ 484265 w 1595052"/>
                    <a:gd name="connsiteY1518" fmla="*/ 1019927 h 1239973"/>
                    <a:gd name="connsiteX1519" fmla="*/ 484300 w 1595052"/>
                    <a:gd name="connsiteY1519" fmla="*/ 1020275 h 1239973"/>
                    <a:gd name="connsiteX1520" fmla="*/ 484196 w 1595052"/>
                    <a:gd name="connsiteY1520" fmla="*/ 1020379 h 1239973"/>
                    <a:gd name="connsiteX1521" fmla="*/ 482842 w 1595052"/>
                    <a:gd name="connsiteY1521" fmla="*/ 1019291 h 1239973"/>
                    <a:gd name="connsiteX1522" fmla="*/ 482147 w 1595052"/>
                    <a:gd name="connsiteY1522" fmla="*/ 1014521 h 1239973"/>
                    <a:gd name="connsiteX1523" fmla="*/ 481383 w 1595052"/>
                    <a:gd name="connsiteY1523" fmla="*/ 1009301 h 1239973"/>
                    <a:gd name="connsiteX1524" fmla="*/ 479045 w 1595052"/>
                    <a:gd name="connsiteY1524" fmla="*/ 1004995 h 1239973"/>
                    <a:gd name="connsiteX1525" fmla="*/ 480932 w 1595052"/>
                    <a:gd name="connsiteY1525" fmla="*/ 1010389 h 1239973"/>
                    <a:gd name="connsiteX1526" fmla="*/ 481638 w 1595052"/>
                    <a:gd name="connsiteY1526" fmla="*/ 1013433 h 1239973"/>
                    <a:gd name="connsiteX1527" fmla="*/ 481198 w 1595052"/>
                    <a:gd name="connsiteY1527" fmla="*/ 1015471 h 1239973"/>
                    <a:gd name="connsiteX1528" fmla="*/ 479253 w 1595052"/>
                    <a:gd name="connsiteY1528" fmla="*/ 1015424 h 1239973"/>
                    <a:gd name="connsiteX1529" fmla="*/ 477852 w 1595052"/>
                    <a:gd name="connsiteY1529" fmla="*/ 1012889 h 1239973"/>
                    <a:gd name="connsiteX1530" fmla="*/ 471949 w 1595052"/>
                    <a:gd name="connsiteY1530" fmla="*/ 1012206 h 1239973"/>
                    <a:gd name="connsiteX1531" fmla="*/ 473778 w 1595052"/>
                    <a:gd name="connsiteY1531" fmla="*/ 1013330 h 1239973"/>
                    <a:gd name="connsiteX1532" fmla="*/ 477494 w 1595052"/>
                    <a:gd name="connsiteY1532" fmla="*/ 1013283 h 1239973"/>
                    <a:gd name="connsiteX1533" fmla="*/ 477852 w 1595052"/>
                    <a:gd name="connsiteY1533" fmla="*/ 1014892 h 1239973"/>
                    <a:gd name="connsiteX1534" fmla="*/ 479461 w 1595052"/>
                    <a:gd name="connsiteY1534" fmla="*/ 1016200 h 1239973"/>
                    <a:gd name="connsiteX1535" fmla="*/ 481985 w 1595052"/>
                    <a:gd name="connsiteY1535" fmla="*/ 1015992 h 1239973"/>
                    <a:gd name="connsiteX1536" fmla="*/ 482460 w 1595052"/>
                    <a:gd name="connsiteY1536" fmla="*/ 1019163 h 1239973"/>
                    <a:gd name="connsiteX1537" fmla="*/ 484312 w 1595052"/>
                    <a:gd name="connsiteY1537" fmla="*/ 1021259 h 1239973"/>
                    <a:gd name="connsiteX1538" fmla="*/ 483525 w 1595052"/>
                    <a:gd name="connsiteY1538" fmla="*/ 1023921 h 1239973"/>
                    <a:gd name="connsiteX1539" fmla="*/ 475653 w 1595052"/>
                    <a:gd name="connsiteY1539" fmla="*/ 1027394 h 1239973"/>
                    <a:gd name="connsiteX1540" fmla="*/ 475595 w 1595052"/>
                    <a:gd name="connsiteY1540" fmla="*/ 1029316 h 1239973"/>
                    <a:gd name="connsiteX1541" fmla="*/ 475306 w 1595052"/>
                    <a:gd name="connsiteY1541" fmla="*/ 1030543 h 1239973"/>
                    <a:gd name="connsiteX1542" fmla="*/ 466392 w 1595052"/>
                    <a:gd name="connsiteY1542" fmla="*/ 1027787 h 1239973"/>
                    <a:gd name="connsiteX1543" fmla="*/ 465455 w 1595052"/>
                    <a:gd name="connsiteY1543" fmla="*/ 1029941 h 1239973"/>
                    <a:gd name="connsiteX1544" fmla="*/ 464529 w 1595052"/>
                    <a:gd name="connsiteY1544" fmla="*/ 1031654 h 1239973"/>
                    <a:gd name="connsiteX1545" fmla="*/ 458497 w 1595052"/>
                    <a:gd name="connsiteY1545" fmla="*/ 1031052 h 1239973"/>
                    <a:gd name="connsiteX1546" fmla="*/ 459065 w 1595052"/>
                    <a:gd name="connsiteY1546" fmla="*/ 1031480 h 1239973"/>
                    <a:gd name="connsiteX1547" fmla="*/ 458347 w 1595052"/>
                    <a:gd name="connsiteY1547" fmla="*/ 1032499 h 1239973"/>
                    <a:gd name="connsiteX1548" fmla="*/ 453902 w 1595052"/>
                    <a:gd name="connsiteY1548" fmla="*/ 1034096 h 1239973"/>
                    <a:gd name="connsiteX1549" fmla="*/ 450591 w 1595052"/>
                    <a:gd name="connsiteY1549" fmla="*/ 1035277 h 1239973"/>
                    <a:gd name="connsiteX1550" fmla="*/ 450557 w 1595052"/>
                    <a:gd name="connsiteY1550" fmla="*/ 1035277 h 1239973"/>
                    <a:gd name="connsiteX1551" fmla="*/ 445868 w 1595052"/>
                    <a:gd name="connsiteY1551" fmla="*/ 1034756 h 1239973"/>
                    <a:gd name="connsiteX1552" fmla="*/ 435890 w 1595052"/>
                    <a:gd name="connsiteY1552" fmla="*/ 1029582 h 1239973"/>
                    <a:gd name="connsiteX1553" fmla="*/ 432498 w 1595052"/>
                    <a:gd name="connsiteY1553" fmla="*/ 1029732 h 1239973"/>
                    <a:gd name="connsiteX1554" fmla="*/ 431838 w 1595052"/>
                    <a:gd name="connsiteY1554" fmla="*/ 1030450 h 1239973"/>
                    <a:gd name="connsiteX1555" fmla="*/ 431560 w 1595052"/>
                    <a:gd name="connsiteY1555" fmla="*/ 1030496 h 1239973"/>
                    <a:gd name="connsiteX1556" fmla="*/ 429998 w 1595052"/>
                    <a:gd name="connsiteY1556" fmla="*/ 1032453 h 1239973"/>
                    <a:gd name="connsiteX1557" fmla="*/ 428203 w 1595052"/>
                    <a:gd name="connsiteY1557" fmla="*/ 1034397 h 1239973"/>
                    <a:gd name="connsiteX1558" fmla="*/ 425217 w 1595052"/>
                    <a:gd name="connsiteY1558" fmla="*/ 1031318 h 1239973"/>
                    <a:gd name="connsiteX1559" fmla="*/ 420691 w 1595052"/>
                    <a:gd name="connsiteY1559" fmla="*/ 1034143 h 1239973"/>
                    <a:gd name="connsiteX1560" fmla="*/ 413363 w 1595052"/>
                    <a:gd name="connsiteY1560" fmla="*/ 1032545 h 1239973"/>
                    <a:gd name="connsiteX1561" fmla="*/ 413132 w 1595052"/>
                    <a:gd name="connsiteY1561" fmla="*/ 1032406 h 1239973"/>
                    <a:gd name="connsiteX1562" fmla="*/ 413247 w 1595052"/>
                    <a:gd name="connsiteY1562" fmla="*/ 1030357 h 1239973"/>
                    <a:gd name="connsiteX1563" fmla="*/ 413710 w 1595052"/>
                    <a:gd name="connsiteY1563" fmla="*/ 1030172 h 1239973"/>
                    <a:gd name="connsiteX1564" fmla="*/ 421049 w 1595052"/>
                    <a:gd name="connsiteY1564" fmla="*/ 1027695 h 1239973"/>
                    <a:gd name="connsiteX1565" fmla="*/ 419857 w 1595052"/>
                    <a:gd name="connsiteY1565" fmla="*/ 1027707 h 1239973"/>
                    <a:gd name="connsiteX1566" fmla="*/ 424592 w 1595052"/>
                    <a:gd name="connsiteY1566" fmla="*/ 1025808 h 1239973"/>
                    <a:gd name="connsiteX1567" fmla="*/ 416662 w 1595052"/>
                    <a:gd name="connsiteY1567" fmla="*/ 1027741 h 1239973"/>
                    <a:gd name="connsiteX1568" fmla="*/ 416616 w 1595052"/>
                    <a:gd name="connsiteY1568" fmla="*/ 1025009 h 1239973"/>
                    <a:gd name="connsiteX1569" fmla="*/ 416350 w 1595052"/>
                    <a:gd name="connsiteY1569" fmla="*/ 1025287 h 1239973"/>
                    <a:gd name="connsiteX1570" fmla="*/ 416153 w 1595052"/>
                    <a:gd name="connsiteY1570" fmla="*/ 1023701 h 1239973"/>
                    <a:gd name="connsiteX1571" fmla="*/ 417797 w 1595052"/>
                    <a:gd name="connsiteY1571" fmla="*/ 1019905 h 1239973"/>
                    <a:gd name="connsiteX1572" fmla="*/ 414810 w 1595052"/>
                    <a:gd name="connsiteY1572" fmla="*/ 1020379 h 1239973"/>
                    <a:gd name="connsiteX1573" fmla="*/ 415076 w 1595052"/>
                    <a:gd name="connsiteY1573" fmla="*/ 1013642 h 1239973"/>
                    <a:gd name="connsiteX1574" fmla="*/ 425460 w 1595052"/>
                    <a:gd name="connsiteY1574" fmla="*/ 1013422 h 1239973"/>
                    <a:gd name="connsiteX1575" fmla="*/ 414845 w 1595052"/>
                    <a:gd name="connsiteY1575" fmla="*/ 1012588 h 1239973"/>
                    <a:gd name="connsiteX1576" fmla="*/ 415528 w 1595052"/>
                    <a:gd name="connsiteY1576" fmla="*/ 1005840 h 1239973"/>
                    <a:gd name="connsiteX1577" fmla="*/ 416431 w 1595052"/>
                    <a:gd name="connsiteY1577" fmla="*/ 1001140 h 1239973"/>
                    <a:gd name="connsiteX1578" fmla="*/ 421651 w 1595052"/>
                    <a:gd name="connsiteY1578" fmla="*/ 999334 h 1239973"/>
                    <a:gd name="connsiteX1579" fmla="*/ 416176 w 1595052"/>
                    <a:gd name="connsiteY1579" fmla="*/ 1000584 h 1239973"/>
                    <a:gd name="connsiteX1580" fmla="*/ 414556 w 1595052"/>
                    <a:gd name="connsiteY1580" fmla="*/ 1004995 h 1239973"/>
                    <a:gd name="connsiteX1581" fmla="*/ 408837 w 1595052"/>
                    <a:gd name="connsiteY1581" fmla="*/ 999357 h 1239973"/>
                    <a:gd name="connsiteX1582" fmla="*/ 405735 w 1595052"/>
                    <a:gd name="connsiteY1582" fmla="*/ 994171 h 1239973"/>
                    <a:gd name="connsiteX1583" fmla="*/ 405445 w 1595052"/>
                    <a:gd name="connsiteY1583" fmla="*/ 994240 h 1239973"/>
                    <a:gd name="connsiteX1584" fmla="*/ 408003 w 1595052"/>
                    <a:gd name="connsiteY1584" fmla="*/ 1000735 h 1239973"/>
                    <a:gd name="connsiteX1585" fmla="*/ 414011 w 1595052"/>
                    <a:gd name="connsiteY1585" fmla="*/ 1006546 h 1239973"/>
                    <a:gd name="connsiteX1586" fmla="*/ 413710 w 1595052"/>
                    <a:gd name="connsiteY1586" fmla="*/ 1013908 h 1239973"/>
                    <a:gd name="connsiteX1587" fmla="*/ 413629 w 1595052"/>
                    <a:gd name="connsiteY1587" fmla="*/ 1016073 h 1239973"/>
                    <a:gd name="connsiteX1588" fmla="*/ 414150 w 1595052"/>
                    <a:gd name="connsiteY1588" fmla="*/ 1017288 h 1239973"/>
                    <a:gd name="connsiteX1589" fmla="*/ 413942 w 1595052"/>
                    <a:gd name="connsiteY1589" fmla="*/ 1020506 h 1239973"/>
                    <a:gd name="connsiteX1590" fmla="*/ 416292 w 1595052"/>
                    <a:gd name="connsiteY1590" fmla="*/ 1021768 h 1239973"/>
                    <a:gd name="connsiteX1591" fmla="*/ 415412 w 1595052"/>
                    <a:gd name="connsiteY1591" fmla="*/ 1024280 h 1239973"/>
                    <a:gd name="connsiteX1592" fmla="*/ 415910 w 1595052"/>
                    <a:gd name="connsiteY1592" fmla="*/ 1025252 h 1239973"/>
                    <a:gd name="connsiteX1593" fmla="*/ 415516 w 1595052"/>
                    <a:gd name="connsiteY1593" fmla="*/ 1026155 h 1239973"/>
                    <a:gd name="connsiteX1594" fmla="*/ 411129 w 1595052"/>
                    <a:gd name="connsiteY1594" fmla="*/ 1030670 h 1239973"/>
                    <a:gd name="connsiteX1595" fmla="*/ 407448 w 1595052"/>
                    <a:gd name="connsiteY1595" fmla="*/ 1033760 h 1239973"/>
                    <a:gd name="connsiteX1596" fmla="*/ 404461 w 1595052"/>
                    <a:gd name="connsiteY1596" fmla="*/ 1034050 h 1239973"/>
                    <a:gd name="connsiteX1597" fmla="*/ 402169 w 1595052"/>
                    <a:gd name="connsiteY1597" fmla="*/ 1033958 h 1239973"/>
                    <a:gd name="connsiteX1598" fmla="*/ 400016 w 1595052"/>
                    <a:gd name="connsiteY1598" fmla="*/ 1039247 h 1239973"/>
                    <a:gd name="connsiteX1599" fmla="*/ 395664 w 1595052"/>
                    <a:gd name="connsiteY1599" fmla="*/ 1035474 h 1239973"/>
                    <a:gd name="connsiteX1600" fmla="*/ 397273 w 1595052"/>
                    <a:gd name="connsiteY1600" fmla="*/ 1025114 h 1239973"/>
                    <a:gd name="connsiteX1601" fmla="*/ 394633 w 1595052"/>
                    <a:gd name="connsiteY1601" fmla="*/ 1023111 h 1239973"/>
                    <a:gd name="connsiteX1602" fmla="*/ 393661 w 1595052"/>
                    <a:gd name="connsiteY1602" fmla="*/ 1019673 h 1239973"/>
                    <a:gd name="connsiteX1603" fmla="*/ 389667 w 1595052"/>
                    <a:gd name="connsiteY1603" fmla="*/ 1019453 h 1239973"/>
                    <a:gd name="connsiteX1604" fmla="*/ 390350 w 1595052"/>
                    <a:gd name="connsiteY1604" fmla="*/ 1020923 h 1239973"/>
                    <a:gd name="connsiteX1605" fmla="*/ 388324 w 1595052"/>
                    <a:gd name="connsiteY1605" fmla="*/ 1020286 h 1239973"/>
                    <a:gd name="connsiteX1606" fmla="*/ 388718 w 1595052"/>
                    <a:gd name="connsiteY1606" fmla="*/ 1022162 h 1239973"/>
                    <a:gd name="connsiteX1607" fmla="*/ 389818 w 1595052"/>
                    <a:gd name="connsiteY1607" fmla="*/ 1021698 h 1239973"/>
                    <a:gd name="connsiteX1608" fmla="*/ 389621 w 1595052"/>
                    <a:gd name="connsiteY1608" fmla="*/ 1022011 h 1239973"/>
                    <a:gd name="connsiteX1609" fmla="*/ 388105 w 1595052"/>
                    <a:gd name="connsiteY1609" fmla="*/ 1023354 h 1239973"/>
                    <a:gd name="connsiteX1610" fmla="*/ 380951 w 1595052"/>
                    <a:gd name="connsiteY1610" fmla="*/ 1024708 h 1239973"/>
                    <a:gd name="connsiteX1611" fmla="*/ 368773 w 1595052"/>
                    <a:gd name="connsiteY1611" fmla="*/ 1028054 h 1239973"/>
                    <a:gd name="connsiteX1612" fmla="*/ 366330 w 1595052"/>
                    <a:gd name="connsiteY1612" fmla="*/ 1030612 h 1239973"/>
                    <a:gd name="connsiteX1613" fmla="*/ 364825 w 1595052"/>
                    <a:gd name="connsiteY1613" fmla="*/ 1033182 h 1239973"/>
                    <a:gd name="connsiteX1614" fmla="*/ 365277 w 1595052"/>
                    <a:gd name="connsiteY1614" fmla="*/ 1038542 h 1239973"/>
                    <a:gd name="connsiteX1615" fmla="*/ 365786 w 1595052"/>
                    <a:gd name="connsiteY1615" fmla="*/ 1039086 h 1239973"/>
                    <a:gd name="connsiteX1616" fmla="*/ 366006 w 1595052"/>
                    <a:gd name="connsiteY1616" fmla="*/ 1040278 h 1239973"/>
                    <a:gd name="connsiteX1617" fmla="*/ 368970 w 1595052"/>
                    <a:gd name="connsiteY1617" fmla="*/ 1042500 h 1239973"/>
                    <a:gd name="connsiteX1618" fmla="*/ 369329 w 1595052"/>
                    <a:gd name="connsiteY1618" fmla="*/ 1042871 h 1239973"/>
                    <a:gd name="connsiteX1619" fmla="*/ 369710 w 1595052"/>
                    <a:gd name="connsiteY1619" fmla="*/ 1047038 h 1239973"/>
                    <a:gd name="connsiteX1620" fmla="*/ 365914 w 1595052"/>
                    <a:gd name="connsiteY1620" fmla="*/ 1045788 h 1239973"/>
                    <a:gd name="connsiteX1621" fmla="*/ 365254 w 1595052"/>
                    <a:gd name="connsiteY1621" fmla="*/ 1046494 h 1239973"/>
                    <a:gd name="connsiteX1622" fmla="*/ 361619 w 1595052"/>
                    <a:gd name="connsiteY1622" fmla="*/ 1049527 h 1239973"/>
                    <a:gd name="connsiteX1623" fmla="*/ 361573 w 1595052"/>
                    <a:gd name="connsiteY1623" fmla="*/ 1049597 h 1239973"/>
                    <a:gd name="connsiteX1624" fmla="*/ 358725 w 1595052"/>
                    <a:gd name="connsiteY1624" fmla="*/ 1051738 h 1239973"/>
                    <a:gd name="connsiteX1625" fmla="*/ 357405 w 1595052"/>
                    <a:gd name="connsiteY1625" fmla="*/ 1054956 h 1239973"/>
                    <a:gd name="connsiteX1626" fmla="*/ 359744 w 1595052"/>
                    <a:gd name="connsiteY1626" fmla="*/ 1058301 h 1239973"/>
                    <a:gd name="connsiteX1627" fmla="*/ 357336 w 1595052"/>
                    <a:gd name="connsiteY1627" fmla="*/ 1060571 h 1239973"/>
                    <a:gd name="connsiteX1628" fmla="*/ 357741 w 1595052"/>
                    <a:gd name="connsiteY1628" fmla="*/ 1063846 h 1239973"/>
                    <a:gd name="connsiteX1629" fmla="*/ 356306 w 1595052"/>
                    <a:gd name="connsiteY1629" fmla="*/ 1063719 h 1239973"/>
                    <a:gd name="connsiteX1630" fmla="*/ 356838 w 1595052"/>
                    <a:gd name="connsiteY1630" fmla="*/ 1063824 h 1239973"/>
                    <a:gd name="connsiteX1631" fmla="*/ 356074 w 1595052"/>
                    <a:gd name="connsiteY1631" fmla="*/ 1063812 h 1239973"/>
                    <a:gd name="connsiteX1632" fmla="*/ 357348 w 1595052"/>
                    <a:gd name="connsiteY1632" fmla="*/ 1064460 h 1239973"/>
                    <a:gd name="connsiteX1633" fmla="*/ 358007 w 1595052"/>
                    <a:gd name="connsiteY1633" fmla="*/ 1064055 h 1239973"/>
                    <a:gd name="connsiteX1634" fmla="*/ 356398 w 1595052"/>
                    <a:gd name="connsiteY1634" fmla="*/ 1068326 h 1239973"/>
                    <a:gd name="connsiteX1635" fmla="*/ 363309 w 1595052"/>
                    <a:gd name="connsiteY1635" fmla="*/ 1071568 h 1239973"/>
                    <a:gd name="connsiteX1636" fmla="*/ 361850 w 1595052"/>
                    <a:gd name="connsiteY1636" fmla="*/ 1072031 h 1239973"/>
                    <a:gd name="connsiteX1637" fmla="*/ 362615 w 1595052"/>
                    <a:gd name="connsiteY1637" fmla="*/ 1072910 h 1239973"/>
                    <a:gd name="connsiteX1638" fmla="*/ 359211 w 1595052"/>
                    <a:gd name="connsiteY1638" fmla="*/ 1075723 h 1239973"/>
                    <a:gd name="connsiteX1639" fmla="*/ 356144 w 1595052"/>
                    <a:gd name="connsiteY1639" fmla="*/ 1077842 h 1239973"/>
                    <a:gd name="connsiteX1640" fmla="*/ 354986 w 1595052"/>
                    <a:gd name="connsiteY1640" fmla="*/ 1080365 h 1239973"/>
                    <a:gd name="connsiteX1641" fmla="*/ 357614 w 1595052"/>
                    <a:gd name="connsiteY1641" fmla="*/ 1082634 h 1239973"/>
                    <a:gd name="connsiteX1642" fmla="*/ 355565 w 1595052"/>
                    <a:gd name="connsiteY1642" fmla="*/ 1083977 h 1239973"/>
                    <a:gd name="connsiteX1643" fmla="*/ 350981 w 1595052"/>
                    <a:gd name="connsiteY1643" fmla="*/ 1086744 h 1239973"/>
                    <a:gd name="connsiteX1644" fmla="*/ 350853 w 1595052"/>
                    <a:gd name="connsiteY1644" fmla="*/ 1089036 h 1239973"/>
                    <a:gd name="connsiteX1645" fmla="*/ 350633 w 1595052"/>
                    <a:gd name="connsiteY1645" fmla="*/ 1093029 h 1239973"/>
                    <a:gd name="connsiteX1646" fmla="*/ 348202 w 1595052"/>
                    <a:gd name="connsiteY1646" fmla="*/ 1093249 h 1239973"/>
                    <a:gd name="connsiteX1647" fmla="*/ 348052 w 1595052"/>
                    <a:gd name="connsiteY1647" fmla="*/ 1093261 h 1239973"/>
                    <a:gd name="connsiteX1648" fmla="*/ 346293 w 1595052"/>
                    <a:gd name="connsiteY1648" fmla="*/ 1089036 h 1239973"/>
                    <a:gd name="connsiteX1649" fmla="*/ 345343 w 1595052"/>
                    <a:gd name="connsiteY1649" fmla="*/ 1086732 h 1239973"/>
                    <a:gd name="connsiteX1650" fmla="*/ 343665 w 1595052"/>
                    <a:gd name="connsiteY1650" fmla="*/ 1086604 h 1239973"/>
                    <a:gd name="connsiteX1651" fmla="*/ 343364 w 1595052"/>
                    <a:gd name="connsiteY1651" fmla="*/ 1086153 h 1239973"/>
                    <a:gd name="connsiteX1652" fmla="*/ 339104 w 1595052"/>
                    <a:gd name="connsiteY1652" fmla="*/ 1086245 h 1239973"/>
                    <a:gd name="connsiteX1653" fmla="*/ 338757 w 1595052"/>
                    <a:gd name="connsiteY1653" fmla="*/ 1086223 h 1239973"/>
                    <a:gd name="connsiteX1654" fmla="*/ 338282 w 1595052"/>
                    <a:gd name="connsiteY1654" fmla="*/ 1084382 h 1239973"/>
                    <a:gd name="connsiteX1655" fmla="*/ 335874 w 1595052"/>
                    <a:gd name="connsiteY1655" fmla="*/ 1085088 h 1239973"/>
                    <a:gd name="connsiteX1656" fmla="*/ 334832 w 1595052"/>
                    <a:gd name="connsiteY1656" fmla="*/ 1082183 h 1239973"/>
                    <a:gd name="connsiteX1657" fmla="*/ 332760 w 1595052"/>
                    <a:gd name="connsiteY1657" fmla="*/ 1083086 h 1239973"/>
                    <a:gd name="connsiteX1658" fmla="*/ 330144 w 1595052"/>
                    <a:gd name="connsiteY1658" fmla="*/ 1083132 h 1239973"/>
                    <a:gd name="connsiteX1659" fmla="*/ 326729 w 1595052"/>
                    <a:gd name="connsiteY1659" fmla="*/ 1082403 h 1239973"/>
                    <a:gd name="connsiteX1660" fmla="*/ 322562 w 1595052"/>
                    <a:gd name="connsiteY1660" fmla="*/ 1085053 h 1239973"/>
                    <a:gd name="connsiteX1661" fmla="*/ 321555 w 1595052"/>
                    <a:gd name="connsiteY1661" fmla="*/ 1088758 h 1239973"/>
                    <a:gd name="connsiteX1662" fmla="*/ 319436 w 1595052"/>
                    <a:gd name="connsiteY1662" fmla="*/ 1089036 h 1239973"/>
                    <a:gd name="connsiteX1663" fmla="*/ 318892 w 1595052"/>
                    <a:gd name="connsiteY1663" fmla="*/ 1089105 h 1239973"/>
                    <a:gd name="connsiteX1664" fmla="*/ 313903 w 1595052"/>
                    <a:gd name="connsiteY1664" fmla="*/ 1095252 h 1239973"/>
                    <a:gd name="connsiteX1665" fmla="*/ 313394 w 1595052"/>
                    <a:gd name="connsiteY1665" fmla="*/ 1095333 h 1239973"/>
                    <a:gd name="connsiteX1666" fmla="*/ 311924 w 1595052"/>
                    <a:gd name="connsiteY1666" fmla="*/ 1094858 h 1239973"/>
                    <a:gd name="connsiteX1667" fmla="*/ 311739 w 1595052"/>
                    <a:gd name="connsiteY1667" fmla="*/ 1095622 h 1239973"/>
                    <a:gd name="connsiteX1668" fmla="*/ 311171 w 1595052"/>
                    <a:gd name="connsiteY1668" fmla="*/ 1095715 h 1239973"/>
                    <a:gd name="connsiteX1669" fmla="*/ 310928 w 1595052"/>
                    <a:gd name="connsiteY1669" fmla="*/ 1098875 h 1239973"/>
                    <a:gd name="connsiteX1670" fmla="*/ 310836 w 1595052"/>
                    <a:gd name="connsiteY1670" fmla="*/ 1099222 h 1239973"/>
                    <a:gd name="connsiteX1671" fmla="*/ 308023 w 1595052"/>
                    <a:gd name="connsiteY1671" fmla="*/ 1099743 h 1239973"/>
                    <a:gd name="connsiteX1672" fmla="*/ 307884 w 1595052"/>
                    <a:gd name="connsiteY1672" fmla="*/ 1101665 h 1239973"/>
                    <a:gd name="connsiteX1673" fmla="*/ 307629 w 1595052"/>
                    <a:gd name="connsiteY1673" fmla="*/ 1102822 h 1239973"/>
                    <a:gd name="connsiteX1674" fmla="*/ 304770 w 1595052"/>
                    <a:gd name="connsiteY1674" fmla="*/ 1104941 h 1239973"/>
                    <a:gd name="connsiteX1675" fmla="*/ 304654 w 1595052"/>
                    <a:gd name="connsiteY1675" fmla="*/ 1104976 h 1239973"/>
                    <a:gd name="connsiteX1676" fmla="*/ 303496 w 1595052"/>
                    <a:gd name="connsiteY1676" fmla="*/ 1103563 h 1239973"/>
                    <a:gd name="connsiteX1677" fmla="*/ 303346 w 1595052"/>
                    <a:gd name="connsiteY1677" fmla="*/ 1101549 h 1239973"/>
                    <a:gd name="connsiteX1678" fmla="*/ 299422 w 1595052"/>
                    <a:gd name="connsiteY1678" fmla="*/ 1098343 h 1239973"/>
                    <a:gd name="connsiteX1679" fmla="*/ 290265 w 1595052"/>
                    <a:gd name="connsiteY1679" fmla="*/ 1100831 h 1239973"/>
                    <a:gd name="connsiteX1680" fmla="*/ 285866 w 1595052"/>
                    <a:gd name="connsiteY1680" fmla="*/ 1106608 h 1239973"/>
                    <a:gd name="connsiteX1681" fmla="*/ 286121 w 1595052"/>
                    <a:gd name="connsiteY1681" fmla="*/ 1110300 h 1239973"/>
                    <a:gd name="connsiteX1682" fmla="*/ 284304 w 1595052"/>
                    <a:gd name="connsiteY1682" fmla="*/ 1110022 h 1239973"/>
                    <a:gd name="connsiteX1683" fmla="*/ 283378 w 1595052"/>
                    <a:gd name="connsiteY1683" fmla="*/ 1113831 h 1239973"/>
                    <a:gd name="connsiteX1684" fmla="*/ 284084 w 1595052"/>
                    <a:gd name="connsiteY1684" fmla="*/ 1114144 h 1239973"/>
                    <a:gd name="connsiteX1685" fmla="*/ 284095 w 1595052"/>
                    <a:gd name="connsiteY1685" fmla="*/ 1115521 h 1239973"/>
                    <a:gd name="connsiteX1686" fmla="*/ 283308 w 1595052"/>
                    <a:gd name="connsiteY1686" fmla="*/ 1117593 h 1239973"/>
                    <a:gd name="connsiteX1687" fmla="*/ 283760 w 1595052"/>
                    <a:gd name="connsiteY1687" fmla="*/ 1122686 h 1239973"/>
                    <a:gd name="connsiteX1688" fmla="*/ 279315 w 1595052"/>
                    <a:gd name="connsiteY1688" fmla="*/ 1126541 h 1239973"/>
                    <a:gd name="connsiteX1689" fmla="*/ 279905 w 1595052"/>
                    <a:gd name="connsiteY1689" fmla="*/ 1130095 h 1239973"/>
                    <a:gd name="connsiteX1690" fmla="*/ 274522 w 1595052"/>
                    <a:gd name="connsiteY1690" fmla="*/ 1131785 h 1239973"/>
                    <a:gd name="connsiteX1691" fmla="*/ 269475 w 1595052"/>
                    <a:gd name="connsiteY1691" fmla="*/ 1136960 h 1239973"/>
                    <a:gd name="connsiteX1692" fmla="*/ 267160 w 1595052"/>
                    <a:gd name="connsiteY1692" fmla="*/ 1136231 h 1239973"/>
                    <a:gd name="connsiteX1693" fmla="*/ 266431 w 1595052"/>
                    <a:gd name="connsiteY1693" fmla="*/ 1130987 h 1239973"/>
                    <a:gd name="connsiteX1694" fmla="*/ 266708 w 1595052"/>
                    <a:gd name="connsiteY1694" fmla="*/ 1130708 h 1239973"/>
                    <a:gd name="connsiteX1695" fmla="*/ 269324 w 1595052"/>
                    <a:gd name="connsiteY1695" fmla="*/ 1128556 h 1239973"/>
                    <a:gd name="connsiteX1696" fmla="*/ 269892 w 1595052"/>
                    <a:gd name="connsiteY1696" fmla="*/ 1128741 h 1239973"/>
                    <a:gd name="connsiteX1697" fmla="*/ 271385 w 1595052"/>
                    <a:gd name="connsiteY1697" fmla="*/ 1130570 h 1239973"/>
                    <a:gd name="connsiteX1698" fmla="*/ 272519 w 1595052"/>
                    <a:gd name="connsiteY1698" fmla="*/ 1127444 h 1239973"/>
                    <a:gd name="connsiteX1699" fmla="*/ 274846 w 1595052"/>
                    <a:gd name="connsiteY1699" fmla="*/ 1123902 h 1239973"/>
                    <a:gd name="connsiteX1700" fmla="*/ 275321 w 1595052"/>
                    <a:gd name="connsiteY1700" fmla="*/ 1123844 h 1239973"/>
                    <a:gd name="connsiteX1701" fmla="*/ 274429 w 1595052"/>
                    <a:gd name="connsiteY1701" fmla="*/ 1123254 h 1239973"/>
                    <a:gd name="connsiteX1702" fmla="*/ 275795 w 1595052"/>
                    <a:gd name="connsiteY1702" fmla="*/ 1120383 h 1239973"/>
                    <a:gd name="connsiteX1703" fmla="*/ 272878 w 1595052"/>
                    <a:gd name="connsiteY1703" fmla="*/ 1120534 h 1239973"/>
                    <a:gd name="connsiteX1704" fmla="*/ 276745 w 1595052"/>
                    <a:gd name="connsiteY1704" fmla="*/ 1114873 h 1239973"/>
                    <a:gd name="connsiteX1705" fmla="*/ 274962 w 1595052"/>
                    <a:gd name="connsiteY1705" fmla="*/ 1116100 h 1239973"/>
                    <a:gd name="connsiteX1706" fmla="*/ 274267 w 1595052"/>
                    <a:gd name="connsiteY1706" fmla="*/ 1115579 h 1239973"/>
                    <a:gd name="connsiteX1707" fmla="*/ 274869 w 1595052"/>
                    <a:gd name="connsiteY1707" fmla="*/ 1117049 h 1239973"/>
                    <a:gd name="connsiteX1708" fmla="*/ 271292 w 1595052"/>
                    <a:gd name="connsiteY1708" fmla="*/ 1118566 h 1239973"/>
                    <a:gd name="connsiteX1709" fmla="*/ 273168 w 1595052"/>
                    <a:gd name="connsiteY1709" fmla="*/ 1121899 h 1239973"/>
                    <a:gd name="connsiteX1710" fmla="*/ 271038 w 1595052"/>
                    <a:gd name="connsiteY1710" fmla="*/ 1124041 h 1239973"/>
                    <a:gd name="connsiteX1711" fmla="*/ 271640 w 1595052"/>
                    <a:gd name="connsiteY1711" fmla="*/ 1125592 h 1239973"/>
                    <a:gd name="connsiteX1712" fmla="*/ 271350 w 1595052"/>
                    <a:gd name="connsiteY1712" fmla="*/ 1126460 h 1239973"/>
                    <a:gd name="connsiteX1713" fmla="*/ 271003 w 1595052"/>
                    <a:gd name="connsiteY1713" fmla="*/ 1127062 h 1239973"/>
                    <a:gd name="connsiteX1714" fmla="*/ 270702 w 1595052"/>
                    <a:gd name="connsiteY1714" fmla="*/ 1126900 h 1239973"/>
                    <a:gd name="connsiteX1715" fmla="*/ 268051 w 1595052"/>
                    <a:gd name="connsiteY1715" fmla="*/ 1125303 h 1239973"/>
                    <a:gd name="connsiteX1716" fmla="*/ 264173 w 1595052"/>
                    <a:gd name="connsiteY1716" fmla="*/ 1127722 h 1239973"/>
                    <a:gd name="connsiteX1717" fmla="*/ 262865 w 1595052"/>
                    <a:gd name="connsiteY1717" fmla="*/ 1125847 h 1239973"/>
                    <a:gd name="connsiteX1718" fmla="*/ 266882 w 1595052"/>
                    <a:gd name="connsiteY1718" fmla="*/ 1111747 h 1239973"/>
                    <a:gd name="connsiteX1719" fmla="*/ 268561 w 1595052"/>
                    <a:gd name="connsiteY1719" fmla="*/ 1110902 h 1239973"/>
                    <a:gd name="connsiteX1720" fmla="*/ 268572 w 1595052"/>
                    <a:gd name="connsiteY1720" fmla="*/ 1106897 h 1239973"/>
                    <a:gd name="connsiteX1721" fmla="*/ 267368 w 1595052"/>
                    <a:gd name="connsiteY1721" fmla="*/ 1110416 h 1239973"/>
                    <a:gd name="connsiteX1722" fmla="*/ 264115 w 1595052"/>
                    <a:gd name="connsiteY1722" fmla="*/ 1111574 h 1239973"/>
                    <a:gd name="connsiteX1723" fmla="*/ 261140 w 1595052"/>
                    <a:gd name="connsiteY1723" fmla="*/ 1099003 h 1239973"/>
                    <a:gd name="connsiteX1724" fmla="*/ 262356 w 1595052"/>
                    <a:gd name="connsiteY1724" fmla="*/ 1097821 h 1239973"/>
                    <a:gd name="connsiteX1725" fmla="*/ 264231 w 1595052"/>
                    <a:gd name="connsiteY1725" fmla="*/ 1098748 h 1239973"/>
                    <a:gd name="connsiteX1726" fmla="*/ 263224 w 1595052"/>
                    <a:gd name="connsiteY1726" fmla="*/ 1097509 h 1239973"/>
                    <a:gd name="connsiteX1727" fmla="*/ 264463 w 1595052"/>
                    <a:gd name="connsiteY1727" fmla="*/ 1095981 h 1239973"/>
                    <a:gd name="connsiteX1728" fmla="*/ 265030 w 1595052"/>
                    <a:gd name="connsiteY1728" fmla="*/ 1095541 h 1239973"/>
                    <a:gd name="connsiteX1729" fmla="*/ 265053 w 1595052"/>
                    <a:gd name="connsiteY1729" fmla="*/ 1095264 h 1239973"/>
                    <a:gd name="connsiteX1730" fmla="*/ 265805 w 1595052"/>
                    <a:gd name="connsiteY1730" fmla="*/ 1094337 h 1239973"/>
                    <a:gd name="connsiteX1731" fmla="*/ 265470 w 1595052"/>
                    <a:gd name="connsiteY1731" fmla="*/ 1089498 h 1239973"/>
                    <a:gd name="connsiteX1732" fmla="*/ 265504 w 1595052"/>
                    <a:gd name="connsiteY1732" fmla="*/ 1088966 h 1239973"/>
                    <a:gd name="connsiteX1733" fmla="*/ 270204 w 1595052"/>
                    <a:gd name="connsiteY1733" fmla="*/ 1086176 h 1239973"/>
                    <a:gd name="connsiteX1734" fmla="*/ 271466 w 1595052"/>
                    <a:gd name="connsiteY1734" fmla="*/ 1085667 h 1239973"/>
                    <a:gd name="connsiteX1735" fmla="*/ 272415 w 1595052"/>
                    <a:gd name="connsiteY1735" fmla="*/ 1088410 h 1239973"/>
                    <a:gd name="connsiteX1736" fmla="*/ 276884 w 1595052"/>
                    <a:gd name="connsiteY1736" fmla="*/ 1087056 h 1239973"/>
                    <a:gd name="connsiteX1737" fmla="*/ 277682 w 1595052"/>
                    <a:gd name="connsiteY1737" fmla="*/ 1088966 h 1239973"/>
                    <a:gd name="connsiteX1738" fmla="*/ 277520 w 1595052"/>
                    <a:gd name="connsiteY1738" fmla="*/ 1087137 h 1239973"/>
                    <a:gd name="connsiteX1739" fmla="*/ 281607 w 1595052"/>
                    <a:gd name="connsiteY1739" fmla="*/ 1086095 h 1239973"/>
                    <a:gd name="connsiteX1740" fmla="*/ 282289 w 1595052"/>
                    <a:gd name="connsiteY1740" fmla="*/ 1089036 h 1239973"/>
                    <a:gd name="connsiteX1741" fmla="*/ 282347 w 1595052"/>
                    <a:gd name="connsiteY1741" fmla="*/ 1089279 h 1239973"/>
                    <a:gd name="connsiteX1742" fmla="*/ 282382 w 1595052"/>
                    <a:gd name="connsiteY1742" fmla="*/ 1089036 h 1239973"/>
                    <a:gd name="connsiteX1743" fmla="*/ 282718 w 1595052"/>
                    <a:gd name="connsiteY1743" fmla="*/ 1085910 h 1239973"/>
                    <a:gd name="connsiteX1744" fmla="*/ 285427 w 1595052"/>
                    <a:gd name="connsiteY1744" fmla="*/ 1086744 h 1239973"/>
                    <a:gd name="connsiteX1745" fmla="*/ 285866 w 1595052"/>
                    <a:gd name="connsiteY1745" fmla="*/ 1085366 h 1239973"/>
                    <a:gd name="connsiteX1746" fmla="*/ 281780 w 1595052"/>
                    <a:gd name="connsiteY1746" fmla="*/ 1084452 h 1239973"/>
                    <a:gd name="connsiteX1747" fmla="*/ 281502 w 1595052"/>
                    <a:gd name="connsiteY1747" fmla="*/ 1082773 h 1239973"/>
                    <a:gd name="connsiteX1748" fmla="*/ 287915 w 1595052"/>
                    <a:gd name="connsiteY1748" fmla="*/ 1083039 h 1239973"/>
                    <a:gd name="connsiteX1749" fmla="*/ 289895 w 1595052"/>
                    <a:gd name="connsiteY1749" fmla="*/ 1086026 h 1239973"/>
                    <a:gd name="connsiteX1750" fmla="*/ 287441 w 1595052"/>
                    <a:gd name="connsiteY1750" fmla="*/ 1081592 h 1239973"/>
                    <a:gd name="connsiteX1751" fmla="*/ 288807 w 1595052"/>
                    <a:gd name="connsiteY1751" fmla="*/ 1079289 h 1239973"/>
                    <a:gd name="connsiteX1752" fmla="*/ 287950 w 1595052"/>
                    <a:gd name="connsiteY1752" fmla="*/ 1080018 h 1239973"/>
                    <a:gd name="connsiteX1753" fmla="*/ 287487 w 1595052"/>
                    <a:gd name="connsiteY1753" fmla="*/ 1078328 h 1239973"/>
                    <a:gd name="connsiteX1754" fmla="*/ 285507 w 1595052"/>
                    <a:gd name="connsiteY1754" fmla="*/ 1080874 h 1239973"/>
                    <a:gd name="connsiteX1755" fmla="*/ 283146 w 1595052"/>
                    <a:gd name="connsiteY1755" fmla="*/ 1079520 h 1239973"/>
                    <a:gd name="connsiteX1756" fmla="*/ 284489 w 1595052"/>
                    <a:gd name="connsiteY1756" fmla="*/ 1081685 h 1239973"/>
                    <a:gd name="connsiteX1757" fmla="*/ 280970 w 1595052"/>
                    <a:gd name="connsiteY1757" fmla="*/ 1082437 h 1239973"/>
                    <a:gd name="connsiteX1758" fmla="*/ 280623 w 1595052"/>
                    <a:gd name="connsiteY1758" fmla="*/ 1084880 h 1239973"/>
                    <a:gd name="connsiteX1759" fmla="*/ 277925 w 1595052"/>
                    <a:gd name="connsiteY1759" fmla="*/ 1086142 h 1239973"/>
                    <a:gd name="connsiteX1760" fmla="*/ 274233 w 1595052"/>
                    <a:gd name="connsiteY1760" fmla="*/ 1086847 h 1239973"/>
                    <a:gd name="connsiteX1761" fmla="*/ 272172 w 1595052"/>
                    <a:gd name="connsiteY1761" fmla="*/ 1084613 h 1239973"/>
                    <a:gd name="connsiteX1762" fmla="*/ 269313 w 1595052"/>
                    <a:gd name="connsiteY1762" fmla="*/ 1084914 h 1239973"/>
                    <a:gd name="connsiteX1763" fmla="*/ 269267 w 1595052"/>
                    <a:gd name="connsiteY1763" fmla="*/ 1084695 h 1239973"/>
                    <a:gd name="connsiteX1764" fmla="*/ 268885 w 1595052"/>
                    <a:gd name="connsiteY1764" fmla="*/ 1081083 h 1239973"/>
                    <a:gd name="connsiteX1765" fmla="*/ 270633 w 1595052"/>
                    <a:gd name="connsiteY1765" fmla="*/ 1077332 h 1239973"/>
                    <a:gd name="connsiteX1766" fmla="*/ 267079 w 1595052"/>
                    <a:gd name="connsiteY1766" fmla="*/ 1074635 h 1239973"/>
                    <a:gd name="connsiteX1767" fmla="*/ 271524 w 1595052"/>
                    <a:gd name="connsiteY1767" fmla="*/ 1072551 h 1239973"/>
                    <a:gd name="connsiteX1768" fmla="*/ 273607 w 1595052"/>
                    <a:gd name="connsiteY1768" fmla="*/ 1062422 h 1239973"/>
                    <a:gd name="connsiteX1769" fmla="*/ 279291 w 1595052"/>
                    <a:gd name="connsiteY1769" fmla="*/ 1054701 h 1239973"/>
                    <a:gd name="connsiteX1770" fmla="*/ 274858 w 1595052"/>
                    <a:gd name="connsiteY1770" fmla="*/ 1058290 h 1239973"/>
                    <a:gd name="connsiteX1771" fmla="*/ 272195 w 1595052"/>
                    <a:gd name="connsiteY1771" fmla="*/ 1063267 h 1239973"/>
                    <a:gd name="connsiteX1772" fmla="*/ 269730 w 1595052"/>
                    <a:gd name="connsiteY1772" fmla="*/ 1068546 h 1239973"/>
                    <a:gd name="connsiteX1773" fmla="*/ 271107 w 1595052"/>
                    <a:gd name="connsiteY1773" fmla="*/ 1071139 h 1239973"/>
                    <a:gd name="connsiteX1774" fmla="*/ 267461 w 1595052"/>
                    <a:gd name="connsiteY1774" fmla="*/ 1072169 h 1239973"/>
                    <a:gd name="connsiteX1775" fmla="*/ 264683 w 1595052"/>
                    <a:gd name="connsiteY1775" fmla="*/ 1075839 h 1239973"/>
                    <a:gd name="connsiteX1776" fmla="*/ 262425 w 1595052"/>
                    <a:gd name="connsiteY1776" fmla="*/ 1071811 h 1239973"/>
                    <a:gd name="connsiteX1777" fmla="*/ 260237 w 1595052"/>
                    <a:gd name="connsiteY1777" fmla="*/ 1070433 h 1239973"/>
                    <a:gd name="connsiteX1778" fmla="*/ 258015 w 1595052"/>
                    <a:gd name="connsiteY1778" fmla="*/ 1063754 h 1239973"/>
                    <a:gd name="connsiteX1779" fmla="*/ 257401 w 1595052"/>
                    <a:gd name="connsiteY1779" fmla="*/ 1064344 h 1239973"/>
                    <a:gd name="connsiteX1780" fmla="*/ 258131 w 1595052"/>
                    <a:gd name="connsiteY1780" fmla="*/ 1064900 h 1239973"/>
                    <a:gd name="connsiteX1781" fmla="*/ 257864 w 1595052"/>
                    <a:gd name="connsiteY1781" fmla="*/ 1066277 h 1239973"/>
                    <a:gd name="connsiteX1782" fmla="*/ 260492 w 1595052"/>
                    <a:gd name="connsiteY1782" fmla="*/ 1072042 h 1239973"/>
                    <a:gd name="connsiteX1783" fmla="*/ 256348 w 1595052"/>
                    <a:gd name="connsiteY1783" fmla="*/ 1072390 h 1239973"/>
                    <a:gd name="connsiteX1784" fmla="*/ 261962 w 1595052"/>
                    <a:gd name="connsiteY1784" fmla="*/ 1073906 h 1239973"/>
                    <a:gd name="connsiteX1785" fmla="*/ 263942 w 1595052"/>
                    <a:gd name="connsiteY1785" fmla="*/ 1076557 h 1239973"/>
                    <a:gd name="connsiteX1786" fmla="*/ 263328 w 1595052"/>
                    <a:gd name="connsiteY1786" fmla="*/ 1078594 h 1239973"/>
                    <a:gd name="connsiteX1787" fmla="*/ 266731 w 1595052"/>
                    <a:gd name="connsiteY1787" fmla="*/ 1075897 h 1239973"/>
                    <a:gd name="connsiteX1788" fmla="*/ 269151 w 1595052"/>
                    <a:gd name="connsiteY1788" fmla="*/ 1077390 h 1239973"/>
                    <a:gd name="connsiteX1789" fmla="*/ 265933 w 1595052"/>
                    <a:gd name="connsiteY1789" fmla="*/ 1080527 h 1239973"/>
                    <a:gd name="connsiteX1790" fmla="*/ 267901 w 1595052"/>
                    <a:gd name="connsiteY1790" fmla="*/ 1086049 h 1239973"/>
                    <a:gd name="connsiteX1791" fmla="*/ 266836 w 1595052"/>
                    <a:gd name="connsiteY1791" fmla="*/ 1086454 h 1239973"/>
                    <a:gd name="connsiteX1792" fmla="*/ 263710 w 1595052"/>
                    <a:gd name="connsiteY1792" fmla="*/ 1087276 h 1239973"/>
                    <a:gd name="connsiteX1793" fmla="*/ 262518 w 1595052"/>
                    <a:gd name="connsiteY1793" fmla="*/ 1084602 h 1239973"/>
                    <a:gd name="connsiteX1794" fmla="*/ 260214 w 1595052"/>
                    <a:gd name="connsiteY1794" fmla="*/ 1083549 h 1239973"/>
                    <a:gd name="connsiteX1795" fmla="*/ 258165 w 1595052"/>
                    <a:gd name="connsiteY1795" fmla="*/ 1084648 h 1239973"/>
                    <a:gd name="connsiteX1796" fmla="*/ 259983 w 1595052"/>
                    <a:gd name="connsiteY1796" fmla="*/ 1084232 h 1239973"/>
                    <a:gd name="connsiteX1797" fmla="*/ 263062 w 1595052"/>
                    <a:gd name="connsiteY1797" fmla="*/ 1086755 h 1239973"/>
                    <a:gd name="connsiteX1798" fmla="*/ 259022 w 1595052"/>
                    <a:gd name="connsiteY1798" fmla="*/ 1088526 h 1239973"/>
                    <a:gd name="connsiteX1799" fmla="*/ 263780 w 1595052"/>
                    <a:gd name="connsiteY1799" fmla="*/ 1088665 h 1239973"/>
                    <a:gd name="connsiteX1800" fmla="*/ 263930 w 1595052"/>
                    <a:gd name="connsiteY1800" fmla="*/ 1091710 h 1239973"/>
                    <a:gd name="connsiteX1801" fmla="*/ 263745 w 1595052"/>
                    <a:gd name="connsiteY1801" fmla="*/ 1095228 h 1239973"/>
                    <a:gd name="connsiteX1802" fmla="*/ 259855 w 1595052"/>
                    <a:gd name="connsiteY1802" fmla="*/ 1093480 h 1239973"/>
                    <a:gd name="connsiteX1803" fmla="*/ 260862 w 1595052"/>
                    <a:gd name="connsiteY1803" fmla="*/ 1095286 h 1239973"/>
                    <a:gd name="connsiteX1804" fmla="*/ 258408 w 1595052"/>
                    <a:gd name="connsiteY1804" fmla="*/ 1097995 h 1239973"/>
                    <a:gd name="connsiteX1805" fmla="*/ 257807 w 1595052"/>
                    <a:gd name="connsiteY1805" fmla="*/ 1097787 h 1239973"/>
                    <a:gd name="connsiteX1806" fmla="*/ 256313 w 1595052"/>
                    <a:gd name="connsiteY1806" fmla="*/ 1095471 h 1239973"/>
                    <a:gd name="connsiteX1807" fmla="*/ 257668 w 1595052"/>
                    <a:gd name="connsiteY1807" fmla="*/ 1098666 h 1239973"/>
                    <a:gd name="connsiteX1808" fmla="*/ 257749 w 1595052"/>
                    <a:gd name="connsiteY1808" fmla="*/ 1098875 h 1239973"/>
                    <a:gd name="connsiteX1809" fmla="*/ 255329 w 1595052"/>
                    <a:gd name="connsiteY1809" fmla="*/ 1099373 h 1239973"/>
                    <a:gd name="connsiteX1810" fmla="*/ 252528 w 1595052"/>
                    <a:gd name="connsiteY1810" fmla="*/ 1103505 h 1239973"/>
                    <a:gd name="connsiteX1811" fmla="*/ 251833 w 1595052"/>
                    <a:gd name="connsiteY1811" fmla="*/ 1104408 h 1239973"/>
                    <a:gd name="connsiteX1812" fmla="*/ 252366 w 1595052"/>
                    <a:gd name="connsiteY1812" fmla="*/ 1101618 h 1239973"/>
                    <a:gd name="connsiteX1813" fmla="*/ 249796 w 1595052"/>
                    <a:gd name="connsiteY1813" fmla="*/ 1098945 h 1239973"/>
                    <a:gd name="connsiteX1814" fmla="*/ 249356 w 1595052"/>
                    <a:gd name="connsiteY1814" fmla="*/ 1094337 h 1239973"/>
                    <a:gd name="connsiteX1815" fmla="*/ 247909 w 1595052"/>
                    <a:gd name="connsiteY1815" fmla="*/ 1097104 h 1239973"/>
                    <a:gd name="connsiteX1816" fmla="*/ 243175 w 1595052"/>
                    <a:gd name="connsiteY1816" fmla="*/ 1094499 h 1239973"/>
                    <a:gd name="connsiteX1817" fmla="*/ 242503 w 1595052"/>
                    <a:gd name="connsiteY1817" fmla="*/ 1094511 h 1239973"/>
                    <a:gd name="connsiteX1818" fmla="*/ 238208 w 1595052"/>
                    <a:gd name="connsiteY1818" fmla="*/ 1094615 h 1239973"/>
                    <a:gd name="connsiteX1819" fmla="*/ 239366 w 1595052"/>
                    <a:gd name="connsiteY1819" fmla="*/ 1095310 h 1239973"/>
                    <a:gd name="connsiteX1820" fmla="*/ 237769 w 1595052"/>
                    <a:gd name="connsiteY1820" fmla="*/ 1095529 h 1239973"/>
                    <a:gd name="connsiteX1821" fmla="*/ 241566 w 1595052"/>
                    <a:gd name="connsiteY1821" fmla="*/ 1095993 h 1239973"/>
                    <a:gd name="connsiteX1822" fmla="*/ 242503 w 1595052"/>
                    <a:gd name="connsiteY1822" fmla="*/ 1096236 h 1239973"/>
                    <a:gd name="connsiteX1823" fmla="*/ 245582 w 1595052"/>
                    <a:gd name="connsiteY1823" fmla="*/ 1097046 h 1239973"/>
                    <a:gd name="connsiteX1824" fmla="*/ 246393 w 1595052"/>
                    <a:gd name="connsiteY1824" fmla="*/ 1100461 h 1239973"/>
                    <a:gd name="connsiteX1825" fmla="*/ 251301 w 1595052"/>
                    <a:gd name="connsiteY1825" fmla="*/ 1105103 h 1239973"/>
                    <a:gd name="connsiteX1826" fmla="*/ 251035 w 1595052"/>
                    <a:gd name="connsiteY1826" fmla="*/ 1105450 h 1239973"/>
                    <a:gd name="connsiteX1827" fmla="*/ 252817 w 1595052"/>
                    <a:gd name="connsiteY1827" fmla="*/ 1107302 h 1239973"/>
                    <a:gd name="connsiteX1828" fmla="*/ 253188 w 1595052"/>
                    <a:gd name="connsiteY1828" fmla="*/ 1109999 h 1239973"/>
                    <a:gd name="connsiteX1829" fmla="*/ 252806 w 1595052"/>
                    <a:gd name="connsiteY1829" fmla="*/ 1111794 h 1239973"/>
                    <a:gd name="connsiteX1830" fmla="*/ 250780 w 1595052"/>
                    <a:gd name="connsiteY1830" fmla="*/ 1113229 h 1239973"/>
                    <a:gd name="connsiteX1831" fmla="*/ 244679 w 1595052"/>
                    <a:gd name="connsiteY1831" fmla="*/ 1109571 h 1239973"/>
                    <a:gd name="connsiteX1832" fmla="*/ 249148 w 1595052"/>
                    <a:gd name="connsiteY1832" fmla="*/ 1113588 h 1239973"/>
                    <a:gd name="connsiteX1833" fmla="*/ 252632 w 1595052"/>
                    <a:gd name="connsiteY1833" fmla="*/ 1113403 h 1239973"/>
                    <a:gd name="connsiteX1834" fmla="*/ 256116 w 1595052"/>
                    <a:gd name="connsiteY1834" fmla="*/ 1115116 h 1239973"/>
                    <a:gd name="connsiteX1835" fmla="*/ 256718 w 1595052"/>
                    <a:gd name="connsiteY1835" fmla="*/ 1115463 h 1239973"/>
                    <a:gd name="connsiteX1836" fmla="*/ 255977 w 1595052"/>
                    <a:gd name="connsiteY1836" fmla="*/ 1119145 h 1239973"/>
                    <a:gd name="connsiteX1837" fmla="*/ 252099 w 1595052"/>
                    <a:gd name="connsiteY1837" fmla="*/ 1123381 h 1239973"/>
                    <a:gd name="connsiteX1838" fmla="*/ 247157 w 1595052"/>
                    <a:gd name="connsiteY1838" fmla="*/ 1122918 h 1239973"/>
                    <a:gd name="connsiteX1839" fmla="*/ 245247 w 1595052"/>
                    <a:gd name="connsiteY1839" fmla="*/ 1119468 h 1239973"/>
                    <a:gd name="connsiteX1840" fmla="*/ 242503 w 1595052"/>
                    <a:gd name="connsiteY1840" fmla="*/ 1119584 h 1239973"/>
                    <a:gd name="connsiteX1841" fmla="*/ 241461 w 1595052"/>
                    <a:gd name="connsiteY1841" fmla="*/ 1119619 h 1239973"/>
                    <a:gd name="connsiteX1842" fmla="*/ 239007 w 1595052"/>
                    <a:gd name="connsiteY1842" fmla="*/ 1117385 h 1239973"/>
                    <a:gd name="connsiteX1843" fmla="*/ 238058 w 1595052"/>
                    <a:gd name="connsiteY1843" fmla="*/ 1119121 h 1239973"/>
                    <a:gd name="connsiteX1844" fmla="*/ 235372 w 1595052"/>
                    <a:gd name="connsiteY1844" fmla="*/ 1117871 h 1239973"/>
                    <a:gd name="connsiteX1845" fmla="*/ 236761 w 1595052"/>
                    <a:gd name="connsiteY1845" fmla="*/ 1119121 h 1239973"/>
                    <a:gd name="connsiteX1846" fmla="*/ 240605 w 1595052"/>
                    <a:gd name="connsiteY1846" fmla="*/ 1121216 h 1239973"/>
                    <a:gd name="connsiteX1847" fmla="*/ 240894 w 1595052"/>
                    <a:gd name="connsiteY1847" fmla="*/ 1121795 h 1239973"/>
                    <a:gd name="connsiteX1848" fmla="*/ 241901 w 1595052"/>
                    <a:gd name="connsiteY1848" fmla="*/ 1121981 h 1239973"/>
                    <a:gd name="connsiteX1849" fmla="*/ 242503 w 1595052"/>
                    <a:gd name="connsiteY1849" fmla="*/ 1121263 h 1239973"/>
                    <a:gd name="connsiteX1850" fmla="*/ 242885 w 1595052"/>
                    <a:gd name="connsiteY1850" fmla="*/ 1120788 h 1239973"/>
                    <a:gd name="connsiteX1851" fmla="*/ 245490 w 1595052"/>
                    <a:gd name="connsiteY1851" fmla="*/ 1123069 h 1239973"/>
                    <a:gd name="connsiteX1852" fmla="*/ 245409 w 1595052"/>
                    <a:gd name="connsiteY1852" fmla="*/ 1123867 h 1239973"/>
                    <a:gd name="connsiteX1853" fmla="*/ 248615 w 1595052"/>
                    <a:gd name="connsiteY1853" fmla="*/ 1128358 h 1239973"/>
                    <a:gd name="connsiteX1854" fmla="*/ 248719 w 1595052"/>
                    <a:gd name="connsiteY1854" fmla="*/ 1128579 h 1239973"/>
                    <a:gd name="connsiteX1855" fmla="*/ 248766 w 1595052"/>
                    <a:gd name="connsiteY1855" fmla="*/ 1128590 h 1239973"/>
                    <a:gd name="connsiteX1856" fmla="*/ 248824 w 1595052"/>
                    <a:gd name="connsiteY1856" fmla="*/ 1128659 h 1239973"/>
                    <a:gd name="connsiteX1857" fmla="*/ 250780 w 1595052"/>
                    <a:gd name="connsiteY1857" fmla="*/ 1129100 h 1239973"/>
                    <a:gd name="connsiteX1858" fmla="*/ 250838 w 1595052"/>
                    <a:gd name="connsiteY1858" fmla="*/ 1128984 h 1239973"/>
                    <a:gd name="connsiteX1859" fmla="*/ 250849 w 1595052"/>
                    <a:gd name="connsiteY1859" fmla="*/ 1128949 h 1239973"/>
                    <a:gd name="connsiteX1860" fmla="*/ 251799 w 1595052"/>
                    <a:gd name="connsiteY1860" fmla="*/ 1126761 h 1239973"/>
                    <a:gd name="connsiteX1861" fmla="*/ 252366 w 1595052"/>
                    <a:gd name="connsiteY1861" fmla="*/ 1127259 h 1239973"/>
                    <a:gd name="connsiteX1862" fmla="*/ 252019 w 1595052"/>
                    <a:gd name="connsiteY1862" fmla="*/ 1127872 h 1239973"/>
                    <a:gd name="connsiteX1863" fmla="*/ 253408 w 1595052"/>
                    <a:gd name="connsiteY1863" fmla="*/ 1128173 h 1239973"/>
                    <a:gd name="connsiteX1864" fmla="*/ 254588 w 1595052"/>
                    <a:gd name="connsiteY1864" fmla="*/ 1126773 h 1239973"/>
                    <a:gd name="connsiteX1865" fmla="*/ 257089 w 1595052"/>
                    <a:gd name="connsiteY1865" fmla="*/ 1133753 h 1239973"/>
                    <a:gd name="connsiteX1866" fmla="*/ 256730 w 1595052"/>
                    <a:gd name="connsiteY1866" fmla="*/ 1133568 h 1239973"/>
                    <a:gd name="connsiteX1867" fmla="*/ 252215 w 1595052"/>
                    <a:gd name="connsiteY1867" fmla="*/ 1131021 h 1239973"/>
                    <a:gd name="connsiteX1868" fmla="*/ 248812 w 1595052"/>
                    <a:gd name="connsiteY1868" fmla="*/ 1133036 h 1239973"/>
                    <a:gd name="connsiteX1869" fmla="*/ 244031 w 1595052"/>
                    <a:gd name="connsiteY1869" fmla="*/ 1135420 h 1239973"/>
                    <a:gd name="connsiteX1870" fmla="*/ 244135 w 1595052"/>
                    <a:gd name="connsiteY1870" fmla="*/ 1135791 h 1239973"/>
                    <a:gd name="connsiteX1871" fmla="*/ 243800 w 1595052"/>
                    <a:gd name="connsiteY1871" fmla="*/ 1135987 h 1239973"/>
                    <a:gd name="connsiteX1872" fmla="*/ 245131 w 1595052"/>
                    <a:gd name="connsiteY1872" fmla="*/ 1138962 h 1239973"/>
                    <a:gd name="connsiteX1873" fmla="*/ 242503 w 1595052"/>
                    <a:gd name="connsiteY1873" fmla="*/ 1140456 h 1239973"/>
                    <a:gd name="connsiteX1874" fmla="*/ 237201 w 1595052"/>
                    <a:gd name="connsiteY1874" fmla="*/ 1143442 h 1239973"/>
                    <a:gd name="connsiteX1875" fmla="*/ 237919 w 1595052"/>
                    <a:gd name="connsiteY1875" fmla="*/ 1144391 h 1239973"/>
                    <a:gd name="connsiteX1876" fmla="*/ 237919 w 1595052"/>
                    <a:gd name="connsiteY1876" fmla="*/ 1144727 h 1239973"/>
                    <a:gd name="connsiteX1877" fmla="*/ 237711 w 1595052"/>
                    <a:gd name="connsiteY1877" fmla="*/ 1150400 h 1239973"/>
                    <a:gd name="connsiteX1878" fmla="*/ 241299 w 1595052"/>
                    <a:gd name="connsiteY1878" fmla="*/ 1153189 h 1239973"/>
                    <a:gd name="connsiteX1879" fmla="*/ 234273 w 1595052"/>
                    <a:gd name="connsiteY1879" fmla="*/ 1158919 h 1239973"/>
                    <a:gd name="connsiteX1880" fmla="*/ 229897 w 1595052"/>
                    <a:gd name="connsiteY1880" fmla="*/ 1156187 h 1239973"/>
                    <a:gd name="connsiteX1881" fmla="*/ 228890 w 1595052"/>
                    <a:gd name="connsiteY1881" fmla="*/ 1156720 h 1239973"/>
                    <a:gd name="connsiteX1882" fmla="*/ 228311 w 1595052"/>
                    <a:gd name="connsiteY1882" fmla="*/ 1156465 h 1239973"/>
                    <a:gd name="connsiteX1883" fmla="*/ 225892 w 1595052"/>
                    <a:gd name="connsiteY1883" fmla="*/ 1158340 h 1239973"/>
                    <a:gd name="connsiteX1884" fmla="*/ 224908 w 1595052"/>
                    <a:gd name="connsiteY1884" fmla="*/ 1158873 h 1239973"/>
                    <a:gd name="connsiteX1885" fmla="*/ 218819 w 1595052"/>
                    <a:gd name="connsiteY1885" fmla="*/ 1157993 h 1239973"/>
                    <a:gd name="connsiteX1886" fmla="*/ 219317 w 1595052"/>
                    <a:gd name="connsiteY1886" fmla="*/ 1154601 h 1239973"/>
                    <a:gd name="connsiteX1887" fmla="*/ 222905 w 1595052"/>
                    <a:gd name="connsiteY1887" fmla="*/ 1152217 h 1239973"/>
                    <a:gd name="connsiteX1888" fmla="*/ 220069 w 1595052"/>
                    <a:gd name="connsiteY1888" fmla="*/ 1151233 h 1239973"/>
                    <a:gd name="connsiteX1889" fmla="*/ 218692 w 1595052"/>
                    <a:gd name="connsiteY1889" fmla="*/ 1154462 h 1239973"/>
                    <a:gd name="connsiteX1890" fmla="*/ 217256 w 1595052"/>
                    <a:gd name="connsiteY1890" fmla="*/ 1153756 h 1239973"/>
                    <a:gd name="connsiteX1891" fmla="*/ 218298 w 1595052"/>
                    <a:gd name="connsiteY1891" fmla="*/ 1155747 h 1239973"/>
                    <a:gd name="connsiteX1892" fmla="*/ 216944 w 1595052"/>
                    <a:gd name="connsiteY1892" fmla="*/ 1158757 h 1239973"/>
                    <a:gd name="connsiteX1893" fmla="*/ 210125 w 1595052"/>
                    <a:gd name="connsiteY1893" fmla="*/ 1159625 h 1239973"/>
                    <a:gd name="connsiteX1894" fmla="*/ 211873 w 1595052"/>
                    <a:gd name="connsiteY1894" fmla="*/ 1153015 h 1239973"/>
                    <a:gd name="connsiteX1895" fmla="*/ 210334 w 1595052"/>
                    <a:gd name="connsiteY1895" fmla="*/ 1150202 h 1239973"/>
                    <a:gd name="connsiteX1896" fmla="*/ 210403 w 1595052"/>
                    <a:gd name="connsiteY1896" fmla="*/ 1155365 h 1239973"/>
                    <a:gd name="connsiteX1897" fmla="*/ 209246 w 1595052"/>
                    <a:gd name="connsiteY1897" fmla="*/ 1156245 h 1239973"/>
                    <a:gd name="connsiteX1898" fmla="*/ 209547 w 1595052"/>
                    <a:gd name="connsiteY1898" fmla="*/ 1156824 h 1239973"/>
                    <a:gd name="connsiteX1899" fmla="*/ 207880 w 1595052"/>
                    <a:gd name="connsiteY1899" fmla="*/ 1157738 h 1239973"/>
                    <a:gd name="connsiteX1900" fmla="*/ 209385 w 1595052"/>
                    <a:gd name="connsiteY1900" fmla="*/ 1159243 h 1239973"/>
                    <a:gd name="connsiteX1901" fmla="*/ 209304 w 1595052"/>
                    <a:gd name="connsiteY1901" fmla="*/ 1159845 h 1239973"/>
                    <a:gd name="connsiteX1902" fmla="*/ 210623 w 1595052"/>
                    <a:gd name="connsiteY1902" fmla="*/ 1160482 h 1239973"/>
                    <a:gd name="connsiteX1903" fmla="*/ 211468 w 1595052"/>
                    <a:gd name="connsiteY1903" fmla="*/ 1161316 h 1239973"/>
                    <a:gd name="connsiteX1904" fmla="*/ 209871 w 1595052"/>
                    <a:gd name="connsiteY1904" fmla="*/ 1161813 h 1239973"/>
                    <a:gd name="connsiteX1905" fmla="*/ 201826 w 1595052"/>
                    <a:gd name="connsiteY1905" fmla="*/ 1163700 h 1239973"/>
                    <a:gd name="connsiteX1906" fmla="*/ 198561 w 1595052"/>
                    <a:gd name="connsiteY1906" fmla="*/ 1162901 h 1239973"/>
                    <a:gd name="connsiteX1907" fmla="*/ 201281 w 1595052"/>
                    <a:gd name="connsiteY1907" fmla="*/ 1164302 h 1239973"/>
                    <a:gd name="connsiteX1908" fmla="*/ 197924 w 1595052"/>
                    <a:gd name="connsiteY1908" fmla="*/ 1167347 h 1239973"/>
                    <a:gd name="connsiteX1909" fmla="*/ 201721 w 1595052"/>
                    <a:gd name="connsiteY1909" fmla="*/ 1164453 h 1239973"/>
                    <a:gd name="connsiteX1910" fmla="*/ 204060 w 1595052"/>
                    <a:gd name="connsiteY1910" fmla="*/ 1163526 h 1239973"/>
                    <a:gd name="connsiteX1911" fmla="*/ 203909 w 1595052"/>
                    <a:gd name="connsiteY1911" fmla="*/ 1165737 h 1239973"/>
                    <a:gd name="connsiteX1912" fmla="*/ 204557 w 1595052"/>
                    <a:gd name="connsiteY1912" fmla="*/ 1163746 h 1239973"/>
                    <a:gd name="connsiteX1913" fmla="*/ 213228 w 1595052"/>
                    <a:gd name="connsiteY1913" fmla="*/ 1161848 h 1239973"/>
                    <a:gd name="connsiteX1914" fmla="*/ 215751 w 1595052"/>
                    <a:gd name="connsiteY1914" fmla="*/ 1166571 h 1239973"/>
                    <a:gd name="connsiteX1915" fmla="*/ 214675 w 1595052"/>
                    <a:gd name="connsiteY1915" fmla="*/ 1161373 h 1239973"/>
                    <a:gd name="connsiteX1916" fmla="*/ 218368 w 1595052"/>
                    <a:gd name="connsiteY1916" fmla="*/ 1160170 h 1239973"/>
                    <a:gd name="connsiteX1917" fmla="*/ 221180 w 1595052"/>
                    <a:gd name="connsiteY1917" fmla="*/ 1160875 h 1239973"/>
                    <a:gd name="connsiteX1918" fmla="*/ 220393 w 1595052"/>
                    <a:gd name="connsiteY1918" fmla="*/ 1163387 h 1239973"/>
                    <a:gd name="connsiteX1919" fmla="*/ 222778 w 1595052"/>
                    <a:gd name="connsiteY1919" fmla="*/ 1161732 h 1239973"/>
                    <a:gd name="connsiteX1920" fmla="*/ 226459 w 1595052"/>
                    <a:gd name="connsiteY1920" fmla="*/ 1160852 h 1239973"/>
                    <a:gd name="connsiteX1921" fmla="*/ 230476 w 1595052"/>
                    <a:gd name="connsiteY1921" fmla="*/ 1161581 h 1239973"/>
                    <a:gd name="connsiteX1922" fmla="*/ 233104 w 1595052"/>
                    <a:gd name="connsiteY1922" fmla="*/ 1162785 h 1239973"/>
                    <a:gd name="connsiteX1923" fmla="*/ 236426 w 1595052"/>
                    <a:gd name="connsiteY1923" fmla="*/ 1165784 h 1239973"/>
                    <a:gd name="connsiteX1924" fmla="*/ 233127 w 1595052"/>
                    <a:gd name="connsiteY1924" fmla="*/ 1165055 h 1239973"/>
                    <a:gd name="connsiteX1925" fmla="*/ 226876 w 1595052"/>
                    <a:gd name="connsiteY1925" fmla="*/ 1168828 h 1239973"/>
                    <a:gd name="connsiteX1926" fmla="*/ 232652 w 1595052"/>
                    <a:gd name="connsiteY1926" fmla="*/ 1166467 h 1239973"/>
                    <a:gd name="connsiteX1927" fmla="*/ 234354 w 1595052"/>
                    <a:gd name="connsiteY1927" fmla="*/ 1166559 h 1239973"/>
                    <a:gd name="connsiteX1928" fmla="*/ 240825 w 1595052"/>
                    <a:gd name="connsiteY1928" fmla="*/ 1168955 h 1239973"/>
                    <a:gd name="connsiteX1929" fmla="*/ 242492 w 1595052"/>
                    <a:gd name="connsiteY1929" fmla="*/ 1167751 h 1239973"/>
                    <a:gd name="connsiteX1930" fmla="*/ 242769 w 1595052"/>
                    <a:gd name="connsiteY1930" fmla="*/ 1167578 h 1239973"/>
                    <a:gd name="connsiteX1931" fmla="*/ 242503 w 1595052"/>
                    <a:gd name="connsiteY1931" fmla="*/ 1169106 h 1239973"/>
                    <a:gd name="connsiteX1932" fmla="*/ 241045 w 1595052"/>
                    <a:gd name="connsiteY1932" fmla="*/ 1177383 h 1239973"/>
                    <a:gd name="connsiteX1933" fmla="*/ 242503 w 1595052"/>
                    <a:gd name="connsiteY1933" fmla="*/ 1177661 h 1239973"/>
                    <a:gd name="connsiteX1934" fmla="*/ 245258 w 1595052"/>
                    <a:gd name="connsiteY1934" fmla="*/ 1178181 h 1239973"/>
                    <a:gd name="connsiteX1935" fmla="*/ 245490 w 1595052"/>
                    <a:gd name="connsiteY1935" fmla="*/ 1178228 h 1239973"/>
                    <a:gd name="connsiteX1936" fmla="*/ 245582 w 1595052"/>
                    <a:gd name="connsiteY1936" fmla="*/ 1178401 h 1239973"/>
                    <a:gd name="connsiteX1937" fmla="*/ 247631 w 1595052"/>
                    <a:gd name="connsiteY1937" fmla="*/ 1182071 h 1239973"/>
                    <a:gd name="connsiteX1938" fmla="*/ 246497 w 1595052"/>
                    <a:gd name="connsiteY1938" fmla="*/ 1185266 h 1239973"/>
                    <a:gd name="connsiteX1939" fmla="*/ 248870 w 1595052"/>
                    <a:gd name="connsiteY1939" fmla="*/ 1187106 h 1239973"/>
                    <a:gd name="connsiteX1940" fmla="*/ 245582 w 1595052"/>
                    <a:gd name="connsiteY1940" fmla="*/ 1189653 h 1239973"/>
                    <a:gd name="connsiteX1941" fmla="*/ 244761 w 1595052"/>
                    <a:gd name="connsiteY1941" fmla="*/ 1194735 h 1239973"/>
                    <a:gd name="connsiteX1942" fmla="*/ 244367 w 1595052"/>
                    <a:gd name="connsiteY1942" fmla="*/ 1197189 h 1239973"/>
                    <a:gd name="connsiteX1943" fmla="*/ 242503 w 1595052"/>
                    <a:gd name="connsiteY1943" fmla="*/ 1197675 h 1239973"/>
                    <a:gd name="connsiteX1944" fmla="*/ 236472 w 1595052"/>
                    <a:gd name="connsiteY1944" fmla="*/ 1199249 h 1239973"/>
                    <a:gd name="connsiteX1945" fmla="*/ 233555 w 1595052"/>
                    <a:gd name="connsiteY1945" fmla="*/ 1201970 h 1239973"/>
                    <a:gd name="connsiteX1946" fmla="*/ 235361 w 1595052"/>
                    <a:gd name="connsiteY1946" fmla="*/ 1208371 h 1239973"/>
                    <a:gd name="connsiteX1947" fmla="*/ 233613 w 1595052"/>
                    <a:gd name="connsiteY1947" fmla="*/ 1208348 h 1239973"/>
                    <a:gd name="connsiteX1948" fmla="*/ 231217 w 1595052"/>
                    <a:gd name="connsiteY1948" fmla="*/ 1214969 h 1239973"/>
                    <a:gd name="connsiteX1949" fmla="*/ 226922 w 1595052"/>
                    <a:gd name="connsiteY1949" fmla="*/ 1215583 h 1239973"/>
                    <a:gd name="connsiteX1950" fmla="*/ 223380 w 1595052"/>
                    <a:gd name="connsiteY1950" fmla="*/ 1211670 h 1239973"/>
                    <a:gd name="connsiteX1951" fmla="*/ 219259 w 1595052"/>
                    <a:gd name="connsiteY1951" fmla="*/ 1212261 h 1239973"/>
                    <a:gd name="connsiteX1952" fmla="*/ 219444 w 1595052"/>
                    <a:gd name="connsiteY1952" fmla="*/ 1213881 h 1239973"/>
                    <a:gd name="connsiteX1953" fmla="*/ 217476 w 1595052"/>
                    <a:gd name="connsiteY1953" fmla="*/ 1212053 h 1239973"/>
                    <a:gd name="connsiteX1954" fmla="*/ 210334 w 1595052"/>
                    <a:gd name="connsiteY1954" fmla="*/ 1212075 h 1239973"/>
                    <a:gd name="connsiteX1955" fmla="*/ 206491 w 1595052"/>
                    <a:gd name="connsiteY1955" fmla="*/ 1214205 h 1239973"/>
                    <a:gd name="connsiteX1956" fmla="*/ 204372 w 1595052"/>
                    <a:gd name="connsiteY1956" fmla="*/ 1217701 h 1239973"/>
                    <a:gd name="connsiteX1957" fmla="*/ 204766 w 1595052"/>
                    <a:gd name="connsiteY1957" fmla="*/ 1221637 h 1239973"/>
                    <a:gd name="connsiteX1958" fmla="*/ 201061 w 1595052"/>
                    <a:gd name="connsiteY1958" fmla="*/ 1223929 h 1239973"/>
                    <a:gd name="connsiteX1959" fmla="*/ 200818 w 1595052"/>
                    <a:gd name="connsiteY1959" fmla="*/ 1225665 h 1239973"/>
                    <a:gd name="connsiteX1960" fmla="*/ 198839 w 1595052"/>
                    <a:gd name="connsiteY1960" fmla="*/ 1227692 h 1239973"/>
                    <a:gd name="connsiteX1961" fmla="*/ 198827 w 1595052"/>
                    <a:gd name="connsiteY1961" fmla="*/ 1228039 h 1239973"/>
                    <a:gd name="connsiteX1962" fmla="*/ 198492 w 1595052"/>
                    <a:gd name="connsiteY1962" fmla="*/ 1228224 h 1239973"/>
                    <a:gd name="connsiteX1963" fmla="*/ 197334 w 1595052"/>
                    <a:gd name="connsiteY1963" fmla="*/ 1231535 h 1239973"/>
                    <a:gd name="connsiteX1964" fmla="*/ 198608 w 1595052"/>
                    <a:gd name="connsiteY1964" fmla="*/ 1234093 h 1239973"/>
                    <a:gd name="connsiteX1965" fmla="*/ 198480 w 1595052"/>
                    <a:gd name="connsiteY1965" fmla="*/ 1237311 h 1239973"/>
                    <a:gd name="connsiteX1966" fmla="*/ 198283 w 1595052"/>
                    <a:gd name="connsiteY1966" fmla="*/ 1237774 h 1239973"/>
                    <a:gd name="connsiteX1967" fmla="*/ 194012 w 1595052"/>
                    <a:gd name="connsiteY1967" fmla="*/ 1237103 h 1239973"/>
                    <a:gd name="connsiteX1968" fmla="*/ 193201 w 1595052"/>
                    <a:gd name="connsiteY1968" fmla="*/ 1239973 h 1239973"/>
                    <a:gd name="connsiteX1969" fmla="*/ 192102 w 1595052"/>
                    <a:gd name="connsiteY1969" fmla="*/ 1239904 h 1239973"/>
                    <a:gd name="connsiteX1970" fmla="*/ 189682 w 1595052"/>
                    <a:gd name="connsiteY1970" fmla="*/ 1239672 h 1239973"/>
                    <a:gd name="connsiteX1971" fmla="*/ 189706 w 1595052"/>
                    <a:gd name="connsiteY1971" fmla="*/ 1239568 h 1239973"/>
                    <a:gd name="connsiteX1972" fmla="*/ 188490 w 1595052"/>
                    <a:gd name="connsiteY1972" fmla="*/ 1239557 h 1239973"/>
                    <a:gd name="connsiteX1973" fmla="*/ 186788 w 1595052"/>
                    <a:gd name="connsiteY1973" fmla="*/ 1239395 h 1239973"/>
                    <a:gd name="connsiteX1974" fmla="*/ 185886 w 1595052"/>
                    <a:gd name="connsiteY1974" fmla="*/ 1232611 h 1239973"/>
                    <a:gd name="connsiteX1975" fmla="*/ 183096 w 1595052"/>
                    <a:gd name="connsiteY1975" fmla="*/ 1231118 h 1239973"/>
                    <a:gd name="connsiteX1976" fmla="*/ 181834 w 1595052"/>
                    <a:gd name="connsiteY1976" fmla="*/ 1230319 h 1239973"/>
                    <a:gd name="connsiteX1977" fmla="*/ 181741 w 1595052"/>
                    <a:gd name="connsiteY1977" fmla="*/ 1230400 h 1239973"/>
                    <a:gd name="connsiteX1978" fmla="*/ 179125 w 1595052"/>
                    <a:gd name="connsiteY1978" fmla="*/ 1229000 h 1239973"/>
                    <a:gd name="connsiteX1979" fmla="*/ 176150 w 1595052"/>
                    <a:gd name="connsiteY1979" fmla="*/ 1229462 h 1239973"/>
                    <a:gd name="connsiteX1980" fmla="*/ 175733 w 1595052"/>
                    <a:gd name="connsiteY1980" fmla="*/ 1229208 h 1239973"/>
                    <a:gd name="connsiteX1981" fmla="*/ 175259 w 1595052"/>
                    <a:gd name="connsiteY1981" fmla="*/ 1228200 h 1239973"/>
                    <a:gd name="connsiteX1982" fmla="*/ 175849 w 1595052"/>
                    <a:gd name="connsiteY1982" fmla="*/ 1225665 h 1239973"/>
                    <a:gd name="connsiteX1983" fmla="*/ 176741 w 1595052"/>
                    <a:gd name="connsiteY1983" fmla="*/ 1224577 h 1239973"/>
                    <a:gd name="connsiteX1984" fmla="*/ 176185 w 1595052"/>
                    <a:gd name="connsiteY1984" fmla="*/ 1224218 h 1239973"/>
                    <a:gd name="connsiteX1985" fmla="*/ 176312 w 1595052"/>
                    <a:gd name="connsiteY1985" fmla="*/ 1223698 h 1239973"/>
                    <a:gd name="connsiteX1986" fmla="*/ 174645 w 1595052"/>
                    <a:gd name="connsiteY1986" fmla="*/ 1223212 h 1239973"/>
                    <a:gd name="connsiteX1987" fmla="*/ 173117 w 1595052"/>
                    <a:gd name="connsiteY1987" fmla="*/ 1222204 h 1239973"/>
                    <a:gd name="connsiteX1988" fmla="*/ 173060 w 1595052"/>
                    <a:gd name="connsiteY1988" fmla="*/ 1221336 h 1239973"/>
                    <a:gd name="connsiteX1989" fmla="*/ 174101 w 1595052"/>
                    <a:gd name="connsiteY1989" fmla="*/ 1220086 h 1239973"/>
                    <a:gd name="connsiteX1990" fmla="*/ 173025 w 1595052"/>
                    <a:gd name="connsiteY1990" fmla="*/ 1216983 h 1239973"/>
                    <a:gd name="connsiteX1991" fmla="*/ 168881 w 1595052"/>
                    <a:gd name="connsiteY1991" fmla="*/ 1214726 h 1239973"/>
                    <a:gd name="connsiteX1992" fmla="*/ 168290 w 1595052"/>
                    <a:gd name="connsiteY1992" fmla="*/ 1213059 h 1239973"/>
                    <a:gd name="connsiteX1993" fmla="*/ 168140 w 1595052"/>
                    <a:gd name="connsiteY1993" fmla="*/ 1211728 h 1239973"/>
                    <a:gd name="connsiteX1994" fmla="*/ 169598 w 1595052"/>
                    <a:gd name="connsiteY1994" fmla="*/ 1209714 h 1239973"/>
                    <a:gd name="connsiteX1995" fmla="*/ 171960 w 1595052"/>
                    <a:gd name="connsiteY1995" fmla="*/ 1207260 h 1239973"/>
                    <a:gd name="connsiteX1996" fmla="*/ 171728 w 1595052"/>
                    <a:gd name="connsiteY1996" fmla="*/ 1206785 h 1239973"/>
                    <a:gd name="connsiteX1997" fmla="*/ 171879 w 1595052"/>
                    <a:gd name="connsiteY1997" fmla="*/ 1206577 h 1239973"/>
                    <a:gd name="connsiteX1998" fmla="*/ 172041 w 1595052"/>
                    <a:gd name="connsiteY1998" fmla="*/ 1203672 h 1239973"/>
                    <a:gd name="connsiteX1999" fmla="*/ 173140 w 1595052"/>
                    <a:gd name="connsiteY1999" fmla="*/ 1202247 h 1239973"/>
                    <a:gd name="connsiteX2000" fmla="*/ 172180 w 1595052"/>
                    <a:gd name="connsiteY2000" fmla="*/ 1201032 h 1239973"/>
                    <a:gd name="connsiteX2001" fmla="*/ 172203 w 1595052"/>
                    <a:gd name="connsiteY2001" fmla="*/ 1200662 h 1239973"/>
                    <a:gd name="connsiteX2002" fmla="*/ 169633 w 1595052"/>
                    <a:gd name="connsiteY2002" fmla="*/ 1197212 h 1239973"/>
                    <a:gd name="connsiteX2003" fmla="*/ 171335 w 1595052"/>
                    <a:gd name="connsiteY2003" fmla="*/ 1195117 h 1239973"/>
                    <a:gd name="connsiteX2004" fmla="*/ 170467 w 1595052"/>
                    <a:gd name="connsiteY2004" fmla="*/ 1194885 h 1239973"/>
                    <a:gd name="connsiteX2005" fmla="*/ 168904 w 1595052"/>
                    <a:gd name="connsiteY2005" fmla="*/ 1193172 h 1239973"/>
                    <a:gd name="connsiteX2006" fmla="*/ 167711 w 1595052"/>
                    <a:gd name="connsiteY2006" fmla="*/ 1190556 h 1239973"/>
                    <a:gd name="connsiteX2007" fmla="*/ 164505 w 1595052"/>
                    <a:gd name="connsiteY2007" fmla="*/ 1189248 h 1239973"/>
                    <a:gd name="connsiteX2008" fmla="*/ 165929 w 1595052"/>
                    <a:gd name="connsiteY2008" fmla="*/ 1185880 h 1239973"/>
                    <a:gd name="connsiteX2009" fmla="*/ 166415 w 1595052"/>
                    <a:gd name="connsiteY2009" fmla="*/ 1185092 h 1239973"/>
                    <a:gd name="connsiteX2010" fmla="*/ 165280 w 1595052"/>
                    <a:gd name="connsiteY2010" fmla="*/ 1183275 h 1239973"/>
                    <a:gd name="connsiteX2011" fmla="*/ 164829 w 1595052"/>
                    <a:gd name="connsiteY2011" fmla="*/ 1181862 h 1239973"/>
                    <a:gd name="connsiteX2012" fmla="*/ 162097 w 1595052"/>
                    <a:gd name="connsiteY2012" fmla="*/ 1178147 h 1239973"/>
                    <a:gd name="connsiteX2013" fmla="*/ 158868 w 1595052"/>
                    <a:gd name="connsiteY2013" fmla="*/ 1172961 h 1239973"/>
                    <a:gd name="connsiteX2014" fmla="*/ 157131 w 1595052"/>
                    <a:gd name="connsiteY2014" fmla="*/ 1171398 h 1239973"/>
                    <a:gd name="connsiteX2015" fmla="*/ 156298 w 1595052"/>
                    <a:gd name="connsiteY2015" fmla="*/ 1170252 h 1239973"/>
                    <a:gd name="connsiteX2016" fmla="*/ 153369 w 1595052"/>
                    <a:gd name="connsiteY2016" fmla="*/ 1168018 h 1239973"/>
                    <a:gd name="connsiteX2017" fmla="*/ 151054 w 1595052"/>
                    <a:gd name="connsiteY2017" fmla="*/ 1165934 h 1239973"/>
                    <a:gd name="connsiteX2018" fmla="*/ 152084 w 1595052"/>
                    <a:gd name="connsiteY2018" fmla="*/ 1164997 h 1239973"/>
                    <a:gd name="connsiteX2019" fmla="*/ 151528 w 1595052"/>
                    <a:gd name="connsiteY2019" fmla="*/ 1165147 h 1239973"/>
                    <a:gd name="connsiteX2020" fmla="*/ 151922 w 1595052"/>
                    <a:gd name="connsiteY2020" fmla="*/ 1164510 h 1239973"/>
                    <a:gd name="connsiteX2021" fmla="*/ 150857 w 1595052"/>
                    <a:gd name="connsiteY2021" fmla="*/ 1165321 h 1239973"/>
                    <a:gd name="connsiteX2022" fmla="*/ 149896 w 1595052"/>
                    <a:gd name="connsiteY2022" fmla="*/ 1165564 h 1239973"/>
                    <a:gd name="connsiteX2023" fmla="*/ 147361 w 1595052"/>
                    <a:gd name="connsiteY2023" fmla="*/ 1162241 h 1239973"/>
                    <a:gd name="connsiteX2024" fmla="*/ 145081 w 1595052"/>
                    <a:gd name="connsiteY2024" fmla="*/ 1159938 h 1239973"/>
                    <a:gd name="connsiteX2025" fmla="*/ 140821 w 1595052"/>
                    <a:gd name="connsiteY2025" fmla="*/ 1159081 h 1239973"/>
                    <a:gd name="connsiteX2026" fmla="*/ 136792 w 1595052"/>
                    <a:gd name="connsiteY2026" fmla="*/ 1160170 h 1239973"/>
                    <a:gd name="connsiteX2027" fmla="*/ 134303 w 1595052"/>
                    <a:gd name="connsiteY2027" fmla="*/ 1160852 h 1239973"/>
                    <a:gd name="connsiteX2028" fmla="*/ 133285 w 1595052"/>
                    <a:gd name="connsiteY2028" fmla="*/ 1158074 h 1239973"/>
                    <a:gd name="connsiteX2029" fmla="*/ 131722 w 1595052"/>
                    <a:gd name="connsiteY2029" fmla="*/ 1158132 h 1239973"/>
                    <a:gd name="connsiteX2030" fmla="*/ 130530 w 1595052"/>
                    <a:gd name="connsiteY2030" fmla="*/ 1156812 h 1239973"/>
                    <a:gd name="connsiteX2031" fmla="*/ 130113 w 1595052"/>
                    <a:gd name="connsiteY2031" fmla="*/ 1155586 h 1239973"/>
                    <a:gd name="connsiteX2032" fmla="*/ 123931 w 1595052"/>
                    <a:gd name="connsiteY2032" fmla="*/ 1151869 h 1239973"/>
                    <a:gd name="connsiteX2033" fmla="*/ 121651 w 1595052"/>
                    <a:gd name="connsiteY2033" fmla="*/ 1153374 h 1239973"/>
                    <a:gd name="connsiteX2034" fmla="*/ 117449 w 1595052"/>
                    <a:gd name="connsiteY2034" fmla="*/ 1150966 h 1239973"/>
                    <a:gd name="connsiteX2035" fmla="*/ 114879 w 1595052"/>
                    <a:gd name="connsiteY2035" fmla="*/ 1152309 h 1239973"/>
                    <a:gd name="connsiteX2036" fmla="*/ 114949 w 1595052"/>
                    <a:gd name="connsiteY2036" fmla="*/ 1153571 h 1239973"/>
                    <a:gd name="connsiteX2037" fmla="*/ 114266 w 1595052"/>
                    <a:gd name="connsiteY2037" fmla="*/ 1153154 h 1239973"/>
                    <a:gd name="connsiteX2038" fmla="*/ 114104 w 1595052"/>
                    <a:gd name="connsiteY2038" fmla="*/ 1153027 h 1239973"/>
                    <a:gd name="connsiteX2039" fmla="*/ 114080 w 1595052"/>
                    <a:gd name="connsiteY2039" fmla="*/ 1153038 h 1239973"/>
                    <a:gd name="connsiteX2040" fmla="*/ 113664 w 1595052"/>
                    <a:gd name="connsiteY2040" fmla="*/ 1152772 h 1239973"/>
                    <a:gd name="connsiteX2041" fmla="*/ 109577 w 1595052"/>
                    <a:gd name="connsiteY2041" fmla="*/ 1155041 h 1239973"/>
                    <a:gd name="connsiteX2042" fmla="*/ 109647 w 1595052"/>
                    <a:gd name="connsiteY2042" fmla="*/ 1153675 h 1239973"/>
                    <a:gd name="connsiteX2043" fmla="*/ 109936 w 1595052"/>
                    <a:gd name="connsiteY2043" fmla="*/ 1150978 h 1239973"/>
                    <a:gd name="connsiteX2044" fmla="*/ 109809 w 1595052"/>
                    <a:gd name="connsiteY2044" fmla="*/ 1150851 h 1239973"/>
                    <a:gd name="connsiteX2045" fmla="*/ 109855 w 1595052"/>
                    <a:gd name="connsiteY2045" fmla="*/ 1150099 h 1239973"/>
                    <a:gd name="connsiteX2046" fmla="*/ 105179 w 1595052"/>
                    <a:gd name="connsiteY2046" fmla="*/ 1145896 h 1239973"/>
                    <a:gd name="connsiteX2047" fmla="*/ 103836 w 1595052"/>
                    <a:gd name="connsiteY2047" fmla="*/ 1146348 h 1239973"/>
                    <a:gd name="connsiteX2048" fmla="*/ 102065 w 1595052"/>
                    <a:gd name="connsiteY2048" fmla="*/ 1145804 h 1239973"/>
                    <a:gd name="connsiteX2049" fmla="*/ 97562 w 1595052"/>
                    <a:gd name="connsiteY2049" fmla="*/ 1139125 h 1239973"/>
                    <a:gd name="connsiteX2050" fmla="*/ 94390 w 1595052"/>
                    <a:gd name="connsiteY2050" fmla="*/ 1139669 h 1239973"/>
                    <a:gd name="connsiteX2051" fmla="*/ 91253 w 1595052"/>
                    <a:gd name="connsiteY2051" fmla="*/ 1137087 h 1239973"/>
                    <a:gd name="connsiteX2052" fmla="*/ 89702 w 1595052"/>
                    <a:gd name="connsiteY2052" fmla="*/ 1136612 h 1239973"/>
                    <a:gd name="connsiteX2053" fmla="*/ 89655 w 1595052"/>
                    <a:gd name="connsiteY2053" fmla="*/ 1136554 h 1239973"/>
                    <a:gd name="connsiteX2054" fmla="*/ 89169 w 1595052"/>
                    <a:gd name="connsiteY2054" fmla="*/ 1136462 h 1239973"/>
                    <a:gd name="connsiteX2055" fmla="*/ 85152 w 1595052"/>
                    <a:gd name="connsiteY2055" fmla="*/ 1135235 h 1239973"/>
                    <a:gd name="connsiteX2056" fmla="*/ 76991 w 1595052"/>
                    <a:gd name="connsiteY2056" fmla="*/ 1136091 h 1239973"/>
                    <a:gd name="connsiteX2057" fmla="*/ 73044 w 1595052"/>
                    <a:gd name="connsiteY2057" fmla="*/ 1136797 h 1239973"/>
                    <a:gd name="connsiteX2058" fmla="*/ 71724 w 1595052"/>
                    <a:gd name="connsiteY2058" fmla="*/ 1138244 h 1239973"/>
                    <a:gd name="connsiteX2059" fmla="*/ 72234 w 1595052"/>
                    <a:gd name="connsiteY2059" fmla="*/ 1140733 h 1239973"/>
                    <a:gd name="connsiteX2060" fmla="*/ 71828 w 1595052"/>
                    <a:gd name="connsiteY2060" fmla="*/ 1139622 h 1239973"/>
                    <a:gd name="connsiteX2061" fmla="*/ 71342 w 1595052"/>
                    <a:gd name="connsiteY2061" fmla="*/ 1141162 h 1239973"/>
                    <a:gd name="connsiteX2062" fmla="*/ 72361 w 1595052"/>
                    <a:gd name="connsiteY2062" fmla="*/ 1141150 h 1239973"/>
                    <a:gd name="connsiteX2063" fmla="*/ 72280 w 1595052"/>
                    <a:gd name="connsiteY2063" fmla="*/ 1142007 h 1239973"/>
                    <a:gd name="connsiteX2064" fmla="*/ 71539 w 1595052"/>
                    <a:gd name="connsiteY2064" fmla="*/ 1143165 h 1239973"/>
                    <a:gd name="connsiteX2065" fmla="*/ 69178 w 1595052"/>
                    <a:gd name="connsiteY2065" fmla="*/ 1143176 h 1239973"/>
                    <a:gd name="connsiteX2066" fmla="*/ 68842 w 1595052"/>
                    <a:gd name="connsiteY2066" fmla="*/ 1143488 h 1239973"/>
                    <a:gd name="connsiteX2067" fmla="*/ 68807 w 1595052"/>
                    <a:gd name="connsiteY2067" fmla="*/ 1143488 h 1239973"/>
                    <a:gd name="connsiteX2068" fmla="*/ 67291 w 1595052"/>
                    <a:gd name="connsiteY2068" fmla="*/ 1144924 h 1239973"/>
                    <a:gd name="connsiteX2069" fmla="*/ 64744 w 1595052"/>
                    <a:gd name="connsiteY2069" fmla="*/ 1147262 h 1239973"/>
                    <a:gd name="connsiteX2070" fmla="*/ 65068 w 1595052"/>
                    <a:gd name="connsiteY2070" fmla="*/ 1147656 h 1239973"/>
                    <a:gd name="connsiteX2071" fmla="*/ 65057 w 1595052"/>
                    <a:gd name="connsiteY2071" fmla="*/ 1147667 h 1239973"/>
                    <a:gd name="connsiteX2072" fmla="*/ 66272 w 1595052"/>
                    <a:gd name="connsiteY2072" fmla="*/ 1149114 h 1239973"/>
                    <a:gd name="connsiteX2073" fmla="*/ 66075 w 1595052"/>
                    <a:gd name="connsiteY2073" fmla="*/ 1148987 h 1239973"/>
                    <a:gd name="connsiteX2074" fmla="*/ 64663 w 1595052"/>
                    <a:gd name="connsiteY2074" fmla="*/ 1147667 h 1239973"/>
                    <a:gd name="connsiteX2075" fmla="*/ 64582 w 1595052"/>
                    <a:gd name="connsiteY2075" fmla="*/ 1148096 h 1239973"/>
                    <a:gd name="connsiteX2076" fmla="*/ 64374 w 1595052"/>
                    <a:gd name="connsiteY2076" fmla="*/ 1149276 h 1239973"/>
                    <a:gd name="connsiteX2077" fmla="*/ 65728 w 1595052"/>
                    <a:gd name="connsiteY2077" fmla="*/ 1150306 h 1239973"/>
                    <a:gd name="connsiteX2078" fmla="*/ 66897 w 1595052"/>
                    <a:gd name="connsiteY2078" fmla="*/ 1149485 h 1239973"/>
                    <a:gd name="connsiteX2079" fmla="*/ 66145 w 1595052"/>
                    <a:gd name="connsiteY2079" fmla="*/ 1150607 h 1239973"/>
                    <a:gd name="connsiteX2080" fmla="*/ 70046 w 1595052"/>
                    <a:gd name="connsiteY2080" fmla="*/ 1158179 h 1239973"/>
                    <a:gd name="connsiteX2081" fmla="*/ 68275 w 1595052"/>
                    <a:gd name="connsiteY2081" fmla="*/ 1161524 h 1239973"/>
                    <a:gd name="connsiteX2082" fmla="*/ 67059 w 1595052"/>
                    <a:gd name="connsiteY2082" fmla="*/ 1165876 h 1239973"/>
                    <a:gd name="connsiteX2083" fmla="*/ 62776 w 1595052"/>
                    <a:gd name="connsiteY2083" fmla="*/ 1173343 h 1239973"/>
                    <a:gd name="connsiteX2084" fmla="*/ 61121 w 1595052"/>
                    <a:gd name="connsiteY2084" fmla="*/ 1174639 h 1239973"/>
                    <a:gd name="connsiteX2085" fmla="*/ 58123 w 1595052"/>
                    <a:gd name="connsiteY2085" fmla="*/ 1172995 h 1239973"/>
                    <a:gd name="connsiteX2086" fmla="*/ 58123 w 1595052"/>
                    <a:gd name="connsiteY2086" fmla="*/ 1173019 h 1239973"/>
                    <a:gd name="connsiteX2087" fmla="*/ 57949 w 1595052"/>
                    <a:gd name="connsiteY2087" fmla="*/ 1172926 h 1239973"/>
                    <a:gd name="connsiteX2088" fmla="*/ 57694 w 1595052"/>
                    <a:gd name="connsiteY2088" fmla="*/ 1175149 h 1239973"/>
                    <a:gd name="connsiteX2089" fmla="*/ 57636 w 1595052"/>
                    <a:gd name="connsiteY2089" fmla="*/ 1175450 h 1239973"/>
                    <a:gd name="connsiteX2090" fmla="*/ 52369 w 1595052"/>
                    <a:gd name="connsiteY2090" fmla="*/ 1179003 h 1239973"/>
                    <a:gd name="connsiteX2091" fmla="*/ 49695 w 1595052"/>
                    <a:gd name="connsiteY2091" fmla="*/ 1177938 h 1239973"/>
                    <a:gd name="connsiteX2092" fmla="*/ 47519 w 1595052"/>
                    <a:gd name="connsiteY2092" fmla="*/ 1179640 h 1239973"/>
                    <a:gd name="connsiteX2093" fmla="*/ 45343 w 1595052"/>
                    <a:gd name="connsiteY2093" fmla="*/ 1178147 h 1239973"/>
                    <a:gd name="connsiteX2094" fmla="*/ 45308 w 1595052"/>
                    <a:gd name="connsiteY2094" fmla="*/ 1178170 h 1239973"/>
                    <a:gd name="connsiteX2095" fmla="*/ 45239 w 1595052"/>
                    <a:gd name="connsiteY2095" fmla="*/ 1178123 h 1239973"/>
                    <a:gd name="connsiteX2096" fmla="*/ 40782 w 1595052"/>
                    <a:gd name="connsiteY2096" fmla="*/ 1180473 h 1239973"/>
                    <a:gd name="connsiteX2097" fmla="*/ 39810 w 1595052"/>
                    <a:gd name="connsiteY2097" fmla="*/ 1180056 h 1239973"/>
                    <a:gd name="connsiteX2098" fmla="*/ 36499 w 1595052"/>
                    <a:gd name="connsiteY2098" fmla="*/ 1178529 h 1239973"/>
                    <a:gd name="connsiteX2099" fmla="*/ 32563 w 1595052"/>
                    <a:gd name="connsiteY2099" fmla="*/ 1180542 h 1239973"/>
                    <a:gd name="connsiteX2100" fmla="*/ 32876 w 1595052"/>
                    <a:gd name="connsiteY2100" fmla="*/ 1181874 h 1239973"/>
                    <a:gd name="connsiteX2101" fmla="*/ 32378 w 1595052"/>
                    <a:gd name="connsiteY2101" fmla="*/ 1182326 h 1239973"/>
                    <a:gd name="connsiteX2102" fmla="*/ 31093 w 1595052"/>
                    <a:gd name="connsiteY2102" fmla="*/ 1182430 h 1239973"/>
                    <a:gd name="connsiteX2103" fmla="*/ 30560 w 1595052"/>
                    <a:gd name="connsiteY2103" fmla="*/ 1182476 h 1239973"/>
                    <a:gd name="connsiteX2104" fmla="*/ 29634 w 1595052"/>
                    <a:gd name="connsiteY2104" fmla="*/ 1184826 h 1239973"/>
                    <a:gd name="connsiteX2105" fmla="*/ 27400 w 1595052"/>
                    <a:gd name="connsiteY2105" fmla="*/ 1181989 h 1239973"/>
                    <a:gd name="connsiteX2106" fmla="*/ 24460 w 1595052"/>
                    <a:gd name="connsiteY2106" fmla="*/ 1182858 h 1239973"/>
                    <a:gd name="connsiteX2107" fmla="*/ 24309 w 1595052"/>
                    <a:gd name="connsiteY2107" fmla="*/ 1183217 h 1239973"/>
                    <a:gd name="connsiteX2108" fmla="*/ 24275 w 1595052"/>
                    <a:gd name="connsiteY2108" fmla="*/ 1183229 h 1239973"/>
                    <a:gd name="connsiteX2109" fmla="*/ 23117 w 1595052"/>
                    <a:gd name="connsiteY2109" fmla="*/ 1185717 h 1239973"/>
                    <a:gd name="connsiteX2110" fmla="*/ 21369 w 1595052"/>
                    <a:gd name="connsiteY2110" fmla="*/ 1184745 h 1239973"/>
                    <a:gd name="connsiteX2111" fmla="*/ 13474 w 1595052"/>
                    <a:gd name="connsiteY2111" fmla="*/ 1186932 h 1239973"/>
                    <a:gd name="connsiteX2112" fmla="*/ 13312 w 1595052"/>
                    <a:gd name="connsiteY2112" fmla="*/ 1186979 h 1239973"/>
                    <a:gd name="connsiteX2113" fmla="*/ 8856 w 1595052"/>
                    <a:gd name="connsiteY2113" fmla="*/ 1180832 h 1239973"/>
                    <a:gd name="connsiteX2114" fmla="*/ 9654 w 1595052"/>
                    <a:gd name="connsiteY2114" fmla="*/ 1179675 h 1239973"/>
                    <a:gd name="connsiteX2115" fmla="*/ 10210 w 1595052"/>
                    <a:gd name="connsiteY2115" fmla="*/ 1178968 h 1239973"/>
                    <a:gd name="connsiteX2116" fmla="*/ 10152 w 1595052"/>
                    <a:gd name="connsiteY2116" fmla="*/ 1178945 h 1239973"/>
                    <a:gd name="connsiteX2117" fmla="*/ 10245 w 1595052"/>
                    <a:gd name="connsiteY2117" fmla="*/ 1178818 h 1239973"/>
                    <a:gd name="connsiteX2118" fmla="*/ 7443 w 1595052"/>
                    <a:gd name="connsiteY2118" fmla="*/ 1177949 h 1239973"/>
                    <a:gd name="connsiteX2119" fmla="*/ 8798 w 1595052"/>
                    <a:gd name="connsiteY2119" fmla="*/ 1175507 h 1239973"/>
                    <a:gd name="connsiteX2120" fmla="*/ 2790 w 1595052"/>
                    <a:gd name="connsiteY2120" fmla="*/ 1173146 h 1239973"/>
                    <a:gd name="connsiteX2121" fmla="*/ 1540 w 1595052"/>
                    <a:gd name="connsiteY2121" fmla="*/ 1171236 h 1239973"/>
                    <a:gd name="connsiteX2122" fmla="*/ 0 w 1595052"/>
                    <a:gd name="connsiteY2122" fmla="*/ 1166432 h 1239973"/>
                    <a:gd name="connsiteX2123" fmla="*/ 0 w 1595052"/>
                    <a:gd name="connsiteY2123" fmla="*/ 1166409 h 1239973"/>
                    <a:gd name="connsiteX2124" fmla="*/ 2929 w 1595052"/>
                    <a:gd name="connsiteY2124" fmla="*/ 1165077 h 1239973"/>
                    <a:gd name="connsiteX2125" fmla="*/ 3403 w 1595052"/>
                    <a:gd name="connsiteY2125" fmla="*/ 1161350 h 1239973"/>
                    <a:gd name="connsiteX2126" fmla="*/ 4190 w 1595052"/>
                    <a:gd name="connsiteY2126" fmla="*/ 1161084 h 1239973"/>
                    <a:gd name="connsiteX2127" fmla="*/ 8740 w 1595052"/>
                    <a:gd name="connsiteY2127" fmla="*/ 1159949 h 1239973"/>
                    <a:gd name="connsiteX2128" fmla="*/ 11159 w 1595052"/>
                    <a:gd name="connsiteY2128" fmla="*/ 1155342 h 1239973"/>
                    <a:gd name="connsiteX2129" fmla="*/ 10499 w 1595052"/>
                    <a:gd name="connsiteY2129" fmla="*/ 1153930 h 1239973"/>
                    <a:gd name="connsiteX2130" fmla="*/ 10557 w 1595052"/>
                    <a:gd name="connsiteY2130" fmla="*/ 1152541 h 1239973"/>
                    <a:gd name="connsiteX2131" fmla="*/ 8647 w 1595052"/>
                    <a:gd name="connsiteY2131" fmla="*/ 1149913 h 1239973"/>
                    <a:gd name="connsiteX2132" fmla="*/ 8254 w 1595052"/>
                    <a:gd name="connsiteY2132" fmla="*/ 1149068 h 1239973"/>
                    <a:gd name="connsiteX2133" fmla="*/ 7733 w 1595052"/>
                    <a:gd name="connsiteY2133" fmla="*/ 1136948 h 1239973"/>
                    <a:gd name="connsiteX2134" fmla="*/ 4874 w 1595052"/>
                    <a:gd name="connsiteY2134" fmla="*/ 1132978 h 1239973"/>
                    <a:gd name="connsiteX2135" fmla="*/ 4318 w 1595052"/>
                    <a:gd name="connsiteY2135" fmla="*/ 1132121 h 1239973"/>
                    <a:gd name="connsiteX2136" fmla="*/ 7362 w 1595052"/>
                    <a:gd name="connsiteY2136" fmla="*/ 1130628 h 1239973"/>
                    <a:gd name="connsiteX2137" fmla="*/ 7166 w 1595052"/>
                    <a:gd name="connsiteY2137" fmla="*/ 1129933 h 1239973"/>
                    <a:gd name="connsiteX2138" fmla="*/ 7513 w 1595052"/>
                    <a:gd name="connsiteY2138" fmla="*/ 1129702 h 1239973"/>
                    <a:gd name="connsiteX2139" fmla="*/ 6506 w 1595052"/>
                    <a:gd name="connsiteY2139" fmla="*/ 1127687 h 1239973"/>
                    <a:gd name="connsiteX2140" fmla="*/ 10881 w 1595052"/>
                    <a:gd name="connsiteY2140" fmla="*/ 1126217 h 1239973"/>
                    <a:gd name="connsiteX2141" fmla="*/ 11368 w 1595052"/>
                    <a:gd name="connsiteY2141" fmla="*/ 1119758 h 1239973"/>
                    <a:gd name="connsiteX2142" fmla="*/ 13347 w 1595052"/>
                    <a:gd name="connsiteY2142" fmla="*/ 1118010 h 1239973"/>
                    <a:gd name="connsiteX2143" fmla="*/ 16172 w 1595052"/>
                    <a:gd name="connsiteY2143" fmla="*/ 1115857 h 1239973"/>
                    <a:gd name="connsiteX2144" fmla="*/ 16218 w 1595052"/>
                    <a:gd name="connsiteY2144" fmla="*/ 1115463 h 1239973"/>
                    <a:gd name="connsiteX2145" fmla="*/ 20026 w 1595052"/>
                    <a:gd name="connsiteY2145" fmla="*/ 1112095 h 1239973"/>
                    <a:gd name="connsiteX2146" fmla="*/ 19448 w 1595052"/>
                    <a:gd name="connsiteY2146" fmla="*/ 1109930 h 1239973"/>
                    <a:gd name="connsiteX2147" fmla="*/ 24564 w 1595052"/>
                    <a:gd name="connsiteY2147" fmla="*/ 1111226 h 1239973"/>
                    <a:gd name="connsiteX2148" fmla="*/ 24599 w 1595052"/>
                    <a:gd name="connsiteY2148" fmla="*/ 1111203 h 1239973"/>
                    <a:gd name="connsiteX2149" fmla="*/ 25490 w 1595052"/>
                    <a:gd name="connsiteY2149" fmla="*/ 1111424 h 1239973"/>
                    <a:gd name="connsiteX2150" fmla="*/ 29218 w 1595052"/>
                    <a:gd name="connsiteY2150" fmla="*/ 1109201 h 1239973"/>
                    <a:gd name="connsiteX2151" fmla="*/ 32343 w 1595052"/>
                    <a:gd name="connsiteY2151" fmla="*/ 1109328 h 1239973"/>
                    <a:gd name="connsiteX2152" fmla="*/ 36071 w 1595052"/>
                    <a:gd name="connsiteY2152" fmla="*/ 1109907 h 1239973"/>
                    <a:gd name="connsiteX2153" fmla="*/ 41835 w 1595052"/>
                    <a:gd name="connsiteY2153" fmla="*/ 1101897 h 1239973"/>
                    <a:gd name="connsiteX2154" fmla="*/ 44776 w 1595052"/>
                    <a:gd name="connsiteY2154" fmla="*/ 1102521 h 1239973"/>
                    <a:gd name="connsiteX2155" fmla="*/ 44185 w 1595052"/>
                    <a:gd name="connsiteY2155" fmla="*/ 1100091 h 1239973"/>
                    <a:gd name="connsiteX2156" fmla="*/ 48202 w 1595052"/>
                    <a:gd name="connsiteY2156" fmla="*/ 1097150 h 1239973"/>
                    <a:gd name="connsiteX2157" fmla="*/ 48225 w 1595052"/>
                    <a:gd name="connsiteY2157" fmla="*/ 1097127 h 1239973"/>
                    <a:gd name="connsiteX2158" fmla="*/ 47531 w 1595052"/>
                    <a:gd name="connsiteY2158" fmla="*/ 1095437 h 1239973"/>
                    <a:gd name="connsiteX2159" fmla="*/ 49313 w 1595052"/>
                    <a:gd name="connsiteY2159" fmla="*/ 1098227 h 1239973"/>
                    <a:gd name="connsiteX2160" fmla="*/ 51096 w 1595052"/>
                    <a:gd name="connsiteY2160" fmla="*/ 1098273 h 1239973"/>
                    <a:gd name="connsiteX2161" fmla="*/ 51767 w 1595052"/>
                    <a:gd name="connsiteY2161" fmla="*/ 1096398 h 1239973"/>
                    <a:gd name="connsiteX2162" fmla="*/ 53492 w 1595052"/>
                    <a:gd name="connsiteY2162" fmla="*/ 1096814 h 1239973"/>
                    <a:gd name="connsiteX2163" fmla="*/ 53515 w 1595052"/>
                    <a:gd name="connsiteY2163" fmla="*/ 1094372 h 1239973"/>
                    <a:gd name="connsiteX2164" fmla="*/ 56340 w 1595052"/>
                    <a:gd name="connsiteY2164" fmla="*/ 1094823 h 1239973"/>
                    <a:gd name="connsiteX2165" fmla="*/ 57162 w 1595052"/>
                    <a:gd name="connsiteY2165" fmla="*/ 1091351 h 1239973"/>
                    <a:gd name="connsiteX2166" fmla="*/ 58609 w 1595052"/>
                    <a:gd name="connsiteY2166" fmla="*/ 1092994 h 1239973"/>
                    <a:gd name="connsiteX2167" fmla="*/ 60982 w 1595052"/>
                    <a:gd name="connsiteY2167" fmla="*/ 1092334 h 1239973"/>
                    <a:gd name="connsiteX2168" fmla="*/ 61792 w 1595052"/>
                    <a:gd name="connsiteY2168" fmla="*/ 1091397 h 1239973"/>
                    <a:gd name="connsiteX2169" fmla="*/ 64698 w 1595052"/>
                    <a:gd name="connsiteY2169" fmla="*/ 1089788 h 1239973"/>
                    <a:gd name="connsiteX2170" fmla="*/ 64709 w 1595052"/>
                    <a:gd name="connsiteY2170" fmla="*/ 1089777 h 1239973"/>
                    <a:gd name="connsiteX2171" fmla="*/ 64987 w 1595052"/>
                    <a:gd name="connsiteY2171" fmla="*/ 1089811 h 1239973"/>
                    <a:gd name="connsiteX2172" fmla="*/ 65022 w 1595052"/>
                    <a:gd name="connsiteY2172" fmla="*/ 1089418 h 1239973"/>
                    <a:gd name="connsiteX2173" fmla="*/ 65682 w 1595052"/>
                    <a:gd name="connsiteY2173" fmla="*/ 1088665 h 1239973"/>
                    <a:gd name="connsiteX2174" fmla="*/ 65126 w 1595052"/>
                    <a:gd name="connsiteY2174" fmla="*/ 1088051 h 1239973"/>
                    <a:gd name="connsiteX2175" fmla="*/ 65207 w 1595052"/>
                    <a:gd name="connsiteY2175" fmla="*/ 1086825 h 1239973"/>
                    <a:gd name="connsiteX2176" fmla="*/ 69687 w 1595052"/>
                    <a:gd name="connsiteY2176" fmla="*/ 1085690 h 1239973"/>
                    <a:gd name="connsiteX2177" fmla="*/ 71539 w 1595052"/>
                    <a:gd name="connsiteY2177" fmla="*/ 1083074 h 1239973"/>
                    <a:gd name="connsiteX2178" fmla="*/ 72095 w 1595052"/>
                    <a:gd name="connsiteY2178" fmla="*/ 1083294 h 1239973"/>
                    <a:gd name="connsiteX2179" fmla="*/ 74537 w 1595052"/>
                    <a:gd name="connsiteY2179" fmla="*/ 1084533 h 1239973"/>
                    <a:gd name="connsiteX2180" fmla="*/ 75000 w 1595052"/>
                    <a:gd name="connsiteY2180" fmla="*/ 1084417 h 1239973"/>
                    <a:gd name="connsiteX2181" fmla="*/ 75915 w 1595052"/>
                    <a:gd name="connsiteY2181" fmla="*/ 1084776 h 1239973"/>
                    <a:gd name="connsiteX2182" fmla="*/ 86796 w 1595052"/>
                    <a:gd name="connsiteY2182" fmla="*/ 1081639 h 1239973"/>
                    <a:gd name="connsiteX2183" fmla="*/ 89690 w 1595052"/>
                    <a:gd name="connsiteY2183" fmla="*/ 1083780 h 1239973"/>
                    <a:gd name="connsiteX2184" fmla="*/ 91936 w 1595052"/>
                    <a:gd name="connsiteY2184" fmla="*/ 1084787 h 1239973"/>
                    <a:gd name="connsiteX2185" fmla="*/ 94922 w 1595052"/>
                    <a:gd name="connsiteY2185" fmla="*/ 1082900 h 1239973"/>
                    <a:gd name="connsiteX2186" fmla="*/ 95107 w 1595052"/>
                    <a:gd name="connsiteY2186" fmla="*/ 1083132 h 1239973"/>
                    <a:gd name="connsiteX2187" fmla="*/ 93695 w 1595052"/>
                    <a:gd name="connsiteY2187" fmla="*/ 1086014 h 1239973"/>
                    <a:gd name="connsiteX2188" fmla="*/ 96473 w 1595052"/>
                    <a:gd name="connsiteY2188" fmla="*/ 1089036 h 1239973"/>
                    <a:gd name="connsiteX2189" fmla="*/ 97388 w 1595052"/>
                    <a:gd name="connsiteY2189" fmla="*/ 1090031 h 1239973"/>
                    <a:gd name="connsiteX2190" fmla="*/ 97307 w 1595052"/>
                    <a:gd name="connsiteY2190" fmla="*/ 1093723 h 1239973"/>
                    <a:gd name="connsiteX2191" fmla="*/ 109346 w 1595052"/>
                    <a:gd name="connsiteY2191" fmla="*/ 1098273 h 1239973"/>
                    <a:gd name="connsiteX2192" fmla="*/ 111429 w 1595052"/>
                    <a:gd name="connsiteY2192" fmla="*/ 1102278 h 1239973"/>
                    <a:gd name="connsiteX2193" fmla="*/ 109520 w 1595052"/>
                    <a:gd name="connsiteY2193" fmla="*/ 1103043 h 1239973"/>
                    <a:gd name="connsiteX2194" fmla="*/ 107146 w 1595052"/>
                    <a:gd name="connsiteY2194" fmla="*/ 1108274 h 1239973"/>
                    <a:gd name="connsiteX2195" fmla="*/ 107332 w 1595052"/>
                    <a:gd name="connsiteY2195" fmla="*/ 1108344 h 1239973"/>
                    <a:gd name="connsiteX2196" fmla="*/ 108767 w 1595052"/>
                    <a:gd name="connsiteY2196" fmla="*/ 1108448 h 1239973"/>
                    <a:gd name="connsiteX2197" fmla="*/ 108871 w 1595052"/>
                    <a:gd name="connsiteY2197" fmla="*/ 1108518 h 1239973"/>
                    <a:gd name="connsiteX2198" fmla="*/ 111094 w 1595052"/>
                    <a:gd name="connsiteY2198" fmla="*/ 1106782 h 1239973"/>
                    <a:gd name="connsiteX2199" fmla="*/ 110399 w 1595052"/>
                    <a:gd name="connsiteY2199" fmla="*/ 1104177 h 1239973"/>
                    <a:gd name="connsiteX2200" fmla="*/ 112113 w 1595052"/>
                    <a:gd name="connsiteY2200" fmla="*/ 1102499 h 1239973"/>
                    <a:gd name="connsiteX2201" fmla="*/ 110376 w 1595052"/>
                    <a:gd name="connsiteY2201" fmla="*/ 1099951 h 1239973"/>
                    <a:gd name="connsiteX2202" fmla="*/ 114798 w 1595052"/>
                    <a:gd name="connsiteY2202" fmla="*/ 1103702 h 1239973"/>
                    <a:gd name="connsiteX2203" fmla="*/ 114636 w 1595052"/>
                    <a:gd name="connsiteY2203" fmla="*/ 1101503 h 1239973"/>
                    <a:gd name="connsiteX2204" fmla="*/ 114578 w 1595052"/>
                    <a:gd name="connsiteY2204" fmla="*/ 1101422 h 1239973"/>
                    <a:gd name="connsiteX2205" fmla="*/ 110527 w 1595052"/>
                    <a:gd name="connsiteY2205" fmla="*/ 1098169 h 1239973"/>
                    <a:gd name="connsiteX2206" fmla="*/ 120204 w 1595052"/>
                    <a:gd name="connsiteY2206" fmla="*/ 1089036 h 1239973"/>
                    <a:gd name="connsiteX2207" fmla="*/ 120493 w 1595052"/>
                    <a:gd name="connsiteY2207" fmla="*/ 1088769 h 1239973"/>
                    <a:gd name="connsiteX2208" fmla="*/ 127300 w 1595052"/>
                    <a:gd name="connsiteY2208" fmla="*/ 1078305 h 1239973"/>
                    <a:gd name="connsiteX2209" fmla="*/ 126096 w 1595052"/>
                    <a:gd name="connsiteY2209" fmla="*/ 1071440 h 1239973"/>
                    <a:gd name="connsiteX2210" fmla="*/ 126096 w 1595052"/>
                    <a:gd name="connsiteY2210" fmla="*/ 1071371 h 1239973"/>
                    <a:gd name="connsiteX2211" fmla="*/ 130205 w 1595052"/>
                    <a:gd name="connsiteY2211" fmla="*/ 1071938 h 1239973"/>
                    <a:gd name="connsiteX2212" fmla="*/ 132822 w 1595052"/>
                    <a:gd name="connsiteY2212" fmla="*/ 1069484 h 1239973"/>
                    <a:gd name="connsiteX2213" fmla="*/ 134477 w 1595052"/>
                    <a:gd name="connsiteY2213" fmla="*/ 1073697 h 1239973"/>
                    <a:gd name="connsiteX2214" fmla="*/ 135924 w 1595052"/>
                    <a:gd name="connsiteY2214" fmla="*/ 1073755 h 1239973"/>
                    <a:gd name="connsiteX2215" fmla="*/ 136202 w 1595052"/>
                    <a:gd name="connsiteY2215" fmla="*/ 1074149 h 1239973"/>
                    <a:gd name="connsiteX2216" fmla="*/ 137012 w 1595052"/>
                    <a:gd name="connsiteY2216" fmla="*/ 1073802 h 1239973"/>
                    <a:gd name="connsiteX2217" fmla="*/ 138702 w 1595052"/>
                    <a:gd name="connsiteY2217" fmla="*/ 1073871 h 1239973"/>
                    <a:gd name="connsiteX2218" fmla="*/ 140867 w 1595052"/>
                    <a:gd name="connsiteY2218" fmla="*/ 1072169 h 1239973"/>
                    <a:gd name="connsiteX2219" fmla="*/ 141272 w 1595052"/>
                    <a:gd name="connsiteY2219" fmla="*/ 1072007 h 1239973"/>
                    <a:gd name="connsiteX2220" fmla="*/ 146713 w 1595052"/>
                    <a:gd name="connsiteY2220" fmla="*/ 1073570 h 1239973"/>
                    <a:gd name="connsiteX2221" fmla="*/ 150649 w 1595052"/>
                    <a:gd name="connsiteY2221" fmla="*/ 1071452 h 1239973"/>
                    <a:gd name="connsiteX2222" fmla="*/ 153959 w 1595052"/>
                    <a:gd name="connsiteY2222" fmla="*/ 1068870 h 1239973"/>
                    <a:gd name="connsiteX2223" fmla="*/ 158937 w 1595052"/>
                    <a:gd name="connsiteY2223" fmla="*/ 1063731 h 1239973"/>
                    <a:gd name="connsiteX2224" fmla="*/ 158775 w 1595052"/>
                    <a:gd name="connsiteY2224" fmla="*/ 1063731 h 1239973"/>
                    <a:gd name="connsiteX2225" fmla="*/ 158624 w 1595052"/>
                    <a:gd name="connsiteY2225" fmla="*/ 1063731 h 1239973"/>
                    <a:gd name="connsiteX2226" fmla="*/ 162086 w 1595052"/>
                    <a:gd name="connsiteY2226" fmla="*/ 1060085 h 1239973"/>
                    <a:gd name="connsiteX2227" fmla="*/ 162641 w 1595052"/>
                    <a:gd name="connsiteY2227" fmla="*/ 1059934 h 1239973"/>
                    <a:gd name="connsiteX2228" fmla="*/ 164516 w 1595052"/>
                    <a:gd name="connsiteY2228" fmla="*/ 1060964 h 1239973"/>
                    <a:gd name="connsiteX2229" fmla="*/ 165489 w 1595052"/>
                    <a:gd name="connsiteY2229" fmla="*/ 1059425 h 1239973"/>
                    <a:gd name="connsiteX2230" fmla="*/ 166693 w 1595052"/>
                    <a:gd name="connsiteY2230" fmla="*/ 1060987 h 1239973"/>
                    <a:gd name="connsiteX2231" fmla="*/ 165755 w 1595052"/>
                    <a:gd name="connsiteY2231" fmla="*/ 1059158 h 1239973"/>
                    <a:gd name="connsiteX2232" fmla="*/ 168337 w 1595052"/>
                    <a:gd name="connsiteY2232" fmla="*/ 1058776 h 1239973"/>
                    <a:gd name="connsiteX2233" fmla="*/ 167387 w 1595052"/>
                    <a:gd name="connsiteY2233" fmla="*/ 1057155 h 1239973"/>
                    <a:gd name="connsiteX2234" fmla="*/ 170953 w 1595052"/>
                    <a:gd name="connsiteY2234" fmla="*/ 1053914 h 1239973"/>
                    <a:gd name="connsiteX2235" fmla="*/ 172828 w 1595052"/>
                    <a:gd name="connsiteY2235" fmla="*/ 1053555 h 1239973"/>
                    <a:gd name="connsiteX2236" fmla="*/ 176787 w 1595052"/>
                    <a:gd name="connsiteY2236" fmla="*/ 1053336 h 1239973"/>
                    <a:gd name="connsiteX2237" fmla="*/ 177551 w 1595052"/>
                    <a:gd name="connsiteY2237" fmla="*/ 1050476 h 1239973"/>
                    <a:gd name="connsiteX2238" fmla="*/ 181776 w 1595052"/>
                    <a:gd name="connsiteY2238" fmla="*/ 1049469 h 1239973"/>
                    <a:gd name="connsiteX2239" fmla="*/ 184960 w 1595052"/>
                    <a:gd name="connsiteY2239" fmla="*/ 1046471 h 1239973"/>
                    <a:gd name="connsiteX2240" fmla="*/ 186708 w 1595052"/>
                    <a:gd name="connsiteY2240" fmla="*/ 1041296 h 1239973"/>
                    <a:gd name="connsiteX2241" fmla="*/ 188687 w 1595052"/>
                    <a:gd name="connsiteY2241" fmla="*/ 1036203 h 1239973"/>
                    <a:gd name="connsiteX2242" fmla="*/ 188363 w 1595052"/>
                    <a:gd name="connsiteY2242" fmla="*/ 1028262 h 1239973"/>
                    <a:gd name="connsiteX2243" fmla="*/ 194023 w 1595052"/>
                    <a:gd name="connsiteY2243" fmla="*/ 1026039 h 1239973"/>
                    <a:gd name="connsiteX2244" fmla="*/ 194382 w 1595052"/>
                    <a:gd name="connsiteY2244" fmla="*/ 1026097 h 1239973"/>
                    <a:gd name="connsiteX2245" fmla="*/ 201606 w 1595052"/>
                    <a:gd name="connsiteY2245" fmla="*/ 1027521 h 1239973"/>
                    <a:gd name="connsiteX2246" fmla="*/ 202508 w 1595052"/>
                    <a:gd name="connsiteY2246" fmla="*/ 1026063 h 1239973"/>
                    <a:gd name="connsiteX2247" fmla="*/ 204210 w 1595052"/>
                    <a:gd name="connsiteY2247" fmla="*/ 1024523 h 1239973"/>
                    <a:gd name="connsiteX2248" fmla="*/ 205206 w 1595052"/>
                    <a:gd name="connsiteY2248" fmla="*/ 1024489 h 1239973"/>
                    <a:gd name="connsiteX2249" fmla="*/ 205437 w 1595052"/>
                    <a:gd name="connsiteY2249" fmla="*/ 1023412 h 1239973"/>
                    <a:gd name="connsiteX2250" fmla="*/ 205819 w 1595052"/>
                    <a:gd name="connsiteY2250" fmla="*/ 1023065 h 1239973"/>
                    <a:gd name="connsiteX2251" fmla="*/ 205970 w 1595052"/>
                    <a:gd name="connsiteY2251" fmla="*/ 1020993 h 1239973"/>
                    <a:gd name="connsiteX2252" fmla="*/ 209350 w 1595052"/>
                    <a:gd name="connsiteY2252" fmla="*/ 1019638 h 1239973"/>
                    <a:gd name="connsiteX2253" fmla="*/ 209327 w 1595052"/>
                    <a:gd name="connsiteY2253" fmla="*/ 1019430 h 1239973"/>
                    <a:gd name="connsiteX2254" fmla="*/ 209489 w 1595052"/>
                    <a:gd name="connsiteY2254" fmla="*/ 1019360 h 1239973"/>
                    <a:gd name="connsiteX2255" fmla="*/ 209338 w 1595052"/>
                    <a:gd name="connsiteY2255" fmla="*/ 1016269 h 1239973"/>
                    <a:gd name="connsiteX2256" fmla="*/ 209790 w 1595052"/>
                    <a:gd name="connsiteY2256" fmla="*/ 1016119 h 1239973"/>
                    <a:gd name="connsiteX2257" fmla="*/ 213702 w 1595052"/>
                    <a:gd name="connsiteY2257" fmla="*/ 1015818 h 1239973"/>
                    <a:gd name="connsiteX2258" fmla="*/ 214073 w 1595052"/>
                    <a:gd name="connsiteY2258" fmla="*/ 1014695 h 1239973"/>
                    <a:gd name="connsiteX2259" fmla="*/ 216469 w 1595052"/>
                    <a:gd name="connsiteY2259" fmla="*/ 1013896 h 1239973"/>
                    <a:gd name="connsiteX2260" fmla="*/ 216724 w 1595052"/>
                    <a:gd name="connsiteY2260" fmla="*/ 1013029 h 1239973"/>
                    <a:gd name="connsiteX2261" fmla="*/ 218541 w 1595052"/>
                    <a:gd name="connsiteY2261" fmla="*/ 1012241 h 1239973"/>
                    <a:gd name="connsiteX2262" fmla="*/ 219838 w 1595052"/>
                    <a:gd name="connsiteY2262" fmla="*/ 1013248 h 1239973"/>
                    <a:gd name="connsiteX2263" fmla="*/ 223287 w 1595052"/>
                    <a:gd name="connsiteY2263" fmla="*/ 996231 h 1239973"/>
                    <a:gd name="connsiteX2264" fmla="*/ 220613 w 1595052"/>
                    <a:gd name="connsiteY2264" fmla="*/ 994252 h 1239973"/>
                    <a:gd name="connsiteX2265" fmla="*/ 220058 w 1595052"/>
                    <a:gd name="connsiteY2265" fmla="*/ 993616 h 1239973"/>
                    <a:gd name="connsiteX2266" fmla="*/ 221840 w 1595052"/>
                    <a:gd name="connsiteY2266" fmla="*/ 992724 h 1239973"/>
                    <a:gd name="connsiteX2267" fmla="*/ 222338 w 1595052"/>
                    <a:gd name="connsiteY2267" fmla="*/ 992550 h 1239973"/>
                    <a:gd name="connsiteX2268" fmla="*/ 222292 w 1595052"/>
                    <a:gd name="connsiteY2268" fmla="*/ 992492 h 1239973"/>
                    <a:gd name="connsiteX2269" fmla="*/ 222338 w 1595052"/>
                    <a:gd name="connsiteY2269" fmla="*/ 992470 h 1239973"/>
                    <a:gd name="connsiteX2270" fmla="*/ 219548 w 1595052"/>
                    <a:gd name="connsiteY2270" fmla="*/ 987805 h 1239973"/>
                    <a:gd name="connsiteX2271" fmla="*/ 219618 w 1595052"/>
                    <a:gd name="connsiteY2271" fmla="*/ 987747 h 1239973"/>
                    <a:gd name="connsiteX2272" fmla="*/ 224757 w 1595052"/>
                    <a:gd name="connsiteY2272" fmla="*/ 988279 h 1239973"/>
                    <a:gd name="connsiteX2273" fmla="*/ 223542 w 1595052"/>
                    <a:gd name="connsiteY2273" fmla="*/ 987446 h 1239973"/>
                    <a:gd name="connsiteX2274" fmla="*/ 225220 w 1595052"/>
                    <a:gd name="connsiteY2274" fmla="*/ 984412 h 1239973"/>
                    <a:gd name="connsiteX2275" fmla="*/ 224537 w 1595052"/>
                    <a:gd name="connsiteY2275" fmla="*/ 983336 h 1239973"/>
                    <a:gd name="connsiteX2276" fmla="*/ 223542 w 1595052"/>
                    <a:gd name="connsiteY2276" fmla="*/ 981785 h 1239973"/>
                    <a:gd name="connsiteX2277" fmla="*/ 223530 w 1595052"/>
                    <a:gd name="connsiteY2277" fmla="*/ 980002 h 1239973"/>
                    <a:gd name="connsiteX2278" fmla="*/ 224642 w 1595052"/>
                    <a:gd name="connsiteY2278" fmla="*/ 978949 h 1239973"/>
                    <a:gd name="connsiteX2279" fmla="*/ 225938 w 1595052"/>
                    <a:gd name="connsiteY2279" fmla="*/ 979400 h 1239973"/>
                    <a:gd name="connsiteX2280" fmla="*/ 228045 w 1595052"/>
                    <a:gd name="connsiteY2280" fmla="*/ 981183 h 1239973"/>
                    <a:gd name="connsiteX2281" fmla="*/ 227084 w 1595052"/>
                    <a:gd name="connsiteY2281" fmla="*/ 979551 h 1239973"/>
                    <a:gd name="connsiteX2282" fmla="*/ 228334 w 1595052"/>
                    <a:gd name="connsiteY2282" fmla="*/ 976831 h 1239973"/>
                    <a:gd name="connsiteX2283" fmla="*/ 230105 w 1595052"/>
                    <a:gd name="connsiteY2283" fmla="*/ 978451 h 1239973"/>
                    <a:gd name="connsiteX2284" fmla="*/ 230233 w 1595052"/>
                    <a:gd name="connsiteY2284" fmla="*/ 978393 h 1239973"/>
                    <a:gd name="connsiteX2285" fmla="*/ 231726 w 1595052"/>
                    <a:gd name="connsiteY2285" fmla="*/ 979736 h 1239973"/>
                    <a:gd name="connsiteX2286" fmla="*/ 238243 w 1595052"/>
                    <a:gd name="connsiteY2286" fmla="*/ 977120 h 1239973"/>
                    <a:gd name="connsiteX2287" fmla="*/ 241079 w 1595052"/>
                    <a:gd name="connsiteY2287" fmla="*/ 977872 h 1239973"/>
                    <a:gd name="connsiteX2288" fmla="*/ 241693 w 1595052"/>
                    <a:gd name="connsiteY2288" fmla="*/ 979725 h 1239973"/>
                    <a:gd name="connsiteX2289" fmla="*/ 242248 w 1595052"/>
                    <a:gd name="connsiteY2289" fmla="*/ 978648 h 1239973"/>
                    <a:gd name="connsiteX2290" fmla="*/ 242503 w 1595052"/>
                    <a:gd name="connsiteY2290" fmla="*/ 978764 h 1239973"/>
                    <a:gd name="connsiteX2291" fmla="*/ 246184 w 1595052"/>
                    <a:gd name="connsiteY2291" fmla="*/ 980512 h 1239973"/>
                    <a:gd name="connsiteX2292" fmla="*/ 247932 w 1595052"/>
                    <a:gd name="connsiteY2292" fmla="*/ 980477 h 1239973"/>
                    <a:gd name="connsiteX2293" fmla="*/ 249298 w 1595052"/>
                    <a:gd name="connsiteY2293" fmla="*/ 979412 h 1239973"/>
                    <a:gd name="connsiteX2294" fmla="*/ 249321 w 1595052"/>
                    <a:gd name="connsiteY2294" fmla="*/ 979250 h 1239973"/>
                    <a:gd name="connsiteX2295" fmla="*/ 248916 w 1595052"/>
                    <a:gd name="connsiteY2295" fmla="*/ 979539 h 1239973"/>
                    <a:gd name="connsiteX2296" fmla="*/ 247828 w 1595052"/>
                    <a:gd name="connsiteY2296" fmla="*/ 980327 h 1239973"/>
                    <a:gd name="connsiteX2297" fmla="*/ 247411 w 1595052"/>
                    <a:gd name="connsiteY2297" fmla="*/ 980071 h 1239973"/>
                    <a:gd name="connsiteX2298" fmla="*/ 243881 w 1595052"/>
                    <a:gd name="connsiteY2298" fmla="*/ 977942 h 1239973"/>
                    <a:gd name="connsiteX2299" fmla="*/ 242503 w 1595052"/>
                    <a:gd name="connsiteY2299" fmla="*/ 977641 h 1239973"/>
                    <a:gd name="connsiteX2300" fmla="*/ 237931 w 1595052"/>
                    <a:gd name="connsiteY2300" fmla="*/ 976633 h 1239973"/>
                    <a:gd name="connsiteX2301" fmla="*/ 233474 w 1595052"/>
                    <a:gd name="connsiteY2301" fmla="*/ 976298 h 1239973"/>
                    <a:gd name="connsiteX2302" fmla="*/ 232791 w 1595052"/>
                    <a:gd name="connsiteY2302" fmla="*/ 974492 h 1239973"/>
                    <a:gd name="connsiteX2303" fmla="*/ 235870 w 1595052"/>
                    <a:gd name="connsiteY2303" fmla="*/ 974457 h 1239973"/>
                    <a:gd name="connsiteX2304" fmla="*/ 238810 w 1595052"/>
                    <a:gd name="connsiteY2304" fmla="*/ 974481 h 1239973"/>
                    <a:gd name="connsiteX2305" fmla="*/ 241218 w 1595052"/>
                    <a:gd name="connsiteY2305" fmla="*/ 974457 h 1239973"/>
                    <a:gd name="connsiteX2306" fmla="*/ 242503 w 1595052"/>
                    <a:gd name="connsiteY2306" fmla="*/ 971818 h 1239973"/>
                    <a:gd name="connsiteX2307" fmla="*/ 242700 w 1595052"/>
                    <a:gd name="connsiteY2307" fmla="*/ 971413 h 1239973"/>
                    <a:gd name="connsiteX2308" fmla="*/ 242503 w 1595052"/>
                    <a:gd name="connsiteY2308" fmla="*/ 969978 h 1239973"/>
                    <a:gd name="connsiteX2309" fmla="*/ 242237 w 1595052"/>
                    <a:gd name="connsiteY2309" fmla="*/ 968091 h 1239973"/>
                    <a:gd name="connsiteX2310" fmla="*/ 243985 w 1595052"/>
                    <a:gd name="connsiteY2310" fmla="*/ 970070 h 1239973"/>
                    <a:gd name="connsiteX2311" fmla="*/ 244159 w 1595052"/>
                    <a:gd name="connsiteY2311" fmla="*/ 970325 h 1239973"/>
                    <a:gd name="connsiteX2312" fmla="*/ 244216 w 1595052"/>
                    <a:gd name="connsiteY2312" fmla="*/ 970336 h 1239973"/>
                    <a:gd name="connsiteX2313" fmla="*/ 244309 w 1595052"/>
                    <a:gd name="connsiteY2313" fmla="*/ 970429 h 1239973"/>
                    <a:gd name="connsiteX2314" fmla="*/ 246439 w 1595052"/>
                    <a:gd name="connsiteY2314" fmla="*/ 970475 h 1239973"/>
                    <a:gd name="connsiteX2315" fmla="*/ 246543 w 1595052"/>
                    <a:gd name="connsiteY2315" fmla="*/ 970487 h 1239973"/>
                    <a:gd name="connsiteX2316" fmla="*/ 246786 w 1595052"/>
                    <a:gd name="connsiteY2316" fmla="*/ 971563 h 1239973"/>
                    <a:gd name="connsiteX2317" fmla="*/ 246890 w 1595052"/>
                    <a:gd name="connsiteY2317" fmla="*/ 972327 h 1239973"/>
                    <a:gd name="connsiteX2318" fmla="*/ 246960 w 1595052"/>
                    <a:gd name="connsiteY2318" fmla="*/ 972316 h 1239973"/>
                    <a:gd name="connsiteX2319" fmla="*/ 247307 w 1595052"/>
                    <a:gd name="connsiteY2319" fmla="*/ 973821 h 1239973"/>
                    <a:gd name="connsiteX2320" fmla="*/ 251324 w 1595052"/>
                    <a:gd name="connsiteY2320" fmla="*/ 972906 h 1239973"/>
                    <a:gd name="connsiteX2321" fmla="*/ 255121 w 1595052"/>
                    <a:gd name="connsiteY2321" fmla="*/ 970151 h 1239973"/>
                    <a:gd name="connsiteX2322" fmla="*/ 254612 w 1595052"/>
                    <a:gd name="connsiteY2322" fmla="*/ 968438 h 1239973"/>
                    <a:gd name="connsiteX2323" fmla="*/ 256915 w 1595052"/>
                    <a:gd name="connsiteY2323" fmla="*/ 968901 h 1239973"/>
                    <a:gd name="connsiteX2324" fmla="*/ 259045 w 1595052"/>
                    <a:gd name="connsiteY2324" fmla="*/ 967940 h 1239973"/>
                    <a:gd name="connsiteX2325" fmla="*/ 254785 w 1595052"/>
                    <a:gd name="connsiteY2325" fmla="*/ 966991 h 1239973"/>
                    <a:gd name="connsiteX2326" fmla="*/ 258918 w 1595052"/>
                    <a:gd name="connsiteY2326" fmla="*/ 966713 h 1239973"/>
                    <a:gd name="connsiteX2327" fmla="*/ 264081 w 1595052"/>
                    <a:gd name="connsiteY2327" fmla="*/ 957418 h 1239973"/>
                    <a:gd name="connsiteX2328" fmla="*/ 265423 w 1595052"/>
                    <a:gd name="connsiteY2328" fmla="*/ 952232 h 1239973"/>
                    <a:gd name="connsiteX2329" fmla="*/ 264312 w 1595052"/>
                    <a:gd name="connsiteY2329" fmla="*/ 949315 h 1239973"/>
                    <a:gd name="connsiteX2330" fmla="*/ 264474 w 1595052"/>
                    <a:gd name="connsiteY2330" fmla="*/ 948736 h 1239973"/>
                    <a:gd name="connsiteX2331" fmla="*/ 266095 w 1595052"/>
                    <a:gd name="connsiteY2331" fmla="*/ 948007 h 1239973"/>
                    <a:gd name="connsiteX2332" fmla="*/ 265099 w 1595052"/>
                    <a:gd name="connsiteY2332" fmla="*/ 946490 h 1239973"/>
                    <a:gd name="connsiteX2333" fmla="*/ 265377 w 1595052"/>
                    <a:gd name="connsiteY2333" fmla="*/ 945472 h 1239973"/>
                    <a:gd name="connsiteX2334" fmla="*/ 268283 w 1595052"/>
                    <a:gd name="connsiteY2334" fmla="*/ 944777 h 1239973"/>
                    <a:gd name="connsiteX2335" fmla="*/ 266535 w 1595052"/>
                    <a:gd name="connsiteY2335" fmla="*/ 941316 h 1239973"/>
                    <a:gd name="connsiteX2336" fmla="*/ 266650 w 1595052"/>
                    <a:gd name="connsiteY2336" fmla="*/ 940910 h 1239973"/>
                    <a:gd name="connsiteX2337" fmla="*/ 267021 w 1595052"/>
                    <a:gd name="connsiteY2337" fmla="*/ 937171 h 1239973"/>
                    <a:gd name="connsiteX2338" fmla="*/ 267322 w 1595052"/>
                    <a:gd name="connsiteY2338" fmla="*/ 936489 h 1239973"/>
                    <a:gd name="connsiteX2339" fmla="*/ 268016 w 1595052"/>
                    <a:gd name="connsiteY2339" fmla="*/ 928096 h 1239973"/>
                    <a:gd name="connsiteX2340" fmla="*/ 263745 w 1595052"/>
                    <a:gd name="connsiteY2340" fmla="*/ 925827 h 1239973"/>
                    <a:gd name="connsiteX2341" fmla="*/ 265817 w 1595052"/>
                    <a:gd name="connsiteY2341" fmla="*/ 925260 h 1239973"/>
                    <a:gd name="connsiteX2342" fmla="*/ 265574 w 1595052"/>
                    <a:gd name="connsiteY2342" fmla="*/ 923674 h 1239973"/>
                    <a:gd name="connsiteX2343" fmla="*/ 266396 w 1595052"/>
                    <a:gd name="connsiteY2343" fmla="*/ 922817 h 1239973"/>
                    <a:gd name="connsiteX2344" fmla="*/ 268537 w 1595052"/>
                    <a:gd name="connsiteY2344" fmla="*/ 922424 h 1239973"/>
                    <a:gd name="connsiteX2345" fmla="*/ 269290 w 1595052"/>
                    <a:gd name="connsiteY2345" fmla="*/ 919796 h 1239973"/>
                    <a:gd name="connsiteX2346" fmla="*/ 269869 w 1595052"/>
                    <a:gd name="connsiteY2346" fmla="*/ 919194 h 1239973"/>
                    <a:gd name="connsiteX2347" fmla="*/ 273596 w 1595052"/>
                    <a:gd name="connsiteY2347" fmla="*/ 919495 h 1239973"/>
                    <a:gd name="connsiteX2348" fmla="*/ 271061 w 1595052"/>
                    <a:gd name="connsiteY2348" fmla="*/ 918349 h 1239973"/>
                    <a:gd name="connsiteX2349" fmla="*/ 270771 w 1595052"/>
                    <a:gd name="connsiteY2349" fmla="*/ 917087 h 1239973"/>
                    <a:gd name="connsiteX2350" fmla="*/ 271489 w 1595052"/>
                    <a:gd name="connsiteY2350" fmla="*/ 914471 h 1239973"/>
                    <a:gd name="connsiteX2351" fmla="*/ 271408 w 1595052"/>
                    <a:gd name="connsiteY2351" fmla="*/ 914275 h 1239973"/>
                    <a:gd name="connsiteX2352" fmla="*/ 272045 w 1595052"/>
                    <a:gd name="connsiteY2352" fmla="*/ 912966 h 1239973"/>
                    <a:gd name="connsiteX2353" fmla="*/ 270887 w 1595052"/>
                    <a:gd name="connsiteY2353" fmla="*/ 912932 h 1239973"/>
                    <a:gd name="connsiteX2354" fmla="*/ 270771 w 1595052"/>
                    <a:gd name="connsiteY2354" fmla="*/ 912643 h 1239973"/>
                    <a:gd name="connsiteX2355" fmla="*/ 272045 w 1595052"/>
                    <a:gd name="connsiteY2355" fmla="*/ 911033 h 1239973"/>
                    <a:gd name="connsiteX2356" fmla="*/ 271292 w 1595052"/>
                    <a:gd name="connsiteY2356" fmla="*/ 910524 h 1239973"/>
                    <a:gd name="connsiteX2357" fmla="*/ 271570 w 1595052"/>
                    <a:gd name="connsiteY2357" fmla="*/ 910050 h 1239973"/>
                    <a:gd name="connsiteX2358" fmla="*/ 273492 w 1595052"/>
                    <a:gd name="connsiteY2358" fmla="*/ 909320 h 1239973"/>
                    <a:gd name="connsiteX2359" fmla="*/ 272114 w 1595052"/>
                    <a:gd name="connsiteY2359" fmla="*/ 907549 h 1239973"/>
                    <a:gd name="connsiteX2360" fmla="*/ 272103 w 1595052"/>
                    <a:gd name="connsiteY2360" fmla="*/ 907526 h 1239973"/>
                    <a:gd name="connsiteX2361" fmla="*/ 273619 w 1595052"/>
                    <a:gd name="connsiteY2361" fmla="*/ 905720 h 1239973"/>
                    <a:gd name="connsiteX2362" fmla="*/ 273179 w 1595052"/>
                    <a:gd name="connsiteY2362" fmla="*/ 902166 h 1239973"/>
                    <a:gd name="connsiteX2363" fmla="*/ 269243 w 1595052"/>
                    <a:gd name="connsiteY2363" fmla="*/ 897964 h 1239973"/>
                    <a:gd name="connsiteX2364" fmla="*/ 267542 w 1595052"/>
                    <a:gd name="connsiteY2364" fmla="*/ 898161 h 1239973"/>
                    <a:gd name="connsiteX2365" fmla="*/ 268804 w 1595052"/>
                    <a:gd name="connsiteY2365" fmla="*/ 895649 h 1239973"/>
                    <a:gd name="connsiteX2366" fmla="*/ 273457 w 1595052"/>
                    <a:gd name="connsiteY2366" fmla="*/ 894572 h 1239973"/>
                    <a:gd name="connsiteX2367" fmla="*/ 274534 w 1595052"/>
                    <a:gd name="connsiteY2367" fmla="*/ 896911 h 1239973"/>
                    <a:gd name="connsiteX2368" fmla="*/ 274522 w 1595052"/>
                    <a:gd name="connsiteY2368" fmla="*/ 896945 h 1239973"/>
                    <a:gd name="connsiteX2369" fmla="*/ 274568 w 1595052"/>
                    <a:gd name="connsiteY2369" fmla="*/ 896980 h 1239973"/>
                    <a:gd name="connsiteX2370" fmla="*/ 275205 w 1595052"/>
                    <a:gd name="connsiteY2370" fmla="*/ 898369 h 1239973"/>
                    <a:gd name="connsiteX2371" fmla="*/ 276027 w 1595052"/>
                    <a:gd name="connsiteY2371" fmla="*/ 898300 h 1239973"/>
                    <a:gd name="connsiteX2372" fmla="*/ 276143 w 1595052"/>
                    <a:gd name="connsiteY2372" fmla="*/ 898404 h 1239973"/>
                    <a:gd name="connsiteX2373" fmla="*/ 280912 w 1595052"/>
                    <a:gd name="connsiteY2373" fmla="*/ 897883 h 1239973"/>
                    <a:gd name="connsiteX2374" fmla="*/ 281086 w 1595052"/>
                    <a:gd name="connsiteY2374" fmla="*/ 897860 h 1239973"/>
                    <a:gd name="connsiteX2375" fmla="*/ 281097 w 1595052"/>
                    <a:gd name="connsiteY2375" fmla="*/ 897883 h 1239973"/>
                    <a:gd name="connsiteX2376" fmla="*/ 280576 w 1595052"/>
                    <a:gd name="connsiteY2376" fmla="*/ 899827 h 1239973"/>
                    <a:gd name="connsiteX2377" fmla="*/ 282938 w 1595052"/>
                    <a:gd name="connsiteY2377" fmla="*/ 901622 h 1239973"/>
                    <a:gd name="connsiteX2378" fmla="*/ 284778 w 1595052"/>
                    <a:gd name="connsiteY2378" fmla="*/ 900152 h 1239973"/>
                    <a:gd name="connsiteX2379" fmla="*/ 286376 w 1595052"/>
                    <a:gd name="connsiteY2379" fmla="*/ 900175 h 1239973"/>
                    <a:gd name="connsiteX2380" fmla="*/ 288401 w 1595052"/>
                    <a:gd name="connsiteY2380" fmla="*/ 900684 h 1239973"/>
                    <a:gd name="connsiteX2381" fmla="*/ 290786 w 1595052"/>
                    <a:gd name="connsiteY2381" fmla="*/ 898936 h 1239973"/>
                    <a:gd name="connsiteX2382" fmla="*/ 289663 w 1595052"/>
                    <a:gd name="connsiteY2382" fmla="*/ 897524 h 1239973"/>
                    <a:gd name="connsiteX2383" fmla="*/ 289964 w 1595052"/>
                    <a:gd name="connsiteY2383" fmla="*/ 896991 h 1239973"/>
                    <a:gd name="connsiteX2384" fmla="*/ 291295 w 1595052"/>
                    <a:gd name="connsiteY2384" fmla="*/ 896563 h 1239973"/>
                    <a:gd name="connsiteX2385" fmla="*/ 293136 w 1595052"/>
                    <a:gd name="connsiteY2385" fmla="*/ 891736 h 1239973"/>
                    <a:gd name="connsiteX2386" fmla="*/ 293495 w 1595052"/>
                    <a:gd name="connsiteY2386" fmla="*/ 891586 h 1239973"/>
                    <a:gd name="connsiteX2387" fmla="*/ 296875 w 1595052"/>
                    <a:gd name="connsiteY2387" fmla="*/ 890938 h 1239973"/>
                    <a:gd name="connsiteX2388" fmla="*/ 298392 w 1595052"/>
                    <a:gd name="connsiteY2388" fmla="*/ 889548 h 1239973"/>
                    <a:gd name="connsiteX2389" fmla="*/ 299839 w 1595052"/>
                    <a:gd name="connsiteY2389" fmla="*/ 888947 h 1239973"/>
                    <a:gd name="connsiteX2390" fmla="*/ 299260 w 1595052"/>
                    <a:gd name="connsiteY2390" fmla="*/ 887048 h 1239973"/>
                    <a:gd name="connsiteX2391" fmla="*/ 299260 w 1595052"/>
                    <a:gd name="connsiteY2391" fmla="*/ 886805 h 1239973"/>
                    <a:gd name="connsiteX2392" fmla="*/ 300093 w 1595052"/>
                    <a:gd name="connsiteY2392" fmla="*/ 886041 h 1239973"/>
                    <a:gd name="connsiteX2393" fmla="*/ 302501 w 1595052"/>
                    <a:gd name="connsiteY2393" fmla="*/ 885589 h 1239973"/>
                    <a:gd name="connsiteX2394" fmla="*/ 303462 w 1595052"/>
                    <a:gd name="connsiteY2394" fmla="*/ 885752 h 1239973"/>
                    <a:gd name="connsiteX2395" fmla="*/ 302779 w 1595052"/>
                    <a:gd name="connsiteY2395" fmla="*/ 888668 h 1239973"/>
                    <a:gd name="connsiteX2396" fmla="*/ 301436 w 1595052"/>
                    <a:gd name="connsiteY2396" fmla="*/ 892975 h 1239973"/>
                    <a:gd name="connsiteX2397" fmla="*/ 305140 w 1595052"/>
                    <a:gd name="connsiteY2397" fmla="*/ 894434 h 1239973"/>
                    <a:gd name="connsiteX2398" fmla="*/ 305383 w 1595052"/>
                    <a:gd name="connsiteY2398" fmla="*/ 894942 h 1239973"/>
                    <a:gd name="connsiteX2399" fmla="*/ 306992 w 1595052"/>
                    <a:gd name="connsiteY2399" fmla="*/ 899029 h 1239973"/>
                    <a:gd name="connsiteX2400" fmla="*/ 305487 w 1595052"/>
                    <a:gd name="connsiteY2400" fmla="*/ 901912 h 1239973"/>
                    <a:gd name="connsiteX2401" fmla="*/ 307953 w 1595052"/>
                    <a:gd name="connsiteY2401" fmla="*/ 908672 h 1239973"/>
                    <a:gd name="connsiteX2402" fmla="*/ 304955 w 1595052"/>
                    <a:gd name="connsiteY2402" fmla="*/ 910095 h 1239973"/>
                    <a:gd name="connsiteX2403" fmla="*/ 306055 w 1595052"/>
                    <a:gd name="connsiteY2403" fmla="*/ 910269 h 1239973"/>
                    <a:gd name="connsiteX2404" fmla="*/ 303508 w 1595052"/>
                    <a:gd name="connsiteY2404" fmla="*/ 914135 h 1239973"/>
                    <a:gd name="connsiteX2405" fmla="*/ 305487 w 1595052"/>
                    <a:gd name="connsiteY2405" fmla="*/ 919403 h 1239973"/>
                    <a:gd name="connsiteX2406" fmla="*/ 305233 w 1595052"/>
                    <a:gd name="connsiteY2406" fmla="*/ 911693 h 1239973"/>
                    <a:gd name="connsiteX2407" fmla="*/ 308497 w 1595052"/>
                    <a:gd name="connsiteY2407" fmla="*/ 911925 h 1239973"/>
                    <a:gd name="connsiteX2408" fmla="*/ 308439 w 1595052"/>
                    <a:gd name="connsiteY2408" fmla="*/ 908892 h 1239973"/>
                    <a:gd name="connsiteX2409" fmla="*/ 312144 w 1595052"/>
                    <a:gd name="connsiteY2409" fmla="*/ 907965 h 1239973"/>
                    <a:gd name="connsiteX2410" fmla="*/ 319494 w 1595052"/>
                    <a:gd name="connsiteY2410" fmla="*/ 911311 h 1239973"/>
                    <a:gd name="connsiteX2411" fmla="*/ 320930 w 1595052"/>
                    <a:gd name="connsiteY2411" fmla="*/ 915004 h 1239973"/>
                    <a:gd name="connsiteX2412" fmla="*/ 319610 w 1595052"/>
                    <a:gd name="connsiteY2412" fmla="*/ 911346 h 1239973"/>
                    <a:gd name="connsiteX2413" fmla="*/ 325016 w 1595052"/>
                    <a:gd name="connsiteY2413" fmla="*/ 909227 h 1239973"/>
                    <a:gd name="connsiteX2414" fmla="*/ 336233 w 1595052"/>
                    <a:gd name="connsiteY2414" fmla="*/ 910431 h 1239973"/>
                    <a:gd name="connsiteX2415" fmla="*/ 339764 w 1595052"/>
                    <a:gd name="connsiteY2415" fmla="*/ 913615 h 1239973"/>
                    <a:gd name="connsiteX2416" fmla="*/ 340516 w 1595052"/>
                    <a:gd name="connsiteY2416" fmla="*/ 914263 h 1239973"/>
                    <a:gd name="connsiteX2417" fmla="*/ 340956 w 1595052"/>
                    <a:gd name="connsiteY2417" fmla="*/ 914043 h 1239973"/>
                    <a:gd name="connsiteX2418" fmla="*/ 338826 w 1595052"/>
                    <a:gd name="connsiteY2418" fmla="*/ 911762 h 1239973"/>
                    <a:gd name="connsiteX2419" fmla="*/ 338479 w 1595052"/>
                    <a:gd name="connsiteY2419" fmla="*/ 908429 h 1239973"/>
                    <a:gd name="connsiteX2420" fmla="*/ 338375 w 1595052"/>
                    <a:gd name="connsiteY2420" fmla="*/ 908463 h 1239973"/>
                    <a:gd name="connsiteX2421" fmla="*/ 337229 w 1595052"/>
                    <a:gd name="connsiteY2421" fmla="*/ 908846 h 1239973"/>
                    <a:gd name="connsiteX2422" fmla="*/ 334566 w 1595052"/>
                    <a:gd name="connsiteY2422" fmla="*/ 905465 h 1239973"/>
                    <a:gd name="connsiteX2423" fmla="*/ 332101 w 1595052"/>
                    <a:gd name="connsiteY2423" fmla="*/ 907363 h 1239973"/>
                    <a:gd name="connsiteX2424" fmla="*/ 331800 w 1595052"/>
                    <a:gd name="connsiteY2424" fmla="*/ 905338 h 1239973"/>
                    <a:gd name="connsiteX2425" fmla="*/ 330758 w 1595052"/>
                    <a:gd name="connsiteY2425" fmla="*/ 907399 h 1239973"/>
                    <a:gd name="connsiteX2426" fmla="*/ 323303 w 1595052"/>
                    <a:gd name="connsiteY2426" fmla="*/ 905604 h 1239973"/>
                    <a:gd name="connsiteX2427" fmla="*/ 322562 w 1595052"/>
                    <a:gd name="connsiteY2427" fmla="*/ 907861 h 1239973"/>
                    <a:gd name="connsiteX2428" fmla="*/ 319517 w 1595052"/>
                    <a:gd name="connsiteY2428" fmla="*/ 908567 h 1239973"/>
                    <a:gd name="connsiteX2429" fmla="*/ 313892 w 1595052"/>
                    <a:gd name="connsiteY2429" fmla="*/ 904157 h 1239973"/>
                    <a:gd name="connsiteX2430" fmla="*/ 314493 w 1595052"/>
                    <a:gd name="connsiteY2430" fmla="*/ 901310 h 1239973"/>
                    <a:gd name="connsiteX2431" fmla="*/ 310060 w 1595052"/>
                    <a:gd name="connsiteY2431" fmla="*/ 900001 h 1239973"/>
                    <a:gd name="connsiteX2432" fmla="*/ 309053 w 1595052"/>
                    <a:gd name="connsiteY2432" fmla="*/ 895024 h 1239973"/>
                    <a:gd name="connsiteX2433" fmla="*/ 310292 w 1595052"/>
                    <a:gd name="connsiteY2433" fmla="*/ 890255 h 1239973"/>
                    <a:gd name="connsiteX2434" fmla="*/ 308636 w 1595052"/>
                    <a:gd name="connsiteY2434" fmla="*/ 888379 h 1239973"/>
                    <a:gd name="connsiteX2435" fmla="*/ 311704 w 1595052"/>
                    <a:gd name="connsiteY2435" fmla="*/ 883448 h 1239973"/>
                    <a:gd name="connsiteX2436" fmla="*/ 314725 w 1595052"/>
                    <a:gd name="connsiteY2436" fmla="*/ 881862 h 1239973"/>
                    <a:gd name="connsiteX2437" fmla="*/ 314077 w 1595052"/>
                    <a:gd name="connsiteY2437" fmla="*/ 879281 h 1239973"/>
                    <a:gd name="connsiteX2438" fmla="*/ 311935 w 1595052"/>
                    <a:gd name="connsiteY2438" fmla="*/ 877625 h 1239973"/>
                    <a:gd name="connsiteX2439" fmla="*/ 308138 w 1595052"/>
                    <a:gd name="connsiteY2439" fmla="*/ 874697 h 1239973"/>
                    <a:gd name="connsiteX2440" fmla="*/ 312688 w 1595052"/>
                    <a:gd name="connsiteY2440" fmla="*/ 872543 h 1239973"/>
                    <a:gd name="connsiteX2441" fmla="*/ 312283 w 1595052"/>
                    <a:gd name="connsiteY2441" fmla="*/ 871953 h 1239973"/>
                    <a:gd name="connsiteX2442" fmla="*/ 313869 w 1595052"/>
                    <a:gd name="connsiteY2442" fmla="*/ 871027 h 1239973"/>
                    <a:gd name="connsiteX2443" fmla="*/ 314042 w 1595052"/>
                    <a:gd name="connsiteY2443" fmla="*/ 871038 h 1239973"/>
                    <a:gd name="connsiteX2444" fmla="*/ 314598 w 1595052"/>
                    <a:gd name="connsiteY2444" fmla="*/ 874314 h 1239973"/>
                    <a:gd name="connsiteX2445" fmla="*/ 315269 w 1595052"/>
                    <a:gd name="connsiteY2445" fmla="*/ 874477 h 1239973"/>
                    <a:gd name="connsiteX2446" fmla="*/ 317469 w 1595052"/>
                    <a:gd name="connsiteY2446" fmla="*/ 876433 h 1239973"/>
                    <a:gd name="connsiteX2447" fmla="*/ 317619 w 1595052"/>
                    <a:gd name="connsiteY2447" fmla="*/ 876942 h 1239973"/>
                    <a:gd name="connsiteX2448" fmla="*/ 322087 w 1595052"/>
                    <a:gd name="connsiteY2448" fmla="*/ 876352 h 1239973"/>
                    <a:gd name="connsiteX2449" fmla="*/ 324449 w 1595052"/>
                    <a:gd name="connsiteY2449" fmla="*/ 877625 h 1239973"/>
                    <a:gd name="connsiteX2450" fmla="*/ 326243 w 1595052"/>
                    <a:gd name="connsiteY2450" fmla="*/ 878609 h 1239973"/>
                    <a:gd name="connsiteX2451" fmla="*/ 327158 w 1595052"/>
                    <a:gd name="connsiteY2451" fmla="*/ 877625 h 1239973"/>
                    <a:gd name="connsiteX2452" fmla="*/ 327956 w 1595052"/>
                    <a:gd name="connsiteY2452" fmla="*/ 876780 h 1239973"/>
                    <a:gd name="connsiteX2453" fmla="*/ 329970 w 1595052"/>
                    <a:gd name="connsiteY2453" fmla="*/ 875901 h 1239973"/>
                    <a:gd name="connsiteX2454" fmla="*/ 330781 w 1595052"/>
                    <a:gd name="connsiteY2454" fmla="*/ 873770 h 1239973"/>
                    <a:gd name="connsiteX2455" fmla="*/ 333003 w 1595052"/>
                    <a:gd name="connsiteY2455" fmla="*/ 874893 h 1239973"/>
                    <a:gd name="connsiteX2456" fmla="*/ 331950 w 1595052"/>
                    <a:gd name="connsiteY2456" fmla="*/ 874153 h 1239973"/>
                    <a:gd name="connsiteX2457" fmla="*/ 332320 w 1595052"/>
                    <a:gd name="connsiteY2457" fmla="*/ 874280 h 1239973"/>
                    <a:gd name="connsiteX2458" fmla="*/ 332216 w 1595052"/>
                    <a:gd name="connsiteY2458" fmla="*/ 871119 h 1239973"/>
                    <a:gd name="connsiteX2459" fmla="*/ 335596 w 1595052"/>
                    <a:gd name="connsiteY2459" fmla="*/ 872648 h 1239973"/>
                    <a:gd name="connsiteX2460" fmla="*/ 335805 w 1595052"/>
                    <a:gd name="connsiteY2460" fmla="*/ 872497 h 1239973"/>
                    <a:gd name="connsiteX2461" fmla="*/ 335967 w 1595052"/>
                    <a:gd name="connsiteY2461" fmla="*/ 872555 h 1239973"/>
                    <a:gd name="connsiteX2462" fmla="*/ 337205 w 1595052"/>
                    <a:gd name="connsiteY2462" fmla="*/ 871455 h 1239973"/>
                    <a:gd name="connsiteX2463" fmla="*/ 339822 w 1595052"/>
                    <a:gd name="connsiteY2463" fmla="*/ 869534 h 1239973"/>
                    <a:gd name="connsiteX2464" fmla="*/ 340944 w 1595052"/>
                    <a:gd name="connsiteY2464" fmla="*/ 870622 h 1239973"/>
                    <a:gd name="connsiteX2465" fmla="*/ 342704 w 1595052"/>
                    <a:gd name="connsiteY2465" fmla="*/ 872879 h 1239973"/>
                    <a:gd name="connsiteX2466" fmla="*/ 343607 w 1595052"/>
                    <a:gd name="connsiteY2466" fmla="*/ 872011 h 1239973"/>
                    <a:gd name="connsiteX2467" fmla="*/ 345158 w 1595052"/>
                    <a:gd name="connsiteY2467" fmla="*/ 872173 h 1239973"/>
                    <a:gd name="connsiteX2468" fmla="*/ 346200 w 1595052"/>
                    <a:gd name="connsiteY2468" fmla="*/ 873574 h 1239973"/>
                    <a:gd name="connsiteX2469" fmla="*/ 346316 w 1595052"/>
                    <a:gd name="connsiteY2469" fmla="*/ 872289 h 1239973"/>
                    <a:gd name="connsiteX2470" fmla="*/ 347901 w 1595052"/>
                    <a:gd name="connsiteY2470" fmla="*/ 872451 h 1239973"/>
                    <a:gd name="connsiteX2471" fmla="*/ 348202 w 1595052"/>
                    <a:gd name="connsiteY2471" fmla="*/ 872590 h 1239973"/>
                    <a:gd name="connsiteX2472" fmla="*/ 349522 w 1595052"/>
                    <a:gd name="connsiteY2472" fmla="*/ 873203 h 1239973"/>
                    <a:gd name="connsiteX2473" fmla="*/ 348967 w 1595052"/>
                    <a:gd name="connsiteY2473" fmla="*/ 871618 h 1239973"/>
                    <a:gd name="connsiteX2474" fmla="*/ 356282 w 1595052"/>
                    <a:gd name="connsiteY2474" fmla="*/ 871212 h 1239973"/>
                    <a:gd name="connsiteX2475" fmla="*/ 357243 w 1595052"/>
                    <a:gd name="connsiteY2475" fmla="*/ 871201 h 1239973"/>
                    <a:gd name="connsiteX2476" fmla="*/ 357313 w 1595052"/>
                    <a:gd name="connsiteY2476" fmla="*/ 871154 h 1239973"/>
                    <a:gd name="connsiteX2477" fmla="*/ 358424 w 1595052"/>
                    <a:gd name="connsiteY2477" fmla="*/ 871085 h 1239973"/>
                    <a:gd name="connsiteX2478" fmla="*/ 361746 w 1595052"/>
                    <a:gd name="connsiteY2478" fmla="*/ 868237 h 1239973"/>
                    <a:gd name="connsiteX2479" fmla="*/ 361770 w 1595052"/>
                    <a:gd name="connsiteY2479" fmla="*/ 868202 h 1239973"/>
                    <a:gd name="connsiteX2480" fmla="*/ 362082 w 1595052"/>
                    <a:gd name="connsiteY2480" fmla="*/ 867994 h 1239973"/>
                    <a:gd name="connsiteX2481" fmla="*/ 363240 w 1595052"/>
                    <a:gd name="connsiteY2481" fmla="*/ 866142 h 1239973"/>
                    <a:gd name="connsiteX2482" fmla="*/ 370058 w 1595052"/>
                    <a:gd name="connsiteY2482" fmla="*/ 856684 h 1239973"/>
                    <a:gd name="connsiteX2483" fmla="*/ 369271 w 1595052"/>
                    <a:gd name="connsiteY2483" fmla="*/ 853420 h 1239973"/>
                    <a:gd name="connsiteX2484" fmla="*/ 369491 w 1595052"/>
                    <a:gd name="connsiteY2484" fmla="*/ 852506 h 1239973"/>
                    <a:gd name="connsiteX2485" fmla="*/ 370799 w 1595052"/>
                    <a:gd name="connsiteY2485" fmla="*/ 849588 h 1239973"/>
                    <a:gd name="connsiteX2486" fmla="*/ 371493 w 1595052"/>
                    <a:gd name="connsiteY2486" fmla="*/ 845062 h 1239973"/>
                    <a:gd name="connsiteX2487" fmla="*/ 371516 w 1595052"/>
                    <a:gd name="connsiteY2487" fmla="*/ 845016 h 1239973"/>
                    <a:gd name="connsiteX2488" fmla="*/ 373936 w 1595052"/>
                    <a:gd name="connsiteY2488" fmla="*/ 843743 h 1239973"/>
                    <a:gd name="connsiteX2489" fmla="*/ 375093 w 1595052"/>
                    <a:gd name="connsiteY2489" fmla="*/ 838950 h 1239973"/>
                    <a:gd name="connsiteX2490" fmla="*/ 372165 w 1595052"/>
                    <a:gd name="connsiteY2490" fmla="*/ 837654 h 1239973"/>
                    <a:gd name="connsiteX2491" fmla="*/ 375336 w 1595052"/>
                    <a:gd name="connsiteY2491" fmla="*/ 830419 h 1239973"/>
                    <a:gd name="connsiteX2492" fmla="*/ 374688 w 1595052"/>
                    <a:gd name="connsiteY2492" fmla="*/ 830430 h 1239973"/>
                    <a:gd name="connsiteX2493" fmla="*/ 373380 w 1595052"/>
                    <a:gd name="connsiteY2493" fmla="*/ 828983 h 1239973"/>
                    <a:gd name="connsiteX2494" fmla="*/ 373357 w 1595052"/>
                    <a:gd name="connsiteY2494" fmla="*/ 828903 h 1239973"/>
                    <a:gd name="connsiteX2495" fmla="*/ 373461 w 1595052"/>
                    <a:gd name="connsiteY2495" fmla="*/ 828937 h 1239973"/>
                    <a:gd name="connsiteX2496" fmla="*/ 375221 w 1595052"/>
                    <a:gd name="connsiteY2496" fmla="*/ 830014 h 1239973"/>
                    <a:gd name="connsiteX2497" fmla="*/ 375417 w 1595052"/>
                    <a:gd name="connsiteY2497" fmla="*/ 829539 h 1239973"/>
                    <a:gd name="connsiteX2498" fmla="*/ 375475 w 1595052"/>
                    <a:gd name="connsiteY2498" fmla="*/ 829550 h 1239973"/>
                    <a:gd name="connsiteX2499" fmla="*/ 375545 w 1595052"/>
                    <a:gd name="connsiteY2499" fmla="*/ 829215 h 1239973"/>
                    <a:gd name="connsiteX2500" fmla="*/ 376135 w 1595052"/>
                    <a:gd name="connsiteY2500" fmla="*/ 827710 h 1239973"/>
                    <a:gd name="connsiteX2501" fmla="*/ 380071 w 1595052"/>
                    <a:gd name="connsiteY2501" fmla="*/ 828416 h 1239973"/>
                    <a:gd name="connsiteX2502" fmla="*/ 381159 w 1595052"/>
                    <a:gd name="connsiteY2502" fmla="*/ 827177 h 1239973"/>
                    <a:gd name="connsiteX2503" fmla="*/ 380534 w 1595052"/>
                    <a:gd name="connsiteY2503" fmla="*/ 826553 h 1239973"/>
                    <a:gd name="connsiteX2504" fmla="*/ 380835 w 1595052"/>
                    <a:gd name="connsiteY2504" fmla="*/ 825673 h 1239973"/>
                    <a:gd name="connsiteX2505" fmla="*/ 381252 w 1595052"/>
                    <a:gd name="connsiteY2505" fmla="*/ 825441 h 1239973"/>
                    <a:gd name="connsiteX2506" fmla="*/ 382386 w 1595052"/>
                    <a:gd name="connsiteY2506" fmla="*/ 826564 h 1239973"/>
                    <a:gd name="connsiteX2507" fmla="*/ 383115 w 1595052"/>
                    <a:gd name="connsiteY2507" fmla="*/ 828335 h 1239973"/>
                    <a:gd name="connsiteX2508" fmla="*/ 386333 w 1595052"/>
                    <a:gd name="connsiteY2508" fmla="*/ 827143 h 1239973"/>
                    <a:gd name="connsiteX2509" fmla="*/ 387954 w 1595052"/>
                    <a:gd name="connsiteY2509" fmla="*/ 821054 h 1239973"/>
                    <a:gd name="connsiteX2510" fmla="*/ 395710 w 1595052"/>
                    <a:gd name="connsiteY2510" fmla="*/ 820337 h 1239973"/>
                    <a:gd name="connsiteX2511" fmla="*/ 396844 w 1595052"/>
                    <a:gd name="connsiteY2511" fmla="*/ 819283 h 1239973"/>
                    <a:gd name="connsiteX2512" fmla="*/ 395837 w 1595052"/>
                    <a:gd name="connsiteY2512" fmla="*/ 817523 h 1239973"/>
                    <a:gd name="connsiteX2513" fmla="*/ 399611 w 1595052"/>
                    <a:gd name="connsiteY2513" fmla="*/ 817732 h 1239973"/>
                    <a:gd name="connsiteX2514" fmla="*/ 399426 w 1595052"/>
                    <a:gd name="connsiteY2514" fmla="*/ 817662 h 1239973"/>
                    <a:gd name="connsiteX2515" fmla="*/ 399518 w 1595052"/>
                    <a:gd name="connsiteY2515" fmla="*/ 817662 h 1239973"/>
                    <a:gd name="connsiteX2516" fmla="*/ 397331 w 1595052"/>
                    <a:gd name="connsiteY2516" fmla="*/ 816852 h 1239973"/>
                    <a:gd name="connsiteX2517" fmla="*/ 397388 w 1595052"/>
                    <a:gd name="connsiteY2517" fmla="*/ 816771 h 1239973"/>
                    <a:gd name="connsiteX2518" fmla="*/ 398488 w 1595052"/>
                    <a:gd name="connsiteY2518" fmla="*/ 815370 h 1239973"/>
                    <a:gd name="connsiteX2519" fmla="*/ 405318 w 1595052"/>
                    <a:gd name="connsiteY2519" fmla="*/ 814652 h 1239973"/>
                    <a:gd name="connsiteX2520" fmla="*/ 404924 w 1595052"/>
                    <a:gd name="connsiteY2520" fmla="*/ 814190 h 1239973"/>
                    <a:gd name="connsiteX2521" fmla="*/ 404971 w 1595052"/>
                    <a:gd name="connsiteY2521" fmla="*/ 814178 h 1239973"/>
                    <a:gd name="connsiteX2522" fmla="*/ 403477 w 1595052"/>
                    <a:gd name="connsiteY2522" fmla="*/ 812488 h 1239973"/>
                    <a:gd name="connsiteX2523" fmla="*/ 405202 w 1595052"/>
                    <a:gd name="connsiteY2523" fmla="*/ 809710 h 1239973"/>
                    <a:gd name="connsiteX2524" fmla="*/ 410064 w 1595052"/>
                    <a:gd name="connsiteY2524" fmla="*/ 808552 h 1239973"/>
                    <a:gd name="connsiteX2525" fmla="*/ 410180 w 1595052"/>
                    <a:gd name="connsiteY2525" fmla="*/ 807765 h 1239973"/>
                    <a:gd name="connsiteX2526" fmla="*/ 412773 w 1595052"/>
                    <a:gd name="connsiteY2526" fmla="*/ 804825 h 1239973"/>
                    <a:gd name="connsiteX2527" fmla="*/ 415088 w 1595052"/>
                    <a:gd name="connsiteY2527" fmla="*/ 803621 h 1239973"/>
                    <a:gd name="connsiteX2528" fmla="*/ 415030 w 1595052"/>
                    <a:gd name="connsiteY2528" fmla="*/ 800727 h 1239973"/>
                    <a:gd name="connsiteX2529" fmla="*/ 415655 w 1595052"/>
                    <a:gd name="connsiteY2529" fmla="*/ 798052 h 1239973"/>
                    <a:gd name="connsiteX2530" fmla="*/ 417554 w 1595052"/>
                    <a:gd name="connsiteY2530" fmla="*/ 795760 h 1239973"/>
                    <a:gd name="connsiteX2531" fmla="*/ 416083 w 1595052"/>
                    <a:gd name="connsiteY2531" fmla="*/ 789267 h 1239973"/>
                    <a:gd name="connsiteX2532" fmla="*/ 420656 w 1595052"/>
                    <a:gd name="connsiteY2532" fmla="*/ 790436 h 1239973"/>
                    <a:gd name="connsiteX2533" fmla="*/ 423318 w 1595052"/>
                    <a:gd name="connsiteY2533" fmla="*/ 788861 h 1239973"/>
                    <a:gd name="connsiteX2534" fmla="*/ 421478 w 1595052"/>
                    <a:gd name="connsiteY2534" fmla="*/ 786002 h 1239973"/>
                    <a:gd name="connsiteX2535" fmla="*/ 423550 w 1595052"/>
                    <a:gd name="connsiteY2535" fmla="*/ 785620 h 1239973"/>
                    <a:gd name="connsiteX2536" fmla="*/ 424025 w 1595052"/>
                    <a:gd name="connsiteY2536" fmla="*/ 783606 h 1239973"/>
                    <a:gd name="connsiteX2537" fmla="*/ 428991 w 1595052"/>
                    <a:gd name="connsiteY2537" fmla="*/ 782969 h 1239973"/>
                    <a:gd name="connsiteX2538" fmla="*/ 429234 w 1595052"/>
                    <a:gd name="connsiteY2538" fmla="*/ 780828 h 1239973"/>
                    <a:gd name="connsiteX2539" fmla="*/ 429824 w 1595052"/>
                    <a:gd name="connsiteY2539" fmla="*/ 779473 h 1239973"/>
                    <a:gd name="connsiteX2540" fmla="*/ 432741 w 1595052"/>
                    <a:gd name="connsiteY2540" fmla="*/ 776707 h 1239973"/>
                    <a:gd name="connsiteX2541" fmla="*/ 440358 w 1595052"/>
                    <a:gd name="connsiteY2541" fmla="*/ 774588 h 1239973"/>
                    <a:gd name="connsiteX2542" fmla="*/ 442095 w 1595052"/>
                    <a:gd name="connsiteY2542" fmla="*/ 772342 h 1239973"/>
                    <a:gd name="connsiteX2543" fmla="*/ 444340 w 1595052"/>
                    <a:gd name="connsiteY2543" fmla="*/ 771486 h 1239973"/>
                    <a:gd name="connsiteX2544" fmla="*/ 445614 w 1595052"/>
                    <a:gd name="connsiteY2544" fmla="*/ 771463 h 1239973"/>
                    <a:gd name="connsiteX2545" fmla="*/ 449271 w 1595052"/>
                    <a:gd name="connsiteY2545" fmla="*/ 768001 h 1239973"/>
                    <a:gd name="connsiteX2546" fmla="*/ 452640 w 1595052"/>
                    <a:gd name="connsiteY2546" fmla="*/ 762063 h 1239973"/>
                    <a:gd name="connsiteX2547" fmla="*/ 453427 w 1595052"/>
                    <a:gd name="connsiteY2547" fmla="*/ 755997 h 1239973"/>
                    <a:gd name="connsiteX2548" fmla="*/ 452038 w 1595052"/>
                    <a:gd name="connsiteY2548" fmla="*/ 754886 h 1239973"/>
                    <a:gd name="connsiteX2549" fmla="*/ 453670 w 1595052"/>
                    <a:gd name="connsiteY2549" fmla="*/ 750151 h 1239973"/>
                    <a:gd name="connsiteX2550" fmla="*/ 453427 w 1595052"/>
                    <a:gd name="connsiteY2550" fmla="*/ 739502 h 1239973"/>
                    <a:gd name="connsiteX2551" fmla="*/ 453462 w 1595052"/>
                    <a:gd name="connsiteY2551" fmla="*/ 738182 h 1239973"/>
                    <a:gd name="connsiteX2552" fmla="*/ 453902 w 1595052"/>
                    <a:gd name="connsiteY2552" fmla="*/ 737326 h 1239973"/>
                    <a:gd name="connsiteX2553" fmla="*/ 454214 w 1595052"/>
                    <a:gd name="connsiteY2553" fmla="*/ 736724 h 1239973"/>
                    <a:gd name="connsiteX2554" fmla="*/ 455916 w 1595052"/>
                    <a:gd name="connsiteY2554" fmla="*/ 737928 h 1239973"/>
                    <a:gd name="connsiteX2555" fmla="*/ 455071 w 1595052"/>
                    <a:gd name="connsiteY2555" fmla="*/ 735832 h 1239973"/>
                    <a:gd name="connsiteX2556" fmla="*/ 455048 w 1595052"/>
                    <a:gd name="connsiteY2556" fmla="*/ 726606 h 1239973"/>
                    <a:gd name="connsiteX2557" fmla="*/ 454573 w 1595052"/>
                    <a:gd name="connsiteY2557" fmla="*/ 711025 h 1239973"/>
                    <a:gd name="connsiteX2558" fmla="*/ 453902 w 1595052"/>
                    <a:gd name="connsiteY2558" fmla="*/ 709844 h 1239973"/>
                    <a:gd name="connsiteX2559" fmla="*/ 453173 w 1595052"/>
                    <a:gd name="connsiteY2559" fmla="*/ 708536 h 1239973"/>
                    <a:gd name="connsiteX2560" fmla="*/ 453149 w 1595052"/>
                    <a:gd name="connsiteY2560" fmla="*/ 708328 h 1239973"/>
                    <a:gd name="connsiteX2561" fmla="*/ 452814 w 1595052"/>
                    <a:gd name="connsiteY2561" fmla="*/ 707911 h 1239973"/>
                    <a:gd name="connsiteX2562" fmla="*/ 451043 w 1595052"/>
                    <a:gd name="connsiteY2562" fmla="*/ 704774 h 1239973"/>
                    <a:gd name="connsiteX2563" fmla="*/ 453694 w 1595052"/>
                    <a:gd name="connsiteY2563" fmla="*/ 701128 h 1239973"/>
                    <a:gd name="connsiteX2564" fmla="*/ 452316 w 1595052"/>
                    <a:gd name="connsiteY2564" fmla="*/ 699461 h 1239973"/>
                    <a:gd name="connsiteX2565" fmla="*/ 452258 w 1595052"/>
                    <a:gd name="connsiteY2565" fmla="*/ 698905 h 1239973"/>
                    <a:gd name="connsiteX2566" fmla="*/ 452849 w 1595052"/>
                    <a:gd name="connsiteY2566" fmla="*/ 695733 h 1239973"/>
                    <a:gd name="connsiteX2567" fmla="*/ 450776 w 1595052"/>
                    <a:gd name="connsiteY2567" fmla="*/ 694090 h 1239973"/>
                    <a:gd name="connsiteX2568" fmla="*/ 453230 w 1595052"/>
                    <a:gd name="connsiteY2568" fmla="*/ 691207 h 1239973"/>
                    <a:gd name="connsiteX2569" fmla="*/ 453010 w 1595052"/>
                    <a:gd name="connsiteY2569" fmla="*/ 687526 h 1239973"/>
                    <a:gd name="connsiteX2570" fmla="*/ 453902 w 1595052"/>
                    <a:gd name="connsiteY2570" fmla="*/ 686542 h 1239973"/>
                    <a:gd name="connsiteX2571" fmla="*/ 457838 w 1595052"/>
                    <a:gd name="connsiteY2571" fmla="*/ 682271 h 1239973"/>
                    <a:gd name="connsiteX2572" fmla="*/ 456715 w 1595052"/>
                    <a:gd name="connsiteY2572" fmla="*/ 681218 h 1239973"/>
                    <a:gd name="connsiteX2573" fmla="*/ 460153 w 1595052"/>
                    <a:gd name="connsiteY2573" fmla="*/ 679909 h 1239973"/>
                    <a:gd name="connsiteX2574" fmla="*/ 460176 w 1595052"/>
                    <a:gd name="connsiteY2574" fmla="*/ 679735 h 1239973"/>
                    <a:gd name="connsiteX2575" fmla="*/ 460604 w 1595052"/>
                    <a:gd name="connsiteY2575" fmla="*/ 676622 h 1239973"/>
                    <a:gd name="connsiteX2576" fmla="*/ 458497 w 1595052"/>
                    <a:gd name="connsiteY2576" fmla="*/ 673381 h 1239973"/>
                    <a:gd name="connsiteX2577" fmla="*/ 461750 w 1595052"/>
                    <a:gd name="connsiteY2577" fmla="*/ 670521 h 1239973"/>
                    <a:gd name="connsiteX2578" fmla="*/ 461577 w 1595052"/>
                    <a:gd name="connsiteY2578" fmla="*/ 668600 h 1239973"/>
                    <a:gd name="connsiteX2579" fmla="*/ 461773 w 1595052"/>
                    <a:gd name="connsiteY2579" fmla="*/ 667639 h 1239973"/>
                    <a:gd name="connsiteX2580" fmla="*/ 461438 w 1595052"/>
                    <a:gd name="connsiteY2580" fmla="*/ 667187 h 1239973"/>
                    <a:gd name="connsiteX2581" fmla="*/ 461345 w 1595052"/>
                    <a:gd name="connsiteY2581" fmla="*/ 666215 h 1239973"/>
                    <a:gd name="connsiteX2582" fmla="*/ 461276 w 1595052"/>
                    <a:gd name="connsiteY2582" fmla="*/ 665555 h 1239973"/>
                    <a:gd name="connsiteX2583" fmla="*/ 465698 w 1595052"/>
                    <a:gd name="connsiteY2583" fmla="*/ 658320 h 1239973"/>
                    <a:gd name="connsiteX2584" fmla="*/ 465003 w 1595052"/>
                    <a:gd name="connsiteY2584" fmla="*/ 650159 h 1239973"/>
                    <a:gd name="connsiteX2585" fmla="*/ 467527 w 1595052"/>
                    <a:gd name="connsiteY2585" fmla="*/ 645760 h 1239973"/>
                    <a:gd name="connsiteX2586" fmla="*/ 465594 w 1595052"/>
                    <a:gd name="connsiteY2586" fmla="*/ 641466 h 1239973"/>
                    <a:gd name="connsiteX2587" fmla="*/ 466080 w 1595052"/>
                    <a:gd name="connsiteY2587" fmla="*/ 640817 h 1239973"/>
                    <a:gd name="connsiteX2588" fmla="*/ 467330 w 1595052"/>
                    <a:gd name="connsiteY2588" fmla="*/ 640088 h 1239973"/>
                    <a:gd name="connsiteX2589" fmla="*/ 466716 w 1595052"/>
                    <a:gd name="connsiteY2589" fmla="*/ 638456 h 1239973"/>
                    <a:gd name="connsiteX2590" fmla="*/ 466774 w 1595052"/>
                    <a:gd name="connsiteY2590" fmla="*/ 636650 h 1239973"/>
                    <a:gd name="connsiteX2591" fmla="*/ 467596 w 1595052"/>
                    <a:gd name="connsiteY2591" fmla="*/ 634972 h 1239973"/>
                    <a:gd name="connsiteX2592" fmla="*/ 465895 w 1595052"/>
                    <a:gd name="connsiteY2592" fmla="*/ 632934 h 1239973"/>
                    <a:gd name="connsiteX2593" fmla="*/ 466253 w 1595052"/>
                    <a:gd name="connsiteY2593" fmla="*/ 632610 h 1239973"/>
                    <a:gd name="connsiteX2594" fmla="*/ 468927 w 1595052"/>
                    <a:gd name="connsiteY2594" fmla="*/ 631047 h 1239973"/>
                    <a:gd name="connsiteX2595" fmla="*/ 469460 w 1595052"/>
                    <a:gd name="connsiteY2595" fmla="*/ 625028 h 1239973"/>
                    <a:gd name="connsiteX2596" fmla="*/ 472273 w 1595052"/>
                    <a:gd name="connsiteY2596" fmla="*/ 626151 h 1239973"/>
                    <a:gd name="connsiteX2597" fmla="*/ 474113 w 1595052"/>
                    <a:gd name="connsiteY2597" fmla="*/ 625016 h 1239973"/>
                    <a:gd name="connsiteX2598" fmla="*/ 478640 w 1595052"/>
                    <a:gd name="connsiteY2598" fmla="*/ 627459 h 1239973"/>
                    <a:gd name="connsiteX2599" fmla="*/ 479751 w 1595052"/>
                    <a:gd name="connsiteY2599" fmla="*/ 625827 h 1239973"/>
                    <a:gd name="connsiteX2600" fmla="*/ 490366 w 1595052"/>
                    <a:gd name="connsiteY2600" fmla="*/ 626093 h 1239973"/>
                    <a:gd name="connsiteX2601" fmla="*/ 497971 w 1595052"/>
                    <a:gd name="connsiteY2601" fmla="*/ 630584 h 1239973"/>
                    <a:gd name="connsiteX2602" fmla="*/ 505183 w 1595052"/>
                    <a:gd name="connsiteY2602" fmla="*/ 631441 h 1239973"/>
                    <a:gd name="connsiteX2603" fmla="*/ 505831 w 1595052"/>
                    <a:gd name="connsiteY2603" fmla="*/ 631569 h 1239973"/>
                    <a:gd name="connsiteX2604" fmla="*/ 512730 w 1595052"/>
                    <a:gd name="connsiteY2604" fmla="*/ 635967 h 1239973"/>
                    <a:gd name="connsiteX2605" fmla="*/ 517465 w 1595052"/>
                    <a:gd name="connsiteY2605" fmla="*/ 641384 h 1239973"/>
                    <a:gd name="connsiteX2606" fmla="*/ 518136 w 1595052"/>
                    <a:gd name="connsiteY2606" fmla="*/ 641732 h 1239973"/>
                    <a:gd name="connsiteX2607" fmla="*/ 519074 w 1595052"/>
                    <a:gd name="connsiteY2607" fmla="*/ 642913 h 1239973"/>
                    <a:gd name="connsiteX2608" fmla="*/ 524827 w 1595052"/>
                    <a:gd name="connsiteY2608" fmla="*/ 645737 h 1239973"/>
                    <a:gd name="connsiteX2609" fmla="*/ 535813 w 1595052"/>
                    <a:gd name="connsiteY2609" fmla="*/ 646826 h 1239973"/>
                    <a:gd name="connsiteX2610" fmla="*/ 545340 w 1595052"/>
                    <a:gd name="connsiteY2610" fmla="*/ 644070 h 1239973"/>
                    <a:gd name="connsiteX2611" fmla="*/ 549252 w 1595052"/>
                    <a:gd name="connsiteY2611" fmla="*/ 643098 h 1239973"/>
                    <a:gd name="connsiteX2612" fmla="*/ 549438 w 1595052"/>
                    <a:gd name="connsiteY2612" fmla="*/ 642901 h 1239973"/>
                    <a:gd name="connsiteX2613" fmla="*/ 551429 w 1595052"/>
                    <a:gd name="connsiteY2613" fmla="*/ 642322 h 1239973"/>
                    <a:gd name="connsiteX2614" fmla="*/ 559613 w 1595052"/>
                    <a:gd name="connsiteY2614" fmla="*/ 631672 h 1239973"/>
                    <a:gd name="connsiteX2615" fmla="*/ 560006 w 1595052"/>
                    <a:gd name="connsiteY2615" fmla="*/ 631163 h 1239973"/>
                    <a:gd name="connsiteX2616" fmla="*/ 560504 w 1595052"/>
                    <a:gd name="connsiteY2616" fmla="*/ 630596 h 1239973"/>
                    <a:gd name="connsiteX2617" fmla="*/ 560678 w 1595052"/>
                    <a:gd name="connsiteY2617" fmla="*/ 630283 h 1239973"/>
                    <a:gd name="connsiteX2618" fmla="*/ 569557 w 1595052"/>
                    <a:gd name="connsiteY2618" fmla="*/ 618731 h 1239973"/>
                    <a:gd name="connsiteX2619" fmla="*/ 576224 w 1595052"/>
                    <a:gd name="connsiteY2619" fmla="*/ 617318 h 1239973"/>
                    <a:gd name="connsiteX2620" fmla="*/ 577544 w 1595052"/>
                    <a:gd name="connsiteY2620" fmla="*/ 615397 h 1239973"/>
                    <a:gd name="connsiteX2621" fmla="*/ 579338 w 1595052"/>
                    <a:gd name="connsiteY2621" fmla="*/ 610211 h 1239973"/>
                    <a:gd name="connsiteX2622" fmla="*/ 581653 w 1595052"/>
                    <a:gd name="connsiteY2622" fmla="*/ 604620 h 1239973"/>
                    <a:gd name="connsiteX2623" fmla="*/ 584756 w 1595052"/>
                    <a:gd name="connsiteY2623" fmla="*/ 603520 h 1239973"/>
                    <a:gd name="connsiteX2624" fmla="*/ 587441 w 1595052"/>
                    <a:gd name="connsiteY2624" fmla="*/ 605326 h 1239973"/>
                    <a:gd name="connsiteX2625" fmla="*/ 587707 w 1595052"/>
                    <a:gd name="connsiteY2625" fmla="*/ 605766 h 1239973"/>
                    <a:gd name="connsiteX2626" fmla="*/ 585531 w 1595052"/>
                    <a:gd name="connsiteY2626" fmla="*/ 608127 h 1239973"/>
                    <a:gd name="connsiteX2627" fmla="*/ 586955 w 1595052"/>
                    <a:gd name="connsiteY2627" fmla="*/ 611299 h 1239973"/>
                    <a:gd name="connsiteX2628" fmla="*/ 591782 w 1595052"/>
                    <a:gd name="connsiteY2628" fmla="*/ 607919 h 1239973"/>
                    <a:gd name="connsiteX2629" fmla="*/ 594352 w 1595052"/>
                    <a:gd name="connsiteY2629" fmla="*/ 609829 h 1239973"/>
                    <a:gd name="connsiteX2630" fmla="*/ 592488 w 1595052"/>
                    <a:gd name="connsiteY2630" fmla="*/ 618036 h 1239973"/>
                    <a:gd name="connsiteX2631" fmla="*/ 590300 w 1595052"/>
                    <a:gd name="connsiteY2631" fmla="*/ 621532 h 1239973"/>
                    <a:gd name="connsiteX2632" fmla="*/ 590150 w 1595052"/>
                    <a:gd name="connsiteY2632" fmla="*/ 621775 h 1239973"/>
                    <a:gd name="connsiteX2633" fmla="*/ 589178 w 1595052"/>
                    <a:gd name="connsiteY2633" fmla="*/ 623326 h 1239973"/>
                    <a:gd name="connsiteX2634" fmla="*/ 589224 w 1595052"/>
                    <a:gd name="connsiteY2634" fmla="*/ 625317 h 1239973"/>
                    <a:gd name="connsiteX2635" fmla="*/ 588066 w 1595052"/>
                    <a:gd name="connsiteY2635" fmla="*/ 633779 h 1239973"/>
                    <a:gd name="connsiteX2636" fmla="*/ 587777 w 1595052"/>
                    <a:gd name="connsiteY2636" fmla="*/ 635551 h 1239973"/>
                    <a:gd name="connsiteX2637" fmla="*/ 588008 w 1595052"/>
                    <a:gd name="connsiteY2637" fmla="*/ 638907 h 1239973"/>
                    <a:gd name="connsiteX2638" fmla="*/ 592512 w 1595052"/>
                    <a:gd name="connsiteY2638" fmla="*/ 641825 h 1239973"/>
                    <a:gd name="connsiteX2639" fmla="*/ 592384 w 1595052"/>
                    <a:gd name="connsiteY2639" fmla="*/ 641153 h 1239973"/>
                    <a:gd name="connsiteX2640" fmla="*/ 588784 w 1595052"/>
                    <a:gd name="connsiteY2640" fmla="*/ 638560 h 1239973"/>
                    <a:gd name="connsiteX2641" fmla="*/ 590902 w 1595052"/>
                    <a:gd name="connsiteY2641" fmla="*/ 629705 h 1239973"/>
                    <a:gd name="connsiteX2642" fmla="*/ 590949 w 1595052"/>
                    <a:gd name="connsiteY2642" fmla="*/ 629485 h 1239973"/>
                    <a:gd name="connsiteX2643" fmla="*/ 591088 w 1595052"/>
                    <a:gd name="connsiteY2643" fmla="*/ 622562 h 1239973"/>
                    <a:gd name="connsiteX2644" fmla="*/ 595220 w 1595052"/>
                    <a:gd name="connsiteY2644" fmla="*/ 619240 h 1239973"/>
                    <a:gd name="connsiteX2645" fmla="*/ 598253 w 1595052"/>
                    <a:gd name="connsiteY2645" fmla="*/ 613637 h 1239973"/>
                    <a:gd name="connsiteX2646" fmla="*/ 598126 w 1595052"/>
                    <a:gd name="connsiteY2646" fmla="*/ 603184 h 1239973"/>
                    <a:gd name="connsiteX2647" fmla="*/ 601622 w 1595052"/>
                    <a:gd name="connsiteY2647" fmla="*/ 601309 h 1239973"/>
                    <a:gd name="connsiteX2648" fmla="*/ 604284 w 1595052"/>
                    <a:gd name="connsiteY2648" fmla="*/ 598508 h 1239973"/>
                    <a:gd name="connsiteX2649" fmla="*/ 606530 w 1595052"/>
                    <a:gd name="connsiteY2649" fmla="*/ 599283 h 1239973"/>
                    <a:gd name="connsiteX2650" fmla="*/ 605604 w 1595052"/>
                    <a:gd name="connsiteY2650" fmla="*/ 600475 h 1239973"/>
                    <a:gd name="connsiteX2651" fmla="*/ 609088 w 1595052"/>
                    <a:gd name="connsiteY2651" fmla="*/ 599260 h 1239973"/>
                    <a:gd name="connsiteX2652" fmla="*/ 607722 w 1595052"/>
                    <a:gd name="connsiteY2652" fmla="*/ 597570 h 1239973"/>
                    <a:gd name="connsiteX2653" fmla="*/ 608706 w 1595052"/>
                    <a:gd name="connsiteY2653" fmla="*/ 595313 h 1239973"/>
                    <a:gd name="connsiteX2654" fmla="*/ 617527 w 1595052"/>
                    <a:gd name="connsiteY2654" fmla="*/ 597119 h 1239973"/>
                    <a:gd name="connsiteX2655" fmla="*/ 619634 w 1595052"/>
                    <a:gd name="connsiteY2655" fmla="*/ 596192 h 1239973"/>
                    <a:gd name="connsiteX2656" fmla="*/ 621347 w 1595052"/>
                    <a:gd name="connsiteY2656" fmla="*/ 599110 h 1239973"/>
                    <a:gd name="connsiteX2657" fmla="*/ 622771 w 1595052"/>
                    <a:gd name="connsiteY2657" fmla="*/ 599630 h 1239973"/>
                    <a:gd name="connsiteX2658" fmla="*/ 620027 w 1595052"/>
                    <a:gd name="connsiteY2658" fmla="*/ 596412 h 1239973"/>
                    <a:gd name="connsiteX2659" fmla="*/ 621636 w 1595052"/>
                    <a:gd name="connsiteY2659" fmla="*/ 594896 h 1239973"/>
                    <a:gd name="connsiteX2660" fmla="*/ 621822 w 1595052"/>
                    <a:gd name="connsiteY2660" fmla="*/ 590045 h 1239973"/>
                    <a:gd name="connsiteX2661" fmla="*/ 633513 w 1595052"/>
                    <a:gd name="connsiteY2661" fmla="*/ 596528 h 1239973"/>
                    <a:gd name="connsiteX2662" fmla="*/ 637252 w 1595052"/>
                    <a:gd name="connsiteY2662" fmla="*/ 598160 h 1239973"/>
                    <a:gd name="connsiteX2663" fmla="*/ 641246 w 1595052"/>
                    <a:gd name="connsiteY2663" fmla="*/ 596991 h 1239973"/>
                    <a:gd name="connsiteX2664" fmla="*/ 644371 w 1595052"/>
                    <a:gd name="connsiteY2664" fmla="*/ 599572 h 1239973"/>
                    <a:gd name="connsiteX2665" fmla="*/ 645054 w 1595052"/>
                    <a:gd name="connsiteY2665" fmla="*/ 605696 h 1239973"/>
                    <a:gd name="connsiteX2666" fmla="*/ 645436 w 1595052"/>
                    <a:gd name="connsiteY2666" fmla="*/ 605685 h 1239973"/>
                    <a:gd name="connsiteX2667" fmla="*/ 644800 w 1595052"/>
                    <a:gd name="connsiteY2667" fmla="*/ 599376 h 1239973"/>
                    <a:gd name="connsiteX2668" fmla="*/ 640609 w 1595052"/>
                    <a:gd name="connsiteY2668" fmla="*/ 595672 h 1239973"/>
                    <a:gd name="connsiteX2669" fmla="*/ 642346 w 1595052"/>
                    <a:gd name="connsiteY2669" fmla="*/ 594711 h 1239973"/>
                    <a:gd name="connsiteX2670" fmla="*/ 637264 w 1595052"/>
                    <a:gd name="connsiteY2670" fmla="*/ 596320 h 1239973"/>
                    <a:gd name="connsiteX2671" fmla="*/ 632321 w 1595052"/>
                    <a:gd name="connsiteY2671" fmla="*/ 592616 h 1239973"/>
                    <a:gd name="connsiteX2672" fmla="*/ 631198 w 1595052"/>
                    <a:gd name="connsiteY2672" fmla="*/ 592245 h 1239973"/>
                    <a:gd name="connsiteX2673" fmla="*/ 625549 w 1595052"/>
                    <a:gd name="connsiteY2673" fmla="*/ 587858 h 1239973"/>
                    <a:gd name="connsiteX2674" fmla="*/ 621636 w 1595052"/>
                    <a:gd name="connsiteY2674" fmla="*/ 587267 h 1239973"/>
                    <a:gd name="connsiteX2675" fmla="*/ 617874 w 1595052"/>
                    <a:gd name="connsiteY2675" fmla="*/ 587858 h 1239973"/>
                    <a:gd name="connsiteX2676" fmla="*/ 615825 w 1595052"/>
                    <a:gd name="connsiteY2676" fmla="*/ 592245 h 1239973"/>
                    <a:gd name="connsiteX2677" fmla="*/ 604770 w 1595052"/>
                    <a:gd name="connsiteY2677" fmla="*/ 593032 h 1239973"/>
                    <a:gd name="connsiteX2678" fmla="*/ 602941 w 1595052"/>
                    <a:gd name="connsiteY2678" fmla="*/ 590856 h 1239973"/>
                    <a:gd name="connsiteX2679" fmla="*/ 603509 w 1595052"/>
                    <a:gd name="connsiteY2679" fmla="*/ 587429 h 1239973"/>
                    <a:gd name="connsiteX2680" fmla="*/ 602212 w 1595052"/>
                    <a:gd name="connsiteY2680" fmla="*/ 590995 h 1239973"/>
                    <a:gd name="connsiteX2681" fmla="*/ 603532 w 1595052"/>
                    <a:gd name="connsiteY2681" fmla="*/ 594942 h 1239973"/>
                    <a:gd name="connsiteX2682" fmla="*/ 597952 w 1595052"/>
                    <a:gd name="connsiteY2682" fmla="*/ 596760 h 1239973"/>
                    <a:gd name="connsiteX2683" fmla="*/ 594063 w 1595052"/>
                    <a:gd name="connsiteY2683" fmla="*/ 601240 h 1239973"/>
                    <a:gd name="connsiteX2684" fmla="*/ 594526 w 1595052"/>
                    <a:gd name="connsiteY2684" fmla="*/ 603913 h 1239973"/>
                    <a:gd name="connsiteX2685" fmla="*/ 585346 w 1595052"/>
                    <a:gd name="connsiteY2685" fmla="*/ 597257 h 1239973"/>
                    <a:gd name="connsiteX2686" fmla="*/ 582996 w 1595052"/>
                    <a:gd name="connsiteY2686" fmla="*/ 589085 h 1239973"/>
                    <a:gd name="connsiteX2687" fmla="*/ 583610 w 1595052"/>
                    <a:gd name="connsiteY2687" fmla="*/ 572462 h 1239973"/>
                    <a:gd name="connsiteX2688" fmla="*/ 577937 w 1595052"/>
                    <a:gd name="connsiteY2688" fmla="*/ 571038 h 1239973"/>
                    <a:gd name="connsiteX2689" fmla="*/ 577451 w 1595052"/>
                    <a:gd name="connsiteY2689" fmla="*/ 570749 h 1239973"/>
                    <a:gd name="connsiteX2690" fmla="*/ 576317 w 1595052"/>
                    <a:gd name="connsiteY2690" fmla="*/ 568827 h 1239973"/>
                    <a:gd name="connsiteX2691" fmla="*/ 577718 w 1595052"/>
                    <a:gd name="connsiteY2691" fmla="*/ 563143 h 1239973"/>
                    <a:gd name="connsiteX2692" fmla="*/ 574048 w 1595052"/>
                    <a:gd name="connsiteY2692" fmla="*/ 560516 h 1239973"/>
                    <a:gd name="connsiteX2693" fmla="*/ 569510 w 1595052"/>
                    <a:gd name="connsiteY2693" fmla="*/ 557274 h 1239973"/>
                    <a:gd name="connsiteX2694" fmla="*/ 571895 w 1595052"/>
                    <a:gd name="connsiteY2694" fmla="*/ 554948 h 1239973"/>
                    <a:gd name="connsiteX2695" fmla="*/ 583239 w 1595052"/>
                    <a:gd name="connsiteY2695" fmla="*/ 556915 h 1239973"/>
                    <a:gd name="connsiteX2696" fmla="*/ 585080 w 1595052"/>
                    <a:gd name="connsiteY2696" fmla="*/ 555503 h 1239973"/>
                    <a:gd name="connsiteX2697" fmla="*/ 589317 w 1595052"/>
                    <a:gd name="connsiteY2697" fmla="*/ 540443 h 1239973"/>
                    <a:gd name="connsiteX2698" fmla="*/ 587603 w 1595052"/>
                    <a:gd name="connsiteY2698" fmla="*/ 538093 h 1239973"/>
                    <a:gd name="connsiteX2699" fmla="*/ 588772 w 1595052"/>
                    <a:gd name="connsiteY2699" fmla="*/ 537109 h 1239973"/>
                    <a:gd name="connsiteX2700" fmla="*/ 587812 w 1595052"/>
                    <a:gd name="connsiteY2700" fmla="*/ 534597 h 1239973"/>
                    <a:gd name="connsiteX2701" fmla="*/ 581908 w 1595052"/>
                    <a:gd name="connsiteY2701" fmla="*/ 531183 h 1239973"/>
                    <a:gd name="connsiteX2702" fmla="*/ 588958 w 1595052"/>
                    <a:gd name="connsiteY2702" fmla="*/ 530059 h 1239973"/>
                    <a:gd name="connsiteX2703" fmla="*/ 592870 w 1595052"/>
                    <a:gd name="connsiteY2703" fmla="*/ 524109 h 1239973"/>
                    <a:gd name="connsiteX2704" fmla="*/ 593322 w 1595052"/>
                    <a:gd name="connsiteY2704" fmla="*/ 524144 h 1239973"/>
                    <a:gd name="connsiteX2705" fmla="*/ 595926 w 1595052"/>
                    <a:gd name="connsiteY2705" fmla="*/ 525152 h 1239973"/>
                    <a:gd name="connsiteX2706" fmla="*/ 599341 w 1595052"/>
                    <a:gd name="connsiteY2706" fmla="*/ 524665 h 1239973"/>
                    <a:gd name="connsiteX2707" fmla="*/ 599445 w 1595052"/>
                    <a:gd name="connsiteY2707" fmla="*/ 524677 h 1239973"/>
                    <a:gd name="connsiteX2708" fmla="*/ 601622 w 1595052"/>
                    <a:gd name="connsiteY2708" fmla="*/ 526170 h 1239973"/>
                    <a:gd name="connsiteX2709" fmla="*/ 605696 w 1595052"/>
                    <a:gd name="connsiteY2709" fmla="*/ 523161 h 1239973"/>
                    <a:gd name="connsiteX2710" fmla="*/ 613371 w 1595052"/>
                    <a:gd name="connsiteY2710" fmla="*/ 522605 h 1239973"/>
                    <a:gd name="connsiteX2711" fmla="*/ 613765 w 1595052"/>
                    <a:gd name="connsiteY2711" fmla="*/ 521875 h 1239973"/>
                    <a:gd name="connsiteX2712" fmla="*/ 615976 w 1595052"/>
                    <a:gd name="connsiteY2712" fmla="*/ 520486 h 1239973"/>
                    <a:gd name="connsiteX2713" fmla="*/ 622481 w 1595052"/>
                    <a:gd name="connsiteY2713" fmla="*/ 519132 h 1239973"/>
                    <a:gd name="connsiteX2714" fmla="*/ 622516 w 1595052"/>
                    <a:gd name="connsiteY2714" fmla="*/ 518182 h 1239973"/>
                    <a:gd name="connsiteX2715" fmla="*/ 625352 w 1595052"/>
                    <a:gd name="connsiteY2715" fmla="*/ 518414 h 1239973"/>
                    <a:gd name="connsiteX2716" fmla="*/ 626232 w 1595052"/>
                    <a:gd name="connsiteY2716" fmla="*/ 518588 h 1239973"/>
                    <a:gd name="connsiteX2717" fmla="*/ 624692 w 1595052"/>
                    <a:gd name="connsiteY2717" fmla="*/ 519514 h 1239973"/>
                    <a:gd name="connsiteX2718" fmla="*/ 626220 w 1595052"/>
                    <a:gd name="connsiteY2718" fmla="*/ 519792 h 1239973"/>
                    <a:gd name="connsiteX2719" fmla="*/ 629381 w 1595052"/>
                    <a:gd name="connsiteY2719" fmla="*/ 517569 h 1239973"/>
                    <a:gd name="connsiteX2720" fmla="*/ 631603 w 1595052"/>
                    <a:gd name="connsiteY2720" fmla="*/ 519109 h 1239973"/>
                    <a:gd name="connsiteX2721" fmla="*/ 634995 w 1595052"/>
                    <a:gd name="connsiteY2721" fmla="*/ 515358 h 1239973"/>
                    <a:gd name="connsiteX2722" fmla="*/ 636720 w 1595052"/>
                    <a:gd name="connsiteY2722" fmla="*/ 516331 h 1239973"/>
                    <a:gd name="connsiteX2723" fmla="*/ 637391 w 1595052"/>
                    <a:gd name="connsiteY2723" fmla="*/ 515647 h 1239973"/>
                    <a:gd name="connsiteX2724" fmla="*/ 638665 w 1595052"/>
                    <a:gd name="connsiteY2724" fmla="*/ 516180 h 1239973"/>
                    <a:gd name="connsiteX2725" fmla="*/ 639012 w 1595052"/>
                    <a:gd name="connsiteY2725" fmla="*/ 516724 h 1239973"/>
                    <a:gd name="connsiteX2726" fmla="*/ 641570 w 1595052"/>
                    <a:gd name="connsiteY2726" fmla="*/ 517477 h 1239973"/>
                    <a:gd name="connsiteX2727" fmla="*/ 640806 w 1595052"/>
                    <a:gd name="connsiteY2727" fmla="*/ 515555 h 1239973"/>
                    <a:gd name="connsiteX2728" fmla="*/ 648608 w 1595052"/>
                    <a:gd name="connsiteY2728" fmla="*/ 521620 h 1239973"/>
                    <a:gd name="connsiteX2729" fmla="*/ 653076 w 1595052"/>
                    <a:gd name="connsiteY2729" fmla="*/ 522188 h 1239973"/>
                    <a:gd name="connsiteX2730" fmla="*/ 652393 w 1595052"/>
                    <a:gd name="connsiteY2730" fmla="*/ 520787 h 1239973"/>
                    <a:gd name="connsiteX2731" fmla="*/ 653134 w 1595052"/>
                    <a:gd name="connsiteY2731" fmla="*/ 520151 h 1239973"/>
                    <a:gd name="connsiteX2732" fmla="*/ 655635 w 1595052"/>
                    <a:gd name="connsiteY2732" fmla="*/ 520000 h 1239973"/>
                    <a:gd name="connsiteX2733" fmla="*/ 656897 w 1595052"/>
                    <a:gd name="connsiteY2733" fmla="*/ 516886 h 1239973"/>
                    <a:gd name="connsiteX2734" fmla="*/ 657232 w 1595052"/>
                    <a:gd name="connsiteY2734" fmla="*/ 516585 h 1239973"/>
                    <a:gd name="connsiteX2735" fmla="*/ 665312 w 1595052"/>
                    <a:gd name="connsiteY2735" fmla="*/ 515752 h 1239973"/>
                    <a:gd name="connsiteX2736" fmla="*/ 676529 w 1595052"/>
                    <a:gd name="connsiteY2736" fmla="*/ 514594 h 1239973"/>
                    <a:gd name="connsiteX2737" fmla="*/ 682965 w 1595052"/>
                    <a:gd name="connsiteY2737" fmla="*/ 515636 h 1239973"/>
                    <a:gd name="connsiteX2738" fmla="*/ 695178 w 1595052"/>
                    <a:gd name="connsiteY2738" fmla="*/ 508459 h 1239973"/>
                    <a:gd name="connsiteX2739" fmla="*/ 703269 w 1595052"/>
                    <a:gd name="connsiteY2739" fmla="*/ 510010 h 1239973"/>
                    <a:gd name="connsiteX2740" fmla="*/ 704763 w 1595052"/>
                    <a:gd name="connsiteY2740" fmla="*/ 511272 h 1239973"/>
                    <a:gd name="connsiteX2741" fmla="*/ 706731 w 1595052"/>
                    <a:gd name="connsiteY2741" fmla="*/ 513032 h 1239973"/>
                    <a:gd name="connsiteX2742" fmla="*/ 706812 w 1595052"/>
                    <a:gd name="connsiteY2742" fmla="*/ 513008 h 1239973"/>
                    <a:gd name="connsiteX2743" fmla="*/ 707483 w 1595052"/>
                    <a:gd name="connsiteY2743" fmla="*/ 513576 h 1239973"/>
                    <a:gd name="connsiteX2744" fmla="*/ 709509 w 1595052"/>
                    <a:gd name="connsiteY2744" fmla="*/ 512047 h 1239973"/>
                    <a:gd name="connsiteX2745" fmla="*/ 712843 w 1595052"/>
                    <a:gd name="connsiteY2745" fmla="*/ 510855 h 1239973"/>
                    <a:gd name="connsiteX2746" fmla="*/ 714892 w 1595052"/>
                    <a:gd name="connsiteY2746" fmla="*/ 511631 h 1239973"/>
                    <a:gd name="connsiteX2747" fmla="*/ 715019 w 1595052"/>
                    <a:gd name="connsiteY2747" fmla="*/ 510080 h 1239973"/>
                    <a:gd name="connsiteX2748" fmla="*/ 716605 w 1595052"/>
                    <a:gd name="connsiteY2748" fmla="*/ 509524 h 1239973"/>
                    <a:gd name="connsiteX2749" fmla="*/ 718839 w 1595052"/>
                    <a:gd name="connsiteY2749" fmla="*/ 509801 h 1239973"/>
                    <a:gd name="connsiteX2750" fmla="*/ 724523 w 1595052"/>
                    <a:gd name="connsiteY2750" fmla="*/ 507371 h 1239973"/>
                    <a:gd name="connsiteX2751" fmla="*/ 725102 w 1595052"/>
                    <a:gd name="connsiteY2751" fmla="*/ 507451 h 1239973"/>
                    <a:gd name="connsiteX2752" fmla="*/ 730427 w 1595052"/>
                    <a:gd name="connsiteY2752" fmla="*/ 510288 h 1239973"/>
                    <a:gd name="connsiteX2753" fmla="*/ 731387 w 1595052"/>
                    <a:gd name="connsiteY2753" fmla="*/ 508956 h 1239973"/>
                    <a:gd name="connsiteX2754" fmla="*/ 738391 w 1595052"/>
                    <a:gd name="connsiteY2754" fmla="*/ 509651 h 1239973"/>
                    <a:gd name="connsiteX2755" fmla="*/ 747130 w 1595052"/>
                    <a:gd name="connsiteY2755" fmla="*/ 501293 h 1239973"/>
                    <a:gd name="connsiteX2756" fmla="*/ 752791 w 1595052"/>
                    <a:gd name="connsiteY2756" fmla="*/ 506561 h 1239973"/>
                    <a:gd name="connsiteX2757" fmla="*/ 770791 w 1595052"/>
                    <a:gd name="connsiteY2757" fmla="*/ 509674 h 1239973"/>
                    <a:gd name="connsiteX2758" fmla="*/ 770884 w 1595052"/>
                    <a:gd name="connsiteY2758" fmla="*/ 509698 h 1239973"/>
                    <a:gd name="connsiteX2759" fmla="*/ 771012 w 1595052"/>
                    <a:gd name="connsiteY2759" fmla="*/ 509721 h 1239973"/>
                    <a:gd name="connsiteX2760" fmla="*/ 782842 w 1595052"/>
                    <a:gd name="connsiteY2760" fmla="*/ 511978 h 1239973"/>
                    <a:gd name="connsiteX2761" fmla="*/ 800345 w 1595052"/>
                    <a:gd name="connsiteY2761" fmla="*/ 516030 h 1239973"/>
                    <a:gd name="connsiteX2762" fmla="*/ 801178 w 1595052"/>
                    <a:gd name="connsiteY2762" fmla="*/ 515497 h 1239973"/>
                    <a:gd name="connsiteX2763" fmla="*/ 802984 w 1595052"/>
                    <a:gd name="connsiteY2763" fmla="*/ 515844 h 1239973"/>
                    <a:gd name="connsiteX2764" fmla="*/ 805623 w 1595052"/>
                    <a:gd name="connsiteY2764" fmla="*/ 518403 h 1239973"/>
                    <a:gd name="connsiteX2765" fmla="*/ 807128 w 1595052"/>
                    <a:gd name="connsiteY2765" fmla="*/ 520104 h 1239973"/>
                    <a:gd name="connsiteX2766" fmla="*/ 818114 w 1595052"/>
                    <a:gd name="connsiteY2766" fmla="*/ 516851 h 1239973"/>
                    <a:gd name="connsiteX2767" fmla="*/ 818866 w 1595052"/>
                    <a:gd name="connsiteY2767" fmla="*/ 516041 h 1239973"/>
                    <a:gd name="connsiteX2768" fmla="*/ 818970 w 1595052"/>
                    <a:gd name="connsiteY2768" fmla="*/ 516030 h 1239973"/>
                    <a:gd name="connsiteX2769" fmla="*/ 820417 w 1595052"/>
                    <a:gd name="connsiteY2769" fmla="*/ 514374 h 1239973"/>
                    <a:gd name="connsiteX2770" fmla="*/ 823172 w 1595052"/>
                    <a:gd name="connsiteY2770" fmla="*/ 511411 h 1239973"/>
                    <a:gd name="connsiteX2771" fmla="*/ 836276 w 1595052"/>
                    <a:gd name="connsiteY2771" fmla="*/ 511538 h 1239973"/>
                    <a:gd name="connsiteX2772" fmla="*/ 851036 w 1595052"/>
                    <a:gd name="connsiteY2772" fmla="*/ 517361 h 1239973"/>
                    <a:gd name="connsiteX2773" fmla="*/ 853293 w 1595052"/>
                    <a:gd name="connsiteY2773" fmla="*/ 516840 h 1239973"/>
                    <a:gd name="connsiteX2774" fmla="*/ 857182 w 1595052"/>
                    <a:gd name="connsiteY2774" fmla="*/ 519340 h 1239973"/>
                    <a:gd name="connsiteX2775" fmla="*/ 862206 w 1595052"/>
                    <a:gd name="connsiteY2775" fmla="*/ 523091 h 1239973"/>
                    <a:gd name="connsiteX2776" fmla="*/ 863318 w 1595052"/>
                    <a:gd name="connsiteY2776" fmla="*/ 526587 h 1239973"/>
                    <a:gd name="connsiteX2777" fmla="*/ 870610 w 1595052"/>
                    <a:gd name="connsiteY2777" fmla="*/ 526055 h 1239973"/>
                    <a:gd name="connsiteX2778" fmla="*/ 873354 w 1595052"/>
                    <a:gd name="connsiteY2778" fmla="*/ 527513 h 1239973"/>
                    <a:gd name="connsiteX2779" fmla="*/ 876722 w 1595052"/>
                    <a:gd name="connsiteY2779" fmla="*/ 532467 h 1239973"/>
                    <a:gd name="connsiteX2780" fmla="*/ 879709 w 1595052"/>
                    <a:gd name="connsiteY2780" fmla="*/ 536866 h 1239973"/>
                    <a:gd name="connsiteX2781" fmla="*/ 884305 w 1595052"/>
                    <a:gd name="connsiteY2781" fmla="*/ 541045 h 1239973"/>
                    <a:gd name="connsiteX2782" fmla="*/ 891123 w 1595052"/>
                    <a:gd name="connsiteY2782" fmla="*/ 541971 h 1239973"/>
                    <a:gd name="connsiteX2783" fmla="*/ 898358 w 1595052"/>
                    <a:gd name="connsiteY2783" fmla="*/ 540837 h 1239973"/>
                    <a:gd name="connsiteX2784" fmla="*/ 906959 w 1595052"/>
                    <a:gd name="connsiteY2784" fmla="*/ 542851 h 1239973"/>
                    <a:gd name="connsiteX2785" fmla="*/ 914877 w 1595052"/>
                    <a:gd name="connsiteY2785" fmla="*/ 541508 h 1239973"/>
                    <a:gd name="connsiteX2786" fmla="*/ 915120 w 1595052"/>
                    <a:gd name="connsiteY2786" fmla="*/ 542793 h 1239973"/>
                    <a:gd name="connsiteX2787" fmla="*/ 920607 w 1595052"/>
                    <a:gd name="connsiteY2787" fmla="*/ 544240 h 1239973"/>
                    <a:gd name="connsiteX2788" fmla="*/ 927760 w 1595052"/>
                    <a:gd name="connsiteY2788" fmla="*/ 542538 h 1239973"/>
                    <a:gd name="connsiteX2789" fmla="*/ 931360 w 1595052"/>
                    <a:gd name="connsiteY2789" fmla="*/ 543812 h 1239973"/>
                    <a:gd name="connsiteX2790" fmla="*/ 934417 w 1595052"/>
                    <a:gd name="connsiteY2790" fmla="*/ 544356 h 1239973"/>
                    <a:gd name="connsiteX2791" fmla="*/ 941501 w 1595052"/>
                    <a:gd name="connsiteY2791" fmla="*/ 539807 h 1239973"/>
                    <a:gd name="connsiteX2792" fmla="*/ 951850 w 1595052"/>
                    <a:gd name="connsiteY2792" fmla="*/ 537584 h 1239973"/>
                    <a:gd name="connsiteX2793" fmla="*/ 956573 w 1595052"/>
                    <a:gd name="connsiteY2793" fmla="*/ 536195 h 1239973"/>
                    <a:gd name="connsiteX2794" fmla="*/ 961840 w 1595052"/>
                    <a:gd name="connsiteY2794" fmla="*/ 532074 h 1239973"/>
                    <a:gd name="connsiteX2795" fmla="*/ 966308 w 1595052"/>
                    <a:gd name="connsiteY2795" fmla="*/ 531437 h 1239973"/>
                    <a:gd name="connsiteX2796" fmla="*/ 969850 w 1595052"/>
                    <a:gd name="connsiteY2796" fmla="*/ 533208 h 1239973"/>
                    <a:gd name="connsiteX2797" fmla="*/ 975847 w 1595052"/>
                    <a:gd name="connsiteY2797" fmla="*/ 531599 h 1239973"/>
                    <a:gd name="connsiteX2798" fmla="*/ 979389 w 1595052"/>
                    <a:gd name="connsiteY2798" fmla="*/ 528161 h 1239973"/>
                    <a:gd name="connsiteX2799" fmla="*/ 982422 w 1595052"/>
                    <a:gd name="connsiteY2799" fmla="*/ 527745 h 1239973"/>
                    <a:gd name="connsiteX2800" fmla="*/ 988048 w 1595052"/>
                    <a:gd name="connsiteY2800" fmla="*/ 526980 h 1239973"/>
                    <a:gd name="connsiteX2801" fmla="*/ 994287 w 1595052"/>
                    <a:gd name="connsiteY2801" fmla="*/ 529342 h 1239973"/>
                    <a:gd name="connsiteX2802" fmla="*/ 999357 w 1595052"/>
                    <a:gd name="connsiteY2802" fmla="*/ 528578 h 1239973"/>
                    <a:gd name="connsiteX2803" fmla="*/ 1008294 w 1595052"/>
                    <a:gd name="connsiteY2803" fmla="*/ 532849 h 1239973"/>
                    <a:gd name="connsiteX2804" fmla="*/ 1016385 w 1595052"/>
                    <a:gd name="connsiteY2804" fmla="*/ 530441 h 1239973"/>
                    <a:gd name="connsiteX2805" fmla="*/ 1016663 w 1595052"/>
                    <a:gd name="connsiteY2805" fmla="*/ 530210 h 1239973"/>
                    <a:gd name="connsiteX2806" fmla="*/ 1025252 w 1595052"/>
                    <a:gd name="connsiteY2806" fmla="*/ 523264 h 1239973"/>
                    <a:gd name="connsiteX2807" fmla="*/ 1029559 w 1595052"/>
                    <a:gd name="connsiteY2807" fmla="*/ 523218 h 1239973"/>
                    <a:gd name="connsiteX2808" fmla="*/ 1027637 w 1595052"/>
                    <a:gd name="connsiteY2808" fmla="*/ 526344 h 1239973"/>
                    <a:gd name="connsiteX2809" fmla="*/ 1026873 w 1595052"/>
                    <a:gd name="connsiteY2809" fmla="*/ 525128 h 1239973"/>
                    <a:gd name="connsiteX2810" fmla="*/ 1025368 w 1595052"/>
                    <a:gd name="connsiteY2810" fmla="*/ 529076 h 1239973"/>
                    <a:gd name="connsiteX2811" fmla="*/ 1027545 w 1595052"/>
                    <a:gd name="connsiteY2811" fmla="*/ 526760 h 1239973"/>
                    <a:gd name="connsiteX2812" fmla="*/ 1024361 w 1595052"/>
                    <a:gd name="connsiteY2812" fmla="*/ 537156 h 1239973"/>
                    <a:gd name="connsiteX2813" fmla="*/ 1019754 w 1595052"/>
                    <a:gd name="connsiteY2813" fmla="*/ 536959 h 1239973"/>
                    <a:gd name="connsiteX2814" fmla="*/ 1015540 w 1595052"/>
                    <a:gd name="connsiteY2814" fmla="*/ 541670 h 1239973"/>
                    <a:gd name="connsiteX2815" fmla="*/ 1013596 w 1595052"/>
                    <a:gd name="connsiteY2815" fmla="*/ 549264 h 1239973"/>
                    <a:gd name="connsiteX2816" fmla="*/ 1015517 w 1595052"/>
                    <a:gd name="connsiteY2816" fmla="*/ 549414 h 1239973"/>
                    <a:gd name="connsiteX2817" fmla="*/ 1022556 w 1595052"/>
                    <a:gd name="connsiteY2817" fmla="*/ 555966 h 1239973"/>
                    <a:gd name="connsiteX2818" fmla="*/ 1025461 w 1595052"/>
                    <a:gd name="connsiteY2818" fmla="*/ 553836 h 1239973"/>
                    <a:gd name="connsiteX2819" fmla="*/ 1026155 w 1595052"/>
                    <a:gd name="connsiteY2819" fmla="*/ 548581 h 1239973"/>
                    <a:gd name="connsiteX2820" fmla="*/ 1032487 w 1595052"/>
                    <a:gd name="connsiteY2820" fmla="*/ 549600 h 1239973"/>
                    <a:gd name="connsiteX2821" fmla="*/ 1034883 w 1595052"/>
                    <a:gd name="connsiteY2821" fmla="*/ 553466 h 1239973"/>
                    <a:gd name="connsiteX2822" fmla="*/ 1034525 w 1595052"/>
                    <a:gd name="connsiteY2822" fmla="*/ 556777 h 1239973"/>
                    <a:gd name="connsiteX2823" fmla="*/ 1039734 w 1595052"/>
                    <a:gd name="connsiteY2823" fmla="*/ 556707 h 1239973"/>
                    <a:gd name="connsiteX2824" fmla="*/ 1039190 w 1595052"/>
                    <a:gd name="connsiteY2824" fmla="*/ 560516 h 1239973"/>
                    <a:gd name="connsiteX2825" fmla="*/ 1039097 w 1595052"/>
                    <a:gd name="connsiteY2825" fmla="*/ 561164 h 1239973"/>
                    <a:gd name="connsiteX2826" fmla="*/ 1036284 w 1595052"/>
                    <a:gd name="connsiteY2826" fmla="*/ 562449 h 1239973"/>
                    <a:gd name="connsiteX2827" fmla="*/ 1036342 w 1595052"/>
                    <a:gd name="connsiteY2827" fmla="*/ 566408 h 1239973"/>
                    <a:gd name="connsiteX2828" fmla="*/ 1038588 w 1595052"/>
                    <a:gd name="connsiteY2828" fmla="*/ 566975 h 1239973"/>
                    <a:gd name="connsiteX2829" fmla="*/ 1038704 w 1595052"/>
                    <a:gd name="connsiteY2829" fmla="*/ 567010 h 1239973"/>
                    <a:gd name="connsiteX2830" fmla="*/ 1038275 w 1595052"/>
                    <a:gd name="connsiteY2830" fmla="*/ 567496 h 1239973"/>
                    <a:gd name="connsiteX2831" fmla="*/ 1036747 w 1595052"/>
                    <a:gd name="connsiteY2831" fmla="*/ 569220 h 1239973"/>
                    <a:gd name="connsiteX2832" fmla="*/ 1035509 w 1595052"/>
                    <a:gd name="connsiteY2832" fmla="*/ 570355 h 1239973"/>
                    <a:gd name="connsiteX2833" fmla="*/ 1035659 w 1595052"/>
                    <a:gd name="connsiteY2833" fmla="*/ 570517 h 1239973"/>
                    <a:gd name="connsiteX2834" fmla="*/ 1037396 w 1595052"/>
                    <a:gd name="connsiteY2834" fmla="*/ 569013 h 1239973"/>
                    <a:gd name="connsiteX2835" fmla="*/ 1038993 w 1595052"/>
                    <a:gd name="connsiteY2835" fmla="*/ 566964 h 1239973"/>
                    <a:gd name="connsiteX2836" fmla="*/ 1038854 w 1595052"/>
                    <a:gd name="connsiteY2836" fmla="*/ 566558 h 1239973"/>
                    <a:gd name="connsiteX2837" fmla="*/ 1036574 w 1595052"/>
                    <a:gd name="connsiteY2837" fmla="*/ 566257 h 1239973"/>
                    <a:gd name="connsiteX2838" fmla="*/ 1036585 w 1595052"/>
                    <a:gd name="connsiteY2838" fmla="*/ 562495 h 1239973"/>
                    <a:gd name="connsiteX2839" fmla="*/ 1039838 w 1595052"/>
                    <a:gd name="connsiteY2839" fmla="*/ 561176 h 1239973"/>
                    <a:gd name="connsiteX2840" fmla="*/ 1040012 w 1595052"/>
                    <a:gd name="connsiteY2840" fmla="*/ 560516 h 1239973"/>
                    <a:gd name="connsiteX2841" fmla="*/ 1040706 w 1595052"/>
                    <a:gd name="connsiteY2841" fmla="*/ 557807 h 1239973"/>
                    <a:gd name="connsiteX2842" fmla="*/ 1039607 w 1595052"/>
                    <a:gd name="connsiteY2842" fmla="*/ 555885 h 1239973"/>
                    <a:gd name="connsiteX2843" fmla="*/ 1035601 w 1595052"/>
                    <a:gd name="connsiteY2843" fmla="*/ 556453 h 1239973"/>
                    <a:gd name="connsiteX2844" fmla="*/ 1035451 w 1595052"/>
                    <a:gd name="connsiteY2844" fmla="*/ 553211 h 1239973"/>
                    <a:gd name="connsiteX2845" fmla="*/ 1032835 w 1595052"/>
                    <a:gd name="connsiteY2845" fmla="*/ 548963 h 1239973"/>
                    <a:gd name="connsiteX2846" fmla="*/ 1027684 w 1595052"/>
                    <a:gd name="connsiteY2846" fmla="*/ 547319 h 1239973"/>
                    <a:gd name="connsiteX2847" fmla="*/ 1024743 w 1595052"/>
                    <a:gd name="connsiteY2847" fmla="*/ 548905 h 1239973"/>
                    <a:gd name="connsiteX2848" fmla="*/ 1024373 w 1595052"/>
                    <a:gd name="connsiteY2848" fmla="*/ 554010 h 1239973"/>
                    <a:gd name="connsiteX2849" fmla="*/ 1021791 w 1595052"/>
                    <a:gd name="connsiteY2849" fmla="*/ 554924 h 1239973"/>
                    <a:gd name="connsiteX2850" fmla="*/ 1016142 w 1595052"/>
                    <a:gd name="connsiteY2850" fmla="*/ 548037 h 1239973"/>
                    <a:gd name="connsiteX2851" fmla="*/ 1015818 w 1595052"/>
                    <a:gd name="connsiteY2851" fmla="*/ 544564 h 1239973"/>
                    <a:gd name="connsiteX2852" fmla="*/ 1017531 w 1595052"/>
                    <a:gd name="connsiteY2852" fmla="*/ 541357 h 1239973"/>
                    <a:gd name="connsiteX2853" fmla="*/ 1023609 w 1595052"/>
                    <a:gd name="connsiteY2853" fmla="*/ 540385 h 1239973"/>
                    <a:gd name="connsiteX2854" fmla="*/ 1026422 w 1595052"/>
                    <a:gd name="connsiteY2854" fmla="*/ 538209 h 1239973"/>
                    <a:gd name="connsiteX2855" fmla="*/ 1029894 w 1595052"/>
                    <a:gd name="connsiteY2855" fmla="*/ 529724 h 1239973"/>
                    <a:gd name="connsiteX2856" fmla="*/ 1030520 w 1595052"/>
                    <a:gd name="connsiteY2856" fmla="*/ 532247 h 1239973"/>
                    <a:gd name="connsiteX2857" fmla="*/ 1030774 w 1595052"/>
                    <a:gd name="connsiteY2857" fmla="*/ 528068 h 1239973"/>
                    <a:gd name="connsiteX2858" fmla="*/ 1035833 w 1595052"/>
                    <a:gd name="connsiteY2858" fmla="*/ 518750 h 1239973"/>
                    <a:gd name="connsiteX2859" fmla="*/ 1037303 w 1595052"/>
                    <a:gd name="connsiteY2859" fmla="*/ 521065 h 1239973"/>
                    <a:gd name="connsiteX2860" fmla="*/ 1042258 w 1595052"/>
                    <a:gd name="connsiteY2860" fmla="*/ 522258 h 1239973"/>
                    <a:gd name="connsiteX2861" fmla="*/ 1037373 w 1595052"/>
                    <a:gd name="connsiteY2861" fmla="*/ 520753 h 1239973"/>
                    <a:gd name="connsiteX2862" fmla="*/ 1036701 w 1595052"/>
                    <a:gd name="connsiteY2862" fmla="*/ 518310 h 1239973"/>
                    <a:gd name="connsiteX2863" fmla="*/ 1035138 w 1595052"/>
                    <a:gd name="connsiteY2863" fmla="*/ 519027 h 1239973"/>
                    <a:gd name="connsiteX2864" fmla="*/ 1036041 w 1595052"/>
                    <a:gd name="connsiteY2864" fmla="*/ 516376 h 1239973"/>
                    <a:gd name="connsiteX2865" fmla="*/ 1037025 w 1595052"/>
                    <a:gd name="connsiteY2865" fmla="*/ 512360 h 1239973"/>
                    <a:gd name="connsiteX2866" fmla="*/ 1036169 w 1595052"/>
                    <a:gd name="connsiteY2866" fmla="*/ 507660 h 1239973"/>
                    <a:gd name="connsiteX2867" fmla="*/ 1031191 w 1595052"/>
                    <a:gd name="connsiteY2867" fmla="*/ 500101 h 1239973"/>
                    <a:gd name="connsiteX2868" fmla="*/ 1028957 w 1595052"/>
                    <a:gd name="connsiteY2868" fmla="*/ 493364 h 1239973"/>
                    <a:gd name="connsiteX2869" fmla="*/ 1033309 w 1595052"/>
                    <a:gd name="connsiteY2869" fmla="*/ 463289 h 1239973"/>
                    <a:gd name="connsiteX2870" fmla="*/ 1032383 w 1595052"/>
                    <a:gd name="connsiteY2870" fmla="*/ 461368 h 1239973"/>
                    <a:gd name="connsiteX2871" fmla="*/ 1027116 w 1595052"/>
                    <a:gd name="connsiteY2871" fmla="*/ 460917 h 1239973"/>
                    <a:gd name="connsiteX2872" fmla="*/ 1024280 w 1595052"/>
                    <a:gd name="connsiteY2872" fmla="*/ 458312 h 1239973"/>
                    <a:gd name="connsiteX2873" fmla="*/ 1036388 w 1595052"/>
                    <a:gd name="connsiteY2873" fmla="*/ 460477 h 1239973"/>
                    <a:gd name="connsiteX2874" fmla="*/ 1039618 w 1595052"/>
                    <a:gd name="connsiteY2874" fmla="*/ 463001 h 1239973"/>
                    <a:gd name="connsiteX2875" fmla="*/ 1038333 w 1595052"/>
                    <a:gd name="connsiteY2875" fmla="*/ 464042 h 1239973"/>
                    <a:gd name="connsiteX2876" fmla="*/ 1042350 w 1595052"/>
                    <a:gd name="connsiteY2876" fmla="*/ 467885 h 1239973"/>
                    <a:gd name="connsiteX2877" fmla="*/ 1042419 w 1595052"/>
                    <a:gd name="connsiteY2877" fmla="*/ 467955 h 1239973"/>
                    <a:gd name="connsiteX2878" fmla="*/ 1042327 w 1595052"/>
                    <a:gd name="connsiteY2878" fmla="*/ 468047 h 1239973"/>
                    <a:gd name="connsiteX2879" fmla="*/ 1039109 w 1595052"/>
                    <a:gd name="connsiteY2879" fmla="*/ 470849 h 1239973"/>
                    <a:gd name="connsiteX2880" fmla="*/ 1039282 w 1595052"/>
                    <a:gd name="connsiteY2880" fmla="*/ 471821 h 1239973"/>
                    <a:gd name="connsiteX2881" fmla="*/ 1039375 w 1595052"/>
                    <a:gd name="connsiteY2881" fmla="*/ 472342 h 1239973"/>
                    <a:gd name="connsiteX2882" fmla="*/ 1039803 w 1595052"/>
                    <a:gd name="connsiteY2882" fmla="*/ 474692 h 1239973"/>
                    <a:gd name="connsiteX2883" fmla="*/ 1039560 w 1595052"/>
                    <a:gd name="connsiteY2883" fmla="*/ 472724 h 1239973"/>
                    <a:gd name="connsiteX2884" fmla="*/ 1039421 w 1595052"/>
                    <a:gd name="connsiteY2884" fmla="*/ 471694 h 1239973"/>
                    <a:gd name="connsiteX2885" fmla="*/ 1039421 w 1595052"/>
                    <a:gd name="connsiteY2885" fmla="*/ 471659 h 1239973"/>
                    <a:gd name="connsiteX2886" fmla="*/ 1039502 w 1595052"/>
                    <a:gd name="connsiteY2886" fmla="*/ 471636 h 1239973"/>
                    <a:gd name="connsiteX2887" fmla="*/ 1042524 w 1595052"/>
                    <a:gd name="connsiteY2887" fmla="*/ 470825 h 1239973"/>
                    <a:gd name="connsiteX2888" fmla="*/ 1041366 w 1595052"/>
                    <a:gd name="connsiteY2888" fmla="*/ 470432 h 1239973"/>
                    <a:gd name="connsiteX2889" fmla="*/ 1043137 w 1595052"/>
                    <a:gd name="connsiteY2889" fmla="*/ 468372 h 1239973"/>
                    <a:gd name="connsiteX2890" fmla="*/ 1042917 w 1595052"/>
                    <a:gd name="connsiteY2890" fmla="*/ 462769 h 1239973"/>
                    <a:gd name="connsiteX2891" fmla="*/ 1042373 w 1595052"/>
                    <a:gd name="connsiteY2891" fmla="*/ 466439 h 1239973"/>
                    <a:gd name="connsiteX2892" fmla="*/ 1040232 w 1595052"/>
                    <a:gd name="connsiteY2892" fmla="*/ 463267 h 1239973"/>
                    <a:gd name="connsiteX2893" fmla="*/ 1042501 w 1595052"/>
                    <a:gd name="connsiteY2893" fmla="*/ 454816 h 1239973"/>
                    <a:gd name="connsiteX2894" fmla="*/ 1043322 w 1595052"/>
                    <a:gd name="connsiteY2894" fmla="*/ 451772 h 1239973"/>
                    <a:gd name="connsiteX2895" fmla="*/ 1043797 w 1595052"/>
                    <a:gd name="connsiteY2895" fmla="*/ 445567 h 1239973"/>
                    <a:gd name="connsiteX2896" fmla="*/ 1041366 w 1595052"/>
                    <a:gd name="connsiteY2896" fmla="*/ 445312 h 1239973"/>
                    <a:gd name="connsiteX2897" fmla="*/ 1039896 w 1595052"/>
                    <a:gd name="connsiteY2897" fmla="*/ 441713 h 1239973"/>
                    <a:gd name="connsiteX2898" fmla="*/ 1049446 w 1595052"/>
                    <a:gd name="connsiteY2898" fmla="*/ 438217 h 1239973"/>
                    <a:gd name="connsiteX2899" fmla="*/ 1051345 w 1595052"/>
                    <a:gd name="connsiteY2899" fmla="*/ 434408 h 1239973"/>
                    <a:gd name="connsiteX2900" fmla="*/ 1051738 w 1595052"/>
                    <a:gd name="connsiteY2900" fmla="*/ 427058 h 1239973"/>
                    <a:gd name="connsiteX2901" fmla="*/ 1047964 w 1595052"/>
                    <a:gd name="connsiteY2901" fmla="*/ 423584 h 1239973"/>
                    <a:gd name="connsiteX2902" fmla="*/ 1045047 w 1595052"/>
                    <a:gd name="connsiteY2902" fmla="*/ 423399 h 1239973"/>
                    <a:gd name="connsiteX2903" fmla="*/ 1053891 w 1595052"/>
                    <a:gd name="connsiteY2903" fmla="*/ 421362 h 1239973"/>
                    <a:gd name="connsiteX2904" fmla="*/ 1060200 w 1595052"/>
                    <a:gd name="connsiteY2904" fmla="*/ 417866 h 1239973"/>
                    <a:gd name="connsiteX2905" fmla="*/ 1061311 w 1595052"/>
                    <a:gd name="connsiteY2905" fmla="*/ 418873 h 1239973"/>
                    <a:gd name="connsiteX2906" fmla="*/ 1060374 w 1595052"/>
                    <a:gd name="connsiteY2906" fmla="*/ 422057 h 1239973"/>
                    <a:gd name="connsiteX2907" fmla="*/ 1061543 w 1595052"/>
                    <a:gd name="connsiteY2907" fmla="*/ 420725 h 1239973"/>
                    <a:gd name="connsiteX2908" fmla="*/ 1063476 w 1595052"/>
                    <a:gd name="connsiteY2908" fmla="*/ 422878 h 1239973"/>
                    <a:gd name="connsiteX2909" fmla="*/ 1061659 w 1595052"/>
                    <a:gd name="connsiteY2909" fmla="*/ 419765 h 1239973"/>
                    <a:gd name="connsiteX2910" fmla="*/ 1068442 w 1595052"/>
                    <a:gd name="connsiteY2910" fmla="*/ 419313 h 1239973"/>
                    <a:gd name="connsiteX2911" fmla="*/ 1075770 w 1595052"/>
                    <a:gd name="connsiteY2911" fmla="*/ 423272 h 1239973"/>
                    <a:gd name="connsiteX2912" fmla="*/ 1078293 w 1595052"/>
                    <a:gd name="connsiteY2912" fmla="*/ 423978 h 1239973"/>
                    <a:gd name="connsiteX2913" fmla="*/ 1075515 w 1595052"/>
                    <a:gd name="connsiteY2913" fmla="*/ 422659 h 1239973"/>
                    <a:gd name="connsiteX2914" fmla="*/ 1075041 w 1595052"/>
                    <a:gd name="connsiteY2914" fmla="*/ 421524 h 1239973"/>
                    <a:gd name="connsiteX2915" fmla="*/ 1076337 w 1595052"/>
                    <a:gd name="connsiteY2915" fmla="*/ 421281 h 1239973"/>
                    <a:gd name="connsiteX2916" fmla="*/ 1073478 w 1595052"/>
                    <a:gd name="connsiteY2916" fmla="*/ 421535 h 1239973"/>
                    <a:gd name="connsiteX2917" fmla="*/ 1070028 w 1595052"/>
                    <a:gd name="connsiteY2917" fmla="*/ 419278 h 1239973"/>
                    <a:gd name="connsiteX2918" fmla="*/ 1079266 w 1595052"/>
                    <a:gd name="connsiteY2918" fmla="*/ 408304 h 1239973"/>
                    <a:gd name="connsiteX2919" fmla="*/ 1079868 w 1595052"/>
                    <a:gd name="connsiteY2919" fmla="*/ 409658 h 1239973"/>
                    <a:gd name="connsiteX2920" fmla="*/ 1081315 w 1595052"/>
                    <a:gd name="connsiteY2920" fmla="*/ 402030 h 1239973"/>
                    <a:gd name="connsiteX2921" fmla="*/ 1084510 w 1595052"/>
                    <a:gd name="connsiteY2921" fmla="*/ 400178 h 1239973"/>
                    <a:gd name="connsiteX2922" fmla="*/ 1082669 w 1595052"/>
                    <a:gd name="connsiteY2922" fmla="*/ 398454 h 1239973"/>
                    <a:gd name="connsiteX2923" fmla="*/ 1087137 w 1595052"/>
                    <a:gd name="connsiteY2923" fmla="*/ 395629 h 1239973"/>
                    <a:gd name="connsiteX2924" fmla="*/ 1088133 w 1595052"/>
                    <a:gd name="connsiteY2924" fmla="*/ 393962 h 1239973"/>
                    <a:gd name="connsiteX2925" fmla="*/ 1091606 w 1595052"/>
                    <a:gd name="connsiteY2925" fmla="*/ 388104 h 1239973"/>
                    <a:gd name="connsiteX2926" fmla="*/ 1092752 w 1595052"/>
                    <a:gd name="connsiteY2926" fmla="*/ 386704 h 1239973"/>
                    <a:gd name="connsiteX2927" fmla="*/ 1095148 w 1595052"/>
                    <a:gd name="connsiteY2927" fmla="*/ 383787 h 1239973"/>
                    <a:gd name="connsiteX2928" fmla="*/ 1097833 w 1595052"/>
                    <a:gd name="connsiteY2928" fmla="*/ 381379 h 1239973"/>
                    <a:gd name="connsiteX2929" fmla="*/ 1105763 w 1595052"/>
                    <a:gd name="connsiteY2929" fmla="*/ 374248 h 1239973"/>
                    <a:gd name="connsiteX2930" fmla="*/ 1110080 w 1595052"/>
                    <a:gd name="connsiteY2930" fmla="*/ 369525 h 1239973"/>
                    <a:gd name="connsiteX2931" fmla="*/ 1113102 w 1595052"/>
                    <a:gd name="connsiteY2931" fmla="*/ 366863 h 1239973"/>
                    <a:gd name="connsiteX2932" fmla="*/ 1120175 w 1595052"/>
                    <a:gd name="connsiteY2932" fmla="*/ 364907 h 1239973"/>
                    <a:gd name="connsiteX2933" fmla="*/ 1121876 w 1595052"/>
                    <a:gd name="connsiteY2933" fmla="*/ 361955 h 1239973"/>
                    <a:gd name="connsiteX2934" fmla="*/ 1121923 w 1595052"/>
                    <a:gd name="connsiteY2934" fmla="*/ 361862 h 1239973"/>
                    <a:gd name="connsiteX2935" fmla="*/ 1122027 w 1595052"/>
                    <a:gd name="connsiteY2935" fmla="*/ 361873 h 1239973"/>
                    <a:gd name="connsiteX2936" fmla="*/ 1124030 w 1595052"/>
                    <a:gd name="connsiteY2936" fmla="*/ 362013 h 1239973"/>
                    <a:gd name="connsiteX2937" fmla="*/ 1128104 w 1595052"/>
                    <a:gd name="connsiteY2937" fmla="*/ 362290 h 1239973"/>
                    <a:gd name="connsiteX2938" fmla="*/ 1128648 w 1595052"/>
                    <a:gd name="connsiteY2938" fmla="*/ 362475 h 1239973"/>
                    <a:gd name="connsiteX2939" fmla="*/ 1130107 w 1595052"/>
                    <a:gd name="connsiteY2939" fmla="*/ 362950 h 1239973"/>
                    <a:gd name="connsiteX2940" fmla="*/ 1133765 w 1595052"/>
                    <a:gd name="connsiteY2940" fmla="*/ 362985 h 1239973"/>
                    <a:gd name="connsiteX2941" fmla="*/ 1135849 w 1595052"/>
                    <a:gd name="connsiteY2941" fmla="*/ 362996 h 1239973"/>
                    <a:gd name="connsiteX2942" fmla="*/ 1136242 w 1595052"/>
                    <a:gd name="connsiteY2942" fmla="*/ 362591 h 1239973"/>
                    <a:gd name="connsiteX2943" fmla="*/ 1138546 w 1595052"/>
                    <a:gd name="connsiteY2943" fmla="*/ 360218 h 1239973"/>
                    <a:gd name="connsiteX2944" fmla="*/ 1138835 w 1595052"/>
                    <a:gd name="connsiteY2944" fmla="*/ 359917 h 1239973"/>
                    <a:gd name="connsiteX2945" fmla="*/ 1138905 w 1595052"/>
                    <a:gd name="connsiteY2945" fmla="*/ 359836 h 1239973"/>
                    <a:gd name="connsiteX2946" fmla="*/ 1138777 w 1595052"/>
                    <a:gd name="connsiteY2946" fmla="*/ 359570 h 1239973"/>
                    <a:gd name="connsiteX2947" fmla="*/ 1137759 w 1595052"/>
                    <a:gd name="connsiteY2947" fmla="*/ 357556 h 1239973"/>
                    <a:gd name="connsiteX2948" fmla="*/ 1138638 w 1595052"/>
                    <a:gd name="connsiteY2948" fmla="*/ 358771 h 1239973"/>
                    <a:gd name="connsiteX2949" fmla="*/ 1138881 w 1595052"/>
                    <a:gd name="connsiteY2949" fmla="*/ 359107 h 1239973"/>
                    <a:gd name="connsiteX2950" fmla="*/ 1142516 w 1595052"/>
                    <a:gd name="connsiteY2950" fmla="*/ 358725 h 1239973"/>
                    <a:gd name="connsiteX2951" fmla="*/ 1148408 w 1595052"/>
                    <a:gd name="connsiteY2951" fmla="*/ 362916 h 1239973"/>
                    <a:gd name="connsiteX2952" fmla="*/ 1148813 w 1595052"/>
                    <a:gd name="connsiteY2952" fmla="*/ 363204 h 1239973"/>
                    <a:gd name="connsiteX2953" fmla="*/ 1152136 w 1595052"/>
                    <a:gd name="connsiteY2953" fmla="*/ 366943 h 1239973"/>
                    <a:gd name="connsiteX2954" fmla="*/ 1154821 w 1595052"/>
                    <a:gd name="connsiteY2954" fmla="*/ 369664 h 1239973"/>
                    <a:gd name="connsiteX2955" fmla="*/ 1156025 w 1595052"/>
                    <a:gd name="connsiteY2955" fmla="*/ 370428 h 1239973"/>
                    <a:gd name="connsiteX2956" fmla="*/ 1156546 w 1595052"/>
                    <a:gd name="connsiteY2956" fmla="*/ 370752 h 1239973"/>
                    <a:gd name="connsiteX2957" fmla="*/ 1158410 w 1595052"/>
                    <a:gd name="connsiteY2957" fmla="*/ 370787 h 1239973"/>
                    <a:gd name="connsiteX2958" fmla="*/ 1159278 w 1595052"/>
                    <a:gd name="connsiteY2958" fmla="*/ 370220 h 1239973"/>
                    <a:gd name="connsiteX2959" fmla="*/ 1160528 w 1595052"/>
                    <a:gd name="connsiteY2959" fmla="*/ 369386 h 1239973"/>
                    <a:gd name="connsiteX2960" fmla="*/ 1162508 w 1595052"/>
                    <a:gd name="connsiteY2960" fmla="*/ 366758 h 1239973"/>
                    <a:gd name="connsiteX2961" fmla="*/ 1163087 w 1595052"/>
                    <a:gd name="connsiteY2961" fmla="*/ 367001 h 1239973"/>
                    <a:gd name="connsiteX2962" fmla="*/ 1166339 w 1595052"/>
                    <a:gd name="connsiteY2962" fmla="*/ 371296 h 1239973"/>
                    <a:gd name="connsiteX2963" fmla="*/ 1166953 w 1595052"/>
                    <a:gd name="connsiteY2963" fmla="*/ 374515 h 1239973"/>
                    <a:gd name="connsiteX2964" fmla="*/ 1167474 w 1595052"/>
                    <a:gd name="connsiteY2964" fmla="*/ 375128 h 1239973"/>
                    <a:gd name="connsiteX2965" fmla="*/ 1168689 w 1595052"/>
                    <a:gd name="connsiteY2965" fmla="*/ 376552 h 1239973"/>
                    <a:gd name="connsiteX2966" fmla="*/ 1172729 w 1595052"/>
                    <a:gd name="connsiteY2966" fmla="*/ 378693 h 1239973"/>
                    <a:gd name="connsiteX2967" fmla="*/ 1173019 w 1595052"/>
                    <a:gd name="connsiteY2967" fmla="*/ 378844 h 1239973"/>
                    <a:gd name="connsiteX2968" fmla="*/ 1173401 w 1595052"/>
                    <a:gd name="connsiteY2968" fmla="*/ 380962 h 1239973"/>
                    <a:gd name="connsiteX2969" fmla="*/ 1173980 w 1595052"/>
                    <a:gd name="connsiteY2969" fmla="*/ 384145 h 1239973"/>
                    <a:gd name="connsiteX2970" fmla="*/ 1175866 w 1595052"/>
                    <a:gd name="connsiteY2970" fmla="*/ 389378 h 1239973"/>
                    <a:gd name="connsiteX2971" fmla="*/ 1176179 w 1595052"/>
                    <a:gd name="connsiteY2971" fmla="*/ 390223 h 1239973"/>
                    <a:gd name="connsiteX2972" fmla="*/ 1176595 w 1595052"/>
                    <a:gd name="connsiteY2972" fmla="*/ 390559 h 1239973"/>
                    <a:gd name="connsiteX2973" fmla="*/ 1176688 w 1595052"/>
                    <a:gd name="connsiteY2973" fmla="*/ 390188 h 1239973"/>
                    <a:gd name="connsiteX2974" fmla="*/ 1176538 w 1595052"/>
                    <a:gd name="connsiteY2974" fmla="*/ 388938 h 1239973"/>
                    <a:gd name="connsiteX2975" fmla="*/ 1176086 w 1595052"/>
                    <a:gd name="connsiteY2975" fmla="*/ 388325 h 1239973"/>
                    <a:gd name="connsiteX2976" fmla="*/ 1175473 w 1595052"/>
                    <a:gd name="connsiteY2976" fmla="*/ 385836 h 1239973"/>
                    <a:gd name="connsiteX2977" fmla="*/ 1174466 w 1595052"/>
                    <a:gd name="connsiteY2977" fmla="*/ 384145 h 1239973"/>
                    <a:gd name="connsiteX2978" fmla="*/ 1174350 w 1595052"/>
                    <a:gd name="connsiteY2978" fmla="*/ 383382 h 1239973"/>
                    <a:gd name="connsiteX2979" fmla="*/ 1173632 w 1595052"/>
                    <a:gd name="connsiteY2979" fmla="*/ 378936 h 1239973"/>
                    <a:gd name="connsiteX2980" fmla="*/ 1172324 w 1595052"/>
                    <a:gd name="connsiteY2980" fmla="*/ 377466 h 1239973"/>
                    <a:gd name="connsiteX2981" fmla="*/ 1169071 w 1595052"/>
                    <a:gd name="connsiteY2981" fmla="*/ 376147 h 1239973"/>
                    <a:gd name="connsiteX2982" fmla="*/ 1167312 w 1595052"/>
                    <a:gd name="connsiteY2982" fmla="*/ 374109 h 1239973"/>
                    <a:gd name="connsiteX2983" fmla="*/ 1166895 w 1595052"/>
                    <a:gd name="connsiteY2983" fmla="*/ 371041 h 1239973"/>
                    <a:gd name="connsiteX2984" fmla="*/ 1167798 w 1595052"/>
                    <a:gd name="connsiteY2984" fmla="*/ 370417 h 1239973"/>
                    <a:gd name="connsiteX2985" fmla="*/ 1166721 w 1595052"/>
                    <a:gd name="connsiteY2985" fmla="*/ 370625 h 1239973"/>
                    <a:gd name="connsiteX2986" fmla="*/ 1164476 w 1595052"/>
                    <a:gd name="connsiteY2986" fmla="*/ 367719 h 1239973"/>
                    <a:gd name="connsiteX2987" fmla="*/ 1163723 w 1595052"/>
                    <a:gd name="connsiteY2987" fmla="*/ 366747 h 1239973"/>
                    <a:gd name="connsiteX2988" fmla="*/ 1162496 w 1595052"/>
                    <a:gd name="connsiteY2988" fmla="*/ 366226 h 1239973"/>
                    <a:gd name="connsiteX2989" fmla="*/ 1161246 w 1595052"/>
                    <a:gd name="connsiteY2989" fmla="*/ 366851 h 1239973"/>
                    <a:gd name="connsiteX2990" fmla="*/ 1159649 w 1595052"/>
                    <a:gd name="connsiteY2990" fmla="*/ 369433 h 1239973"/>
                    <a:gd name="connsiteX2991" fmla="*/ 1157437 w 1595052"/>
                    <a:gd name="connsiteY2991" fmla="*/ 370336 h 1239973"/>
                    <a:gd name="connsiteX2992" fmla="*/ 1157229 w 1595052"/>
                    <a:gd name="connsiteY2992" fmla="*/ 370417 h 1239973"/>
                    <a:gd name="connsiteX2993" fmla="*/ 1157125 w 1595052"/>
                    <a:gd name="connsiteY2993" fmla="*/ 370359 h 1239973"/>
                    <a:gd name="connsiteX2994" fmla="*/ 1154926 w 1595052"/>
                    <a:gd name="connsiteY2994" fmla="*/ 368900 h 1239973"/>
                    <a:gd name="connsiteX2995" fmla="*/ 1149693 w 1595052"/>
                    <a:gd name="connsiteY2995" fmla="*/ 363066 h 1239973"/>
                    <a:gd name="connsiteX2996" fmla="*/ 1142250 w 1595052"/>
                    <a:gd name="connsiteY2996" fmla="*/ 355275 h 1239973"/>
                    <a:gd name="connsiteX2997" fmla="*/ 1143952 w 1595052"/>
                    <a:gd name="connsiteY2997" fmla="*/ 355472 h 1239973"/>
                    <a:gd name="connsiteX2998" fmla="*/ 1142308 w 1595052"/>
                    <a:gd name="connsiteY2998" fmla="*/ 354094 h 1239973"/>
                    <a:gd name="connsiteX2999" fmla="*/ 1143801 w 1595052"/>
                    <a:gd name="connsiteY2999" fmla="*/ 354488 h 1239973"/>
                    <a:gd name="connsiteX3000" fmla="*/ 1148663 w 1595052"/>
                    <a:gd name="connsiteY3000" fmla="*/ 349106 h 1239973"/>
                    <a:gd name="connsiteX3001" fmla="*/ 1148929 w 1595052"/>
                    <a:gd name="connsiteY3001" fmla="*/ 348805 h 1239973"/>
                    <a:gd name="connsiteX3002" fmla="*/ 1150793 w 1595052"/>
                    <a:gd name="connsiteY3002" fmla="*/ 345818 h 1239973"/>
                    <a:gd name="connsiteX3003" fmla="*/ 1158792 w 1595052"/>
                    <a:gd name="connsiteY3003" fmla="*/ 332980 h 1239973"/>
                    <a:gd name="connsiteX3004" fmla="*/ 1162577 w 1595052"/>
                    <a:gd name="connsiteY3004" fmla="*/ 316126 h 1239973"/>
                    <a:gd name="connsiteX3005" fmla="*/ 1165274 w 1595052"/>
                    <a:gd name="connsiteY3005" fmla="*/ 315419 h 1239973"/>
                    <a:gd name="connsiteX3006" fmla="*/ 1172347 w 1595052"/>
                    <a:gd name="connsiteY3006" fmla="*/ 304966 h 1239973"/>
                    <a:gd name="connsiteX3007" fmla="*/ 1175959 w 1595052"/>
                    <a:gd name="connsiteY3007" fmla="*/ 297153 h 1239973"/>
                    <a:gd name="connsiteX3008" fmla="*/ 1186551 w 1595052"/>
                    <a:gd name="connsiteY3008" fmla="*/ 290103 h 1239973"/>
                    <a:gd name="connsiteX3009" fmla="*/ 1187581 w 1595052"/>
                    <a:gd name="connsiteY3009" fmla="*/ 290844 h 1239973"/>
                    <a:gd name="connsiteX3010" fmla="*/ 1187014 w 1595052"/>
                    <a:gd name="connsiteY3010" fmla="*/ 289617 h 1239973"/>
                    <a:gd name="connsiteX3011" fmla="*/ 1191644 w 1595052"/>
                    <a:gd name="connsiteY3011" fmla="*/ 285299 h 1239973"/>
                    <a:gd name="connsiteX3012" fmla="*/ 1193311 w 1595052"/>
                    <a:gd name="connsiteY3012" fmla="*/ 281155 h 1239973"/>
                    <a:gd name="connsiteX3013" fmla="*/ 1193832 w 1595052"/>
                    <a:gd name="connsiteY3013" fmla="*/ 281398 h 1239973"/>
                    <a:gd name="connsiteX3014" fmla="*/ 1198428 w 1595052"/>
                    <a:gd name="connsiteY3014" fmla="*/ 283562 h 1239973"/>
                    <a:gd name="connsiteX3015" fmla="*/ 1193832 w 1595052"/>
                    <a:gd name="connsiteY3015" fmla="*/ 280692 h 1239973"/>
                    <a:gd name="connsiteX3016" fmla="*/ 1193519 w 1595052"/>
                    <a:gd name="connsiteY3016" fmla="*/ 280495 h 1239973"/>
                    <a:gd name="connsiteX3017" fmla="*/ 1193832 w 1595052"/>
                    <a:gd name="connsiteY3017" fmla="*/ 279372 h 1239973"/>
                    <a:gd name="connsiteX3018" fmla="*/ 1195846 w 1595052"/>
                    <a:gd name="connsiteY3018" fmla="*/ 271987 h 1239973"/>
                    <a:gd name="connsiteX3019" fmla="*/ 1201681 w 1595052"/>
                    <a:gd name="connsiteY3019" fmla="*/ 261627 h 1239973"/>
                    <a:gd name="connsiteX3020" fmla="*/ 1210328 w 1595052"/>
                    <a:gd name="connsiteY3020" fmla="*/ 255329 h 1239973"/>
                    <a:gd name="connsiteX3021" fmla="*/ 1211196 w 1595052"/>
                    <a:gd name="connsiteY3021" fmla="*/ 254854 h 1239973"/>
                    <a:gd name="connsiteX3022" fmla="*/ 1219901 w 1595052"/>
                    <a:gd name="connsiteY3022" fmla="*/ 250097 h 1239973"/>
                    <a:gd name="connsiteX3023" fmla="*/ 1225550 w 1595052"/>
                    <a:gd name="connsiteY3023" fmla="*/ 243406 h 1239973"/>
                    <a:gd name="connsiteX3024" fmla="*/ 1226754 w 1595052"/>
                    <a:gd name="connsiteY3024" fmla="*/ 241982 h 1239973"/>
                    <a:gd name="connsiteX3025" fmla="*/ 1228282 w 1595052"/>
                    <a:gd name="connsiteY3025" fmla="*/ 243406 h 1239973"/>
                    <a:gd name="connsiteX3026" fmla="*/ 1228745 w 1595052"/>
                    <a:gd name="connsiteY3026" fmla="*/ 243835 h 1239973"/>
                    <a:gd name="connsiteX3027" fmla="*/ 1228490 w 1595052"/>
                    <a:gd name="connsiteY3027" fmla="*/ 243406 h 1239973"/>
                    <a:gd name="connsiteX3028" fmla="*/ 1227147 w 1595052"/>
                    <a:gd name="connsiteY3028" fmla="*/ 241137 h 1239973"/>
                    <a:gd name="connsiteX3029" fmla="*/ 1229845 w 1595052"/>
                    <a:gd name="connsiteY3029" fmla="*/ 227015 h 1239973"/>
                    <a:gd name="connsiteX3030" fmla="*/ 1233341 w 1595052"/>
                    <a:gd name="connsiteY3030" fmla="*/ 226841 h 1239973"/>
                    <a:gd name="connsiteX3031" fmla="*/ 1241721 w 1595052"/>
                    <a:gd name="connsiteY3031" fmla="*/ 218761 h 1239973"/>
                    <a:gd name="connsiteX3032" fmla="*/ 1247857 w 1595052"/>
                    <a:gd name="connsiteY3032" fmla="*/ 220903 h 1239973"/>
                    <a:gd name="connsiteX3033" fmla="*/ 1249512 w 1595052"/>
                    <a:gd name="connsiteY3033" fmla="*/ 219514 h 1239973"/>
                    <a:gd name="connsiteX3034" fmla="*/ 1266158 w 1595052"/>
                    <a:gd name="connsiteY3034" fmla="*/ 207984 h 1239973"/>
                    <a:gd name="connsiteX3035" fmla="*/ 1267397 w 1595052"/>
                    <a:gd name="connsiteY3035" fmla="*/ 203354 h 1239973"/>
                    <a:gd name="connsiteX3036" fmla="*/ 1265822 w 1595052"/>
                    <a:gd name="connsiteY3036" fmla="*/ 197762 h 1239973"/>
                    <a:gd name="connsiteX3037" fmla="*/ 1255172 w 1595052"/>
                    <a:gd name="connsiteY3037" fmla="*/ 191662 h 1239973"/>
                    <a:gd name="connsiteX3038" fmla="*/ 1247104 w 1595052"/>
                    <a:gd name="connsiteY3038" fmla="*/ 191071 h 1239973"/>
                    <a:gd name="connsiteX3039" fmla="*/ 1243342 w 1595052"/>
                    <a:gd name="connsiteY3039" fmla="*/ 188953 h 1239973"/>
                    <a:gd name="connsiteX3040" fmla="*/ 1242833 w 1595052"/>
                    <a:gd name="connsiteY3040" fmla="*/ 185967 h 1239973"/>
                    <a:gd name="connsiteX3041" fmla="*/ 1247509 w 1595052"/>
                    <a:gd name="connsiteY3041" fmla="*/ 177296 h 1239973"/>
                    <a:gd name="connsiteX3042" fmla="*/ 1251144 w 1595052"/>
                    <a:gd name="connsiteY3042" fmla="*/ 174610 h 1239973"/>
                    <a:gd name="connsiteX3043" fmla="*/ 1255393 w 1595052"/>
                    <a:gd name="connsiteY3043" fmla="*/ 180340 h 1239973"/>
                    <a:gd name="connsiteX3044" fmla="*/ 1269098 w 1595052"/>
                    <a:gd name="connsiteY3044" fmla="*/ 187772 h 1239973"/>
                    <a:gd name="connsiteX3045" fmla="*/ 1270893 w 1595052"/>
                    <a:gd name="connsiteY3045" fmla="*/ 187610 h 1239973"/>
                    <a:gd name="connsiteX3046" fmla="*/ 1272629 w 1595052"/>
                    <a:gd name="connsiteY3046" fmla="*/ 187448 h 1239973"/>
                    <a:gd name="connsiteX3047" fmla="*/ 1276669 w 1595052"/>
                    <a:gd name="connsiteY3047" fmla="*/ 187078 h 1239973"/>
                    <a:gd name="connsiteX3048" fmla="*/ 1279227 w 1595052"/>
                    <a:gd name="connsiteY3048" fmla="*/ 184948 h 1239973"/>
                    <a:gd name="connsiteX3049" fmla="*/ 1279725 w 1595052"/>
                    <a:gd name="connsiteY3049" fmla="*/ 181290 h 1239973"/>
                    <a:gd name="connsiteX3050" fmla="*/ 1274817 w 1595052"/>
                    <a:gd name="connsiteY3050" fmla="*/ 176995 h 1239973"/>
                    <a:gd name="connsiteX3051" fmla="*/ 1273995 w 1595052"/>
                    <a:gd name="connsiteY3051" fmla="*/ 170501 h 1239973"/>
                    <a:gd name="connsiteX3052" fmla="*/ 1274713 w 1595052"/>
                    <a:gd name="connsiteY3052" fmla="*/ 167919 h 1239973"/>
                    <a:gd name="connsiteX3053" fmla="*/ 1278787 w 1595052"/>
                    <a:gd name="connsiteY3053" fmla="*/ 166322 h 1239973"/>
                    <a:gd name="connsiteX3054" fmla="*/ 1276160 w 1595052"/>
                    <a:gd name="connsiteY3054" fmla="*/ 162884 h 1239973"/>
                    <a:gd name="connsiteX3055" fmla="*/ 1277792 w 1595052"/>
                    <a:gd name="connsiteY3055" fmla="*/ 156529 h 1239973"/>
                    <a:gd name="connsiteX3056" fmla="*/ 1284599 w 1595052"/>
                    <a:gd name="connsiteY3056" fmla="*/ 154167 h 1239973"/>
                    <a:gd name="connsiteX3057" fmla="*/ 1293628 w 1595052"/>
                    <a:gd name="connsiteY3057" fmla="*/ 156309 h 1239973"/>
                    <a:gd name="connsiteX3058" fmla="*/ 1296012 w 1595052"/>
                    <a:gd name="connsiteY3058" fmla="*/ 163382 h 1239973"/>
                    <a:gd name="connsiteX3059" fmla="*/ 1295260 w 1595052"/>
                    <a:gd name="connsiteY3059" fmla="*/ 160326 h 1239973"/>
                    <a:gd name="connsiteX3060" fmla="*/ 1294102 w 1595052"/>
                    <a:gd name="connsiteY3060" fmla="*/ 156842 h 1239973"/>
                    <a:gd name="connsiteX3061" fmla="*/ 1293778 w 1595052"/>
                    <a:gd name="connsiteY3061" fmla="*/ 155858 h 1239973"/>
                    <a:gd name="connsiteX3062" fmla="*/ 1284529 w 1595052"/>
                    <a:gd name="connsiteY3062" fmla="*/ 153763 h 1239973"/>
                    <a:gd name="connsiteX3063" fmla="*/ 1277815 w 1595052"/>
                    <a:gd name="connsiteY3063" fmla="*/ 156043 h 1239973"/>
                    <a:gd name="connsiteX3064" fmla="*/ 1277537 w 1595052"/>
                    <a:gd name="connsiteY3064" fmla="*/ 156135 h 1239973"/>
                    <a:gd name="connsiteX3065" fmla="*/ 1275685 w 1595052"/>
                    <a:gd name="connsiteY3065" fmla="*/ 162456 h 1239973"/>
                    <a:gd name="connsiteX3066" fmla="*/ 1278139 w 1595052"/>
                    <a:gd name="connsiteY3066" fmla="*/ 166091 h 1239973"/>
                    <a:gd name="connsiteX3067" fmla="*/ 1274331 w 1595052"/>
                    <a:gd name="connsiteY3067" fmla="*/ 167561 h 1239973"/>
                    <a:gd name="connsiteX3068" fmla="*/ 1273428 w 1595052"/>
                    <a:gd name="connsiteY3068" fmla="*/ 170871 h 1239973"/>
                    <a:gd name="connsiteX3069" fmla="*/ 1274423 w 1595052"/>
                    <a:gd name="connsiteY3069" fmla="*/ 179530 h 1239973"/>
                    <a:gd name="connsiteX3070" fmla="*/ 1278926 w 1595052"/>
                    <a:gd name="connsiteY3070" fmla="*/ 181915 h 1239973"/>
                    <a:gd name="connsiteX3071" fmla="*/ 1277919 w 1595052"/>
                    <a:gd name="connsiteY3071" fmla="*/ 184821 h 1239973"/>
                    <a:gd name="connsiteX3072" fmla="*/ 1271159 w 1595052"/>
                    <a:gd name="connsiteY3072" fmla="*/ 186812 h 1239973"/>
                    <a:gd name="connsiteX3073" fmla="*/ 1263762 w 1595052"/>
                    <a:gd name="connsiteY3073" fmla="*/ 183154 h 1239973"/>
                    <a:gd name="connsiteX3074" fmla="*/ 1263473 w 1595052"/>
                    <a:gd name="connsiteY3074" fmla="*/ 183015 h 1239973"/>
                    <a:gd name="connsiteX3075" fmla="*/ 1259340 w 1595052"/>
                    <a:gd name="connsiteY3075" fmla="*/ 180966 h 1239973"/>
                    <a:gd name="connsiteX3076" fmla="*/ 1254721 w 1595052"/>
                    <a:gd name="connsiteY3076" fmla="*/ 173395 h 1239973"/>
                    <a:gd name="connsiteX3077" fmla="*/ 1251306 w 1595052"/>
                    <a:gd name="connsiteY3077" fmla="*/ 172087 h 1239973"/>
                    <a:gd name="connsiteX3078" fmla="*/ 1245229 w 1595052"/>
                    <a:gd name="connsiteY3078" fmla="*/ 175965 h 1239973"/>
                    <a:gd name="connsiteX3079" fmla="*/ 1241085 w 1595052"/>
                    <a:gd name="connsiteY3079" fmla="*/ 184045 h 1239973"/>
                    <a:gd name="connsiteX3080" fmla="*/ 1241247 w 1595052"/>
                    <a:gd name="connsiteY3080" fmla="*/ 185156 h 1239973"/>
                    <a:gd name="connsiteX3081" fmla="*/ 1241432 w 1595052"/>
                    <a:gd name="connsiteY3081" fmla="*/ 186476 h 1239973"/>
                    <a:gd name="connsiteX3082" fmla="*/ 1242265 w 1595052"/>
                    <a:gd name="connsiteY3082" fmla="*/ 192252 h 1239973"/>
                    <a:gd name="connsiteX3083" fmla="*/ 1244812 w 1595052"/>
                    <a:gd name="connsiteY3083" fmla="*/ 194301 h 1239973"/>
                    <a:gd name="connsiteX3084" fmla="*/ 1255763 w 1595052"/>
                    <a:gd name="connsiteY3084" fmla="*/ 195343 h 1239973"/>
                    <a:gd name="connsiteX3085" fmla="*/ 1257823 w 1595052"/>
                    <a:gd name="connsiteY3085" fmla="*/ 196489 h 1239973"/>
                    <a:gd name="connsiteX3086" fmla="*/ 1258194 w 1595052"/>
                    <a:gd name="connsiteY3086" fmla="*/ 199464 h 1239973"/>
                    <a:gd name="connsiteX3087" fmla="*/ 1247359 w 1595052"/>
                    <a:gd name="connsiteY3087" fmla="*/ 206896 h 1239973"/>
                    <a:gd name="connsiteX3088" fmla="*/ 1246039 w 1595052"/>
                    <a:gd name="connsiteY3088" fmla="*/ 207312 h 1239973"/>
                    <a:gd name="connsiteX3089" fmla="*/ 1246120 w 1595052"/>
                    <a:gd name="connsiteY3089" fmla="*/ 207486 h 1239973"/>
                    <a:gd name="connsiteX3090" fmla="*/ 1231465 w 1595052"/>
                    <a:gd name="connsiteY3090" fmla="*/ 218564 h 1239973"/>
                    <a:gd name="connsiteX3091" fmla="*/ 1231570 w 1595052"/>
                    <a:gd name="connsiteY3091" fmla="*/ 218796 h 1239973"/>
                    <a:gd name="connsiteX3092" fmla="*/ 1230991 w 1595052"/>
                    <a:gd name="connsiteY3092" fmla="*/ 221505 h 1239973"/>
                    <a:gd name="connsiteX3093" fmla="*/ 1225562 w 1595052"/>
                    <a:gd name="connsiteY3093" fmla="*/ 225568 h 1239973"/>
                    <a:gd name="connsiteX3094" fmla="*/ 1224508 w 1595052"/>
                    <a:gd name="connsiteY3094" fmla="*/ 226748 h 1239973"/>
                    <a:gd name="connsiteX3095" fmla="*/ 1221209 w 1595052"/>
                    <a:gd name="connsiteY3095" fmla="*/ 235928 h 1239973"/>
                    <a:gd name="connsiteX3096" fmla="*/ 1205917 w 1595052"/>
                    <a:gd name="connsiteY3096" fmla="*/ 242932 h 1239973"/>
                    <a:gd name="connsiteX3097" fmla="*/ 1205570 w 1595052"/>
                    <a:gd name="connsiteY3097" fmla="*/ 243406 h 1239973"/>
                    <a:gd name="connsiteX3098" fmla="*/ 1203452 w 1595052"/>
                    <a:gd name="connsiteY3098" fmla="*/ 246312 h 1239973"/>
                    <a:gd name="connsiteX3099" fmla="*/ 1202387 w 1595052"/>
                    <a:gd name="connsiteY3099" fmla="*/ 245768 h 1239973"/>
                    <a:gd name="connsiteX3100" fmla="*/ 1203868 w 1595052"/>
                    <a:gd name="connsiteY3100" fmla="*/ 244332 h 1239973"/>
                    <a:gd name="connsiteX3101" fmla="*/ 1197675 w 1595052"/>
                    <a:gd name="connsiteY3101" fmla="*/ 247782 h 1239973"/>
                    <a:gd name="connsiteX3102" fmla="*/ 1198752 w 1595052"/>
                    <a:gd name="connsiteY3102" fmla="*/ 245848 h 1239973"/>
                    <a:gd name="connsiteX3103" fmla="*/ 1195731 w 1595052"/>
                    <a:gd name="connsiteY3103" fmla="*/ 250398 h 1239973"/>
                    <a:gd name="connsiteX3104" fmla="*/ 1193832 w 1595052"/>
                    <a:gd name="connsiteY3104" fmla="*/ 251509 h 1239973"/>
                    <a:gd name="connsiteX3105" fmla="*/ 1182812 w 1595052"/>
                    <a:gd name="connsiteY3105" fmla="*/ 257957 h 1239973"/>
                    <a:gd name="connsiteX3106" fmla="*/ 1176920 w 1595052"/>
                    <a:gd name="connsiteY3106" fmla="*/ 264845 h 1239973"/>
                    <a:gd name="connsiteX3107" fmla="*/ 1177730 w 1595052"/>
                    <a:gd name="connsiteY3107" fmla="*/ 268746 h 1239973"/>
                    <a:gd name="connsiteX3108" fmla="*/ 1168423 w 1595052"/>
                    <a:gd name="connsiteY3108" fmla="*/ 281954 h 1239973"/>
                    <a:gd name="connsiteX3109" fmla="*/ 1168724 w 1595052"/>
                    <a:gd name="connsiteY3109" fmla="*/ 292592 h 1239973"/>
                    <a:gd name="connsiteX3110" fmla="*/ 1167404 w 1595052"/>
                    <a:gd name="connsiteY3110" fmla="*/ 294652 h 1239973"/>
                    <a:gd name="connsiteX3111" fmla="*/ 1165622 w 1595052"/>
                    <a:gd name="connsiteY3111" fmla="*/ 294375 h 1239973"/>
                    <a:gd name="connsiteX3112" fmla="*/ 1164476 w 1595052"/>
                    <a:gd name="connsiteY3112" fmla="*/ 290624 h 1239973"/>
                    <a:gd name="connsiteX3113" fmla="*/ 1166027 w 1595052"/>
                    <a:gd name="connsiteY3113" fmla="*/ 287001 h 1239973"/>
                    <a:gd name="connsiteX3114" fmla="*/ 1161640 w 1595052"/>
                    <a:gd name="connsiteY3114" fmla="*/ 280553 h 1239973"/>
                    <a:gd name="connsiteX3115" fmla="*/ 1162264 w 1595052"/>
                    <a:gd name="connsiteY3115" fmla="*/ 274927 h 1239973"/>
                    <a:gd name="connsiteX3116" fmla="*/ 1161281 w 1595052"/>
                    <a:gd name="connsiteY3116" fmla="*/ 273596 h 1239973"/>
                    <a:gd name="connsiteX3117" fmla="*/ 1161281 w 1595052"/>
                    <a:gd name="connsiteY3117" fmla="*/ 273515 h 1239973"/>
                    <a:gd name="connsiteX3118" fmla="*/ 1161223 w 1595052"/>
                    <a:gd name="connsiteY3118" fmla="*/ 273515 h 1239973"/>
                    <a:gd name="connsiteX3119" fmla="*/ 1160702 w 1595052"/>
                    <a:gd name="connsiteY3119" fmla="*/ 272820 h 1239973"/>
                    <a:gd name="connsiteX3120" fmla="*/ 1157993 w 1595052"/>
                    <a:gd name="connsiteY3120" fmla="*/ 273712 h 1239973"/>
                    <a:gd name="connsiteX3121" fmla="*/ 1157507 w 1595052"/>
                    <a:gd name="connsiteY3121" fmla="*/ 271698 h 1239973"/>
                    <a:gd name="connsiteX3122" fmla="*/ 1162681 w 1595052"/>
                    <a:gd name="connsiteY3122" fmla="*/ 263177 h 1239973"/>
                    <a:gd name="connsiteX3123" fmla="*/ 1162288 w 1595052"/>
                    <a:gd name="connsiteY3123" fmla="*/ 262599 h 1239973"/>
                    <a:gd name="connsiteX3124" fmla="*/ 1162322 w 1595052"/>
                    <a:gd name="connsiteY3124" fmla="*/ 262530 h 1239973"/>
                    <a:gd name="connsiteX3125" fmla="*/ 1162264 w 1595052"/>
                    <a:gd name="connsiteY3125" fmla="*/ 262564 h 1239973"/>
                    <a:gd name="connsiteX3126" fmla="*/ 1161674 w 1595052"/>
                    <a:gd name="connsiteY3126" fmla="*/ 261672 h 1239973"/>
                    <a:gd name="connsiteX3127" fmla="*/ 1158514 w 1595052"/>
                    <a:gd name="connsiteY3127" fmla="*/ 264578 h 1239973"/>
                    <a:gd name="connsiteX3128" fmla="*/ 1156963 w 1595052"/>
                    <a:gd name="connsiteY3128" fmla="*/ 264648 h 1239973"/>
                    <a:gd name="connsiteX3129" fmla="*/ 1155203 w 1595052"/>
                    <a:gd name="connsiteY3129" fmla="*/ 263409 h 1239973"/>
                    <a:gd name="connsiteX3130" fmla="*/ 1156569 w 1595052"/>
                    <a:gd name="connsiteY3130" fmla="*/ 259832 h 1239973"/>
                    <a:gd name="connsiteX3131" fmla="*/ 1161929 w 1595052"/>
                    <a:gd name="connsiteY3131" fmla="*/ 259797 h 1239973"/>
                    <a:gd name="connsiteX3132" fmla="*/ 1164950 w 1595052"/>
                    <a:gd name="connsiteY3132" fmla="*/ 258547 h 1239973"/>
                    <a:gd name="connsiteX3133" fmla="*/ 1165842 w 1595052"/>
                    <a:gd name="connsiteY3133" fmla="*/ 257228 h 1239973"/>
                    <a:gd name="connsiteX3134" fmla="*/ 1165691 w 1595052"/>
                    <a:gd name="connsiteY3134" fmla="*/ 255850 h 1239973"/>
                    <a:gd name="connsiteX3135" fmla="*/ 1160181 w 1595052"/>
                    <a:gd name="connsiteY3135" fmla="*/ 252238 h 1239973"/>
                    <a:gd name="connsiteX3136" fmla="*/ 1160239 w 1595052"/>
                    <a:gd name="connsiteY3136" fmla="*/ 251879 h 1239973"/>
                    <a:gd name="connsiteX3137" fmla="*/ 1161524 w 1595052"/>
                    <a:gd name="connsiteY3137" fmla="*/ 248361 h 1239973"/>
                    <a:gd name="connsiteX3138" fmla="*/ 1161477 w 1595052"/>
                    <a:gd name="connsiteY3138" fmla="*/ 245235 h 1239973"/>
                    <a:gd name="connsiteX3139" fmla="*/ 1160042 w 1595052"/>
                    <a:gd name="connsiteY3139" fmla="*/ 243406 h 1239973"/>
                    <a:gd name="connsiteX3140" fmla="*/ 1159579 w 1595052"/>
                    <a:gd name="connsiteY3140" fmla="*/ 242816 h 1239973"/>
                    <a:gd name="connsiteX3141" fmla="*/ 1156106 w 1595052"/>
                    <a:gd name="connsiteY3141" fmla="*/ 240894 h 1239973"/>
                    <a:gd name="connsiteX3142" fmla="*/ 1156153 w 1595052"/>
                    <a:gd name="connsiteY3142" fmla="*/ 240778 h 1239973"/>
                    <a:gd name="connsiteX3143" fmla="*/ 1156835 w 1595052"/>
                    <a:gd name="connsiteY3143" fmla="*/ 239690 h 1239973"/>
                    <a:gd name="connsiteX3144" fmla="*/ 1158850 w 1595052"/>
                    <a:gd name="connsiteY3144" fmla="*/ 241507 h 1239973"/>
                    <a:gd name="connsiteX3145" fmla="*/ 1160146 w 1595052"/>
                    <a:gd name="connsiteY3145" fmla="*/ 241427 h 1239973"/>
                    <a:gd name="connsiteX3146" fmla="*/ 1161281 w 1595052"/>
                    <a:gd name="connsiteY3146" fmla="*/ 240836 h 1239973"/>
                    <a:gd name="connsiteX3147" fmla="*/ 1161501 w 1595052"/>
                    <a:gd name="connsiteY3147" fmla="*/ 238544 h 1239973"/>
                    <a:gd name="connsiteX3148" fmla="*/ 1161628 w 1595052"/>
                    <a:gd name="connsiteY3148" fmla="*/ 238151 h 1239973"/>
                    <a:gd name="connsiteX3149" fmla="*/ 1161547 w 1595052"/>
                    <a:gd name="connsiteY3149" fmla="*/ 238047 h 1239973"/>
                    <a:gd name="connsiteX3150" fmla="*/ 1161605 w 1595052"/>
                    <a:gd name="connsiteY3150" fmla="*/ 237479 h 1239973"/>
                    <a:gd name="connsiteX3151" fmla="*/ 1161466 w 1595052"/>
                    <a:gd name="connsiteY3151" fmla="*/ 237942 h 1239973"/>
                    <a:gd name="connsiteX3152" fmla="*/ 1157704 w 1595052"/>
                    <a:gd name="connsiteY3152" fmla="*/ 233242 h 1239973"/>
                    <a:gd name="connsiteX3153" fmla="*/ 1157333 w 1595052"/>
                    <a:gd name="connsiteY3153" fmla="*/ 227026 h 1239973"/>
                    <a:gd name="connsiteX3154" fmla="*/ 1154786 w 1595052"/>
                    <a:gd name="connsiteY3154" fmla="*/ 223599 h 1239973"/>
                    <a:gd name="connsiteX3155" fmla="*/ 1160413 w 1595052"/>
                    <a:gd name="connsiteY3155" fmla="*/ 220161 h 1239973"/>
                    <a:gd name="connsiteX3156" fmla="*/ 1163989 w 1595052"/>
                    <a:gd name="connsiteY3156" fmla="*/ 209894 h 1239973"/>
                    <a:gd name="connsiteX3157" fmla="*/ 1157588 w 1595052"/>
                    <a:gd name="connsiteY3157" fmla="*/ 200992 h 1239973"/>
                    <a:gd name="connsiteX3158" fmla="*/ 1159602 w 1595052"/>
                    <a:gd name="connsiteY3158" fmla="*/ 196396 h 1239973"/>
                    <a:gd name="connsiteX3159" fmla="*/ 1159370 w 1595052"/>
                    <a:gd name="connsiteY3159" fmla="*/ 189763 h 1239973"/>
                    <a:gd name="connsiteX3160" fmla="*/ 1161605 w 1595052"/>
                    <a:gd name="connsiteY3160" fmla="*/ 186128 h 1239973"/>
                    <a:gd name="connsiteX3161" fmla="*/ 1158468 w 1595052"/>
                    <a:gd name="connsiteY3161" fmla="*/ 181058 h 1239973"/>
                    <a:gd name="connsiteX3162" fmla="*/ 1160667 w 1595052"/>
                    <a:gd name="connsiteY3162" fmla="*/ 177516 h 1239973"/>
                    <a:gd name="connsiteX3163" fmla="*/ 1165436 w 1595052"/>
                    <a:gd name="connsiteY3163" fmla="*/ 176521 h 1239973"/>
                    <a:gd name="connsiteX3164" fmla="*/ 1165020 w 1595052"/>
                    <a:gd name="connsiteY3164" fmla="*/ 169424 h 1239973"/>
                    <a:gd name="connsiteX3165" fmla="*/ 1168921 w 1595052"/>
                    <a:gd name="connsiteY3165" fmla="*/ 168661 h 1239973"/>
                    <a:gd name="connsiteX3166" fmla="*/ 1168851 w 1595052"/>
                    <a:gd name="connsiteY3166" fmla="*/ 167468 h 1239973"/>
                    <a:gd name="connsiteX3167" fmla="*/ 1174049 w 1595052"/>
                    <a:gd name="connsiteY3167" fmla="*/ 159666 h 1239973"/>
                    <a:gd name="connsiteX3168" fmla="*/ 1173922 w 1595052"/>
                    <a:gd name="connsiteY3168" fmla="*/ 157548 h 1239973"/>
                    <a:gd name="connsiteX3169" fmla="*/ 1177996 w 1595052"/>
                    <a:gd name="connsiteY3169" fmla="*/ 160002 h 1239973"/>
                    <a:gd name="connsiteX3170" fmla="*/ 1179420 w 1595052"/>
                    <a:gd name="connsiteY3170" fmla="*/ 157455 h 1239973"/>
                    <a:gd name="connsiteX3171" fmla="*/ 1183865 w 1595052"/>
                    <a:gd name="connsiteY3171" fmla="*/ 155453 h 1239973"/>
                    <a:gd name="connsiteX3172" fmla="*/ 1186910 w 1595052"/>
                    <a:gd name="connsiteY3172" fmla="*/ 149942 h 1239973"/>
                    <a:gd name="connsiteX3173" fmla="*/ 1193577 w 1595052"/>
                    <a:gd name="connsiteY3173" fmla="*/ 153901 h 1239973"/>
                    <a:gd name="connsiteX3174" fmla="*/ 1195047 w 1595052"/>
                    <a:gd name="connsiteY3174" fmla="*/ 151772 h 1239973"/>
                    <a:gd name="connsiteX3175" fmla="*/ 1192744 w 1595052"/>
                    <a:gd name="connsiteY3175" fmla="*/ 147801 h 1239973"/>
                    <a:gd name="connsiteX3176" fmla="*/ 1194422 w 1595052"/>
                    <a:gd name="connsiteY3176" fmla="*/ 146794 h 1239973"/>
                    <a:gd name="connsiteX3177" fmla="*/ 1201345 w 1595052"/>
                    <a:gd name="connsiteY3177" fmla="*/ 145312 h 1239973"/>
                    <a:gd name="connsiteX3178" fmla="*/ 1207793 w 1595052"/>
                    <a:gd name="connsiteY3178" fmla="*/ 147743 h 1239973"/>
                    <a:gd name="connsiteX3179" fmla="*/ 1212261 w 1595052"/>
                    <a:gd name="connsiteY3179" fmla="*/ 147465 h 1239973"/>
                    <a:gd name="connsiteX3180" fmla="*/ 1215687 w 1595052"/>
                    <a:gd name="connsiteY3180" fmla="*/ 145173 h 1239973"/>
                    <a:gd name="connsiteX3181" fmla="*/ 1220735 w 1595052"/>
                    <a:gd name="connsiteY3181" fmla="*/ 133181 h 1239973"/>
                    <a:gd name="connsiteX3182" fmla="*/ 1223188 w 1595052"/>
                    <a:gd name="connsiteY3182" fmla="*/ 132521 h 1239973"/>
                    <a:gd name="connsiteX3183" fmla="*/ 1223455 w 1595052"/>
                    <a:gd name="connsiteY3183" fmla="*/ 135114 h 1239973"/>
                    <a:gd name="connsiteX3184" fmla="*/ 1225805 w 1595052"/>
                    <a:gd name="connsiteY3184" fmla="*/ 133759 h 1239973"/>
                    <a:gd name="connsiteX3185" fmla="*/ 1226082 w 1595052"/>
                    <a:gd name="connsiteY3185" fmla="*/ 136248 h 1239973"/>
                    <a:gd name="connsiteX3186" fmla="*/ 1228293 w 1595052"/>
                    <a:gd name="connsiteY3186" fmla="*/ 136028 h 1239973"/>
                    <a:gd name="connsiteX3187" fmla="*/ 1228687 w 1595052"/>
                    <a:gd name="connsiteY3187" fmla="*/ 133493 h 1239973"/>
                    <a:gd name="connsiteX3188" fmla="*/ 1233537 w 1595052"/>
                    <a:gd name="connsiteY3188" fmla="*/ 133041 h 1239973"/>
                    <a:gd name="connsiteX3189" fmla="*/ 1236072 w 1595052"/>
                    <a:gd name="connsiteY3189" fmla="*/ 128932 h 1239973"/>
                    <a:gd name="connsiteX3190" fmla="*/ 1243539 w 1595052"/>
                    <a:gd name="connsiteY3190" fmla="*/ 128145 h 1239973"/>
                    <a:gd name="connsiteX3191" fmla="*/ 1245970 w 1595052"/>
                    <a:gd name="connsiteY3191" fmla="*/ 126154 h 1239973"/>
                    <a:gd name="connsiteX3192" fmla="*/ 1243782 w 1595052"/>
                    <a:gd name="connsiteY3192" fmla="*/ 124279 h 1239973"/>
                    <a:gd name="connsiteX3193" fmla="*/ 1245703 w 1595052"/>
                    <a:gd name="connsiteY3193" fmla="*/ 123191 h 1239973"/>
                    <a:gd name="connsiteX3194" fmla="*/ 1242833 w 1595052"/>
                    <a:gd name="connsiteY3194" fmla="*/ 113629 h 1239973"/>
                    <a:gd name="connsiteX3195" fmla="*/ 1240355 w 1595052"/>
                    <a:gd name="connsiteY3195" fmla="*/ 113212 h 1239973"/>
                    <a:gd name="connsiteX3196" fmla="*/ 1236385 w 1595052"/>
                    <a:gd name="connsiteY3196" fmla="*/ 108119 h 1239973"/>
                    <a:gd name="connsiteX3197" fmla="*/ 1236674 w 1595052"/>
                    <a:gd name="connsiteY3197" fmla="*/ 94170 h 1239973"/>
                    <a:gd name="connsiteX3198" fmla="*/ 1233699 w 1595052"/>
                    <a:gd name="connsiteY3198" fmla="*/ 91311 h 1239973"/>
                    <a:gd name="connsiteX3199" fmla="*/ 1229208 w 1595052"/>
                    <a:gd name="connsiteY3199" fmla="*/ 90767 h 1239973"/>
                    <a:gd name="connsiteX3200" fmla="*/ 1227715 w 1595052"/>
                    <a:gd name="connsiteY3200" fmla="*/ 92190 h 1239973"/>
                    <a:gd name="connsiteX3201" fmla="*/ 1223837 w 1595052"/>
                    <a:gd name="connsiteY3201" fmla="*/ 88857 h 1239973"/>
                    <a:gd name="connsiteX3202" fmla="*/ 1224531 w 1595052"/>
                    <a:gd name="connsiteY3202" fmla="*/ 87028 h 1239973"/>
                    <a:gd name="connsiteX3203" fmla="*/ 1226997 w 1595052"/>
                    <a:gd name="connsiteY3203" fmla="*/ 86808 h 1239973"/>
                    <a:gd name="connsiteX3204" fmla="*/ 1226106 w 1595052"/>
                    <a:gd name="connsiteY3204" fmla="*/ 76841 h 1239973"/>
                    <a:gd name="connsiteX3205" fmla="*/ 1228398 w 1595052"/>
                    <a:gd name="connsiteY3205" fmla="*/ 73125 h 1239973"/>
                    <a:gd name="connsiteX3206" fmla="*/ 1234834 w 1595052"/>
                    <a:gd name="connsiteY3206" fmla="*/ 68865 h 1239973"/>
                    <a:gd name="connsiteX3207" fmla="*/ 1232438 w 1595052"/>
                    <a:gd name="connsiteY3207" fmla="*/ 65658 h 1239973"/>
                    <a:gd name="connsiteX3208" fmla="*/ 1229590 w 1595052"/>
                    <a:gd name="connsiteY3208" fmla="*/ 65542 h 1239973"/>
                    <a:gd name="connsiteX3209" fmla="*/ 1227263 w 1595052"/>
                    <a:gd name="connsiteY3209" fmla="*/ 61214 h 1239973"/>
                    <a:gd name="connsiteX3210" fmla="*/ 1231882 w 1595052"/>
                    <a:gd name="connsiteY3210" fmla="*/ 55715 h 1239973"/>
                    <a:gd name="connsiteX3211" fmla="*/ 1232067 w 1595052"/>
                    <a:gd name="connsiteY3211" fmla="*/ 52508 h 1239973"/>
                    <a:gd name="connsiteX3212" fmla="*/ 1237450 w 1595052"/>
                    <a:gd name="connsiteY3212" fmla="*/ 52103 h 1239973"/>
                    <a:gd name="connsiteX3213" fmla="*/ 1237716 w 1595052"/>
                    <a:gd name="connsiteY3213" fmla="*/ 57359 h 1239973"/>
                    <a:gd name="connsiteX3214" fmla="*/ 1247405 w 1595052"/>
                    <a:gd name="connsiteY3214" fmla="*/ 57150 h 1239973"/>
                    <a:gd name="connsiteX3215" fmla="*/ 1248435 w 1595052"/>
                    <a:gd name="connsiteY3215" fmla="*/ 61225 h 1239973"/>
                    <a:gd name="connsiteX3216" fmla="*/ 1247070 w 1595052"/>
                    <a:gd name="connsiteY3216" fmla="*/ 67510 h 1239973"/>
                    <a:gd name="connsiteX3217" fmla="*/ 1255809 w 1595052"/>
                    <a:gd name="connsiteY3217" fmla="*/ 69374 h 1239973"/>
                    <a:gd name="connsiteX3218" fmla="*/ 1260960 w 1595052"/>
                    <a:gd name="connsiteY3218" fmla="*/ 68193 h 1239973"/>
                    <a:gd name="connsiteX3219" fmla="*/ 1263229 w 1595052"/>
                    <a:gd name="connsiteY3219" fmla="*/ 58320 h 1239973"/>
                    <a:gd name="connsiteX3220" fmla="*/ 1265371 w 1595052"/>
                    <a:gd name="connsiteY3220" fmla="*/ 58794 h 1239973"/>
                    <a:gd name="connsiteX3221" fmla="*/ 1278313 w 1595052"/>
                    <a:gd name="connsiteY3221" fmla="*/ 53457 h 1239973"/>
                    <a:gd name="connsiteX3222" fmla="*/ 1277873 w 1595052"/>
                    <a:gd name="connsiteY3222" fmla="*/ 58053 h 1239973"/>
                    <a:gd name="connsiteX3223" fmla="*/ 1282225 w 1595052"/>
                    <a:gd name="connsiteY3223" fmla="*/ 62070 h 1239973"/>
                    <a:gd name="connsiteX3224" fmla="*/ 1286242 w 1595052"/>
                    <a:gd name="connsiteY3224" fmla="*/ 62035 h 1239973"/>
                    <a:gd name="connsiteX3225" fmla="*/ 1287944 w 1595052"/>
                    <a:gd name="connsiteY3225" fmla="*/ 63957 h 1239973"/>
                    <a:gd name="connsiteX3226" fmla="*/ 1289379 w 1595052"/>
                    <a:gd name="connsiteY3226" fmla="*/ 70694 h 1239973"/>
                    <a:gd name="connsiteX3227" fmla="*/ 1287203 w 1595052"/>
                    <a:gd name="connsiteY3227" fmla="*/ 80290 h 1239973"/>
                    <a:gd name="connsiteX3228" fmla="*/ 1292262 w 1595052"/>
                    <a:gd name="connsiteY3228" fmla="*/ 79885 h 1239973"/>
                    <a:gd name="connsiteX3229" fmla="*/ 1293385 w 1595052"/>
                    <a:gd name="connsiteY3229" fmla="*/ 83334 h 1239973"/>
                    <a:gd name="connsiteX3230" fmla="*/ 1296661 w 1595052"/>
                    <a:gd name="connsiteY3230" fmla="*/ 85626 h 1239973"/>
                    <a:gd name="connsiteX3231" fmla="*/ 1301082 w 1595052"/>
                    <a:gd name="connsiteY3231" fmla="*/ 83358 h 1239973"/>
                    <a:gd name="connsiteX3232" fmla="*/ 1307507 w 1595052"/>
                    <a:gd name="connsiteY3232" fmla="*/ 84400 h 1239973"/>
                    <a:gd name="connsiteX3233" fmla="*/ 1314476 w 1595052"/>
                    <a:gd name="connsiteY3233" fmla="*/ 85824 h 1239973"/>
                    <a:gd name="connsiteX3234" fmla="*/ 1325693 w 1595052"/>
                    <a:gd name="connsiteY3234" fmla="*/ 68853 h 1239973"/>
                    <a:gd name="connsiteX3235" fmla="*/ 1332129 w 1595052"/>
                    <a:gd name="connsiteY3235" fmla="*/ 68356 h 1239973"/>
                    <a:gd name="connsiteX3236" fmla="*/ 1338577 w 1595052"/>
                    <a:gd name="connsiteY3236" fmla="*/ 71782 h 1239973"/>
                    <a:gd name="connsiteX3237" fmla="*/ 1340637 w 1595052"/>
                    <a:gd name="connsiteY3237" fmla="*/ 69270 h 1239973"/>
                    <a:gd name="connsiteX3238" fmla="*/ 1340163 w 1595052"/>
                    <a:gd name="connsiteY3238" fmla="*/ 66469 h 1239973"/>
                    <a:gd name="connsiteX3239" fmla="*/ 1343543 w 1595052"/>
                    <a:gd name="connsiteY3239" fmla="*/ 69328 h 1239973"/>
                    <a:gd name="connsiteX3240" fmla="*/ 1346009 w 1595052"/>
                    <a:gd name="connsiteY3240" fmla="*/ 68518 h 1239973"/>
                    <a:gd name="connsiteX3241" fmla="*/ 1345985 w 1595052"/>
                    <a:gd name="connsiteY3241" fmla="*/ 63783 h 1239973"/>
                    <a:gd name="connsiteX3242" fmla="*/ 1338982 w 1595052"/>
                    <a:gd name="connsiteY3242" fmla="*/ 58065 h 1239973"/>
                    <a:gd name="connsiteX3243" fmla="*/ 1337674 w 1595052"/>
                    <a:gd name="connsiteY3243" fmla="*/ 55020 h 1239973"/>
                    <a:gd name="connsiteX3244" fmla="*/ 1341587 w 1595052"/>
                    <a:gd name="connsiteY3244" fmla="*/ 52983 h 1239973"/>
                    <a:gd name="connsiteX3245" fmla="*/ 1340255 w 1595052"/>
                    <a:gd name="connsiteY3245" fmla="*/ 41708 h 1239973"/>
                    <a:gd name="connsiteX3246" fmla="*/ 1343636 w 1595052"/>
                    <a:gd name="connsiteY3246" fmla="*/ 38282 h 1239973"/>
                    <a:gd name="connsiteX3247" fmla="*/ 1348439 w 1595052"/>
                    <a:gd name="connsiteY3247" fmla="*/ 36742 h 1239973"/>
                    <a:gd name="connsiteX3248" fmla="*/ 1362828 w 1595052"/>
                    <a:gd name="connsiteY3248" fmla="*/ 41534 h 1239973"/>
                    <a:gd name="connsiteX3249" fmla="*/ 1363245 w 1595052"/>
                    <a:gd name="connsiteY3249" fmla="*/ 46523 h 1239973"/>
                    <a:gd name="connsiteX3250" fmla="*/ 1355200 w 1595052"/>
                    <a:gd name="connsiteY3250" fmla="*/ 49881 h 1239973"/>
                    <a:gd name="connsiteX3251" fmla="*/ 1351461 w 1595052"/>
                    <a:gd name="connsiteY3251" fmla="*/ 59651 h 1239973"/>
                    <a:gd name="connsiteX3252" fmla="*/ 1351044 w 1595052"/>
                    <a:gd name="connsiteY3252" fmla="*/ 62371 h 1239973"/>
                    <a:gd name="connsiteX3253" fmla="*/ 1355292 w 1595052"/>
                    <a:gd name="connsiteY3253" fmla="*/ 63957 h 1239973"/>
                    <a:gd name="connsiteX3254" fmla="*/ 1354702 w 1595052"/>
                    <a:gd name="connsiteY3254" fmla="*/ 66585 h 1239973"/>
                    <a:gd name="connsiteX3255" fmla="*/ 1356693 w 1595052"/>
                    <a:gd name="connsiteY3255" fmla="*/ 66445 h 1239973"/>
                    <a:gd name="connsiteX3256" fmla="*/ 1358036 w 1595052"/>
                    <a:gd name="connsiteY3256" fmla="*/ 62811 h 1239973"/>
                    <a:gd name="connsiteX3257" fmla="*/ 1365051 w 1595052"/>
                    <a:gd name="connsiteY3257" fmla="*/ 57266 h 1239973"/>
                    <a:gd name="connsiteX3258" fmla="*/ 1374960 w 1595052"/>
                    <a:gd name="connsiteY3258" fmla="*/ 60148 h 1239973"/>
                    <a:gd name="connsiteX3259" fmla="*/ 1383700 w 1595052"/>
                    <a:gd name="connsiteY3259" fmla="*/ 57682 h 1239973"/>
                    <a:gd name="connsiteX3260" fmla="*/ 1384244 w 1595052"/>
                    <a:gd name="connsiteY3260" fmla="*/ 60750 h 1239973"/>
                    <a:gd name="connsiteX3261" fmla="*/ 1388087 w 1595052"/>
                    <a:gd name="connsiteY3261" fmla="*/ 62139 h 1239973"/>
                    <a:gd name="connsiteX3262" fmla="*/ 1387786 w 1595052"/>
                    <a:gd name="connsiteY3262" fmla="*/ 64084 h 1239973"/>
                    <a:gd name="connsiteX3263" fmla="*/ 1391837 w 1595052"/>
                    <a:gd name="connsiteY3263" fmla="*/ 63609 h 1239973"/>
                    <a:gd name="connsiteX3264" fmla="*/ 1391872 w 1595052"/>
                    <a:gd name="connsiteY3264" fmla="*/ 60692 h 1239973"/>
                    <a:gd name="connsiteX3265" fmla="*/ 1395959 w 1595052"/>
                    <a:gd name="connsiteY3265" fmla="*/ 60102 h 1239973"/>
                    <a:gd name="connsiteX3266" fmla="*/ 1395125 w 1595052"/>
                    <a:gd name="connsiteY3266" fmla="*/ 58771 h 1239973"/>
                    <a:gd name="connsiteX3267" fmla="*/ 1397162 w 1595052"/>
                    <a:gd name="connsiteY3267" fmla="*/ 56351 h 1239973"/>
                    <a:gd name="connsiteX3268" fmla="*/ 1406273 w 1595052"/>
                    <a:gd name="connsiteY3268" fmla="*/ 48885 h 1239973"/>
                    <a:gd name="connsiteX3269" fmla="*/ 1407488 w 1595052"/>
                    <a:gd name="connsiteY3269" fmla="*/ 50702 h 1239973"/>
                    <a:gd name="connsiteX3270" fmla="*/ 1411505 w 1595052"/>
                    <a:gd name="connsiteY3270" fmla="*/ 45227 h 1239973"/>
                    <a:gd name="connsiteX3271" fmla="*/ 1423370 w 1595052"/>
                    <a:gd name="connsiteY3271" fmla="*/ 44139 h 1239973"/>
                    <a:gd name="connsiteX3272" fmla="*/ 1424771 w 1595052"/>
                    <a:gd name="connsiteY3272" fmla="*/ 47565 h 1239973"/>
                    <a:gd name="connsiteX3273" fmla="*/ 1430501 w 1595052"/>
                    <a:gd name="connsiteY3273" fmla="*/ 48699 h 1239973"/>
                    <a:gd name="connsiteX3274" fmla="*/ 1432202 w 1595052"/>
                    <a:gd name="connsiteY3274" fmla="*/ 44764 h 1239973"/>
                    <a:gd name="connsiteX3275" fmla="*/ 1433974 w 1595052"/>
                    <a:gd name="connsiteY3275" fmla="*/ 45366 h 1239973"/>
                    <a:gd name="connsiteX3276" fmla="*/ 1437122 w 1595052"/>
                    <a:gd name="connsiteY3276" fmla="*/ 40168 h 1239973"/>
                    <a:gd name="connsiteX3277" fmla="*/ 1455702 w 1595052"/>
                    <a:gd name="connsiteY3277" fmla="*/ 55992 h 1239973"/>
                    <a:gd name="connsiteX3278" fmla="*/ 1455968 w 1595052"/>
                    <a:gd name="connsiteY3278" fmla="*/ 58852 h 1239973"/>
                    <a:gd name="connsiteX3279" fmla="*/ 1464140 w 1595052"/>
                    <a:gd name="connsiteY3279" fmla="*/ 62267 h 1239973"/>
                    <a:gd name="connsiteX3280" fmla="*/ 1465495 w 1595052"/>
                    <a:gd name="connsiteY3280" fmla="*/ 60866 h 1239973"/>
                    <a:gd name="connsiteX3281" fmla="*/ 1465344 w 1595052"/>
                    <a:gd name="connsiteY3281" fmla="*/ 53029 h 1239973"/>
                    <a:gd name="connsiteX3282" fmla="*/ 1469187 w 1595052"/>
                    <a:gd name="connsiteY3282" fmla="*/ 48063 h 1239973"/>
                    <a:gd name="connsiteX3283" fmla="*/ 1467185 w 1595052"/>
                    <a:gd name="connsiteY3283" fmla="*/ 47357 h 1239973"/>
                    <a:gd name="connsiteX3284" fmla="*/ 1467463 w 1595052"/>
                    <a:gd name="connsiteY3284" fmla="*/ 43282 h 1239973"/>
                    <a:gd name="connsiteX3285" fmla="*/ 1465703 w 1595052"/>
                    <a:gd name="connsiteY3285" fmla="*/ 40550 h 1239973"/>
                    <a:gd name="connsiteX3286" fmla="*/ 1455239 w 1595052"/>
                    <a:gd name="connsiteY3286" fmla="*/ 34878 h 1239973"/>
                    <a:gd name="connsiteX3287" fmla="*/ 1455435 w 1595052"/>
                    <a:gd name="connsiteY3287" fmla="*/ 28986 h 1239973"/>
                    <a:gd name="connsiteX3288" fmla="*/ 1454660 w 1595052"/>
                    <a:gd name="connsiteY3288" fmla="*/ 27319 h 1239973"/>
                    <a:gd name="connsiteX3289" fmla="*/ 1452240 w 1595052"/>
                    <a:gd name="connsiteY3289" fmla="*/ 27817 h 1239973"/>
                    <a:gd name="connsiteX3290" fmla="*/ 1451245 w 1595052"/>
                    <a:gd name="connsiteY3290" fmla="*/ 25143 h 1239973"/>
                    <a:gd name="connsiteX3291" fmla="*/ 1453294 w 1595052"/>
                    <a:gd name="connsiteY3291" fmla="*/ 22827 h 1239973"/>
                    <a:gd name="connsiteX3292" fmla="*/ 1458908 w 1595052"/>
                    <a:gd name="connsiteY3292" fmla="*/ 23707 h 1239973"/>
                    <a:gd name="connsiteX3293" fmla="*/ 1461304 w 1595052"/>
                    <a:gd name="connsiteY3293" fmla="*/ 19575 h 1239973"/>
                    <a:gd name="connsiteX3294" fmla="*/ 1466699 w 1595052"/>
                    <a:gd name="connsiteY3294" fmla="*/ 23476 h 1239973"/>
                    <a:gd name="connsiteX3295" fmla="*/ 1471318 w 1595052"/>
                    <a:gd name="connsiteY3295" fmla="*/ 16033 h 1239973"/>
                    <a:gd name="connsiteX3296" fmla="*/ 1473575 w 1595052"/>
                    <a:gd name="connsiteY3296" fmla="*/ 19945 h 1239973"/>
                    <a:gd name="connsiteX3297" fmla="*/ 1477325 w 1595052"/>
                    <a:gd name="connsiteY3297" fmla="*/ 9237 h 1239973"/>
                    <a:gd name="connsiteX3298" fmla="*/ 1481724 w 1595052"/>
                    <a:gd name="connsiteY3298" fmla="*/ 7084 h 1239973"/>
                    <a:gd name="connsiteX3299" fmla="*/ 1481979 w 1595052"/>
                    <a:gd name="connsiteY3299" fmla="*/ 3681 h 1239973"/>
                    <a:gd name="connsiteX3300" fmla="*/ 1489839 w 1595052"/>
                    <a:gd name="connsiteY3300" fmla="*/ 0 h 1239973"/>
                    <a:gd name="connsiteX3301" fmla="*/ 1497711 w 1595052"/>
                    <a:gd name="connsiteY3301" fmla="*/ 11518 h 12399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  <a:cxn ang="0">
                      <a:pos x="connsiteX1420" y="connsiteY1420"/>
                    </a:cxn>
                    <a:cxn ang="0">
                      <a:pos x="connsiteX1421" y="connsiteY1421"/>
                    </a:cxn>
                    <a:cxn ang="0">
                      <a:pos x="connsiteX1422" y="connsiteY1422"/>
                    </a:cxn>
                    <a:cxn ang="0">
                      <a:pos x="connsiteX1423" y="connsiteY1423"/>
                    </a:cxn>
                    <a:cxn ang="0">
                      <a:pos x="connsiteX1424" y="connsiteY1424"/>
                    </a:cxn>
                    <a:cxn ang="0">
                      <a:pos x="connsiteX1425" y="connsiteY1425"/>
                    </a:cxn>
                    <a:cxn ang="0">
                      <a:pos x="connsiteX1426" y="connsiteY1426"/>
                    </a:cxn>
                    <a:cxn ang="0">
                      <a:pos x="connsiteX1427" y="connsiteY1427"/>
                    </a:cxn>
                    <a:cxn ang="0">
                      <a:pos x="connsiteX1428" y="connsiteY1428"/>
                    </a:cxn>
                    <a:cxn ang="0">
                      <a:pos x="connsiteX1429" y="connsiteY1429"/>
                    </a:cxn>
                    <a:cxn ang="0">
                      <a:pos x="connsiteX1430" y="connsiteY1430"/>
                    </a:cxn>
                    <a:cxn ang="0">
                      <a:pos x="connsiteX1431" y="connsiteY1431"/>
                    </a:cxn>
                    <a:cxn ang="0">
                      <a:pos x="connsiteX1432" y="connsiteY1432"/>
                    </a:cxn>
                    <a:cxn ang="0">
                      <a:pos x="connsiteX1433" y="connsiteY1433"/>
                    </a:cxn>
                    <a:cxn ang="0">
                      <a:pos x="connsiteX1434" y="connsiteY1434"/>
                    </a:cxn>
                    <a:cxn ang="0">
                      <a:pos x="connsiteX1435" y="connsiteY1435"/>
                    </a:cxn>
                    <a:cxn ang="0">
                      <a:pos x="connsiteX1436" y="connsiteY1436"/>
                    </a:cxn>
                    <a:cxn ang="0">
                      <a:pos x="connsiteX1437" y="connsiteY1437"/>
                    </a:cxn>
                    <a:cxn ang="0">
                      <a:pos x="connsiteX1438" y="connsiteY1438"/>
                    </a:cxn>
                    <a:cxn ang="0">
                      <a:pos x="connsiteX1439" y="connsiteY1439"/>
                    </a:cxn>
                    <a:cxn ang="0">
                      <a:pos x="connsiteX1440" y="connsiteY1440"/>
                    </a:cxn>
                    <a:cxn ang="0">
                      <a:pos x="connsiteX1441" y="connsiteY1441"/>
                    </a:cxn>
                    <a:cxn ang="0">
                      <a:pos x="connsiteX1442" y="connsiteY1442"/>
                    </a:cxn>
                    <a:cxn ang="0">
                      <a:pos x="connsiteX1443" y="connsiteY1443"/>
                    </a:cxn>
                    <a:cxn ang="0">
                      <a:pos x="connsiteX1444" y="connsiteY1444"/>
                    </a:cxn>
                    <a:cxn ang="0">
                      <a:pos x="connsiteX1445" y="connsiteY1445"/>
                    </a:cxn>
                    <a:cxn ang="0">
                      <a:pos x="connsiteX1446" y="connsiteY1446"/>
                    </a:cxn>
                    <a:cxn ang="0">
                      <a:pos x="connsiteX1447" y="connsiteY1447"/>
                    </a:cxn>
                    <a:cxn ang="0">
                      <a:pos x="connsiteX1448" y="connsiteY1448"/>
                    </a:cxn>
                    <a:cxn ang="0">
                      <a:pos x="connsiteX1449" y="connsiteY1449"/>
                    </a:cxn>
                    <a:cxn ang="0">
                      <a:pos x="connsiteX1450" y="connsiteY1450"/>
                    </a:cxn>
                    <a:cxn ang="0">
                      <a:pos x="connsiteX1451" y="connsiteY1451"/>
                    </a:cxn>
                    <a:cxn ang="0">
                      <a:pos x="connsiteX1452" y="connsiteY1452"/>
                    </a:cxn>
                    <a:cxn ang="0">
                      <a:pos x="connsiteX1453" y="connsiteY1453"/>
                    </a:cxn>
                    <a:cxn ang="0">
                      <a:pos x="connsiteX1454" y="connsiteY1454"/>
                    </a:cxn>
                    <a:cxn ang="0">
                      <a:pos x="connsiteX1455" y="connsiteY1455"/>
                    </a:cxn>
                    <a:cxn ang="0">
                      <a:pos x="connsiteX1456" y="connsiteY1456"/>
                    </a:cxn>
                    <a:cxn ang="0">
                      <a:pos x="connsiteX1457" y="connsiteY1457"/>
                    </a:cxn>
                    <a:cxn ang="0">
                      <a:pos x="connsiteX1458" y="connsiteY1458"/>
                    </a:cxn>
                    <a:cxn ang="0">
                      <a:pos x="connsiteX1459" y="connsiteY1459"/>
                    </a:cxn>
                    <a:cxn ang="0">
                      <a:pos x="connsiteX1460" y="connsiteY1460"/>
                    </a:cxn>
                    <a:cxn ang="0">
                      <a:pos x="connsiteX1461" y="connsiteY1461"/>
                    </a:cxn>
                    <a:cxn ang="0">
                      <a:pos x="connsiteX1462" y="connsiteY1462"/>
                    </a:cxn>
                    <a:cxn ang="0">
                      <a:pos x="connsiteX1463" y="connsiteY1463"/>
                    </a:cxn>
                    <a:cxn ang="0">
                      <a:pos x="connsiteX1464" y="connsiteY1464"/>
                    </a:cxn>
                    <a:cxn ang="0">
                      <a:pos x="connsiteX1465" y="connsiteY1465"/>
                    </a:cxn>
                    <a:cxn ang="0">
                      <a:pos x="connsiteX1466" y="connsiteY1466"/>
                    </a:cxn>
                    <a:cxn ang="0">
                      <a:pos x="connsiteX1467" y="connsiteY1467"/>
                    </a:cxn>
                    <a:cxn ang="0">
                      <a:pos x="connsiteX1468" y="connsiteY1468"/>
                    </a:cxn>
                    <a:cxn ang="0">
                      <a:pos x="connsiteX1469" y="connsiteY1469"/>
                    </a:cxn>
                    <a:cxn ang="0">
                      <a:pos x="connsiteX1470" y="connsiteY1470"/>
                    </a:cxn>
                    <a:cxn ang="0">
                      <a:pos x="connsiteX1471" y="connsiteY1471"/>
                    </a:cxn>
                    <a:cxn ang="0">
                      <a:pos x="connsiteX1472" y="connsiteY1472"/>
                    </a:cxn>
                    <a:cxn ang="0">
                      <a:pos x="connsiteX1473" y="connsiteY1473"/>
                    </a:cxn>
                    <a:cxn ang="0">
                      <a:pos x="connsiteX1474" y="connsiteY1474"/>
                    </a:cxn>
                    <a:cxn ang="0">
                      <a:pos x="connsiteX1475" y="connsiteY1475"/>
                    </a:cxn>
                    <a:cxn ang="0">
                      <a:pos x="connsiteX1476" y="connsiteY1476"/>
                    </a:cxn>
                    <a:cxn ang="0">
                      <a:pos x="connsiteX1477" y="connsiteY1477"/>
                    </a:cxn>
                    <a:cxn ang="0">
                      <a:pos x="connsiteX1478" y="connsiteY1478"/>
                    </a:cxn>
                    <a:cxn ang="0">
                      <a:pos x="connsiteX1479" y="connsiteY1479"/>
                    </a:cxn>
                    <a:cxn ang="0">
                      <a:pos x="connsiteX1480" y="connsiteY1480"/>
                    </a:cxn>
                    <a:cxn ang="0">
                      <a:pos x="connsiteX1481" y="connsiteY1481"/>
                    </a:cxn>
                    <a:cxn ang="0">
                      <a:pos x="connsiteX1482" y="connsiteY1482"/>
                    </a:cxn>
                    <a:cxn ang="0">
                      <a:pos x="connsiteX1483" y="connsiteY1483"/>
                    </a:cxn>
                    <a:cxn ang="0">
                      <a:pos x="connsiteX1484" y="connsiteY1484"/>
                    </a:cxn>
                    <a:cxn ang="0">
                      <a:pos x="connsiteX1485" y="connsiteY1485"/>
                    </a:cxn>
                    <a:cxn ang="0">
                      <a:pos x="connsiteX1486" y="connsiteY1486"/>
                    </a:cxn>
                    <a:cxn ang="0">
                      <a:pos x="connsiteX1487" y="connsiteY1487"/>
                    </a:cxn>
                    <a:cxn ang="0">
                      <a:pos x="connsiteX1488" y="connsiteY1488"/>
                    </a:cxn>
                    <a:cxn ang="0">
                      <a:pos x="connsiteX1489" y="connsiteY1489"/>
                    </a:cxn>
                    <a:cxn ang="0">
                      <a:pos x="connsiteX1490" y="connsiteY1490"/>
                    </a:cxn>
                    <a:cxn ang="0">
                      <a:pos x="connsiteX1491" y="connsiteY1491"/>
                    </a:cxn>
                    <a:cxn ang="0">
                      <a:pos x="connsiteX1492" y="connsiteY1492"/>
                    </a:cxn>
                    <a:cxn ang="0">
                      <a:pos x="connsiteX1493" y="connsiteY1493"/>
                    </a:cxn>
                    <a:cxn ang="0">
                      <a:pos x="connsiteX1494" y="connsiteY1494"/>
                    </a:cxn>
                    <a:cxn ang="0">
                      <a:pos x="connsiteX1495" y="connsiteY1495"/>
                    </a:cxn>
                    <a:cxn ang="0">
                      <a:pos x="connsiteX1496" y="connsiteY1496"/>
                    </a:cxn>
                    <a:cxn ang="0">
                      <a:pos x="connsiteX1497" y="connsiteY1497"/>
                    </a:cxn>
                    <a:cxn ang="0">
                      <a:pos x="connsiteX1498" y="connsiteY1498"/>
                    </a:cxn>
                    <a:cxn ang="0">
                      <a:pos x="connsiteX1499" y="connsiteY1499"/>
                    </a:cxn>
                    <a:cxn ang="0">
                      <a:pos x="connsiteX1500" y="connsiteY1500"/>
                    </a:cxn>
                    <a:cxn ang="0">
                      <a:pos x="connsiteX1501" y="connsiteY1501"/>
                    </a:cxn>
                    <a:cxn ang="0">
                      <a:pos x="connsiteX1502" y="connsiteY1502"/>
                    </a:cxn>
                    <a:cxn ang="0">
                      <a:pos x="connsiteX1503" y="connsiteY1503"/>
                    </a:cxn>
                    <a:cxn ang="0">
                      <a:pos x="connsiteX1504" y="connsiteY1504"/>
                    </a:cxn>
                    <a:cxn ang="0">
                      <a:pos x="connsiteX1505" y="connsiteY1505"/>
                    </a:cxn>
                    <a:cxn ang="0">
                      <a:pos x="connsiteX1506" y="connsiteY1506"/>
                    </a:cxn>
                    <a:cxn ang="0">
                      <a:pos x="connsiteX1507" y="connsiteY1507"/>
                    </a:cxn>
                    <a:cxn ang="0">
                      <a:pos x="connsiteX1508" y="connsiteY1508"/>
                    </a:cxn>
                    <a:cxn ang="0">
                      <a:pos x="connsiteX1509" y="connsiteY1509"/>
                    </a:cxn>
                    <a:cxn ang="0">
                      <a:pos x="connsiteX1510" y="connsiteY1510"/>
                    </a:cxn>
                    <a:cxn ang="0">
                      <a:pos x="connsiteX1511" y="connsiteY1511"/>
                    </a:cxn>
                    <a:cxn ang="0">
                      <a:pos x="connsiteX1512" y="connsiteY1512"/>
                    </a:cxn>
                    <a:cxn ang="0">
                      <a:pos x="connsiteX1513" y="connsiteY1513"/>
                    </a:cxn>
                    <a:cxn ang="0">
                      <a:pos x="connsiteX1514" y="connsiteY1514"/>
                    </a:cxn>
                    <a:cxn ang="0">
                      <a:pos x="connsiteX1515" y="connsiteY1515"/>
                    </a:cxn>
                    <a:cxn ang="0">
                      <a:pos x="connsiteX1516" y="connsiteY1516"/>
                    </a:cxn>
                    <a:cxn ang="0">
                      <a:pos x="connsiteX1517" y="connsiteY1517"/>
                    </a:cxn>
                    <a:cxn ang="0">
                      <a:pos x="connsiteX1518" y="connsiteY1518"/>
                    </a:cxn>
                    <a:cxn ang="0">
                      <a:pos x="connsiteX1519" y="connsiteY1519"/>
                    </a:cxn>
                    <a:cxn ang="0">
                      <a:pos x="connsiteX1520" y="connsiteY1520"/>
                    </a:cxn>
                    <a:cxn ang="0">
                      <a:pos x="connsiteX1521" y="connsiteY1521"/>
                    </a:cxn>
                    <a:cxn ang="0">
                      <a:pos x="connsiteX1522" y="connsiteY1522"/>
                    </a:cxn>
                    <a:cxn ang="0">
                      <a:pos x="connsiteX1523" y="connsiteY1523"/>
                    </a:cxn>
                    <a:cxn ang="0">
                      <a:pos x="connsiteX1524" y="connsiteY1524"/>
                    </a:cxn>
                    <a:cxn ang="0">
                      <a:pos x="connsiteX1525" y="connsiteY1525"/>
                    </a:cxn>
                    <a:cxn ang="0">
                      <a:pos x="connsiteX1526" y="connsiteY1526"/>
                    </a:cxn>
                    <a:cxn ang="0">
                      <a:pos x="connsiteX1527" y="connsiteY1527"/>
                    </a:cxn>
                    <a:cxn ang="0">
                      <a:pos x="connsiteX1528" y="connsiteY1528"/>
                    </a:cxn>
                    <a:cxn ang="0">
                      <a:pos x="connsiteX1529" y="connsiteY1529"/>
                    </a:cxn>
                    <a:cxn ang="0">
                      <a:pos x="connsiteX1530" y="connsiteY1530"/>
                    </a:cxn>
                    <a:cxn ang="0">
                      <a:pos x="connsiteX1531" y="connsiteY1531"/>
                    </a:cxn>
                    <a:cxn ang="0">
                      <a:pos x="connsiteX1532" y="connsiteY1532"/>
                    </a:cxn>
                    <a:cxn ang="0">
                      <a:pos x="connsiteX1533" y="connsiteY1533"/>
                    </a:cxn>
                    <a:cxn ang="0">
                      <a:pos x="connsiteX1534" y="connsiteY1534"/>
                    </a:cxn>
                    <a:cxn ang="0">
                      <a:pos x="connsiteX1535" y="connsiteY1535"/>
                    </a:cxn>
                    <a:cxn ang="0">
                      <a:pos x="connsiteX1536" y="connsiteY1536"/>
                    </a:cxn>
                    <a:cxn ang="0">
                      <a:pos x="connsiteX1537" y="connsiteY1537"/>
                    </a:cxn>
                    <a:cxn ang="0">
                      <a:pos x="connsiteX1538" y="connsiteY1538"/>
                    </a:cxn>
                    <a:cxn ang="0">
                      <a:pos x="connsiteX1539" y="connsiteY1539"/>
                    </a:cxn>
                    <a:cxn ang="0">
                      <a:pos x="connsiteX1540" y="connsiteY1540"/>
                    </a:cxn>
                    <a:cxn ang="0">
                      <a:pos x="connsiteX1541" y="connsiteY1541"/>
                    </a:cxn>
                    <a:cxn ang="0">
                      <a:pos x="connsiteX1542" y="connsiteY1542"/>
                    </a:cxn>
                    <a:cxn ang="0">
                      <a:pos x="connsiteX1543" y="connsiteY1543"/>
                    </a:cxn>
                    <a:cxn ang="0">
                      <a:pos x="connsiteX1544" y="connsiteY1544"/>
                    </a:cxn>
                    <a:cxn ang="0">
                      <a:pos x="connsiteX1545" y="connsiteY1545"/>
                    </a:cxn>
                    <a:cxn ang="0">
                      <a:pos x="connsiteX1546" y="connsiteY1546"/>
                    </a:cxn>
                    <a:cxn ang="0">
                      <a:pos x="connsiteX1547" y="connsiteY1547"/>
                    </a:cxn>
                    <a:cxn ang="0">
                      <a:pos x="connsiteX1548" y="connsiteY1548"/>
                    </a:cxn>
                    <a:cxn ang="0">
                      <a:pos x="connsiteX1549" y="connsiteY1549"/>
                    </a:cxn>
                    <a:cxn ang="0">
                      <a:pos x="connsiteX1550" y="connsiteY1550"/>
                    </a:cxn>
                    <a:cxn ang="0">
                      <a:pos x="connsiteX1551" y="connsiteY1551"/>
                    </a:cxn>
                    <a:cxn ang="0">
                      <a:pos x="connsiteX1552" y="connsiteY1552"/>
                    </a:cxn>
                    <a:cxn ang="0">
                      <a:pos x="connsiteX1553" y="connsiteY1553"/>
                    </a:cxn>
                    <a:cxn ang="0">
                      <a:pos x="connsiteX1554" y="connsiteY1554"/>
                    </a:cxn>
                    <a:cxn ang="0">
                      <a:pos x="connsiteX1555" y="connsiteY1555"/>
                    </a:cxn>
                    <a:cxn ang="0">
                      <a:pos x="connsiteX1556" y="connsiteY1556"/>
                    </a:cxn>
                    <a:cxn ang="0">
                      <a:pos x="connsiteX1557" y="connsiteY1557"/>
                    </a:cxn>
                    <a:cxn ang="0">
                      <a:pos x="connsiteX1558" y="connsiteY1558"/>
                    </a:cxn>
                    <a:cxn ang="0">
                      <a:pos x="connsiteX1559" y="connsiteY1559"/>
                    </a:cxn>
                    <a:cxn ang="0">
                      <a:pos x="connsiteX1560" y="connsiteY1560"/>
                    </a:cxn>
                    <a:cxn ang="0">
                      <a:pos x="connsiteX1561" y="connsiteY1561"/>
                    </a:cxn>
                    <a:cxn ang="0">
                      <a:pos x="connsiteX1562" y="connsiteY1562"/>
                    </a:cxn>
                    <a:cxn ang="0">
                      <a:pos x="connsiteX1563" y="connsiteY1563"/>
                    </a:cxn>
                    <a:cxn ang="0">
                      <a:pos x="connsiteX1564" y="connsiteY1564"/>
                    </a:cxn>
                    <a:cxn ang="0">
                      <a:pos x="connsiteX1565" y="connsiteY1565"/>
                    </a:cxn>
                    <a:cxn ang="0">
                      <a:pos x="connsiteX1566" y="connsiteY1566"/>
                    </a:cxn>
                    <a:cxn ang="0">
                      <a:pos x="connsiteX1567" y="connsiteY1567"/>
                    </a:cxn>
                    <a:cxn ang="0">
                      <a:pos x="connsiteX1568" y="connsiteY1568"/>
                    </a:cxn>
                    <a:cxn ang="0">
                      <a:pos x="connsiteX1569" y="connsiteY1569"/>
                    </a:cxn>
                    <a:cxn ang="0">
                      <a:pos x="connsiteX1570" y="connsiteY1570"/>
                    </a:cxn>
                    <a:cxn ang="0">
                      <a:pos x="connsiteX1571" y="connsiteY1571"/>
                    </a:cxn>
                    <a:cxn ang="0">
                      <a:pos x="connsiteX1572" y="connsiteY1572"/>
                    </a:cxn>
                    <a:cxn ang="0">
                      <a:pos x="connsiteX1573" y="connsiteY1573"/>
                    </a:cxn>
                    <a:cxn ang="0">
                      <a:pos x="connsiteX1574" y="connsiteY1574"/>
                    </a:cxn>
                    <a:cxn ang="0">
                      <a:pos x="connsiteX1575" y="connsiteY1575"/>
                    </a:cxn>
                    <a:cxn ang="0">
                      <a:pos x="connsiteX1576" y="connsiteY1576"/>
                    </a:cxn>
                    <a:cxn ang="0">
                      <a:pos x="connsiteX1577" y="connsiteY1577"/>
                    </a:cxn>
                    <a:cxn ang="0">
                      <a:pos x="connsiteX1578" y="connsiteY1578"/>
                    </a:cxn>
                    <a:cxn ang="0">
                      <a:pos x="connsiteX1579" y="connsiteY1579"/>
                    </a:cxn>
                    <a:cxn ang="0">
                      <a:pos x="connsiteX1580" y="connsiteY1580"/>
                    </a:cxn>
                    <a:cxn ang="0">
                      <a:pos x="connsiteX1581" y="connsiteY1581"/>
                    </a:cxn>
                    <a:cxn ang="0">
                      <a:pos x="connsiteX1582" y="connsiteY1582"/>
                    </a:cxn>
                    <a:cxn ang="0">
                      <a:pos x="connsiteX1583" y="connsiteY1583"/>
                    </a:cxn>
                    <a:cxn ang="0">
                      <a:pos x="connsiteX1584" y="connsiteY1584"/>
                    </a:cxn>
                    <a:cxn ang="0">
                      <a:pos x="connsiteX1585" y="connsiteY1585"/>
                    </a:cxn>
                    <a:cxn ang="0">
                      <a:pos x="connsiteX1586" y="connsiteY1586"/>
                    </a:cxn>
                    <a:cxn ang="0">
                      <a:pos x="connsiteX1587" y="connsiteY1587"/>
                    </a:cxn>
                    <a:cxn ang="0">
                      <a:pos x="connsiteX1588" y="connsiteY1588"/>
                    </a:cxn>
                    <a:cxn ang="0">
                      <a:pos x="connsiteX1589" y="connsiteY1589"/>
                    </a:cxn>
                    <a:cxn ang="0">
                      <a:pos x="connsiteX1590" y="connsiteY1590"/>
                    </a:cxn>
                    <a:cxn ang="0">
                      <a:pos x="connsiteX1591" y="connsiteY1591"/>
                    </a:cxn>
                    <a:cxn ang="0">
                      <a:pos x="connsiteX1592" y="connsiteY1592"/>
                    </a:cxn>
                    <a:cxn ang="0">
                      <a:pos x="connsiteX1593" y="connsiteY1593"/>
                    </a:cxn>
                    <a:cxn ang="0">
                      <a:pos x="connsiteX1594" y="connsiteY1594"/>
                    </a:cxn>
                    <a:cxn ang="0">
                      <a:pos x="connsiteX1595" y="connsiteY1595"/>
                    </a:cxn>
                    <a:cxn ang="0">
                      <a:pos x="connsiteX1596" y="connsiteY1596"/>
                    </a:cxn>
                    <a:cxn ang="0">
                      <a:pos x="connsiteX1597" y="connsiteY1597"/>
                    </a:cxn>
                    <a:cxn ang="0">
                      <a:pos x="connsiteX1598" y="connsiteY1598"/>
                    </a:cxn>
                    <a:cxn ang="0">
                      <a:pos x="connsiteX1599" y="connsiteY1599"/>
                    </a:cxn>
                    <a:cxn ang="0">
                      <a:pos x="connsiteX1600" y="connsiteY1600"/>
                    </a:cxn>
                    <a:cxn ang="0">
                      <a:pos x="connsiteX1601" y="connsiteY1601"/>
                    </a:cxn>
                    <a:cxn ang="0">
                      <a:pos x="connsiteX1602" y="connsiteY1602"/>
                    </a:cxn>
                    <a:cxn ang="0">
                      <a:pos x="connsiteX1603" y="connsiteY1603"/>
                    </a:cxn>
                    <a:cxn ang="0">
                      <a:pos x="connsiteX1604" y="connsiteY1604"/>
                    </a:cxn>
                    <a:cxn ang="0">
                      <a:pos x="connsiteX1605" y="connsiteY1605"/>
                    </a:cxn>
                    <a:cxn ang="0">
                      <a:pos x="connsiteX1606" y="connsiteY1606"/>
                    </a:cxn>
                    <a:cxn ang="0">
                      <a:pos x="connsiteX1607" y="connsiteY1607"/>
                    </a:cxn>
                    <a:cxn ang="0">
                      <a:pos x="connsiteX1608" y="connsiteY1608"/>
                    </a:cxn>
                    <a:cxn ang="0">
                      <a:pos x="connsiteX1609" y="connsiteY1609"/>
                    </a:cxn>
                    <a:cxn ang="0">
                      <a:pos x="connsiteX1610" y="connsiteY1610"/>
                    </a:cxn>
                    <a:cxn ang="0">
                      <a:pos x="connsiteX1611" y="connsiteY1611"/>
                    </a:cxn>
                    <a:cxn ang="0">
                      <a:pos x="connsiteX1612" y="connsiteY1612"/>
                    </a:cxn>
                    <a:cxn ang="0">
                      <a:pos x="connsiteX1613" y="connsiteY1613"/>
                    </a:cxn>
                    <a:cxn ang="0">
                      <a:pos x="connsiteX1614" y="connsiteY1614"/>
                    </a:cxn>
                    <a:cxn ang="0">
                      <a:pos x="connsiteX1615" y="connsiteY1615"/>
                    </a:cxn>
                    <a:cxn ang="0">
                      <a:pos x="connsiteX1616" y="connsiteY1616"/>
                    </a:cxn>
                    <a:cxn ang="0">
                      <a:pos x="connsiteX1617" y="connsiteY1617"/>
                    </a:cxn>
                    <a:cxn ang="0">
                      <a:pos x="connsiteX1618" y="connsiteY1618"/>
                    </a:cxn>
                    <a:cxn ang="0">
                      <a:pos x="connsiteX1619" y="connsiteY1619"/>
                    </a:cxn>
                    <a:cxn ang="0">
                      <a:pos x="connsiteX1620" y="connsiteY1620"/>
                    </a:cxn>
                    <a:cxn ang="0">
                      <a:pos x="connsiteX1621" y="connsiteY1621"/>
                    </a:cxn>
                    <a:cxn ang="0">
                      <a:pos x="connsiteX1622" y="connsiteY1622"/>
                    </a:cxn>
                    <a:cxn ang="0">
                      <a:pos x="connsiteX1623" y="connsiteY1623"/>
                    </a:cxn>
                    <a:cxn ang="0">
                      <a:pos x="connsiteX1624" y="connsiteY1624"/>
                    </a:cxn>
                    <a:cxn ang="0">
                      <a:pos x="connsiteX1625" y="connsiteY1625"/>
                    </a:cxn>
                    <a:cxn ang="0">
                      <a:pos x="connsiteX1626" y="connsiteY1626"/>
                    </a:cxn>
                    <a:cxn ang="0">
                      <a:pos x="connsiteX1627" y="connsiteY1627"/>
                    </a:cxn>
                    <a:cxn ang="0">
                      <a:pos x="connsiteX1628" y="connsiteY1628"/>
                    </a:cxn>
                    <a:cxn ang="0">
                      <a:pos x="connsiteX1629" y="connsiteY1629"/>
                    </a:cxn>
                    <a:cxn ang="0">
                      <a:pos x="connsiteX1630" y="connsiteY1630"/>
                    </a:cxn>
                    <a:cxn ang="0">
                      <a:pos x="connsiteX1631" y="connsiteY1631"/>
                    </a:cxn>
                    <a:cxn ang="0">
                      <a:pos x="connsiteX1632" y="connsiteY1632"/>
                    </a:cxn>
                    <a:cxn ang="0">
                      <a:pos x="connsiteX1633" y="connsiteY1633"/>
                    </a:cxn>
                    <a:cxn ang="0">
                      <a:pos x="connsiteX1634" y="connsiteY1634"/>
                    </a:cxn>
                    <a:cxn ang="0">
                      <a:pos x="connsiteX1635" y="connsiteY1635"/>
                    </a:cxn>
                    <a:cxn ang="0">
                      <a:pos x="connsiteX1636" y="connsiteY1636"/>
                    </a:cxn>
                    <a:cxn ang="0">
                      <a:pos x="connsiteX1637" y="connsiteY1637"/>
                    </a:cxn>
                    <a:cxn ang="0">
                      <a:pos x="connsiteX1638" y="connsiteY1638"/>
                    </a:cxn>
                    <a:cxn ang="0">
                      <a:pos x="connsiteX1639" y="connsiteY1639"/>
                    </a:cxn>
                    <a:cxn ang="0">
                      <a:pos x="connsiteX1640" y="connsiteY1640"/>
                    </a:cxn>
                    <a:cxn ang="0">
                      <a:pos x="connsiteX1641" y="connsiteY1641"/>
                    </a:cxn>
                    <a:cxn ang="0">
                      <a:pos x="connsiteX1642" y="connsiteY1642"/>
                    </a:cxn>
                    <a:cxn ang="0">
                      <a:pos x="connsiteX1643" y="connsiteY1643"/>
                    </a:cxn>
                    <a:cxn ang="0">
                      <a:pos x="connsiteX1644" y="connsiteY1644"/>
                    </a:cxn>
                    <a:cxn ang="0">
                      <a:pos x="connsiteX1645" y="connsiteY1645"/>
                    </a:cxn>
                    <a:cxn ang="0">
                      <a:pos x="connsiteX1646" y="connsiteY1646"/>
                    </a:cxn>
                    <a:cxn ang="0">
                      <a:pos x="connsiteX1647" y="connsiteY1647"/>
                    </a:cxn>
                    <a:cxn ang="0">
                      <a:pos x="connsiteX1648" y="connsiteY1648"/>
                    </a:cxn>
                    <a:cxn ang="0">
                      <a:pos x="connsiteX1649" y="connsiteY1649"/>
                    </a:cxn>
                    <a:cxn ang="0">
                      <a:pos x="connsiteX1650" y="connsiteY1650"/>
                    </a:cxn>
                    <a:cxn ang="0">
                      <a:pos x="connsiteX1651" y="connsiteY1651"/>
                    </a:cxn>
                    <a:cxn ang="0">
                      <a:pos x="connsiteX1652" y="connsiteY1652"/>
                    </a:cxn>
                    <a:cxn ang="0">
                      <a:pos x="connsiteX1653" y="connsiteY1653"/>
                    </a:cxn>
                    <a:cxn ang="0">
                      <a:pos x="connsiteX1654" y="connsiteY1654"/>
                    </a:cxn>
                    <a:cxn ang="0">
                      <a:pos x="connsiteX1655" y="connsiteY1655"/>
                    </a:cxn>
                    <a:cxn ang="0">
                      <a:pos x="connsiteX1656" y="connsiteY1656"/>
                    </a:cxn>
                    <a:cxn ang="0">
                      <a:pos x="connsiteX1657" y="connsiteY1657"/>
                    </a:cxn>
                    <a:cxn ang="0">
                      <a:pos x="connsiteX1658" y="connsiteY1658"/>
                    </a:cxn>
                    <a:cxn ang="0">
                      <a:pos x="connsiteX1659" y="connsiteY1659"/>
                    </a:cxn>
                    <a:cxn ang="0">
                      <a:pos x="connsiteX1660" y="connsiteY1660"/>
                    </a:cxn>
                    <a:cxn ang="0">
                      <a:pos x="connsiteX1661" y="connsiteY1661"/>
                    </a:cxn>
                    <a:cxn ang="0">
                      <a:pos x="connsiteX1662" y="connsiteY1662"/>
                    </a:cxn>
                    <a:cxn ang="0">
                      <a:pos x="connsiteX1663" y="connsiteY1663"/>
                    </a:cxn>
                    <a:cxn ang="0">
                      <a:pos x="connsiteX1664" y="connsiteY1664"/>
                    </a:cxn>
                    <a:cxn ang="0">
                      <a:pos x="connsiteX1665" y="connsiteY1665"/>
                    </a:cxn>
                    <a:cxn ang="0">
                      <a:pos x="connsiteX1666" y="connsiteY1666"/>
                    </a:cxn>
                    <a:cxn ang="0">
                      <a:pos x="connsiteX1667" y="connsiteY1667"/>
                    </a:cxn>
                    <a:cxn ang="0">
                      <a:pos x="connsiteX1668" y="connsiteY1668"/>
                    </a:cxn>
                    <a:cxn ang="0">
                      <a:pos x="connsiteX1669" y="connsiteY1669"/>
                    </a:cxn>
                    <a:cxn ang="0">
                      <a:pos x="connsiteX1670" y="connsiteY1670"/>
                    </a:cxn>
                    <a:cxn ang="0">
                      <a:pos x="connsiteX1671" y="connsiteY1671"/>
                    </a:cxn>
                    <a:cxn ang="0">
                      <a:pos x="connsiteX1672" y="connsiteY1672"/>
                    </a:cxn>
                    <a:cxn ang="0">
                      <a:pos x="connsiteX1673" y="connsiteY1673"/>
                    </a:cxn>
                    <a:cxn ang="0">
                      <a:pos x="connsiteX1674" y="connsiteY1674"/>
                    </a:cxn>
                    <a:cxn ang="0">
                      <a:pos x="connsiteX1675" y="connsiteY1675"/>
                    </a:cxn>
                    <a:cxn ang="0">
                      <a:pos x="connsiteX1676" y="connsiteY1676"/>
                    </a:cxn>
                    <a:cxn ang="0">
                      <a:pos x="connsiteX1677" y="connsiteY1677"/>
                    </a:cxn>
                    <a:cxn ang="0">
                      <a:pos x="connsiteX1678" y="connsiteY1678"/>
                    </a:cxn>
                    <a:cxn ang="0">
                      <a:pos x="connsiteX1679" y="connsiteY1679"/>
                    </a:cxn>
                    <a:cxn ang="0">
                      <a:pos x="connsiteX1680" y="connsiteY1680"/>
                    </a:cxn>
                    <a:cxn ang="0">
                      <a:pos x="connsiteX1681" y="connsiteY1681"/>
                    </a:cxn>
                    <a:cxn ang="0">
                      <a:pos x="connsiteX1682" y="connsiteY1682"/>
                    </a:cxn>
                    <a:cxn ang="0">
                      <a:pos x="connsiteX1683" y="connsiteY1683"/>
                    </a:cxn>
                    <a:cxn ang="0">
                      <a:pos x="connsiteX1684" y="connsiteY1684"/>
                    </a:cxn>
                    <a:cxn ang="0">
                      <a:pos x="connsiteX1685" y="connsiteY1685"/>
                    </a:cxn>
                    <a:cxn ang="0">
                      <a:pos x="connsiteX1686" y="connsiteY1686"/>
                    </a:cxn>
                    <a:cxn ang="0">
                      <a:pos x="connsiteX1687" y="connsiteY1687"/>
                    </a:cxn>
                    <a:cxn ang="0">
                      <a:pos x="connsiteX1688" y="connsiteY1688"/>
                    </a:cxn>
                    <a:cxn ang="0">
                      <a:pos x="connsiteX1689" y="connsiteY1689"/>
                    </a:cxn>
                    <a:cxn ang="0">
                      <a:pos x="connsiteX1690" y="connsiteY1690"/>
                    </a:cxn>
                    <a:cxn ang="0">
                      <a:pos x="connsiteX1691" y="connsiteY1691"/>
                    </a:cxn>
                    <a:cxn ang="0">
                      <a:pos x="connsiteX1692" y="connsiteY1692"/>
                    </a:cxn>
                    <a:cxn ang="0">
                      <a:pos x="connsiteX1693" y="connsiteY1693"/>
                    </a:cxn>
                    <a:cxn ang="0">
                      <a:pos x="connsiteX1694" y="connsiteY1694"/>
                    </a:cxn>
                    <a:cxn ang="0">
                      <a:pos x="connsiteX1695" y="connsiteY1695"/>
                    </a:cxn>
                    <a:cxn ang="0">
                      <a:pos x="connsiteX1696" y="connsiteY1696"/>
                    </a:cxn>
                    <a:cxn ang="0">
                      <a:pos x="connsiteX1697" y="connsiteY1697"/>
                    </a:cxn>
                    <a:cxn ang="0">
                      <a:pos x="connsiteX1698" y="connsiteY1698"/>
                    </a:cxn>
                    <a:cxn ang="0">
                      <a:pos x="connsiteX1699" y="connsiteY1699"/>
                    </a:cxn>
                    <a:cxn ang="0">
                      <a:pos x="connsiteX1700" y="connsiteY1700"/>
                    </a:cxn>
                    <a:cxn ang="0">
                      <a:pos x="connsiteX1701" y="connsiteY1701"/>
                    </a:cxn>
                    <a:cxn ang="0">
                      <a:pos x="connsiteX1702" y="connsiteY1702"/>
                    </a:cxn>
                    <a:cxn ang="0">
                      <a:pos x="connsiteX1703" y="connsiteY1703"/>
                    </a:cxn>
                    <a:cxn ang="0">
                      <a:pos x="connsiteX1704" y="connsiteY1704"/>
                    </a:cxn>
                    <a:cxn ang="0">
                      <a:pos x="connsiteX1705" y="connsiteY1705"/>
                    </a:cxn>
                    <a:cxn ang="0">
                      <a:pos x="connsiteX1706" y="connsiteY1706"/>
                    </a:cxn>
                    <a:cxn ang="0">
                      <a:pos x="connsiteX1707" y="connsiteY1707"/>
                    </a:cxn>
                    <a:cxn ang="0">
                      <a:pos x="connsiteX1708" y="connsiteY1708"/>
                    </a:cxn>
                    <a:cxn ang="0">
                      <a:pos x="connsiteX1709" y="connsiteY1709"/>
                    </a:cxn>
                    <a:cxn ang="0">
                      <a:pos x="connsiteX1710" y="connsiteY1710"/>
                    </a:cxn>
                    <a:cxn ang="0">
                      <a:pos x="connsiteX1711" y="connsiteY1711"/>
                    </a:cxn>
                    <a:cxn ang="0">
                      <a:pos x="connsiteX1712" y="connsiteY1712"/>
                    </a:cxn>
                    <a:cxn ang="0">
                      <a:pos x="connsiteX1713" y="connsiteY1713"/>
                    </a:cxn>
                    <a:cxn ang="0">
                      <a:pos x="connsiteX1714" y="connsiteY1714"/>
                    </a:cxn>
                    <a:cxn ang="0">
                      <a:pos x="connsiteX1715" y="connsiteY1715"/>
                    </a:cxn>
                    <a:cxn ang="0">
                      <a:pos x="connsiteX1716" y="connsiteY1716"/>
                    </a:cxn>
                    <a:cxn ang="0">
                      <a:pos x="connsiteX1717" y="connsiteY1717"/>
                    </a:cxn>
                    <a:cxn ang="0">
                      <a:pos x="connsiteX1718" y="connsiteY1718"/>
                    </a:cxn>
                    <a:cxn ang="0">
                      <a:pos x="connsiteX1719" y="connsiteY1719"/>
                    </a:cxn>
                    <a:cxn ang="0">
                      <a:pos x="connsiteX1720" y="connsiteY1720"/>
                    </a:cxn>
                    <a:cxn ang="0">
                      <a:pos x="connsiteX1721" y="connsiteY1721"/>
                    </a:cxn>
                    <a:cxn ang="0">
                      <a:pos x="connsiteX1722" y="connsiteY1722"/>
                    </a:cxn>
                    <a:cxn ang="0">
                      <a:pos x="connsiteX1723" y="connsiteY1723"/>
                    </a:cxn>
                    <a:cxn ang="0">
                      <a:pos x="connsiteX1724" y="connsiteY1724"/>
                    </a:cxn>
                    <a:cxn ang="0">
                      <a:pos x="connsiteX1725" y="connsiteY1725"/>
                    </a:cxn>
                    <a:cxn ang="0">
                      <a:pos x="connsiteX1726" y="connsiteY1726"/>
                    </a:cxn>
                    <a:cxn ang="0">
                      <a:pos x="connsiteX1727" y="connsiteY1727"/>
                    </a:cxn>
                    <a:cxn ang="0">
                      <a:pos x="connsiteX1728" y="connsiteY1728"/>
                    </a:cxn>
                    <a:cxn ang="0">
                      <a:pos x="connsiteX1729" y="connsiteY1729"/>
                    </a:cxn>
                    <a:cxn ang="0">
                      <a:pos x="connsiteX1730" y="connsiteY1730"/>
                    </a:cxn>
                    <a:cxn ang="0">
                      <a:pos x="connsiteX1731" y="connsiteY1731"/>
                    </a:cxn>
                    <a:cxn ang="0">
                      <a:pos x="connsiteX1732" y="connsiteY1732"/>
                    </a:cxn>
                    <a:cxn ang="0">
                      <a:pos x="connsiteX1733" y="connsiteY1733"/>
                    </a:cxn>
                    <a:cxn ang="0">
                      <a:pos x="connsiteX1734" y="connsiteY1734"/>
                    </a:cxn>
                    <a:cxn ang="0">
                      <a:pos x="connsiteX1735" y="connsiteY1735"/>
                    </a:cxn>
                    <a:cxn ang="0">
                      <a:pos x="connsiteX1736" y="connsiteY1736"/>
                    </a:cxn>
                    <a:cxn ang="0">
                      <a:pos x="connsiteX1737" y="connsiteY1737"/>
                    </a:cxn>
                    <a:cxn ang="0">
                      <a:pos x="connsiteX1738" y="connsiteY1738"/>
                    </a:cxn>
                    <a:cxn ang="0">
                      <a:pos x="connsiteX1739" y="connsiteY1739"/>
                    </a:cxn>
                    <a:cxn ang="0">
                      <a:pos x="connsiteX1740" y="connsiteY1740"/>
                    </a:cxn>
                    <a:cxn ang="0">
                      <a:pos x="connsiteX1741" y="connsiteY1741"/>
                    </a:cxn>
                    <a:cxn ang="0">
                      <a:pos x="connsiteX1742" y="connsiteY1742"/>
                    </a:cxn>
                    <a:cxn ang="0">
                      <a:pos x="connsiteX1743" y="connsiteY1743"/>
                    </a:cxn>
                    <a:cxn ang="0">
                      <a:pos x="connsiteX1744" y="connsiteY1744"/>
                    </a:cxn>
                    <a:cxn ang="0">
                      <a:pos x="connsiteX1745" y="connsiteY1745"/>
                    </a:cxn>
                    <a:cxn ang="0">
                      <a:pos x="connsiteX1746" y="connsiteY1746"/>
                    </a:cxn>
                    <a:cxn ang="0">
                      <a:pos x="connsiteX1747" y="connsiteY1747"/>
                    </a:cxn>
                    <a:cxn ang="0">
                      <a:pos x="connsiteX1748" y="connsiteY1748"/>
                    </a:cxn>
                    <a:cxn ang="0">
                      <a:pos x="connsiteX1749" y="connsiteY1749"/>
                    </a:cxn>
                    <a:cxn ang="0">
                      <a:pos x="connsiteX1750" y="connsiteY1750"/>
                    </a:cxn>
                    <a:cxn ang="0">
                      <a:pos x="connsiteX1751" y="connsiteY1751"/>
                    </a:cxn>
                    <a:cxn ang="0">
                      <a:pos x="connsiteX1752" y="connsiteY1752"/>
                    </a:cxn>
                    <a:cxn ang="0">
                      <a:pos x="connsiteX1753" y="connsiteY1753"/>
                    </a:cxn>
                    <a:cxn ang="0">
                      <a:pos x="connsiteX1754" y="connsiteY1754"/>
                    </a:cxn>
                    <a:cxn ang="0">
                      <a:pos x="connsiteX1755" y="connsiteY1755"/>
                    </a:cxn>
                    <a:cxn ang="0">
                      <a:pos x="connsiteX1756" y="connsiteY1756"/>
                    </a:cxn>
                    <a:cxn ang="0">
                      <a:pos x="connsiteX1757" y="connsiteY1757"/>
                    </a:cxn>
                    <a:cxn ang="0">
                      <a:pos x="connsiteX1758" y="connsiteY1758"/>
                    </a:cxn>
                    <a:cxn ang="0">
                      <a:pos x="connsiteX1759" y="connsiteY1759"/>
                    </a:cxn>
                    <a:cxn ang="0">
                      <a:pos x="connsiteX1760" y="connsiteY1760"/>
                    </a:cxn>
                    <a:cxn ang="0">
                      <a:pos x="connsiteX1761" y="connsiteY1761"/>
                    </a:cxn>
                    <a:cxn ang="0">
                      <a:pos x="connsiteX1762" y="connsiteY1762"/>
                    </a:cxn>
                    <a:cxn ang="0">
                      <a:pos x="connsiteX1763" y="connsiteY1763"/>
                    </a:cxn>
                    <a:cxn ang="0">
                      <a:pos x="connsiteX1764" y="connsiteY1764"/>
                    </a:cxn>
                    <a:cxn ang="0">
                      <a:pos x="connsiteX1765" y="connsiteY1765"/>
                    </a:cxn>
                    <a:cxn ang="0">
                      <a:pos x="connsiteX1766" y="connsiteY1766"/>
                    </a:cxn>
                    <a:cxn ang="0">
                      <a:pos x="connsiteX1767" y="connsiteY1767"/>
                    </a:cxn>
                    <a:cxn ang="0">
                      <a:pos x="connsiteX1768" y="connsiteY1768"/>
                    </a:cxn>
                    <a:cxn ang="0">
                      <a:pos x="connsiteX1769" y="connsiteY1769"/>
                    </a:cxn>
                    <a:cxn ang="0">
                      <a:pos x="connsiteX1770" y="connsiteY1770"/>
                    </a:cxn>
                    <a:cxn ang="0">
                      <a:pos x="connsiteX1771" y="connsiteY1771"/>
                    </a:cxn>
                    <a:cxn ang="0">
                      <a:pos x="connsiteX1772" y="connsiteY1772"/>
                    </a:cxn>
                    <a:cxn ang="0">
                      <a:pos x="connsiteX1773" y="connsiteY1773"/>
                    </a:cxn>
                    <a:cxn ang="0">
                      <a:pos x="connsiteX1774" y="connsiteY1774"/>
                    </a:cxn>
                    <a:cxn ang="0">
                      <a:pos x="connsiteX1775" y="connsiteY1775"/>
                    </a:cxn>
                    <a:cxn ang="0">
                      <a:pos x="connsiteX1776" y="connsiteY1776"/>
                    </a:cxn>
                    <a:cxn ang="0">
                      <a:pos x="connsiteX1777" y="connsiteY1777"/>
                    </a:cxn>
                    <a:cxn ang="0">
                      <a:pos x="connsiteX1778" y="connsiteY1778"/>
                    </a:cxn>
                    <a:cxn ang="0">
                      <a:pos x="connsiteX1779" y="connsiteY1779"/>
                    </a:cxn>
                    <a:cxn ang="0">
                      <a:pos x="connsiteX1780" y="connsiteY1780"/>
                    </a:cxn>
                    <a:cxn ang="0">
                      <a:pos x="connsiteX1781" y="connsiteY1781"/>
                    </a:cxn>
                    <a:cxn ang="0">
                      <a:pos x="connsiteX1782" y="connsiteY1782"/>
                    </a:cxn>
                    <a:cxn ang="0">
                      <a:pos x="connsiteX1783" y="connsiteY1783"/>
                    </a:cxn>
                    <a:cxn ang="0">
                      <a:pos x="connsiteX1784" y="connsiteY1784"/>
                    </a:cxn>
                    <a:cxn ang="0">
                      <a:pos x="connsiteX1785" y="connsiteY1785"/>
                    </a:cxn>
                    <a:cxn ang="0">
                      <a:pos x="connsiteX1786" y="connsiteY1786"/>
                    </a:cxn>
                    <a:cxn ang="0">
                      <a:pos x="connsiteX1787" y="connsiteY1787"/>
                    </a:cxn>
                    <a:cxn ang="0">
                      <a:pos x="connsiteX1788" y="connsiteY1788"/>
                    </a:cxn>
                    <a:cxn ang="0">
                      <a:pos x="connsiteX1789" y="connsiteY1789"/>
                    </a:cxn>
                    <a:cxn ang="0">
                      <a:pos x="connsiteX1790" y="connsiteY1790"/>
                    </a:cxn>
                    <a:cxn ang="0">
                      <a:pos x="connsiteX1791" y="connsiteY1791"/>
                    </a:cxn>
                    <a:cxn ang="0">
                      <a:pos x="connsiteX1792" y="connsiteY1792"/>
                    </a:cxn>
                    <a:cxn ang="0">
                      <a:pos x="connsiteX1793" y="connsiteY1793"/>
                    </a:cxn>
                    <a:cxn ang="0">
                      <a:pos x="connsiteX1794" y="connsiteY1794"/>
                    </a:cxn>
                    <a:cxn ang="0">
                      <a:pos x="connsiteX1795" y="connsiteY1795"/>
                    </a:cxn>
                    <a:cxn ang="0">
                      <a:pos x="connsiteX1796" y="connsiteY1796"/>
                    </a:cxn>
                    <a:cxn ang="0">
                      <a:pos x="connsiteX1797" y="connsiteY1797"/>
                    </a:cxn>
                    <a:cxn ang="0">
                      <a:pos x="connsiteX1798" y="connsiteY1798"/>
                    </a:cxn>
                    <a:cxn ang="0">
                      <a:pos x="connsiteX1799" y="connsiteY1799"/>
                    </a:cxn>
                    <a:cxn ang="0">
                      <a:pos x="connsiteX1800" y="connsiteY1800"/>
                    </a:cxn>
                    <a:cxn ang="0">
                      <a:pos x="connsiteX1801" y="connsiteY1801"/>
                    </a:cxn>
                    <a:cxn ang="0">
                      <a:pos x="connsiteX1802" y="connsiteY1802"/>
                    </a:cxn>
                    <a:cxn ang="0">
                      <a:pos x="connsiteX1803" y="connsiteY1803"/>
                    </a:cxn>
                    <a:cxn ang="0">
                      <a:pos x="connsiteX1804" y="connsiteY1804"/>
                    </a:cxn>
                    <a:cxn ang="0">
                      <a:pos x="connsiteX1805" y="connsiteY1805"/>
                    </a:cxn>
                    <a:cxn ang="0">
                      <a:pos x="connsiteX1806" y="connsiteY1806"/>
                    </a:cxn>
                    <a:cxn ang="0">
                      <a:pos x="connsiteX1807" y="connsiteY1807"/>
                    </a:cxn>
                    <a:cxn ang="0">
                      <a:pos x="connsiteX1808" y="connsiteY1808"/>
                    </a:cxn>
                    <a:cxn ang="0">
                      <a:pos x="connsiteX1809" y="connsiteY1809"/>
                    </a:cxn>
                    <a:cxn ang="0">
                      <a:pos x="connsiteX1810" y="connsiteY1810"/>
                    </a:cxn>
                    <a:cxn ang="0">
                      <a:pos x="connsiteX1811" y="connsiteY1811"/>
                    </a:cxn>
                    <a:cxn ang="0">
                      <a:pos x="connsiteX1812" y="connsiteY1812"/>
                    </a:cxn>
                    <a:cxn ang="0">
                      <a:pos x="connsiteX1813" y="connsiteY1813"/>
                    </a:cxn>
                    <a:cxn ang="0">
                      <a:pos x="connsiteX1814" y="connsiteY1814"/>
                    </a:cxn>
                    <a:cxn ang="0">
                      <a:pos x="connsiteX1815" y="connsiteY1815"/>
                    </a:cxn>
                    <a:cxn ang="0">
                      <a:pos x="connsiteX1816" y="connsiteY1816"/>
                    </a:cxn>
                    <a:cxn ang="0">
                      <a:pos x="connsiteX1817" y="connsiteY1817"/>
                    </a:cxn>
                    <a:cxn ang="0">
                      <a:pos x="connsiteX1818" y="connsiteY1818"/>
                    </a:cxn>
                    <a:cxn ang="0">
                      <a:pos x="connsiteX1819" y="connsiteY1819"/>
                    </a:cxn>
                    <a:cxn ang="0">
                      <a:pos x="connsiteX1820" y="connsiteY1820"/>
                    </a:cxn>
                    <a:cxn ang="0">
                      <a:pos x="connsiteX1821" y="connsiteY1821"/>
                    </a:cxn>
                    <a:cxn ang="0">
                      <a:pos x="connsiteX1822" y="connsiteY1822"/>
                    </a:cxn>
                    <a:cxn ang="0">
                      <a:pos x="connsiteX1823" y="connsiteY1823"/>
                    </a:cxn>
                    <a:cxn ang="0">
                      <a:pos x="connsiteX1824" y="connsiteY1824"/>
                    </a:cxn>
                    <a:cxn ang="0">
                      <a:pos x="connsiteX1825" y="connsiteY1825"/>
                    </a:cxn>
                    <a:cxn ang="0">
                      <a:pos x="connsiteX1826" y="connsiteY1826"/>
                    </a:cxn>
                    <a:cxn ang="0">
                      <a:pos x="connsiteX1827" y="connsiteY1827"/>
                    </a:cxn>
                    <a:cxn ang="0">
                      <a:pos x="connsiteX1828" y="connsiteY1828"/>
                    </a:cxn>
                    <a:cxn ang="0">
                      <a:pos x="connsiteX1829" y="connsiteY1829"/>
                    </a:cxn>
                    <a:cxn ang="0">
                      <a:pos x="connsiteX1830" y="connsiteY1830"/>
                    </a:cxn>
                    <a:cxn ang="0">
                      <a:pos x="connsiteX1831" y="connsiteY1831"/>
                    </a:cxn>
                    <a:cxn ang="0">
                      <a:pos x="connsiteX1832" y="connsiteY1832"/>
                    </a:cxn>
                    <a:cxn ang="0">
                      <a:pos x="connsiteX1833" y="connsiteY1833"/>
                    </a:cxn>
                    <a:cxn ang="0">
                      <a:pos x="connsiteX1834" y="connsiteY1834"/>
                    </a:cxn>
                    <a:cxn ang="0">
                      <a:pos x="connsiteX1835" y="connsiteY1835"/>
                    </a:cxn>
                    <a:cxn ang="0">
                      <a:pos x="connsiteX1836" y="connsiteY1836"/>
                    </a:cxn>
                    <a:cxn ang="0">
                      <a:pos x="connsiteX1837" y="connsiteY1837"/>
                    </a:cxn>
                    <a:cxn ang="0">
                      <a:pos x="connsiteX1838" y="connsiteY1838"/>
                    </a:cxn>
                    <a:cxn ang="0">
                      <a:pos x="connsiteX1839" y="connsiteY1839"/>
                    </a:cxn>
                    <a:cxn ang="0">
                      <a:pos x="connsiteX1840" y="connsiteY1840"/>
                    </a:cxn>
                    <a:cxn ang="0">
                      <a:pos x="connsiteX1841" y="connsiteY1841"/>
                    </a:cxn>
                    <a:cxn ang="0">
                      <a:pos x="connsiteX1842" y="connsiteY1842"/>
                    </a:cxn>
                    <a:cxn ang="0">
                      <a:pos x="connsiteX1843" y="connsiteY1843"/>
                    </a:cxn>
                    <a:cxn ang="0">
                      <a:pos x="connsiteX1844" y="connsiteY1844"/>
                    </a:cxn>
                    <a:cxn ang="0">
                      <a:pos x="connsiteX1845" y="connsiteY1845"/>
                    </a:cxn>
                    <a:cxn ang="0">
                      <a:pos x="connsiteX1846" y="connsiteY1846"/>
                    </a:cxn>
                    <a:cxn ang="0">
                      <a:pos x="connsiteX1847" y="connsiteY1847"/>
                    </a:cxn>
                    <a:cxn ang="0">
                      <a:pos x="connsiteX1848" y="connsiteY1848"/>
                    </a:cxn>
                    <a:cxn ang="0">
                      <a:pos x="connsiteX1849" y="connsiteY1849"/>
                    </a:cxn>
                    <a:cxn ang="0">
                      <a:pos x="connsiteX1850" y="connsiteY1850"/>
                    </a:cxn>
                    <a:cxn ang="0">
                      <a:pos x="connsiteX1851" y="connsiteY1851"/>
                    </a:cxn>
                    <a:cxn ang="0">
                      <a:pos x="connsiteX1852" y="connsiteY1852"/>
                    </a:cxn>
                    <a:cxn ang="0">
                      <a:pos x="connsiteX1853" y="connsiteY1853"/>
                    </a:cxn>
                    <a:cxn ang="0">
                      <a:pos x="connsiteX1854" y="connsiteY1854"/>
                    </a:cxn>
                    <a:cxn ang="0">
                      <a:pos x="connsiteX1855" y="connsiteY1855"/>
                    </a:cxn>
                    <a:cxn ang="0">
                      <a:pos x="connsiteX1856" y="connsiteY1856"/>
                    </a:cxn>
                    <a:cxn ang="0">
                      <a:pos x="connsiteX1857" y="connsiteY1857"/>
                    </a:cxn>
                    <a:cxn ang="0">
                      <a:pos x="connsiteX1858" y="connsiteY1858"/>
                    </a:cxn>
                    <a:cxn ang="0">
                      <a:pos x="connsiteX1859" y="connsiteY1859"/>
                    </a:cxn>
                    <a:cxn ang="0">
                      <a:pos x="connsiteX1860" y="connsiteY1860"/>
                    </a:cxn>
                    <a:cxn ang="0">
                      <a:pos x="connsiteX1861" y="connsiteY1861"/>
                    </a:cxn>
                    <a:cxn ang="0">
                      <a:pos x="connsiteX1862" y="connsiteY1862"/>
                    </a:cxn>
                    <a:cxn ang="0">
                      <a:pos x="connsiteX1863" y="connsiteY1863"/>
                    </a:cxn>
                    <a:cxn ang="0">
                      <a:pos x="connsiteX1864" y="connsiteY1864"/>
                    </a:cxn>
                    <a:cxn ang="0">
                      <a:pos x="connsiteX1865" y="connsiteY1865"/>
                    </a:cxn>
                    <a:cxn ang="0">
                      <a:pos x="connsiteX1866" y="connsiteY1866"/>
                    </a:cxn>
                    <a:cxn ang="0">
                      <a:pos x="connsiteX1867" y="connsiteY1867"/>
                    </a:cxn>
                    <a:cxn ang="0">
                      <a:pos x="connsiteX1868" y="connsiteY1868"/>
                    </a:cxn>
                    <a:cxn ang="0">
                      <a:pos x="connsiteX1869" y="connsiteY1869"/>
                    </a:cxn>
                    <a:cxn ang="0">
                      <a:pos x="connsiteX1870" y="connsiteY1870"/>
                    </a:cxn>
                    <a:cxn ang="0">
                      <a:pos x="connsiteX1871" y="connsiteY1871"/>
                    </a:cxn>
                    <a:cxn ang="0">
                      <a:pos x="connsiteX1872" y="connsiteY1872"/>
                    </a:cxn>
                    <a:cxn ang="0">
                      <a:pos x="connsiteX1873" y="connsiteY1873"/>
                    </a:cxn>
                    <a:cxn ang="0">
                      <a:pos x="connsiteX1874" y="connsiteY1874"/>
                    </a:cxn>
                    <a:cxn ang="0">
                      <a:pos x="connsiteX1875" y="connsiteY1875"/>
                    </a:cxn>
                    <a:cxn ang="0">
                      <a:pos x="connsiteX1876" y="connsiteY1876"/>
                    </a:cxn>
                    <a:cxn ang="0">
                      <a:pos x="connsiteX1877" y="connsiteY1877"/>
                    </a:cxn>
                    <a:cxn ang="0">
                      <a:pos x="connsiteX1878" y="connsiteY1878"/>
                    </a:cxn>
                    <a:cxn ang="0">
                      <a:pos x="connsiteX1879" y="connsiteY1879"/>
                    </a:cxn>
                    <a:cxn ang="0">
                      <a:pos x="connsiteX1880" y="connsiteY1880"/>
                    </a:cxn>
                    <a:cxn ang="0">
                      <a:pos x="connsiteX1881" y="connsiteY1881"/>
                    </a:cxn>
                    <a:cxn ang="0">
                      <a:pos x="connsiteX1882" y="connsiteY1882"/>
                    </a:cxn>
                    <a:cxn ang="0">
                      <a:pos x="connsiteX1883" y="connsiteY1883"/>
                    </a:cxn>
                    <a:cxn ang="0">
                      <a:pos x="connsiteX1884" y="connsiteY1884"/>
                    </a:cxn>
                    <a:cxn ang="0">
                      <a:pos x="connsiteX1885" y="connsiteY1885"/>
                    </a:cxn>
                    <a:cxn ang="0">
                      <a:pos x="connsiteX1886" y="connsiteY1886"/>
                    </a:cxn>
                    <a:cxn ang="0">
                      <a:pos x="connsiteX1887" y="connsiteY1887"/>
                    </a:cxn>
                    <a:cxn ang="0">
                      <a:pos x="connsiteX1888" y="connsiteY1888"/>
                    </a:cxn>
                    <a:cxn ang="0">
                      <a:pos x="connsiteX1889" y="connsiteY1889"/>
                    </a:cxn>
                    <a:cxn ang="0">
                      <a:pos x="connsiteX1890" y="connsiteY1890"/>
                    </a:cxn>
                    <a:cxn ang="0">
                      <a:pos x="connsiteX1891" y="connsiteY1891"/>
                    </a:cxn>
                    <a:cxn ang="0">
                      <a:pos x="connsiteX1892" y="connsiteY1892"/>
                    </a:cxn>
                    <a:cxn ang="0">
                      <a:pos x="connsiteX1893" y="connsiteY1893"/>
                    </a:cxn>
                    <a:cxn ang="0">
                      <a:pos x="connsiteX1894" y="connsiteY1894"/>
                    </a:cxn>
                    <a:cxn ang="0">
                      <a:pos x="connsiteX1895" y="connsiteY1895"/>
                    </a:cxn>
                    <a:cxn ang="0">
                      <a:pos x="connsiteX1896" y="connsiteY1896"/>
                    </a:cxn>
                    <a:cxn ang="0">
                      <a:pos x="connsiteX1897" y="connsiteY1897"/>
                    </a:cxn>
                    <a:cxn ang="0">
                      <a:pos x="connsiteX1898" y="connsiteY1898"/>
                    </a:cxn>
                    <a:cxn ang="0">
                      <a:pos x="connsiteX1899" y="connsiteY1899"/>
                    </a:cxn>
                    <a:cxn ang="0">
                      <a:pos x="connsiteX1900" y="connsiteY1900"/>
                    </a:cxn>
                    <a:cxn ang="0">
                      <a:pos x="connsiteX1901" y="connsiteY1901"/>
                    </a:cxn>
                    <a:cxn ang="0">
                      <a:pos x="connsiteX1902" y="connsiteY1902"/>
                    </a:cxn>
                    <a:cxn ang="0">
                      <a:pos x="connsiteX1903" y="connsiteY1903"/>
                    </a:cxn>
                    <a:cxn ang="0">
                      <a:pos x="connsiteX1904" y="connsiteY1904"/>
                    </a:cxn>
                    <a:cxn ang="0">
                      <a:pos x="connsiteX1905" y="connsiteY1905"/>
                    </a:cxn>
                    <a:cxn ang="0">
                      <a:pos x="connsiteX1906" y="connsiteY1906"/>
                    </a:cxn>
                    <a:cxn ang="0">
                      <a:pos x="connsiteX1907" y="connsiteY1907"/>
                    </a:cxn>
                    <a:cxn ang="0">
                      <a:pos x="connsiteX1908" y="connsiteY1908"/>
                    </a:cxn>
                    <a:cxn ang="0">
                      <a:pos x="connsiteX1909" y="connsiteY1909"/>
                    </a:cxn>
                    <a:cxn ang="0">
                      <a:pos x="connsiteX1910" y="connsiteY1910"/>
                    </a:cxn>
                    <a:cxn ang="0">
                      <a:pos x="connsiteX1911" y="connsiteY1911"/>
                    </a:cxn>
                    <a:cxn ang="0">
                      <a:pos x="connsiteX1912" y="connsiteY1912"/>
                    </a:cxn>
                    <a:cxn ang="0">
                      <a:pos x="connsiteX1913" y="connsiteY1913"/>
                    </a:cxn>
                    <a:cxn ang="0">
                      <a:pos x="connsiteX1914" y="connsiteY1914"/>
                    </a:cxn>
                    <a:cxn ang="0">
                      <a:pos x="connsiteX1915" y="connsiteY1915"/>
                    </a:cxn>
                    <a:cxn ang="0">
                      <a:pos x="connsiteX1916" y="connsiteY1916"/>
                    </a:cxn>
                    <a:cxn ang="0">
                      <a:pos x="connsiteX1917" y="connsiteY1917"/>
                    </a:cxn>
                    <a:cxn ang="0">
                      <a:pos x="connsiteX1918" y="connsiteY1918"/>
                    </a:cxn>
                    <a:cxn ang="0">
                      <a:pos x="connsiteX1919" y="connsiteY1919"/>
                    </a:cxn>
                    <a:cxn ang="0">
                      <a:pos x="connsiteX1920" y="connsiteY1920"/>
                    </a:cxn>
                    <a:cxn ang="0">
                      <a:pos x="connsiteX1921" y="connsiteY1921"/>
                    </a:cxn>
                    <a:cxn ang="0">
                      <a:pos x="connsiteX1922" y="connsiteY1922"/>
                    </a:cxn>
                    <a:cxn ang="0">
                      <a:pos x="connsiteX1923" y="connsiteY1923"/>
                    </a:cxn>
                    <a:cxn ang="0">
                      <a:pos x="connsiteX1924" y="connsiteY1924"/>
                    </a:cxn>
                    <a:cxn ang="0">
                      <a:pos x="connsiteX1925" y="connsiteY1925"/>
                    </a:cxn>
                    <a:cxn ang="0">
                      <a:pos x="connsiteX1926" y="connsiteY1926"/>
                    </a:cxn>
                    <a:cxn ang="0">
                      <a:pos x="connsiteX1927" y="connsiteY1927"/>
                    </a:cxn>
                    <a:cxn ang="0">
                      <a:pos x="connsiteX1928" y="connsiteY1928"/>
                    </a:cxn>
                    <a:cxn ang="0">
                      <a:pos x="connsiteX1929" y="connsiteY1929"/>
                    </a:cxn>
                    <a:cxn ang="0">
                      <a:pos x="connsiteX1930" y="connsiteY1930"/>
                    </a:cxn>
                    <a:cxn ang="0">
                      <a:pos x="connsiteX1931" y="connsiteY1931"/>
                    </a:cxn>
                    <a:cxn ang="0">
                      <a:pos x="connsiteX1932" y="connsiteY1932"/>
                    </a:cxn>
                    <a:cxn ang="0">
                      <a:pos x="connsiteX1933" y="connsiteY1933"/>
                    </a:cxn>
                    <a:cxn ang="0">
                      <a:pos x="connsiteX1934" y="connsiteY1934"/>
                    </a:cxn>
                    <a:cxn ang="0">
                      <a:pos x="connsiteX1935" y="connsiteY1935"/>
                    </a:cxn>
                    <a:cxn ang="0">
                      <a:pos x="connsiteX1936" y="connsiteY1936"/>
                    </a:cxn>
                    <a:cxn ang="0">
                      <a:pos x="connsiteX1937" y="connsiteY1937"/>
                    </a:cxn>
                    <a:cxn ang="0">
                      <a:pos x="connsiteX1938" y="connsiteY1938"/>
                    </a:cxn>
                    <a:cxn ang="0">
                      <a:pos x="connsiteX1939" y="connsiteY1939"/>
                    </a:cxn>
                    <a:cxn ang="0">
                      <a:pos x="connsiteX1940" y="connsiteY1940"/>
                    </a:cxn>
                    <a:cxn ang="0">
                      <a:pos x="connsiteX1941" y="connsiteY1941"/>
                    </a:cxn>
                    <a:cxn ang="0">
                      <a:pos x="connsiteX1942" y="connsiteY1942"/>
                    </a:cxn>
                    <a:cxn ang="0">
                      <a:pos x="connsiteX1943" y="connsiteY1943"/>
                    </a:cxn>
                    <a:cxn ang="0">
                      <a:pos x="connsiteX1944" y="connsiteY1944"/>
                    </a:cxn>
                    <a:cxn ang="0">
                      <a:pos x="connsiteX1945" y="connsiteY1945"/>
                    </a:cxn>
                    <a:cxn ang="0">
                      <a:pos x="connsiteX1946" y="connsiteY1946"/>
                    </a:cxn>
                    <a:cxn ang="0">
                      <a:pos x="connsiteX1947" y="connsiteY1947"/>
                    </a:cxn>
                    <a:cxn ang="0">
                      <a:pos x="connsiteX1948" y="connsiteY1948"/>
                    </a:cxn>
                    <a:cxn ang="0">
                      <a:pos x="connsiteX1949" y="connsiteY1949"/>
                    </a:cxn>
                    <a:cxn ang="0">
                      <a:pos x="connsiteX1950" y="connsiteY1950"/>
                    </a:cxn>
                    <a:cxn ang="0">
                      <a:pos x="connsiteX1951" y="connsiteY1951"/>
                    </a:cxn>
                    <a:cxn ang="0">
                      <a:pos x="connsiteX1952" y="connsiteY1952"/>
                    </a:cxn>
                    <a:cxn ang="0">
                      <a:pos x="connsiteX1953" y="connsiteY1953"/>
                    </a:cxn>
                    <a:cxn ang="0">
                      <a:pos x="connsiteX1954" y="connsiteY1954"/>
                    </a:cxn>
                    <a:cxn ang="0">
                      <a:pos x="connsiteX1955" y="connsiteY1955"/>
                    </a:cxn>
                    <a:cxn ang="0">
                      <a:pos x="connsiteX1956" y="connsiteY1956"/>
                    </a:cxn>
                    <a:cxn ang="0">
                      <a:pos x="connsiteX1957" y="connsiteY1957"/>
                    </a:cxn>
                    <a:cxn ang="0">
                      <a:pos x="connsiteX1958" y="connsiteY1958"/>
                    </a:cxn>
                    <a:cxn ang="0">
                      <a:pos x="connsiteX1959" y="connsiteY1959"/>
                    </a:cxn>
                    <a:cxn ang="0">
                      <a:pos x="connsiteX1960" y="connsiteY1960"/>
                    </a:cxn>
                    <a:cxn ang="0">
                      <a:pos x="connsiteX1961" y="connsiteY1961"/>
                    </a:cxn>
                    <a:cxn ang="0">
                      <a:pos x="connsiteX1962" y="connsiteY1962"/>
                    </a:cxn>
                    <a:cxn ang="0">
                      <a:pos x="connsiteX1963" y="connsiteY1963"/>
                    </a:cxn>
                    <a:cxn ang="0">
                      <a:pos x="connsiteX1964" y="connsiteY1964"/>
                    </a:cxn>
                    <a:cxn ang="0">
                      <a:pos x="connsiteX1965" y="connsiteY1965"/>
                    </a:cxn>
                    <a:cxn ang="0">
                      <a:pos x="connsiteX1966" y="connsiteY1966"/>
                    </a:cxn>
                    <a:cxn ang="0">
                      <a:pos x="connsiteX1967" y="connsiteY1967"/>
                    </a:cxn>
                    <a:cxn ang="0">
                      <a:pos x="connsiteX1968" y="connsiteY1968"/>
                    </a:cxn>
                    <a:cxn ang="0">
                      <a:pos x="connsiteX1969" y="connsiteY1969"/>
                    </a:cxn>
                    <a:cxn ang="0">
                      <a:pos x="connsiteX1970" y="connsiteY1970"/>
                    </a:cxn>
                    <a:cxn ang="0">
                      <a:pos x="connsiteX1971" y="connsiteY1971"/>
                    </a:cxn>
                    <a:cxn ang="0">
                      <a:pos x="connsiteX1972" y="connsiteY1972"/>
                    </a:cxn>
                    <a:cxn ang="0">
                      <a:pos x="connsiteX1973" y="connsiteY1973"/>
                    </a:cxn>
                    <a:cxn ang="0">
                      <a:pos x="connsiteX1974" y="connsiteY1974"/>
                    </a:cxn>
                    <a:cxn ang="0">
                      <a:pos x="connsiteX1975" y="connsiteY1975"/>
                    </a:cxn>
                    <a:cxn ang="0">
                      <a:pos x="connsiteX1976" y="connsiteY1976"/>
                    </a:cxn>
                    <a:cxn ang="0">
                      <a:pos x="connsiteX1977" y="connsiteY1977"/>
                    </a:cxn>
                    <a:cxn ang="0">
                      <a:pos x="connsiteX1978" y="connsiteY1978"/>
                    </a:cxn>
                    <a:cxn ang="0">
                      <a:pos x="connsiteX1979" y="connsiteY1979"/>
                    </a:cxn>
                    <a:cxn ang="0">
                      <a:pos x="connsiteX1980" y="connsiteY1980"/>
                    </a:cxn>
                    <a:cxn ang="0">
                      <a:pos x="connsiteX1981" y="connsiteY1981"/>
                    </a:cxn>
                    <a:cxn ang="0">
                      <a:pos x="connsiteX1982" y="connsiteY1982"/>
                    </a:cxn>
                    <a:cxn ang="0">
                      <a:pos x="connsiteX1983" y="connsiteY1983"/>
                    </a:cxn>
                    <a:cxn ang="0">
                      <a:pos x="connsiteX1984" y="connsiteY1984"/>
                    </a:cxn>
                    <a:cxn ang="0">
                      <a:pos x="connsiteX1985" y="connsiteY1985"/>
                    </a:cxn>
                    <a:cxn ang="0">
                      <a:pos x="connsiteX1986" y="connsiteY1986"/>
                    </a:cxn>
                    <a:cxn ang="0">
                      <a:pos x="connsiteX1987" y="connsiteY1987"/>
                    </a:cxn>
                    <a:cxn ang="0">
                      <a:pos x="connsiteX1988" y="connsiteY1988"/>
                    </a:cxn>
                    <a:cxn ang="0">
                      <a:pos x="connsiteX1989" y="connsiteY1989"/>
                    </a:cxn>
                    <a:cxn ang="0">
                      <a:pos x="connsiteX1990" y="connsiteY1990"/>
                    </a:cxn>
                    <a:cxn ang="0">
                      <a:pos x="connsiteX1991" y="connsiteY1991"/>
                    </a:cxn>
                    <a:cxn ang="0">
                      <a:pos x="connsiteX1992" y="connsiteY1992"/>
                    </a:cxn>
                    <a:cxn ang="0">
                      <a:pos x="connsiteX1993" y="connsiteY1993"/>
                    </a:cxn>
                    <a:cxn ang="0">
                      <a:pos x="connsiteX1994" y="connsiteY1994"/>
                    </a:cxn>
                    <a:cxn ang="0">
                      <a:pos x="connsiteX1995" y="connsiteY1995"/>
                    </a:cxn>
                    <a:cxn ang="0">
                      <a:pos x="connsiteX1996" y="connsiteY1996"/>
                    </a:cxn>
                    <a:cxn ang="0">
                      <a:pos x="connsiteX1997" y="connsiteY1997"/>
                    </a:cxn>
                    <a:cxn ang="0">
                      <a:pos x="connsiteX1998" y="connsiteY1998"/>
                    </a:cxn>
                    <a:cxn ang="0">
                      <a:pos x="connsiteX1999" y="connsiteY1999"/>
                    </a:cxn>
                    <a:cxn ang="0">
                      <a:pos x="connsiteX2000" y="connsiteY2000"/>
                    </a:cxn>
                    <a:cxn ang="0">
                      <a:pos x="connsiteX2001" y="connsiteY2001"/>
                    </a:cxn>
                    <a:cxn ang="0">
                      <a:pos x="connsiteX2002" y="connsiteY2002"/>
                    </a:cxn>
                    <a:cxn ang="0">
                      <a:pos x="connsiteX2003" y="connsiteY2003"/>
                    </a:cxn>
                    <a:cxn ang="0">
                      <a:pos x="connsiteX2004" y="connsiteY2004"/>
                    </a:cxn>
                    <a:cxn ang="0">
                      <a:pos x="connsiteX2005" y="connsiteY2005"/>
                    </a:cxn>
                    <a:cxn ang="0">
                      <a:pos x="connsiteX2006" y="connsiteY2006"/>
                    </a:cxn>
                    <a:cxn ang="0">
                      <a:pos x="connsiteX2007" y="connsiteY2007"/>
                    </a:cxn>
                    <a:cxn ang="0">
                      <a:pos x="connsiteX2008" y="connsiteY2008"/>
                    </a:cxn>
                    <a:cxn ang="0">
                      <a:pos x="connsiteX2009" y="connsiteY2009"/>
                    </a:cxn>
                    <a:cxn ang="0">
                      <a:pos x="connsiteX2010" y="connsiteY2010"/>
                    </a:cxn>
                    <a:cxn ang="0">
                      <a:pos x="connsiteX2011" y="connsiteY2011"/>
                    </a:cxn>
                    <a:cxn ang="0">
                      <a:pos x="connsiteX2012" y="connsiteY2012"/>
                    </a:cxn>
                    <a:cxn ang="0">
                      <a:pos x="connsiteX2013" y="connsiteY2013"/>
                    </a:cxn>
                    <a:cxn ang="0">
                      <a:pos x="connsiteX2014" y="connsiteY2014"/>
                    </a:cxn>
                    <a:cxn ang="0">
                      <a:pos x="connsiteX2015" y="connsiteY2015"/>
                    </a:cxn>
                    <a:cxn ang="0">
                      <a:pos x="connsiteX2016" y="connsiteY2016"/>
                    </a:cxn>
                    <a:cxn ang="0">
                      <a:pos x="connsiteX2017" y="connsiteY2017"/>
                    </a:cxn>
                    <a:cxn ang="0">
                      <a:pos x="connsiteX2018" y="connsiteY2018"/>
                    </a:cxn>
                    <a:cxn ang="0">
                      <a:pos x="connsiteX2019" y="connsiteY2019"/>
                    </a:cxn>
                    <a:cxn ang="0">
                      <a:pos x="connsiteX2020" y="connsiteY2020"/>
                    </a:cxn>
                    <a:cxn ang="0">
                      <a:pos x="connsiteX2021" y="connsiteY2021"/>
                    </a:cxn>
                    <a:cxn ang="0">
                      <a:pos x="connsiteX2022" y="connsiteY2022"/>
                    </a:cxn>
                    <a:cxn ang="0">
                      <a:pos x="connsiteX2023" y="connsiteY2023"/>
                    </a:cxn>
                    <a:cxn ang="0">
                      <a:pos x="connsiteX2024" y="connsiteY2024"/>
                    </a:cxn>
                    <a:cxn ang="0">
                      <a:pos x="connsiteX2025" y="connsiteY2025"/>
                    </a:cxn>
                    <a:cxn ang="0">
                      <a:pos x="connsiteX2026" y="connsiteY2026"/>
                    </a:cxn>
                    <a:cxn ang="0">
                      <a:pos x="connsiteX2027" y="connsiteY2027"/>
                    </a:cxn>
                    <a:cxn ang="0">
                      <a:pos x="connsiteX2028" y="connsiteY2028"/>
                    </a:cxn>
                    <a:cxn ang="0">
                      <a:pos x="connsiteX2029" y="connsiteY2029"/>
                    </a:cxn>
                    <a:cxn ang="0">
                      <a:pos x="connsiteX2030" y="connsiteY2030"/>
                    </a:cxn>
                    <a:cxn ang="0">
                      <a:pos x="connsiteX2031" y="connsiteY2031"/>
                    </a:cxn>
                    <a:cxn ang="0">
                      <a:pos x="connsiteX2032" y="connsiteY2032"/>
                    </a:cxn>
                    <a:cxn ang="0">
                      <a:pos x="connsiteX2033" y="connsiteY2033"/>
                    </a:cxn>
                    <a:cxn ang="0">
                      <a:pos x="connsiteX2034" y="connsiteY2034"/>
                    </a:cxn>
                    <a:cxn ang="0">
                      <a:pos x="connsiteX2035" y="connsiteY2035"/>
                    </a:cxn>
                    <a:cxn ang="0">
                      <a:pos x="connsiteX2036" y="connsiteY2036"/>
                    </a:cxn>
                    <a:cxn ang="0">
                      <a:pos x="connsiteX2037" y="connsiteY2037"/>
                    </a:cxn>
                    <a:cxn ang="0">
                      <a:pos x="connsiteX2038" y="connsiteY2038"/>
                    </a:cxn>
                    <a:cxn ang="0">
                      <a:pos x="connsiteX2039" y="connsiteY2039"/>
                    </a:cxn>
                    <a:cxn ang="0">
                      <a:pos x="connsiteX2040" y="connsiteY2040"/>
                    </a:cxn>
                    <a:cxn ang="0">
                      <a:pos x="connsiteX2041" y="connsiteY2041"/>
                    </a:cxn>
                    <a:cxn ang="0">
                      <a:pos x="connsiteX2042" y="connsiteY2042"/>
                    </a:cxn>
                    <a:cxn ang="0">
                      <a:pos x="connsiteX2043" y="connsiteY2043"/>
                    </a:cxn>
                    <a:cxn ang="0">
                      <a:pos x="connsiteX2044" y="connsiteY2044"/>
                    </a:cxn>
                    <a:cxn ang="0">
                      <a:pos x="connsiteX2045" y="connsiteY2045"/>
                    </a:cxn>
                    <a:cxn ang="0">
                      <a:pos x="connsiteX2046" y="connsiteY2046"/>
                    </a:cxn>
                    <a:cxn ang="0">
                      <a:pos x="connsiteX2047" y="connsiteY2047"/>
                    </a:cxn>
                    <a:cxn ang="0">
                      <a:pos x="connsiteX2048" y="connsiteY2048"/>
                    </a:cxn>
                    <a:cxn ang="0">
                      <a:pos x="connsiteX2049" y="connsiteY2049"/>
                    </a:cxn>
                    <a:cxn ang="0">
                      <a:pos x="connsiteX2050" y="connsiteY2050"/>
                    </a:cxn>
                    <a:cxn ang="0">
                      <a:pos x="connsiteX2051" y="connsiteY2051"/>
                    </a:cxn>
                    <a:cxn ang="0">
                      <a:pos x="connsiteX2052" y="connsiteY2052"/>
                    </a:cxn>
                    <a:cxn ang="0">
                      <a:pos x="connsiteX2053" y="connsiteY2053"/>
                    </a:cxn>
                    <a:cxn ang="0">
                      <a:pos x="connsiteX2054" y="connsiteY2054"/>
                    </a:cxn>
                    <a:cxn ang="0">
                      <a:pos x="connsiteX2055" y="connsiteY2055"/>
                    </a:cxn>
                    <a:cxn ang="0">
                      <a:pos x="connsiteX2056" y="connsiteY2056"/>
                    </a:cxn>
                    <a:cxn ang="0">
                      <a:pos x="connsiteX2057" y="connsiteY2057"/>
                    </a:cxn>
                    <a:cxn ang="0">
                      <a:pos x="connsiteX2058" y="connsiteY2058"/>
                    </a:cxn>
                    <a:cxn ang="0">
                      <a:pos x="connsiteX2059" y="connsiteY2059"/>
                    </a:cxn>
                    <a:cxn ang="0">
                      <a:pos x="connsiteX2060" y="connsiteY2060"/>
                    </a:cxn>
                    <a:cxn ang="0">
                      <a:pos x="connsiteX2061" y="connsiteY2061"/>
                    </a:cxn>
                    <a:cxn ang="0">
                      <a:pos x="connsiteX2062" y="connsiteY2062"/>
                    </a:cxn>
                    <a:cxn ang="0">
                      <a:pos x="connsiteX2063" y="connsiteY2063"/>
                    </a:cxn>
                    <a:cxn ang="0">
                      <a:pos x="connsiteX2064" y="connsiteY2064"/>
                    </a:cxn>
                    <a:cxn ang="0">
                      <a:pos x="connsiteX2065" y="connsiteY2065"/>
                    </a:cxn>
                    <a:cxn ang="0">
                      <a:pos x="connsiteX2066" y="connsiteY2066"/>
                    </a:cxn>
                    <a:cxn ang="0">
                      <a:pos x="connsiteX2067" y="connsiteY2067"/>
                    </a:cxn>
                    <a:cxn ang="0">
                      <a:pos x="connsiteX2068" y="connsiteY2068"/>
                    </a:cxn>
                    <a:cxn ang="0">
                      <a:pos x="connsiteX2069" y="connsiteY2069"/>
                    </a:cxn>
                    <a:cxn ang="0">
                      <a:pos x="connsiteX2070" y="connsiteY2070"/>
                    </a:cxn>
                    <a:cxn ang="0">
                      <a:pos x="connsiteX2071" y="connsiteY2071"/>
                    </a:cxn>
                    <a:cxn ang="0">
                      <a:pos x="connsiteX2072" y="connsiteY2072"/>
                    </a:cxn>
                    <a:cxn ang="0">
                      <a:pos x="connsiteX2073" y="connsiteY2073"/>
                    </a:cxn>
                    <a:cxn ang="0">
                      <a:pos x="connsiteX2074" y="connsiteY2074"/>
                    </a:cxn>
                    <a:cxn ang="0">
                      <a:pos x="connsiteX2075" y="connsiteY2075"/>
                    </a:cxn>
                    <a:cxn ang="0">
                      <a:pos x="connsiteX2076" y="connsiteY2076"/>
                    </a:cxn>
                    <a:cxn ang="0">
                      <a:pos x="connsiteX2077" y="connsiteY2077"/>
                    </a:cxn>
                    <a:cxn ang="0">
                      <a:pos x="connsiteX2078" y="connsiteY2078"/>
                    </a:cxn>
                    <a:cxn ang="0">
                      <a:pos x="connsiteX2079" y="connsiteY2079"/>
                    </a:cxn>
                    <a:cxn ang="0">
                      <a:pos x="connsiteX2080" y="connsiteY2080"/>
                    </a:cxn>
                    <a:cxn ang="0">
                      <a:pos x="connsiteX2081" y="connsiteY2081"/>
                    </a:cxn>
                    <a:cxn ang="0">
                      <a:pos x="connsiteX2082" y="connsiteY2082"/>
                    </a:cxn>
                    <a:cxn ang="0">
                      <a:pos x="connsiteX2083" y="connsiteY2083"/>
                    </a:cxn>
                    <a:cxn ang="0">
                      <a:pos x="connsiteX2084" y="connsiteY2084"/>
                    </a:cxn>
                    <a:cxn ang="0">
                      <a:pos x="connsiteX2085" y="connsiteY2085"/>
                    </a:cxn>
                    <a:cxn ang="0">
                      <a:pos x="connsiteX2086" y="connsiteY2086"/>
                    </a:cxn>
                    <a:cxn ang="0">
                      <a:pos x="connsiteX2087" y="connsiteY2087"/>
                    </a:cxn>
                    <a:cxn ang="0">
                      <a:pos x="connsiteX2088" y="connsiteY2088"/>
                    </a:cxn>
                    <a:cxn ang="0">
                      <a:pos x="connsiteX2089" y="connsiteY2089"/>
                    </a:cxn>
                    <a:cxn ang="0">
                      <a:pos x="connsiteX2090" y="connsiteY2090"/>
                    </a:cxn>
                    <a:cxn ang="0">
                      <a:pos x="connsiteX2091" y="connsiteY2091"/>
                    </a:cxn>
                    <a:cxn ang="0">
                      <a:pos x="connsiteX2092" y="connsiteY2092"/>
                    </a:cxn>
                    <a:cxn ang="0">
                      <a:pos x="connsiteX2093" y="connsiteY2093"/>
                    </a:cxn>
                    <a:cxn ang="0">
                      <a:pos x="connsiteX2094" y="connsiteY2094"/>
                    </a:cxn>
                    <a:cxn ang="0">
                      <a:pos x="connsiteX2095" y="connsiteY2095"/>
                    </a:cxn>
                    <a:cxn ang="0">
                      <a:pos x="connsiteX2096" y="connsiteY2096"/>
                    </a:cxn>
                    <a:cxn ang="0">
                      <a:pos x="connsiteX2097" y="connsiteY2097"/>
                    </a:cxn>
                    <a:cxn ang="0">
                      <a:pos x="connsiteX2098" y="connsiteY2098"/>
                    </a:cxn>
                    <a:cxn ang="0">
                      <a:pos x="connsiteX2099" y="connsiteY2099"/>
                    </a:cxn>
                    <a:cxn ang="0">
                      <a:pos x="connsiteX2100" y="connsiteY2100"/>
                    </a:cxn>
                    <a:cxn ang="0">
                      <a:pos x="connsiteX2101" y="connsiteY2101"/>
                    </a:cxn>
                    <a:cxn ang="0">
                      <a:pos x="connsiteX2102" y="connsiteY2102"/>
                    </a:cxn>
                    <a:cxn ang="0">
                      <a:pos x="connsiteX2103" y="connsiteY2103"/>
                    </a:cxn>
                    <a:cxn ang="0">
                      <a:pos x="connsiteX2104" y="connsiteY2104"/>
                    </a:cxn>
                    <a:cxn ang="0">
                      <a:pos x="connsiteX2105" y="connsiteY2105"/>
                    </a:cxn>
                    <a:cxn ang="0">
                      <a:pos x="connsiteX2106" y="connsiteY2106"/>
                    </a:cxn>
                    <a:cxn ang="0">
                      <a:pos x="connsiteX2107" y="connsiteY2107"/>
                    </a:cxn>
                    <a:cxn ang="0">
                      <a:pos x="connsiteX2108" y="connsiteY2108"/>
                    </a:cxn>
                    <a:cxn ang="0">
                      <a:pos x="connsiteX2109" y="connsiteY2109"/>
                    </a:cxn>
                    <a:cxn ang="0">
                      <a:pos x="connsiteX2110" y="connsiteY2110"/>
                    </a:cxn>
                    <a:cxn ang="0">
                      <a:pos x="connsiteX2111" y="connsiteY2111"/>
                    </a:cxn>
                    <a:cxn ang="0">
                      <a:pos x="connsiteX2112" y="connsiteY2112"/>
                    </a:cxn>
                    <a:cxn ang="0">
                      <a:pos x="connsiteX2113" y="connsiteY2113"/>
                    </a:cxn>
                    <a:cxn ang="0">
                      <a:pos x="connsiteX2114" y="connsiteY2114"/>
                    </a:cxn>
                    <a:cxn ang="0">
                      <a:pos x="connsiteX2115" y="connsiteY2115"/>
                    </a:cxn>
                    <a:cxn ang="0">
                      <a:pos x="connsiteX2116" y="connsiteY2116"/>
                    </a:cxn>
                    <a:cxn ang="0">
                      <a:pos x="connsiteX2117" y="connsiteY2117"/>
                    </a:cxn>
                    <a:cxn ang="0">
                      <a:pos x="connsiteX2118" y="connsiteY2118"/>
                    </a:cxn>
                    <a:cxn ang="0">
                      <a:pos x="connsiteX2119" y="connsiteY2119"/>
                    </a:cxn>
                    <a:cxn ang="0">
                      <a:pos x="connsiteX2120" y="connsiteY2120"/>
                    </a:cxn>
                    <a:cxn ang="0">
                      <a:pos x="connsiteX2121" y="connsiteY2121"/>
                    </a:cxn>
                    <a:cxn ang="0">
                      <a:pos x="connsiteX2122" y="connsiteY2122"/>
                    </a:cxn>
                    <a:cxn ang="0">
                      <a:pos x="connsiteX2123" y="connsiteY2123"/>
                    </a:cxn>
                    <a:cxn ang="0">
                      <a:pos x="connsiteX2124" y="connsiteY2124"/>
                    </a:cxn>
                    <a:cxn ang="0">
                      <a:pos x="connsiteX2125" y="connsiteY2125"/>
                    </a:cxn>
                    <a:cxn ang="0">
                      <a:pos x="connsiteX2126" y="connsiteY2126"/>
                    </a:cxn>
                    <a:cxn ang="0">
                      <a:pos x="connsiteX2127" y="connsiteY2127"/>
                    </a:cxn>
                    <a:cxn ang="0">
                      <a:pos x="connsiteX2128" y="connsiteY2128"/>
                    </a:cxn>
                    <a:cxn ang="0">
                      <a:pos x="connsiteX2129" y="connsiteY2129"/>
                    </a:cxn>
                    <a:cxn ang="0">
                      <a:pos x="connsiteX2130" y="connsiteY2130"/>
                    </a:cxn>
                    <a:cxn ang="0">
                      <a:pos x="connsiteX2131" y="connsiteY2131"/>
                    </a:cxn>
                    <a:cxn ang="0">
                      <a:pos x="connsiteX2132" y="connsiteY2132"/>
                    </a:cxn>
                    <a:cxn ang="0">
                      <a:pos x="connsiteX2133" y="connsiteY2133"/>
                    </a:cxn>
                    <a:cxn ang="0">
                      <a:pos x="connsiteX2134" y="connsiteY2134"/>
                    </a:cxn>
                    <a:cxn ang="0">
                      <a:pos x="connsiteX2135" y="connsiteY2135"/>
                    </a:cxn>
                    <a:cxn ang="0">
                      <a:pos x="connsiteX2136" y="connsiteY2136"/>
                    </a:cxn>
                    <a:cxn ang="0">
                      <a:pos x="connsiteX2137" y="connsiteY2137"/>
                    </a:cxn>
                    <a:cxn ang="0">
                      <a:pos x="connsiteX2138" y="connsiteY2138"/>
                    </a:cxn>
                    <a:cxn ang="0">
                      <a:pos x="connsiteX2139" y="connsiteY2139"/>
                    </a:cxn>
                    <a:cxn ang="0">
                      <a:pos x="connsiteX2140" y="connsiteY2140"/>
                    </a:cxn>
                    <a:cxn ang="0">
                      <a:pos x="connsiteX2141" y="connsiteY2141"/>
                    </a:cxn>
                    <a:cxn ang="0">
                      <a:pos x="connsiteX2142" y="connsiteY2142"/>
                    </a:cxn>
                    <a:cxn ang="0">
                      <a:pos x="connsiteX2143" y="connsiteY2143"/>
                    </a:cxn>
                    <a:cxn ang="0">
                      <a:pos x="connsiteX2144" y="connsiteY2144"/>
                    </a:cxn>
                    <a:cxn ang="0">
                      <a:pos x="connsiteX2145" y="connsiteY2145"/>
                    </a:cxn>
                    <a:cxn ang="0">
                      <a:pos x="connsiteX2146" y="connsiteY2146"/>
                    </a:cxn>
                    <a:cxn ang="0">
                      <a:pos x="connsiteX2147" y="connsiteY2147"/>
                    </a:cxn>
                    <a:cxn ang="0">
                      <a:pos x="connsiteX2148" y="connsiteY2148"/>
                    </a:cxn>
                    <a:cxn ang="0">
                      <a:pos x="connsiteX2149" y="connsiteY2149"/>
                    </a:cxn>
                    <a:cxn ang="0">
                      <a:pos x="connsiteX2150" y="connsiteY2150"/>
                    </a:cxn>
                    <a:cxn ang="0">
                      <a:pos x="connsiteX2151" y="connsiteY2151"/>
                    </a:cxn>
                    <a:cxn ang="0">
                      <a:pos x="connsiteX2152" y="connsiteY2152"/>
                    </a:cxn>
                    <a:cxn ang="0">
                      <a:pos x="connsiteX2153" y="connsiteY2153"/>
                    </a:cxn>
                    <a:cxn ang="0">
                      <a:pos x="connsiteX2154" y="connsiteY2154"/>
                    </a:cxn>
                    <a:cxn ang="0">
                      <a:pos x="connsiteX2155" y="connsiteY2155"/>
                    </a:cxn>
                    <a:cxn ang="0">
                      <a:pos x="connsiteX2156" y="connsiteY2156"/>
                    </a:cxn>
                    <a:cxn ang="0">
                      <a:pos x="connsiteX2157" y="connsiteY2157"/>
                    </a:cxn>
                    <a:cxn ang="0">
                      <a:pos x="connsiteX2158" y="connsiteY2158"/>
                    </a:cxn>
                    <a:cxn ang="0">
                      <a:pos x="connsiteX2159" y="connsiteY2159"/>
                    </a:cxn>
                    <a:cxn ang="0">
                      <a:pos x="connsiteX2160" y="connsiteY2160"/>
                    </a:cxn>
                    <a:cxn ang="0">
                      <a:pos x="connsiteX2161" y="connsiteY2161"/>
                    </a:cxn>
                    <a:cxn ang="0">
                      <a:pos x="connsiteX2162" y="connsiteY2162"/>
                    </a:cxn>
                    <a:cxn ang="0">
                      <a:pos x="connsiteX2163" y="connsiteY2163"/>
                    </a:cxn>
                    <a:cxn ang="0">
                      <a:pos x="connsiteX2164" y="connsiteY2164"/>
                    </a:cxn>
                    <a:cxn ang="0">
                      <a:pos x="connsiteX2165" y="connsiteY2165"/>
                    </a:cxn>
                    <a:cxn ang="0">
                      <a:pos x="connsiteX2166" y="connsiteY2166"/>
                    </a:cxn>
                    <a:cxn ang="0">
                      <a:pos x="connsiteX2167" y="connsiteY2167"/>
                    </a:cxn>
                    <a:cxn ang="0">
                      <a:pos x="connsiteX2168" y="connsiteY2168"/>
                    </a:cxn>
                    <a:cxn ang="0">
                      <a:pos x="connsiteX2169" y="connsiteY2169"/>
                    </a:cxn>
                    <a:cxn ang="0">
                      <a:pos x="connsiteX2170" y="connsiteY2170"/>
                    </a:cxn>
                    <a:cxn ang="0">
                      <a:pos x="connsiteX2171" y="connsiteY2171"/>
                    </a:cxn>
                    <a:cxn ang="0">
                      <a:pos x="connsiteX2172" y="connsiteY2172"/>
                    </a:cxn>
                    <a:cxn ang="0">
                      <a:pos x="connsiteX2173" y="connsiteY2173"/>
                    </a:cxn>
                    <a:cxn ang="0">
                      <a:pos x="connsiteX2174" y="connsiteY2174"/>
                    </a:cxn>
                    <a:cxn ang="0">
                      <a:pos x="connsiteX2175" y="connsiteY2175"/>
                    </a:cxn>
                    <a:cxn ang="0">
                      <a:pos x="connsiteX2176" y="connsiteY2176"/>
                    </a:cxn>
                    <a:cxn ang="0">
                      <a:pos x="connsiteX2177" y="connsiteY2177"/>
                    </a:cxn>
                    <a:cxn ang="0">
                      <a:pos x="connsiteX2178" y="connsiteY2178"/>
                    </a:cxn>
                    <a:cxn ang="0">
                      <a:pos x="connsiteX2179" y="connsiteY2179"/>
                    </a:cxn>
                    <a:cxn ang="0">
                      <a:pos x="connsiteX2180" y="connsiteY2180"/>
                    </a:cxn>
                    <a:cxn ang="0">
                      <a:pos x="connsiteX2181" y="connsiteY2181"/>
                    </a:cxn>
                    <a:cxn ang="0">
                      <a:pos x="connsiteX2182" y="connsiteY2182"/>
                    </a:cxn>
                    <a:cxn ang="0">
                      <a:pos x="connsiteX2183" y="connsiteY2183"/>
                    </a:cxn>
                    <a:cxn ang="0">
                      <a:pos x="connsiteX2184" y="connsiteY2184"/>
                    </a:cxn>
                    <a:cxn ang="0">
                      <a:pos x="connsiteX2185" y="connsiteY2185"/>
                    </a:cxn>
                    <a:cxn ang="0">
                      <a:pos x="connsiteX2186" y="connsiteY2186"/>
                    </a:cxn>
                    <a:cxn ang="0">
                      <a:pos x="connsiteX2187" y="connsiteY2187"/>
                    </a:cxn>
                    <a:cxn ang="0">
                      <a:pos x="connsiteX2188" y="connsiteY2188"/>
                    </a:cxn>
                    <a:cxn ang="0">
                      <a:pos x="connsiteX2189" y="connsiteY2189"/>
                    </a:cxn>
                    <a:cxn ang="0">
                      <a:pos x="connsiteX2190" y="connsiteY2190"/>
                    </a:cxn>
                    <a:cxn ang="0">
                      <a:pos x="connsiteX2191" y="connsiteY2191"/>
                    </a:cxn>
                    <a:cxn ang="0">
                      <a:pos x="connsiteX2192" y="connsiteY2192"/>
                    </a:cxn>
                    <a:cxn ang="0">
                      <a:pos x="connsiteX2193" y="connsiteY2193"/>
                    </a:cxn>
                    <a:cxn ang="0">
                      <a:pos x="connsiteX2194" y="connsiteY2194"/>
                    </a:cxn>
                    <a:cxn ang="0">
                      <a:pos x="connsiteX2195" y="connsiteY2195"/>
                    </a:cxn>
                    <a:cxn ang="0">
                      <a:pos x="connsiteX2196" y="connsiteY2196"/>
                    </a:cxn>
                    <a:cxn ang="0">
                      <a:pos x="connsiteX2197" y="connsiteY2197"/>
                    </a:cxn>
                    <a:cxn ang="0">
                      <a:pos x="connsiteX2198" y="connsiteY2198"/>
                    </a:cxn>
                    <a:cxn ang="0">
                      <a:pos x="connsiteX2199" y="connsiteY2199"/>
                    </a:cxn>
                    <a:cxn ang="0">
                      <a:pos x="connsiteX2200" y="connsiteY2200"/>
                    </a:cxn>
                    <a:cxn ang="0">
                      <a:pos x="connsiteX2201" y="connsiteY2201"/>
                    </a:cxn>
                    <a:cxn ang="0">
                      <a:pos x="connsiteX2202" y="connsiteY2202"/>
                    </a:cxn>
                    <a:cxn ang="0">
                      <a:pos x="connsiteX2203" y="connsiteY2203"/>
                    </a:cxn>
                    <a:cxn ang="0">
                      <a:pos x="connsiteX2204" y="connsiteY2204"/>
                    </a:cxn>
                    <a:cxn ang="0">
                      <a:pos x="connsiteX2205" y="connsiteY2205"/>
                    </a:cxn>
                    <a:cxn ang="0">
                      <a:pos x="connsiteX2206" y="connsiteY2206"/>
                    </a:cxn>
                    <a:cxn ang="0">
                      <a:pos x="connsiteX2207" y="connsiteY2207"/>
                    </a:cxn>
                    <a:cxn ang="0">
                      <a:pos x="connsiteX2208" y="connsiteY2208"/>
                    </a:cxn>
                    <a:cxn ang="0">
                      <a:pos x="connsiteX2209" y="connsiteY2209"/>
                    </a:cxn>
                    <a:cxn ang="0">
                      <a:pos x="connsiteX2210" y="connsiteY2210"/>
                    </a:cxn>
                    <a:cxn ang="0">
                      <a:pos x="connsiteX2211" y="connsiteY2211"/>
                    </a:cxn>
                    <a:cxn ang="0">
                      <a:pos x="connsiteX2212" y="connsiteY2212"/>
                    </a:cxn>
                    <a:cxn ang="0">
                      <a:pos x="connsiteX2213" y="connsiteY2213"/>
                    </a:cxn>
                    <a:cxn ang="0">
                      <a:pos x="connsiteX2214" y="connsiteY2214"/>
                    </a:cxn>
                    <a:cxn ang="0">
                      <a:pos x="connsiteX2215" y="connsiteY2215"/>
                    </a:cxn>
                    <a:cxn ang="0">
                      <a:pos x="connsiteX2216" y="connsiteY2216"/>
                    </a:cxn>
                    <a:cxn ang="0">
                      <a:pos x="connsiteX2217" y="connsiteY2217"/>
                    </a:cxn>
                    <a:cxn ang="0">
                      <a:pos x="connsiteX2218" y="connsiteY2218"/>
                    </a:cxn>
                    <a:cxn ang="0">
                      <a:pos x="connsiteX2219" y="connsiteY2219"/>
                    </a:cxn>
                    <a:cxn ang="0">
                      <a:pos x="connsiteX2220" y="connsiteY2220"/>
                    </a:cxn>
                    <a:cxn ang="0">
                      <a:pos x="connsiteX2221" y="connsiteY2221"/>
                    </a:cxn>
                    <a:cxn ang="0">
                      <a:pos x="connsiteX2222" y="connsiteY2222"/>
                    </a:cxn>
                    <a:cxn ang="0">
                      <a:pos x="connsiteX2223" y="connsiteY2223"/>
                    </a:cxn>
                    <a:cxn ang="0">
                      <a:pos x="connsiteX2224" y="connsiteY2224"/>
                    </a:cxn>
                    <a:cxn ang="0">
                      <a:pos x="connsiteX2225" y="connsiteY2225"/>
                    </a:cxn>
                    <a:cxn ang="0">
                      <a:pos x="connsiteX2226" y="connsiteY2226"/>
                    </a:cxn>
                    <a:cxn ang="0">
                      <a:pos x="connsiteX2227" y="connsiteY2227"/>
                    </a:cxn>
                    <a:cxn ang="0">
                      <a:pos x="connsiteX2228" y="connsiteY2228"/>
                    </a:cxn>
                    <a:cxn ang="0">
                      <a:pos x="connsiteX2229" y="connsiteY2229"/>
                    </a:cxn>
                    <a:cxn ang="0">
                      <a:pos x="connsiteX2230" y="connsiteY2230"/>
                    </a:cxn>
                    <a:cxn ang="0">
                      <a:pos x="connsiteX2231" y="connsiteY2231"/>
                    </a:cxn>
                    <a:cxn ang="0">
                      <a:pos x="connsiteX2232" y="connsiteY2232"/>
                    </a:cxn>
                    <a:cxn ang="0">
                      <a:pos x="connsiteX2233" y="connsiteY2233"/>
                    </a:cxn>
                    <a:cxn ang="0">
                      <a:pos x="connsiteX2234" y="connsiteY2234"/>
                    </a:cxn>
                    <a:cxn ang="0">
                      <a:pos x="connsiteX2235" y="connsiteY2235"/>
                    </a:cxn>
                    <a:cxn ang="0">
                      <a:pos x="connsiteX2236" y="connsiteY2236"/>
                    </a:cxn>
                    <a:cxn ang="0">
                      <a:pos x="connsiteX2237" y="connsiteY2237"/>
                    </a:cxn>
                    <a:cxn ang="0">
                      <a:pos x="connsiteX2238" y="connsiteY2238"/>
                    </a:cxn>
                    <a:cxn ang="0">
                      <a:pos x="connsiteX2239" y="connsiteY2239"/>
                    </a:cxn>
                    <a:cxn ang="0">
                      <a:pos x="connsiteX2240" y="connsiteY2240"/>
                    </a:cxn>
                    <a:cxn ang="0">
                      <a:pos x="connsiteX2241" y="connsiteY2241"/>
                    </a:cxn>
                    <a:cxn ang="0">
                      <a:pos x="connsiteX2242" y="connsiteY2242"/>
                    </a:cxn>
                    <a:cxn ang="0">
                      <a:pos x="connsiteX2243" y="connsiteY2243"/>
                    </a:cxn>
                    <a:cxn ang="0">
                      <a:pos x="connsiteX2244" y="connsiteY2244"/>
                    </a:cxn>
                    <a:cxn ang="0">
                      <a:pos x="connsiteX2245" y="connsiteY2245"/>
                    </a:cxn>
                    <a:cxn ang="0">
                      <a:pos x="connsiteX2246" y="connsiteY2246"/>
                    </a:cxn>
                    <a:cxn ang="0">
                      <a:pos x="connsiteX2247" y="connsiteY2247"/>
                    </a:cxn>
                    <a:cxn ang="0">
                      <a:pos x="connsiteX2248" y="connsiteY2248"/>
                    </a:cxn>
                    <a:cxn ang="0">
                      <a:pos x="connsiteX2249" y="connsiteY2249"/>
                    </a:cxn>
                    <a:cxn ang="0">
                      <a:pos x="connsiteX2250" y="connsiteY2250"/>
                    </a:cxn>
                    <a:cxn ang="0">
                      <a:pos x="connsiteX2251" y="connsiteY2251"/>
                    </a:cxn>
                    <a:cxn ang="0">
                      <a:pos x="connsiteX2252" y="connsiteY2252"/>
                    </a:cxn>
                    <a:cxn ang="0">
                      <a:pos x="connsiteX2253" y="connsiteY2253"/>
                    </a:cxn>
                    <a:cxn ang="0">
                      <a:pos x="connsiteX2254" y="connsiteY2254"/>
                    </a:cxn>
                    <a:cxn ang="0">
                      <a:pos x="connsiteX2255" y="connsiteY2255"/>
                    </a:cxn>
                    <a:cxn ang="0">
                      <a:pos x="connsiteX2256" y="connsiteY2256"/>
                    </a:cxn>
                    <a:cxn ang="0">
                      <a:pos x="connsiteX2257" y="connsiteY2257"/>
                    </a:cxn>
                    <a:cxn ang="0">
                      <a:pos x="connsiteX2258" y="connsiteY2258"/>
                    </a:cxn>
                    <a:cxn ang="0">
                      <a:pos x="connsiteX2259" y="connsiteY2259"/>
                    </a:cxn>
                    <a:cxn ang="0">
                      <a:pos x="connsiteX2260" y="connsiteY2260"/>
                    </a:cxn>
                    <a:cxn ang="0">
                      <a:pos x="connsiteX2261" y="connsiteY2261"/>
                    </a:cxn>
                    <a:cxn ang="0">
                      <a:pos x="connsiteX2262" y="connsiteY2262"/>
                    </a:cxn>
                    <a:cxn ang="0">
                      <a:pos x="connsiteX2263" y="connsiteY2263"/>
                    </a:cxn>
                    <a:cxn ang="0">
                      <a:pos x="connsiteX2264" y="connsiteY2264"/>
                    </a:cxn>
                    <a:cxn ang="0">
                      <a:pos x="connsiteX2265" y="connsiteY2265"/>
                    </a:cxn>
                    <a:cxn ang="0">
                      <a:pos x="connsiteX2266" y="connsiteY2266"/>
                    </a:cxn>
                    <a:cxn ang="0">
                      <a:pos x="connsiteX2267" y="connsiteY2267"/>
                    </a:cxn>
                    <a:cxn ang="0">
                      <a:pos x="connsiteX2268" y="connsiteY2268"/>
                    </a:cxn>
                    <a:cxn ang="0">
                      <a:pos x="connsiteX2269" y="connsiteY2269"/>
                    </a:cxn>
                    <a:cxn ang="0">
                      <a:pos x="connsiteX2270" y="connsiteY2270"/>
                    </a:cxn>
                    <a:cxn ang="0">
                      <a:pos x="connsiteX2271" y="connsiteY2271"/>
                    </a:cxn>
                    <a:cxn ang="0">
                      <a:pos x="connsiteX2272" y="connsiteY2272"/>
                    </a:cxn>
                    <a:cxn ang="0">
                      <a:pos x="connsiteX2273" y="connsiteY2273"/>
                    </a:cxn>
                    <a:cxn ang="0">
                      <a:pos x="connsiteX2274" y="connsiteY2274"/>
                    </a:cxn>
                    <a:cxn ang="0">
                      <a:pos x="connsiteX2275" y="connsiteY2275"/>
                    </a:cxn>
                    <a:cxn ang="0">
                      <a:pos x="connsiteX2276" y="connsiteY2276"/>
                    </a:cxn>
                    <a:cxn ang="0">
                      <a:pos x="connsiteX2277" y="connsiteY2277"/>
                    </a:cxn>
                    <a:cxn ang="0">
                      <a:pos x="connsiteX2278" y="connsiteY2278"/>
                    </a:cxn>
                    <a:cxn ang="0">
                      <a:pos x="connsiteX2279" y="connsiteY2279"/>
                    </a:cxn>
                    <a:cxn ang="0">
                      <a:pos x="connsiteX2280" y="connsiteY2280"/>
                    </a:cxn>
                    <a:cxn ang="0">
                      <a:pos x="connsiteX2281" y="connsiteY2281"/>
                    </a:cxn>
                    <a:cxn ang="0">
                      <a:pos x="connsiteX2282" y="connsiteY2282"/>
                    </a:cxn>
                    <a:cxn ang="0">
                      <a:pos x="connsiteX2283" y="connsiteY2283"/>
                    </a:cxn>
                    <a:cxn ang="0">
                      <a:pos x="connsiteX2284" y="connsiteY2284"/>
                    </a:cxn>
                    <a:cxn ang="0">
                      <a:pos x="connsiteX2285" y="connsiteY2285"/>
                    </a:cxn>
                    <a:cxn ang="0">
                      <a:pos x="connsiteX2286" y="connsiteY2286"/>
                    </a:cxn>
                    <a:cxn ang="0">
                      <a:pos x="connsiteX2287" y="connsiteY2287"/>
                    </a:cxn>
                    <a:cxn ang="0">
                      <a:pos x="connsiteX2288" y="connsiteY2288"/>
                    </a:cxn>
                    <a:cxn ang="0">
                      <a:pos x="connsiteX2289" y="connsiteY2289"/>
                    </a:cxn>
                    <a:cxn ang="0">
                      <a:pos x="connsiteX2290" y="connsiteY2290"/>
                    </a:cxn>
                    <a:cxn ang="0">
                      <a:pos x="connsiteX2291" y="connsiteY2291"/>
                    </a:cxn>
                    <a:cxn ang="0">
                      <a:pos x="connsiteX2292" y="connsiteY2292"/>
                    </a:cxn>
                    <a:cxn ang="0">
                      <a:pos x="connsiteX2293" y="connsiteY2293"/>
                    </a:cxn>
                    <a:cxn ang="0">
                      <a:pos x="connsiteX2294" y="connsiteY2294"/>
                    </a:cxn>
                    <a:cxn ang="0">
                      <a:pos x="connsiteX2295" y="connsiteY2295"/>
                    </a:cxn>
                    <a:cxn ang="0">
                      <a:pos x="connsiteX2296" y="connsiteY2296"/>
                    </a:cxn>
                    <a:cxn ang="0">
                      <a:pos x="connsiteX2297" y="connsiteY2297"/>
                    </a:cxn>
                    <a:cxn ang="0">
                      <a:pos x="connsiteX2298" y="connsiteY2298"/>
                    </a:cxn>
                    <a:cxn ang="0">
                      <a:pos x="connsiteX2299" y="connsiteY2299"/>
                    </a:cxn>
                    <a:cxn ang="0">
                      <a:pos x="connsiteX2300" y="connsiteY2300"/>
                    </a:cxn>
                    <a:cxn ang="0">
                      <a:pos x="connsiteX2301" y="connsiteY2301"/>
                    </a:cxn>
                    <a:cxn ang="0">
                      <a:pos x="connsiteX2302" y="connsiteY2302"/>
                    </a:cxn>
                    <a:cxn ang="0">
                      <a:pos x="connsiteX2303" y="connsiteY2303"/>
                    </a:cxn>
                    <a:cxn ang="0">
                      <a:pos x="connsiteX2304" y="connsiteY2304"/>
                    </a:cxn>
                    <a:cxn ang="0">
                      <a:pos x="connsiteX2305" y="connsiteY2305"/>
                    </a:cxn>
                    <a:cxn ang="0">
                      <a:pos x="connsiteX2306" y="connsiteY2306"/>
                    </a:cxn>
                    <a:cxn ang="0">
                      <a:pos x="connsiteX2307" y="connsiteY2307"/>
                    </a:cxn>
                    <a:cxn ang="0">
                      <a:pos x="connsiteX2308" y="connsiteY2308"/>
                    </a:cxn>
                    <a:cxn ang="0">
                      <a:pos x="connsiteX2309" y="connsiteY2309"/>
                    </a:cxn>
                    <a:cxn ang="0">
                      <a:pos x="connsiteX2310" y="connsiteY2310"/>
                    </a:cxn>
                    <a:cxn ang="0">
                      <a:pos x="connsiteX2311" y="connsiteY2311"/>
                    </a:cxn>
                    <a:cxn ang="0">
                      <a:pos x="connsiteX2312" y="connsiteY2312"/>
                    </a:cxn>
                    <a:cxn ang="0">
                      <a:pos x="connsiteX2313" y="connsiteY2313"/>
                    </a:cxn>
                    <a:cxn ang="0">
                      <a:pos x="connsiteX2314" y="connsiteY2314"/>
                    </a:cxn>
                    <a:cxn ang="0">
                      <a:pos x="connsiteX2315" y="connsiteY2315"/>
                    </a:cxn>
                    <a:cxn ang="0">
                      <a:pos x="connsiteX2316" y="connsiteY2316"/>
                    </a:cxn>
                    <a:cxn ang="0">
                      <a:pos x="connsiteX2317" y="connsiteY2317"/>
                    </a:cxn>
                    <a:cxn ang="0">
                      <a:pos x="connsiteX2318" y="connsiteY2318"/>
                    </a:cxn>
                    <a:cxn ang="0">
                      <a:pos x="connsiteX2319" y="connsiteY2319"/>
                    </a:cxn>
                    <a:cxn ang="0">
                      <a:pos x="connsiteX2320" y="connsiteY2320"/>
                    </a:cxn>
                    <a:cxn ang="0">
                      <a:pos x="connsiteX2321" y="connsiteY2321"/>
                    </a:cxn>
                    <a:cxn ang="0">
                      <a:pos x="connsiteX2322" y="connsiteY2322"/>
                    </a:cxn>
                    <a:cxn ang="0">
                      <a:pos x="connsiteX2323" y="connsiteY2323"/>
                    </a:cxn>
                    <a:cxn ang="0">
                      <a:pos x="connsiteX2324" y="connsiteY2324"/>
                    </a:cxn>
                    <a:cxn ang="0">
                      <a:pos x="connsiteX2325" y="connsiteY2325"/>
                    </a:cxn>
                    <a:cxn ang="0">
                      <a:pos x="connsiteX2326" y="connsiteY2326"/>
                    </a:cxn>
                    <a:cxn ang="0">
                      <a:pos x="connsiteX2327" y="connsiteY2327"/>
                    </a:cxn>
                    <a:cxn ang="0">
                      <a:pos x="connsiteX2328" y="connsiteY2328"/>
                    </a:cxn>
                    <a:cxn ang="0">
                      <a:pos x="connsiteX2329" y="connsiteY2329"/>
                    </a:cxn>
                    <a:cxn ang="0">
                      <a:pos x="connsiteX2330" y="connsiteY2330"/>
                    </a:cxn>
                    <a:cxn ang="0">
                      <a:pos x="connsiteX2331" y="connsiteY2331"/>
                    </a:cxn>
                    <a:cxn ang="0">
                      <a:pos x="connsiteX2332" y="connsiteY2332"/>
                    </a:cxn>
                    <a:cxn ang="0">
                      <a:pos x="connsiteX2333" y="connsiteY2333"/>
                    </a:cxn>
                    <a:cxn ang="0">
                      <a:pos x="connsiteX2334" y="connsiteY2334"/>
                    </a:cxn>
                    <a:cxn ang="0">
                      <a:pos x="connsiteX2335" y="connsiteY2335"/>
                    </a:cxn>
                    <a:cxn ang="0">
                      <a:pos x="connsiteX2336" y="connsiteY2336"/>
                    </a:cxn>
                    <a:cxn ang="0">
                      <a:pos x="connsiteX2337" y="connsiteY2337"/>
                    </a:cxn>
                    <a:cxn ang="0">
                      <a:pos x="connsiteX2338" y="connsiteY2338"/>
                    </a:cxn>
                    <a:cxn ang="0">
                      <a:pos x="connsiteX2339" y="connsiteY2339"/>
                    </a:cxn>
                    <a:cxn ang="0">
                      <a:pos x="connsiteX2340" y="connsiteY2340"/>
                    </a:cxn>
                    <a:cxn ang="0">
                      <a:pos x="connsiteX2341" y="connsiteY2341"/>
                    </a:cxn>
                    <a:cxn ang="0">
                      <a:pos x="connsiteX2342" y="connsiteY2342"/>
                    </a:cxn>
                    <a:cxn ang="0">
                      <a:pos x="connsiteX2343" y="connsiteY2343"/>
                    </a:cxn>
                    <a:cxn ang="0">
                      <a:pos x="connsiteX2344" y="connsiteY2344"/>
                    </a:cxn>
                    <a:cxn ang="0">
                      <a:pos x="connsiteX2345" y="connsiteY2345"/>
                    </a:cxn>
                    <a:cxn ang="0">
                      <a:pos x="connsiteX2346" y="connsiteY2346"/>
                    </a:cxn>
                    <a:cxn ang="0">
                      <a:pos x="connsiteX2347" y="connsiteY2347"/>
                    </a:cxn>
                    <a:cxn ang="0">
                      <a:pos x="connsiteX2348" y="connsiteY2348"/>
                    </a:cxn>
                    <a:cxn ang="0">
                      <a:pos x="connsiteX2349" y="connsiteY2349"/>
                    </a:cxn>
                    <a:cxn ang="0">
                      <a:pos x="connsiteX2350" y="connsiteY2350"/>
                    </a:cxn>
                    <a:cxn ang="0">
                      <a:pos x="connsiteX2351" y="connsiteY2351"/>
                    </a:cxn>
                    <a:cxn ang="0">
                      <a:pos x="connsiteX2352" y="connsiteY2352"/>
                    </a:cxn>
                    <a:cxn ang="0">
                      <a:pos x="connsiteX2353" y="connsiteY2353"/>
                    </a:cxn>
                    <a:cxn ang="0">
                      <a:pos x="connsiteX2354" y="connsiteY2354"/>
                    </a:cxn>
                    <a:cxn ang="0">
                      <a:pos x="connsiteX2355" y="connsiteY2355"/>
                    </a:cxn>
                    <a:cxn ang="0">
                      <a:pos x="connsiteX2356" y="connsiteY2356"/>
                    </a:cxn>
                    <a:cxn ang="0">
                      <a:pos x="connsiteX2357" y="connsiteY2357"/>
                    </a:cxn>
                    <a:cxn ang="0">
                      <a:pos x="connsiteX2358" y="connsiteY2358"/>
                    </a:cxn>
                    <a:cxn ang="0">
                      <a:pos x="connsiteX2359" y="connsiteY2359"/>
                    </a:cxn>
                    <a:cxn ang="0">
                      <a:pos x="connsiteX2360" y="connsiteY2360"/>
                    </a:cxn>
                    <a:cxn ang="0">
                      <a:pos x="connsiteX2361" y="connsiteY2361"/>
                    </a:cxn>
                    <a:cxn ang="0">
                      <a:pos x="connsiteX2362" y="connsiteY2362"/>
                    </a:cxn>
                    <a:cxn ang="0">
                      <a:pos x="connsiteX2363" y="connsiteY2363"/>
                    </a:cxn>
                    <a:cxn ang="0">
                      <a:pos x="connsiteX2364" y="connsiteY2364"/>
                    </a:cxn>
                    <a:cxn ang="0">
                      <a:pos x="connsiteX2365" y="connsiteY2365"/>
                    </a:cxn>
                    <a:cxn ang="0">
                      <a:pos x="connsiteX2366" y="connsiteY2366"/>
                    </a:cxn>
                    <a:cxn ang="0">
                      <a:pos x="connsiteX2367" y="connsiteY2367"/>
                    </a:cxn>
                    <a:cxn ang="0">
                      <a:pos x="connsiteX2368" y="connsiteY2368"/>
                    </a:cxn>
                    <a:cxn ang="0">
                      <a:pos x="connsiteX2369" y="connsiteY2369"/>
                    </a:cxn>
                    <a:cxn ang="0">
                      <a:pos x="connsiteX2370" y="connsiteY2370"/>
                    </a:cxn>
                    <a:cxn ang="0">
                      <a:pos x="connsiteX2371" y="connsiteY2371"/>
                    </a:cxn>
                    <a:cxn ang="0">
                      <a:pos x="connsiteX2372" y="connsiteY2372"/>
                    </a:cxn>
                    <a:cxn ang="0">
                      <a:pos x="connsiteX2373" y="connsiteY2373"/>
                    </a:cxn>
                    <a:cxn ang="0">
                      <a:pos x="connsiteX2374" y="connsiteY2374"/>
                    </a:cxn>
                    <a:cxn ang="0">
                      <a:pos x="connsiteX2375" y="connsiteY2375"/>
                    </a:cxn>
                    <a:cxn ang="0">
                      <a:pos x="connsiteX2376" y="connsiteY2376"/>
                    </a:cxn>
                    <a:cxn ang="0">
                      <a:pos x="connsiteX2377" y="connsiteY2377"/>
                    </a:cxn>
                    <a:cxn ang="0">
                      <a:pos x="connsiteX2378" y="connsiteY2378"/>
                    </a:cxn>
                    <a:cxn ang="0">
                      <a:pos x="connsiteX2379" y="connsiteY2379"/>
                    </a:cxn>
                    <a:cxn ang="0">
                      <a:pos x="connsiteX2380" y="connsiteY2380"/>
                    </a:cxn>
                    <a:cxn ang="0">
                      <a:pos x="connsiteX2381" y="connsiteY2381"/>
                    </a:cxn>
                    <a:cxn ang="0">
                      <a:pos x="connsiteX2382" y="connsiteY2382"/>
                    </a:cxn>
                    <a:cxn ang="0">
                      <a:pos x="connsiteX2383" y="connsiteY2383"/>
                    </a:cxn>
                    <a:cxn ang="0">
                      <a:pos x="connsiteX2384" y="connsiteY2384"/>
                    </a:cxn>
                    <a:cxn ang="0">
                      <a:pos x="connsiteX2385" y="connsiteY2385"/>
                    </a:cxn>
                    <a:cxn ang="0">
                      <a:pos x="connsiteX2386" y="connsiteY2386"/>
                    </a:cxn>
                    <a:cxn ang="0">
                      <a:pos x="connsiteX2387" y="connsiteY2387"/>
                    </a:cxn>
                    <a:cxn ang="0">
                      <a:pos x="connsiteX2388" y="connsiteY2388"/>
                    </a:cxn>
                    <a:cxn ang="0">
                      <a:pos x="connsiteX2389" y="connsiteY2389"/>
                    </a:cxn>
                    <a:cxn ang="0">
                      <a:pos x="connsiteX2390" y="connsiteY2390"/>
                    </a:cxn>
                    <a:cxn ang="0">
                      <a:pos x="connsiteX2391" y="connsiteY2391"/>
                    </a:cxn>
                    <a:cxn ang="0">
                      <a:pos x="connsiteX2392" y="connsiteY2392"/>
                    </a:cxn>
                    <a:cxn ang="0">
                      <a:pos x="connsiteX2393" y="connsiteY2393"/>
                    </a:cxn>
                    <a:cxn ang="0">
                      <a:pos x="connsiteX2394" y="connsiteY2394"/>
                    </a:cxn>
                    <a:cxn ang="0">
                      <a:pos x="connsiteX2395" y="connsiteY2395"/>
                    </a:cxn>
                    <a:cxn ang="0">
                      <a:pos x="connsiteX2396" y="connsiteY2396"/>
                    </a:cxn>
                    <a:cxn ang="0">
                      <a:pos x="connsiteX2397" y="connsiteY2397"/>
                    </a:cxn>
                    <a:cxn ang="0">
                      <a:pos x="connsiteX2398" y="connsiteY2398"/>
                    </a:cxn>
                    <a:cxn ang="0">
                      <a:pos x="connsiteX2399" y="connsiteY2399"/>
                    </a:cxn>
                    <a:cxn ang="0">
                      <a:pos x="connsiteX2400" y="connsiteY2400"/>
                    </a:cxn>
                    <a:cxn ang="0">
                      <a:pos x="connsiteX2401" y="connsiteY2401"/>
                    </a:cxn>
                    <a:cxn ang="0">
                      <a:pos x="connsiteX2402" y="connsiteY2402"/>
                    </a:cxn>
                    <a:cxn ang="0">
                      <a:pos x="connsiteX2403" y="connsiteY2403"/>
                    </a:cxn>
                    <a:cxn ang="0">
                      <a:pos x="connsiteX2404" y="connsiteY2404"/>
                    </a:cxn>
                    <a:cxn ang="0">
                      <a:pos x="connsiteX2405" y="connsiteY2405"/>
                    </a:cxn>
                    <a:cxn ang="0">
                      <a:pos x="connsiteX2406" y="connsiteY2406"/>
                    </a:cxn>
                    <a:cxn ang="0">
                      <a:pos x="connsiteX2407" y="connsiteY2407"/>
                    </a:cxn>
                    <a:cxn ang="0">
                      <a:pos x="connsiteX2408" y="connsiteY2408"/>
                    </a:cxn>
                    <a:cxn ang="0">
                      <a:pos x="connsiteX2409" y="connsiteY2409"/>
                    </a:cxn>
                    <a:cxn ang="0">
                      <a:pos x="connsiteX2410" y="connsiteY2410"/>
                    </a:cxn>
                    <a:cxn ang="0">
                      <a:pos x="connsiteX2411" y="connsiteY2411"/>
                    </a:cxn>
                    <a:cxn ang="0">
                      <a:pos x="connsiteX2412" y="connsiteY2412"/>
                    </a:cxn>
                    <a:cxn ang="0">
                      <a:pos x="connsiteX2413" y="connsiteY2413"/>
                    </a:cxn>
                    <a:cxn ang="0">
                      <a:pos x="connsiteX2414" y="connsiteY2414"/>
                    </a:cxn>
                    <a:cxn ang="0">
                      <a:pos x="connsiteX2415" y="connsiteY2415"/>
                    </a:cxn>
                    <a:cxn ang="0">
                      <a:pos x="connsiteX2416" y="connsiteY2416"/>
                    </a:cxn>
                    <a:cxn ang="0">
                      <a:pos x="connsiteX2417" y="connsiteY2417"/>
                    </a:cxn>
                    <a:cxn ang="0">
                      <a:pos x="connsiteX2418" y="connsiteY2418"/>
                    </a:cxn>
                    <a:cxn ang="0">
                      <a:pos x="connsiteX2419" y="connsiteY2419"/>
                    </a:cxn>
                    <a:cxn ang="0">
                      <a:pos x="connsiteX2420" y="connsiteY2420"/>
                    </a:cxn>
                    <a:cxn ang="0">
                      <a:pos x="connsiteX2421" y="connsiteY2421"/>
                    </a:cxn>
                    <a:cxn ang="0">
                      <a:pos x="connsiteX2422" y="connsiteY2422"/>
                    </a:cxn>
                    <a:cxn ang="0">
                      <a:pos x="connsiteX2423" y="connsiteY2423"/>
                    </a:cxn>
                    <a:cxn ang="0">
                      <a:pos x="connsiteX2424" y="connsiteY2424"/>
                    </a:cxn>
                    <a:cxn ang="0">
                      <a:pos x="connsiteX2425" y="connsiteY2425"/>
                    </a:cxn>
                    <a:cxn ang="0">
                      <a:pos x="connsiteX2426" y="connsiteY2426"/>
                    </a:cxn>
                    <a:cxn ang="0">
                      <a:pos x="connsiteX2427" y="connsiteY2427"/>
                    </a:cxn>
                    <a:cxn ang="0">
                      <a:pos x="connsiteX2428" y="connsiteY2428"/>
                    </a:cxn>
                    <a:cxn ang="0">
                      <a:pos x="connsiteX2429" y="connsiteY2429"/>
                    </a:cxn>
                    <a:cxn ang="0">
                      <a:pos x="connsiteX2430" y="connsiteY2430"/>
                    </a:cxn>
                    <a:cxn ang="0">
                      <a:pos x="connsiteX2431" y="connsiteY2431"/>
                    </a:cxn>
                    <a:cxn ang="0">
                      <a:pos x="connsiteX2432" y="connsiteY2432"/>
                    </a:cxn>
                    <a:cxn ang="0">
                      <a:pos x="connsiteX2433" y="connsiteY2433"/>
                    </a:cxn>
                    <a:cxn ang="0">
                      <a:pos x="connsiteX2434" y="connsiteY2434"/>
                    </a:cxn>
                    <a:cxn ang="0">
                      <a:pos x="connsiteX2435" y="connsiteY2435"/>
                    </a:cxn>
                    <a:cxn ang="0">
                      <a:pos x="connsiteX2436" y="connsiteY2436"/>
                    </a:cxn>
                    <a:cxn ang="0">
                      <a:pos x="connsiteX2437" y="connsiteY2437"/>
                    </a:cxn>
                    <a:cxn ang="0">
                      <a:pos x="connsiteX2438" y="connsiteY2438"/>
                    </a:cxn>
                    <a:cxn ang="0">
                      <a:pos x="connsiteX2439" y="connsiteY2439"/>
                    </a:cxn>
                    <a:cxn ang="0">
                      <a:pos x="connsiteX2440" y="connsiteY2440"/>
                    </a:cxn>
                    <a:cxn ang="0">
                      <a:pos x="connsiteX2441" y="connsiteY2441"/>
                    </a:cxn>
                    <a:cxn ang="0">
                      <a:pos x="connsiteX2442" y="connsiteY2442"/>
                    </a:cxn>
                    <a:cxn ang="0">
                      <a:pos x="connsiteX2443" y="connsiteY2443"/>
                    </a:cxn>
                    <a:cxn ang="0">
                      <a:pos x="connsiteX2444" y="connsiteY2444"/>
                    </a:cxn>
                    <a:cxn ang="0">
                      <a:pos x="connsiteX2445" y="connsiteY2445"/>
                    </a:cxn>
                    <a:cxn ang="0">
                      <a:pos x="connsiteX2446" y="connsiteY2446"/>
                    </a:cxn>
                    <a:cxn ang="0">
                      <a:pos x="connsiteX2447" y="connsiteY2447"/>
                    </a:cxn>
                    <a:cxn ang="0">
                      <a:pos x="connsiteX2448" y="connsiteY2448"/>
                    </a:cxn>
                    <a:cxn ang="0">
                      <a:pos x="connsiteX2449" y="connsiteY2449"/>
                    </a:cxn>
                    <a:cxn ang="0">
                      <a:pos x="connsiteX2450" y="connsiteY2450"/>
                    </a:cxn>
                    <a:cxn ang="0">
                      <a:pos x="connsiteX2451" y="connsiteY2451"/>
                    </a:cxn>
                    <a:cxn ang="0">
                      <a:pos x="connsiteX2452" y="connsiteY2452"/>
                    </a:cxn>
                    <a:cxn ang="0">
                      <a:pos x="connsiteX2453" y="connsiteY2453"/>
                    </a:cxn>
                    <a:cxn ang="0">
                      <a:pos x="connsiteX2454" y="connsiteY2454"/>
                    </a:cxn>
                    <a:cxn ang="0">
                      <a:pos x="connsiteX2455" y="connsiteY2455"/>
                    </a:cxn>
                    <a:cxn ang="0">
                      <a:pos x="connsiteX2456" y="connsiteY2456"/>
                    </a:cxn>
                    <a:cxn ang="0">
                      <a:pos x="connsiteX2457" y="connsiteY2457"/>
                    </a:cxn>
                    <a:cxn ang="0">
                      <a:pos x="connsiteX2458" y="connsiteY2458"/>
                    </a:cxn>
                    <a:cxn ang="0">
                      <a:pos x="connsiteX2459" y="connsiteY2459"/>
                    </a:cxn>
                    <a:cxn ang="0">
                      <a:pos x="connsiteX2460" y="connsiteY2460"/>
                    </a:cxn>
                    <a:cxn ang="0">
                      <a:pos x="connsiteX2461" y="connsiteY2461"/>
                    </a:cxn>
                    <a:cxn ang="0">
                      <a:pos x="connsiteX2462" y="connsiteY2462"/>
                    </a:cxn>
                    <a:cxn ang="0">
                      <a:pos x="connsiteX2463" y="connsiteY2463"/>
                    </a:cxn>
                    <a:cxn ang="0">
                      <a:pos x="connsiteX2464" y="connsiteY2464"/>
                    </a:cxn>
                    <a:cxn ang="0">
                      <a:pos x="connsiteX2465" y="connsiteY2465"/>
                    </a:cxn>
                    <a:cxn ang="0">
                      <a:pos x="connsiteX2466" y="connsiteY2466"/>
                    </a:cxn>
                    <a:cxn ang="0">
                      <a:pos x="connsiteX2467" y="connsiteY2467"/>
                    </a:cxn>
                    <a:cxn ang="0">
                      <a:pos x="connsiteX2468" y="connsiteY2468"/>
                    </a:cxn>
                    <a:cxn ang="0">
                      <a:pos x="connsiteX2469" y="connsiteY2469"/>
                    </a:cxn>
                    <a:cxn ang="0">
                      <a:pos x="connsiteX2470" y="connsiteY2470"/>
                    </a:cxn>
                    <a:cxn ang="0">
                      <a:pos x="connsiteX2471" y="connsiteY2471"/>
                    </a:cxn>
                    <a:cxn ang="0">
                      <a:pos x="connsiteX2472" y="connsiteY2472"/>
                    </a:cxn>
                    <a:cxn ang="0">
                      <a:pos x="connsiteX2473" y="connsiteY2473"/>
                    </a:cxn>
                    <a:cxn ang="0">
                      <a:pos x="connsiteX2474" y="connsiteY2474"/>
                    </a:cxn>
                    <a:cxn ang="0">
                      <a:pos x="connsiteX2475" y="connsiteY2475"/>
                    </a:cxn>
                    <a:cxn ang="0">
                      <a:pos x="connsiteX2476" y="connsiteY2476"/>
                    </a:cxn>
                    <a:cxn ang="0">
                      <a:pos x="connsiteX2477" y="connsiteY2477"/>
                    </a:cxn>
                    <a:cxn ang="0">
                      <a:pos x="connsiteX2478" y="connsiteY2478"/>
                    </a:cxn>
                    <a:cxn ang="0">
                      <a:pos x="connsiteX2479" y="connsiteY2479"/>
                    </a:cxn>
                    <a:cxn ang="0">
                      <a:pos x="connsiteX2480" y="connsiteY2480"/>
                    </a:cxn>
                    <a:cxn ang="0">
                      <a:pos x="connsiteX2481" y="connsiteY2481"/>
                    </a:cxn>
                    <a:cxn ang="0">
                      <a:pos x="connsiteX2482" y="connsiteY2482"/>
                    </a:cxn>
                    <a:cxn ang="0">
                      <a:pos x="connsiteX2483" y="connsiteY2483"/>
                    </a:cxn>
                    <a:cxn ang="0">
                      <a:pos x="connsiteX2484" y="connsiteY2484"/>
                    </a:cxn>
                    <a:cxn ang="0">
                      <a:pos x="connsiteX2485" y="connsiteY2485"/>
                    </a:cxn>
                    <a:cxn ang="0">
                      <a:pos x="connsiteX2486" y="connsiteY2486"/>
                    </a:cxn>
                    <a:cxn ang="0">
                      <a:pos x="connsiteX2487" y="connsiteY2487"/>
                    </a:cxn>
                    <a:cxn ang="0">
                      <a:pos x="connsiteX2488" y="connsiteY2488"/>
                    </a:cxn>
                    <a:cxn ang="0">
                      <a:pos x="connsiteX2489" y="connsiteY2489"/>
                    </a:cxn>
                    <a:cxn ang="0">
                      <a:pos x="connsiteX2490" y="connsiteY2490"/>
                    </a:cxn>
                    <a:cxn ang="0">
                      <a:pos x="connsiteX2491" y="connsiteY2491"/>
                    </a:cxn>
                    <a:cxn ang="0">
                      <a:pos x="connsiteX2492" y="connsiteY2492"/>
                    </a:cxn>
                    <a:cxn ang="0">
                      <a:pos x="connsiteX2493" y="connsiteY2493"/>
                    </a:cxn>
                    <a:cxn ang="0">
                      <a:pos x="connsiteX2494" y="connsiteY2494"/>
                    </a:cxn>
                    <a:cxn ang="0">
                      <a:pos x="connsiteX2495" y="connsiteY2495"/>
                    </a:cxn>
                    <a:cxn ang="0">
                      <a:pos x="connsiteX2496" y="connsiteY2496"/>
                    </a:cxn>
                    <a:cxn ang="0">
                      <a:pos x="connsiteX2497" y="connsiteY2497"/>
                    </a:cxn>
                    <a:cxn ang="0">
                      <a:pos x="connsiteX2498" y="connsiteY2498"/>
                    </a:cxn>
                    <a:cxn ang="0">
                      <a:pos x="connsiteX2499" y="connsiteY2499"/>
                    </a:cxn>
                    <a:cxn ang="0">
                      <a:pos x="connsiteX2500" y="connsiteY2500"/>
                    </a:cxn>
                    <a:cxn ang="0">
                      <a:pos x="connsiteX2501" y="connsiteY2501"/>
                    </a:cxn>
                    <a:cxn ang="0">
                      <a:pos x="connsiteX2502" y="connsiteY2502"/>
                    </a:cxn>
                    <a:cxn ang="0">
                      <a:pos x="connsiteX2503" y="connsiteY2503"/>
                    </a:cxn>
                    <a:cxn ang="0">
                      <a:pos x="connsiteX2504" y="connsiteY2504"/>
                    </a:cxn>
                    <a:cxn ang="0">
                      <a:pos x="connsiteX2505" y="connsiteY2505"/>
                    </a:cxn>
                    <a:cxn ang="0">
                      <a:pos x="connsiteX2506" y="connsiteY2506"/>
                    </a:cxn>
                    <a:cxn ang="0">
                      <a:pos x="connsiteX2507" y="connsiteY2507"/>
                    </a:cxn>
                    <a:cxn ang="0">
                      <a:pos x="connsiteX2508" y="connsiteY2508"/>
                    </a:cxn>
                    <a:cxn ang="0">
                      <a:pos x="connsiteX2509" y="connsiteY2509"/>
                    </a:cxn>
                    <a:cxn ang="0">
                      <a:pos x="connsiteX2510" y="connsiteY2510"/>
                    </a:cxn>
                    <a:cxn ang="0">
                      <a:pos x="connsiteX2511" y="connsiteY2511"/>
                    </a:cxn>
                    <a:cxn ang="0">
                      <a:pos x="connsiteX2512" y="connsiteY2512"/>
                    </a:cxn>
                    <a:cxn ang="0">
                      <a:pos x="connsiteX2513" y="connsiteY2513"/>
                    </a:cxn>
                    <a:cxn ang="0">
                      <a:pos x="connsiteX2514" y="connsiteY2514"/>
                    </a:cxn>
                    <a:cxn ang="0">
                      <a:pos x="connsiteX2515" y="connsiteY2515"/>
                    </a:cxn>
                    <a:cxn ang="0">
                      <a:pos x="connsiteX2516" y="connsiteY2516"/>
                    </a:cxn>
                    <a:cxn ang="0">
                      <a:pos x="connsiteX2517" y="connsiteY2517"/>
                    </a:cxn>
                    <a:cxn ang="0">
                      <a:pos x="connsiteX2518" y="connsiteY2518"/>
                    </a:cxn>
                    <a:cxn ang="0">
                      <a:pos x="connsiteX2519" y="connsiteY2519"/>
                    </a:cxn>
                    <a:cxn ang="0">
                      <a:pos x="connsiteX2520" y="connsiteY2520"/>
                    </a:cxn>
                    <a:cxn ang="0">
                      <a:pos x="connsiteX2521" y="connsiteY2521"/>
                    </a:cxn>
                    <a:cxn ang="0">
                      <a:pos x="connsiteX2522" y="connsiteY2522"/>
                    </a:cxn>
                    <a:cxn ang="0">
                      <a:pos x="connsiteX2523" y="connsiteY2523"/>
                    </a:cxn>
                    <a:cxn ang="0">
                      <a:pos x="connsiteX2524" y="connsiteY2524"/>
                    </a:cxn>
                    <a:cxn ang="0">
                      <a:pos x="connsiteX2525" y="connsiteY2525"/>
                    </a:cxn>
                    <a:cxn ang="0">
                      <a:pos x="connsiteX2526" y="connsiteY2526"/>
                    </a:cxn>
                    <a:cxn ang="0">
                      <a:pos x="connsiteX2527" y="connsiteY2527"/>
                    </a:cxn>
                    <a:cxn ang="0">
                      <a:pos x="connsiteX2528" y="connsiteY2528"/>
                    </a:cxn>
                    <a:cxn ang="0">
                      <a:pos x="connsiteX2529" y="connsiteY2529"/>
                    </a:cxn>
                    <a:cxn ang="0">
                      <a:pos x="connsiteX2530" y="connsiteY2530"/>
                    </a:cxn>
                    <a:cxn ang="0">
                      <a:pos x="connsiteX2531" y="connsiteY2531"/>
                    </a:cxn>
                    <a:cxn ang="0">
                      <a:pos x="connsiteX2532" y="connsiteY2532"/>
                    </a:cxn>
                    <a:cxn ang="0">
                      <a:pos x="connsiteX2533" y="connsiteY2533"/>
                    </a:cxn>
                    <a:cxn ang="0">
                      <a:pos x="connsiteX2534" y="connsiteY2534"/>
                    </a:cxn>
                    <a:cxn ang="0">
                      <a:pos x="connsiteX2535" y="connsiteY2535"/>
                    </a:cxn>
                    <a:cxn ang="0">
                      <a:pos x="connsiteX2536" y="connsiteY2536"/>
                    </a:cxn>
                    <a:cxn ang="0">
                      <a:pos x="connsiteX2537" y="connsiteY2537"/>
                    </a:cxn>
                    <a:cxn ang="0">
                      <a:pos x="connsiteX2538" y="connsiteY2538"/>
                    </a:cxn>
                    <a:cxn ang="0">
                      <a:pos x="connsiteX2539" y="connsiteY2539"/>
                    </a:cxn>
                    <a:cxn ang="0">
                      <a:pos x="connsiteX2540" y="connsiteY2540"/>
                    </a:cxn>
                    <a:cxn ang="0">
                      <a:pos x="connsiteX2541" y="connsiteY2541"/>
                    </a:cxn>
                    <a:cxn ang="0">
                      <a:pos x="connsiteX2542" y="connsiteY2542"/>
                    </a:cxn>
                    <a:cxn ang="0">
                      <a:pos x="connsiteX2543" y="connsiteY2543"/>
                    </a:cxn>
                    <a:cxn ang="0">
                      <a:pos x="connsiteX2544" y="connsiteY2544"/>
                    </a:cxn>
                    <a:cxn ang="0">
                      <a:pos x="connsiteX2545" y="connsiteY2545"/>
                    </a:cxn>
                    <a:cxn ang="0">
                      <a:pos x="connsiteX2546" y="connsiteY2546"/>
                    </a:cxn>
                    <a:cxn ang="0">
                      <a:pos x="connsiteX2547" y="connsiteY2547"/>
                    </a:cxn>
                    <a:cxn ang="0">
                      <a:pos x="connsiteX2548" y="connsiteY2548"/>
                    </a:cxn>
                    <a:cxn ang="0">
                      <a:pos x="connsiteX2549" y="connsiteY2549"/>
                    </a:cxn>
                    <a:cxn ang="0">
                      <a:pos x="connsiteX2550" y="connsiteY2550"/>
                    </a:cxn>
                    <a:cxn ang="0">
                      <a:pos x="connsiteX2551" y="connsiteY2551"/>
                    </a:cxn>
                    <a:cxn ang="0">
                      <a:pos x="connsiteX2552" y="connsiteY2552"/>
                    </a:cxn>
                    <a:cxn ang="0">
                      <a:pos x="connsiteX2553" y="connsiteY2553"/>
                    </a:cxn>
                    <a:cxn ang="0">
                      <a:pos x="connsiteX2554" y="connsiteY2554"/>
                    </a:cxn>
                    <a:cxn ang="0">
                      <a:pos x="connsiteX2555" y="connsiteY2555"/>
                    </a:cxn>
                    <a:cxn ang="0">
                      <a:pos x="connsiteX2556" y="connsiteY2556"/>
                    </a:cxn>
                    <a:cxn ang="0">
                      <a:pos x="connsiteX2557" y="connsiteY2557"/>
                    </a:cxn>
                    <a:cxn ang="0">
                      <a:pos x="connsiteX2558" y="connsiteY2558"/>
                    </a:cxn>
                    <a:cxn ang="0">
                      <a:pos x="connsiteX2559" y="connsiteY2559"/>
                    </a:cxn>
                    <a:cxn ang="0">
                      <a:pos x="connsiteX2560" y="connsiteY2560"/>
                    </a:cxn>
                    <a:cxn ang="0">
                      <a:pos x="connsiteX2561" y="connsiteY2561"/>
                    </a:cxn>
                    <a:cxn ang="0">
                      <a:pos x="connsiteX2562" y="connsiteY2562"/>
                    </a:cxn>
                    <a:cxn ang="0">
                      <a:pos x="connsiteX2563" y="connsiteY2563"/>
                    </a:cxn>
                    <a:cxn ang="0">
                      <a:pos x="connsiteX2564" y="connsiteY2564"/>
                    </a:cxn>
                    <a:cxn ang="0">
                      <a:pos x="connsiteX2565" y="connsiteY2565"/>
                    </a:cxn>
                    <a:cxn ang="0">
                      <a:pos x="connsiteX2566" y="connsiteY2566"/>
                    </a:cxn>
                    <a:cxn ang="0">
                      <a:pos x="connsiteX2567" y="connsiteY2567"/>
                    </a:cxn>
                    <a:cxn ang="0">
                      <a:pos x="connsiteX2568" y="connsiteY2568"/>
                    </a:cxn>
                    <a:cxn ang="0">
                      <a:pos x="connsiteX2569" y="connsiteY2569"/>
                    </a:cxn>
                    <a:cxn ang="0">
                      <a:pos x="connsiteX2570" y="connsiteY2570"/>
                    </a:cxn>
                    <a:cxn ang="0">
                      <a:pos x="connsiteX2571" y="connsiteY2571"/>
                    </a:cxn>
                    <a:cxn ang="0">
                      <a:pos x="connsiteX2572" y="connsiteY2572"/>
                    </a:cxn>
                    <a:cxn ang="0">
                      <a:pos x="connsiteX2573" y="connsiteY2573"/>
                    </a:cxn>
                    <a:cxn ang="0">
                      <a:pos x="connsiteX2574" y="connsiteY2574"/>
                    </a:cxn>
                    <a:cxn ang="0">
                      <a:pos x="connsiteX2575" y="connsiteY2575"/>
                    </a:cxn>
                    <a:cxn ang="0">
                      <a:pos x="connsiteX2576" y="connsiteY2576"/>
                    </a:cxn>
                    <a:cxn ang="0">
                      <a:pos x="connsiteX2577" y="connsiteY2577"/>
                    </a:cxn>
                    <a:cxn ang="0">
                      <a:pos x="connsiteX2578" y="connsiteY2578"/>
                    </a:cxn>
                    <a:cxn ang="0">
                      <a:pos x="connsiteX2579" y="connsiteY2579"/>
                    </a:cxn>
                    <a:cxn ang="0">
                      <a:pos x="connsiteX2580" y="connsiteY2580"/>
                    </a:cxn>
                    <a:cxn ang="0">
                      <a:pos x="connsiteX2581" y="connsiteY2581"/>
                    </a:cxn>
                    <a:cxn ang="0">
                      <a:pos x="connsiteX2582" y="connsiteY2582"/>
                    </a:cxn>
                    <a:cxn ang="0">
                      <a:pos x="connsiteX2583" y="connsiteY2583"/>
                    </a:cxn>
                    <a:cxn ang="0">
                      <a:pos x="connsiteX2584" y="connsiteY2584"/>
                    </a:cxn>
                    <a:cxn ang="0">
                      <a:pos x="connsiteX2585" y="connsiteY2585"/>
                    </a:cxn>
                    <a:cxn ang="0">
                      <a:pos x="connsiteX2586" y="connsiteY2586"/>
                    </a:cxn>
                    <a:cxn ang="0">
                      <a:pos x="connsiteX2587" y="connsiteY2587"/>
                    </a:cxn>
                    <a:cxn ang="0">
                      <a:pos x="connsiteX2588" y="connsiteY2588"/>
                    </a:cxn>
                    <a:cxn ang="0">
                      <a:pos x="connsiteX2589" y="connsiteY2589"/>
                    </a:cxn>
                    <a:cxn ang="0">
                      <a:pos x="connsiteX2590" y="connsiteY2590"/>
                    </a:cxn>
                    <a:cxn ang="0">
                      <a:pos x="connsiteX2591" y="connsiteY2591"/>
                    </a:cxn>
                    <a:cxn ang="0">
                      <a:pos x="connsiteX2592" y="connsiteY2592"/>
                    </a:cxn>
                    <a:cxn ang="0">
                      <a:pos x="connsiteX2593" y="connsiteY2593"/>
                    </a:cxn>
                    <a:cxn ang="0">
                      <a:pos x="connsiteX2594" y="connsiteY2594"/>
                    </a:cxn>
                    <a:cxn ang="0">
                      <a:pos x="connsiteX2595" y="connsiteY2595"/>
                    </a:cxn>
                    <a:cxn ang="0">
                      <a:pos x="connsiteX2596" y="connsiteY2596"/>
                    </a:cxn>
                    <a:cxn ang="0">
                      <a:pos x="connsiteX2597" y="connsiteY2597"/>
                    </a:cxn>
                    <a:cxn ang="0">
                      <a:pos x="connsiteX2598" y="connsiteY2598"/>
                    </a:cxn>
                    <a:cxn ang="0">
                      <a:pos x="connsiteX2599" y="connsiteY2599"/>
                    </a:cxn>
                    <a:cxn ang="0">
                      <a:pos x="connsiteX2600" y="connsiteY2600"/>
                    </a:cxn>
                    <a:cxn ang="0">
                      <a:pos x="connsiteX2601" y="connsiteY2601"/>
                    </a:cxn>
                    <a:cxn ang="0">
                      <a:pos x="connsiteX2602" y="connsiteY2602"/>
                    </a:cxn>
                    <a:cxn ang="0">
                      <a:pos x="connsiteX2603" y="connsiteY2603"/>
                    </a:cxn>
                    <a:cxn ang="0">
                      <a:pos x="connsiteX2604" y="connsiteY2604"/>
                    </a:cxn>
                    <a:cxn ang="0">
                      <a:pos x="connsiteX2605" y="connsiteY2605"/>
                    </a:cxn>
                    <a:cxn ang="0">
                      <a:pos x="connsiteX2606" y="connsiteY2606"/>
                    </a:cxn>
                    <a:cxn ang="0">
                      <a:pos x="connsiteX2607" y="connsiteY2607"/>
                    </a:cxn>
                    <a:cxn ang="0">
                      <a:pos x="connsiteX2608" y="connsiteY2608"/>
                    </a:cxn>
                    <a:cxn ang="0">
                      <a:pos x="connsiteX2609" y="connsiteY2609"/>
                    </a:cxn>
                    <a:cxn ang="0">
                      <a:pos x="connsiteX2610" y="connsiteY2610"/>
                    </a:cxn>
                    <a:cxn ang="0">
                      <a:pos x="connsiteX2611" y="connsiteY2611"/>
                    </a:cxn>
                    <a:cxn ang="0">
                      <a:pos x="connsiteX2612" y="connsiteY2612"/>
                    </a:cxn>
                    <a:cxn ang="0">
                      <a:pos x="connsiteX2613" y="connsiteY2613"/>
                    </a:cxn>
                    <a:cxn ang="0">
                      <a:pos x="connsiteX2614" y="connsiteY2614"/>
                    </a:cxn>
                    <a:cxn ang="0">
                      <a:pos x="connsiteX2615" y="connsiteY2615"/>
                    </a:cxn>
                    <a:cxn ang="0">
                      <a:pos x="connsiteX2616" y="connsiteY2616"/>
                    </a:cxn>
                    <a:cxn ang="0">
                      <a:pos x="connsiteX2617" y="connsiteY2617"/>
                    </a:cxn>
                    <a:cxn ang="0">
                      <a:pos x="connsiteX2618" y="connsiteY2618"/>
                    </a:cxn>
                    <a:cxn ang="0">
                      <a:pos x="connsiteX2619" y="connsiteY2619"/>
                    </a:cxn>
                    <a:cxn ang="0">
                      <a:pos x="connsiteX2620" y="connsiteY2620"/>
                    </a:cxn>
                    <a:cxn ang="0">
                      <a:pos x="connsiteX2621" y="connsiteY2621"/>
                    </a:cxn>
                    <a:cxn ang="0">
                      <a:pos x="connsiteX2622" y="connsiteY2622"/>
                    </a:cxn>
                    <a:cxn ang="0">
                      <a:pos x="connsiteX2623" y="connsiteY2623"/>
                    </a:cxn>
                    <a:cxn ang="0">
                      <a:pos x="connsiteX2624" y="connsiteY2624"/>
                    </a:cxn>
                    <a:cxn ang="0">
                      <a:pos x="connsiteX2625" y="connsiteY2625"/>
                    </a:cxn>
                    <a:cxn ang="0">
                      <a:pos x="connsiteX2626" y="connsiteY2626"/>
                    </a:cxn>
                    <a:cxn ang="0">
                      <a:pos x="connsiteX2627" y="connsiteY2627"/>
                    </a:cxn>
                    <a:cxn ang="0">
                      <a:pos x="connsiteX2628" y="connsiteY2628"/>
                    </a:cxn>
                    <a:cxn ang="0">
                      <a:pos x="connsiteX2629" y="connsiteY2629"/>
                    </a:cxn>
                    <a:cxn ang="0">
                      <a:pos x="connsiteX2630" y="connsiteY2630"/>
                    </a:cxn>
                    <a:cxn ang="0">
                      <a:pos x="connsiteX2631" y="connsiteY2631"/>
                    </a:cxn>
                    <a:cxn ang="0">
                      <a:pos x="connsiteX2632" y="connsiteY2632"/>
                    </a:cxn>
                    <a:cxn ang="0">
                      <a:pos x="connsiteX2633" y="connsiteY2633"/>
                    </a:cxn>
                    <a:cxn ang="0">
                      <a:pos x="connsiteX2634" y="connsiteY2634"/>
                    </a:cxn>
                    <a:cxn ang="0">
                      <a:pos x="connsiteX2635" y="connsiteY2635"/>
                    </a:cxn>
                    <a:cxn ang="0">
                      <a:pos x="connsiteX2636" y="connsiteY2636"/>
                    </a:cxn>
                    <a:cxn ang="0">
                      <a:pos x="connsiteX2637" y="connsiteY2637"/>
                    </a:cxn>
                    <a:cxn ang="0">
                      <a:pos x="connsiteX2638" y="connsiteY2638"/>
                    </a:cxn>
                    <a:cxn ang="0">
                      <a:pos x="connsiteX2639" y="connsiteY2639"/>
                    </a:cxn>
                    <a:cxn ang="0">
                      <a:pos x="connsiteX2640" y="connsiteY2640"/>
                    </a:cxn>
                    <a:cxn ang="0">
                      <a:pos x="connsiteX2641" y="connsiteY2641"/>
                    </a:cxn>
                    <a:cxn ang="0">
                      <a:pos x="connsiteX2642" y="connsiteY2642"/>
                    </a:cxn>
                    <a:cxn ang="0">
                      <a:pos x="connsiteX2643" y="connsiteY2643"/>
                    </a:cxn>
                    <a:cxn ang="0">
                      <a:pos x="connsiteX2644" y="connsiteY2644"/>
                    </a:cxn>
                    <a:cxn ang="0">
                      <a:pos x="connsiteX2645" y="connsiteY2645"/>
                    </a:cxn>
                    <a:cxn ang="0">
                      <a:pos x="connsiteX2646" y="connsiteY2646"/>
                    </a:cxn>
                    <a:cxn ang="0">
                      <a:pos x="connsiteX2647" y="connsiteY2647"/>
                    </a:cxn>
                    <a:cxn ang="0">
                      <a:pos x="connsiteX2648" y="connsiteY2648"/>
                    </a:cxn>
                    <a:cxn ang="0">
                      <a:pos x="connsiteX2649" y="connsiteY2649"/>
                    </a:cxn>
                    <a:cxn ang="0">
                      <a:pos x="connsiteX2650" y="connsiteY2650"/>
                    </a:cxn>
                    <a:cxn ang="0">
                      <a:pos x="connsiteX2651" y="connsiteY2651"/>
                    </a:cxn>
                    <a:cxn ang="0">
                      <a:pos x="connsiteX2652" y="connsiteY2652"/>
                    </a:cxn>
                    <a:cxn ang="0">
                      <a:pos x="connsiteX2653" y="connsiteY2653"/>
                    </a:cxn>
                    <a:cxn ang="0">
                      <a:pos x="connsiteX2654" y="connsiteY2654"/>
                    </a:cxn>
                    <a:cxn ang="0">
                      <a:pos x="connsiteX2655" y="connsiteY2655"/>
                    </a:cxn>
                    <a:cxn ang="0">
                      <a:pos x="connsiteX2656" y="connsiteY2656"/>
                    </a:cxn>
                    <a:cxn ang="0">
                      <a:pos x="connsiteX2657" y="connsiteY2657"/>
                    </a:cxn>
                    <a:cxn ang="0">
                      <a:pos x="connsiteX2658" y="connsiteY2658"/>
                    </a:cxn>
                    <a:cxn ang="0">
                      <a:pos x="connsiteX2659" y="connsiteY2659"/>
                    </a:cxn>
                    <a:cxn ang="0">
                      <a:pos x="connsiteX2660" y="connsiteY2660"/>
                    </a:cxn>
                    <a:cxn ang="0">
                      <a:pos x="connsiteX2661" y="connsiteY2661"/>
                    </a:cxn>
                    <a:cxn ang="0">
                      <a:pos x="connsiteX2662" y="connsiteY2662"/>
                    </a:cxn>
                    <a:cxn ang="0">
                      <a:pos x="connsiteX2663" y="connsiteY2663"/>
                    </a:cxn>
                    <a:cxn ang="0">
                      <a:pos x="connsiteX2664" y="connsiteY2664"/>
                    </a:cxn>
                    <a:cxn ang="0">
                      <a:pos x="connsiteX2665" y="connsiteY2665"/>
                    </a:cxn>
                    <a:cxn ang="0">
                      <a:pos x="connsiteX2666" y="connsiteY2666"/>
                    </a:cxn>
                    <a:cxn ang="0">
                      <a:pos x="connsiteX2667" y="connsiteY2667"/>
                    </a:cxn>
                    <a:cxn ang="0">
                      <a:pos x="connsiteX2668" y="connsiteY2668"/>
                    </a:cxn>
                    <a:cxn ang="0">
                      <a:pos x="connsiteX2669" y="connsiteY2669"/>
                    </a:cxn>
                    <a:cxn ang="0">
                      <a:pos x="connsiteX2670" y="connsiteY2670"/>
                    </a:cxn>
                    <a:cxn ang="0">
                      <a:pos x="connsiteX2671" y="connsiteY2671"/>
                    </a:cxn>
                    <a:cxn ang="0">
                      <a:pos x="connsiteX2672" y="connsiteY2672"/>
                    </a:cxn>
                    <a:cxn ang="0">
                      <a:pos x="connsiteX2673" y="connsiteY2673"/>
                    </a:cxn>
                    <a:cxn ang="0">
                      <a:pos x="connsiteX2674" y="connsiteY2674"/>
                    </a:cxn>
                    <a:cxn ang="0">
                      <a:pos x="connsiteX2675" y="connsiteY2675"/>
                    </a:cxn>
                    <a:cxn ang="0">
                      <a:pos x="connsiteX2676" y="connsiteY2676"/>
                    </a:cxn>
                    <a:cxn ang="0">
                      <a:pos x="connsiteX2677" y="connsiteY2677"/>
                    </a:cxn>
                    <a:cxn ang="0">
                      <a:pos x="connsiteX2678" y="connsiteY2678"/>
                    </a:cxn>
                    <a:cxn ang="0">
                      <a:pos x="connsiteX2679" y="connsiteY2679"/>
                    </a:cxn>
                    <a:cxn ang="0">
                      <a:pos x="connsiteX2680" y="connsiteY2680"/>
                    </a:cxn>
                    <a:cxn ang="0">
                      <a:pos x="connsiteX2681" y="connsiteY2681"/>
                    </a:cxn>
                    <a:cxn ang="0">
                      <a:pos x="connsiteX2682" y="connsiteY2682"/>
                    </a:cxn>
                    <a:cxn ang="0">
                      <a:pos x="connsiteX2683" y="connsiteY2683"/>
                    </a:cxn>
                    <a:cxn ang="0">
                      <a:pos x="connsiteX2684" y="connsiteY2684"/>
                    </a:cxn>
                    <a:cxn ang="0">
                      <a:pos x="connsiteX2685" y="connsiteY2685"/>
                    </a:cxn>
                    <a:cxn ang="0">
                      <a:pos x="connsiteX2686" y="connsiteY2686"/>
                    </a:cxn>
                    <a:cxn ang="0">
                      <a:pos x="connsiteX2687" y="connsiteY2687"/>
                    </a:cxn>
                    <a:cxn ang="0">
                      <a:pos x="connsiteX2688" y="connsiteY2688"/>
                    </a:cxn>
                    <a:cxn ang="0">
                      <a:pos x="connsiteX2689" y="connsiteY2689"/>
                    </a:cxn>
                    <a:cxn ang="0">
                      <a:pos x="connsiteX2690" y="connsiteY2690"/>
                    </a:cxn>
                    <a:cxn ang="0">
                      <a:pos x="connsiteX2691" y="connsiteY2691"/>
                    </a:cxn>
                    <a:cxn ang="0">
                      <a:pos x="connsiteX2692" y="connsiteY2692"/>
                    </a:cxn>
                    <a:cxn ang="0">
                      <a:pos x="connsiteX2693" y="connsiteY2693"/>
                    </a:cxn>
                    <a:cxn ang="0">
                      <a:pos x="connsiteX2694" y="connsiteY2694"/>
                    </a:cxn>
                    <a:cxn ang="0">
                      <a:pos x="connsiteX2695" y="connsiteY2695"/>
                    </a:cxn>
                    <a:cxn ang="0">
                      <a:pos x="connsiteX2696" y="connsiteY2696"/>
                    </a:cxn>
                    <a:cxn ang="0">
                      <a:pos x="connsiteX2697" y="connsiteY2697"/>
                    </a:cxn>
                    <a:cxn ang="0">
                      <a:pos x="connsiteX2698" y="connsiteY2698"/>
                    </a:cxn>
                    <a:cxn ang="0">
                      <a:pos x="connsiteX2699" y="connsiteY2699"/>
                    </a:cxn>
                    <a:cxn ang="0">
                      <a:pos x="connsiteX2700" y="connsiteY2700"/>
                    </a:cxn>
                    <a:cxn ang="0">
                      <a:pos x="connsiteX2701" y="connsiteY2701"/>
                    </a:cxn>
                    <a:cxn ang="0">
                      <a:pos x="connsiteX2702" y="connsiteY2702"/>
                    </a:cxn>
                    <a:cxn ang="0">
                      <a:pos x="connsiteX2703" y="connsiteY2703"/>
                    </a:cxn>
                    <a:cxn ang="0">
                      <a:pos x="connsiteX2704" y="connsiteY2704"/>
                    </a:cxn>
                    <a:cxn ang="0">
                      <a:pos x="connsiteX2705" y="connsiteY2705"/>
                    </a:cxn>
                    <a:cxn ang="0">
                      <a:pos x="connsiteX2706" y="connsiteY2706"/>
                    </a:cxn>
                    <a:cxn ang="0">
                      <a:pos x="connsiteX2707" y="connsiteY2707"/>
                    </a:cxn>
                    <a:cxn ang="0">
                      <a:pos x="connsiteX2708" y="connsiteY2708"/>
                    </a:cxn>
                    <a:cxn ang="0">
                      <a:pos x="connsiteX2709" y="connsiteY2709"/>
                    </a:cxn>
                    <a:cxn ang="0">
                      <a:pos x="connsiteX2710" y="connsiteY2710"/>
                    </a:cxn>
                    <a:cxn ang="0">
                      <a:pos x="connsiteX2711" y="connsiteY2711"/>
                    </a:cxn>
                    <a:cxn ang="0">
                      <a:pos x="connsiteX2712" y="connsiteY2712"/>
                    </a:cxn>
                    <a:cxn ang="0">
                      <a:pos x="connsiteX2713" y="connsiteY2713"/>
                    </a:cxn>
                    <a:cxn ang="0">
                      <a:pos x="connsiteX2714" y="connsiteY2714"/>
                    </a:cxn>
                    <a:cxn ang="0">
                      <a:pos x="connsiteX2715" y="connsiteY2715"/>
                    </a:cxn>
                    <a:cxn ang="0">
                      <a:pos x="connsiteX2716" y="connsiteY2716"/>
                    </a:cxn>
                    <a:cxn ang="0">
                      <a:pos x="connsiteX2717" y="connsiteY2717"/>
                    </a:cxn>
                    <a:cxn ang="0">
                      <a:pos x="connsiteX2718" y="connsiteY2718"/>
                    </a:cxn>
                    <a:cxn ang="0">
                      <a:pos x="connsiteX2719" y="connsiteY2719"/>
                    </a:cxn>
                    <a:cxn ang="0">
                      <a:pos x="connsiteX2720" y="connsiteY2720"/>
                    </a:cxn>
                    <a:cxn ang="0">
                      <a:pos x="connsiteX2721" y="connsiteY2721"/>
                    </a:cxn>
                    <a:cxn ang="0">
                      <a:pos x="connsiteX2722" y="connsiteY2722"/>
                    </a:cxn>
                    <a:cxn ang="0">
                      <a:pos x="connsiteX2723" y="connsiteY2723"/>
                    </a:cxn>
                    <a:cxn ang="0">
                      <a:pos x="connsiteX2724" y="connsiteY2724"/>
                    </a:cxn>
                    <a:cxn ang="0">
                      <a:pos x="connsiteX2725" y="connsiteY2725"/>
                    </a:cxn>
                    <a:cxn ang="0">
                      <a:pos x="connsiteX2726" y="connsiteY2726"/>
                    </a:cxn>
                    <a:cxn ang="0">
                      <a:pos x="connsiteX2727" y="connsiteY2727"/>
                    </a:cxn>
                    <a:cxn ang="0">
                      <a:pos x="connsiteX2728" y="connsiteY2728"/>
                    </a:cxn>
                    <a:cxn ang="0">
                      <a:pos x="connsiteX2729" y="connsiteY2729"/>
                    </a:cxn>
                    <a:cxn ang="0">
                      <a:pos x="connsiteX2730" y="connsiteY2730"/>
                    </a:cxn>
                    <a:cxn ang="0">
                      <a:pos x="connsiteX2731" y="connsiteY2731"/>
                    </a:cxn>
                    <a:cxn ang="0">
                      <a:pos x="connsiteX2732" y="connsiteY2732"/>
                    </a:cxn>
                    <a:cxn ang="0">
                      <a:pos x="connsiteX2733" y="connsiteY2733"/>
                    </a:cxn>
                    <a:cxn ang="0">
                      <a:pos x="connsiteX2734" y="connsiteY2734"/>
                    </a:cxn>
                    <a:cxn ang="0">
                      <a:pos x="connsiteX2735" y="connsiteY2735"/>
                    </a:cxn>
                    <a:cxn ang="0">
                      <a:pos x="connsiteX2736" y="connsiteY2736"/>
                    </a:cxn>
                    <a:cxn ang="0">
                      <a:pos x="connsiteX2737" y="connsiteY2737"/>
                    </a:cxn>
                    <a:cxn ang="0">
                      <a:pos x="connsiteX2738" y="connsiteY2738"/>
                    </a:cxn>
                    <a:cxn ang="0">
                      <a:pos x="connsiteX2739" y="connsiteY2739"/>
                    </a:cxn>
                    <a:cxn ang="0">
                      <a:pos x="connsiteX2740" y="connsiteY2740"/>
                    </a:cxn>
                    <a:cxn ang="0">
                      <a:pos x="connsiteX2741" y="connsiteY2741"/>
                    </a:cxn>
                    <a:cxn ang="0">
                      <a:pos x="connsiteX2742" y="connsiteY2742"/>
                    </a:cxn>
                    <a:cxn ang="0">
                      <a:pos x="connsiteX2743" y="connsiteY2743"/>
                    </a:cxn>
                    <a:cxn ang="0">
                      <a:pos x="connsiteX2744" y="connsiteY2744"/>
                    </a:cxn>
                    <a:cxn ang="0">
                      <a:pos x="connsiteX2745" y="connsiteY2745"/>
                    </a:cxn>
                    <a:cxn ang="0">
                      <a:pos x="connsiteX2746" y="connsiteY2746"/>
                    </a:cxn>
                    <a:cxn ang="0">
                      <a:pos x="connsiteX2747" y="connsiteY2747"/>
                    </a:cxn>
                    <a:cxn ang="0">
                      <a:pos x="connsiteX2748" y="connsiteY2748"/>
                    </a:cxn>
                    <a:cxn ang="0">
                      <a:pos x="connsiteX2749" y="connsiteY2749"/>
                    </a:cxn>
                    <a:cxn ang="0">
                      <a:pos x="connsiteX2750" y="connsiteY2750"/>
                    </a:cxn>
                    <a:cxn ang="0">
                      <a:pos x="connsiteX2751" y="connsiteY2751"/>
                    </a:cxn>
                    <a:cxn ang="0">
                      <a:pos x="connsiteX2752" y="connsiteY2752"/>
                    </a:cxn>
                    <a:cxn ang="0">
                      <a:pos x="connsiteX2753" y="connsiteY2753"/>
                    </a:cxn>
                    <a:cxn ang="0">
                      <a:pos x="connsiteX2754" y="connsiteY2754"/>
                    </a:cxn>
                    <a:cxn ang="0">
                      <a:pos x="connsiteX2755" y="connsiteY2755"/>
                    </a:cxn>
                    <a:cxn ang="0">
                      <a:pos x="connsiteX2756" y="connsiteY2756"/>
                    </a:cxn>
                    <a:cxn ang="0">
                      <a:pos x="connsiteX2757" y="connsiteY2757"/>
                    </a:cxn>
                    <a:cxn ang="0">
                      <a:pos x="connsiteX2758" y="connsiteY2758"/>
                    </a:cxn>
                    <a:cxn ang="0">
                      <a:pos x="connsiteX2759" y="connsiteY2759"/>
                    </a:cxn>
                    <a:cxn ang="0">
                      <a:pos x="connsiteX2760" y="connsiteY2760"/>
                    </a:cxn>
                    <a:cxn ang="0">
                      <a:pos x="connsiteX2761" y="connsiteY2761"/>
                    </a:cxn>
                    <a:cxn ang="0">
                      <a:pos x="connsiteX2762" y="connsiteY2762"/>
                    </a:cxn>
                    <a:cxn ang="0">
                      <a:pos x="connsiteX2763" y="connsiteY2763"/>
                    </a:cxn>
                    <a:cxn ang="0">
                      <a:pos x="connsiteX2764" y="connsiteY2764"/>
                    </a:cxn>
                    <a:cxn ang="0">
                      <a:pos x="connsiteX2765" y="connsiteY2765"/>
                    </a:cxn>
                    <a:cxn ang="0">
                      <a:pos x="connsiteX2766" y="connsiteY2766"/>
                    </a:cxn>
                    <a:cxn ang="0">
                      <a:pos x="connsiteX2767" y="connsiteY2767"/>
                    </a:cxn>
                    <a:cxn ang="0">
                      <a:pos x="connsiteX2768" y="connsiteY2768"/>
                    </a:cxn>
                    <a:cxn ang="0">
                      <a:pos x="connsiteX2769" y="connsiteY2769"/>
                    </a:cxn>
                    <a:cxn ang="0">
                      <a:pos x="connsiteX2770" y="connsiteY2770"/>
                    </a:cxn>
                    <a:cxn ang="0">
                      <a:pos x="connsiteX2771" y="connsiteY2771"/>
                    </a:cxn>
                    <a:cxn ang="0">
                      <a:pos x="connsiteX2772" y="connsiteY2772"/>
                    </a:cxn>
                    <a:cxn ang="0">
                      <a:pos x="connsiteX2773" y="connsiteY2773"/>
                    </a:cxn>
                    <a:cxn ang="0">
                      <a:pos x="connsiteX2774" y="connsiteY2774"/>
                    </a:cxn>
                    <a:cxn ang="0">
                      <a:pos x="connsiteX2775" y="connsiteY2775"/>
                    </a:cxn>
                    <a:cxn ang="0">
                      <a:pos x="connsiteX2776" y="connsiteY2776"/>
                    </a:cxn>
                    <a:cxn ang="0">
                      <a:pos x="connsiteX2777" y="connsiteY2777"/>
                    </a:cxn>
                    <a:cxn ang="0">
                      <a:pos x="connsiteX2778" y="connsiteY2778"/>
                    </a:cxn>
                    <a:cxn ang="0">
                      <a:pos x="connsiteX2779" y="connsiteY2779"/>
                    </a:cxn>
                    <a:cxn ang="0">
                      <a:pos x="connsiteX2780" y="connsiteY2780"/>
                    </a:cxn>
                    <a:cxn ang="0">
                      <a:pos x="connsiteX2781" y="connsiteY2781"/>
                    </a:cxn>
                    <a:cxn ang="0">
                      <a:pos x="connsiteX2782" y="connsiteY2782"/>
                    </a:cxn>
                    <a:cxn ang="0">
                      <a:pos x="connsiteX2783" y="connsiteY2783"/>
                    </a:cxn>
                    <a:cxn ang="0">
                      <a:pos x="connsiteX2784" y="connsiteY2784"/>
                    </a:cxn>
                    <a:cxn ang="0">
                      <a:pos x="connsiteX2785" y="connsiteY2785"/>
                    </a:cxn>
                    <a:cxn ang="0">
                      <a:pos x="connsiteX2786" y="connsiteY2786"/>
                    </a:cxn>
                    <a:cxn ang="0">
                      <a:pos x="connsiteX2787" y="connsiteY2787"/>
                    </a:cxn>
                    <a:cxn ang="0">
                      <a:pos x="connsiteX2788" y="connsiteY2788"/>
                    </a:cxn>
                    <a:cxn ang="0">
                      <a:pos x="connsiteX2789" y="connsiteY2789"/>
                    </a:cxn>
                    <a:cxn ang="0">
                      <a:pos x="connsiteX2790" y="connsiteY2790"/>
                    </a:cxn>
                    <a:cxn ang="0">
                      <a:pos x="connsiteX2791" y="connsiteY2791"/>
                    </a:cxn>
                    <a:cxn ang="0">
                      <a:pos x="connsiteX2792" y="connsiteY2792"/>
                    </a:cxn>
                    <a:cxn ang="0">
                      <a:pos x="connsiteX2793" y="connsiteY2793"/>
                    </a:cxn>
                    <a:cxn ang="0">
                      <a:pos x="connsiteX2794" y="connsiteY2794"/>
                    </a:cxn>
                    <a:cxn ang="0">
                      <a:pos x="connsiteX2795" y="connsiteY2795"/>
                    </a:cxn>
                    <a:cxn ang="0">
                      <a:pos x="connsiteX2796" y="connsiteY2796"/>
                    </a:cxn>
                    <a:cxn ang="0">
                      <a:pos x="connsiteX2797" y="connsiteY2797"/>
                    </a:cxn>
                    <a:cxn ang="0">
                      <a:pos x="connsiteX2798" y="connsiteY2798"/>
                    </a:cxn>
                    <a:cxn ang="0">
                      <a:pos x="connsiteX2799" y="connsiteY2799"/>
                    </a:cxn>
                    <a:cxn ang="0">
                      <a:pos x="connsiteX2800" y="connsiteY2800"/>
                    </a:cxn>
                    <a:cxn ang="0">
                      <a:pos x="connsiteX2801" y="connsiteY2801"/>
                    </a:cxn>
                    <a:cxn ang="0">
                      <a:pos x="connsiteX2802" y="connsiteY2802"/>
                    </a:cxn>
                    <a:cxn ang="0">
                      <a:pos x="connsiteX2803" y="connsiteY2803"/>
                    </a:cxn>
                    <a:cxn ang="0">
                      <a:pos x="connsiteX2804" y="connsiteY2804"/>
                    </a:cxn>
                    <a:cxn ang="0">
                      <a:pos x="connsiteX2805" y="connsiteY2805"/>
                    </a:cxn>
                    <a:cxn ang="0">
                      <a:pos x="connsiteX2806" y="connsiteY2806"/>
                    </a:cxn>
                    <a:cxn ang="0">
                      <a:pos x="connsiteX2807" y="connsiteY2807"/>
                    </a:cxn>
                    <a:cxn ang="0">
                      <a:pos x="connsiteX2808" y="connsiteY2808"/>
                    </a:cxn>
                    <a:cxn ang="0">
                      <a:pos x="connsiteX2809" y="connsiteY2809"/>
                    </a:cxn>
                    <a:cxn ang="0">
                      <a:pos x="connsiteX2810" y="connsiteY2810"/>
                    </a:cxn>
                    <a:cxn ang="0">
                      <a:pos x="connsiteX2811" y="connsiteY2811"/>
                    </a:cxn>
                    <a:cxn ang="0">
                      <a:pos x="connsiteX2812" y="connsiteY2812"/>
                    </a:cxn>
                    <a:cxn ang="0">
                      <a:pos x="connsiteX2813" y="connsiteY2813"/>
                    </a:cxn>
                    <a:cxn ang="0">
                      <a:pos x="connsiteX2814" y="connsiteY2814"/>
                    </a:cxn>
                    <a:cxn ang="0">
                      <a:pos x="connsiteX2815" y="connsiteY2815"/>
                    </a:cxn>
                    <a:cxn ang="0">
                      <a:pos x="connsiteX2816" y="connsiteY2816"/>
                    </a:cxn>
                    <a:cxn ang="0">
                      <a:pos x="connsiteX2817" y="connsiteY2817"/>
                    </a:cxn>
                    <a:cxn ang="0">
                      <a:pos x="connsiteX2818" y="connsiteY2818"/>
                    </a:cxn>
                    <a:cxn ang="0">
                      <a:pos x="connsiteX2819" y="connsiteY2819"/>
                    </a:cxn>
                    <a:cxn ang="0">
                      <a:pos x="connsiteX2820" y="connsiteY2820"/>
                    </a:cxn>
                    <a:cxn ang="0">
                      <a:pos x="connsiteX2821" y="connsiteY2821"/>
                    </a:cxn>
                    <a:cxn ang="0">
                      <a:pos x="connsiteX2822" y="connsiteY2822"/>
                    </a:cxn>
                    <a:cxn ang="0">
                      <a:pos x="connsiteX2823" y="connsiteY2823"/>
                    </a:cxn>
                    <a:cxn ang="0">
                      <a:pos x="connsiteX2824" y="connsiteY2824"/>
                    </a:cxn>
                    <a:cxn ang="0">
                      <a:pos x="connsiteX2825" y="connsiteY2825"/>
                    </a:cxn>
                    <a:cxn ang="0">
                      <a:pos x="connsiteX2826" y="connsiteY2826"/>
                    </a:cxn>
                    <a:cxn ang="0">
                      <a:pos x="connsiteX2827" y="connsiteY2827"/>
                    </a:cxn>
                    <a:cxn ang="0">
                      <a:pos x="connsiteX2828" y="connsiteY2828"/>
                    </a:cxn>
                    <a:cxn ang="0">
                      <a:pos x="connsiteX2829" y="connsiteY2829"/>
                    </a:cxn>
                    <a:cxn ang="0">
                      <a:pos x="connsiteX2830" y="connsiteY2830"/>
                    </a:cxn>
                    <a:cxn ang="0">
                      <a:pos x="connsiteX2831" y="connsiteY2831"/>
                    </a:cxn>
                    <a:cxn ang="0">
                      <a:pos x="connsiteX2832" y="connsiteY2832"/>
                    </a:cxn>
                    <a:cxn ang="0">
                      <a:pos x="connsiteX2833" y="connsiteY2833"/>
                    </a:cxn>
                    <a:cxn ang="0">
                      <a:pos x="connsiteX2834" y="connsiteY2834"/>
                    </a:cxn>
                    <a:cxn ang="0">
                      <a:pos x="connsiteX2835" y="connsiteY2835"/>
                    </a:cxn>
                    <a:cxn ang="0">
                      <a:pos x="connsiteX2836" y="connsiteY2836"/>
                    </a:cxn>
                    <a:cxn ang="0">
                      <a:pos x="connsiteX2837" y="connsiteY2837"/>
                    </a:cxn>
                    <a:cxn ang="0">
                      <a:pos x="connsiteX2838" y="connsiteY2838"/>
                    </a:cxn>
                    <a:cxn ang="0">
                      <a:pos x="connsiteX2839" y="connsiteY2839"/>
                    </a:cxn>
                    <a:cxn ang="0">
                      <a:pos x="connsiteX2840" y="connsiteY2840"/>
                    </a:cxn>
                    <a:cxn ang="0">
                      <a:pos x="connsiteX2841" y="connsiteY2841"/>
                    </a:cxn>
                    <a:cxn ang="0">
                      <a:pos x="connsiteX2842" y="connsiteY2842"/>
                    </a:cxn>
                    <a:cxn ang="0">
                      <a:pos x="connsiteX2843" y="connsiteY2843"/>
                    </a:cxn>
                    <a:cxn ang="0">
                      <a:pos x="connsiteX2844" y="connsiteY2844"/>
                    </a:cxn>
                    <a:cxn ang="0">
                      <a:pos x="connsiteX2845" y="connsiteY2845"/>
                    </a:cxn>
                    <a:cxn ang="0">
                      <a:pos x="connsiteX2846" y="connsiteY2846"/>
                    </a:cxn>
                    <a:cxn ang="0">
                      <a:pos x="connsiteX2847" y="connsiteY2847"/>
                    </a:cxn>
                    <a:cxn ang="0">
                      <a:pos x="connsiteX2848" y="connsiteY2848"/>
                    </a:cxn>
                    <a:cxn ang="0">
                      <a:pos x="connsiteX2849" y="connsiteY2849"/>
                    </a:cxn>
                    <a:cxn ang="0">
                      <a:pos x="connsiteX2850" y="connsiteY2850"/>
                    </a:cxn>
                    <a:cxn ang="0">
                      <a:pos x="connsiteX2851" y="connsiteY2851"/>
                    </a:cxn>
                    <a:cxn ang="0">
                      <a:pos x="connsiteX2852" y="connsiteY2852"/>
                    </a:cxn>
                    <a:cxn ang="0">
                      <a:pos x="connsiteX2853" y="connsiteY2853"/>
                    </a:cxn>
                    <a:cxn ang="0">
                      <a:pos x="connsiteX2854" y="connsiteY2854"/>
                    </a:cxn>
                    <a:cxn ang="0">
                      <a:pos x="connsiteX2855" y="connsiteY2855"/>
                    </a:cxn>
                    <a:cxn ang="0">
                      <a:pos x="connsiteX2856" y="connsiteY2856"/>
                    </a:cxn>
                    <a:cxn ang="0">
                      <a:pos x="connsiteX2857" y="connsiteY2857"/>
                    </a:cxn>
                    <a:cxn ang="0">
                      <a:pos x="connsiteX2858" y="connsiteY2858"/>
                    </a:cxn>
                    <a:cxn ang="0">
                      <a:pos x="connsiteX2859" y="connsiteY2859"/>
                    </a:cxn>
                    <a:cxn ang="0">
                      <a:pos x="connsiteX2860" y="connsiteY2860"/>
                    </a:cxn>
                    <a:cxn ang="0">
                      <a:pos x="connsiteX2861" y="connsiteY2861"/>
                    </a:cxn>
                    <a:cxn ang="0">
                      <a:pos x="connsiteX2862" y="connsiteY2862"/>
                    </a:cxn>
                    <a:cxn ang="0">
                      <a:pos x="connsiteX2863" y="connsiteY2863"/>
                    </a:cxn>
                    <a:cxn ang="0">
                      <a:pos x="connsiteX2864" y="connsiteY2864"/>
                    </a:cxn>
                    <a:cxn ang="0">
                      <a:pos x="connsiteX2865" y="connsiteY2865"/>
                    </a:cxn>
                    <a:cxn ang="0">
                      <a:pos x="connsiteX2866" y="connsiteY2866"/>
                    </a:cxn>
                    <a:cxn ang="0">
                      <a:pos x="connsiteX2867" y="connsiteY2867"/>
                    </a:cxn>
                    <a:cxn ang="0">
                      <a:pos x="connsiteX2868" y="connsiteY2868"/>
                    </a:cxn>
                    <a:cxn ang="0">
                      <a:pos x="connsiteX2869" y="connsiteY2869"/>
                    </a:cxn>
                    <a:cxn ang="0">
                      <a:pos x="connsiteX2870" y="connsiteY2870"/>
                    </a:cxn>
                    <a:cxn ang="0">
                      <a:pos x="connsiteX2871" y="connsiteY2871"/>
                    </a:cxn>
                    <a:cxn ang="0">
                      <a:pos x="connsiteX2872" y="connsiteY2872"/>
                    </a:cxn>
                    <a:cxn ang="0">
                      <a:pos x="connsiteX2873" y="connsiteY2873"/>
                    </a:cxn>
                    <a:cxn ang="0">
                      <a:pos x="connsiteX2874" y="connsiteY2874"/>
                    </a:cxn>
                    <a:cxn ang="0">
                      <a:pos x="connsiteX2875" y="connsiteY2875"/>
                    </a:cxn>
                    <a:cxn ang="0">
                      <a:pos x="connsiteX2876" y="connsiteY2876"/>
                    </a:cxn>
                    <a:cxn ang="0">
                      <a:pos x="connsiteX2877" y="connsiteY2877"/>
                    </a:cxn>
                    <a:cxn ang="0">
                      <a:pos x="connsiteX2878" y="connsiteY2878"/>
                    </a:cxn>
                    <a:cxn ang="0">
                      <a:pos x="connsiteX2879" y="connsiteY2879"/>
                    </a:cxn>
                    <a:cxn ang="0">
                      <a:pos x="connsiteX2880" y="connsiteY2880"/>
                    </a:cxn>
                    <a:cxn ang="0">
                      <a:pos x="connsiteX2881" y="connsiteY2881"/>
                    </a:cxn>
                    <a:cxn ang="0">
                      <a:pos x="connsiteX2882" y="connsiteY2882"/>
                    </a:cxn>
                    <a:cxn ang="0">
                      <a:pos x="connsiteX2883" y="connsiteY2883"/>
                    </a:cxn>
                    <a:cxn ang="0">
                      <a:pos x="connsiteX2884" y="connsiteY2884"/>
                    </a:cxn>
                    <a:cxn ang="0">
                      <a:pos x="connsiteX2885" y="connsiteY2885"/>
                    </a:cxn>
                    <a:cxn ang="0">
                      <a:pos x="connsiteX2886" y="connsiteY2886"/>
                    </a:cxn>
                    <a:cxn ang="0">
                      <a:pos x="connsiteX2887" y="connsiteY2887"/>
                    </a:cxn>
                    <a:cxn ang="0">
                      <a:pos x="connsiteX2888" y="connsiteY2888"/>
                    </a:cxn>
                    <a:cxn ang="0">
                      <a:pos x="connsiteX2889" y="connsiteY2889"/>
                    </a:cxn>
                    <a:cxn ang="0">
                      <a:pos x="connsiteX2890" y="connsiteY2890"/>
                    </a:cxn>
                    <a:cxn ang="0">
                      <a:pos x="connsiteX2891" y="connsiteY2891"/>
                    </a:cxn>
                    <a:cxn ang="0">
                      <a:pos x="connsiteX2892" y="connsiteY2892"/>
                    </a:cxn>
                    <a:cxn ang="0">
                      <a:pos x="connsiteX2893" y="connsiteY2893"/>
                    </a:cxn>
                    <a:cxn ang="0">
                      <a:pos x="connsiteX2894" y="connsiteY2894"/>
                    </a:cxn>
                    <a:cxn ang="0">
                      <a:pos x="connsiteX2895" y="connsiteY2895"/>
                    </a:cxn>
                    <a:cxn ang="0">
                      <a:pos x="connsiteX2896" y="connsiteY2896"/>
                    </a:cxn>
                    <a:cxn ang="0">
                      <a:pos x="connsiteX2897" y="connsiteY2897"/>
                    </a:cxn>
                    <a:cxn ang="0">
                      <a:pos x="connsiteX2898" y="connsiteY2898"/>
                    </a:cxn>
                    <a:cxn ang="0">
                      <a:pos x="connsiteX2899" y="connsiteY2899"/>
                    </a:cxn>
                    <a:cxn ang="0">
                      <a:pos x="connsiteX2900" y="connsiteY2900"/>
                    </a:cxn>
                    <a:cxn ang="0">
                      <a:pos x="connsiteX2901" y="connsiteY2901"/>
                    </a:cxn>
                    <a:cxn ang="0">
                      <a:pos x="connsiteX2902" y="connsiteY2902"/>
                    </a:cxn>
                    <a:cxn ang="0">
                      <a:pos x="connsiteX2903" y="connsiteY2903"/>
                    </a:cxn>
                    <a:cxn ang="0">
                      <a:pos x="connsiteX2904" y="connsiteY2904"/>
                    </a:cxn>
                    <a:cxn ang="0">
                      <a:pos x="connsiteX2905" y="connsiteY2905"/>
                    </a:cxn>
                    <a:cxn ang="0">
                      <a:pos x="connsiteX2906" y="connsiteY2906"/>
                    </a:cxn>
                    <a:cxn ang="0">
                      <a:pos x="connsiteX2907" y="connsiteY2907"/>
                    </a:cxn>
                    <a:cxn ang="0">
                      <a:pos x="connsiteX2908" y="connsiteY2908"/>
                    </a:cxn>
                    <a:cxn ang="0">
                      <a:pos x="connsiteX2909" y="connsiteY2909"/>
                    </a:cxn>
                    <a:cxn ang="0">
                      <a:pos x="connsiteX2910" y="connsiteY2910"/>
                    </a:cxn>
                    <a:cxn ang="0">
                      <a:pos x="connsiteX2911" y="connsiteY2911"/>
                    </a:cxn>
                    <a:cxn ang="0">
                      <a:pos x="connsiteX2912" y="connsiteY2912"/>
                    </a:cxn>
                    <a:cxn ang="0">
                      <a:pos x="connsiteX2913" y="connsiteY2913"/>
                    </a:cxn>
                    <a:cxn ang="0">
                      <a:pos x="connsiteX2914" y="connsiteY2914"/>
                    </a:cxn>
                    <a:cxn ang="0">
                      <a:pos x="connsiteX2915" y="connsiteY2915"/>
                    </a:cxn>
                    <a:cxn ang="0">
                      <a:pos x="connsiteX2916" y="connsiteY2916"/>
                    </a:cxn>
                    <a:cxn ang="0">
                      <a:pos x="connsiteX2917" y="connsiteY2917"/>
                    </a:cxn>
                    <a:cxn ang="0">
                      <a:pos x="connsiteX2918" y="connsiteY2918"/>
                    </a:cxn>
                    <a:cxn ang="0">
                      <a:pos x="connsiteX2919" y="connsiteY2919"/>
                    </a:cxn>
                    <a:cxn ang="0">
                      <a:pos x="connsiteX2920" y="connsiteY2920"/>
                    </a:cxn>
                    <a:cxn ang="0">
                      <a:pos x="connsiteX2921" y="connsiteY2921"/>
                    </a:cxn>
                    <a:cxn ang="0">
                      <a:pos x="connsiteX2922" y="connsiteY2922"/>
                    </a:cxn>
                    <a:cxn ang="0">
                      <a:pos x="connsiteX2923" y="connsiteY2923"/>
                    </a:cxn>
                    <a:cxn ang="0">
                      <a:pos x="connsiteX2924" y="connsiteY2924"/>
                    </a:cxn>
                    <a:cxn ang="0">
                      <a:pos x="connsiteX2925" y="connsiteY2925"/>
                    </a:cxn>
                    <a:cxn ang="0">
                      <a:pos x="connsiteX2926" y="connsiteY2926"/>
                    </a:cxn>
                    <a:cxn ang="0">
                      <a:pos x="connsiteX2927" y="connsiteY2927"/>
                    </a:cxn>
                    <a:cxn ang="0">
                      <a:pos x="connsiteX2928" y="connsiteY2928"/>
                    </a:cxn>
                    <a:cxn ang="0">
                      <a:pos x="connsiteX2929" y="connsiteY2929"/>
                    </a:cxn>
                    <a:cxn ang="0">
                      <a:pos x="connsiteX2930" y="connsiteY2930"/>
                    </a:cxn>
                    <a:cxn ang="0">
                      <a:pos x="connsiteX2931" y="connsiteY2931"/>
                    </a:cxn>
                    <a:cxn ang="0">
                      <a:pos x="connsiteX2932" y="connsiteY2932"/>
                    </a:cxn>
                    <a:cxn ang="0">
                      <a:pos x="connsiteX2933" y="connsiteY2933"/>
                    </a:cxn>
                    <a:cxn ang="0">
                      <a:pos x="connsiteX2934" y="connsiteY2934"/>
                    </a:cxn>
                    <a:cxn ang="0">
                      <a:pos x="connsiteX2935" y="connsiteY2935"/>
                    </a:cxn>
                    <a:cxn ang="0">
                      <a:pos x="connsiteX2936" y="connsiteY2936"/>
                    </a:cxn>
                    <a:cxn ang="0">
                      <a:pos x="connsiteX2937" y="connsiteY2937"/>
                    </a:cxn>
                    <a:cxn ang="0">
                      <a:pos x="connsiteX2938" y="connsiteY2938"/>
                    </a:cxn>
                    <a:cxn ang="0">
                      <a:pos x="connsiteX2939" y="connsiteY2939"/>
                    </a:cxn>
                    <a:cxn ang="0">
                      <a:pos x="connsiteX2940" y="connsiteY2940"/>
                    </a:cxn>
                    <a:cxn ang="0">
                      <a:pos x="connsiteX2941" y="connsiteY2941"/>
                    </a:cxn>
                    <a:cxn ang="0">
                      <a:pos x="connsiteX2942" y="connsiteY2942"/>
                    </a:cxn>
                    <a:cxn ang="0">
                      <a:pos x="connsiteX2943" y="connsiteY2943"/>
                    </a:cxn>
                    <a:cxn ang="0">
                      <a:pos x="connsiteX2944" y="connsiteY2944"/>
                    </a:cxn>
                    <a:cxn ang="0">
                      <a:pos x="connsiteX2945" y="connsiteY2945"/>
                    </a:cxn>
                    <a:cxn ang="0">
                      <a:pos x="connsiteX2946" y="connsiteY2946"/>
                    </a:cxn>
                    <a:cxn ang="0">
                      <a:pos x="connsiteX2947" y="connsiteY2947"/>
                    </a:cxn>
                    <a:cxn ang="0">
                      <a:pos x="connsiteX2948" y="connsiteY2948"/>
                    </a:cxn>
                    <a:cxn ang="0">
                      <a:pos x="connsiteX2949" y="connsiteY2949"/>
                    </a:cxn>
                    <a:cxn ang="0">
                      <a:pos x="connsiteX2950" y="connsiteY2950"/>
                    </a:cxn>
                    <a:cxn ang="0">
                      <a:pos x="connsiteX2951" y="connsiteY2951"/>
                    </a:cxn>
                    <a:cxn ang="0">
                      <a:pos x="connsiteX2952" y="connsiteY2952"/>
                    </a:cxn>
                    <a:cxn ang="0">
                      <a:pos x="connsiteX2953" y="connsiteY2953"/>
                    </a:cxn>
                    <a:cxn ang="0">
                      <a:pos x="connsiteX2954" y="connsiteY2954"/>
                    </a:cxn>
                    <a:cxn ang="0">
                      <a:pos x="connsiteX2955" y="connsiteY2955"/>
                    </a:cxn>
                    <a:cxn ang="0">
                      <a:pos x="connsiteX2956" y="connsiteY2956"/>
                    </a:cxn>
                    <a:cxn ang="0">
                      <a:pos x="connsiteX2957" y="connsiteY2957"/>
                    </a:cxn>
                    <a:cxn ang="0">
                      <a:pos x="connsiteX2958" y="connsiteY2958"/>
                    </a:cxn>
                    <a:cxn ang="0">
                      <a:pos x="connsiteX2959" y="connsiteY2959"/>
                    </a:cxn>
                    <a:cxn ang="0">
                      <a:pos x="connsiteX2960" y="connsiteY2960"/>
                    </a:cxn>
                    <a:cxn ang="0">
                      <a:pos x="connsiteX2961" y="connsiteY2961"/>
                    </a:cxn>
                    <a:cxn ang="0">
                      <a:pos x="connsiteX2962" y="connsiteY2962"/>
                    </a:cxn>
                    <a:cxn ang="0">
                      <a:pos x="connsiteX2963" y="connsiteY2963"/>
                    </a:cxn>
                    <a:cxn ang="0">
                      <a:pos x="connsiteX2964" y="connsiteY2964"/>
                    </a:cxn>
                    <a:cxn ang="0">
                      <a:pos x="connsiteX2965" y="connsiteY2965"/>
                    </a:cxn>
                    <a:cxn ang="0">
                      <a:pos x="connsiteX2966" y="connsiteY2966"/>
                    </a:cxn>
                    <a:cxn ang="0">
                      <a:pos x="connsiteX2967" y="connsiteY2967"/>
                    </a:cxn>
                    <a:cxn ang="0">
                      <a:pos x="connsiteX2968" y="connsiteY2968"/>
                    </a:cxn>
                    <a:cxn ang="0">
                      <a:pos x="connsiteX2969" y="connsiteY2969"/>
                    </a:cxn>
                    <a:cxn ang="0">
                      <a:pos x="connsiteX2970" y="connsiteY2970"/>
                    </a:cxn>
                    <a:cxn ang="0">
                      <a:pos x="connsiteX2971" y="connsiteY2971"/>
                    </a:cxn>
                    <a:cxn ang="0">
                      <a:pos x="connsiteX2972" y="connsiteY2972"/>
                    </a:cxn>
                    <a:cxn ang="0">
                      <a:pos x="connsiteX2973" y="connsiteY2973"/>
                    </a:cxn>
                    <a:cxn ang="0">
                      <a:pos x="connsiteX2974" y="connsiteY2974"/>
                    </a:cxn>
                    <a:cxn ang="0">
                      <a:pos x="connsiteX2975" y="connsiteY2975"/>
                    </a:cxn>
                    <a:cxn ang="0">
                      <a:pos x="connsiteX2976" y="connsiteY2976"/>
                    </a:cxn>
                    <a:cxn ang="0">
                      <a:pos x="connsiteX2977" y="connsiteY2977"/>
                    </a:cxn>
                    <a:cxn ang="0">
                      <a:pos x="connsiteX2978" y="connsiteY2978"/>
                    </a:cxn>
                    <a:cxn ang="0">
                      <a:pos x="connsiteX2979" y="connsiteY2979"/>
                    </a:cxn>
                    <a:cxn ang="0">
                      <a:pos x="connsiteX2980" y="connsiteY2980"/>
                    </a:cxn>
                    <a:cxn ang="0">
                      <a:pos x="connsiteX2981" y="connsiteY2981"/>
                    </a:cxn>
                    <a:cxn ang="0">
                      <a:pos x="connsiteX2982" y="connsiteY2982"/>
                    </a:cxn>
                    <a:cxn ang="0">
                      <a:pos x="connsiteX2983" y="connsiteY2983"/>
                    </a:cxn>
                    <a:cxn ang="0">
                      <a:pos x="connsiteX2984" y="connsiteY2984"/>
                    </a:cxn>
                    <a:cxn ang="0">
                      <a:pos x="connsiteX2985" y="connsiteY2985"/>
                    </a:cxn>
                    <a:cxn ang="0">
                      <a:pos x="connsiteX2986" y="connsiteY2986"/>
                    </a:cxn>
                    <a:cxn ang="0">
                      <a:pos x="connsiteX2987" y="connsiteY2987"/>
                    </a:cxn>
                    <a:cxn ang="0">
                      <a:pos x="connsiteX2988" y="connsiteY2988"/>
                    </a:cxn>
                    <a:cxn ang="0">
                      <a:pos x="connsiteX2989" y="connsiteY2989"/>
                    </a:cxn>
                    <a:cxn ang="0">
                      <a:pos x="connsiteX2990" y="connsiteY2990"/>
                    </a:cxn>
                    <a:cxn ang="0">
                      <a:pos x="connsiteX2991" y="connsiteY2991"/>
                    </a:cxn>
                    <a:cxn ang="0">
                      <a:pos x="connsiteX2992" y="connsiteY2992"/>
                    </a:cxn>
                    <a:cxn ang="0">
                      <a:pos x="connsiteX2993" y="connsiteY2993"/>
                    </a:cxn>
                    <a:cxn ang="0">
                      <a:pos x="connsiteX2994" y="connsiteY2994"/>
                    </a:cxn>
                    <a:cxn ang="0">
                      <a:pos x="connsiteX2995" y="connsiteY2995"/>
                    </a:cxn>
                    <a:cxn ang="0">
                      <a:pos x="connsiteX2996" y="connsiteY2996"/>
                    </a:cxn>
                    <a:cxn ang="0">
                      <a:pos x="connsiteX2997" y="connsiteY2997"/>
                    </a:cxn>
                    <a:cxn ang="0">
                      <a:pos x="connsiteX2998" y="connsiteY2998"/>
                    </a:cxn>
                    <a:cxn ang="0">
                      <a:pos x="connsiteX2999" y="connsiteY2999"/>
                    </a:cxn>
                    <a:cxn ang="0">
                      <a:pos x="connsiteX3000" y="connsiteY3000"/>
                    </a:cxn>
                    <a:cxn ang="0">
                      <a:pos x="connsiteX3001" y="connsiteY3001"/>
                    </a:cxn>
                    <a:cxn ang="0">
                      <a:pos x="connsiteX3002" y="connsiteY3002"/>
                    </a:cxn>
                    <a:cxn ang="0">
                      <a:pos x="connsiteX3003" y="connsiteY3003"/>
                    </a:cxn>
                    <a:cxn ang="0">
                      <a:pos x="connsiteX3004" y="connsiteY3004"/>
                    </a:cxn>
                    <a:cxn ang="0">
                      <a:pos x="connsiteX3005" y="connsiteY3005"/>
                    </a:cxn>
                    <a:cxn ang="0">
                      <a:pos x="connsiteX3006" y="connsiteY3006"/>
                    </a:cxn>
                    <a:cxn ang="0">
                      <a:pos x="connsiteX3007" y="connsiteY3007"/>
                    </a:cxn>
                    <a:cxn ang="0">
                      <a:pos x="connsiteX3008" y="connsiteY3008"/>
                    </a:cxn>
                    <a:cxn ang="0">
                      <a:pos x="connsiteX3009" y="connsiteY3009"/>
                    </a:cxn>
                    <a:cxn ang="0">
                      <a:pos x="connsiteX3010" y="connsiteY3010"/>
                    </a:cxn>
                    <a:cxn ang="0">
                      <a:pos x="connsiteX3011" y="connsiteY3011"/>
                    </a:cxn>
                    <a:cxn ang="0">
                      <a:pos x="connsiteX3012" y="connsiteY3012"/>
                    </a:cxn>
                    <a:cxn ang="0">
                      <a:pos x="connsiteX3013" y="connsiteY3013"/>
                    </a:cxn>
                    <a:cxn ang="0">
                      <a:pos x="connsiteX3014" y="connsiteY3014"/>
                    </a:cxn>
                    <a:cxn ang="0">
                      <a:pos x="connsiteX3015" y="connsiteY3015"/>
                    </a:cxn>
                    <a:cxn ang="0">
                      <a:pos x="connsiteX3016" y="connsiteY3016"/>
                    </a:cxn>
                    <a:cxn ang="0">
                      <a:pos x="connsiteX3017" y="connsiteY3017"/>
                    </a:cxn>
                    <a:cxn ang="0">
                      <a:pos x="connsiteX3018" y="connsiteY3018"/>
                    </a:cxn>
                    <a:cxn ang="0">
                      <a:pos x="connsiteX3019" y="connsiteY3019"/>
                    </a:cxn>
                    <a:cxn ang="0">
                      <a:pos x="connsiteX3020" y="connsiteY3020"/>
                    </a:cxn>
                    <a:cxn ang="0">
                      <a:pos x="connsiteX3021" y="connsiteY3021"/>
                    </a:cxn>
                    <a:cxn ang="0">
                      <a:pos x="connsiteX3022" y="connsiteY3022"/>
                    </a:cxn>
                    <a:cxn ang="0">
                      <a:pos x="connsiteX3023" y="connsiteY3023"/>
                    </a:cxn>
                    <a:cxn ang="0">
                      <a:pos x="connsiteX3024" y="connsiteY3024"/>
                    </a:cxn>
                    <a:cxn ang="0">
                      <a:pos x="connsiteX3025" y="connsiteY3025"/>
                    </a:cxn>
                    <a:cxn ang="0">
                      <a:pos x="connsiteX3026" y="connsiteY3026"/>
                    </a:cxn>
                    <a:cxn ang="0">
                      <a:pos x="connsiteX3027" y="connsiteY3027"/>
                    </a:cxn>
                    <a:cxn ang="0">
                      <a:pos x="connsiteX3028" y="connsiteY3028"/>
                    </a:cxn>
                    <a:cxn ang="0">
                      <a:pos x="connsiteX3029" y="connsiteY3029"/>
                    </a:cxn>
                    <a:cxn ang="0">
                      <a:pos x="connsiteX3030" y="connsiteY3030"/>
                    </a:cxn>
                    <a:cxn ang="0">
                      <a:pos x="connsiteX3031" y="connsiteY3031"/>
                    </a:cxn>
                    <a:cxn ang="0">
                      <a:pos x="connsiteX3032" y="connsiteY3032"/>
                    </a:cxn>
                    <a:cxn ang="0">
                      <a:pos x="connsiteX3033" y="connsiteY3033"/>
                    </a:cxn>
                    <a:cxn ang="0">
                      <a:pos x="connsiteX3034" y="connsiteY3034"/>
                    </a:cxn>
                    <a:cxn ang="0">
                      <a:pos x="connsiteX3035" y="connsiteY3035"/>
                    </a:cxn>
                    <a:cxn ang="0">
                      <a:pos x="connsiteX3036" y="connsiteY3036"/>
                    </a:cxn>
                    <a:cxn ang="0">
                      <a:pos x="connsiteX3037" y="connsiteY3037"/>
                    </a:cxn>
                    <a:cxn ang="0">
                      <a:pos x="connsiteX3038" y="connsiteY3038"/>
                    </a:cxn>
                    <a:cxn ang="0">
                      <a:pos x="connsiteX3039" y="connsiteY3039"/>
                    </a:cxn>
                    <a:cxn ang="0">
                      <a:pos x="connsiteX3040" y="connsiteY3040"/>
                    </a:cxn>
                    <a:cxn ang="0">
                      <a:pos x="connsiteX3041" y="connsiteY3041"/>
                    </a:cxn>
                    <a:cxn ang="0">
                      <a:pos x="connsiteX3042" y="connsiteY3042"/>
                    </a:cxn>
                    <a:cxn ang="0">
                      <a:pos x="connsiteX3043" y="connsiteY3043"/>
                    </a:cxn>
                    <a:cxn ang="0">
                      <a:pos x="connsiteX3044" y="connsiteY3044"/>
                    </a:cxn>
                    <a:cxn ang="0">
                      <a:pos x="connsiteX3045" y="connsiteY3045"/>
                    </a:cxn>
                    <a:cxn ang="0">
                      <a:pos x="connsiteX3046" y="connsiteY3046"/>
                    </a:cxn>
                    <a:cxn ang="0">
                      <a:pos x="connsiteX3047" y="connsiteY3047"/>
                    </a:cxn>
                    <a:cxn ang="0">
                      <a:pos x="connsiteX3048" y="connsiteY3048"/>
                    </a:cxn>
                    <a:cxn ang="0">
                      <a:pos x="connsiteX3049" y="connsiteY3049"/>
                    </a:cxn>
                    <a:cxn ang="0">
                      <a:pos x="connsiteX3050" y="connsiteY3050"/>
                    </a:cxn>
                    <a:cxn ang="0">
                      <a:pos x="connsiteX3051" y="connsiteY3051"/>
                    </a:cxn>
                    <a:cxn ang="0">
                      <a:pos x="connsiteX3052" y="connsiteY3052"/>
                    </a:cxn>
                    <a:cxn ang="0">
                      <a:pos x="connsiteX3053" y="connsiteY3053"/>
                    </a:cxn>
                    <a:cxn ang="0">
                      <a:pos x="connsiteX3054" y="connsiteY3054"/>
                    </a:cxn>
                    <a:cxn ang="0">
                      <a:pos x="connsiteX3055" y="connsiteY3055"/>
                    </a:cxn>
                    <a:cxn ang="0">
                      <a:pos x="connsiteX3056" y="connsiteY3056"/>
                    </a:cxn>
                    <a:cxn ang="0">
                      <a:pos x="connsiteX3057" y="connsiteY3057"/>
                    </a:cxn>
                    <a:cxn ang="0">
                      <a:pos x="connsiteX3058" y="connsiteY3058"/>
                    </a:cxn>
                    <a:cxn ang="0">
                      <a:pos x="connsiteX3059" y="connsiteY3059"/>
                    </a:cxn>
                    <a:cxn ang="0">
                      <a:pos x="connsiteX3060" y="connsiteY3060"/>
                    </a:cxn>
                    <a:cxn ang="0">
                      <a:pos x="connsiteX3061" y="connsiteY3061"/>
                    </a:cxn>
                    <a:cxn ang="0">
                      <a:pos x="connsiteX3062" y="connsiteY3062"/>
                    </a:cxn>
                    <a:cxn ang="0">
                      <a:pos x="connsiteX3063" y="connsiteY3063"/>
                    </a:cxn>
                    <a:cxn ang="0">
                      <a:pos x="connsiteX3064" y="connsiteY3064"/>
                    </a:cxn>
                    <a:cxn ang="0">
                      <a:pos x="connsiteX3065" y="connsiteY3065"/>
                    </a:cxn>
                    <a:cxn ang="0">
                      <a:pos x="connsiteX3066" y="connsiteY3066"/>
                    </a:cxn>
                    <a:cxn ang="0">
                      <a:pos x="connsiteX3067" y="connsiteY3067"/>
                    </a:cxn>
                    <a:cxn ang="0">
                      <a:pos x="connsiteX3068" y="connsiteY3068"/>
                    </a:cxn>
                    <a:cxn ang="0">
                      <a:pos x="connsiteX3069" y="connsiteY3069"/>
                    </a:cxn>
                    <a:cxn ang="0">
                      <a:pos x="connsiteX3070" y="connsiteY3070"/>
                    </a:cxn>
                    <a:cxn ang="0">
                      <a:pos x="connsiteX3071" y="connsiteY3071"/>
                    </a:cxn>
                    <a:cxn ang="0">
                      <a:pos x="connsiteX3072" y="connsiteY3072"/>
                    </a:cxn>
                    <a:cxn ang="0">
                      <a:pos x="connsiteX3073" y="connsiteY3073"/>
                    </a:cxn>
                    <a:cxn ang="0">
                      <a:pos x="connsiteX3074" y="connsiteY3074"/>
                    </a:cxn>
                    <a:cxn ang="0">
                      <a:pos x="connsiteX3075" y="connsiteY3075"/>
                    </a:cxn>
                    <a:cxn ang="0">
                      <a:pos x="connsiteX3076" y="connsiteY3076"/>
                    </a:cxn>
                    <a:cxn ang="0">
                      <a:pos x="connsiteX3077" y="connsiteY3077"/>
                    </a:cxn>
                    <a:cxn ang="0">
                      <a:pos x="connsiteX3078" y="connsiteY3078"/>
                    </a:cxn>
                    <a:cxn ang="0">
                      <a:pos x="connsiteX3079" y="connsiteY3079"/>
                    </a:cxn>
                    <a:cxn ang="0">
                      <a:pos x="connsiteX3080" y="connsiteY3080"/>
                    </a:cxn>
                    <a:cxn ang="0">
                      <a:pos x="connsiteX3081" y="connsiteY3081"/>
                    </a:cxn>
                    <a:cxn ang="0">
                      <a:pos x="connsiteX3082" y="connsiteY3082"/>
                    </a:cxn>
                    <a:cxn ang="0">
                      <a:pos x="connsiteX3083" y="connsiteY3083"/>
                    </a:cxn>
                    <a:cxn ang="0">
                      <a:pos x="connsiteX3084" y="connsiteY3084"/>
                    </a:cxn>
                    <a:cxn ang="0">
                      <a:pos x="connsiteX3085" y="connsiteY3085"/>
                    </a:cxn>
                    <a:cxn ang="0">
                      <a:pos x="connsiteX3086" y="connsiteY3086"/>
                    </a:cxn>
                    <a:cxn ang="0">
                      <a:pos x="connsiteX3087" y="connsiteY3087"/>
                    </a:cxn>
                    <a:cxn ang="0">
                      <a:pos x="connsiteX3088" y="connsiteY3088"/>
                    </a:cxn>
                    <a:cxn ang="0">
                      <a:pos x="connsiteX3089" y="connsiteY3089"/>
                    </a:cxn>
                    <a:cxn ang="0">
                      <a:pos x="connsiteX3090" y="connsiteY3090"/>
                    </a:cxn>
                    <a:cxn ang="0">
                      <a:pos x="connsiteX3091" y="connsiteY3091"/>
                    </a:cxn>
                    <a:cxn ang="0">
                      <a:pos x="connsiteX3092" y="connsiteY3092"/>
                    </a:cxn>
                    <a:cxn ang="0">
                      <a:pos x="connsiteX3093" y="connsiteY3093"/>
                    </a:cxn>
                    <a:cxn ang="0">
                      <a:pos x="connsiteX3094" y="connsiteY3094"/>
                    </a:cxn>
                    <a:cxn ang="0">
                      <a:pos x="connsiteX3095" y="connsiteY3095"/>
                    </a:cxn>
                    <a:cxn ang="0">
                      <a:pos x="connsiteX3096" y="connsiteY3096"/>
                    </a:cxn>
                    <a:cxn ang="0">
                      <a:pos x="connsiteX3097" y="connsiteY3097"/>
                    </a:cxn>
                    <a:cxn ang="0">
                      <a:pos x="connsiteX3098" y="connsiteY3098"/>
                    </a:cxn>
                    <a:cxn ang="0">
                      <a:pos x="connsiteX3099" y="connsiteY3099"/>
                    </a:cxn>
                    <a:cxn ang="0">
                      <a:pos x="connsiteX3100" y="connsiteY3100"/>
                    </a:cxn>
                    <a:cxn ang="0">
                      <a:pos x="connsiteX3101" y="connsiteY3101"/>
                    </a:cxn>
                    <a:cxn ang="0">
                      <a:pos x="connsiteX3102" y="connsiteY3102"/>
                    </a:cxn>
                    <a:cxn ang="0">
                      <a:pos x="connsiteX3103" y="connsiteY3103"/>
                    </a:cxn>
                    <a:cxn ang="0">
                      <a:pos x="connsiteX3104" y="connsiteY3104"/>
                    </a:cxn>
                    <a:cxn ang="0">
                      <a:pos x="connsiteX3105" y="connsiteY3105"/>
                    </a:cxn>
                    <a:cxn ang="0">
                      <a:pos x="connsiteX3106" y="connsiteY3106"/>
                    </a:cxn>
                    <a:cxn ang="0">
                      <a:pos x="connsiteX3107" y="connsiteY3107"/>
                    </a:cxn>
                    <a:cxn ang="0">
                      <a:pos x="connsiteX3108" y="connsiteY3108"/>
                    </a:cxn>
                    <a:cxn ang="0">
                      <a:pos x="connsiteX3109" y="connsiteY3109"/>
                    </a:cxn>
                    <a:cxn ang="0">
                      <a:pos x="connsiteX3110" y="connsiteY3110"/>
                    </a:cxn>
                    <a:cxn ang="0">
                      <a:pos x="connsiteX3111" y="connsiteY3111"/>
                    </a:cxn>
                    <a:cxn ang="0">
                      <a:pos x="connsiteX3112" y="connsiteY3112"/>
                    </a:cxn>
                    <a:cxn ang="0">
                      <a:pos x="connsiteX3113" y="connsiteY3113"/>
                    </a:cxn>
                    <a:cxn ang="0">
                      <a:pos x="connsiteX3114" y="connsiteY3114"/>
                    </a:cxn>
                    <a:cxn ang="0">
                      <a:pos x="connsiteX3115" y="connsiteY3115"/>
                    </a:cxn>
                    <a:cxn ang="0">
                      <a:pos x="connsiteX3116" y="connsiteY3116"/>
                    </a:cxn>
                    <a:cxn ang="0">
                      <a:pos x="connsiteX3117" y="connsiteY3117"/>
                    </a:cxn>
                    <a:cxn ang="0">
                      <a:pos x="connsiteX3118" y="connsiteY3118"/>
                    </a:cxn>
                    <a:cxn ang="0">
                      <a:pos x="connsiteX3119" y="connsiteY3119"/>
                    </a:cxn>
                    <a:cxn ang="0">
                      <a:pos x="connsiteX3120" y="connsiteY3120"/>
                    </a:cxn>
                    <a:cxn ang="0">
                      <a:pos x="connsiteX3121" y="connsiteY3121"/>
                    </a:cxn>
                    <a:cxn ang="0">
                      <a:pos x="connsiteX3122" y="connsiteY3122"/>
                    </a:cxn>
                    <a:cxn ang="0">
                      <a:pos x="connsiteX3123" y="connsiteY3123"/>
                    </a:cxn>
                    <a:cxn ang="0">
                      <a:pos x="connsiteX3124" y="connsiteY3124"/>
                    </a:cxn>
                    <a:cxn ang="0">
                      <a:pos x="connsiteX3125" y="connsiteY3125"/>
                    </a:cxn>
                    <a:cxn ang="0">
                      <a:pos x="connsiteX3126" y="connsiteY3126"/>
                    </a:cxn>
                    <a:cxn ang="0">
                      <a:pos x="connsiteX3127" y="connsiteY3127"/>
                    </a:cxn>
                    <a:cxn ang="0">
                      <a:pos x="connsiteX3128" y="connsiteY3128"/>
                    </a:cxn>
                    <a:cxn ang="0">
                      <a:pos x="connsiteX3129" y="connsiteY3129"/>
                    </a:cxn>
                    <a:cxn ang="0">
                      <a:pos x="connsiteX3130" y="connsiteY3130"/>
                    </a:cxn>
                    <a:cxn ang="0">
                      <a:pos x="connsiteX3131" y="connsiteY3131"/>
                    </a:cxn>
                    <a:cxn ang="0">
                      <a:pos x="connsiteX3132" y="connsiteY3132"/>
                    </a:cxn>
                    <a:cxn ang="0">
                      <a:pos x="connsiteX3133" y="connsiteY3133"/>
                    </a:cxn>
                    <a:cxn ang="0">
                      <a:pos x="connsiteX3134" y="connsiteY3134"/>
                    </a:cxn>
                    <a:cxn ang="0">
                      <a:pos x="connsiteX3135" y="connsiteY3135"/>
                    </a:cxn>
                    <a:cxn ang="0">
                      <a:pos x="connsiteX3136" y="connsiteY3136"/>
                    </a:cxn>
                    <a:cxn ang="0">
                      <a:pos x="connsiteX3137" y="connsiteY3137"/>
                    </a:cxn>
                    <a:cxn ang="0">
                      <a:pos x="connsiteX3138" y="connsiteY3138"/>
                    </a:cxn>
                    <a:cxn ang="0">
                      <a:pos x="connsiteX3139" y="connsiteY3139"/>
                    </a:cxn>
                    <a:cxn ang="0">
                      <a:pos x="connsiteX3140" y="connsiteY3140"/>
                    </a:cxn>
                    <a:cxn ang="0">
                      <a:pos x="connsiteX3141" y="connsiteY3141"/>
                    </a:cxn>
                    <a:cxn ang="0">
                      <a:pos x="connsiteX3142" y="connsiteY3142"/>
                    </a:cxn>
                    <a:cxn ang="0">
                      <a:pos x="connsiteX3143" y="connsiteY3143"/>
                    </a:cxn>
                    <a:cxn ang="0">
                      <a:pos x="connsiteX3144" y="connsiteY3144"/>
                    </a:cxn>
                    <a:cxn ang="0">
                      <a:pos x="connsiteX3145" y="connsiteY3145"/>
                    </a:cxn>
                    <a:cxn ang="0">
                      <a:pos x="connsiteX3146" y="connsiteY3146"/>
                    </a:cxn>
                    <a:cxn ang="0">
                      <a:pos x="connsiteX3147" y="connsiteY3147"/>
                    </a:cxn>
                    <a:cxn ang="0">
                      <a:pos x="connsiteX3148" y="connsiteY3148"/>
                    </a:cxn>
                    <a:cxn ang="0">
                      <a:pos x="connsiteX3149" y="connsiteY3149"/>
                    </a:cxn>
                    <a:cxn ang="0">
                      <a:pos x="connsiteX3150" y="connsiteY3150"/>
                    </a:cxn>
                    <a:cxn ang="0">
                      <a:pos x="connsiteX3151" y="connsiteY3151"/>
                    </a:cxn>
                    <a:cxn ang="0">
                      <a:pos x="connsiteX3152" y="connsiteY3152"/>
                    </a:cxn>
                    <a:cxn ang="0">
                      <a:pos x="connsiteX3153" y="connsiteY3153"/>
                    </a:cxn>
                    <a:cxn ang="0">
                      <a:pos x="connsiteX3154" y="connsiteY3154"/>
                    </a:cxn>
                    <a:cxn ang="0">
                      <a:pos x="connsiteX3155" y="connsiteY3155"/>
                    </a:cxn>
                    <a:cxn ang="0">
                      <a:pos x="connsiteX3156" y="connsiteY3156"/>
                    </a:cxn>
                    <a:cxn ang="0">
                      <a:pos x="connsiteX3157" y="connsiteY3157"/>
                    </a:cxn>
                    <a:cxn ang="0">
                      <a:pos x="connsiteX3158" y="connsiteY3158"/>
                    </a:cxn>
                    <a:cxn ang="0">
                      <a:pos x="connsiteX3159" y="connsiteY3159"/>
                    </a:cxn>
                    <a:cxn ang="0">
                      <a:pos x="connsiteX3160" y="connsiteY3160"/>
                    </a:cxn>
                    <a:cxn ang="0">
                      <a:pos x="connsiteX3161" y="connsiteY3161"/>
                    </a:cxn>
                    <a:cxn ang="0">
                      <a:pos x="connsiteX3162" y="connsiteY3162"/>
                    </a:cxn>
                    <a:cxn ang="0">
                      <a:pos x="connsiteX3163" y="connsiteY3163"/>
                    </a:cxn>
                    <a:cxn ang="0">
                      <a:pos x="connsiteX3164" y="connsiteY3164"/>
                    </a:cxn>
                    <a:cxn ang="0">
                      <a:pos x="connsiteX3165" y="connsiteY3165"/>
                    </a:cxn>
                    <a:cxn ang="0">
                      <a:pos x="connsiteX3166" y="connsiteY3166"/>
                    </a:cxn>
                    <a:cxn ang="0">
                      <a:pos x="connsiteX3167" y="connsiteY3167"/>
                    </a:cxn>
                    <a:cxn ang="0">
                      <a:pos x="connsiteX3168" y="connsiteY3168"/>
                    </a:cxn>
                    <a:cxn ang="0">
                      <a:pos x="connsiteX3169" y="connsiteY3169"/>
                    </a:cxn>
                    <a:cxn ang="0">
                      <a:pos x="connsiteX3170" y="connsiteY3170"/>
                    </a:cxn>
                    <a:cxn ang="0">
                      <a:pos x="connsiteX3171" y="connsiteY3171"/>
                    </a:cxn>
                    <a:cxn ang="0">
                      <a:pos x="connsiteX3172" y="connsiteY3172"/>
                    </a:cxn>
                    <a:cxn ang="0">
                      <a:pos x="connsiteX3173" y="connsiteY3173"/>
                    </a:cxn>
                    <a:cxn ang="0">
                      <a:pos x="connsiteX3174" y="connsiteY3174"/>
                    </a:cxn>
                    <a:cxn ang="0">
                      <a:pos x="connsiteX3175" y="connsiteY3175"/>
                    </a:cxn>
                    <a:cxn ang="0">
                      <a:pos x="connsiteX3176" y="connsiteY3176"/>
                    </a:cxn>
                    <a:cxn ang="0">
                      <a:pos x="connsiteX3177" y="connsiteY3177"/>
                    </a:cxn>
                    <a:cxn ang="0">
                      <a:pos x="connsiteX3178" y="connsiteY3178"/>
                    </a:cxn>
                    <a:cxn ang="0">
                      <a:pos x="connsiteX3179" y="connsiteY3179"/>
                    </a:cxn>
                    <a:cxn ang="0">
                      <a:pos x="connsiteX3180" y="connsiteY3180"/>
                    </a:cxn>
                    <a:cxn ang="0">
                      <a:pos x="connsiteX3181" y="connsiteY3181"/>
                    </a:cxn>
                    <a:cxn ang="0">
                      <a:pos x="connsiteX3182" y="connsiteY3182"/>
                    </a:cxn>
                    <a:cxn ang="0">
                      <a:pos x="connsiteX3183" y="connsiteY3183"/>
                    </a:cxn>
                    <a:cxn ang="0">
                      <a:pos x="connsiteX3184" y="connsiteY3184"/>
                    </a:cxn>
                    <a:cxn ang="0">
                      <a:pos x="connsiteX3185" y="connsiteY3185"/>
                    </a:cxn>
                    <a:cxn ang="0">
                      <a:pos x="connsiteX3186" y="connsiteY3186"/>
                    </a:cxn>
                    <a:cxn ang="0">
                      <a:pos x="connsiteX3187" y="connsiteY3187"/>
                    </a:cxn>
                    <a:cxn ang="0">
                      <a:pos x="connsiteX3188" y="connsiteY3188"/>
                    </a:cxn>
                    <a:cxn ang="0">
                      <a:pos x="connsiteX3189" y="connsiteY3189"/>
                    </a:cxn>
                    <a:cxn ang="0">
                      <a:pos x="connsiteX3190" y="connsiteY3190"/>
                    </a:cxn>
                    <a:cxn ang="0">
                      <a:pos x="connsiteX3191" y="connsiteY3191"/>
                    </a:cxn>
                    <a:cxn ang="0">
                      <a:pos x="connsiteX3192" y="connsiteY3192"/>
                    </a:cxn>
                    <a:cxn ang="0">
                      <a:pos x="connsiteX3193" y="connsiteY3193"/>
                    </a:cxn>
                    <a:cxn ang="0">
                      <a:pos x="connsiteX3194" y="connsiteY3194"/>
                    </a:cxn>
                    <a:cxn ang="0">
                      <a:pos x="connsiteX3195" y="connsiteY3195"/>
                    </a:cxn>
                    <a:cxn ang="0">
                      <a:pos x="connsiteX3196" y="connsiteY3196"/>
                    </a:cxn>
                    <a:cxn ang="0">
                      <a:pos x="connsiteX3197" y="connsiteY3197"/>
                    </a:cxn>
                    <a:cxn ang="0">
                      <a:pos x="connsiteX3198" y="connsiteY3198"/>
                    </a:cxn>
                    <a:cxn ang="0">
                      <a:pos x="connsiteX3199" y="connsiteY3199"/>
                    </a:cxn>
                    <a:cxn ang="0">
                      <a:pos x="connsiteX3200" y="connsiteY3200"/>
                    </a:cxn>
                    <a:cxn ang="0">
                      <a:pos x="connsiteX3201" y="connsiteY3201"/>
                    </a:cxn>
                    <a:cxn ang="0">
                      <a:pos x="connsiteX3202" y="connsiteY3202"/>
                    </a:cxn>
                    <a:cxn ang="0">
                      <a:pos x="connsiteX3203" y="connsiteY3203"/>
                    </a:cxn>
                    <a:cxn ang="0">
                      <a:pos x="connsiteX3204" y="connsiteY3204"/>
                    </a:cxn>
                    <a:cxn ang="0">
                      <a:pos x="connsiteX3205" y="connsiteY3205"/>
                    </a:cxn>
                    <a:cxn ang="0">
                      <a:pos x="connsiteX3206" y="connsiteY3206"/>
                    </a:cxn>
                    <a:cxn ang="0">
                      <a:pos x="connsiteX3207" y="connsiteY3207"/>
                    </a:cxn>
                    <a:cxn ang="0">
                      <a:pos x="connsiteX3208" y="connsiteY3208"/>
                    </a:cxn>
                    <a:cxn ang="0">
                      <a:pos x="connsiteX3209" y="connsiteY3209"/>
                    </a:cxn>
                    <a:cxn ang="0">
                      <a:pos x="connsiteX3210" y="connsiteY3210"/>
                    </a:cxn>
                    <a:cxn ang="0">
                      <a:pos x="connsiteX3211" y="connsiteY3211"/>
                    </a:cxn>
                    <a:cxn ang="0">
                      <a:pos x="connsiteX3212" y="connsiteY3212"/>
                    </a:cxn>
                    <a:cxn ang="0">
                      <a:pos x="connsiteX3213" y="connsiteY3213"/>
                    </a:cxn>
                    <a:cxn ang="0">
                      <a:pos x="connsiteX3214" y="connsiteY3214"/>
                    </a:cxn>
                    <a:cxn ang="0">
                      <a:pos x="connsiteX3215" y="connsiteY3215"/>
                    </a:cxn>
                    <a:cxn ang="0">
                      <a:pos x="connsiteX3216" y="connsiteY3216"/>
                    </a:cxn>
                    <a:cxn ang="0">
                      <a:pos x="connsiteX3217" y="connsiteY3217"/>
                    </a:cxn>
                    <a:cxn ang="0">
                      <a:pos x="connsiteX3218" y="connsiteY3218"/>
                    </a:cxn>
                    <a:cxn ang="0">
                      <a:pos x="connsiteX3219" y="connsiteY3219"/>
                    </a:cxn>
                    <a:cxn ang="0">
                      <a:pos x="connsiteX3220" y="connsiteY3220"/>
                    </a:cxn>
                    <a:cxn ang="0">
                      <a:pos x="connsiteX3221" y="connsiteY3221"/>
                    </a:cxn>
                    <a:cxn ang="0">
                      <a:pos x="connsiteX3222" y="connsiteY3222"/>
                    </a:cxn>
                    <a:cxn ang="0">
                      <a:pos x="connsiteX3223" y="connsiteY3223"/>
                    </a:cxn>
                    <a:cxn ang="0">
                      <a:pos x="connsiteX3224" y="connsiteY3224"/>
                    </a:cxn>
                    <a:cxn ang="0">
                      <a:pos x="connsiteX3225" y="connsiteY3225"/>
                    </a:cxn>
                    <a:cxn ang="0">
                      <a:pos x="connsiteX3226" y="connsiteY3226"/>
                    </a:cxn>
                    <a:cxn ang="0">
                      <a:pos x="connsiteX3227" y="connsiteY3227"/>
                    </a:cxn>
                    <a:cxn ang="0">
                      <a:pos x="connsiteX3228" y="connsiteY3228"/>
                    </a:cxn>
                    <a:cxn ang="0">
                      <a:pos x="connsiteX3229" y="connsiteY3229"/>
                    </a:cxn>
                    <a:cxn ang="0">
                      <a:pos x="connsiteX3230" y="connsiteY3230"/>
                    </a:cxn>
                    <a:cxn ang="0">
                      <a:pos x="connsiteX3231" y="connsiteY3231"/>
                    </a:cxn>
                    <a:cxn ang="0">
                      <a:pos x="connsiteX3232" y="connsiteY3232"/>
                    </a:cxn>
                    <a:cxn ang="0">
                      <a:pos x="connsiteX3233" y="connsiteY3233"/>
                    </a:cxn>
                    <a:cxn ang="0">
                      <a:pos x="connsiteX3234" y="connsiteY3234"/>
                    </a:cxn>
                    <a:cxn ang="0">
                      <a:pos x="connsiteX3235" y="connsiteY3235"/>
                    </a:cxn>
                    <a:cxn ang="0">
                      <a:pos x="connsiteX3236" y="connsiteY3236"/>
                    </a:cxn>
                    <a:cxn ang="0">
                      <a:pos x="connsiteX3237" y="connsiteY3237"/>
                    </a:cxn>
                    <a:cxn ang="0">
                      <a:pos x="connsiteX3238" y="connsiteY3238"/>
                    </a:cxn>
                    <a:cxn ang="0">
                      <a:pos x="connsiteX3239" y="connsiteY3239"/>
                    </a:cxn>
                    <a:cxn ang="0">
                      <a:pos x="connsiteX3240" y="connsiteY3240"/>
                    </a:cxn>
                    <a:cxn ang="0">
                      <a:pos x="connsiteX3241" y="connsiteY3241"/>
                    </a:cxn>
                    <a:cxn ang="0">
                      <a:pos x="connsiteX3242" y="connsiteY3242"/>
                    </a:cxn>
                    <a:cxn ang="0">
                      <a:pos x="connsiteX3243" y="connsiteY3243"/>
                    </a:cxn>
                    <a:cxn ang="0">
                      <a:pos x="connsiteX3244" y="connsiteY3244"/>
                    </a:cxn>
                    <a:cxn ang="0">
                      <a:pos x="connsiteX3245" y="connsiteY3245"/>
                    </a:cxn>
                    <a:cxn ang="0">
                      <a:pos x="connsiteX3246" y="connsiteY3246"/>
                    </a:cxn>
                    <a:cxn ang="0">
                      <a:pos x="connsiteX3247" y="connsiteY3247"/>
                    </a:cxn>
                    <a:cxn ang="0">
                      <a:pos x="connsiteX3248" y="connsiteY3248"/>
                    </a:cxn>
                    <a:cxn ang="0">
                      <a:pos x="connsiteX3249" y="connsiteY3249"/>
                    </a:cxn>
                    <a:cxn ang="0">
                      <a:pos x="connsiteX3250" y="connsiteY3250"/>
                    </a:cxn>
                    <a:cxn ang="0">
                      <a:pos x="connsiteX3251" y="connsiteY3251"/>
                    </a:cxn>
                    <a:cxn ang="0">
                      <a:pos x="connsiteX3252" y="connsiteY3252"/>
                    </a:cxn>
                    <a:cxn ang="0">
                      <a:pos x="connsiteX3253" y="connsiteY3253"/>
                    </a:cxn>
                    <a:cxn ang="0">
                      <a:pos x="connsiteX3254" y="connsiteY3254"/>
                    </a:cxn>
                    <a:cxn ang="0">
                      <a:pos x="connsiteX3255" y="connsiteY3255"/>
                    </a:cxn>
                    <a:cxn ang="0">
                      <a:pos x="connsiteX3256" y="connsiteY3256"/>
                    </a:cxn>
                    <a:cxn ang="0">
                      <a:pos x="connsiteX3257" y="connsiteY3257"/>
                    </a:cxn>
                    <a:cxn ang="0">
                      <a:pos x="connsiteX3258" y="connsiteY3258"/>
                    </a:cxn>
                    <a:cxn ang="0">
                      <a:pos x="connsiteX3259" y="connsiteY3259"/>
                    </a:cxn>
                    <a:cxn ang="0">
                      <a:pos x="connsiteX3260" y="connsiteY3260"/>
                    </a:cxn>
                    <a:cxn ang="0">
                      <a:pos x="connsiteX3261" y="connsiteY3261"/>
                    </a:cxn>
                    <a:cxn ang="0">
                      <a:pos x="connsiteX3262" y="connsiteY3262"/>
                    </a:cxn>
                    <a:cxn ang="0">
                      <a:pos x="connsiteX3263" y="connsiteY3263"/>
                    </a:cxn>
                    <a:cxn ang="0">
                      <a:pos x="connsiteX3264" y="connsiteY3264"/>
                    </a:cxn>
                    <a:cxn ang="0">
                      <a:pos x="connsiteX3265" y="connsiteY3265"/>
                    </a:cxn>
                    <a:cxn ang="0">
                      <a:pos x="connsiteX3266" y="connsiteY3266"/>
                    </a:cxn>
                    <a:cxn ang="0">
                      <a:pos x="connsiteX3267" y="connsiteY3267"/>
                    </a:cxn>
                    <a:cxn ang="0">
                      <a:pos x="connsiteX3268" y="connsiteY3268"/>
                    </a:cxn>
                    <a:cxn ang="0">
                      <a:pos x="connsiteX3269" y="connsiteY3269"/>
                    </a:cxn>
                    <a:cxn ang="0">
                      <a:pos x="connsiteX3270" y="connsiteY3270"/>
                    </a:cxn>
                    <a:cxn ang="0">
                      <a:pos x="connsiteX3271" y="connsiteY3271"/>
                    </a:cxn>
                    <a:cxn ang="0">
                      <a:pos x="connsiteX3272" y="connsiteY3272"/>
                    </a:cxn>
                    <a:cxn ang="0">
                      <a:pos x="connsiteX3273" y="connsiteY3273"/>
                    </a:cxn>
                    <a:cxn ang="0">
                      <a:pos x="connsiteX3274" y="connsiteY3274"/>
                    </a:cxn>
                    <a:cxn ang="0">
                      <a:pos x="connsiteX3275" y="connsiteY3275"/>
                    </a:cxn>
                    <a:cxn ang="0">
                      <a:pos x="connsiteX3276" y="connsiteY3276"/>
                    </a:cxn>
                    <a:cxn ang="0">
                      <a:pos x="connsiteX3277" y="connsiteY3277"/>
                    </a:cxn>
                    <a:cxn ang="0">
                      <a:pos x="connsiteX3278" y="connsiteY3278"/>
                    </a:cxn>
                    <a:cxn ang="0">
                      <a:pos x="connsiteX3279" y="connsiteY3279"/>
                    </a:cxn>
                    <a:cxn ang="0">
                      <a:pos x="connsiteX3280" y="connsiteY3280"/>
                    </a:cxn>
                    <a:cxn ang="0">
                      <a:pos x="connsiteX3281" y="connsiteY3281"/>
                    </a:cxn>
                    <a:cxn ang="0">
                      <a:pos x="connsiteX3282" y="connsiteY3282"/>
                    </a:cxn>
                    <a:cxn ang="0">
                      <a:pos x="connsiteX3283" y="connsiteY3283"/>
                    </a:cxn>
                    <a:cxn ang="0">
                      <a:pos x="connsiteX3284" y="connsiteY3284"/>
                    </a:cxn>
                    <a:cxn ang="0">
                      <a:pos x="connsiteX3285" y="connsiteY3285"/>
                    </a:cxn>
                    <a:cxn ang="0">
                      <a:pos x="connsiteX3286" y="connsiteY3286"/>
                    </a:cxn>
                    <a:cxn ang="0">
                      <a:pos x="connsiteX3287" y="connsiteY3287"/>
                    </a:cxn>
                    <a:cxn ang="0">
                      <a:pos x="connsiteX3288" y="connsiteY3288"/>
                    </a:cxn>
                    <a:cxn ang="0">
                      <a:pos x="connsiteX3289" y="connsiteY3289"/>
                    </a:cxn>
                    <a:cxn ang="0">
                      <a:pos x="connsiteX3290" y="connsiteY3290"/>
                    </a:cxn>
                    <a:cxn ang="0">
                      <a:pos x="connsiteX3291" y="connsiteY3291"/>
                    </a:cxn>
                    <a:cxn ang="0">
                      <a:pos x="connsiteX3292" y="connsiteY3292"/>
                    </a:cxn>
                    <a:cxn ang="0">
                      <a:pos x="connsiteX3293" y="connsiteY3293"/>
                    </a:cxn>
                    <a:cxn ang="0">
                      <a:pos x="connsiteX3294" y="connsiteY3294"/>
                    </a:cxn>
                    <a:cxn ang="0">
                      <a:pos x="connsiteX3295" y="connsiteY3295"/>
                    </a:cxn>
                    <a:cxn ang="0">
                      <a:pos x="connsiteX3296" y="connsiteY3296"/>
                    </a:cxn>
                    <a:cxn ang="0">
                      <a:pos x="connsiteX3297" y="connsiteY3297"/>
                    </a:cxn>
                    <a:cxn ang="0">
                      <a:pos x="connsiteX3298" y="connsiteY3298"/>
                    </a:cxn>
                    <a:cxn ang="0">
                      <a:pos x="connsiteX3299" y="connsiteY3299"/>
                    </a:cxn>
                    <a:cxn ang="0">
                      <a:pos x="connsiteX3300" y="connsiteY3300"/>
                    </a:cxn>
                    <a:cxn ang="0">
                      <a:pos x="connsiteX3301" y="connsiteY3301"/>
                    </a:cxn>
                  </a:cxnLst>
                  <a:rect l="l" t="t" r="r" b="b"/>
                  <a:pathLst>
                    <a:path w="1595052" h="1239973">
                      <a:moveTo>
                        <a:pt x="1497711" y="11518"/>
                      </a:moveTo>
                      <a:lnTo>
                        <a:pt x="1500419" y="12421"/>
                      </a:lnTo>
                      <a:lnTo>
                        <a:pt x="1504019" y="7282"/>
                      </a:lnTo>
                      <a:lnTo>
                        <a:pt x="1503313" y="23001"/>
                      </a:lnTo>
                      <a:lnTo>
                        <a:pt x="1509749" y="26972"/>
                      </a:lnTo>
                      <a:lnTo>
                        <a:pt x="1510838" y="23001"/>
                      </a:lnTo>
                      <a:lnTo>
                        <a:pt x="1513801" y="23302"/>
                      </a:lnTo>
                      <a:lnTo>
                        <a:pt x="1512597" y="31012"/>
                      </a:lnTo>
                      <a:lnTo>
                        <a:pt x="1514171" y="33698"/>
                      </a:lnTo>
                      <a:lnTo>
                        <a:pt x="1518026" y="33906"/>
                      </a:lnTo>
                      <a:lnTo>
                        <a:pt x="1518593" y="35607"/>
                      </a:lnTo>
                      <a:lnTo>
                        <a:pt x="1516683" y="42854"/>
                      </a:lnTo>
                      <a:lnTo>
                        <a:pt x="1526291" y="44741"/>
                      </a:lnTo>
                      <a:lnTo>
                        <a:pt x="1527622" y="47658"/>
                      </a:lnTo>
                      <a:lnTo>
                        <a:pt x="1531350" y="45215"/>
                      </a:lnTo>
                      <a:lnTo>
                        <a:pt x="1534325" y="45887"/>
                      </a:lnTo>
                      <a:lnTo>
                        <a:pt x="1541907" y="43062"/>
                      </a:lnTo>
                      <a:lnTo>
                        <a:pt x="1544419" y="46304"/>
                      </a:lnTo>
                      <a:lnTo>
                        <a:pt x="1543655" y="49522"/>
                      </a:lnTo>
                      <a:lnTo>
                        <a:pt x="1540495" y="49985"/>
                      </a:lnTo>
                      <a:lnTo>
                        <a:pt x="1536802" y="53955"/>
                      </a:lnTo>
                      <a:lnTo>
                        <a:pt x="1535309" y="60600"/>
                      </a:lnTo>
                      <a:lnTo>
                        <a:pt x="1526882" y="67858"/>
                      </a:lnTo>
                      <a:lnTo>
                        <a:pt x="1525539" y="70115"/>
                      </a:lnTo>
                      <a:lnTo>
                        <a:pt x="1527055" y="73403"/>
                      </a:lnTo>
                      <a:lnTo>
                        <a:pt x="1525932" y="80591"/>
                      </a:lnTo>
                      <a:lnTo>
                        <a:pt x="1528294" y="87201"/>
                      </a:lnTo>
                      <a:lnTo>
                        <a:pt x="1531987" y="88648"/>
                      </a:lnTo>
                      <a:lnTo>
                        <a:pt x="1530910" y="91010"/>
                      </a:lnTo>
                      <a:lnTo>
                        <a:pt x="1533248" y="90165"/>
                      </a:lnTo>
                      <a:lnTo>
                        <a:pt x="1539222" y="92052"/>
                      </a:lnTo>
                      <a:lnTo>
                        <a:pt x="1545565" y="102585"/>
                      </a:lnTo>
                      <a:lnTo>
                        <a:pt x="1534580" y="111684"/>
                      </a:lnTo>
                      <a:lnTo>
                        <a:pt x="1536166" y="112112"/>
                      </a:lnTo>
                      <a:lnTo>
                        <a:pt x="1534846" y="116743"/>
                      </a:lnTo>
                      <a:lnTo>
                        <a:pt x="1538747" y="117924"/>
                      </a:lnTo>
                      <a:lnTo>
                        <a:pt x="1539187" y="125228"/>
                      </a:lnTo>
                      <a:lnTo>
                        <a:pt x="1534904" y="127971"/>
                      </a:lnTo>
                      <a:lnTo>
                        <a:pt x="1529892" y="126849"/>
                      </a:lnTo>
                      <a:lnTo>
                        <a:pt x="1526175" y="135704"/>
                      </a:lnTo>
                      <a:lnTo>
                        <a:pt x="1526858" y="138355"/>
                      </a:lnTo>
                      <a:lnTo>
                        <a:pt x="1519705" y="145139"/>
                      </a:lnTo>
                      <a:lnTo>
                        <a:pt x="1523560" y="154052"/>
                      </a:lnTo>
                      <a:lnTo>
                        <a:pt x="1519924" y="163393"/>
                      </a:lnTo>
                      <a:lnTo>
                        <a:pt x="1521927" y="174194"/>
                      </a:lnTo>
                      <a:lnTo>
                        <a:pt x="1523467" y="173627"/>
                      </a:lnTo>
                      <a:lnTo>
                        <a:pt x="1521661" y="181290"/>
                      </a:lnTo>
                      <a:lnTo>
                        <a:pt x="1517482" y="187089"/>
                      </a:lnTo>
                      <a:lnTo>
                        <a:pt x="1508013" y="193560"/>
                      </a:lnTo>
                      <a:lnTo>
                        <a:pt x="1514901" y="200957"/>
                      </a:lnTo>
                      <a:lnTo>
                        <a:pt x="1517077" y="213887"/>
                      </a:lnTo>
                      <a:lnTo>
                        <a:pt x="1519959" y="218981"/>
                      </a:lnTo>
                      <a:lnTo>
                        <a:pt x="1520445" y="224850"/>
                      </a:lnTo>
                      <a:lnTo>
                        <a:pt x="1516776" y="228600"/>
                      </a:lnTo>
                      <a:lnTo>
                        <a:pt x="1519681" y="235349"/>
                      </a:lnTo>
                      <a:lnTo>
                        <a:pt x="1527947" y="243996"/>
                      </a:lnTo>
                      <a:lnTo>
                        <a:pt x="1530875" y="244459"/>
                      </a:lnTo>
                      <a:lnTo>
                        <a:pt x="1534267" y="251717"/>
                      </a:lnTo>
                      <a:lnTo>
                        <a:pt x="1526893" y="253894"/>
                      </a:lnTo>
                      <a:lnTo>
                        <a:pt x="1524428" y="252678"/>
                      </a:lnTo>
                      <a:lnTo>
                        <a:pt x="1524115" y="249217"/>
                      </a:lnTo>
                      <a:lnTo>
                        <a:pt x="1521534" y="248233"/>
                      </a:lnTo>
                      <a:lnTo>
                        <a:pt x="1516637" y="252956"/>
                      </a:lnTo>
                      <a:lnTo>
                        <a:pt x="1515329" y="259647"/>
                      </a:lnTo>
                      <a:lnTo>
                        <a:pt x="1518836" y="263721"/>
                      </a:lnTo>
                      <a:lnTo>
                        <a:pt x="1519635" y="267831"/>
                      </a:lnTo>
                      <a:lnTo>
                        <a:pt x="1518385" y="270552"/>
                      </a:lnTo>
                      <a:lnTo>
                        <a:pt x="1520457" y="270412"/>
                      </a:lnTo>
                      <a:lnTo>
                        <a:pt x="1524370" y="276849"/>
                      </a:lnTo>
                      <a:lnTo>
                        <a:pt x="1528884" y="277694"/>
                      </a:lnTo>
                      <a:lnTo>
                        <a:pt x="1530123" y="280599"/>
                      </a:lnTo>
                      <a:lnTo>
                        <a:pt x="1525122" y="287753"/>
                      </a:lnTo>
                      <a:lnTo>
                        <a:pt x="1527600" y="291608"/>
                      </a:lnTo>
                      <a:lnTo>
                        <a:pt x="1524706" y="294282"/>
                      </a:lnTo>
                      <a:lnTo>
                        <a:pt x="1522367" y="293229"/>
                      </a:lnTo>
                      <a:lnTo>
                        <a:pt x="1518987" y="298010"/>
                      </a:lnTo>
                      <a:lnTo>
                        <a:pt x="1521175" y="306888"/>
                      </a:lnTo>
                      <a:lnTo>
                        <a:pt x="1518860" y="310893"/>
                      </a:lnTo>
                      <a:lnTo>
                        <a:pt x="1521476" y="317133"/>
                      </a:lnTo>
                      <a:lnTo>
                        <a:pt x="1524231" y="319147"/>
                      </a:lnTo>
                      <a:lnTo>
                        <a:pt x="1532091" y="314957"/>
                      </a:lnTo>
                      <a:lnTo>
                        <a:pt x="1534788" y="317631"/>
                      </a:lnTo>
                      <a:lnTo>
                        <a:pt x="1539835" y="328593"/>
                      </a:lnTo>
                      <a:lnTo>
                        <a:pt x="1547336" y="338397"/>
                      </a:lnTo>
                      <a:lnTo>
                        <a:pt x="1551400" y="349082"/>
                      </a:lnTo>
                      <a:lnTo>
                        <a:pt x="1558021" y="345158"/>
                      </a:lnTo>
                      <a:lnTo>
                        <a:pt x="1556829" y="351872"/>
                      </a:lnTo>
                      <a:lnTo>
                        <a:pt x="1559005" y="363251"/>
                      </a:lnTo>
                      <a:lnTo>
                        <a:pt x="1563380" y="367835"/>
                      </a:lnTo>
                      <a:lnTo>
                        <a:pt x="1567779" y="378091"/>
                      </a:lnTo>
                      <a:lnTo>
                        <a:pt x="1572664" y="383914"/>
                      </a:lnTo>
                      <a:lnTo>
                        <a:pt x="1578695" y="385824"/>
                      </a:lnTo>
                      <a:lnTo>
                        <a:pt x="1580582" y="390535"/>
                      </a:lnTo>
                      <a:lnTo>
                        <a:pt x="1577677" y="401092"/>
                      </a:lnTo>
                      <a:lnTo>
                        <a:pt x="1579702" y="404380"/>
                      </a:lnTo>
                      <a:lnTo>
                        <a:pt x="1575118" y="403107"/>
                      </a:lnTo>
                      <a:lnTo>
                        <a:pt x="1569979" y="406001"/>
                      </a:lnTo>
                      <a:lnTo>
                        <a:pt x="1565557" y="405573"/>
                      </a:lnTo>
                      <a:lnTo>
                        <a:pt x="1563404" y="409393"/>
                      </a:lnTo>
                      <a:lnTo>
                        <a:pt x="1566193" y="410759"/>
                      </a:lnTo>
                      <a:lnTo>
                        <a:pt x="1566656" y="413687"/>
                      </a:lnTo>
                      <a:lnTo>
                        <a:pt x="1570060" y="412599"/>
                      </a:lnTo>
                      <a:lnTo>
                        <a:pt x="1569157" y="421107"/>
                      </a:lnTo>
                      <a:lnTo>
                        <a:pt x="1575755" y="425332"/>
                      </a:lnTo>
                      <a:lnTo>
                        <a:pt x="1575535" y="426976"/>
                      </a:lnTo>
                      <a:lnTo>
                        <a:pt x="1579494" y="430900"/>
                      </a:lnTo>
                      <a:lnTo>
                        <a:pt x="1583430" y="430900"/>
                      </a:lnTo>
                      <a:lnTo>
                        <a:pt x="1584761" y="434848"/>
                      </a:lnTo>
                      <a:lnTo>
                        <a:pt x="1591371" y="436202"/>
                      </a:lnTo>
                      <a:lnTo>
                        <a:pt x="1589530" y="444085"/>
                      </a:lnTo>
                      <a:lnTo>
                        <a:pt x="1595052" y="449098"/>
                      </a:lnTo>
                      <a:lnTo>
                        <a:pt x="1590491" y="459887"/>
                      </a:lnTo>
                      <a:lnTo>
                        <a:pt x="1583823" y="454064"/>
                      </a:lnTo>
                      <a:lnTo>
                        <a:pt x="1579702" y="454620"/>
                      </a:lnTo>
                      <a:lnTo>
                        <a:pt x="1577549" y="467700"/>
                      </a:lnTo>
                      <a:lnTo>
                        <a:pt x="1580663" y="473071"/>
                      </a:lnTo>
                      <a:lnTo>
                        <a:pt x="1579656" y="477343"/>
                      </a:lnTo>
                      <a:lnTo>
                        <a:pt x="1582805" y="479601"/>
                      </a:lnTo>
                      <a:lnTo>
                        <a:pt x="1581115" y="481244"/>
                      </a:lnTo>
                      <a:lnTo>
                        <a:pt x="1581624" y="484821"/>
                      </a:lnTo>
                      <a:lnTo>
                        <a:pt x="1577318" y="484832"/>
                      </a:lnTo>
                      <a:lnTo>
                        <a:pt x="1574355" y="488282"/>
                      </a:lnTo>
                      <a:lnTo>
                        <a:pt x="1576832" y="490586"/>
                      </a:lnTo>
                      <a:lnTo>
                        <a:pt x="1575200" y="500274"/>
                      </a:lnTo>
                      <a:lnTo>
                        <a:pt x="1578857" y="499210"/>
                      </a:lnTo>
                      <a:lnTo>
                        <a:pt x="1579147" y="500437"/>
                      </a:lnTo>
                      <a:lnTo>
                        <a:pt x="1576890" y="507498"/>
                      </a:lnTo>
                      <a:lnTo>
                        <a:pt x="1573544" y="509536"/>
                      </a:lnTo>
                      <a:lnTo>
                        <a:pt x="1561528" y="503424"/>
                      </a:lnTo>
                      <a:lnTo>
                        <a:pt x="1553217" y="504697"/>
                      </a:lnTo>
                      <a:lnTo>
                        <a:pt x="1553032" y="506352"/>
                      </a:lnTo>
                      <a:lnTo>
                        <a:pt x="1550543" y="505159"/>
                      </a:lnTo>
                      <a:lnTo>
                        <a:pt x="1549478" y="510925"/>
                      </a:lnTo>
                      <a:lnTo>
                        <a:pt x="1546190" y="511978"/>
                      </a:lnTo>
                      <a:lnTo>
                        <a:pt x="1541016" y="525927"/>
                      </a:lnTo>
                      <a:lnTo>
                        <a:pt x="1533642" y="524237"/>
                      </a:lnTo>
                      <a:lnTo>
                        <a:pt x="1520295" y="527605"/>
                      </a:lnTo>
                      <a:lnTo>
                        <a:pt x="1518698" y="533949"/>
                      </a:lnTo>
                      <a:lnTo>
                        <a:pt x="1528062" y="541716"/>
                      </a:lnTo>
                      <a:lnTo>
                        <a:pt x="1526789" y="548905"/>
                      </a:lnTo>
                      <a:lnTo>
                        <a:pt x="1533619" y="561963"/>
                      </a:lnTo>
                      <a:lnTo>
                        <a:pt x="1530389" y="579072"/>
                      </a:lnTo>
                      <a:lnTo>
                        <a:pt x="1538678" y="580090"/>
                      </a:lnTo>
                      <a:lnTo>
                        <a:pt x="1544002" y="584802"/>
                      </a:lnTo>
                      <a:lnTo>
                        <a:pt x="1542289" y="588437"/>
                      </a:lnTo>
                      <a:lnTo>
                        <a:pt x="1543794" y="593310"/>
                      </a:lnTo>
                      <a:lnTo>
                        <a:pt x="1539985" y="599619"/>
                      </a:lnTo>
                      <a:lnTo>
                        <a:pt x="1543574" y="607919"/>
                      </a:lnTo>
                      <a:lnTo>
                        <a:pt x="1541016" y="629936"/>
                      </a:lnTo>
                      <a:lnTo>
                        <a:pt x="1541988" y="634508"/>
                      </a:lnTo>
                      <a:lnTo>
                        <a:pt x="1546781" y="634323"/>
                      </a:lnTo>
                      <a:lnTo>
                        <a:pt x="1554236" y="639764"/>
                      </a:lnTo>
                      <a:lnTo>
                        <a:pt x="1552048" y="643584"/>
                      </a:lnTo>
                      <a:lnTo>
                        <a:pt x="1555046" y="647972"/>
                      </a:lnTo>
                      <a:lnTo>
                        <a:pt x="1554085" y="649464"/>
                      </a:lnTo>
                      <a:lnTo>
                        <a:pt x="1550693" y="647960"/>
                      </a:lnTo>
                      <a:lnTo>
                        <a:pt x="1548552" y="649743"/>
                      </a:lnTo>
                      <a:lnTo>
                        <a:pt x="1551608" y="652764"/>
                      </a:lnTo>
                      <a:lnTo>
                        <a:pt x="1547683" y="651294"/>
                      </a:lnTo>
                      <a:lnTo>
                        <a:pt x="1543377" y="654338"/>
                      </a:lnTo>
                      <a:lnTo>
                        <a:pt x="1544767" y="659443"/>
                      </a:lnTo>
                      <a:lnTo>
                        <a:pt x="1547105" y="661179"/>
                      </a:lnTo>
                      <a:lnTo>
                        <a:pt x="1546862" y="663749"/>
                      </a:lnTo>
                      <a:lnTo>
                        <a:pt x="1548807" y="665787"/>
                      </a:lnTo>
                      <a:lnTo>
                        <a:pt x="1553078" y="666342"/>
                      </a:lnTo>
                      <a:lnTo>
                        <a:pt x="1546896" y="678103"/>
                      </a:lnTo>
                      <a:lnTo>
                        <a:pt x="1545554" y="680418"/>
                      </a:lnTo>
                      <a:lnTo>
                        <a:pt x="1541247" y="677733"/>
                      </a:lnTo>
                      <a:lnTo>
                        <a:pt x="1537034" y="683498"/>
                      </a:lnTo>
                      <a:lnTo>
                        <a:pt x="1531373" y="685987"/>
                      </a:lnTo>
                      <a:lnTo>
                        <a:pt x="1521047" y="680500"/>
                      </a:lnTo>
                      <a:lnTo>
                        <a:pt x="1509784" y="667558"/>
                      </a:lnTo>
                      <a:lnTo>
                        <a:pt x="1496877" y="666956"/>
                      </a:lnTo>
                      <a:lnTo>
                        <a:pt x="1496900" y="665451"/>
                      </a:lnTo>
                      <a:lnTo>
                        <a:pt x="1479814" y="659073"/>
                      </a:lnTo>
                      <a:lnTo>
                        <a:pt x="1477117" y="658690"/>
                      </a:lnTo>
                      <a:lnTo>
                        <a:pt x="1474223" y="662302"/>
                      </a:lnTo>
                      <a:lnTo>
                        <a:pt x="1466629" y="648504"/>
                      </a:lnTo>
                      <a:lnTo>
                        <a:pt x="1460112" y="651305"/>
                      </a:lnTo>
                      <a:lnTo>
                        <a:pt x="1452495" y="663217"/>
                      </a:lnTo>
                      <a:lnTo>
                        <a:pt x="1452287" y="650356"/>
                      </a:lnTo>
                      <a:lnTo>
                        <a:pt x="1447749" y="654361"/>
                      </a:lnTo>
                      <a:lnTo>
                        <a:pt x="1432492" y="655449"/>
                      </a:lnTo>
                      <a:lnTo>
                        <a:pt x="1424319" y="664502"/>
                      </a:lnTo>
                      <a:lnTo>
                        <a:pt x="1421761" y="660091"/>
                      </a:lnTo>
                      <a:lnTo>
                        <a:pt x="1422271" y="666886"/>
                      </a:lnTo>
                      <a:lnTo>
                        <a:pt x="1426218" y="668356"/>
                      </a:lnTo>
                      <a:lnTo>
                        <a:pt x="1428302" y="671934"/>
                      </a:lnTo>
                      <a:lnTo>
                        <a:pt x="1431763" y="673033"/>
                      </a:lnTo>
                      <a:lnTo>
                        <a:pt x="1435131" y="676784"/>
                      </a:lnTo>
                      <a:lnTo>
                        <a:pt x="1439472" y="686230"/>
                      </a:lnTo>
                      <a:lnTo>
                        <a:pt x="1450770" y="698558"/>
                      </a:lnTo>
                      <a:lnTo>
                        <a:pt x="1452692" y="702725"/>
                      </a:lnTo>
                      <a:lnTo>
                        <a:pt x="1456466" y="701440"/>
                      </a:lnTo>
                      <a:lnTo>
                        <a:pt x="1459904" y="696660"/>
                      </a:lnTo>
                      <a:lnTo>
                        <a:pt x="1464488" y="694205"/>
                      </a:lnTo>
                      <a:lnTo>
                        <a:pt x="1470264" y="697019"/>
                      </a:lnTo>
                      <a:lnTo>
                        <a:pt x="1476075" y="696810"/>
                      </a:lnTo>
                      <a:lnTo>
                        <a:pt x="1472475" y="705688"/>
                      </a:lnTo>
                      <a:lnTo>
                        <a:pt x="1473922" y="710481"/>
                      </a:lnTo>
                      <a:lnTo>
                        <a:pt x="1470808" y="715297"/>
                      </a:lnTo>
                      <a:lnTo>
                        <a:pt x="1465263" y="714058"/>
                      </a:lnTo>
                      <a:lnTo>
                        <a:pt x="1462045" y="718769"/>
                      </a:lnTo>
                      <a:lnTo>
                        <a:pt x="1463724" y="720517"/>
                      </a:lnTo>
                      <a:lnTo>
                        <a:pt x="1462265" y="723215"/>
                      </a:lnTo>
                      <a:lnTo>
                        <a:pt x="1463284" y="725761"/>
                      </a:lnTo>
                      <a:lnTo>
                        <a:pt x="1460228" y="734305"/>
                      </a:lnTo>
                      <a:lnTo>
                        <a:pt x="1461189" y="737094"/>
                      </a:lnTo>
                      <a:lnTo>
                        <a:pt x="1468991" y="739097"/>
                      </a:lnTo>
                      <a:lnTo>
                        <a:pt x="1474628" y="737071"/>
                      </a:lnTo>
                      <a:lnTo>
                        <a:pt x="1475381" y="733621"/>
                      </a:lnTo>
                      <a:lnTo>
                        <a:pt x="1477487" y="734350"/>
                      </a:lnTo>
                      <a:lnTo>
                        <a:pt x="1478112" y="741007"/>
                      </a:lnTo>
                      <a:lnTo>
                        <a:pt x="1480185" y="743090"/>
                      </a:lnTo>
                      <a:lnTo>
                        <a:pt x="1479247" y="746309"/>
                      </a:lnTo>
                      <a:lnTo>
                        <a:pt x="1483669" y="750209"/>
                      </a:lnTo>
                      <a:lnTo>
                        <a:pt x="1481435" y="752027"/>
                      </a:lnTo>
                      <a:lnTo>
                        <a:pt x="1482257" y="753312"/>
                      </a:lnTo>
                      <a:lnTo>
                        <a:pt x="1478923" y="753729"/>
                      </a:lnTo>
                      <a:lnTo>
                        <a:pt x="1479548" y="759239"/>
                      </a:lnTo>
                      <a:lnTo>
                        <a:pt x="1477499" y="761982"/>
                      </a:lnTo>
                      <a:lnTo>
                        <a:pt x="1479131" y="763718"/>
                      </a:lnTo>
                      <a:lnTo>
                        <a:pt x="1475797" y="766497"/>
                      </a:lnTo>
                      <a:lnTo>
                        <a:pt x="1479721" y="771729"/>
                      </a:lnTo>
                      <a:lnTo>
                        <a:pt x="1478796" y="773928"/>
                      </a:lnTo>
                      <a:lnTo>
                        <a:pt x="1479930" y="775016"/>
                      </a:lnTo>
                      <a:lnTo>
                        <a:pt x="1478031" y="776255"/>
                      </a:lnTo>
                      <a:lnTo>
                        <a:pt x="1479895" y="776325"/>
                      </a:lnTo>
                      <a:lnTo>
                        <a:pt x="1481192" y="781059"/>
                      </a:lnTo>
                      <a:lnTo>
                        <a:pt x="1484792" y="783976"/>
                      </a:lnTo>
                      <a:lnTo>
                        <a:pt x="1483831" y="788387"/>
                      </a:lnTo>
                      <a:lnTo>
                        <a:pt x="1485695" y="792264"/>
                      </a:lnTo>
                      <a:lnTo>
                        <a:pt x="1489214" y="791304"/>
                      </a:lnTo>
                      <a:lnTo>
                        <a:pt x="1491888" y="789278"/>
                      </a:lnTo>
                      <a:lnTo>
                        <a:pt x="1491413" y="787658"/>
                      </a:lnTo>
                      <a:lnTo>
                        <a:pt x="1499331" y="783548"/>
                      </a:lnTo>
                      <a:lnTo>
                        <a:pt x="1503047" y="793075"/>
                      </a:lnTo>
                      <a:lnTo>
                        <a:pt x="1500940" y="797312"/>
                      </a:lnTo>
                      <a:lnTo>
                        <a:pt x="1501137" y="802382"/>
                      </a:lnTo>
                      <a:lnTo>
                        <a:pt x="1510895" y="799569"/>
                      </a:lnTo>
                      <a:lnTo>
                        <a:pt x="1524381" y="799708"/>
                      </a:lnTo>
                      <a:lnTo>
                        <a:pt x="1520666" y="808274"/>
                      </a:lnTo>
                      <a:lnTo>
                        <a:pt x="1520411" y="808239"/>
                      </a:lnTo>
                      <a:lnTo>
                        <a:pt x="1510942" y="809640"/>
                      </a:lnTo>
                      <a:lnTo>
                        <a:pt x="1509356" y="809871"/>
                      </a:lnTo>
                      <a:lnTo>
                        <a:pt x="1508800" y="810369"/>
                      </a:lnTo>
                      <a:lnTo>
                        <a:pt x="1508326" y="810439"/>
                      </a:lnTo>
                      <a:lnTo>
                        <a:pt x="1502456" y="815938"/>
                      </a:lnTo>
                      <a:lnTo>
                        <a:pt x="1502456" y="815996"/>
                      </a:lnTo>
                      <a:lnTo>
                        <a:pt x="1502318" y="816123"/>
                      </a:lnTo>
                      <a:lnTo>
                        <a:pt x="1501878" y="816435"/>
                      </a:lnTo>
                      <a:lnTo>
                        <a:pt x="1501450" y="813657"/>
                      </a:lnTo>
                      <a:lnTo>
                        <a:pt x="1497456" y="814166"/>
                      </a:lnTo>
                      <a:lnTo>
                        <a:pt x="1496356" y="812546"/>
                      </a:lnTo>
                      <a:lnTo>
                        <a:pt x="1496206" y="816435"/>
                      </a:lnTo>
                      <a:lnTo>
                        <a:pt x="1494539" y="815428"/>
                      </a:lnTo>
                      <a:lnTo>
                        <a:pt x="1495175" y="816863"/>
                      </a:lnTo>
                      <a:lnTo>
                        <a:pt x="1494273" y="816701"/>
                      </a:lnTo>
                      <a:lnTo>
                        <a:pt x="1493671" y="816586"/>
                      </a:lnTo>
                      <a:lnTo>
                        <a:pt x="1493578" y="816018"/>
                      </a:lnTo>
                      <a:lnTo>
                        <a:pt x="1493173" y="813333"/>
                      </a:lnTo>
                      <a:lnTo>
                        <a:pt x="1490881" y="812916"/>
                      </a:lnTo>
                      <a:lnTo>
                        <a:pt x="1491946" y="812279"/>
                      </a:lnTo>
                      <a:lnTo>
                        <a:pt x="1490938" y="808737"/>
                      </a:lnTo>
                      <a:lnTo>
                        <a:pt x="1490013" y="808101"/>
                      </a:lnTo>
                      <a:lnTo>
                        <a:pt x="1489792" y="808297"/>
                      </a:lnTo>
                      <a:lnTo>
                        <a:pt x="1490024" y="810010"/>
                      </a:lnTo>
                      <a:lnTo>
                        <a:pt x="1490892" y="811770"/>
                      </a:lnTo>
                      <a:lnTo>
                        <a:pt x="1491332" y="812488"/>
                      </a:lnTo>
                      <a:lnTo>
                        <a:pt x="1490881" y="812488"/>
                      </a:lnTo>
                      <a:lnTo>
                        <a:pt x="1485324" y="812442"/>
                      </a:lnTo>
                      <a:lnTo>
                        <a:pt x="1484641" y="812430"/>
                      </a:lnTo>
                      <a:lnTo>
                        <a:pt x="1483171" y="812418"/>
                      </a:lnTo>
                      <a:lnTo>
                        <a:pt x="1483171" y="812314"/>
                      </a:lnTo>
                      <a:lnTo>
                        <a:pt x="1483171" y="812302"/>
                      </a:lnTo>
                      <a:lnTo>
                        <a:pt x="1483125" y="811539"/>
                      </a:lnTo>
                      <a:lnTo>
                        <a:pt x="1483055" y="810022"/>
                      </a:lnTo>
                      <a:lnTo>
                        <a:pt x="1482997" y="808876"/>
                      </a:lnTo>
                      <a:lnTo>
                        <a:pt x="1482836" y="808888"/>
                      </a:lnTo>
                      <a:lnTo>
                        <a:pt x="1482778" y="809432"/>
                      </a:lnTo>
                      <a:lnTo>
                        <a:pt x="1482500" y="812245"/>
                      </a:lnTo>
                      <a:lnTo>
                        <a:pt x="1483113" y="812592"/>
                      </a:lnTo>
                      <a:lnTo>
                        <a:pt x="1490047" y="812904"/>
                      </a:lnTo>
                      <a:lnTo>
                        <a:pt x="1492675" y="817500"/>
                      </a:lnTo>
                      <a:lnTo>
                        <a:pt x="1494967" y="818461"/>
                      </a:lnTo>
                      <a:lnTo>
                        <a:pt x="1493161" y="818623"/>
                      </a:lnTo>
                      <a:lnTo>
                        <a:pt x="1494018" y="819352"/>
                      </a:lnTo>
                      <a:lnTo>
                        <a:pt x="1500130" y="819677"/>
                      </a:lnTo>
                      <a:lnTo>
                        <a:pt x="1498984" y="820024"/>
                      </a:lnTo>
                      <a:lnTo>
                        <a:pt x="1500523" y="821182"/>
                      </a:lnTo>
                      <a:lnTo>
                        <a:pt x="1501739" y="817628"/>
                      </a:lnTo>
                      <a:lnTo>
                        <a:pt x="1501739" y="817616"/>
                      </a:lnTo>
                      <a:lnTo>
                        <a:pt x="1502445" y="816389"/>
                      </a:lnTo>
                      <a:lnTo>
                        <a:pt x="1502329" y="817604"/>
                      </a:lnTo>
                      <a:lnTo>
                        <a:pt x="1499482" y="823786"/>
                      </a:lnTo>
                      <a:lnTo>
                        <a:pt x="1497884" y="823149"/>
                      </a:lnTo>
                      <a:lnTo>
                        <a:pt x="1491830" y="820614"/>
                      </a:lnTo>
                      <a:lnTo>
                        <a:pt x="1476932" y="818183"/>
                      </a:lnTo>
                      <a:lnTo>
                        <a:pt x="1474292" y="818125"/>
                      </a:lnTo>
                      <a:lnTo>
                        <a:pt x="1466235" y="818553"/>
                      </a:lnTo>
                      <a:lnTo>
                        <a:pt x="1464025" y="818935"/>
                      </a:lnTo>
                      <a:lnTo>
                        <a:pt x="1456049" y="820128"/>
                      </a:lnTo>
                      <a:lnTo>
                        <a:pt x="1455123" y="820394"/>
                      </a:lnTo>
                      <a:lnTo>
                        <a:pt x="1454856" y="820429"/>
                      </a:lnTo>
                      <a:lnTo>
                        <a:pt x="1454347" y="820625"/>
                      </a:lnTo>
                      <a:lnTo>
                        <a:pt x="1451939" y="821320"/>
                      </a:lnTo>
                      <a:lnTo>
                        <a:pt x="1442725" y="824874"/>
                      </a:lnTo>
                      <a:lnTo>
                        <a:pt x="1435397" y="830002"/>
                      </a:lnTo>
                      <a:lnTo>
                        <a:pt x="1425558" y="840536"/>
                      </a:lnTo>
                      <a:lnTo>
                        <a:pt x="1423937" y="838290"/>
                      </a:lnTo>
                      <a:lnTo>
                        <a:pt x="1431068" y="834031"/>
                      </a:lnTo>
                      <a:lnTo>
                        <a:pt x="1428764" y="829921"/>
                      </a:lnTo>
                      <a:lnTo>
                        <a:pt x="1425222" y="826390"/>
                      </a:lnTo>
                      <a:lnTo>
                        <a:pt x="1423578" y="828046"/>
                      </a:lnTo>
                      <a:lnTo>
                        <a:pt x="1424690" y="823855"/>
                      </a:lnTo>
                      <a:lnTo>
                        <a:pt x="1423301" y="823612"/>
                      </a:lnTo>
                      <a:lnTo>
                        <a:pt x="1422976" y="825534"/>
                      </a:lnTo>
                      <a:lnTo>
                        <a:pt x="1420546" y="823416"/>
                      </a:lnTo>
                      <a:lnTo>
                        <a:pt x="1421564" y="821470"/>
                      </a:lnTo>
                      <a:lnTo>
                        <a:pt x="1419515" y="821182"/>
                      </a:lnTo>
                      <a:lnTo>
                        <a:pt x="1415938" y="824307"/>
                      </a:lnTo>
                      <a:lnTo>
                        <a:pt x="1408553" y="822941"/>
                      </a:lnTo>
                      <a:lnTo>
                        <a:pt x="1409630" y="819364"/>
                      </a:lnTo>
                      <a:lnTo>
                        <a:pt x="1411505" y="818495"/>
                      </a:lnTo>
                      <a:lnTo>
                        <a:pt x="1408634" y="816678"/>
                      </a:lnTo>
                      <a:lnTo>
                        <a:pt x="1408611" y="813136"/>
                      </a:lnTo>
                      <a:lnTo>
                        <a:pt x="1405242" y="813055"/>
                      </a:lnTo>
                      <a:lnTo>
                        <a:pt x="1403853" y="813020"/>
                      </a:lnTo>
                      <a:lnTo>
                        <a:pt x="1405242" y="812997"/>
                      </a:lnTo>
                      <a:lnTo>
                        <a:pt x="1408750" y="812928"/>
                      </a:lnTo>
                      <a:lnTo>
                        <a:pt x="1406794" y="809524"/>
                      </a:lnTo>
                      <a:lnTo>
                        <a:pt x="1405242" y="809964"/>
                      </a:lnTo>
                      <a:lnTo>
                        <a:pt x="1401897" y="810890"/>
                      </a:lnTo>
                      <a:lnTo>
                        <a:pt x="1401341" y="813483"/>
                      </a:lnTo>
                      <a:lnTo>
                        <a:pt x="1403680" y="813032"/>
                      </a:lnTo>
                      <a:lnTo>
                        <a:pt x="1401492" y="814803"/>
                      </a:lnTo>
                      <a:lnTo>
                        <a:pt x="1403020" y="814652"/>
                      </a:lnTo>
                      <a:lnTo>
                        <a:pt x="1404571" y="820000"/>
                      </a:lnTo>
                      <a:lnTo>
                        <a:pt x="1405242" y="820000"/>
                      </a:lnTo>
                      <a:lnTo>
                        <a:pt x="1408067" y="820000"/>
                      </a:lnTo>
                      <a:lnTo>
                        <a:pt x="1408159" y="823207"/>
                      </a:lnTo>
                      <a:lnTo>
                        <a:pt x="1410556" y="823878"/>
                      </a:lnTo>
                      <a:lnTo>
                        <a:pt x="1410787" y="825615"/>
                      </a:lnTo>
                      <a:lnTo>
                        <a:pt x="1407025" y="826147"/>
                      </a:lnTo>
                      <a:lnTo>
                        <a:pt x="1405659" y="824098"/>
                      </a:lnTo>
                      <a:lnTo>
                        <a:pt x="1405242" y="824121"/>
                      </a:lnTo>
                      <a:lnTo>
                        <a:pt x="1400705" y="824353"/>
                      </a:lnTo>
                      <a:lnTo>
                        <a:pt x="1390738" y="819225"/>
                      </a:lnTo>
                      <a:lnTo>
                        <a:pt x="1392671" y="817026"/>
                      </a:lnTo>
                      <a:lnTo>
                        <a:pt x="1392034" y="815127"/>
                      </a:lnTo>
                      <a:lnTo>
                        <a:pt x="1392578" y="814838"/>
                      </a:lnTo>
                      <a:lnTo>
                        <a:pt x="1395727" y="813194"/>
                      </a:lnTo>
                      <a:lnTo>
                        <a:pt x="1392625" y="814039"/>
                      </a:lnTo>
                      <a:lnTo>
                        <a:pt x="1392787" y="812754"/>
                      </a:lnTo>
                      <a:lnTo>
                        <a:pt x="1389870" y="811677"/>
                      </a:lnTo>
                      <a:lnTo>
                        <a:pt x="1387068" y="815023"/>
                      </a:lnTo>
                      <a:lnTo>
                        <a:pt x="1388284" y="816690"/>
                      </a:lnTo>
                      <a:lnTo>
                        <a:pt x="1388608" y="815069"/>
                      </a:lnTo>
                      <a:lnTo>
                        <a:pt x="1390020" y="816041"/>
                      </a:lnTo>
                      <a:lnTo>
                        <a:pt x="1389279" y="818854"/>
                      </a:lnTo>
                      <a:lnTo>
                        <a:pt x="1390286" y="818716"/>
                      </a:lnTo>
                      <a:lnTo>
                        <a:pt x="1390552" y="818669"/>
                      </a:lnTo>
                      <a:lnTo>
                        <a:pt x="1390240" y="818866"/>
                      </a:lnTo>
                      <a:lnTo>
                        <a:pt x="1388226" y="820139"/>
                      </a:lnTo>
                      <a:lnTo>
                        <a:pt x="1390217" y="822177"/>
                      </a:lnTo>
                      <a:lnTo>
                        <a:pt x="1384996" y="819966"/>
                      </a:lnTo>
                      <a:lnTo>
                        <a:pt x="1382276" y="820695"/>
                      </a:lnTo>
                      <a:lnTo>
                        <a:pt x="1379301" y="824596"/>
                      </a:lnTo>
                      <a:lnTo>
                        <a:pt x="1379115" y="825927"/>
                      </a:lnTo>
                      <a:lnTo>
                        <a:pt x="1384232" y="827120"/>
                      </a:lnTo>
                      <a:lnTo>
                        <a:pt x="1378814" y="827456"/>
                      </a:lnTo>
                      <a:lnTo>
                        <a:pt x="1379220" y="831646"/>
                      </a:lnTo>
                      <a:lnTo>
                        <a:pt x="1374439" y="834505"/>
                      </a:lnTo>
                      <a:lnTo>
                        <a:pt x="1376106" y="833718"/>
                      </a:lnTo>
                      <a:lnTo>
                        <a:pt x="1376465" y="837052"/>
                      </a:lnTo>
                      <a:lnTo>
                        <a:pt x="1374508" y="835767"/>
                      </a:lnTo>
                      <a:lnTo>
                        <a:pt x="1375434" y="838475"/>
                      </a:lnTo>
                      <a:lnTo>
                        <a:pt x="1381211" y="838221"/>
                      </a:lnTo>
                      <a:lnTo>
                        <a:pt x="1385401" y="830535"/>
                      </a:lnTo>
                      <a:lnTo>
                        <a:pt x="1389684" y="828647"/>
                      </a:lnTo>
                      <a:lnTo>
                        <a:pt x="1390865" y="826217"/>
                      </a:lnTo>
                      <a:lnTo>
                        <a:pt x="1395993" y="826067"/>
                      </a:lnTo>
                      <a:lnTo>
                        <a:pt x="1398991" y="829505"/>
                      </a:lnTo>
                      <a:lnTo>
                        <a:pt x="1393354" y="829192"/>
                      </a:lnTo>
                      <a:lnTo>
                        <a:pt x="1394859" y="829736"/>
                      </a:lnTo>
                      <a:lnTo>
                        <a:pt x="1394442" y="832155"/>
                      </a:lnTo>
                      <a:lnTo>
                        <a:pt x="1396016" y="831472"/>
                      </a:lnTo>
                      <a:lnTo>
                        <a:pt x="1396792" y="835917"/>
                      </a:lnTo>
                      <a:lnTo>
                        <a:pt x="1395345" y="836970"/>
                      </a:lnTo>
                      <a:lnTo>
                        <a:pt x="1396618" y="837700"/>
                      </a:lnTo>
                      <a:lnTo>
                        <a:pt x="1391965" y="841891"/>
                      </a:lnTo>
                      <a:lnTo>
                        <a:pt x="1388423" y="841335"/>
                      </a:lnTo>
                      <a:lnTo>
                        <a:pt x="1386073" y="843372"/>
                      </a:lnTo>
                      <a:lnTo>
                        <a:pt x="1388399" y="842770"/>
                      </a:lnTo>
                      <a:lnTo>
                        <a:pt x="1386651" y="843430"/>
                      </a:lnTo>
                      <a:lnTo>
                        <a:pt x="1388075" y="845676"/>
                      </a:lnTo>
                      <a:lnTo>
                        <a:pt x="1388376" y="843314"/>
                      </a:lnTo>
                      <a:lnTo>
                        <a:pt x="1392636" y="842712"/>
                      </a:lnTo>
                      <a:lnTo>
                        <a:pt x="1396514" y="839483"/>
                      </a:lnTo>
                      <a:lnTo>
                        <a:pt x="1394616" y="841821"/>
                      </a:lnTo>
                      <a:lnTo>
                        <a:pt x="1395704" y="841300"/>
                      </a:lnTo>
                      <a:lnTo>
                        <a:pt x="1395820" y="843338"/>
                      </a:lnTo>
                      <a:lnTo>
                        <a:pt x="1393539" y="846046"/>
                      </a:lnTo>
                      <a:lnTo>
                        <a:pt x="1394986" y="845502"/>
                      </a:lnTo>
                      <a:lnTo>
                        <a:pt x="1396456" y="846533"/>
                      </a:lnTo>
                      <a:lnTo>
                        <a:pt x="1395565" y="849253"/>
                      </a:lnTo>
                      <a:lnTo>
                        <a:pt x="1397232" y="846625"/>
                      </a:lnTo>
                      <a:lnTo>
                        <a:pt x="1396039" y="845293"/>
                      </a:lnTo>
                      <a:lnTo>
                        <a:pt x="1397081" y="843592"/>
                      </a:lnTo>
                      <a:lnTo>
                        <a:pt x="1397892" y="844403"/>
                      </a:lnTo>
                      <a:lnTo>
                        <a:pt x="1397510" y="840953"/>
                      </a:lnTo>
                      <a:lnTo>
                        <a:pt x="1401468" y="840559"/>
                      </a:lnTo>
                      <a:lnTo>
                        <a:pt x="1404259" y="843476"/>
                      </a:lnTo>
                      <a:lnTo>
                        <a:pt x="1400901" y="845594"/>
                      </a:lnTo>
                      <a:lnTo>
                        <a:pt x="1402233" y="845293"/>
                      </a:lnTo>
                      <a:lnTo>
                        <a:pt x="1402175" y="847528"/>
                      </a:lnTo>
                      <a:lnTo>
                        <a:pt x="1403066" y="844889"/>
                      </a:lnTo>
                      <a:lnTo>
                        <a:pt x="1405242" y="844403"/>
                      </a:lnTo>
                      <a:lnTo>
                        <a:pt x="1406273" y="844159"/>
                      </a:lnTo>
                      <a:lnTo>
                        <a:pt x="1407314" y="846081"/>
                      </a:lnTo>
                      <a:lnTo>
                        <a:pt x="1405242" y="847493"/>
                      </a:lnTo>
                      <a:lnTo>
                        <a:pt x="1405034" y="847632"/>
                      </a:lnTo>
                      <a:lnTo>
                        <a:pt x="1405242" y="847817"/>
                      </a:lnTo>
                      <a:lnTo>
                        <a:pt x="1407338" y="849739"/>
                      </a:lnTo>
                      <a:lnTo>
                        <a:pt x="1408761" y="846475"/>
                      </a:lnTo>
                      <a:lnTo>
                        <a:pt x="1413820" y="843986"/>
                      </a:lnTo>
                      <a:lnTo>
                        <a:pt x="1411250" y="848118"/>
                      </a:lnTo>
                      <a:lnTo>
                        <a:pt x="1412929" y="851672"/>
                      </a:lnTo>
                      <a:lnTo>
                        <a:pt x="1415197" y="850920"/>
                      </a:lnTo>
                      <a:lnTo>
                        <a:pt x="1413890" y="854370"/>
                      </a:lnTo>
                      <a:lnTo>
                        <a:pt x="1415915" y="851440"/>
                      </a:lnTo>
                      <a:lnTo>
                        <a:pt x="1417652" y="853652"/>
                      </a:lnTo>
                      <a:lnTo>
                        <a:pt x="1416540" y="848408"/>
                      </a:lnTo>
                      <a:lnTo>
                        <a:pt x="1419388" y="847783"/>
                      </a:lnTo>
                      <a:lnTo>
                        <a:pt x="1420187" y="845178"/>
                      </a:lnTo>
                      <a:lnTo>
                        <a:pt x="1421414" y="846683"/>
                      </a:lnTo>
                      <a:lnTo>
                        <a:pt x="1424481" y="842111"/>
                      </a:lnTo>
                      <a:lnTo>
                        <a:pt x="1425338" y="843280"/>
                      </a:lnTo>
                      <a:lnTo>
                        <a:pt x="1425581" y="844749"/>
                      </a:lnTo>
                      <a:lnTo>
                        <a:pt x="1426878" y="845387"/>
                      </a:lnTo>
                      <a:lnTo>
                        <a:pt x="1427503" y="846266"/>
                      </a:lnTo>
                      <a:lnTo>
                        <a:pt x="1423555" y="856094"/>
                      </a:lnTo>
                      <a:lnTo>
                        <a:pt x="1424655" y="862252"/>
                      </a:lnTo>
                      <a:lnTo>
                        <a:pt x="1427861" y="865286"/>
                      </a:lnTo>
                      <a:lnTo>
                        <a:pt x="1434240" y="864486"/>
                      </a:lnTo>
                      <a:lnTo>
                        <a:pt x="1430779" y="871062"/>
                      </a:lnTo>
                      <a:lnTo>
                        <a:pt x="1426750" y="872057"/>
                      </a:lnTo>
                      <a:lnTo>
                        <a:pt x="1426253" y="872764"/>
                      </a:lnTo>
                      <a:lnTo>
                        <a:pt x="1425454" y="873065"/>
                      </a:lnTo>
                      <a:lnTo>
                        <a:pt x="1423046" y="877313"/>
                      </a:lnTo>
                      <a:lnTo>
                        <a:pt x="1422815" y="877625"/>
                      </a:lnTo>
                      <a:lnTo>
                        <a:pt x="1422073" y="878679"/>
                      </a:lnTo>
                      <a:lnTo>
                        <a:pt x="1421993" y="883772"/>
                      </a:lnTo>
                      <a:lnTo>
                        <a:pt x="1422525" y="883899"/>
                      </a:lnTo>
                      <a:lnTo>
                        <a:pt x="1422560" y="884282"/>
                      </a:lnTo>
                      <a:lnTo>
                        <a:pt x="1425709" y="884606"/>
                      </a:lnTo>
                      <a:lnTo>
                        <a:pt x="1426658" y="884814"/>
                      </a:lnTo>
                      <a:lnTo>
                        <a:pt x="1425361" y="886354"/>
                      </a:lnTo>
                      <a:lnTo>
                        <a:pt x="1423903" y="887673"/>
                      </a:lnTo>
                      <a:lnTo>
                        <a:pt x="1423937" y="888055"/>
                      </a:lnTo>
                      <a:lnTo>
                        <a:pt x="1423474" y="888599"/>
                      </a:lnTo>
                      <a:lnTo>
                        <a:pt x="1423995" y="892407"/>
                      </a:lnTo>
                      <a:lnTo>
                        <a:pt x="1420337" y="894607"/>
                      </a:lnTo>
                      <a:lnTo>
                        <a:pt x="1404571" y="894063"/>
                      </a:lnTo>
                      <a:lnTo>
                        <a:pt x="1395912" y="895684"/>
                      </a:lnTo>
                      <a:lnTo>
                        <a:pt x="1395878" y="895730"/>
                      </a:lnTo>
                      <a:lnTo>
                        <a:pt x="1395762" y="895730"/>
                      </a:lnTo>
                      <a:lnTo>
                        <a:pt x="1390911" y="900846"/>
                      </a:lnTo>
                      <a:lnTo>
                        <a:pt x="1385228" y="902953"/>
                      </a:lnTo>
                      <a:lnTo>
                        <a:pt x="1383619" y="901356"/>
                      </a:lnTo>
                      <a:lnTo>
                        <a:pt x="1382588" y="900175"/>
                      </a:lnTo>
                      <a:lnTo>
                        <a:pt x="1382033" y="893194"/>
                      </a:lnTo>
                      <a:lnTo>
                        <a:pt x="1381836" y="893218"/>
                      </a:lnTo>
                      <a:lnTo>
                        <a:pt x="1381824" y="893067"/>
                      </a:lnTo>
                      <a:lnTo>
                        <a:pt x="1380898" y="893357"/>
                      </a:lnTo>
                      <a:lnTo>
                        <a:pt x="1378467" y="893716"/>
                      </a:lnTo>
                      <a:lnTo>
                        <a:pt x="1376928" y="891863"/>
                      </a:lnTo>
                      <a:lnTo>
                        <a:pt x="1370862" y="891215"/>
                      </a:lnTo>
                      <a:lnTo>
                        <a:pt x="1368929" y="890336"/>
                      </a:lnTo>
                      <a:lnTo>
                        <a:pt x="1367575" y="890868"/>
                      </a:lnTo>
                      <a:lnTo>
                        <a:pt x="1367204" y="890833"/>
                      </a:lnTo>
                      <a:lnTo>
                        <a:pt x="1358244" y="886701"/>
                      </a:lnTo>
                      <a:lnTo>
                        <a:pt x="1356716" y="884004"/>
                      </a:lnTo>
                      <a:lnTo>
                        <a:pt x="1355478" y="881746"/>
                      </a:lnTo>
                      <a:lnTo>
                        <a:pt x="1351137" y="884154"/>
                      </a:lnTo>
                      <a:lnTo>
                        <a:pt x="1350627" y="883691"/>
                      </a:lnTo>
                      <a:lnTo>
                        <a:pt x="1350662" y="882904"/>
                      </a:lnTo>
                      <a:lnTo>
                        <a:pt x="1349805" y="882915"/>
                      </a:lnTo>
                      <a:lnTo>
                        <a:pt x="1346749" y="880079"/>
                      </a:lnTo>
                      <a:lnTo>
                        <a:pt x="1335637" y="880392"/>
                      </a:lnTo>
                      <a:lnTo>
                        <a:pt x="1336644" y="878412"/>
                      </a:lnTo>
                      <a:lnTo>
                        <a:pt x="1336239" y="878146"/>
                      </a:lnTo>
                      <a:lnTo>
                        <a:pt x="1336273" y="878019"/>
                      </a:lnTo>
                      <a:lnTo>
                        <a:pt x="1335394" y="877579"/>
                      </a:lnTo>
                      <a:lnTo>
                        <a:pt x="1333530" y="876329"/>
                      </a:lnTo>
                      <a:lnTo>
                        <a:pt x="1332789" y="876271"/>
                      </a:lnTo>
                      <a:lnTo>
                        <a:pt x="1331446" y="875611"/>
                      </a:lnTo>
                      <a:lnTo>
                        <a:pt x="1329386" y="876039"/>
                      </a:lnTo>
                      <a:lnTo>
                        <a:pt x="1328274" y="875959"/>
                      </a:lnTo>
                      <a:lnTo>
                        <a:pt x="1323343" y="877232"/>
                      </a:lnTo>
                      <a:lnTo>
                        <a:pt x="1323134" y="877625"/>
                      </a:lnTo>
                      <a:lnTo>
                        <a:pt x="1322336" y="879130"/>
                      </a:lnTo>
                      <a:lnTo>
                        <a:pt x="1317763" y="879628"/>
                      </a:lnTo>
                      <a:lnTo>
                        <a:pt x="1317219" y="879663"/>
                      </a:lnTo>
                      <a:lnTo>
                        <a:pt x="1313781" y="879315"/>
                      </a:lnTo>
                      <a:lnTo>
                        <a:pt x="1313747" y="877683"/>
                      </a:lnTo>
                      <a:lnTo>
                        <a:pt x="1313677" y="877752"/>
                      </a:lnTo>
                      <a:lnTo>
                        <a:pt x="1313677" y="877706"/>
                      </a:lnTo>
                      <a:lnTo>
                        <a:pt x="1312832" y="878621"/>
                      </a:lnTo>
                      <a:lnTo>
                        <a:pt x="1312381" y="879072"/>
                      </a:lnTo>
                      <a:lnTo>
                        <a:pt x="1303710" y="876074"/>
                      </a:lnTo>
                      <a:lnTo>
                        <a:pt x="1296209" y="875345"/>
                      </a:lnTo>
                      <a:lnTo>
                        <a:pt x="1284541" y="874095"/>
                      </a:lnTo>
                      <a:lnTo>
                        <a:pt x="1279123" y="870113"/>
                      </a:lnTo>
                      <a:lnTo>
                        <a:pt x="1278776" y="870136"/>
                      </a:lnTo>
                      <a:lnTo>
                        <a:pt x="1278753" y="870113"/>
                      </a:lnTo>
                      <a:lnTo>
                        <a:pt x="1277757" y="870193"/>
                      </a:lnTo>
                      <a:lnTo>
                        <a:pt x="1269064" y="870657"/>
                      </a:lnTo>
                      <a:lnTo>
                        <a:pt x="1258634" y="867253"/>
                      </a:lnTo>
                      <a:lnTo>
                        <a:pt x="1258264" y="867335"/>
                      </a:lnTo>
                      <a:lnTo>
                        <a:pt x="1258171" y="867311"/>
                      </a:lnTo>
                      <a:lnTo>
                        <a:pt x="1256817" y="867670"/>
                      </a:lnTo>
                      <a:lnTo>
                        <a:pt x="1252093" y="868735"/>
                      </a:lnTo>
                      <a:lnTo>
                        <a:pt x="1252024" y="868724"/>
                      </a:lnTo>
                      <a:lnTo>
                        <a:pt x="1250889" y="868445"/>
                      </a:lnTo>
                      <a:lnTo>
                        <a:pt x="1248470" y="867369"/>
                      </a:lnTo>
                      <a:lnTo>
                        <a:pt x="1247683" y="867693"/>
                      </a:lnTo>
                      <a:lnTo>
                        <a:pt x="1247509" y="867658"/>
                      </a:lnTo>
                      <a:lnTo>
                        <a:pt x="1247220" y="867890"/>
                      </a:lnTo>
                      <a:lnTo>
                        <a:pt x="1246433" y="868214"/>
                      </a:lnTo>
                      <a:lnTo>
                        <a:pt x="1245599" y="869221"/>
                      </a:lnTo>
                      <a:lnTo>
                        <a:pt x="1240900" y="873065"/>
                      </a:lnTo>
                      <a:lnTo>
                        <a:pt x="1239800" y="874488"/>
                      </a:lnTo>
                      <a:lnTo>
                        <a:pt x="1238237" y="877625"/>
                      </a:lnTo>
                      <a:lnTo>
                        <a:pt x="1237739" y="878621"/>
                      </a:lnTo>
                      <a:lnTo>
                        <a:pt x="1237288" y="879165"/>
                      </a:lnTo>
                      <a:lnTo>
                        <a:pt x="1237323" y="879454"/>
                      </a:lnTo>
                      <a:lnTo>
                        <a:pt x="1236512" y="881087"/>
                      </a:lnTo>
                      <a:lnTo>
                        <a:pt x="1237288" y="883622"/>
                      </a:lnTo>
                      <a:lnTo>
                        <a:pt x="1239777" y="883402"/>
                      </a:lnTo>
                      <a:lnTo>
                        <a:pt x="1237160" y="886064"/>
                      </a:lnTo>
                      <a:lnTo>
                        <a:pt x="1237612" y="887534"/>
                      </a:lnTo>
                      <a:lnTo>
                        <a:pt x="1237716" y="887592"/>
                      </a:lnTo>
                      <a:lnTo>
                        <a:pt x="1237797" y="887812"/>
                      </a:lnTo>
                      <a:lnTo>
                        <a:pt x="1242972" y="890428"/>
                      </a:lnTo>
                      <a:lnTo>
                        <a:pt x="1243620" y="890775"/>
                      </a:lnTo>
                      <a:lnTo>
                        <a:pt x="1241942" y="890023"/>
                      </a:lnTo>
                      <a:lnTo>
                        <a:pt x="1237473" y="887963"/>
                      </a:lnTo>
                      <a:lnTo>
                        <a:pt x="1237415" y="888008"/>
                      </a:lnTo>
                      <a:lnTo>
                        <a:pt x="1237369" y="887986"/>
                      </a:lnTo>
                      <a:lnTo>
                        <a:pt x="1235748" y="889410"/>
                      </a:lnTo>
                      <a:lnTo>
                        <a:pt x="1231859" y="892650"/>
                      </a:lnTo>
                      <a:lnTo>
                        <a:pt x="1231326" y="893461"/>
                      </a:lnTo>
                      <a:lnTo>
                        <a:pt x="1229381" y="897663"/>
                      </a:lnTo>
                      <a:lnTo>
                        <a:pt x="1228988" y="897733"/>
                      </a:lnTo>
                      <a:lnTo>
                        <a:pt x="1223258" y="893832"/>
                      </a:lnTo>
                      <a:lnTo>
                        <a:pt x="1220318" y="891470"/>
                      </a:lnTo>
                      <a:lnTo>
                        <a:pt x="1219438" y="890764"/>
                      </a:lnTo>
                      <a:lnTo>
                        <a:pt x="1219473" y="890601"/>
                      </a:lnTo>
                      <a:lnTo>
                        <a:pt x="1220341" y="886909"/>
                      </a:lnTo>
                      <a:lnTo>
                        <a:pt x="1218234" y="884536"/>
                      </a:lnTo>
                      <a:lnTo>
                        <a:pt x="1216301" y="885057"/>
                      </a:lnTo>
                      <a:lnTo>
                        <a:pt x="1215583" y="881932"/>
                      </a:lnTo>
                      <a:lnTo>
                        <a:pt x="1213661" y="882545"/>
                      </a:lnTo>
                      <a:lnTo>
                        <a:pt x="1212249" y="878030"/>
                      </a:lnTo>
                      <a:lnTo>
                        <a:pt x="1206948" y="878227"/>
                      </a:lnTo>
                      <a:lnTo>
                        <a:pt x="1206323" y="877625"/>
                      </a:lnTo>
                      <a:lnTo>
                        <a:pt x="1201785" y="873238"/>
                      </a:lnTo>
                      <a:lnTo>
                        <a:pt x="1200558" y="873817"/>
                      </a:lnTo>
                      <a:lnTo>
                        <a:pt x="1199446" y="872312"/>
                      </a:lnTo>
                      <a:lnTo>
                        <a:pt x="1201345" y="872184"/>
                      </a:lnTo>
                      <a:lnTo>
                        <a:pt x="1201924" y="870298"/>
                      </a:lnTo>
                      <a:lnTo>
                        <a:pt x="1197143" y="870298"/>
                      </a:lnTo>
                      <a:lnTo>
                        <a:pt x="1196263" y="865401"/>
                      </a:lnTo>
                      <a:lnTo>
                        <a:pt x="1193832" y="866003"/>
                      </a:lnTo>
                      <a:lnTo>
                        <a:pt x="1192617" y="866304"/>
                      </a:lnTo>
                      <a:lnTo>
                        <a:pt x="1182129" y="859428"/>
                      </a:lnTo>
                      <a:lnTo>
                        <a:pt x="1182245" y="856568"/>
                      </a:lnTo>
                      <a:lnTo>
                        <a:pt x="1177290" y="856464"/>
                      </a:lnTo>
                      <a:lnTo>
                        <a:pt x="1193832" y="870031"/>
                      </a:lnTo>
                      <a:lnTo>
                        <a:pt x="1203093" y="877625"/>
                      </a:lnTo>
                      <a:lnTo>
                        <a:pt x="1212689" y="885485"/>
                      </a:lnTo>
                      <a:lnTo>
                        <a:pt x="1217748" y="889988"/>
                      </a:lnTo>
                      <a:lnTo>
                        <a:pt x="1229879" y="901495"/>
                      </a:lnTo>
                      <a:lnTo>
                        <a:pt x="1230053" y="898971"/>
                      </a:lnTo>
                      <a:lnTo>
                        <a:pt x="1233410" y="905709"/>
                      </a:lnTo>
                      <a:lnTo>
                        <a:pt x="1238827" y="907329"/>
                      </a:lnTo>
                      <a:lnTo>
                        <a:pt x="1239684" y="907040"/>
                      </a:lnTo>
                      <a:lnTo>
                        <a:pt x="1240309" y="907202"/>
                      </a:lnTo>
                      <a:lnTo>
                        <a:pt x="1240541" y="906750"/>
                      </a:lnTo>
                      <a:lnTo>
                        <a:pt x="1241478" y="906438"/>
                      </a:lnTo>
                      <a:lnTo>
                        <a:pt x="1241467" y="906739"/>
                      </a:lnTo>
                      <a:lnTo>
                        <a:pt x="1243724" y="905673"/>
                      </a:lnTo>
                      <a:lnTo>
                        <a:pt x="1244013" y="905569"/>
                      </a:lnTo>
                      <a:lnTo>
                        <a:pt x="1241548" y="906715"/>
                      </a:lnTo>
                      <a:lnTo>
                        <a:pt x="1242486" y="907190"/>
                      </a:lnTo>
                      <a:lnTo>
                        <a:pt x="1242208" y="907457"/>
                      </a:lnTo>
                      <a:lnTo>
                        <a:pt x="1242856" y="907387"/>
                      </a:lnTo>
                      <a:lnTo>
                        <a:pt x="1243550" y="907734"/>
                      </a:lnTo>
                      <a:lnTo>
                        <a:pt x="1247752" y="906797"/>
                      </a:lnTo>
                      <a:lnTo>
                        <a:pt x="1245298" y="908104"/>
                      </a:lnTo>
                      <a:lnTo>
                        <a:pt x="1245565" y="908533"/>
                      </a:lnTo>
                      <a:lnTo>
                        <a:pt x="1245391" y="908672"/>
                      </a:lnTo>
                      <a:lnTo>
                        <a:pt x="1248586" y="914830"/>
                      </a:lnTo>
                      <a:lnTo>
                        <a:pt x="1250091" y="918627"/>
                      </a:lnTo>
                      <a:lnTo>
                        <a:pt x="1249130" y="922413"/>
                      </a:lnTo>
                      <a:lnTo>
                        <a:pt x="1244847" y="926348"/>
                      </a:lnTo>
                      <a:lnTo>
                        <a:pt x="1244222" y="927494"/>
                      </a:lnTo>
                      <a:lnTo>
                        <a:pt x="1242057" y="929705"/>
                      </a:lnTo>
                      <a:lnTo>
                        <a:pt x="1239939" y="935296"/>
                      </a:lnTo>
                      <a:lnTo>
                        <a:pt x="1239869" y="935412"/>
                      </a:lnTo>
                      <a:lnTo>
                        <a:pt x="1238897" y="936234"/>
                      </a:lnTo>
                      <a:lnTo>
                        <a:pt x="1234649" y="939753"/>
                      </a:lnTo>
                      <a:lnTo>
                        <a:pt x="1234464" y="939626"/>
                      </a:lnTo>
                      <a:lnTo>
                        <a:pt x="1233722" y="938109"/>
                      </a:lnTo>
                      <a:lnTo>
                        <a:pt x="1234290" y="934544"/>
                      </a:lnTo>
                      <a:lnTo>
                        <a:pt x="1235042" y="932483"/>
                      </a:lnTo>
                      <a:lnTo>
                        <a:pt x="1234961" y="930179"/>
                      </a:lnTo>
                      <a:lnTo>
                        <a:pt x="1235829" y="924612"/>
                      </a:lnTo>
                      <a:lnTo>
                        <a:pt x="1234822" y="922493"/>
                      </a:lnTo>
                      <a:lnTo>
                        <a:pt x="1237392" y="914737"/>
                      </a:lnTo>
                      <a:lnTo>
                        <a:pt x="1237288" y="914124"/>
                      </a:lnTo>
                      <a:lnTo>
                        <a:pt x="1237739" y="912631"/>
                      </a:lnTo>
                      <a:lnTo>
                        <a:pt x="1236871" y="911704"/>
                      </a:lnTo>
                      <a:lnTo>
                        <a:pt x="1236732" y="910859"/>
                      </a:lnTo>
                      <a:lnTo>
                        <a:pt x="1217215" y="890590"/>
                      </a:lnTo>
                      <a:lnTo>
                        <a:pt x="1212249" y="886029"/>
                      </a:lnTo>
                      <a:lnTo>
                        <a:pt x="1202213" y="877625"/>
                      </a:lnTo>
                      <a:lnTo>
                        <a:pt x="1193832" y="870610"/>
                      </a:lnTo>
                      <a:lnTo>
                        <a:pt x="1184386" y="862704"/>
                      </a:lnTo>
                      <a:lnTo>
                        <a:pt x="1171768" y="853825"/>
                      </a:lnTo>
                      <a:lnTo>
                        <a:pt x="1169418" y="851926"/>
                      </a:lnTo>
                      <a:lnTo>
                        <a:pt x="1167370" y="850734"/>
                      </a:lnTo>
                      <a:lnTo>
                        <a:pt x="1162021" y="846972"/>
                      </a:lnTo>
                      <a:lnTo>
                        <a:pt x="1122039" y="823762"/>
                      </a:lnTo>
                      <a:lnTo>
                        <a:pt x="1120881" y="823554"/>
                      </a:lnTo>
                      <a:lnTo>
                        <a:pt x="1120788" y="823728"/>
                      </a:lnTo>
                      <a:lnTo>
                        <a:pt x="1120117" y="823334"/>
                      </a:lnTo>
                      <a:lnTo>
                        <a:pt x="1119318" y="822513"/>
                      </a:lnTo>
                      <a:lnTo>
                        <a:pt x="1116540" y="821262"/>
                      </a:lnTo>
                      <a:lnTo>
                        <a:pt x="1114549" y="820105"/>
                      </a:lnTo>
                      <a:lnTo>
                        <a:pt x="1113275" y="819792"/>
                      </a:lnTo>
                      <a:lnTo>
                        <a:pt x="1109826" y="818252"/>
                      </a:lnTo>
                      <a:lnTo>
                        <a:pt x="1106967" y="818252"/>
                      </a:lnTo>
                      <a:lnTo>
                        <a:pt x="1105242" y="817824"/>
                      </a:lnTo>
                      <a:lnTo>
                        <a:pt x="1104154" y="818252"/>
                      </a:lnTo>
                      <a:lnTo>
                        <a:pt x="1103089" y="818252"/>
                      </a:lnTo>
                      <a:lnTo>
                        <a:pt x="1101352" y="817755"/>
                      </a:lnTo>
                      <a:lnTo>
                        <a:pt x="1097509" y="815659"/>
                      </a:lnTo>
                      <a:lnTo>
                        <a:pt x="1094476" y="815729"/>
                      </a:lnTo>
                      <a:lnTo>
                        <a:pt x="1088133" y="813865"/>
                      </a:lnTo>
                      <a:lnTo>
                        <a:pt x="1080435" y="811608"/>
                      </a:lnTo>
                      <a:lnTo>
                        <a:pt x="1078178" y="810763"/>
                      </a:lnTo>
                      <a:lnTo>
                        <a:pt x="1076777" y="810531"/>
                      </a:lnTo>
                      <a:lnTo>
                        <a:pt x="1072123" y="809165"/>
                      </a:lnTo>
                      <a:lnTo>
                        <a:pt x="1068952" y="809235"/>
                      </a:lnTo>
                      <a:lnTo>
                        <a:pt x="1066463" y="808818"/>
                      </a:lnTo>
                      <a:lnTo>
                        <a:pt x="1065201" y="809305"/>
                      </a:lnTo>
                      <a:lnTo>
                        <a:pt x="1064136" y="809327"/>
                      </a:lnTo>
                      <a:lnTo>
                        <a:pt x="1062793" y="810242"/>
                      </a:lnTo>
                      <a:lnTo>
                        <a:pt x="1059911" y="811354"/>
                      </a:lnTo>
                      <a:lnTo>
                        <a:pt x="1059841" y="812233"/>
                      </a:lnTo>
                      <a:lnTo>
                        <a:pt x="1055894" y="814907"/>
                      </a:lnTo>
                      <a:lnTo>
                        <a:pt x="1056577" y="817084"/>
                      </a:lnTo>
                      <a:lnTo>
                        <a:pt x="1052247" y="817407"/>
                      </a:lnTo>
                      <a:lnTo>
                        <a:pt x="1052120" y="817419"/>
                      </a:lnTo>
                      <a:lnTo>
                        <a:pt x="1046691" y="820568"/>
                      </a:lnTo>
                      <a:lnTo>
                        <a:pt x="1045140" y="820591"/>
                      </a:lnTo>
                      <a:lnTo>
                        <a:pt x="1041169" y="823786"/>
                      </a:lnTo>
                      <a:lnTo>
                        <a:pt x="1038622" y="825267"/>
                      </a:lnTo>
                      <a:lnTo>
                        <a:pt x="1038067" y="825209"/>
                      </a:lnTo>
                      <a:lnTo>
                        <a:pt x="1034351" y="824723"/>
                      </a:lnTo>
                      <a:lnTo>
                        <a:pt x="1032812" y="825742"/>
                      </a:lnTo>
                      <a:lnTo>
                        <a:pt x="1028019" y="828000"/>
                      </a:lnTo>
                      <a:lnTo>
                        <a:pt x="1024928" y="828555"/>
                      </a:lnTo>
                      <a:lnTo>
                        <a:pt x="1020784" y="827849"/>
                      </a:lnTo>
                      <a:lnTo>
                        <a:pt x="1010181" y="824908"/>
                      </a:lnTo>
                      <a:lnTo>
                        <a:pt x="1012044" y="826147"/>
                      </a:lnTo>
                      <a:lnTo>
                        <a:pt x="1009787" y="825811"/>
                      </a:lnTo>
                      <a:lnTo>
                        <a:pt x="1004856" y="825766"/>
                      </a:lnTo>
                      <a:lnTo>
                        <a:pt x="1002656" y="826471"/>
                      </a:lnTo>
                      <a:lnTo>
                        <a:pt x="1002124" y="826529"/>
                      </a:lnTo>
                      <a:lnTo>
                        <a:pt x="1001915" y="826714"/>
                      </a:lnTo>
                      <a:lnTo>
                        <a:pt x="1001036" y="827004"/>
                      </a:lnTo>
                      <a:lnTo>
                        <a:pt x="1000955" y="827583"/>
                      </a:lnTo>
                      <a:lnTo>
                        <a:pt x="998871" y="829458"/>
                      </a:lnTo>
                      <a:lnTo>
                        <a:pt x="997991" y="830014"/>
                      </a:lnTo>
                      <a:lnTo>
                        <a:pt x="996649" y="835674"/>
                      </a:lnTo>
                      <a:lnTo>
                        <a:pt x="996533" y="836080"/>
                      </a:lnTo>
                      <a:lnTo>
                        <a:pt x="985350" y="834852"/>
                      </a:lnTo>
                      <a:lnTo>
                        <a:pt x="983232" y="835153"/>
                      </a:lnTo>
                      <a:lnTo>
                        <a:pt x="967767" y="835779"/>
                      </a:lnTo>
                      <a:lnTo>
                        <a:pt x="963414" y="835732"/>
                      </a:lnTo>
                      <a:lnTo>
                        <a:pt x="961828" y="836022"/>
                      </a:lnTo>
                      <a:lnTo>
                        <a:pt x="961157" y="836056"/>
                      </a:lnTo>
                      <a:lnTo>
                        <a:pt x="959664" y="836426"/>
                      </a:lnTo>
                      <a:lnTo>
                        <a:pt x="944927" y="839135"/>
                      </a:lnTo>
                      <a:lnTo>
                        <a:pt x="934486" y="842944"/>
                      </a:lnTo>
                      <a:lnTo>
                        <a:pt x="933664" y="843962"/>
                      </a:lnTo>
                      <a:lnTo>
                        <a:pt x="933178" y="844229"/>
                      </a:lnTo>
                      <a:lnTo>
                        <a:pt x="932923" y="844877"/>
                      </a:lnTo>
                      <a:lnTo>
                        <a:pt x="928814" y="849935"/>
                      </a:lnTo>
                      <a:lnTo>
                        <a:pt x="927529" y="850885"/>
                      </a:lnTo>
                      <a:lnTo>
                        <a:pt x="927170" y="851962"/>
                      </a:lnTo>
                      <a:lnTo>
                        <a:pt x="925769" y="853686"/>
                      </a:lnTo>
                      <a:lnTo>
                        <a:pt x="924103" y="860921"/>
                      </a:lnTo>
                      <a:lnTo>
                        <a:pt x="923940" y="861118"/>
                      </a:lnTo>
                      <a:lnTo>
                        <a:pt x="917527" y="867566"/>
                      </a:lnTo>
                      <a:lnTo>
                        <a:pt x="917458" y="867335"/>
                      </a:lnTo>
                      <a:lnTo>
                        <a:pt x="917041" y="866396"/>
                      </a:lnTo>
                      <a:lnTo>
                        <a:pt x="916578" y="865216"/>
                      </a:lnTo>
                      <a:lnTo>
                        <a:pt x="916416" y="861627"/>
                      </a:lnTo>
                      <a:lnTo>
                        <a:pt x="916300" y="861650"/>
                      </a:lnTo>
                      <a:lnTo>
                        <a:pt x="916358" y="864684"/>
                      </a:lnTo>
                      <a:lnTo>
                        <a:pt x="916196" y="864278"/>
                      </a:lnTo>
                      <a:lnTo>
                        <a:pt x="916173" y="864209"/>
                      </a:lnTo>
                      <a:lnTo>
                        <a:pt x="916752" y="866628"/>
                      </a:lnTo>
                      <a:lnTo>
                        <a:pt x="915339" y="866697"/>
                      </a:lnTo>
                      <a:lnTo>
                        <a:pt x="917192" y="867508"/>
                      </a:lnTo>
                      <a:lnTo>
                        <a:pt x="913846" y="867855"/>
                      </a:lnTo>
                      <a:lnTo>
                        <a:pt x="913268" y="867716"/>
                      </a:lnTo>
                      <a:lnTo>
                        <a:pt x="912654" y="867971"/>
                      </a:lnTo>
                      <a:lnTo>
                        <a:pt x="911415" y="868098"/>
                      </a:lnTo>
                      <a:lnTo>
                        <a:pt x="903416" y="871826"/>
                      </a:lnTo>
                      <a:lnTo>
                        <a:pt x="902236" y="872312"/>
                      </a:lnTo>
                      <a:lnTo>
                        <a:pt x="902051" y="872463"/>
                      </a:lnTo>
                      <a:lnTo>
                        <a:pt x="901309" y="872798"/>
                      </a:lnTo>
                      <a:lnTo>
                        <a:pt x="897501" y="875854"/>
                      </a:lnTo>
                      <a:lnTo>
                        <a:pt x="897501" y="876028"/>
                      </a:lnTo>
                      <a:lnTo>
                        <a:pt x="897490" y="876051"/>
                      </a:lnTo>
                      <a:lnTo>
                        <a:pt x="897501" y="876479"/>
                      </a:lnTo>
                      <a:lnTo>
                        <a:pt x="897513" y="877625"/>
                      </a:lnTo>
                      <a:lnTo>
                        <a:pt x="897513" y="880508"/>
                      </a:lnTo>
                      <a:lnTo>
                        <a:pt x="894931" y="878690"/>
                      </a:lnTo>
                      <a:lnTo>
                        <a:pt x="887604" y="880403"/>
                      </a:lnTo>
                      <a:lnTo>
                        <a:pt x="887222" y="880242"/>
                      </a:lnTo>
                      <a:lnTo>
                        <a:pt x="886504" y="879211"/>
                      </a:lnTo>
                      <a:lnTo>
                        <a:pt x="884872" y="879234"/>
                      </a:lnTo>
                      <a:lnTo>
                        <a:pt x="881110" y="877625"/>
                      </a:lnTo>
                      <a:lnTo>
                        <a:pt x="877707" y="876167"/>
                      </a:lnTo>
                      <a:lnTo>
                        <a:pt x="876722" y="875669"/>
                      </a:lnTo>
                      <a:lnTo>
                        <a:pt x="872821" y="873712"/>
                      </a:lnTo>
                      <a:lnTo>
                        <a:pt x="872624" y="873377"/>
                      </a:lnTo>
                      <a:lnTo>
                        <a:pt x="876120" y="871478"/>
                      </a:lnTo>
                      <a:lnTo>
                        <a:pt x="876491" y="866767"/>
                      </a:lnTo>
                      <a:lnTo>
                        <a:pt x="873886" y="861257"/>
                      </a:lnTo>
                      <a:lnTo>
                        <a:pt x="870356" y="856927"/>
                      </a:lnTo>
                      <a:lnTo>
                        <a:pt x="863746" y="837445"/>
                      </a:lnTo>
                      <a:lnTo>
                        <a:pt x="863757" y="836381"/>
                      </a:lnTo>
                      <a:lnTo>
                        <a:pt x="863757" y="835466"/>
                      </a:lnTo>
                      <a:lnTo>
                        <a:pt x="863769" y="834598"/>
                      </a:lnTo>
                      <a:lnTo>
                        <a:pt x="862878" y="834968"/>
                      </a:lnTo>
                      <a:lnTo>
                        <a:pt x="861917" y="835362"/>
                      </a:lnTo>
                      <a:lnTo>
                        <a:pt x="861280" y="834169"/>
                      </a:lnTo>
                      <a:lnTo>
                        <a:pt x="861106" y="834274"/>
                      </a:lnTo>
                      <a:lnTo>
                        <a:pt x="861847" y="835663"/>
                      </a:lnTo>
                      <a:lnTo>
                        <a:pt x="863155" y="835119"/>
                      </a:lnTo>
                      <a:lnTo>
                        <a:pt x="863537" y="834968"/>
                      </a:lnTo>
                      <a:lnTo>
                        <a:pt x="863433" y="835280"/>
                      </a:lnTo>
                      <a:lnTo>
                        <a:pt x="861963" y="839633"/>
                      </a:lnTo>
                      <a:lnTo>
                        <a:pt x="861894" y="839842"/>
                      </a:lnTo>
                      <a:lnTo>
                        <a:pt x="861766" y="839761"/>
                      </a:lnTo>
                      <a:lnTo>
                        <a:pt x="859602" y="838475"/>
                      </a:lnTo>
                      <a:lnTo>
                        <a:pt x="858398" y="835813"/>
                      </a:lnTo>
                      <a:lnTo>
                        <a:pt x="855747" y="832386"/>
                      </a:lnTo>
                      <a:lnTo>
                        <a:pt x="849276" y="828474"/>
                      </a:lnTo>
                      <a:lnTo>
                        <a:pt x="846996" y="828243"/>
                      </a:lnTo>
                      <a:lnTo>
                        <a:pt x="846220" y="826957"/>
                      </a:lnTo>
                      <a:lnTo>
                        <a:pt x="845942" y="827189"/>
                      </a:lnTo>
                      <a:lnTo>
                        <a:pt x="846972" y="828520"/>
                      </a:lnTo>
                      <a:lnTo>
                        <a:pt x="849172" y="828856"/>
                      </a:lnTo>
                      <a:lnTo>
                        <a:pt x="851244" y="830870"/>
                      </a:lnTo>
                      <a:lnTo>
                        <a:pt x="855828" y="834551"/>
                      </a:lnTo>
                      <a:lnTo>
                        <a:pt x="856928" y="835420"/>
                      </a:lnTo>
                      <a:lnTo>
                        <a:pt x="857367" y="846185"/>
                      </a:lnTo>
                      <a:lnTo>
                        <a:pt x="858664" y="847597"/>
                      </a:lnTo>
                      <a:lnTo>
                        <a:pt x="859127" y="848118"/>
                      </a:lnTo>
                      <a:lnTo>
                        <a:pt x="861639" y="850874"/>
                      </a:lnTo>
                      <a:lnTo>
                        <a:pt x="862970" y="859023"/>
                      </a:lnTo>
                      <a:lnTo>
                        <a:pt x="864741" y="873840"/>
                      </a:lnTo>
                      <a:lnTo>
                        <a:pt x="865170" y="877625"/>
                      </a:lnTo>
                      <a:lnTo>
                        <a:pt x="865772" y="883008"/>
                      </a:lnTo>
                      <a:lnTo>
                        <a:pt x="871548" y="879442"/>
                      </a:lnTo>
                      <a:lnTo>
                        <a:pt x="871733" y="877625"/>
                      </a:lnTo>
                      <a:lnTo>
                        <a:pt x="871849" y="876445"/>
                      </a:lnTo>
                      <a:lnTo>
                        <a:pt x="873041" y="877602"/>
                      </a:lnTo>
                      <a:lnTo>
                        <a:pt x="873018" y="877625"/>
                      </a:lnTo>
                      <a:lnTo>
                        <a:pt x="865991" y="886411"/>
                      </a:lnTo>
                      <a:lnTo>
                        <a:pt x="865934" y="887199"/>
                      </a:lnTo>
                      <a:lnTo>
                        <a:pt x="862391" y="891100"/>
                      </a:lnTo>
                      <a:lnTo>
                        <a:pt x="860157" y="892720"/>
                      </a:lnTo>
                      <a:lnTo>
                        <a:pt x="857460" y="896529"/>
                      </a:lnTo>
                      <a:lnTo>
                        <a:pt x="856881" y="897165"/>
                      </a:lnTo>
                      <a:lnTo>
                        <a:pt x="856870" y="897374"/>
                      </a:lnTo>
                      <a:lnTo>
                        <a:pt x="856603" y="897733"/>
                      </a:lnTo>
                      <a:lnTo>
                        <a:pt x="856013" y="905465"/>
                      </a:lnTo>
                      <a:lnTo>
                        <a:pt x="855712" y="905709"/>
                      </a:lnTo>
                      <a:lnTo>
                        <a:pt x="852807" y="907028"/>
                      </a:lnTo>
                      <a:lnTo>
                        <a:pt x="850966" y="909644"/>
                      </a:lnTo>
                      <a:lnTo>
                        <a:pt x="850619" y="909934"/>
                      </a:lnTo>
                      <a:lnTo>
                        <a:pt x="850700" y="909980"/>
                      </a:lnTo>
                      <a:lnTo>
                        <a:pt x="850712" y="909992"/>
                      </a:lnTo>
                      <a:lnTo>
                        <a:pt x="846405" y="916092"/>
                      </a:lnTo>
                      <a:lnTo>
                        <a:pt x="846255" y="916497"/>
                      </a:lnTo>
                      <a:lnTo>
                        <a:pt x="845328" y="917817"/>
                      </a:lnTo>
                      <a:lnTo>
                        <a:pt x="843882" y="918268"/>
                      </a:lnTo>
                      <a:lnTo>
                        <a:pt x="843708" y="915015"/>
                      </a:lnTo>
                      <a:lnTo>
                        <a:pt x="841485" y="915085"/>
                      </a:lnTo>
                      <a:lnTo>
                        <a:pt x="836878" y="915120"/>
                      </a:lnTo>
                      <a:lnTo>
                        <a:pt x="821945" y="915085"/>
                      </a:lnTo>
                      <a:lnTo>
                        <a:pt x="819063" y="916543"/>
                      </a:lnTo>
                      <a:lnTo>
                        <a:pt x="815127" y="916902"/>
                      </a:lnTo>
                      <a:lnTo>
                        <a:pt x="813912" y="918523"/>
                      </a:lnTo>
                      <a:lnTo>
                        <a:pt x="813796" y="918569"/>
                      </a:lnTo>
                      <a:lnTo>
                        <a:pt x="811967" y="918650"/>
                      </a:lnTo>
                      <a:lnTo>
                        <a:pt x="813773" y="919507"/>
                      </a:lnTo>
                      <a:lnTo>
                        <a:pt x="811573" y="919993"/>
                      </a:lnTo>
                      <a:lnTo>
                        <a:pt x="811272" y="920085"/>
                      </a:lnTo>
                      <a:lnTo>
                        <a:pt x="811145" y="920375"/>
                      </a:lnTo>
                      <a:lnTo>
                        <a:pt x="811643" y="920201"/>
                      </a:lnTo>
                      <a:lnTo>
                        <a:pt x="824886" y="917736"/>
                      </a:lnTo>
                      <a:lnTo>
                        <a:pt x="828821" y="919576"/>
                      </a:lnTo>
                      <a:lnTo>
                        <a:pt x="829250" y="918233"/>
                      </a:lnTo>
                      <a:lnTo>
                        <a:pt x="840351" y="917029"/>
                      </a:lnTo>
                      <a:lnTo>
                        <a:pt x="845028" y="919865"/>
                      </a:lnTo>
                      <a:lnTo>
                        <a:pt x="841624" y="929231"/>
                      </a:lnTo>
                      <a:lnTo>
                        <a:pt x="840270" y="932449"/>
                      </a:lnTo>
                      <a:lnTo>
                        <a:pt x="840258" y="932483"/>
                      </a:lnTo>
                      <a:lnTo>
                        <a:pt x="837746" y="944453"/>
                      </a:lnTo>
                      <a:lnTo>
                        <a:pt x="838522" y="950426"/>
                      </a:lnTo>
                      <a:lnTo>
                        <a:pt x="838464" y="950461"/>
                      </a:lnTo>
                      <a:lnTo>
                        <a:pt x="837735" y="952938"/>
                      </a:lnTo>
                      <a:lnTo>
                        <a:pt x="841254" y="954628"/>
                      </a:lnTo>
                      <a:lnTo>
                        <a:pt x="841219" y="954674"/>
                      </a:lnTo>
                      <a:lnTo>
                        <a:pt x="842828" y="955774"/>
                      </a:lnTo>
                      <a:lnTo>
                        <a:pt x="844229" y="956515"/>
                      </a:lnTo>
                      <a:lnTo>
                        <a:pt x="842759" y="958818"/>
                      </a:lnTo>
                      <a:lnTo>
                        <a:pt x="846162" y="959699"/>
                      </a:lnTo>
                      <a:lnTo>
                        <a:pt x="847192" y="963645"/>
                      </a:lnTo>
                      <a:lnTo>
                        <a:pt x="850271" y="963576"/>
                      </a:lnTo>
                      <a:lnTo>
                        <a:pt x="849241" y="965706"/>
                      </a:lnTo>
                      <a:lnTo>
                        <a:pt x="846278" y="966921"/>
                      </a:lnTo>
                      <a:lnTo>
                        <a:pt x="841474" y="965995"/>
                      </a:lnTo>
                      <a:lnTo>
                        <a:pt x="836959" y="969318"/>
                      </a:lnTo>
                      <a:lnTo>
                        <a:pt x="834285" y="967141"/>
                      </a:lnTo>
                      <a:lnTo>
                        <a:pt x="832132" y="967211"/>
                      </a:lnTo>
                      <a:lnTo>
                        <a:pt x="834042" y="965081"/>
                      </a:lnTo>
                      <a:lnTo>
                        <a:pt x="831634" y="964896"/>
                      </a:lnTo>
                      <a:lnTo>
                        <a:pt x="832109" y="966921"/>
                      </a:lnTo>
                      <a:lnTo>
                        <a:pt x="830488" y="963738"/>
                      </a:lnTo>
                      <a:lnTo>
                        <a:pt x="827965" y="965197"/>
                      </a:lnTo>
                      <a:lnTo>
                        <a:pt x="826101" y="969792"/>
                      </a:lnTo>
                      <a:lnTo>
                        <a:pt x="822953" y="971668"/>
                      </a:lnTo>
                      <a:lnTo>
                        <a:pt x="821089" y="977120"/>
                      </a:lnTo>
                      <a:lnTo>
                        <a:pt x="820533" y="981160"/>
                      </a:lnTo>
                      <a:lnTo>
                        <a:pt x="822571" y="983336"/>
                      </a:lnTo>
                      <a:lnTo>
                        <a:pt x="822709" y="983475"/>
                      </a:lnTo>
                      <a:lnTo>
                        <a:pt x="820464" y="984343"/>
                      </a:lnTo>
                      <a:lnTo>
                        <a:pt x="821158" y="991069"/>
                      </a:lnTo>
                      <a:lnTo>
                        <a:pt x="822165" y="997250"/>
                      </a:lnTo>
                      <a:lnTo>
                        <a:pt x="824075" y="996857"/>
                      </a:lnTo>
                      <a:lnTo>
                        <a:pt x="825534" y="999473"/>
                      </a:lnTo>
                      <a:lnTo>
                        <a:pt x="831044" y="997910"/>
                      </a:lnTo>
                      <a:lnTo>
                        <a:pt x="833799" y="999554"/>
                      </a:lnTo>
                      <a:lnTo>
                        <a:pt x="837758" y="1001417"/>
                      </a:lnTo>
                      <a:lnTo>
                        <a:pt x="837851" y="1001511"/>
                      </a:lnTo>
                      <a:lnTo>
                        <a:pt x="837908" y="1002182"/>
                      </a:lnTo>
                      <a:lnTo>
                        <a:pt x="838279" y="1002309"/>
                      </a:lnTo>
                      <a:lnTo>
                        <a:pt x="840386" y="1001024"/>
                      </a:lnTo>
                      <a:lnTo>
                        <a:pt x="837527" y="997621"/>
                      </a:lnTo>
                      <a:lnTo>
                        <a:pt x="840802" y="1001082"/>
                      </a:lnTo>
                      <a:lnTo>
                        <a:pt x="848940" y="1001152"/>
                      </a:lnTo>
                      <a:lnTo>
                        <a:pt x="844958" y="1006083"/>
                      </a:lnTo>
                      <a:lnTo>
                        <a:pt x="841682" y="1007101"/>
                      </a:lnTo>
                      <a:lnTo>
                        <a:pt x="840953" y="1010099"/>
                      </a:lnTo>
                      <a:lnTo>
                        <a:pt x="843615" y="1011986"/>
                      </a:lnTo>
                      <a:lnTo>
                        <a:pt x="839124" y="1013144"/>
                      </a:lnTo>
                      <a:lnTo>
                        <a:pt x="838974" y="1013352"/>
                      </a:lnTo>
                      <a:lnTo>
                        <a:pt x="836126" y="1017149"/>
                      </a:lnTo>
                      <a:lnTo>
                        <a:pt x="837110" y="1019337"/>
                      </a:lnTo>
                      <a:lnTo>
                        <a:pt x="833903" y="1025125"/>
                      </a:lnTo>
                      <a:lnTo>
                        <a:pt x="834158" y="1025472"/>
                      </a:lnTo>
                      <a:lnTo>
                        <a:pt x="834100" y="1025600"/>
                      </a:lnTo>
                      <a:lnTo>
                        <a:pt x="836323" y="1028505"/>
                      </a:lnTo>
                      <a:lnTo>
                        <a:pt x="834945" y="1032349"/>
                      </a:lnTo>
                      <a:lnTo>
                        <a:pt x="829967" y="1033517"/>
                      </a:lnTo>
                      <a:lnTo>
                        <a:pt x="828671" y="1037720"/>
                      </a:lnTo>
                      <a:lnTo>
                        <a:pt x="824955" y="1038645"/>
                      </a:lnTo>
                      <a:lnTo>
                        <a:pt x="820406" y="1034039"/>
                      </a:lnTo>
                      <a:lnTo>
                        <a:pt x="819225" y="1034698"/>
                      </a:lnTo>
                      <a:lnTo>
                        <a:pt x="814028" y="1031109"/>
                      </a:lnTo>
                      <a:lnTo>
                        <a:pt x="817651" y="1028308"/>
                      </a:lnTo>
                      <a:lnTo>
                        <a:pt x="815312" y="1029049"/>
                      </a:lnTo>
                      <a:lnTo>
                        <a:pt x="815046" y="1028158"/>
                      </a:lnTo>
                      <a:lnTo>
                        <a:pt x="815382" y="1027151"/>
                      </a:lnTo>
                      <a:lnTo>
                        <a:pt x="813738" y="1023910"/>
                      </a:lnTo>
                      <a:lnTo>
                        <a:pt x="813205" y="1022150"/>
                      </a:lnTo>
                      <a:lnTo>
                        <a:pt x="812905" y="1019765"/>
                      </a:lnTo>
                      <a:lnTo>
                        <a:pt x="815497" y="1019002"/>
                      </a:lnTo>
                      <a:lnTo>
                        <a:pt x="813611" y="1019187"/>
                      </a:lnTo>
                      <a:lnTo>
                        <a:pt x="812661" y="1015818"/>
                      </a:lnTo>
                      <a:lnTo>
                        <a:pt x="812615" y="1015020"/>
                      </a:lnTo>
                      <a:lnTo>
                        <a:pt x="812384" y="1014869"/>
                      </a:lnTo>
                      <a:lnTo>
                        <a:pt x="812048" y="1013665"/>
                      </a:lnTo>
                      <a:lnTo>
                        <a:pt x="807672" y="1010713"/>
                      </a:lnTo>
                      <a:lnTo>
                        <a:pt x="812974" y="1006893"/>
                      </a:lnTo>
                      <a:lnTo>
                        <a:pt x="813217" y="1004659"/>
                      </a:lnTo>
                      <a:lnTo>
                        <a:pt x="803632" y="1002992"/>
                      </a:lnTo>
                      <a:lnTo>
                        <a:pt x="800958" y="1004682"/>
                      </a:lnTo>
                      <a:lnTo>
                        <a:pt x="796120" y="999565"/>
                      </a:lnTo>
                      <a:lnTo>
                        <a:pt x="795842" y="1001290"/>
                      </a:lnTo>
                      <a:lnTo>
                        <a:pt x="792566" y="1000017"/>
                      </a:lnTo>
                      <a:lnTo>
                        <a:pt x="793457" y="998049"/>
                      </a:lnTo>
                      <a:lnTo>
                        <a:pt x="792010" y="994820"/>
                      </a:lnTo>
                      <a:lnTo>
                        <a:pt x="787171" y="996174"/>
                      </a:lnTo>
                      <a:lnTo>
                        <a:pt x="786951" y="996231"/>
                      </a:lnTo>
                      <a:lnTo>
                        <a:pt x="787218" y="996024"/>
                      </a:lnTo>
                      <a:lnTo>
                        <a:pt x="788989" y="994681"/>
                      </a:lnTo>
                      <a:lnTo>
                        <a:pt x="788584" y="992933"/>
                      </a:lnTo>
                      <a:lnTo>
                        <a:pt x="783039" y="993152"/>
                      </a:lnTo>
                      <a:lnTo>
                        <a:pt x="782807" y="991625"/>
                      </a:lnTo>
                      <a:lnTo>
                        <a:pt x="778652" y="987805"/>
                      </a:lnTo>
                      <a:lnTo>
                        <a:pt x="775862" y="985246"/>
                      </a:lnTo>
                      <a:lnTo>
                        <a:pt x="774426" y="983336"/>
                      </a:lnTo>
                      <a:lnTo>
                        <a:pt x="774889" y="980408"/>
                      </a:lnTo>
                      <a:lnTo>
                        <a:pt x="774727" y="980315"/>
                      </a:lnTo>
                      <a:lnTo>
                        <a:pt x="774137" y="983324"/>
                      </a:lnTo>
                      <a:lnTo>
                        <a:pt x="776140" y="986218"/>
                      </a:lnTo>
                      <a:lnTo>
                        <a:pt x="778108" y="987850"/>
                      </a:lnTo>
                      <a:lnTo>
                        <a:pt x="781221" y="991045"/>
                      </a:lnTo>
                      <a:lnTo>
                        <a:pt x="778547" y="989170"/>
                      </a:lnTo>
                      <a:lnTo>
                        <a:pt x="780180" y="992076"/>
                      </a:lnTo>
                      <a:lnTo>
                        <a:pt x="782020" y="992990"/>
                      </a:lnTo>
                      <a:lnTo>
                        <a:pt x="781488" y="991057"/>
                      </a:lnTo>
                      <a:lnTo>
                        <a:pt x="782263" y="993176"/>
                      </a:lnTo>
                      <a:lnTo>
                        <a:pt x="782935" y="993592"/>
                      </a:lnTo>
                      <a:lnTo>
                        <a:pt x="787993" y="993708"/>
                      </a:lnTo>
                      <a:lnTo>
                        <a:pt x="786708" y="996382"/>
                      </a:lnTo>
                      <a:lnTo>
                        <a:pt x="786847" y="997146"/>
                      </a:lnTo>
                      <a:lnTo>
                        <a:pt x="792068" y="997076"/>
                      </a:lnTo>
                      <a:lnTo>
                        <a:pt x="788202" y="1001742"/>
                      </a:lnTo>
                      <a:lnTo>
                        <a:pt x="779601" y="1002922"/>
                      </a:lnTo>
                      <a:lnTo>
                        <a:pt x="781002" y="1003270"/>
                      </a:lnTo>
                      <a:lnTo>
                        <a:pt x="780920" y="1004207"/>
                      </a:lnTo>
                      <a:lnTo>
                        <a:pt x="791443" y="1001152"/>
                      </a:lnTo>
                      <a:lnTo>
                        <a:pt x="794869" y="1004786"/>
                      </a:lnTo>
                      <a:lnTo>
                        <a:pt x="801768" y="1006824"/>
                      </a:lnTo>
                      <a:lnTo>
                        <a:pt x="799164" y="1009706"/>
                      </a:lnTo>
                      <a:lnTo>
                        <a:pt x="802278" y="1008873"/>
                      </a:lnTo>
                      <a:lnTo>
                        <a:pt x="804559" y="1005353"/>
                      </a:lnTo>
                      <a:lnTo>
                        <a:pt x="806851" y="1006349"/>
                      </a:lnTo>
                      <a:lnTo>
                        <a:pt x="805519" y="1009301"/>
                      </a:lnTo>
                      <a:lnTo>
                        <a:pt x="806550" y="1011720"/>
                      </a:lnTo>
                      <a:lnTo>
                        <a:pt x="811643" y="1016790"/>
                      </a:lnTo>
                      <a:lnTo>
                        <a:pt x="811631" y="1017011"/>
                      </a:lnTo>
                      <a:lnTo>
                        <a:pt x="809513" y="1022358"/>
                      </a:lnTo>
                      <a:lnTo>
                        <a:pt x="808274" y="1021606"/>
                      </a:lnTo>
                      <a:lnTo>
                        <a:pt x="803702" y="1025936"/>
                      </a:lnTo>
                      <a:lnTo>
                        <a:pt x="808436" y="1023632"/>
                      </a:lnTo>
                      <a:lnTo>
                        <a:pt x="812303" y="1024616"/>
                      </a:lnTo>
                      <a:lnTo>
                        <a:pt x="812951" y="1032487"/>
                      </a:lnTo>
                      <a:lnTo>
                        <a:pt x="814028" y="1034282"/>
                      </a:lnTo>
                      <a:lnTo>
                        <a:pt x="816864" y="1034374"/>
                      </a:lnTo>
                      <a:lnTo>
                        <a:pt x="817662" y="1038495"/>
                      </a:lnTo>
                      <a:lnTo>
                        <a:pt x="814247" y="1041517"/>
                      </a:lnTo>
                      <a:lnTo>
                        <a:pt x="814479" y="1042061"/>
                      </a:lnTo>
                      <a:lnTo>
                        <a:pt x="814433" y="1043496"/>
                      </a:lnTo>
                      <a:lnTo>
                        <a:pt x="812430" y="1043901"/>
                      </a:lnTo>
                      <a:lnTo>
                        <a:pt x="808946" y="1043762"/>
                      </a:lnTo>
                      <a:lnTo>
                        <a:pt x="808621" y="1044063"/>
                      </a:lnTo>
                      <a:lnTo>
                        <a:pt x="807950" y="1044063"/>
                      </a:lnTo>
                      <a:lnTo>
                        <a:pt x="804987" y="1047443"/>
                      </a:lnTo>
                      <a:lnTo>
                        <a:pt x="799153" y="1048045"/>
                      </a:lnTo>
                      <a:lnTo>
                        <a:pt x="790795" y="1058255"/>
                      </a:lnTo>
                      <a:lnTo>
                        <a:pt x="788387" y="1063349"/>
                      </a:lnTo>
                      <a:lnTo>
                        <a:pt x="787739" y="1064252"/>
                      </a:lnTo>
                      <a:lnTo>
                        <a:pt x="787519" y="1065189"/>
                      </a:lnTo>
                      <a:lnTo>
                        <a:pt x="785887" y="1068639"/>
                      </a:lnTo>
                      <a:lnTo>
                        <a:pt x="781823" y="1089036"/>
                      </a:lnTo>
                      <a:lnTo>
                        <a:pt x="780978" y="1093307"/>
                      </a:lnTo>
                      <a:lnTo>
                        <a:pt x="780585" y="1095009"/>
                      </a:lnTo>
                      <a:lnTo>
                        <a:pt x="780608" y="1095170"/>
                      </a:lnTo>
                      <a:lnTo>
                        <a:pt x="780446" y="1095946"/>
                      </a:lnTo>
                      <a:lnTo>
                        <a:pt x="780944" y="1097498"/>
                      </a:lnTo>
                      <a:lnTo>
                        <a:pt x="781221" y="1099338"/>
                      </a:lnTo>
                      <a:lnTo>
                        <a:pt x="781673" y="1099755"/>
                      </a:lnTo>
                      <a:lnTo>
                        <a:pt x="782113" y="1101121"/>
                      </a:lnTo>
                      <a:lnTo>
                        <a:pt x="786454" y="1104107"/>
                      </a:lnTo>
                      <a:lnTo>
                        <a:pt x="787056" y="1104663"/>
                      </a:lnTo>
                      <a:lnTo>
                        <a:pt x="785667" y="1104628"/>
                      </a:lnTo>
                      <a:lnTo>
                        <a:pt x="784555" y="1104397"/>
                      </a:lnTo>
                      <a:lnTo>
                        <a:pt x="784335" y="1104593"/>
                      </a:lnTo>
                      <a:lnTo>
                        <a:pt x="783733" y="1104570"/>
                      </a:lnTo>
                      <a:lnTo>
                        <a:pt x="781175" y="1106862"/>
                      </a:lnTo>
                      <a:lnTo>
                        <a:pt x="781140" y="1106828"/>
                      </a:lnTo>
                      <a:lnTo>
                        <a:pt x="780087" y="1105299"/>
                      </a:lnTo>
                      <a:lnTo>
                        <a:pt x="771972" y="1103934"/>
                      </a:lnTo>
                      <a:lnTo>
                        <a:pt x="771012" y="1104640"/>
                      </a:lnTo>
                      <a:lnTo>
                        <a:pt x="763383" y="1110323"/>
                      </a:lnTo>
                      <a:lnTo>
                        <a:pt x="761519" y="1113658"/>
                      </a:lnTo>
                      <a:lnTo>
                        <a:pt x="759563" y="1113391"/>
                      </a:lnTo>
                      <a:lnTo>
                        <a:pt x="759285" y="1113576"/>
                      </a:lnTo>
                      <a:lnTo>
                        <a:pt x="758197" y="1113518"/>
                      </a:lnTo>
                      <a:lnTo>
                        <a:pt x="756808" y="1115266"/>
                      </a:lnTo>
                      <a:lnTo>
                        <a:pt x="756391" y="1115533"/>
                      </a:lnTo>
                      <a:lnTo>
                        <a:pt x="754828" y="1112013"/>
                      </a:lnTo>
                      <a:lnTo>
                        <a:pt x="754805" y="1111956"/>
                      </a:lnTo>
                      <a:lnTo>
                        <a:pt x="754794" y="1111933"/>
                      </a:lnTo>
                      <a:lnTo>
                        <a:pt x="752618" y="1112465"/>
                      </a:lnTo>
                      <a:lnTo>
                        <a:pt x="751853" y="1110891"/>
                      </a:lnTo>
                      <a:lnTo>
                        <a:pt x="750615" y="1107939"/>
                      </a:lnTo>
                      <a:lnTo>
                        <a:pt x="737256" y="1102348"/>
                      </a:lnTo>
                      <a:lnTo>
                        <a:pt x="741782" y="1095148"/>
                      </a:lnTo>
                      <a:lnTo>
                        <a:pt x="749619" y="1093307"/>
                      </a:lnTo>
                      <a:lnTo>
                        <a:pt x="755083" y="1095170"/>
                      </a:lnTo>
                      <a:lnTo>
                        <a:pt x="750314" y="1092485"/>
                      </a:lnTo>
                      <a:lnTo>
                        <a:pt x="751853" y="1091640"/>
                      </a:lnTo>
                      <a:lnTo>
                        <a:pt x="756553" y="1089036"/>
                      </a:lnTo>
                      <a:lnTo>
                        <a:pt x="757537" y="1088491"/>
                      </a:lnTo>
                      <a:lnTo>
                        <a:pt x="753520" y="1088874"/>
                      </a:lnTo>
                      <a:lnTo>
                        <a:pt x="753393" y="1089036"/>
                      </a:lnTo>
                      <a:lnTo>
                        <a:pt x="751761" y="1091177"/>
                      </a:lnTo>
                      <a:lnTo>
                        <a:pt x="744017" y="1092867"/>
                      </a:lnTo>
                      <a:lnTo>
                        <a:pt x="743854" y="1091906"/>
                      </a:lnTo>
                      <a:lnTo>
                        <a:pt x="743785" y="1090772"/>
                      </a:lnTo>
                      <a:lnTo>
                        <a:pt x="745313" y="1089823"/>
                      </a:lnTo>
                      <a:lnTo>
                        <a:pt x="745082" y="1089036"/>
                      </a:lnTo>
                      <a:lnTo>
                        <a:pt x="744225" y="1086153"/>
                      </a:lnTo>
                      <a:lnTo>
                        <a:pt x="744260" y="1086130"/>
                      </a:lnTo>
                      <a:lnTo>
                        <a:pt x="747431" y="1086223"/>
                      </a:lnTo>
                      <a:lnTo>
                        <a:pt x="747350" y="1083363"/>
                      </a:lnTo>
                      <a:lnTo>
                        <a:pt x="751437" y="1082564"/>
                      </a:lnTo>
                      <a:lnTo>
                        <a:pt x="748346" y="1081222"/>
                      </a:lnTo>
                      <a:lnTo>
                        <a:pt x="754226" y="1079485"/>
                      </a:lnTo>
                      <a:lnTo>
                        <a:pt x="757942" y="1075272"/>
                      </a:lnTo>
                      <a:lnTo>
                        <a:pt x="747929" y="1080319"/>
                      </a:lnTo>
                      <a:lnTo>
                        <a:pt x="743924" y="1084336"/>
                      </a:lnTo>
                      <a:lnTo>
                        <a:pt x="744815" y="1080921"/>
                      </a:lnTo>
                      <a:lnTo>
                        <a:pt x="741979" y="1080261"/>
                      </a:lnTo>
                      <a:lnTo>
                        <a:pt x="743785" y="1067307"/>
                      </a:lnTo>
                      <a:lnTo>
                        <a:pt x="740937" y="1074230"/>
                      </a:lnTo>
                      <a:lnTo>
                        <a:pt x="738263" y="1072007"/>
                      </a:lnTo>
                      <a:lnTo>
                        <a:pt x="737546" y="1069298"/>
                      </a:lnTo>
                      <a:lnTo>
                        <a:pt x="736191" y="1069715"/>
                      </a:lnTo>
                      <a:lnTo>
                        <a:pt x="737569" y="1070317"/>
                      </a:lnTo>
                      <a:lnTo>
                        <a:pt x="737152" y="1075098"/>
                      </a:lnTo>
                      <a:lnTo>
                        <a:pt x="739097" y="1075422"/>
                      </a:lnTo>
                      <a:lnTo>
                        <a:pt x="739942" y="1079427"/>
                      </a:lnTo>
                      <a:lnTo>
                        <a:pt x="738263" y="1081025"/>
                      </a:lnTo>
                      <a:lnTo>
                        <a:pt x="733066" y="1077587"/>
                      </a:lnTo>
                      <a:lnTo>
                        <a:pt x="733390" y="1079624"/>
                      </a:lnTo>
                      <a:lnTo>
                        <a:pt x="736400" y="1080527"/>
                      </a:lnTo>
                      <a:lnTo>
                        <a:pt x="737360" y="1082796"/>
                      </a:lnTo>
                      <a:lnTo>
                        <a:pt x="732255" y="1083780"/>
                      </a:lnTo>
                      <a:lnTo>
                        <a:pt x="740787" y="1084683"/>
                      </a:lnTo>
                      <a:lnTo>
                        <a:pt x="741944" y="1089036"/>
                      </a:lnTo>
                      <a:lnTo>
                        <a:pt x="742882" y="1092577"/>
                      </a:lnTo>
                      <a:lnTo>
                        <a:pt x="741493" y="1093099"/>
                      </a:lnTo>
                      <a:lnTo>
                        <a:pt x="739456" y="1090309"/>
                      </a:lnTo>
                      <a:lnTo>
                        <a:pt x="736747" y="1090610"/>
                      </a:lnTo>
                      <a:lnTo>
                        <a:pt x="739409" y="1091339"/>
                      </a:lnTo>
                      <a:lnTo>
                        <a:pt x="740081" y="1095032"/>
                      </a:lnTo>
                      <a:lnTo>
                        <a:pt x="739849" y="1095286"/>
                      </a:lnTo>
                      <a:lnTo>
                        <a:pt x="735670" y="1099003"/>
                      </a:lnTo>
                      <a:lnTo>
                        <a:pt x="734038" y="1098852"/>
                      </a:lnTo>
                      <a:lnTo>
                        <a:pt x="734084" y="1100414"/>
                      </a:lnTo>
                      <a:lnTo>
                        <a:pt x="733818" y="1100657"/>
                      </a:lnTo>
                      <a:lnTo>
                        <a:pt x="734270" y="1105879"/>
                      </a:lnTo>
                      <a:lnTo>
                        <a:pt x="734304" y="1107013"/>
                      </a:lnTo>
                      <a:lnTo>
                        <a:pt x="734142" y="1107071"/>
                      </a:lnTo>
                      <a:lnTo>
                        <a:pt x="732024" y="1107314"/>
                      </a:lnTo>
                      <a:lnTo>
                        <a:pt x="732174" y="1107812"/>
                      </a:lnTo>
                      <a:lnTo>
                        <a:pt x="731989" y="1107881"/>
                      </a:lnTo>
                      <a:lnTo>
                        <a:pt x="732695" y="1109861"/>
                      </a:lnTo>
                      <a:lnTo>
                        <a:pt x="732568" y="1109907"/>
                      </a:lnTo>
                      <a:lnTo>
                        <a:pt x="730288" y="1109745"/>
                      </a:lnTo>
                      <a:lnTo>
                        <a:pt x="727255" y="1107418"/>
                      </a:lnTo>
                      <a:lnTo>
                        <a:pt x="719881" y="1106098"/>
                      </a:lnTo>
                      <a:lnTo>
                        <a:pt x="717543" y="1103679"/>
                      </a:lnTo>
                      <a:lnTo>
                        <a:pt x="716883" y="1101977"/>
                      </a:lnTo>
                      <a:lnTo>
                        <a:pt x="714510" y="1100530"/>
                      </a:lnTo>
                      <a:lnTo>
                        <a:pt x="713746" y="1099743"/>
                      </a:lnTo>
                      <a:lnTo>
                        <a:pt x="701637" y="1092671"/>
                      </a:lnTo>
                      <a:lnTo>
                        <a:pt x="700723" y="1090459"/>
                      </a:lnTo>
                      <a:lnTo>
                        <a:pt x="705156" y="1090471"/>
                      </a:lnTo>
                      <a:lnTo>
                        <a:pt x="704728" y="1089741"/>
                      </a:lnTo>
                      <a:lnTo>
                        <a:pt x="705052" y="1084753"/>
                      </a:lnTo>
                      <a:lnTo>
                        <a:pt x="705758" y="1081453"/>
                      </a:lnTo>
                      <a:lnTo>
                        <a:pt x="705399" y="1079034"/>
                      </a:lnTo>
                      <a:lnTo>
                        <a:pt x="704879" y="1078883"/>
                      </a:lnTo>
                      <a:lnTo>
                        <a:pt x="703987" y="1077888"/>
                      </a:lnTo>
                      <a:lnTo>
                        <a:pt x="702147" y="1078096"/>
                      </a:lnTo>
                      <a:lnTo>
                        <a:pt x="702066" y="1078073"/>
                      </a:lnTo>
                      <a:lnTo>
                        <a:pt x="701533" y="1077263"/>
                      </a:lnTo>
                      <a:lnTo>
                        <a:pt x="701788" y="1076348"/>
                      </a:lnTo>
                      <a:lnTo>
                        <a:pt x="700190" y="1075179"/>
                      </a:lnTo>
                      <a:lnTo>
                        <a:pt x="697088" y="1070364"/>
                      </a:lnTo>
                      <a:lnTo>
                        <a:pt x="697887" y="1067227"/>
                      </a:lnTo>
                      <a:lnTo>
                        <a:pt x="702274" y="1068836"/>
                      </a:lnTo>
                      <a:lnTo>
                        <a:pt x="703871" y="1064240"/>
                      </a:lnTo>
                      <a:lnTo>
                        <a:pt x="708386" y="1062098"/>
                      </a:lnTo>
                      <a:lnTo>
                        <a:pt x="706117" y="1061739"/>
                      </a:lnTo>
                      <a:lnTo>
                        <a:pt x="706001" y="1057966"/>
                      </a:lnTo>
                      <a:lnTo>
                        <a:pt x="711986" y="1051958"/>
                      </a:lnTo>
                      <a:lnTo>
                        <a:pt x="714313" y="1052132"/>
                      </a:lnTo>
                      <a:lnTo>
                        <a:pt x="713120" y="1051310"/>
                      </a:lnTo>
                      <a:lnTo>
                        <a:pt x="714417" y="1051032"/>
                      </a:lnTo>
                      <a:lnTo>
                        <a:pt x="713421" y="1050360"/>
                      </a:lnTo>
                      <a:lnTo>
                        <a:pt x="709775" y="1053011"/>
                      </a:lnTo>
                      <a:lnTo>
                        <a:pt x="707807" y="1051345"/>
                      </a:lnTo>
                      <a:lnTo>
                        <a:pt x="709081" y="1053880"/>
                      </a:lnTo>
                      <a:lnTo>
                        <a:pt x="704508" y="1057723"/>
                      </a:lnTo>
                      <a:lnTo>
                        <a:pt x="705318" y="1061763"/>
                      </a:lnTo>
                      <a:lnTo>
                        <a:pt x="702714" y="1063824"/>
                      </a:lnTo>
                      <a:lnTo>
                        <a:pt x="701811" y="1067238"/>
                      </a:lnTo>
                      <a:lnTo>
                        <a:pt x="700294" y="1067412"/>
                      </a:lnTo>
                      <a:lnTo>
                        <a:pt x="697597" y="1065606"/>
                      </a:lnTo>
                      <a:lnTo>
                        <a:pt x="692307" y="1067192"/>
                      </a:lnTo>
                      <a:lnTo>
                        <a:pt x="691485" y="1063846"/>
                      </a:lnTo>
                      <a:lnTo>
                        <a:pt x="689656" y="1063013"/>
                      </a:lnTo>
                      <a:lnTo>
                        <a:pt x="687063" y="1060617"/>
                      </a:lnTo>
                      <a:lnTo>
                        <a:pt x="686716" y="1059586"/>
                      </a:lnTo>
                      <a:lnTo>
                        <a:pt x="684447" y="1059204"/>
                      </a:lnTo>
                      <a:lnTo>
                        <a:pt x="681634" y="1058139"/>
                      </a:lnTo>
                      <a:lnTo>
                        <a:pt x="678914" y="1058279"/>
                      </a:lnTo>
                      <a:lnTo>
                        <a:pt x="673554" y="1057387"/>
                      </a:lnTo>
                      <a:lnTo>
                        <a:pt x="673438" y="1057109"/>
                      </a:lnTo>
                      <a:lnTo>
                        <a:pt x="673010" y="1052027"/>
                      </a:lnTo>
                      <a:lnTo>
                        <a:pt x="677814" y="1042431"/>
                      </a:lnTo>
                      <a:lnTo>
                        <a:pt x="680222" y="1041505"/>
                      </a:lnTo>
                      <a:lnTo>
                        <a:pt x="683544" y="1037372"/>
                      </a:lnTo>
                      <a:lnTo>
                        <a:pt x="680245" y="1040973"/>
                      </a:lnTo>
                      <a:lnTo>
                        <a:pt x="677478" y="1041517"/>
                      </a:lnTo>
                      <a:lnTo>
                        <a:pt x="677444" y="1039965"/>
                      </a:lnTo>
                      <a:lnTo>
                        <a:pt x="681032" y="1034547"/>
                      </a:lnTo>
                      <a:lnTo>
                        <a:pt x="676425" y="1039074"/>
                      </a:lnTo>
                      <a:lnTo>
                        <a:pt x="676460" y="1044515"/>
                      </a:lnTo>
                      <a:lnTo>
                        <a:pt x="672478" y="1050141"/>
                      </a:lnTo>
                      <a:lnTo>
                        <a:pt x="670961" y="1050997"/>
                      </a:lnTo>
                      <a:lnTo>
                        <a:pt x="670799" y="1050928"/>
                      </a:lnTo>
                      <a:lnTo>
                        <a:pt x="669607" y="1051773"/>
                      </a:lnTo>
                      <a:lnTo>
                        <a:pt x="666585" y="1053509"/>
                      </a:lnTo>
                      <a:lnTo>
                        <a:pt x="665312" y="1052861"/>
                      </a:lnTo>
                      <a:lnTo>
                        <a:pt x="662210" y="1051287"/>
                      </a:lnTo>
                      <a:lnTo>
                        <a:pt x="657695" y="1051646"/>
                      </a:lnTo>
                      <a:lnTo>
                        <a:pt x="656109" y="1051263"/>
                      </a:lnTo>
                      <a:lnTo>
                        <a:pt x="655808" y="1051796"/>
                      </a:lnTo>
                      <a:lnTo>
                        <a:pt x="655021" y="1051854"/>
                      </a:lnTo>
                      <a:lnTo>
                        <a:pt x="652486" y="1053717"/>
                      </a:lnTo>
                      <a:lnTo>
                        <a:pt x="650044" y="1054099"/>
                      </a:lnTo>
                      <a:lnTo>
                        <a:pt x="647717" y="1053706"/>
                      </a:lnTo>
                      <a:lnTo>
                        <a:pt x="647265" y="1054528"/>
                      </a:lnTo>
                      <a:lnTo>
                        <a:pt x="646883" y="1054586"/>
                      </a:lnTo>
                      <a:lnTo>
                        <a:pt x="645957" y="1056924"/>
                      </a:lnTo>
                      <a:lnTo>
                        <a:pt x="645205" y="1058290"/>
                      </a:lnTo>
                      <a:lnTo>
                        <a:pt x="644753" y="1058070"/>
                      </a:lnTo>
                      <a:lnTo>
                        <a:pt x="643457" y="1057167"/>
                      </a:lnTo>
                      <a:lnTo>
                        <a:pt x="642519" y="1057677"/>
                      </a:lnTo>
                      <a:lnTo>
                        <a:pt x="639197" y="1059182"/>
                      </a:lnTo>
                      <a:lnTo>
                        <a:pt x="638225" y="1059008"/>
                      </a:lnTo>
                      <a:lnTo>
                        <a:pt x="638364" y="1058649"/>
                      </a:lnTo>
                      <a:lnTo>
                        <a:pt x="634231" y="1058290"/>
                      </a:lnTo>
                      <a:lnTo>
                        <a:pt x="633768" y="1058209"/>
                      </a:lnTo>
                      <a:lnTo>
                        <a:pt x="633120" y="1056079"/>
                      </a:lnTo>
                      <a:lnTo>
                        <a:pt x="631754" y="1056589"/>
                      </a:lnTo>
                      <a:lnTo>
                        <a:pt x="629763" y="1054805"/>
                      </a:lnTo>
                      <a:lnTo>
                        <a:pt x="627980" y="1053035"/>
                      </a:lnTo>
                      <a:lnTo>
                        <a:pt x="624669" y="1052618"/>
                      </a:lnTo>
                      <a:lnTo>
                        <a:pt x="626128" y="1049180"/>
                      </a:lnTo>
                      <a:lnTo>
                        <a:pt x="626579" y="1049041"/>
                      </a:lnTo>
                      <a:lnTo>
                        <a:pt x="631210" y="1048404"/>
                      </a:lnTo>
                      <a:lnTo>
                        <a:pt x="633015" y="1049226"/>
                      </a:lnTo>
                      <a:lnTo>
                        <a:pt x="634787" y="1047305"/>
                      </a:lnTo>
                      <a:lnTo>
                        <a:pt x="637889" y="1048902"/>
                      </a:lnTo>
                      <a:lnTo>
                        <a:pt x="641142" y="1046691"/>
                      </a:lnTo>
                      <a:lnTo>
                        <a:pt x="636338" y="1047617"/>
                      </a:lnTo>
                      <a:lnTo>
                        <a:pt x="633328" y="1046529"/>
                      </a:lnTo>
                      <a:lnTo>
                        <a:pt x="633201" y="1044433"/>
                      </a:lnTo>
                      <a:lnTo>
                        <a:pt x="637113" y="1040891"/>
                      </a:lnTo>
                      <a:lnTo>
                        <a:pt x="635898" y="1040335"/>
                      </a:lnTo>
                      <a:lnTo>
                        <a:pt x="637484" y="1037106"/>
                      </a:lnTo>
                      <a:lnTo>
                        <a:pt x="647011" y="1030808"/>
                      </a:lnTo>
                      <a:lnTo>
                        <a:pt x="641038" y="1032175"/>
                      </a:lnTo>
                      <a:lnTo>
                        <a:pt x="639926" y="1031932"/>
                      </a:lnTo>
                      <a:lnTo>
                        <a:pt x="639811" y="1031897"/>
                      </a:lnTo>
                      <a:lnTo>
                        <a:pt x="636315" y="1036863"/>
                      </a:lnTo>
                      <a:lnTo>
                        <a:pt x="634509" y="1033309"/>
                      </a:lnTo>
                      <a:lnTo>
                        <a:pt x="634115" y="1028922"/>
                      </a:lnTo>
                      <a:lnTo>
                        <a:pt x="633907" y="1032337"/>
                      </a:lnTo>
                      <a:lnTo>
                        <a:pt x="631626" y="1032418"/>
                      </a:lnTo>
                      <a:lnTo>
                        <a:pt x="633745" y="1033274"/>
                      </a:lnTo>
                      <a:lnTo>
                        <a:pt x="635655" y="1038518"/>
                      </a:lnTo>
                      <a:lnTo>
                        <a:pt x="632819" y="1044318"/>
                      </a:lnTo>
                      <a:lnTo>
                        <a:pt x="631869" y="1048115"/>
                      </a:lnTo>
                      <a:lnTo>
                        <a:pt x="621208" y="1044052"/>
                      </a:lnTo>
                      <a:lnTo>
                        <a:pt x="618268" y="1044526"/>
                      </a:lnTo>
                      <a:lnTo>
                        <a:pt x="614992" y="1044897"/>
                      </a:lnTo>
                      <a:lnTo>
                        <a:pt x="614807" y="1045093"/>
                      </a:lnTo>
                      <a:lnTo>
                        <a:pt x="612758" y="1045429"/>
                      </a:lnTo>
                      <a:lnTo>
                        <a:pt x="610755" y="1042871"/>
                      </a:lnTo>
                      <a:lnTo>
                        <a:pt x="608475" y="1042790"/>
                      </a:lnTo>
                      <a:lnTo>
                        <a:pt x="607375" y="1039120"/>
                      </a:lnTo>
                      <a:lnTo>
                        <a:pt x="607711" y="1037430"/>
                      </a:lnTo>
                      <a:lnTo>
                        <a:pt x="608463" y="1036840"/>
                      </a:lnTo>
                      <a:lnTo>
                        <a:pt x="608185" y="1034999"/>
                      </a:lnTo>
                      <a:lnTo>
                        <a:pt x="608544" y="1033158"/>
                      </a:lnTo>
                      <a:lnTo>
                        <a:pt x="605118" y="1032094"/>
                      </a:lnTo>
                      <a:lnTo>
                        <a:pt x="605257" y="1029003"/>
                      </a:lnTo>
                      <a:lnTo>
                        <a:pt x="605268" y="1028875"/>
                      </a:lnTo>
                      <a:lnTo>
                        <a:pt x="607421" y="1026676"/>
                      </a:lnTo>
                      <a:lnTo>
                        <a:pt x="607421" y="1026653"/>
                      </a:lnTo>
                      <a:lnTo>
                        <a:pt x="606518" y="1020599"/>
                      </a:lnTo>
                      <a:lnTo>
                        <a:pt x="606009" y="1020367"/>
                      </a:lnTo>
                      <a:lnTo>
                        <a:pt x="605939" y="1020043"/>
                      </a:lnTo>
                      <a:lnTo>
                        <a:pt x="603647" y="1019337"/>
                      </a:lnTo>
                      <a:lnTo>
                        <a:pt x="603127" y="1019117"/>
                      </a:lnTo>
                      <a:lnTo>
                        <a:pt x="603763" y="1018874"/>
                      </a:lnTo>
                      <a:lnTo>
                        <a:pt x="605696" y="1018400"/>
                      </a:lnTo>
                      <a:lnTo>
                        <a:pt x="608567" y="1020148"/>
                      </a:lnTo>
                      <a:lnTo>
                        <a:pt x="610234" y="1018712"/>
                      </a:lnTo>
                      <a:lnTo>
                        <a:pt x="611114" y="1022370"/>
                      </a:lnTo>
                      <a:lnTo>
                        <a:pt x="614286" y="1021062"/>
                      </a:lnTo>
                      <a:lnTo>
                        <a:pt x="615779" y="1022127"/>
                      </a:lnTo>
                      <a:lnTo>
                        <a:pt x="613846" y="1019881"/>
                      </a:lnTo>
                      <a:lnTo>
                        <a:pt x="611750" y="1020622"/>
                      </a:lnTo>
                      <a:lnTo>
                        <a:pt x="611681" y="1019279"/>
                      </a:lnTo>
                      <a:lnTo>
                        <a:pt x="613082" y="1015147"/>
                      </a:lnTo>
                      <a:lnTo>
                        <a:pt x="615814" y="1015564"/>
                      </a:lnTo>
                      <a:lnTo>
                        <a:pt x="613360" y="1014371"/>
                      </a:lnTo>
                      <a:lnTo>
                        <a:pt x="616890" y="1007518"/>
                      </a:lnTo>
                      <a:lnTo>
                        <a:pt x="623060" y="1003605"/>
                      </a:lnTo>
                      <a:lnTo>
                        <a:pt x="622331" y="1001614"/>
                      </a:lnTo>
                      <a:lnTo>
                        <a:pt x="622146" y="1001464"/>
                      </a:lnTo>
                      <a:lnTo>
                        <a:pt x="622759" y="1003560"/>
                      </a:lnTo>
                      <a:lnTo>
                        <a:pt x="621011" y="1002657"/>
                      </a:lnTo>
                      <a:lnTo>
                        <a:pt x="615003" y="1007368"/>
                      </a:lnTo>
                      <a:lnTo>
                        <a:pt x="611114" y="1017473"/>
                      </a:lnTo>
                      <a:lnTo>
                        <a:pt x="608590" y="1018099"/>
                      </a:lnTo>
                      <a:lnTo>
                        <a:pt x="606773" y="1015679"/>
                      </a:lnTo>
                      <a:lnTo>
                        <a:pt x="605118" y="1016293"/>
                      </a:lnTo>
                      <a:lnTo>
                        <a:pt x="604550" y="1013167"/>
                      </a:lnTo>
                      <a:lnTo>
                        <a:pt x="603057" y="1013908"/>
                      </a:lnTo>
                      <a:lnTo>
                        <a:pt x="602976" y="1013931"/>
                      </a:lnTo>
                      <a:lnTo>
                        <a:pt x="603914" y="1014973"/>
                      </a:lnTo>
                      <a:lnTo>
                        <a:pt x="603914" y="1015031"/>
                      </a:lnTo>
                      <a:lnTo>
                        <a:pt x="603497" y="1016084"/>
                      </a:lnTo>
                      <a:lnTo>
                        <a:pt x="603520" y="1016166"/>
                      </a:lnTo>
                      <a:lnTo>
                        <a:pt x="603590" y="1016166"/>
                      </a:lnTo>
                      <a:lnTo>
                        <a:pt x="603613" y="1016223"/>
                      </a:lnTo>
                      <a:lnTo>
                        <a:pt x="603601" y="1016293"/>
                      </a:lnTo>
                      <a:lnTo>
                        <a:pt x="603705" y="1016304"/>
                      </a:lnTo>
                      <a:lnTo>
                        <a:pt x="603775" y="1016813"/>
                      </a:lnTo>
                      <a:lnTo>
                        <a:pt x="599029" y="1016351"/>
                      </a:lnTo>
                      <a:lnTo>
                        <a:pt x="596968" y="1017149"/>
                      </a:lnTo>
                      <a:lnTo>
                        <a:pt x="596494" y="1017184"/>
                      </a:lnTo>
                      <a:lnTo>
                        <a:pt x="596401" y="1014985"/>
                      </a:lnTo>
                      <a:lnTo>
                        <a:pt x="594804" y="1017786"/>
                      </a:lnTo>
                      <a:lnTo>
                        <a:pt x="592129" y="1019025"/>
                      </a:lnTo>
                      <a:lnTo>
                        <a:pt x="592060" y="1018990"/>
                      </a:lnTo>
                      <a:lnTo>
                        <a:pt x="591030" y="1018388"/>
                      </a:lnTo>
                      <a:lnTo>
                        <a:pt x="591609" y="1017658"/>
                      </a:lnTo>
                      <a:lnTo>
                        <a:pt x="592824" y="1016327"/>
                      </a:lnTo>
                      <a:lnTo>
                        <a:pt x="591539" y="1014476"/>
                      </a:lnTo>
                      <a:lnTo>
                        <a:pt x="591493" y="1014418"/>
                      </a:lnTo>
                      <a:lnTo>
                        <a:pt x="590648" y="1015957"/>
                      </a:lnTo>
                      <a:lnTo>
                        <a:pt x="584316" y="1013966"/>
                      </a:lnTo>
                      <a:lnTo>
                        <a:pt x="585578" y="1012739"/>
                      </a:lnTo>
                      <a:lnTo>
                        <a:pt x="584420" y="1012947"/>
                      </a:lnTo>
                      <a:lnTo>
                        <a:pt x="584431" y="1012889"/>
                      </a:lnTo>
                      <a:lnTo>
                        <a:pt x="585103" y="1009868"/>
                      </a:lnTo>
                      <a:lnTo>
                        <a:pt x="584848" y="1008896"/>
                      </a:lnTo>
                      <a:lnTo>
                        <a:pt x="584906" y="1008340"/>
                      </a:lnTo>
                      <a:lnTo>
                        <a:pt x="584154" y="1006210"/>
                      </a:lnTo>
                      <a:lnTo>
                        <a:pt x="584015" y="1005654"/>
                      </a:lnTo>
                      <a:lnTo>
                        <a:pt x="585022" y="1003849"/>
                      </a:lnTo>
                      <a:lnTo>
                        <a:pt x="583621" y="1004149"/>
                      </a:lnTo>
                      <a:lnTo>
                        <a:pt x="582904" y="1001337"/>
                      </a:lnTo>
                      <a:lnTo>
                        <a:pt x="581989" y="1000387"/>
                      </a:lnTo>
                      <a:lnTo>
                        <a:pt x="584871" y="998802"/>
                      </a:lnTo>
                      <a:lnTo>
                        <a:pt x="581318" y="999219"/>
                      </a:lnTo>
                      <a:lnTo>
                        <a:pt x="578782" y="997042"/>
                      </a:lnTo>
                      <a:lnTo>
                        <a:pt x="578181" y="996417"/>
                      </a:lnTo>
                      <a:lnTo>
                        <a:pt x="577474" y="994993"/>
                      </a:lnTo>
                      <a:lnTo>
                        <a:pt x="577671" y="994356"/>
                      </a:lnTo>
                      <a:lnTo>
                        <a:pt x="578238" y="993638"/>
                      </a:lnTo>
                      <a:lnTo>
                        <a:pt x="579327" y="989853"/>
                      </a:lnTo>
                      <a:lnTo>
                        <a:pt x="581619" y="983336"/>
                      </a:lnTo>
                      <a:lnTo>
                        <a:pt x="582753" y="980095"/>
                      </a:lnTo>
                      <a:lnTo>
                        <a:pt x="584987" y="980720"/>
                      </a:lnTo>
                      <a:lnTo>
                        <a:pt x="585531" y="982965"/>
                      </a:lnTo>
                      <a:lnTo>
                        <a:pt x="585149" y="980789"/>
                      </a:lnTo>
                      <a:lnTo>
                        <a:pt x="587707" y="980974"/>
                      </a:lnTo>
                      <a:lnTo>
                        <a:pt x="588518" y="981739"/>
                      </a:lnTo>
                      <a:lnTo>
                        <a:pt x="590659" y="981565"/>
                      </a:lnTo>
                      <a:lnTo>
                        <a:pt x="592546" y="983186"/>
                      </a:lnTo>
                      <a:lnTo>
                        <a:pt x="591169" y="981785"/>
                      </a:lnTo>
                      <a:lnTo>
                        <a:pt x="594016" y="978602"/>
                      </a:lnTo>
                      <a:lnTo>
                        <a:pt x="592639" y="979342"/>
                      </a:lnTo>
                      <a:lnTo>
                        <a:pt x="589340" y="981090"/>
                      </a:lnTo>
                      <a:lnTo>
                        <a:pt x="588576" y="981496"/>
                      </a:lnTo>
                      <a:lnTo>
                        <a:pt x="588078" y="980963"/>
                      </a:lnTo>
                      <a:lnTo>
                        <a:pt x="586932" y="979770"/>
                      </a:lnTo>
                      <a:lnTo>
                        <a:pt x="584813" y="980211"/>
                      </a:lnTo>
                      <a:lnTo>
                        <a:pt x="583702" y="977907"/>
                      </a:lnTo>
                      <a:lnTo>
                        <a:pt x="589154" y="974920"/>
                      </a:lnTo>
                      <a:lnTo>
                        <a:pt x="594259" y="965926"/>
                      </a:lnTo>
                      <a:lnTo>
                        <a:pt x="596540" y="967674"/>
                      </a:lnTo>
                      <a:lnTo>
                        <a:pt x="594503" y="965301"/>
                      </a:lnTo>
                      <a:lnTo>
                        <a:pt x="596077" y="963402"/>
                      </a:lnTo>
                      <a:lnTo>
                        <a:pt x="596621" y="962743"/>
                      </a:lnTo>
                      <a:lnTo>
                        <a:pt x="597420" y="961782"/>
                      </a:lnTo>
                      <a:lnTo>
                        <a:pt x="597014" y="960150"/>
                      </a:lnTo>
                      <a:lnTo>
                        <a:pt x="596632" y="958622"/>
                      </a:lnTo>
                      <a:lnTo>
                        <a:pt x="597327" y="958112"/>
                      </a:lnTo>
                      <a:lnTo>
                        <a:pt x="597871" y="957695"/>
                      </a:lnTo>
                      <a:lnTo>
                        <a:pt x="599098" y="956781"/>
                      </a:lnTo>
                      <a:lnTo>
                        <a:pt x="597663" y="957638"/>
                      </a:lnTo>
                      <a:lnTo>
                        <a:pt x="597362" y="957823"/>
                      </a:lnTo>
                      <a:lnTo>
                        <a:pt x="596412" y="958390"/>
                      </a:lnTo>
                      <a:lnTo>
                        <a:pt x="596042" y="961690"/>
                      </a:lnTo>
                      <a:lnTo>
                        <a:pt x="593854" y="961735"/>
                      </a:lnTo>
                      <a:lnTo>
                        <a:pt x="591713" y="964317"/>
                      </a:lnTo>
                      <a:lnTo>
                        <a:pt x="585589" y="974539"/>
                      </a:lnTo>
                      <a:lnTo>
                        <a:pt x="583482" y="973855"/>
                      </a:lnTo>
                      <a:lnTo>
                        <a:pt x="583366" y="970614"/>
                      </a:lnTo>
                      <a:lnTo>
                        <a:pt x="580588" y="967732"/>
                      </a:lnTo>
                      <a:lnTo>
                        <a:pt x="580160" y="963055"/>
                      </a:lnTo>
                      <a:lnTo>
                        <a:pt x="581896" y="962974"/>
                      </a:lnTo>
                      <a:lnTo>
                        <a:pt x="582186" y="965070"/>
                      </a:lnTo>
                      <a:lnTo>
                        <a:pt x="582707" y="962256"/>
                      </a:lnTo>
                      <a:lnTo>
                        <a:pt x="579801" y="962511"/>
                      </a:lnTo>
                      <a:lnTo>
                        <a:pt x="574708" y="954223"/>
                      </a:lnTo>
                      <a:lnTo>
                        <a:pt x="571339" y="954813"/>
                      </a:lnTo>
                      <a:lnTo>
                        <a:pt x="569360" y="960589"/>
                      </a:lnTo>
                      <a:lnTo>
                        <a:pt x="567056" y="959629"/>
                      </a:lnTo>
                      <a:lnTo>
                        <a:pt x="567218" y="955519"/>
                      </a:lnTo>
                      <a:lnTo>
                        <a:pt x="567241" y="955057"/>
                      </a:lnTo>
                      <a:lnTo>
                        <a:pt x="569672" y="953389"/>
                      </a:lnTo>
                      <a:lnTo>
                        <a:pt x="574650" y="949974"/>
                      </a:lnTo>
                      <a:lnTo>
                        <a:pt x="574210" y="944627"/>
                      </a:lnTo>
                      <a:lnTo>
                        <a:pt x="572265" y="941883"/>
                      </a:lnTo>
                      <a:lnTo>
                        <a:pt x="573296" y="936848"/>
                      </a:lnTo>
                      <a:lnTo>
                        <a:pt x="574268" y="937091"/>
                      </a:lnTo>
                      <a:lnTo>
                        <a:pt x="577173" y="937808"/>
                      </a:lnTo>
                      <a:lnTo>
                        <a:pt x="577324" y="937496"/>
                      </a:lnTo>
                      <a:lnTo>
                        <a:pt x="573388" y="936176"/>
                      </a:lnTo>
                      <a:lnTo>
                        <a:pt x="571814" y="941478"/>
                      </a:lnTo>
                      <a:lnTo>
                        <a:pt x="573851" y="945309"/>
                      </a:lnTo>
                      <a:lnTo>
                        <a:pt x="573492" y="950009"/>
                      </a:lnTo>
                      <a:lnTo>
                        <a:pt x="565760" y="955762"/>
                      </a:lnTo>
                      <a:lnTo>
                        <a:pt x="566211" y="960161"/>
                      </a:lnTo>
                      <a:lnTo>
                        <a:pt x="568850" y="961805"/>
                      </a:lnTo>
                      <a:lnTo>
                        <a:pt x="569279" y="961342"/>
                      </a:lnTo>
                      <a:lnTo>
                        <a:pt x="569383" y="961238"/>
                      </a:lnTo>
                      <a:lnTo>
                        <a:pt x="573909" y="956446"/>
                      </a:lnTo>
                      <a:lnTo>
                        <a:pt x="576027" y="961365"/>
                      </a:lnTo>
                      <a:lnTo>
                        <a:pt x="575946" y="967558"/>
                      </a:lnTo>
                      <a:lnTo>
                        <a:pt x="578991" y="969480"/>
                      </a:lnTo>
                      <a:lnTo>
                        <a:pt x="577914" y="970545"/>
                      </a:lnTo>
                      <a:lnTo>
                        <a:pt x="580172" y="972791"/>
                      </a:lnTo>
                      <a:lnTo>
                        <a:pt x="578516" y="976854"/>
                      </a:lnTo>
                      <a:lnTo>
                        <a:pt x="573481" y="976854"/>
                      </a:lnTo>
                      <a:lnTo>
                        <a:pt x="571964" y="979041"/>
                      </a:lnTo>
                      <a:lnTo>
                        <a:pt x="570367" y="977594"/>
                      </a:lnTo>
                      <a:lnTo>
                        <a:pt x="570135" y="973300"/>
                      </a:lnTo>
                      <a:lnTo>
                        <a:pt x="566281" y="971344"/>
                      </a:lnTo>
                      <a:lnTo>
                        <a:pt x="569915" y="973566"/>
                      </a:lnTo>
                      <a:lnTo>
                        <a:pt x="569313" y="976784"/>
                      </a:lnTo>
                      <a:lnTo>
                        <a:pt x="570899" y="979319"/>
                      </a:lnTo>
                      <a:lnTo>
                        <a:pt x="568723" y="979354"/>
                      </a:lnTo>
                      <a:lnTo>
                        <a:pt x="571223" y="979991"/>
                      </a:lnTo>
                      <a:lnTo>
                        <a:pt x="571281" y="980014"/>
                      </a:lnTo>
                      <a:lnTo>
                        <a:pt x="571397" y="979377"/>
                      </a:lnTo>
                      <a:lnTo>
                        <a:pt x="576166" y="979505"/>
                      </a:lnTo>
                      <a:lnTo>
                        <a:pt x="575576" y="983336"/>
                      </a:lnTo>
                      <a:lnTo>
                        <a:pt x="575391" y="984552"/>
                      </a:lnTo>
                      <a:lnTo>
                        <a:pt x="576930" y="988534"/>
                      </a:lnTo>
                      <a:lnTo>
                        <a:pt x="576259" y="990791"/>
                      </a:lnTo>
                      <a:lnTo>
                        <a:pt x="575101" y="991683"/>
                      </a:lnTo>
                      <a:lnTo>
                        <a:pt x="575680" y="992099"/>
                      </a:lnTo>
                      <a:lnTo>
                        <a:pt x="574893" y="994808"/>
                      </a:lnTo>
                      <a:lnTo>
                        <a:pt x="570159" y="996301"/>
                      </a:lnTo>
                      <a:lnTo>
                        <a:pt x="568341" y="997690"/>
                      </a:lnTo>
                      <a:lnTo>
                        <a:pt x="568098" y="997794"/>
                      </a:lnTo>
                      <a:lnTo>
                        <a:pt x="568549" y="995827"/>
                      </a:lnTo>
                      <a:lnTo>
                        <a:pt x="566049" y="993210"/>
                      </a:lnTo>
                      <a:lnTo>
                        <a:pt x="566975" y="997887"/>
                      </a:lnTo>
                      <a:lnTo>
                        <a:pt x="562785" y="1000376"/>
                      </a:lnTo>
                      <a:lnTo>
                        <a:pt x="560724" y="998848"/>
                      </a:lnTo>
                      <a:lnTo>
                        <a:pt x="561569" y="997574"/>
                      </a:lnTo>
                      <a:lnTo>
                        <a:pt x="559613" y="997725"/>
                      </a:lnTo>
                      <a:lnTo>
                        <a:pt x="559543" y="997725"/>
                      </a:lnTo>
                      <a:lnTo>
                        <a:pt x="559613" y="997794"/>
                      </a:lnTo>
                      <a:lnTo>
                        <a:pt x="561303" y="999508"/>
                      </a:lnTo>
                      <a:lnTo>
                        <a:pt x="559613" y="1000654"/>
                      </a:lnTo>
                      <a:lnTo>
                        <a:pt x="559393" y="1000793"/>
                      </a:lnTo>
                      <a:lnTo>
                        <a:pt x="559613" y="1000862"/>
                      </a:lnTo>
                      <a:lnTo>
                        <a:pt x="562194" y="1001603"/>
                      </a:lnTo>
                      <a:lnTo>
                        <a:pt x="559613" y="1003177"/>
                      </a:lnTo>
                      <a:lnTo>
                        <a:pt x="558826" y="1003663"/>
                      </a:lnTo>
                      <a:lnTo>
                        <a:pt x="552482" y="1001244"/>
                      </a:lnTo>
                      <a:lnTo>
                        <a:pt x="552505" y="1005747"/>
                      </a:lnTo>
                      <a:lnTo>
                        <a:pt x="550329" y="1007159"/>
                      </a:lnTo>
                      <a:lnTo>
                        <a:pt x="547504" y="1002922"/>
                      </a:lnTo>
                      <a:lnTo>
                        <a:pt x="549125" y="1000666"/>
                      </a:lnTo>
                      <a:lnTo>
                        <a:pt x="547284" y="1002679"/>
                      </a:lnTo>
                      <a:lnTo>
                        <a:pt x="545849" y="1000793"/>
                      </a:lnTo>
                      <a:lnTo>
                        <a:pt x="548477" y="998709"/>
                      </a:lnTo>
                      <a:lnTo>
                        <a:pt x="546463" y="1000052"/>
                      </a:lnTo>
                      <a:lnTo>
                        <a:pt x="546243" y="998362"/>
                      </a:lnTo>
                      <a:lnTo>
                        <a:pt x="545722" y="1000561"/>
                      </a:lnTo>
                      <a:lnTo>
                        <a:pt x="545317" y="999079"/>
                      </a:lnTo>
                      <a:lnTo>
                        <a:pt x="548685" y="994924"/>
                      </a:lnTo>
                      <a:lnTo>
                        <a:pt x="547933" y="994773"/>
                      </a:lnTo>
                      <a:lnTo>
                        <a:pt x="544900" y="996938"/>
                      </a:lnTo>
                      <a:lnTo>
                        <a:pt x="544078" y="999901"/>
                      </a:lnTo>
                      <a:lnTo>
                        <a:pt x="541068" y="997644"/>
                      </a:lnTo>
                      <a:lnTo>
                        <a:pt x="540489" y="997540"/>
                      </a:lnTo>
                      <a:lnTo>
                        <a:pt x="540408" y="1000307"/>
                      </a:lnTo>
                      <a:lnTo>
                        <a:pt x="538579" y="998304"/>
                      </a:lnTo>
                      <a:lnTo>
                        <a:pt x="534088" y="999438"/>
                      </a:lnTo>
                      <a:lnTo>
                        <a:pt x="538429" y="998906"/>
                      </a:lnTo>
                      <a:lnTo>
                        <a:pt x="538348" y="1000457"/>
                      </a:lnTo>
                      <a:lnTo>
                        <a:pt x="543279" y="1000851"/>
                      </a:lnTo>
                      <a:lnTo>
                        <a:pt x="542585" y="1003165"/>
                      </a:lnTo>
                      <a:lnTo>
                        <a:pt x="541531" y="1003003"/>
                      </a:lnTo>
                      <a:lnTo>
                        <a:pt x="539610" y="1004508"/>
                      </a:lnTo>
                      <a:lnTo>
                        <a:pt x="538718" y="1008144"/>
                      </a:lnTo>
                      <a:lnTo>
                        <a:pt x="539980" y="1004833"/>
                      </a:lnTo>
                      <a:lnTo>
                        <a:pt x="541543" y="1003131"/>
                      </a:lnTo>
                      <a:lnTo>
                        <a:pt x="542920" y="1003675"/>
                      </a:lnTo>
                      <a:lnTo>
                        <a:pt x="543407" y="1001186"/>
                      </a:lnTo>
                      <a:lnTo>
                        <a:pt x="549924" y="1008652"/>
                      </a:lnTo>
                      <a:lnTo>
                        <a:pt x="553362" y="1008282"/>
                      </a:lnTo>
                      <a:lnTo>
                        <a:pt x="548176" y="1010238"/>
                      </a:lnTo>
                      <a:lnTo>
                        <a:pt x="548801" y="1011419"/>
                      </a:lnTo>
                      <a:lnTo>
                        <a:pt x="552551" y="1009660"/>
                      </a:lnTo>
                      <a:lnTo>
                        <a:pt x="553825" y="1011674"/>
                      </a:lnTo>
                      <a:lnTo>
                        <a:pt x="554080" y="1008618"/>
                      </a:lnTo>
                      <a:lnTo>
                        <a:pt x="556244" y="1007564"/>
                      </a:lnTo>
                      <a:lnTo>
                        <a:pt x="559613" y="1008676"/>
                      </a:lnTo>
                      <a:lnTo>
                        <a:pt x="560469" y="1008965"/>
                      </a:lnTo>
                      <a:lnTo>
                        <a:pt x="560481" y="1007299"/>
                      </a:lnTo>
                      <a:lnTo>
                        <a:pt x="566570" y="1003478"/>
                      </a:lnTo>
                      <a:lnTo>
                        <a:pt x="565875" y="1001511"/>
                      </a:lnTo>
                      <a:lnTo>
                        <a:pt x="567670" y="999797"/>
                      </a:lnTo>
                      <a:lnTo>
                        <a:pt x="574858" y="998709"/>
                      </a:lnTo>
                      <a:lnTo>
                        <a:pt x="578586" y="1001754"/>
                      </a:lnTo>
                      <a:lnTo>
                        <a:pt x="575923" y="1002922"/>
                      </a:lnTo>
                      <a:lnTo>
                        <a:pt x="579570" y="1004439"/>
                      </a:lnTo>
                      <a:lnTo>
                        <a:pt x="578076" y="1006766"/>
                      </a:lnTo>
                      <a:lnTo>
                        <a:pt x="581619" y="1008791"/>
                      </a:lnTo>
                      <a:lnTo>
                        <a:pt x="580959" y="1011118"/>
                      </a:lnTo>
                      <a:lnTo>
                        <a:pt x="578389" y="1011986"/>
                      </a:lnTo>
                      <a:lnTo>
                        <a:pt x="574708" y="1009926"/>
                      </a:lnTo>
                      <a:lnTo>
                        <a:pt x="575993" y="1012241"/>
                      </a:lnTo>
                      <a:lnTo>
                        <a:pt x="571559" y="1013792"/>
                      </a:lnTo>
                      <a:lnTo>
                        <a:pt x="570575" y="1012600"/>
                      </a:lnTo>
                      <a:lnTo>
                        <a:pt x="569302" y="1013688"/>
                      </a:lnTo>
                      <a:lnTo>
                        <a:pt x="564984" y="1014151"/>
                      </a:lnTo>
                      <a:lnTo>
                        <a:pt x="563965" y="1016594"/>
                      </a:lnTo>
                      <a:lnTo>
                        <a:pt x="565551" y="1015378"/>
                      </a:lnTo>
                      <a:lnTo>
                        <a:pt x="572207" y="1016536"/>
                      </a:lnTo>
                      <a:lnTo>
                        <a:pt x="569707" y="1018527"/>
                      </a:lnTo>
                      <a:lnTo>
                        <a:pt x="575182" y="1018295"/>
                      </a:lnTo>
                      <a:lnTo>
                        <a:pt x="576502" y="1016848"/>
                      </a:lnTo>
                      <a:lnTo>
                        <a:pt x="579905" y="1018376"/>
                      </a:lnTo>
                      <a:lnTo>
                        <a:pt x="580021" y="1021560"/>
                      </a:lnTo>
                      <a:lnTo>
                        <a:pt x="577035" y="1024558"/>
                      </a:lnTo>
                      <a:lnTo>
                        <a:pt x="574974" y="1023296"/>
                      </a:lnTo>
                      <a:lnTo>
                        <a:pt x="575275" y="1025542"/>
                      </a:lnTo>
                      <a:lnTo>
                        <a:pt x="581410" y="1023644"/>
                      </a:lnTo>
                      <a:lnTo>
                        <a:pt x="581051" y="1021838"/>
                      </a:lnTo>
                      <a:lnTo>
                        <a:pt x="585404" y="1018886"/>
                      </a:lnTo>
                      <a:lnTo>
                        <a:pt x="587534" y="1017994"/>
                      </a:lnTo>
                      <a:lnTo>
                        <a:pt x="590983" y="1023250"/>
                      </a:lnTo>
                      <a:lnTo>
                        <a:pt x="591088" y="1023470"/>
                      </a:lnTo>
                      <a:lnTo>
                        <a:pt x="589641" y="1028355"/>
                      </a:lnTo>
                      <a:lnTo>
                        <a:pt x="582846" y="1029385"/>
                      </a:lnTo>
                      <a:lnTo>
                        <a:pt x="577775" y="1033911"/>
                      </a:lnTo>
                      <a:lnTo>
                        <a:pt x="577845" y="1035902"/>
                      </a:lnTo>
                      <a:lnTo>
                        <a:pt x="578701" y="1036632"/>
                      </a:lnTo>
                      <a:lnTo>
                        <a:pt x="578759" y="1036909"/>
                      </a:lnTo>
                      <a:lnTo>
                        <a:pt x="581977" y="1039444"/>
                      </a:lnTo>
                      <a:lnTo>
                        <a:pt x="582348" y="1043022"/>
                      </a:lnTo>
                      <a:lnTo>
                        <a:pt x="574002" y="1042384"/>
                      </a:lnTo>
                      <a:lnTo>
                        <a:pt x="569904" y="1044433"/>
                      </a:lnTo>
                      <a:lnTo>
                        <a:pt x="569313" y="1046344"/>
                      </a:lnTo>
                      <a:lnTo>
                        <a:pt x="568503" y="1044005"/>
                      </a:lnTo>
                      <a:lnTo>
                        <a:pt x="569001" y="1043207"/>
                      </a:lnTo>
                      <a:lnTo>
                        <a:pt x="567901" y="1042269"/>
                      </a:lnTo>
                      <a:lnTo>
                        <a:pt x="567727" y="1041771"/>
                      </a:lnTo>
                      <a:lnTo>
                        <a:pt x="570645" y="1039861"/>
                      </a:lnTo>
                      <a:lnTo>
                        <a:pt x="570459" y="1037742"/>
                      </a:lnTo>
                      <a:lnTo>
                        <a:pt x="566975" y="1033934"/>
                      </a:lnTo>
                      <a:lnTo>
                        <a:pt x="566338" y="1032973"/>
                      </a:lnTo>
                      <a:lnTo>
                        <a:pt x="565655" y="1032511"/>
                      </a:lnTo>
                      <a:lnTo>
                        <a:pt x="561523" y="1028008"/>
                      </a:lnTo>
                      <a:lnTo>
                        <a:pt x="559613" y="1026769"/>
                      </a:lnTo>
                      <a:lnTo>
                        <a:pt x="547562" y="1018944"/>
                      </a:lnTo>
                      <a:lnTo>
                        <a:pt x="540733" y="1017439"/>
                      </a:lnTo>
                      <a:lnTo>
                        <a:pt x="538614" y="1016605"/>
                      </a:lnTo>
                      <a:lnTo>
                        <a:pt x="537700" y="1016779"/>
                      </a:lnTo>
                      <a:lnTo>
                        <a:pt x="535153" y="1016223"/>
                      </a:lnTo>
                      <a:lnTo>
                        <a:pt x="535003" y="1015783"/>
                      </a:lnTo>
                      <a:lnTo>
                        <a:pt x="532502" y="1015644"/>
                      </a:lnTo>
                      <a:lnTo>
                        <a:pt x="531981" y="1015529"/>
                      </a:lnTo>
                      <a:lnTo>
                        <a:pt x="531078" y="1015564"/>
                      </a:lnTo>
                      <a:lnTo>
                        <a:pt x="529122" y="1015448"/>
                      </a:lnTo>
                      <a:lnTo>
                        <a:pt x="528786" y="1015644"/>
                      </a:lnTo>
                      <a:lnTo>
                        <a:pt x="522281" y="1015887"/>
                      </a:lnTo>
                      <a:lnTo>
                        <a:pt x="520533" y="1015482"/>
                      </a:lnTo>
                      <a:lnTo>
                        <a:pt x="518935" y="1016003"/>
                      </a:lnTo>
                      <a:lnTo>
                        <a:pt x="516724" y="1016084"/>
                      </a:lnTo>
                      <a:lnTo>
                        <a:pt x="507961" y="1013190"/>
                      </a:lnTo>
                      <a:lnTo>
                        <a:pt x="502984" y="1013561"/>
                      </a:lnTo>
                      <a:lnTo>
                        <a:pt x="489833" y="1014626"/>
                      </a:lnTo>
                      <a:lnTo>
                        <a:pt x="488190" y="1016304"/>
                      </a:lnTo>
                      <a:lnTo>
                        <a:pt x="484265" y="1019927"/>
                      </a:lnTo>
                      <a:lnTo>
                        <a:pt x="484300" y="1020275"/>
                      </a:lnTo>
                      <a:lnTo>
                        <a:pt x="484196" y="1020379"/>
                      </a:lnTo>
                      <a:lnTo>
                        <a:pt x="482842" y="1019291"/>
                      </a:lnTo>
                      <a:lnTo>
                        <a:pt x="482147" y="1014521"/>
                      </a:lnTo>
                      <a:lnTo>
                        <a:pt x="481383" y="1009301"/>
                      </a:lnTo>
                      <a:lnTo>
                        <a:pt x="479045" y="1004995"/>
                      </a:lnTo>
                      <a:lnTo>
                        <a:pt x="480932" y="1010389"/>
                      </a:lnTo>
                      <a:lnTo>
                        <a:pt x="481638" y="1013433"/>
                      </a:lnTo>
                      <a:lnTo>
                        <a:pt x="481198" y="1015471"/>
                      </a:lnTo>
                      <a:lnTo>
                        <a:pt x="479253" y="1015424"/>
                      </a:lnTo>
                      <a:lnTo>
                        <a:pt x="477852" y="1012889"/>
                      </a:lnTo>
                      <a:lnTo>
                        <a:pt x="471949" y="1012206"/>
                      </a:lnTo>
                      <a:lnTo>
                        <a:pt x="473778" y="1013330"/>
                      </a:lnTo>
                      <a:lnTo>
                        <a:pt x="477494" y="1013283"/>
                      </a:lnTo>
                      <a:lnTo>
                        <a:pt x="477852" y="1014892"/>
                      </a:lnTo>
                      <a:lnTo>
                        <a:pt x="479461" y="1016200"/>
                      </a:lnTo>
                      <a:lnTo>
                        <a:pt x="481985" y="1015992"/>
                      </a:lnTo>
                      <a:lnTo>
                        <a:pt x="482460" y="1019163"/>
                      </a:lnTo>
                      <a:lnTo>
                        <a:pt x="484312" y="1021259"/>
                      </a:lnTo>
                      <a:lnTo>
                        <a:pt x="483525" y="1023921"/>
                      </a:lnTo>
                      <a:lnTo>
                        <a:pt x="475653" y="1027394"/>
                      </a:lnTo>
                      <a:lnTo>
                        <a:pt x="475595" y="1029316"/>
                      </a:lnTo>
                      <a:lnTo>
                        <a:pt x="475306" y="1030543"/>
                      </a:lnTo>
                      <a:lnTo>
                        <a:pt x="466392" y="1027787"/>
                      </a:lnTo>
                      <a:lnTo>
                        <a:pt x="465455" y="1029941"/>
                      </a:lnTo>
                      <a:lnTo>
                        <a:pt x="464529" y="1031654"/>
                      </a:lnTo>
                      <a:lnTo>
                        <a:pt x="458497" y="1031052"/>
                      </a:lnTo>
                      <a:lnTo>
                        <a:pt x="459065" y="1031480"/>
                      </a:lnTo>
                      <a:lnTo>
                        <a:pt x="458347" y="1032499"/>
                      </a:lnTo>
                      <a:lnTo>
                        <a:pt x="453902" y="1034096"/>
                      </a:lnTo>
                      <a:lnTo>
                        <a:pt x="450591" y="1035277"/>
                      </a:lnTo>
                      <a:lnTo>
                        <a:pt x="450557" y="1035277"/>
                      </a:lnTo>
                      <a:lnTo>
                        <a:pt x="445868" y="1034756"/>
                      </a:lnTo>
                      <a:lnTo>
                        <a:pt x="435890" y="1029582"/>
                      </a:lnTo>
                      <a:lnTo>
                        <a:pt x="432498" y="1029732"/>
                      </a:lnTo>
                      <a:lnTo>
                        <a:pt x="431838" y="1030450"/>
                      </a:lnTo>
                      <a:lnTo>
                        <a:pt x="431560" y="1030496"/>
                      </a:lnTo>
                      <a:lnTo>
                        <a:pt x="429998" y="1032453"/>
                      </a:lnTo>
                      <a:lnTo>
                        <a:pt x="428203" y="1034397"/>
                      </a:lnTo>
                      <a:lnTo>
                        <a:pt x="425217" y="1031318"/>
                      </a:lnTo>
                      <a:lnTo>
                        <a:pt x="420691" y="1034143"/>
                      </a:lnTo>
                      <a:lnTo>
                        <a:pt x="413363" y="1032545"/>
                      </a:lnTo>
                      <a:lnTo>
                        <a:pt x="413132" y="1032406"/>
                      </a:lnTo>
                      <a:lnTo>
                        <a:pt x="413247" y="1030357"/>
                      </a:lnTo>
                      <a:lnTo>
                        <a:pt x="413710" y="1030172"/>
                      </a:lnTo>
                      <a:lnTo>
                        <a:pt x="421049" y="1027695"/>
                      </a:lnTo>
                      <a:lnTo>
                        <a:pt x="419857" y="1027707"/>
                      </a:lnTo>
                      <a:lnTo>
                        <a:pt x="424592" y="1025808"/>
                      </a:lnTo>
                      <a:lnTo>
                        <a:pt x="416662" y="1027741"/>
                      </a:lnTo>
                      <a:lnTo>
                        <a:pt x="416616" y="1025009"/>
                      </a:lnTo>
                      <a:lnTo>
                        <a:pt x="416350" y="1025287"/>
                      </a:lnTo>
                      <a:lnTo>
                        <a:pt x="416153" y="1023701"/>
                      </a:lnTo>
                      <a:lnTo>
                        <a:pt x="417797" y="1019905"/>
                      </a:lnTo>
                      <a:lnTo>
                        <a:pt x="414810" y="1020379"/>
                      </a:lnTo>
                      <a:lnTo>
                        <a:pt x="415076" y="1013642"/>
                      </a:lnTo>
                      <a:lnTo>
                        <a:pt x="425460" y="1013422"/>
                      </a:lnTo>
                      <a:lnTo>
                        <a:pt x="414845" y="1012588"/>
                      </a:lnTo>
                      <a:lnTo>
                        <a:pt x="415528" y="1005840"/>
                      </a:lnTo>
                      <a:lnTo>
                        <a:pt x="416431" y="1001140"/>
                      </a:lnTo>
                      <a:lnTo>
                        <a:pt x="421651" y="999334"/>
                      </a:lnTo>
                      <a:lnTo>
                        <a:pt x="416176" y="1000584"/>
                      </a:lnTo>
                      <a:lnTo>
                        <a:pt x="414556" y="1004995"/>
                      </a:lnTo>
                      <a:lnTo>
                        <a:pt x="408837" y="999357"/>
                      </a:lnTo>
                      <a:lnTo>
                        <a:pt x="405735" y="994171"/>
                      </a:lnTo>
                      <a:lnTo>
                        <a:pt x="405445" y="994240"/>
                      </a:lnTo>
                      <a:lnTo>
                        <a:pt x="408003" y="1000735"/>
                      </a:lnTo>
                      <a:lnTo>
                        <a:pt x="414011" y="1006546"/>
                      </a:lnTo>
                      <a:lnTo>
                        <a:pt x="413710" y="1013908"/>
                      </a:lnTo>
                      <a:lnTo>
                        <a:pt x="413629" y="1016073"/>
                      </a:lnTo>
                      <a:lnTo>
                        <a:pt x="414150" y="1017288"/>
                      </a:lnTo>
                      <a:lnTo>
                        <a:pt x="413942" y="1020506"/>
                      </a:lnTo>
                      <a:lnTo>
                        <a:pt x="416292" y="1021768"/>
                      </a:lnTo>
                      <a:lnTo>
                        <a:pt x="415412" y="1024280"/>
                      </a:lnTo>
                      <a:lnTo>
                        <a:pt x="415910" y="1025252"/>
                      </a:lnTo>
                      <a:lnTo>
                        <a:pt x="415516" y="1026155"/>
                      </a:lnTo>
                      <a:lnTo>
                        <a:pt x="411129" y="1030670"/>
                      </a:lnTo>
                      <a:lnTo>
                        <a:pt x="407448" y="1033760"/>
                      </a:lnTo>
                      <a:lnTo>
                        <a:pt x="404461" y="1034050"/>
                      </a:lnTo>
                      <a:lnTo>
                        <a:pt x="402169" y="1033958"/>
                      </a:lnTo>
                      <a:lnTo>
                        <a:pt x="400016" y="1039247"/>
                      </a:lnTo>
                      <a:lnTo>
                        <a:pt x="395664" y="1035474"/>
                      </a:lnTo>
                      <a:lnTo>
                        <a:pt x="397273" y="1025114"/>
                      </a:lnTo>
                      <a:lnTo>
                        <a:pt x="394633" y="1023111"/>
                      </a:lnTo>
                      <a:lnTo>
                        <a:pt x="393661" y="1019673"/>
                      </a:lnTo>
                      <a:lnTo>
                        <a:pt x="389667" y="1019453"/>
                      </a:lnTo>
                      <a:lnTo>
                        <a:pt x="390350" y="1020923"/>
                      </a:lnTo>
                      <a:lnTo>
                        <a:pt x="388324" y="1020286"/>
                      </a:lnTo>
                      <a:lnTo>
                        <a:pt x="388718" y="1022162"/>
                      </a:lnTo>
                      <a:lnTo>
                        <a:pt x="389818" y="1021698"/>
                      </a:lnTo>
                      <a:lnTo>
                        <a:pt x="389621" y="1022011"/>
                      </a:lnTo>
                      <a:lnTo>
                        <a:pt x="388105" y="1023354"/>
                      </a:lnTo>
                      <a:lnTo>
                        <a:pt x="380951" y="1024708"/>
                      </a:lnTo>
                      <a:lnTo>
                        <a:pt x="368773" y="1028054"/>
                      </a:lnTo>
                      <a:lnTo>
                        <a:pt x="366330" y="1030612"/>
                      </a:lnTo>
                      <a:lnTo>
                        <a:pt x="364825" y="1033182"/>
                      </a:lnTo>
                      <a:lnTo>
                        <a:pt x="365277" y="1038542"/>
                      </a:lnTo>
                      <a:lnTo>
                        <a:pt x="365786" y="1039086"/>
                      </a:lnTo>
                      <a:lnTo>
                        <a:pt x="366006" y="1040278"/>
                      </a:lnTo>
                      <a:lnTo>
                        <a:pt x="368970" y="1042500"/>
                      </a:lnTo>
                      <a:lnTo>
                        <a:pt x="369329" y="1042871"/>
                      </a:lnTo>
                      <a:lnTo>
                        <a:pt x="369710" y="1047038"/>
                      </a:lnTo>
                      <a:lnTo>
                        <a:pt x="365914" y="1045788"/>
                      </a:lnTo>
                      <a:lnTo>
                        <a:pt x="365254" y="1046494"/>
                      </a:lnTo>
                      <a:lnTo>
                        <a:pt x="361619" y="1049527"/>
                      </a:lnTo>
                      <a:lnTo>
                        <a:pt x="361573" y="1049597"/>
                      </a:lnTo>
                      <a:lnTo>
                        <a:pt x="358725" y="1051738"/>
                      </a:lnTo>
                      <a:lnTo>
                        <a:pt x="357405" y="1054956"/>
                      </a:lnTo>
                      <a:lnTo>
                        <a:pt x="359744" y="1058301"/>
                      </a:lnTo>
                      <a:lnTo>
                        <a:pt x="357336" y="1060571"/>
                      </a:lnTo>
                      <a:lnTo>
                        <a:pt x="357741" y="1063846"/>
                      </a:lnTo>
                      <a:lnTo>
                        <a:pt x="356306" y="1063719"/>
                      </a:lnTo>
                      <a:lnTo>
                        <a:pt x="356838" y="1063824"/>
                      </a:lnTo>
                      <a:lnTo>
                        <a:pt x="356074" y="1063812"/>
                      </a:lnTo>
                      <a:lnTo>
                        <a:pt x="357348" y="1064460"/>
                      </a:lnTo>
                      <a:lnTo>
                        <a:pt x="358007" y="1064055"/>
                      </a:lnTo>
                      <a:lnTo>
                        <a:pt x="356398" y="1068326"/>
                      </a:lnTo>
                      <a:lnTo>
                        <a:pt x="363309" y="1071568"/>
                      </a:lnTo>
                      <a:lnTo>
                        <a:pt x="361850" y="1072031"/>
                      </a:lnTo>
                      <a:lnTo>
                        <a:pt x="362615" y="1072910"/>
                      </a:lnTo>
                      <a:lnTo>
                        <a:pt x="359211" y="1075723"/>
                      </a:lnTo>
                      <a:lnTo>
                        <a:pt x="356144" y="1077842"/>
                      </a:lnTo>
                      <a:lnTo>
                        <a:pt x="354986" y="1080365"/>
                      </a:lnTo>
                      <a:lnTo>
                        <a:pt x="357614" y="1082634"/>
                      </a:lnTo>
                      <a:lnTo>
                        <a:pt x="355565" y="1083977"/>
                      </a:lnTo>
                      <a:lnTo>
                        <a:pt x="350981" y="1086744"/>
                      </a:lnTo>
                      <a:lnTo>
                        <a:pt x="350853" y="1089036"/>
                      </a:lnTo>
                      <a:lnTo>
                        <a:pt x="350633" y="1093029"/>
                      </a:lnTo>
                      <a:lnTo>
                        <a:pt x="348202" y="1093249"/>
                      </a:lnTo>
                      <a:lnTo>
                        <a:pt x="348052" y="1093261"/>
                      </a:lnTo>
                      <a:lnTo>
                        <a:pt x="346293" y="1089036"/>
                      </a:lnTo>
                      <a:lnTo>
                        <a:pt x="345343" y="1086732"/>
                      </a:lnTo>
                      <a:lnTo>
                        <a:pt x="343665" y="1086604"/>
                      </a:lnTo>
                      <a:lnTo>
                        <a:pt x="343364" y="1086153"/>
                      </a:lnTo>
                      <a:lnTo>
                        <a:pt x="339104" y="1086245"/>
                      </a:lnTo>
                      <a:lnTo>
                        <a:pt x="338757" y="1086223"/>
                      </a:lnTo>
                      <a:lnTo>
                        <a:pt x="338282" y="1084382"/>
                      </a:lnTo>
                      <a:lnTo>
                        <a:pt x="335874" y="1085088"/>
                      </a:lnTo>
                      <a:lnTo>
                        <a:pt x="334832" y="1082183"/>
                      </a:lnTo>
                      <a:lnTo>
                        <a:pt x="332760" y="1083086"/>
                      </a:lnTo>
                      <a:lnTo>
                        <a:pt x="330144" y="1083132"/>
                      </a:lnTo>
                      <a:lnTo>
                        <a:pt x="326729" y="1082403"/>
                      </a:lnTo>
                      <a:lnTo>
                        <a:pt x="322562" y="1085053"/>
                      </a:lnTo>
                      <a:lnTo>
                        <a:pt x="321555" y="1088758"/>
                      </a:lnTo>
                      <a:lnTo>
                        <a:pt x="319436" y="1089036"/>
                      </a:lnTo>
                      <a:lnTo>
                        <a:pt x="318892" y="1089105"/>
                      </a:lnTo>
                      <a:lnTo>
                        <a:pt x="313903" y="1095252"/>
                      </a:lnTo>
                      <a:lnTo>
                        <a:pt x="313394" y="1095333"/>
                      </a:lnTo>
                      <a:lnTo>
                        <a:pt x="311924" y="1094858"/>
                      </a:lnTo>
                      <a:lnTo>
                        <a:pt x="311739" y="1095622"/>
                      </a:lnTo>
                      <a:lnTo>
                        <a:pt x="311171" y="1095715"/>
                      </a:lnTo>
                      <a:lnTo>
                        <a:pt x="310928" y="1098875"/>
                      </a:lnTo>
                      <a:lnTo>
                        <a:pt x="310836" y="1099222"/>
                      </a:lnTo>
                      <a:lnTo>
                        <a:pt x="308023" y="1099743"/>
                      </a:lnTo>
                      <a:lnTo>
                        <a:pt x="307884" y="1101665"/>
                      </a:lnTo>
                      <a:lnTo>
                        <a:pt x="307629" y="1102822"/>
                      </a:lnTo>
                      <a:lnTo>
                        <a:pt x="304770" y="1104941"/>
                      </a:lnTo>
                      <a:lnTo>
                        <a:pt x="304654" y="1104976"/>
                      </a:lnTo>
                      <a:lnTo>
                        <a:pt x="303496" y="1103563"/>
                      </a:lnTo>
                      <a:lnTo>
                        <a:pt x="303346" y="1101549"/>
                      </a:lnTo>
                      <a:lnTo>
                        <a:pt x="299422" y="1098343"/>
                      </a:lnTo>
                      <a:lnTo>
                        <a:pt x="290265" y="1100831"/>
                      </a:lnTo>
                      <a:lnTo>
                        <a:pt x="285866" y="1106608"/>
                      </a:lnTo>
                      <a:lnTo>
                        <a:pt x="286121" y="1110300"/>
                      </a:lnTo>
                      <a:lnTo>
                        <a:pt x="284304" y="1110022"/>
                      </a:lnTo>
                      <a:lnTo>
                        <a:pt x="283378" y="1113831"/>
                      </a:lnTo>
                      <a:lnTo>
                        <a:pt x="284084" y="1114144"/>
                      </a:lnTo>
                      <a:lnTo>
                        <a:pt x="284095" y="1115521"/>
                      </a:lnTo>
                      <a:lnTo>
                        <a:pt x="283308" y="1117593"/>
                      </a:lnTo>
                      <a:lnTo>
                        <a:pt x="283760" y="1122686"/>
                      </a:lnTo>
                      <a:lnTo>
                        <a:pt x="279315" y="1126541"/>
                      </a:lnTo>
                      <a:lnTo>
                        <a:pt x="279905" y="1130095"/>
                      </a:lnTo>
                      <a:lnTo>
                        <a:pt x="274522" y="1131785"/>
                      </a:lnTo>
                      <a:lnTo>
                        <a:pt x="269475" y="1136960"/>
                      </a:lnTo>
                      <a:lnTo>
                        <a:pt x="267160" y="1136231"/>
                      </a:lnTo>
                      <a:lnTo>
                        <a:pt x="266431" y="1130987"/>
                      </a:lnTo>
                      <a:lnTo>
                        <a:pt x="266708" y="1130708"/>
                      </a:lnTo>
                      <a:lnTo>
                        <a:pt x="269324" y="1128556"/>
                      </a:lnTo>
                      <a:lnTo>
                        <a:pt x="269892" y="1128741"/>
                      </a:lnTo>
                      <a:lnTo>
                        <a:pt x="271385" y="1130570"/>
                      </a:lnTo>
                      <a:lnTo>
                        <a:pt x="272519" y="1127444"/>
                      </a:lnTo>
                      <a:lnTo>
                        <a:pt x="274846" y="1123902"/>
                      </a:lnTo>
                      <a:lnTo>
                        <a:pt x="275321" y="1123844"/>
                      </a:lnTo>
                      <a:lnTo>
                        <a:pt x="274429" y="1123254"/>
                      </a:lnTo>
                      <a:lnTo>
                        <a:pt x="275795" y="1120383"/>
                      </a:lnTo>
                      <a:lnTo>
                        <a:pt x="272878" y="1120534"/>
                      </a:lnTo>
                      <a:lnTo>
                        <a:pt x="276745" y="1114873"/>
                      </a:lnTo>
                      <a:lnTo>
                        <a:pt x="274962" y="1116100"/>
                      </a:lnTo>
                      <a:lnTo>
                        <a:pt x="274267" y="1115579"/>
                      </a:lnTo>
                      <a:lnTo>
                        <a:pt x="274869" y="1117049"/>
                      </a:lnTo>
                      <a:lnTo>
                        <a:pt x="271292" y="1118566"/>
                      </a:lnTo>
                      <a:lnTo>
                        <a:pt x="273168" y="1121899"/>
                      </a:lnTo>
                      <a:lnTo>
                        <a:pt x="271038" y="1124041"/>
                      </a:lnTo>
                      <a:lnTo>
                        <a:pt x="271640" y="1125592"/>
                      </a:lnTo>
                      <a:lnTo>
                        <a:pt x="271350" y="1126460"/>
                      </a:lnTo>
                      <a:lnTo>
                        <a:pt x="271003" y="1127062"/>
                      </a:lnTo>
                      <a:lnTo>
                        <a:pt x="270702" y="1126900"/>
                      </a:lnTo>
                      <a:lnTo>
                        <a:pt x="268051" y="1125303"/>
                      </a:lnTo>
                      <a:lnTo>
                        <a:pt x="264173" y="1127722"/>
                      </a:lnTo>
                      <a:lnTo>
                        <a:pt x="262865" y="1125847"/>
                      </a:lnTo>
                      <a:lnTo>
                        <a:pt x="266882" y="1111747"/>
                      </a:lnTo>
                      <a:lnTo>
                        <a:pt x="268561" y="1110902"/>
                      </a:lnTo>
                      <a:lnTo>
                        <a:pt x="268572" y="1106897"/>
                      </a:lnTo>
                      <a:lnTo>
                        <a:pt x="267368" y="1110416"/>
                      </a:lnTo>
                      <a:lnTo>
                        <a:pt x="264115" y="1111574"/>
                      </a:lnTo>
                      <a:lnTo>
                        <a:pt x="261140" y="1099003"/>
                      </a:lnTo>
                      <a:lnTo>
                        <a:pt x="262356" y="1097821"/>
                      </a:lnTo>
                      <a:lnTo>
                        <a:pt x="264231" y="1098748"/>
                      </a:lnTo>
                      <a:lnTo>
                        <a:pt x="263224" y="1097509"/>
                      </a:lnTo>
                      <a:lnTo>
                        <a:pt x="264463" y="1095981"/>
                      </a:lnTo>
                      <a:lnTo>
                        <a:pt x="265030" y="1095541"/>
                      </a:lnTo>
                      <a:lnTo>
                        <a:pt x="265053" y="1095264"/>
                      </a:lnTo>
                      <a:lnTo>
                        <a:pt x="265805" y="1094337"/>
                      </a:lnTo>
                      <a:lnTo>
                        <a:pt x="265470" y="1089498"/>
                      </a:lnTo>
                      <a:lnTo>
                        <a:pt x="265504" y="1088966"/>
                      </a:lnTo>
                      <a:lnTo>
                        <a:pt x="270204" y="1086176"/>
                      </a:lnTo>
                      <a:lnTo>
                        <a:pt x="271466" y="1085667"/>
                      </a:lnTo>
                      <a:lnTo>
                        <a:pt x="272415" y="1088410"/>
                      </a:lnTo>
                      <a:lnTo>
                        <a:pt x="276884" y="1087056"/>
                      </a:lnTo>
                      <a:lnTo>
                        <a:pt x="277682" y="1088966"/>
                      </a:lnTo>
                      <a:lnTo>
                        <a:pt x="277520" y="1087137"/>
                      </a:lnTo>
                      <a:lnTo>
                        <a:pt x="281607" y="1086095"/>
                      </a:lnTo>
                      <a:lnTo>
                        <a:pt x="282289" y="1089036"/>
                      </a:lnTo>
                      <a:lnTo>
                        <a:pt x="282347" y="1089279"/>
                      </a:lnTo>
                      <a:lnTo>
                        <a:pt x="282382" y="1089036"/>
                      </a:lnTo>
                      <a:lnTo>
                        <a:pt x="282718" y="1085910"/>
                      </a:lnTo>
                      <a:lnTo>
                        <a:pt x="285427" y="1086744"/>
                      </a:lnTo>
                      <a:lnTo>
                        <a:pt x="285866" y="1085366"/>
                      </a:lnTo>
                      <a:lnTo>
                        <a:pt x="281780" y="1084452"/>
                      </a:lnTo>
                      <a:lnTo>
                        <a:pt x="281502" y="1082773"/>
                      </a:lnTo>
                      <a:lnTo>
                        <a:pt x="287915" y="1083039"/>
                      </a:lnTo>
                      <a:lnTo>
                        <a:pt x="289895" y="1086026"/>
                      </a:lnTo>
                      <a:lnTo>
                        <a:pt x="287441" y="1081592"/>
                      </a:lnTo>
                      <a:lnTo>
                        <a:pt x="288807" y="1079289"/>
                      </a:lnTo>
                      <a:lnTo>
                        <a:pt x="287950" y="1080018"/>
                      </a:lnTo>
                      <a:lnTo>
                        <a:pt x="287487" y="1078328"/>
                      </a:lnTo>
                      <a:lnTo>
                        <a:pt x="285507" y="1080874"/>
                      </a:lnTo>
                      <a:lnTo>
                        <a:pt x="283146" y="1079520"/>
                      </a:lnTo>
                      <a:lnTo>
                        <a:pt x="284489" y="1081685"/>
                      </a:lnTo>
                      <a:lnTo>
                        <a:pt x="280970" y="1082437"/>
                      </a:lnTo>
                      <a:lnTo>
                        <a:pt x="280623" y="1084880"/>
                      </a:lnTo>
                      <a:lnTo>
                        <a:pt x="277925" y="1086142"/>
                      </a:lnTo>
                      <a:lnTo>
                        <a:pt x="274233" y="1086847"/>
                      </a:lnTo>
                      <a:lnTo>
                        <a:pt x="272172" y="1084613"/>
                      </a:lnTo>
                      <a:lnTo>
                        <a:pt x="269313" y="1084914"/>
                      </a:lnTo>
                      <a:lnTo>
                        <a:pt x="269267" y="1084695"/>
                      </a:lnTo>
                      <a:lnTo>
                        <a:pt x="268885" y="1081083"/>
                      </a:lnTo>
                      <a:lnTo>
                        <a:pt x="270633" y="1077332"/>
                      </a:lnTo>
                      <a:lnTo>
                        <a:pt x="267079" y="1074635"/>
                      </a:lnTo>
                      <a:lnTo>
                        <a:pt x="271524" y="1072551"/>
                      </a:lnTo>
                      <a:lnTo>
                        <a:pt x="273607" y="1062422"/>
                      </a:lnTo>
                      <a:lnTo>
                        <a:pt x="279291" y="1054701"/>
                      </a:lnTo>
                      <a:lnTo>
                        <a:pt x="274858" y="1058290"/>
                      </a:lnTo>
                      <a:lnTo>
                        <a:pt x="272195" y="1063267"/>
                      </a:lnTo>
                      <a:lnTo>
                        <a:pt x="269730" y="1068546"/>
                      </a:lnTo>
                      <a:lnTo>
                        <a:pt x="271107" y="1071139"/>
                      </a:lnTo>
                      <a:lnTo>
                        <a:pt x="267461" y="1072169"/>
                      </a:lnTo>
                      <a:lnTo>
                        <a:pt x="264683" y="1075839"/>
                      </a:lnTo>
                      <a:lnTo>
                        <a:pt x="262425" y="1071811"/>
                      </a:lnTo>
                      <a:lnTo>
                        <a:pt x="260237" y="1070433"/>
                      </a:lnTo>
                      <a:lnTo>
                        <a:pt x="258015" y="1063754"/>
                      </a:lnTo>
                      <a:lnTo>
                        <a:pt x="257401" y="1064344"/>
                      </a:lnTo>
                      <a:lnTo>
                        <a:pt x="258131" y="1064900"/>
                      </a:lnTo>
                      <a:lnTo>
                        <a:pt x="257864" y="1066277"/>
                      </a:lnTo>
                      <a:lnTo>
                        <a:pt x="260492" y="1072042"/>
                      </a:lnTo>
                      <a:lnTo>
                        <a:pt x="256348" y="1072390"/>
                      </a:lnTo>
                      <a:lnTo>
                        <a:pt x="261962" y="1073906"/>
                      </a:lnTo>
                      <a:lnTo>
                        <a:pt x="263942" y="1076557"/>
                      </a:lnTo>
                      <a:lnTo>
                        <a:pt x="263328" y="1078594"/>
                      </a:lnTo>
                      <a:lnTo>
                        <a:pt x="266731" y="1075897"/>
                      </a:lnTo>
                      <a:lnTo>
                        <a:pt x="269151" y="1077390"/>
                      </a:lnTo>
                      <a:lnTo>
                        <a:pt x="265933" y="1080527"/>
                      </a:lnTo>
                      <a:lnTo>
                        <a:pt x="267901" y="1086049"/>
                      </a:lnTo>
                      <a:lnTo>
                        <a:pt x="266836" y="1086454"/>
                      </a:lnTo>
                      <a:lnTo>
                        <a:pt x="263710" y="1087276"/>
                      </a:lnTo>
                      <a:lnTo>
                        <a:pt x="262518" y="1084602"/>
                      </a:lnTo>
                      <a:lnTo>
                        <a:pt x="260214" y="1083549"/>
                      </a:lnTo>
                      <a:lnTo>
                        <a:pt x="258165" y="1084648"/>
                      </a:lnTo>
                      <a:lnTo>
                        <a:pt x="259983" y="1084232"/>
                      </a:lnTo>
                      <a:lnTo>
                        <a:pt x="263062" y="1086755"/>
                      </a:lnTo>
                      <a:lnTo>
                        <a:pt x="259022" y="1088526"/>
                      </a:lnTo>
                      <a:lnTo>
                        <a:pt x="263780" y="1088665"/>
                      </a:lnTo>
                      <a:lnTo>
                        <a:pt x="263930" y="1091710"/>
                      </a:lnTo>
                      <a:lnTo>
                        <a:pt x="263745" y="1095228"/>
                      </a:lnTo>
                      <a:lnTo>
                        <a:pt x="259855" y="1093480"/>
                      </a:lnTo>
                      <a:lnTo>
                        <a:pt x="260862" y="1095286"/>
                      </a:lnTo>
                      <a:lnTo>
                        <a:pt x="258408" y="1097995"/>
                      </a:lnTo>
                      <a:lnTo>
                        <a:pt x="257807" y="1097787"/>
                      </a:lnTo>
                      <a:lnTo>
                        <a:pt x="256313" y="1095471"/>
                      </a:lnTo>
                      <a:lnTo>
                        <a:pt x="257668" y="1098666"/>
                      </a:lnTo>
                      <a:lnTo>
                        <a:pt x="257749" y="1098875"/>
                      </a:lnTo>
                      <a:lnTo>
                        <a:pt x="255329" y="1099373"/>
                      </a:lnTo>
                      <a:lnTo>
                        <a:pt x="252528" y="1103505"/>
                      </a:lnTo>
                      <a:lnTo>
                        <a:pt x="251833" y="1104408"/>
                      </a:lnTo>
                      <a:lnTo>
                        <a:pt x="252366" y="1101618"/>
                      </a:lnTo>
                      <a:lnTo>
                        <a:pt x="249796" y="1098945"/>
                      </a:lnTo>
                      <a:lnTo>
                        <a:pt x="249356" y="1094337"/>
                      </a:lnTo>
                      <a:lnTo>
                        <a:pt x="247909" y="1097104"/>
                      </a:lnTo>
                      <a:lnTo>
                        <a:pt x="243175" y="1094499"/>
                      </a:lnTo>
                      <a:lnTo>
                        <a:pt x="242503" y="1094511"/>
                      </a:lnTo>
                      <a:lnTo>
                        <a:pt x="238208" y="1094615"/>
                      </a:lnTo>
                      <a:lnTo>
                        <a:pt x="239366" y="1095310"/>
                      </a:lnTo>
                      <a:lnTo>
                        <a:pt x="237769" y="1095529"/>
                      </a:lnTo>
                      <a:lnTo>
                        <a:pt x="241566" y="1095993"/>
                      </a:lnTo>
                      <a:lnTo>
                        <a:pt x="242503" y="1096236"/>
                      </a:lnTo>
                      <a:lnTo>
                        <a:pt x="245582" y="1097046"/>
                      </a:lnTo>
                      <a:lnTo>
                        <a:pt x="246393" y="1100461"/>
                      </a:lnTo>
                      <a:lnTo>
                        <a:pt x="251301" y="1105103"/>
                      </a:lnTo>
                      <a:lnTo>
                        <a:pt x="251035" y="1105450"/>
                      </a:lnTo>
                      <a:lnTo>
                        <a:pt x="252817" y="1107302"/>
                      </a:lnTo>
                      <a:lnTo>
                        <a:pt x="253188" y="1109999"/>
                      </a:lnTo>
                      <a:lnTo>
                        <a:pt x="252806" y="1111794"/>
                      </a:lnTo>
                      <a:lnTo>
                        <a:pt x="250780" y="1113229"/>
                      </a:lnTo>
                      <a:lnTo>
                        <a:pt x="244679" y="1109571"/>
                      </a:lnTo>
                      <a:lnTo>
                        <a:pt x="249148" y="1113588"/>
                      </a:lnTo>
                      <a:lnTo>
                        <a:pt x="252632" y="1113403"/>
                      </a:lnTo>
                      <a:lnTo>
                        <a:pt x="256116" y="1115116"/>
                      </a:lnTo>
                      <a:lnTo>
                        <a:pt x="256718" y="1115463"/>
                      </a:lnTo>
                      <a:lnTo>
                        <a:pt x="255977" y="1119145"/>
                      </a:lnTo>
                      <a:lnTo>
                        <a:pt x="252099" y="1123381"/>
                      </a:lnTo>
                      <a:lnTo>
                        <a:pt x="247157" y="1122918"/>
                      </a:lnTo>
                      <a:lnTo>
                        <a:pt x="245247" y="1119468"/>
                      </a:lnTo>
                      <a:lnTo>
                        <a:pt x="242503" y="1119584"/>
                      </a:lnTo>
                      <a:lnTo>
                        <a:pt x="241461" y="1119619"/>
                      </a:lnTo>
                      <a:lnTo>
                        <a:pt x="239007" y="1117385"/>
                      </a:lnTo>
                      <a:lnTo>
                        <a:pt x="238058" y="1119121"/>
                      </a:lnTo>
                      <a:lnTo>
                        <a:pt x="235372" y="1117871"/>
                      </a:lnTo>
                      <a:lnTo>
                        <a:pt x="236761" y="1119121"/>
                      </a:lnTo>
                      <a:lnTo>
                        <a:pt x="240605" y="1121216"/>
                      </a:lnTo>
                      <a:lnTo>
                        <a:pt x="240894" y="1121795"/>
                      </a:lnTo>
                      <a:lnTo>
                        <a:pt x="241901" y="1121981"/>
                      </a:lnTo>
                      <a:lnTo>
                        <a:pt x="242503" y="1121263"/>
                      </a:lnTo>
                      <a:lnTo>
                        <a:pt x="242885" y="1120788"/>
                      </a:lnTo>
                      <a:lnTo>
                        <a:pt x="245490" y="1123069"/>
                      </a:lnTo>
                      <a:lnTo>
                        <a:pt x="245409" y="1123867"/>
                      </a:lnTo>
                      <a:lnTo>
                        <a:pt x="248615" y="1128358"/>
                      </a:lnTo>
                      <a:lnTo>
                        <a:pt x="248719" y="1128579"/>
                      </a:lnTo>
                      <a:lnTo>
                        <a:pt x="248766" y="1128590"/>
                      </a:lnTo>
                      <a:lnTo>
                        <a:pt x="248824" y="1128659"/>
                      </a:lnTo>
                      <a:lnTo>
                        <a:pt x="250780" y="1129100"/>
                      </a:lnTo>
                      <a:lnTo>
                        <a:pt x="250838" y="1128984"/>
                      </a:lnTo>
                      <a:lnTo>
                        <a:pt x="250849" y="1128949"/>
                      </a:lnTo>
                      <a:lnTo>
                        <a:pt x="251799" y="1126761"/>
                      </a:lnTo>
                      <a:lnTo>
                        <a:pt x="252366" y="1127259"/>
                      </a:lnTo>
                      <a:lnTo>
                        <a:pt x="252019" y="1127872"/>
                      </a:lnTo>
                      <a:lnTo>
                        <a:pt x="253408" y="1128173"/>
                      </a:lnTo>
                      <a:lnTo>
                        <a:pt x="254588" y="1126773"/>
                      </a:lnTo>
                      <a:lnTo>
                        <a:pt x="257089" y="1133753"/>
                      </a:lnTo>
                      <a:lnTo>
                        <a:pt x="256730" y="1133568"/>
                      </a:lnTo>
                      <a:lnTo>
                        <a:pt x="252215" y="1131021"/>
                      </a:lnTo>
                      <a:lnTo>
                        <a:pt x="248812" y="1133036"/>
                      </a:lnTo>
                      <a:lnTo>
                        <a:pt x="244031" y="1135420"/>
                      </a:lnTo>
                      <a:lnTo>
                        <a:pt x="244135" y="1135791"/>
                      </a:lnTo>
                      <a:lnTo>
                        <a:pt x="243800" y="1135987"/>
                      </a:lnTo>
                      <a:lnTo>
                        <a:pt x="245131" y="1138962"/>
                      </a:lnTo>
                      <a:lnTo>
                        <a:pt x="242503" y="1140456"/>
                      </a:lnTo>
                      <a:lnTo>
                        <a:pt x="237201" y="1143442"/>
                      </a:lnTo>
                      <a:lnTo>
                        <a:pt x="237919" y="1144391"/>
                      </a:lnTo>
                      <a:lnTo>
                        <a:pt x="237919" y="1144727"/>
                      </a:lnTo>
                      <a:lnTo>
                        <a:pt x="237711" y="1150400"/>
                      </a:lnTo>
                      <a:lnTo>
                        <a:pt x="241299" y="1153189"/>
                      </a:lnTo>
                      <a:lnTo>
                        <a:pt x="234273" y="1158919"/>
                      </a:lnTo>
                      <a:lnTo>
                        <a:pt x="229897" y="1156187"/>
                      </a:lnTo>
                      <a:lnTo>
                        <a:pt x="228890" y="1156720"/>
                      </a:lnTo>
                      <a:lnTo>
                        <a:pt x="228311" y="1156465"/>
                      </a:lnTo>
                      <a:lnTo>
                        <a:pt x="225892" y="1158340"/>
                      </a:lnTo>
                      <a:lnTo>
                        <a:pt x="224908" y="1158873"/>
                      </a:lnTo>
                      <a:lnTo>
                        <a:pt x="218819" y="1157993"/>
                      </a:lnTo>
                      <a:lnTo>
                        <a:pt x="219317" y="1154601"/>
                      </a:lnTo>
                      <a:lnTo>
                        <a:pt x="222905" y="1152217"/>
                      </a:lnTo>
                      <a:lnTo>
                        <a:pt x="220069" y="1151233"/>
                      </a:lnTo>
                      <a:lnTo>
                        <a:pt x="218692" y="1154462"/>
                      </a:lnTo>
                      <a:lnTo>
                        <a:pt x="217256" y="1153756"/>
                      </a:lnTo>
                      <a:lnTo>
                        <a:pt x="218298" y="1155747"/>
                      </a:lnTo>
                      <a:lnTo>
                        <a:pt x="216944" y="1158757"/>
                      </a:lnTo>
                      <a:lnTo>
                        <a:pt x="210125" y="1159625"/>
                      </a:lnTo>
                      <a:lnTo>
                        <a:pt x="211873" y="1153015"/>
                      </a:lnTo>
                      <a:lnTo>
                        <a:pt x="210334" y="1150202"/>
                      </a:lnTo>
                      <a:lnTo>
                        <a:pt x="210403" y="1155365"/>
                      </a:lnTo>
                      <a:lnTo>
                        <a:pt x="209246" y="1156245"/>
                      </a:lnTo>
                      <a:lnTo>
                        <a:pt x="209547" y="1156824"/>
                      </a:lnTo>
                      <a:lnTo>
                        <a:pt x="207880" y="1157738"/>
                      </a:lnTo>
                      <a:lnTo>
                        <a:pt x="209385" y="1159243"/>
                      </a:lnTo>
                      <a:lnTo>
                        <a:pt x="209304" y="1159845"/>
                      </a:lnTo>
                      <a:lnTo>
                        <a:pt x="210623" y="1160482"/>
                      </a:lnTo>
                      <a:lnTo>
                        <a:pt x="211468" y="1161316"/>
                      </a:lnTo>
                      <a:lnTo>
                        <a:pt x="209871" y="1161813"/>
                      </a:lnTo>
                      <a:lnTo>
                        <a:pt x="201826" y="1163700"/>
                      </a:lnTo>
                      <a:lnTo>
                        <a:pt x="198561" y="1162901"/>
                      </a:lnTo>
                      <a:lnTo>
                        <a:pt x="201281" y="1164302"/>
                      </a:lnTo>
                      <a:lnTo>
                        <a:pt x="197924" y="1167347"/>
                      </a:lnTo>
                      <a:lnTo>
                        <a:pt x="201721" y="1164453"/>
                      </a:lnTo>
                      <a:lnTo>
                        <a:pt x="204060" y="1163526"/>
                      </a:lnTo>
                      <a:lnTo>
                        <a:pt x="203909" y="1165737"/>
                      </a:lnTo>
                      <a:lnTo>
                        <a:pt x="204557" y="1163746"/>
                      </a:lnTo>
                      <a:lnTo>
                        <a:pt x="213228" y="1161848"/>
                      </a:lnTo>
                      <a:lnTo>
                        <a:pt x="215751" y="1166571"/>
                      </a:lnTo>
                      <a:lnTo>
                        <a:pt x="214675" y="1161373"/>
                      </a:lnTo>
                      <a:lnTo>
                        <a:pt x="218368" y="1160170"/>
                      </a:lnTo>
                      <a:lnTo>
                        <a:pt x="221180" y="1160875"/>
                      </a:lnTo>
                      <a:lnTo>
                        <a:pt x="220393" y="1163387"/>
                      </a:lnTo>
                      <a:lnTo>
                        <a:pt x="222778" y="1161732"/>
                      </a:lnTo>
                      <a:lnTo>
                        <a:pt x="226459" y="1160852"/>
                      </a:lnTo>
                      <a:lnTo>
                        <a:pt x="230476" y="1161581"/>
                      </a:lnTo>
                      <a:lnTo>
                        <a:pt x="233104" y="1162785"/>
                      </a:lnTo>
                      <a:lnTo>
                        <a:pt x="236426" y="1165784"/>
                      </a:lnTo>
                      <a:lnTo>
                        <a:pt x="233127" y="1165055"/>
                      </a:lnTo>
                      <a:lnTo>
                        <a:pt x="226876" y="1168828"/>
                      </a:lnTo>
                      <a:lnTo>
                        <a:pt x="232652" y="1166467"/>
                      </a:lnTo>
                      <a:lnTo>
                        <a:pt x="234354" y="1166559"/>
                      </a:lnTo>
                      <a:lnTo>
                        <a:pt x="240825" y="1168955"/>
                      </a:lnTo>
                      <a:lnTo>
                        <a:pt x="242492" y="1167751"/>
                      </a:lnTo>
                      <a:lnTo>
                        <a:pt x="242769" y="1167578"/>
                      </a:lnTo>
                      <a:lnTo>
                        <a:pt x="242503" y="1169106"/>
                      </a:lnTo>
                      <a:lnTo>
                        <a:pt x="241045" y="1177383"/>
                      </a:lnTo>
                      <a:lnTo>
                        <a:pt x="242503" y="1177661"/>
                      </a:lnTo>
                      <a:lnTo>
                        <a:pt x="245258" y="1178181"/>
                      </a:lnTo>
                      <a:lnTo>
                        <a:pt x="245490" y="1178228"/>
                      </a:lnTo>
                      <a:lnTo>
                        <a:pt x="245582" y="1178401"/>
                      </a:lnTo>
                      <a:lnTo>
                        <a:pt x="247631" y="1182071"/>
                      </a:lnTo>
                      <a:lnTo>
                        <a:pt x="246497" y="1185266"/>
                      </a:lnTo>
                      <a:lnTo>
                        <a:pt x="248870" y="1187106"/>
                      </a:lnTo>
                      <a:lnTo>
                        <a:pt x="245582" y="1189653"/>
                      </a:lnTo>
                      <a:lnTo>
                        <a:pt x="244761" y="1194735"/>
                      </a:lnTo>
                      <a:lnTo>
                        <a:pt x="244367" y="1197189"/>
                      </a:lnTo>
                      <a:lnTo>
                        <a:pt x="242503" y="1197675"/>
                      </a:lnTo>
                      <a:lnTo>
                        <a:pt x="236472" y="1199249"/>
                      </a:lnTo>
                      <a:lnTo>
                        <a:pt x="233555" y="1201970"/>
                      </a:lnTo>
                      <a:lnTo>
                        <a:pt x="235361" y="1208371"/>
                      </a:lnTo>
                      <a:lnTo>
                        <a:pt x="233613" y="1208348"/>
                      </a:lnTo>
                      <a:lnTo>
                        <a:pt x="231217" y="1214969"/>
                      </a:lnTo>
                      <a:lnTo>
                        <a:pt x="226922" y="1215583"/>
                      </a:lnTo>
                      <a:lnTo>
                        <a:pt x="223380" y="1211670"/>
                      </a:lnTo>
                      <a:lnTo>
                        <a:pt x="219259" y="1212261"/>
                      </a:lnTo>
                      <a:lnTo>
                        <a:pt x="219444" y="1213881"/>
                      </a:lnTo>
                      <a:lnTo>
                        <a:pt x="217476" y="1212053"/>
                      </a:lnTo>
                      <a:lnTo>
                        <a:pt x="210334" y="1212075"/>
                      </a:lnTo>
                      <a:lnTo>
                        <a:pt x="206491" y="1214205"/>
                      </a:lnTo>
                      <a:lnTo>
                        <a:pt x="204372" y="1217701"/>
                      </a:lnTo>
                      <a:lnTo>
                        <a:pt x="204766" y="1221637"/>
                      </a:lnTo>
                      <a:lnTo>
                        <a:pt x="201061" y="1223929"/>
                      </a:lnTo>
                      <a:lnTo>
                        <a:pt x="200818" y="1225665"/>
                      </a:lnTo>
                      <a:lnTo>
                        <a:pt x="198839" y="1227692"/>
                      </a:lnTo>
                      <a:lnTo>
                        <a:pt x="198827" y="1228039"/>
                      </a:lnTo>
                      <a:lnTo>
                        <a:pt x="198492" y="1228224"/>
                      </a:lnTo>
                      <a:lnTo>
                        <a:pt x="197334" y="1231535"/>
                      </a:lnTo>
                      <a:lnTo>
                        <a:pt x="198608" y="1234093"/>
                      </a:lnTo>
                      <a:lnTo>
                        <a:pt x="198480" y="1237311"/>
                      </a:lnTo>
                      <a:lnTo>
                        <a:pt x="198283" y="1237774"/>
                      </a:lnTo>
                      <a:lnTo>
                        <a:pt x="194012" y="1237103"/>
                      </a:lnTo>
                      <a:lnTo>
                        <a:pt x="193201" y="1239973"/>
                      </a:lnTo>
                      <a:lnTo>
                        <a:pt x="192102" y="1239904"/>
                      </a:lnTo>
                      <a:lnTo>
                        <a:pt x="189682" y="1239672"/>
                      </a:lnTo>
                      <a:lnTo>
                        <a:pt x="189706" y="1239568"/>
                      </a:lnTo>
                      <a:lnTo>
                        <a:pt x="188490" y="1239557"/>
                      </a:lnTo>
                      <a:lnTo>
                        <a:pt x="186788" y="1239395"/>
                      </a:lnTo>
                      <a:lnTo>
                        <a:pt x="185886" y="1232611"/>
                      </a:lnTo>
                      <a:lnTo>
                        <a:pt x="183096" y="1231118"/>
                      </a:lnTo>
                      <a:lnTo>
                        <a:pt x="181834" y="1230319"/>
                      </a:lnTo>
                      <a:lnTo>
                        <a:pt x="181741" y="1230400"/>
                      </a:lnTo>
                      <a:lnTo>
                        <a:pt x="179125" y="1229000"/>
                      </a:lnTo>
                      <a:lnTo>
                        <a:pt x="176150" y="1229462"/>
                      </a:lnTo>
                      <a:lnTo>
                        <a:pt x="175733" y="1229208"/>
                      </a:lnTo>
                      <a:lnTo>
                        <a:pt x="175259" y="1228200"/>
                      </a:lnTo>
                      <a:lnTo>
                        <a:pt x="175849" y="1225665"/>
                      </a:lnTo>
                      <a:lnTo>
                        <a:pt x="176741" y="1224577"/>
                      </a:lnTo>
                      <a:lnTo>
                        <a:pt x="176185" y="1224218"/>
                      </a:lnTo>
                      <a:lnTo>
                        <a:pt x="176312" y="1223698"/>
                      </a:lnTo>
                      <a:lnTo>
                        <a:pt x="174645" y="1223212"/>
                      </a:lnTo>
                      <a:lnTo>
                        <a:pt x="173117" y="1222204"/>
                      </a:lnTo>
                      <a:lnTo>
                        <a:pt x="173060" y="1221336"/>
                      </a:lnTo>
                      <a:lnTo>
                        <a:pt x="174101" y="1220086"/>
                      </a:lnTo>
                      <a:lnTo>
                        <a:pt x="173025" y="1216983"/>
                      </a:lnTo>
                      <a:lnTo>
                        <a:pt x="168881" y="1214726"/>
                      </a:lnTo>
                      <a:lnTo>
                        <a:pt x="168290" y="1213059"/>
                      </a:lnTo>
                      <a:lnTo>
                        <a:pt x="168140" y="1211728"/>
                      </a:lnTo>
                      <a:lnTo>
                        <a:pt x="169598" y="1209714"/>
                      </a:lnTo>
                      <a:lnTo>
                        <a:pt x="171960" y="1207260"/>
                      </a:lnTo>
                      <a:lnTo>
                        <a:pt x="171728" y="1206785"/>
                      </a:lnTo>
                      <a:lnTo>
                        <a:pt x="171879" y="1206577"/>
                      </a:lnTo>
                      <a:lnTo>
                        <a:pt x="172041" y="1203672"/>
                      </a:lnTo>
                      <a:lnTo>
                        <a:pt x="173140" y="1202247"/>
                      </a:lnTo>
                      <a:lnTo>
                        <a:pt x="172180" y="1201032"/>
                      </a:lnTo>
                      <a:lnTo>
                        <a:pt x="172203" y="1200662"/>
                      </a:lnTo>
                      <a:lnTo>
                        <a:pt x="169633" y="1197212"/>
                      </a:lnTo>
                      <a:lnTo>
                        <a:pt x="171335" y="1195117"/>
                      </a:lnTo>
                      <a:lnTo>
                        <a:pt x="170467" y="1194885"/>
                      </a:lnTo>
                      <a:lnTo>
                        <a:pt x="168904" y="1193172"/>
                      </a:lnTo>
                      <a:lnTo>
                        <a:pt x="167711" y="1190556"/>
                      </a:lnTo>
                      <a:lnTo>
                        <a:pt x="164505" y="1189248"/>
                      </a:lnTo>
                      <a:lnTo>
                        <a:pt x="165929" y="1185880"/>
                      </a:lnTo>
                      <a:lnTo>
                        <a:pt x="166415" y="1185092"/>
                      </a:lnTo>
                      <a:lnTo>
                        <a:pt x="165280" y="1183275"/>
                      </a:lnTo>
                      <a:lnTo>
                        <a:pt x="164829" y="1181862"/>
                      </a:lnTo>
                      <a:lnTo>
                        <a:pt x="162097" y="1178147"/>
                      </a:lnTo>
                      <a:lnTo>
                        <a:pt x="158868" y="1172961"/>
                      </a:lnTo>
                      <a:lnTo>
                        <a:pt x="157131" y="1171398"/>
                      </a:lnTo>
                      <a:lnTo>
                        <a:pt x="156298" y="1170252"/>
                      </a:lnTo>
                      <a:lnTo>
                        <a:pt x="153369" y="1168018"/>
                      </a:lnTo>
                      <a:lnTo>
                        <a:pt x="151054" y="1165934"/>
                      </a:lnTo>
                      <a:lnTo>
                        <a:pt x="152084" y="1164997"/>
                      </a:lnTo>
                      <a:lnTo>
                        <a:pt x="151528" y="1165147"/>
                      </a:lnTo>
                      <a:lnTo>
                        <a:pt x="151922" y="1164510"/>
                      </a:lnTo>
                      <a:lnTo>
                        <a:pt x="150857" y="1165321"/>
                      </a:lnTo>
                      <a:lnTo>
                        <a:pt x="149896" y="1165564"/>
                      </a:lnTo>
                      <a:lnTo>
                        <a:pt x="147361" y="1162241"/>
                      </a:lnTo>
                      <a:lnTo>
                        <a:pt x="145081" y="1159938"/>
                      </a:lnTo>
                      <a:lnTo>
                        <a:pt x="140821" y="1159081"/>
                      </a:lnTo>
                      <a:lnTo>
                        <a:pt x="136792" y="1160170"/>
                      </a:lnTo>
                      <a:lnTo>
                        <a:pt x="134303" y="1160852"/>
                      </a:lnTo>
                      <a:lnTo>
                        <a:pt x="133285" y="1158074"/>
                      </a:lnTo>
                      <a:lnTo>
                        <a:pt x="131722" y="1158132"/>
                      </a:lnTo>
                      <a:lnTo>
                        <a:pt x="130530" y="1156812"/>
                      </a:lnTo>
                      <a:lnTo>
                        <a:pt x="130113" y="1155586"/>
                      </a:lnTo>
                      <a:lnTo>
                        <a:pt x="123931" y="1151869"/>
                      </a:lnTo>
                      <a:lnTo>
                        <a:pt x="121651" y="1153374"/>
                      </a:lnTo>
                      <a:lnTo>
                        <a:pt x="117449" y="1150966"/>
                      </a:lnTo>
                      <a:lnTo>
                        <a:pt x="114879" y="1152309"/>
                      </a:lnTo>
                      <a:lnTo>
                        <a:pt x="114949" y="1153571"/>
                      </a:lnTo>
                      <a:lnTo>
                        <a:pt x="114266" y="1153154"/>
                      </a:lnTo>
                      <a:lnTo>
                        <a:pt x="114104" y="1153027"/>
                      </a:lnTo>
                      <a:lnTo>
                        <a:pt x="114080" y="1153038"/>
                      </a:lnTo>
                      <a:lnTo>
                        <a:pt x="113664" y="1152772"/>
                      </a:lnTo>
                      <a:lnTo>
                        <a:pt x="109577" y="1155041"/>
                      </a:lnTo>
                      <a:lnTo>
                        <a:pt x="109647" y="1153675"/>
                      </a:lnTo>
                      <a:lnTo>
                        <a:pt x="109936" y="1150978"/>
                      </a:lnTo>
                      <a:lnTo>
                        <a:pt x="109809" y="1150851"/>
                      </a:lnTo>
                      <a:lnTo>
                        <a:pt x="109855" y="1150099"/>
                      </a:lnTo>
                      <a:lnTo>
                        <a:pt x="105179" y="1145896"/>
                      </a:lnTo>
                      <a:lnTo>
                        <a:pt x="103836" y="1146348"/>
                      </a:lnTo>
                      <a:lnTo>
                        <a:pt x="102065" y="1145804"/>
                      </a:lnTo>
                      <a:lnTo>
                        <a:pt x="97562" y="1139125"/>
                      </a:lnTo>
                      <a:lnTo>
                        <a:pt x="94390" y="1139669"/>
                      </a:lnTo>
                      <a:lnTo>
                        <a:pt x="91253" y="1137087"/>
                      </a:lnTo>
                      <a:lnTo>
                        <a:pt x="89702" y="1136612"/>
                      </a:lnTo>
                      <a:lnTo>
                        <a:pt x="89655" y="1136554"/>
                      </a:lnTo>
                      <a:lnTo>
                        <a:pt x="89169" y="1136462"/>
                      </a:lnTo>
                      <a:lnTo>
                        <a:pt x="85152" y="1135235"/>
                      </a:lnTo>
                      <a:lnTo>
                        <a:pt x="76991" y="1136091"/>
                      </a:lnTo>
                      <a:lnTo>
                        <a:pt x="73044" y="1136797"/>
                      </a:lnTo>
                      <a:lnTo>
                        <a:pt x="71724" y="1138244"/>
                      </a:lnTo>
                      <a:lnTo>
                        <a:pt x="72234" y="1140733"/>
                      </a:lnTo>
                      <a:lnTo>
                        <a:pt x="71828" y="1139622"/>
                      </a:lnTo>
                      <a:lnTo>
                        <a:pt x="71342" y="1141162"/>
                      </a:lnTo>
                      <a:lnTo>
                        <a:pt x="72361" y="1141150"/>
                      </a:lnTo>
                      <a:lnTo>
                        <a:pt x="72280" y="1142007"/>
                      </a:lnTo>
                      <a:lnTo>
                        <a:pt x="71539" y="1143165"/>
                      </a:lnTo>
                      <a:lnTo>
                        <a:pt x="69178" y="1143176"/>
                      </a:lnTo>
                      <a:lnTo>
                        <a:pt x="68842" y="1143488"/>
                      </a:lnTo>
                      <a:lnTo>
                        <a:pt x="68807" y="1143488"/>
                      </a:lnTo>
                      <a:lnTo>
                        <a:pt x="67291" y="1144924"/>
                      </a:lnTo>
                      <a:lnTo>
                        <a:pt x="64744" y="1147262"/>
                      </a:lnTo>
                      <a:lnTo>
                        <a:pt x="65068" y="1147656"/>
                      </a:lnTo>
                      <a:lnTo>
                        <a:pt x="65057" y="1147667"/>
                      </a:lnTo>
                      <a:lnTo>
                        <a:pt x="66272" y="1149114"/>
                      </a:lnTo>
                      <a:lnTo>
                        <a:pt x="66075" y="1148987"/>
                      </a:lnTo>
                      <a:lnTo>
                        <a:pt x="64663" y="1147667"/>
                      </a:lnTo>
                      <a:lnTo>
                        <a:pt x="64582" y="1148096"/>
                      </a:lnTo>
                      <a:lnTo>
                        <a:pt x="64374" y="1149276"/>
                      </a:lnTo>
                      <a:lnTo>
                        <a:pt x="65728" y="1150306"/>
                      </a:lnTo>
                      <a:lnTo>
                        <a:pt x="66897" y="1149485"/>
                      </a:lnTo>
                      <a:lnTo>
                        <a:pt x="66145" y="1150607"/>
                      </a:lnTo>
                      <a:lnTo>
                        <a:pt x="70046" y="1158179"/>
                      </a:lnTo>
                      <a:lnTo>
                        <a:pt x="68275" y="1161524"/>
                      </a:lnTo>
                      <a:lnTo>
                        <a:pt x="67059" y="1165876"/>
                      </a:lnTo>
                      <a:lnTo>
                        <a:pt x="62776" y="1173343"/>
                      </a:lnTo>
                      <a:lnTo>
                        <a:pt x="61121" y="1174639"/>
                      </a:lnTo>
                      <a:lnTo>
                        <a:pt x="58123" y="1172995"/>
                      </a:lnTo>
                      <a:lnTo>
                        <a:pt x="58123" y="1173019"/>
                      </a:lnTo>
                      <a:lnTo>
                        <a:pt x="57949" y="1172926"/>
                      </a:lnTo>
                      <a:lnTo>
                        <a:pt x="57694" y="1175149"/>
                      </a:lnTo>
                      <a:lnTo>
                        <a:pt x="57636" y="1175450"/>
                      </a:lnTo>
                      <a:lnTo>
                        <a:pt x="52369" y="1179003"/>
                      </a:lnTo>
                      <a:lnTo>
                        <a:pt x="49695" y="1177938"/>
                      </a:lnTo>
                      <a:lnTo>
                        <a:pt x="47519" y="1179640"/>
                      </a:lnTo>
                      <a:lnTo>
                        <a:pt x="45343" y="1178147"/>
                      </a:lnTo>
                      <a:lnTo>
                        <a:pt x="45308" y="1178170"/>
                      </a:lnTo>
                      <a:lnTo>
                        <a:pt x="45239" y="1178123"/>
                      </a:lnTo>
                      <a:lnTo>
                        <a:pt x="40782" y="1180473"/>
                      </a:lnTo>
                      <a:lnTo>
                        <a:pt x="39810" y="1180056"/>
                      </a:lnTo>
                      <a:lnTo>
                        <a:pt x="36499" y="1178529"/>
                      </a:lnTo>
                      <a:lnTo>
                        <a:pt x="32563" y="1180542"/>
                      </a:lnTo>
                      <a:lnTo>
                        <a:pt x="32876" y="1181874"/>
                      </a:lnTo>
                      <a:lnTo>
                        <a:pt x="32378" y="1182326"/>
                      </a:lnTo>
                      <a:lnTo>
                        <a:pt x="31093" y="1182430"/>
                      </a:lnTo>
                      <a:lnTo>
                        <a:pt x="30560" y="1182476"/>
                      </a:lnTo>
                      <a:lnTo>
                        <a:pt x="29634" y="1184826"/>
                      </a:lnTo>
                      <a:lnTo>
                        <a:pt x="27400" y="1181989"/>
                      </a:lnTo>
                      <a:lnTo>
                        <a:pt x="24460" y="1182858"/>
                      </a:lnTo>
                      <a:lnTo>
                        <a:pt x="24309" y="1183217"/>
                      </a:lnTo>
                      <a:lnTo>
                        <a:pt x="24275" y="1183229"/>
                      </a:lnTo>
                      <a:lnTo>
                        <a:pt x="23117" y="1185717"/>
                      </a:lnTo>
                      <a:lnTo>
                        <a:pt x="21369" y="1184745"/>
                      </a:lnTo>
                      <a:lnTo>
                        <a:pt x="13474" y="1186932"/>
                      </a:lnTo>
                      <a:lnTo>
                        <a:pt x="13312" y="1186979"/>
                      </a:lnTo>
                      <a:lnTo>
                        <a:pt x="8856" y="1180832"/>
                      </a:lnTo>
                      <a:lnTo>
                        <a:pt x="9654" y="1179675"/>
                      </a:lnTo>
                      <a:lnTo>
                        <a:pt x="10210" y="1178968"/>
                      </a:lnTo>
                      <a:lnTo>
                        <a:pt x="10152" y="1178945"/>
                      </a:lnTo>
                      <a:lnTo>
                        <a:pt x="10245" y="1178818"/>
                      </a:lnTo>
                      <a:lnTo>
                        <a:pt x="7443" y="1177949"/>
                      </a:lnTo>
                      <a:lnTo>
                        <a:pt x="8798" y="1175507"/>
                      </a:lnTo>
                      <a:lnTo>
                        <a:pt x="2790" y="1173146"/>
                      </a:lnTo>
                      <a:lnTo>
                        <a:pt x="1540" y="1171236"/>
                      </a:lnTo>
                      <a:lnTo>
                        <a:pt x="0" y="1166432"/>
                      </a:lnTo>
                      <a:lnTo>
                        <a:pt x="0" y="1166409"/>
                      </a:lnTo>
                      <a:lnTo>
                        <a:pt x="2929" y="1165077"/>
                      </a:lnTo>
                      <a:lnTo>
                        <a:pt x="3403" y="1161350"/>
                      </a:lnTo>
                      <a:lnTo>
                        <a:pt x="4190" y="1161084"/>
                      </a:lnTo>
                      <a:lnTo>
                        <a:pt x="8740" y="1159949"/>
                      </a:lnTo>
                      <a:lnTo>
                        <a:pt x="11159" y="1155342"/>
                      </a:lnTo>
                      <a:lnTo>
                        <a:pt x="10499" y="1153930"/>
                      </a:lnTo>
                      <a:lnTo>
                        <a:pt x="10557" y="1152541"/>
                      </a:lnTo>
                      <a:lnTo>
                        <a:pt x="8647" y="1149913"/>
                      </a:lnTo>
                      <a:lnTo>
                        <a:pt x="8254" y="1149068"/>
                      </a:lnTo>
                      <a:lnTo>
                        <a:pt x="7733" y="1136948"/>
                      </a:lnTo>
                      <a:lnTo>
                        <a:pt x="4874" y="1132978"/>
                      </a:lnTo>
                      <a:lnTo>
                        <a:pt x="4318" y="1132121"/>
                      </a:lnTo>
                      <a:lnTo>
                        <a:pt x="7362" y="1130628"/>
                      </a:lnTo>
                      <a:lnTo>
                        <a:pt x="7166" y="1129933"/>
                      </a:lnTo>
                      <a:lnTo>
                        <a:pt x="7513" y="1129702"/>
                      </a:lnTo>
                      <a:lnTo>
                        <a:pt x="6506" y="1127687"/>
                      </a:lnTo>
                      <a:lnTo>
                        <a:pt x="10881" y="1126217"/>
                      </a:lnTo>
                      <a:lnTo>
                        <a:pt x="11368" y="1119758"/>
                      </a:lnTo>
                      <a:lnTo>
                        <a:pt x="13347" y="1118010"/>
                      </a:lnTo>
                      <a:lnTo>
                        <a:pt x="16172" y="1115857"/>
                      </a:lnTo>
                      <a:lnTo>
                        <a:pt x="16218" y="1115463"/>
                      </a:lnTo>
                      <a:lnTo>
                        <a:pt x="20026" y="1112095"/>
                      </a:lnTo>
                      <a:lnTo>
                        <a:pt x="19448" y="1109930"/>
                      </a:lnTo>
                      <a:lnTo>
                        <a:pt x="24564" y="1111226"/>
                      </a:lnTo>
                      <a:lnTo>
                        <a:pt x="24599" y="1111203"/>
                      </a:lnTo>
                      <a:lnTo>
                        <a:pt x="25490" y="1111424"/>
                      </a:lnTo>
                      <a:lnTo>
                        <a:pt x="29218" y="1109201"/>
                      </a:lnTo>
                      <a:lnTo>
                        <a:pt x="32343" y="1109328"/>
                      </a:lnTo>
                      <a:lnTo>
                        <a:pt x="36071" y="1109907"/>
                      </a:lnTo>
                      <a:lnTo>
                        <a:pt x="41835" y="1101897"/>
                      </a:lnTo>
                      <a:lnTo>
                        <a:pt x="44776" y="1102521"/>
                      </a:lnTo>
                      <a:lnTo>
                        <a:pt x="44185" y="1100091"/>
                      </a:lnTo>
                      <a:lnTo>
                        <a:pt x="48202" y="1097150"/>
                      </a:lnTo>
                      <a:lnTo>
                        <a:pt x="48225" y="1097127"/>
                      </a:lnTo>
                      <a:lnTo>
                        <a:pt x="47531" y="1095437"/>
                      </a:lnTo>
                      <a:lnTo>
                        <a:pt x="49313" y="1098227"/>
                      </a:lnTo>
                      <a:lnTo>
                        <a:pt x="51096" y="1098273"/>
                      </a:lnTo>
                      <a:lnTo>
                        <a:pt x="51767" y="1096398"/>
                      </a:lnTo>
                      <a:lnTo>
                        <a:pt x="53492" y="1096814"/>
                      </a:lnTo>
                      <a:lnTo>
                        <a:pt x="53515" y="1094372"/>
                      </a:lnTo>
                      <a:lnTo>
                        <a:pt x="56340" y="1094823"/>
                      </a:lnTo>
                      <a:lnTo>
                        <a:pt x="57162" y="1091351"/>
                      </a:lnTo>
                      <a:lnTo>
                        <a:pt x="58609" y="1092994"/>
                      </a:lnTo>
                      <a:lnTo>
                        <a:pt x="60982" y="1092334"/>
                      </a:lnTo>
                      <a:lnTo>
                        <a:pt x="61792" y="1091397"/>
                      </a:lnTo>
                      <a:lnTo>
                        <a:pt x="64698" y="1089788"/>
                      </a:lnTo>
                      <a:lnTo>
                        <a:pt x="64709" y="1089777"/>
                      </a:lnTo>
                      <a:lnTo>
                        <a:pt x="64987" y="1089811"/>
                      </a:lnTo>
                      <a:lnTo>
                        <a:pt x="65022" y="1089418"/>
                      </a:lnTo>
                      <a:lnTo>
                        <a:pt x="65682" y="1088665"/>
                      </a:lnTo>
                      <a:lnTo>
                        <a:pt x="65126" y="1088051"/>
                      </a:lnTo>
                      <a:lnTo>
                        <a:pt x="65207" y="1086825"/>
                      </a:lnTo>
                      <a:lnTo>
                        <a:pt x="69687" y="1085690"/>
                      </a:lnTo>
                      <a:lnTo>
                        <a:pt x="71539" y="1083074"/>
                      </a:lnTo>
                      <a:lnTo>
                        <a:pt x="72095" y="1083294"/>
                      </a:lnTo>
                      <a:lnTo>
                        <a:pt x="74537" y="1084533"/>
                      </a:lnTo>
                      <a:lnTo>
                        <a:pt x="75000" y="1084417"/>
                      </a:lnTo>
                      <a:lnTo>
                        <a:pt x="75915" y="1084776"/>
                      </a:lnTo>
                      <a:lnTo>
                        <a:pt x="86796" y="1081639"/>
                      </a:lnTo>
                      <a:lnTo>
                        <a:pt x="89690" y="1083780"/>
                      </a:lnTo>
                      <a:lnTo>
                        <a:pt x="91936" y="1084787"/>
                      </a:lnTo>
                      <a:lnTo>
                        <a:pt x="94922" y="1082900"/>
                      </a:lnTo>
                      <a:lnTo>
                        <a:pt x="95107" y="1083132"/>
                      </a:lnTo>
                      <a:lnTo>
                        <a:pt x="93695" y="1086014"/>
                      </a:lnTo>
                      <a:lnTo>
                        <a:pt x="96473" y="1089036"/>
                      </a:lnTo>
                      <a:lnTo>
                        <a:pt x="97388" y="1090031"/>
                      </a:lnTo>
                      <a:lnTo>
                        <a:pt x="97307" y="1093723"/>
                      </a:lnTo>
                      <a:lnTo>
                        <a:pt x="109346" y="1098273"/>
                      </a:lnTo>
                      <a:lnTo>
                        <a:pt x="111429" y="1102278"/>
                      </a:lnTo>
                      <a:lnTo>
                        <a:pt x="109520" y="1103043"/>
                      </a:lnTo>
                      <a:lnTo>
                        <a:pt x="107146" y="1108274"/>
                      </a:lnTo>
                      <a:lnTo>
                        <a:pt x="107332" y="1108344"/>
                      </a:lnTo>
                      <a:lnTo>
                        <a:pt x="108767" y="1108448"/>
                      </a:lnTo>
                      <a:lnTo>
                        <a:pt x="108871" y="1108518"/>
                      </a:lnTo>
                      <a:lnTo>
                        <a:pt x="111094" y="1106782"/>
                      </a:lnTo>
                      <a:lnTo>
                        <a:pt x="110399" y="1104177"/>
                      </a:lnTo>
                      <a:lnTo>
                        <a:pt x="112113" y="1102499"/>
                      </a:lnTo>
                      <a:lnTo>
                        <a:pt x="110376" y="1099951"/>
                      </a:lnTo>
                      <a:lnTo>
                        <a:pt x="114798" y="1103702"/>
                      </a:lnTo>
                      <a:lnTo>
                        <a:pt x="114636" y="1101503"/>
                      </a:lnTo>
                      <a:lnTo>
                        <a:pt x="114578" y="1101422"/>
                      </a:lnTo>
                      <a:lnTo>
                        <a:pt x="110527" y="1098169"/>
                      </a:lnTo>
                      <a:lnTo>
                        <a:pt x="120204" y="1089036"/>
                      </a:lnTo>
                      <a:lnTo>
                        <a:pt x="120493" y="1088769"/>
                      </a:lnTo>
                      <a:lnTo>
                        <a:pt x="127300" y="1078305"/>
                      </a:lnTo>
                      <a:lnTo>
                        <a:pt x="126096" y="1071440"/>
                      </a:lnTo>
                      <a:lnTo>
                        <a:pt x="126096" y="1071371"/>
                      </a:lnTo>
                      <a:lnTo>
                        <a:pt x="130205" y="1071938"/>
                      </a:lnTo>
                      <a:lnTo>
                        <a:pt x="132822" y="1069484"/>
                      </a:lnTo>
                      <a:lnTo>
                        <a:pt x="134477" y="1073697"/>
                      </a:lnTo>
                      <a:lnTo>
                        <a:pt x="135924" y="1073755"/>
                      </a:lnTo>
                      <a:lnTo>
                        <a:pt x="136202" y="1074149"/>
                      </a:lnTo>
                      <a:lnTo>
                        <a:pt x="137012" y="1073802"/>
                      </a:lnTo>
                      <a:lnTo>
                        <a:pt x="138702" y="1073871"/>
                      </a:lnTo>
                      <a:lnTo>
                        <a:pt x="140867" y="1072169"/>
                      </a:lnTo>
                      <a:lnTo>
                        <a:pt x="141272" y="1072007"/>
                      </a:lnTo>
                      <a:lnTo>
                        <a:pt x="146713" y="1073570"/>
                      </a:lnTo>
                      <a:lnTo>
                        <a:pt x="150649" y="1071452"/>
                      </a:lnTo>
                      <a:lnTo>
                        <a:pt x="153959" y="1068870"/>
                      </a:lnTo>
                      <a:lnTo>
                        <a:pt x="158937" y="1063731"/>
                      </a:lnTo>
                      <a:lnTo>
                        <a:pt x="158775" y="1063731"/>
                      </a:lnTo>
                      <a:lnTo>
                        <a:pt x="158624" y="1063731"/>
                      </a:lnTo>
                      <a:lnTo>
                        <a:pt x="162086" y="1060085"/>
                      </a:lnTo>
                      <a:lnTo>
                        <a:pt x="162641" y="1059934"/>
                      </a:lnTo>
                      <a:lnTo>
                        <a:pt x="164516" y="1060964"/>
                      </a:lnTo>
                      <a:lnTo>
                        <a:pt x="165489" y="1059425"/>
                      </a:lnTo>
                      <a:lnTo>
                        <a:pt x="166693" y="1060987"/>
                      </a:lnTo>
                      <a:lnTo>
                        <a:pt x="165755" y="1059158"/>
                      </a:lnTo>
                      <a:lnTo>
                        <a:pt x="168337" y="1058776"/>
                      </a:lnTo>
                      <a:lnTo>
                        <a:pt x="167387" y="1057155"/>
                      </a:lnTo>
                      <a:lnTo>
                        <a:pt x="170953" y="1053914"/>
                      </a:lnTo>
                      <a:lnTo>
                        <a:pt x="172828" y="1053555"/>
                      </a:lnTo>
                      <a:lnTo>
                        <a:pt x="176787" y="1053336"/>
                      </a:lnTo>
                      <a:lnTo>
                        <a:pt x="177551" y="1050476"/>
                      </a:lnTo>
                      <a:lnTo>
                        <a:pt x="181776" y="1049469"/>
                      </a:lnTo>
                      <a:lnTo>
                        <a:pt x="184960" y="1046471"/>
                      </a:lnTo>
                      <a:lnTo>
                        <a:pt x="186708" y="1041296"/>
                      </a:lnTo>
                      <a:lnTo>
                        <a:pt x="188687" y="1036203"/>
                      </a:lnTo>
                      <a:lnTo>
                        <a:pt x="188363" y="1028262"/>
                      </a:lnTo>
                      <a:lnTo>
                        <a:pt x="194023" y="1026039"/>
                      </a:lnTo>
                      <a:lnTo>
                        <a:pt x="194382" y="1026097"/>
                      </a:lnTo>
                      <a:lnTo>
                        <a:pt x="201606" y="1027521"/>
                      </a:lnTo>
                      <a:lnTo>
                        <a:pt x="202508" y="1026063"/>
                      </a:lnTo>
                      <a:lnTo>
                        <a:pt x="204210" y="1024523"/>
                      </a:lnTo>
                      <a:lnTo>
                        <a:pt x="205206" y="1024489"/>
                      </a:lnTo>
                      <a:lnTo>
                        <a:pt x="205437" y="1023412"/>
                      </a:lnTo>
                      <a:lnTo>
                        <a:pt x="205819" y="1023065"/>
                      </a:lnTo>
                      <a:lnTo>
                        <a:pt x="205970" y="1020993"/>
                      </a:lnTo>
                      <a:lnTo>
                        <a:pt x="209350" y="1019638"/>
                      </a:lnTo>
                      <a:lnTo>
                        <a:pt x="209327" y="1019430"/>
                      </a:lnTo>
                      <a:lnTo>
                        <a:pt x="209489" y="1019360"/>
                      </a:lnTo>
                      <a:lnTo>
                        <a:pt x="209338" y="1016269"/>
                      </a:lnTo>
                      <a:lnTo>
                        <a:pt x="209790" y="1016119"/>
                      </a:lnTo>
                      <a:lnTo>
                        <a:pt x="213702" y="1015818"/>
                      </a:lnTo>
                      <a:lnTo>
                        <a:pt x="214073" y="1014695"/>
                      </a:lnTo>
                      <a:lnTo>
                        <a:pt x="216469" y="1013896"/>
                      </a:lnTo>
                      <a:lnTo>
                        <a:pt x="216724" y="1013029"/>
                      </a:lnTo>
                      <a:lnTo>
                        <a:pt x="218541" y="1012241"/>
                      </a:lnTo>
                      <a:lnTo>
                        <a:pt x="219838" y="1013248"/>
                      </a:lnTo>
                      <a:lnTo>
                        <a:pt x="223287" y="996231"/>
                      </a:lnTo>
                      <a:lnTo>
                        <a:pt x="220613" y="994252"/>
                      </a:lnTo>
                      <a:lnTo>
                        <a:pt x="220058" y="993616"/>
                      </a:lnTo>
                      <a:lnTo>
                        <a:pt x="221840" y="992724"/>
                      </a:lnTo>
                      <a:lnTo>
                        <a:pt x="222338" y="992550"/>
                      </a:lnTo>
                      <a:lnTo>
                        <a:pt x="222292" y="992492"/>
                      </a:lnTo>
                      <a:lnTo>
                        <a:pt x="222338" y="992470"/>
                      </a:lnTo>
                      <a:lnTo>
                        <a:pt x="219548" y="987805"/>
                      </a:lnTo>
                      <a:lnTo>
                        <a:pt x="219618" y="987747"/>
                      </a:lnTo>
                      <a:lnTo>
                        <a:pt x="224757" y="988279"/>
                      </a:lnTo>
                      <a:lnTo>
                        <a:pt x="223542" y="987446"/>
                      </a:lnTo>
                      <a:lnTo>
                        <a:pt x="225220" y="984412"/>
                      </a:lnTo>
                      <a:lnTo>
                        <a:pt x="224537" y="983336"/>
                      </a:lnTo>
                      <a:lnTo>
                        <a:pt x="223542" y="981785"/>
                      </a:lnTo>
                      <a:lnTo>
                        <a:pt x="223530" y="980002"/>
                      </a:lnTo>
                      <a:lnTo>
                        <a:pt x="224642" y="978949"/>
                      </a:lnTo>
                      <a:lnTo>
                        <a:pt x="225938" y="979400"/>
                      </a:lnTo>
                      <a:lnTo>
                        <a:pt x="228045" y="981183"/>
                      </a:lnTo>
                      <a:lnTo>
                        <a:pt x="227084" y="979551"/>
                      </a:lnTo>
                      <a:lnTo>
                        <a:pt x="228334" y="976831"/>
                      </a:lnTo>
                      <a:lnTo>
                        <a:pt x="230105" y="978451"/>
                      </a:lnTo>
                      <a:lnTo>
                        <a:pt x="230233" y="978393"/>
                      </a:lnTo>
                      <a:lnTo>
                        <a:pt x="231726" y="979736"/>
                      </a:lnTo>
                      <a:lnTo>
                        <a:pt x="238243" y="977120"/>
                      </a:lnTo>
                      <a:lnTo>
                        <a:pt x="241079" y="977872"/>
                      </a:lnTo>
                      <a:lnTo>
                        <a:pt x="241693" y="979725"/>
                      </a:lnTo>
                      <a:lnTo>
                        <a:pt x="242248" y="978648"/>
                      </a:lnTo>
                      <a:lnTo>
                        <a:pt x="242503" y="978764"/>
                      </a:lnTo>
                      <a:lnTo>
                        <a:pt x="246184" y="980512"/>
                      </a:lnTo>
                      <a:lnTo>
                        <a:pt x="247932" y="980477"/>
                      </a:lnTo>
                      <a:lnTo>
                        <a:pt x="249298" y="979412"/>
                      </a:lnTo>
                      <a:lnTo>
                        <a:pt x="249321" y="979250"/>
                      </a:lnTo>
                      <a:lnTo>
                        <a:pt x="248916" y="979539"/>
                      </a:lnTo>
                      <a:lnTo>
                        <a:pt x="247828" y="980327"/>
                      </a:lnTo>
                      <a:lnTo>
                        <a:pt x="247411" y="980071"/>
                      </a:lnTo>
                      <a:lnTo>
                        <a:pt x="243881" y="977942"/>
                      </a:lnTo>
                      <a:lnTo>
                        <a:pt x="242503" y="977641"/>
                      </a:lnTo>
                      <a:lnTo>
                        <a:pt x="237931" y="976633"/>
                      </a:lnTo>
                      <a:lnTo>
                        <a:pt x="233474" y="976298"/>
                      </a:lnTo>
                      <a:lnTo>
                        <a:pt x="232791" y="974492"/>
                      </a:lnTo>
                      <a:lnTo>
                        <a:pt x="235870" y="974457"/>
                      </a:lnTo>
                      <a:lnTo>
                        <a:pt x="238810" y="974481"/>
                      </a:lnTo>
                      <a:lnTo>
                        <a:pt x="241218" y="974457"/>
                      </a:lnTo>
                      <a:lnTo>
                        <a:pt x="242503" y="971818"/>
                      </a:lnTo>
                      <a:lnTo>
                        <a:pt x="242700" y="971413"/>
                      </a:lnTo>
                      <a:lnTo>
                        <a:pt x="242503" y="969978"/>
                      </a:lnTo>
                      <a:lnTo>
                        <a:pt x="242237" y="968091"/>
                      </a:lnTo>
                      <a:lnTo>
                        <a:pt x="243985" y="970070"/>
                      </a:lnTo>
                      <a:lnTo>
                        <a:pt x="244159" y="970325"/>
                      </a:lnTo>
                      <a:lnTo>
                        <a:pt x="244216" y="970336"/>
                      </a:lnTo>
                      <a:lnTo>
                        <a:pt x="244309" y="970429"/>
                      </a:lnTo>
                      <a:lnTo>
                        <a:pt x="246439" y="970475"/>
                      </a:lnTo>
                      <a:lnTo>
                        <a:pt x="246543" y="970487"/>
                      </a:lnTo>
                      <a:lnTo>
                        <a:pt x="246786" y="971563"/>
                      </a:lnTo>
                      <a:lnTo>
                        <a:pt x="246890" y="972327"/>
                      </a:lnTo>
                      <a:lnTo>
                        <a:pt x="246960" y="972316"/>
                      </a:lnTo>
                      <a:lnTo>
                        <a:pt x="247307" y="973821"/>
                      </a:lnTo>
                      <a:lnTo>
                        <a:pt x="251324" y="972906"/>
                      </a:lnTo>
                      <a:lnTo>
                        <a:pt x="255121" y="970151"/>
                      </a:lnTo>
                      <a:lnTo>
                        <a:pt x="254612" y="968438"/>
                      </a:lnTo>
                      <a:lnTo>
                        <a:pt x="256915" y="968901"/>
                      </a:lnTo>
                      <a:lnTo>
                        <a:pt x="259045" y="967940"/>
                      </a:lnTo>
                      <a:lnTo>
                        <a:pt x="254785" y="966991"/>
                      </a:lnTo>
                      <a:lnTo>
                        <a:pt x="258918" y="966713"/>
                      </a:lnTo>
                      <a:lnTo>
                        <a:pt x="264081" y="957418"/>
                      </a:lnTo>
                      <a:lnTo>
                        <a:pt x="265423" y="952232"/>
                      </a:lnTo>
                      <a:lnTo>
                        <a:pt x="264312" y="949315"/>
                      </a:lnTo>
                      <a:lnTo>
                        <a:pt x="264474" y="948736"/>
                      </a:lnTo>
                      <a:lnTo>
                        <a:pt x="266095" y="948007"/>
                      </a:lnTo>
                      <a:lnTo>
                        <a:pt x="265099" y="946490"/>
                      </a:lnTo>
                      <a:lnTo>
                        <a:pt x="265377" y="945472"/>
                      </a:lnTo>
                      <a:lnTo>
                        <a:pt x="268283" y="944777"/>
                      </a:lnTo>
                      <a:lnTo>
                        <a:pt x="266535" y="941316"/>
                      </a:lnTo>
                      <a:lnTo>
                        <a:pt x="266650" y="940910"/>
                      </a:lnTo>
                      <a:lnTo>
                        <a:pt x="267021" y="937171"/>
                      </a:lnTo>
                      <a:lnTo>
                        <a:pt x="267322" y="936489"/>
                      </a:lnTo>
                      <a:lnTo>
                        <a:pt x="268016" y="928096"/>
                      </a:lnTo>
                      <a:lnTo>
                        <a:pt x="263745" y="925827"/>
                      </a:lnTo>
                      <a:lnTo>
                        <a:pt x="265817" y="925260"/>
                      </a:lnTo>
                      <a:lnTo>
                        <a:pt x="265574" y="923674"/>
                      </a:lnTo>
                      <a:lnTo>
                        <a:pt x="266396" y="922817"/>
                      </a:lnTo>
                      <a:lnTo>
                        <a:pt x="268537" y="922424"/>
                      </a:lnTo>
                      <a:lnTo>
                        <a:pt x="269290" y="919796"/>
                      </a:lnTo>
                      <a:lnTo>
                        <a:pt x="269869" y="919194"/>
                      </a:lnTo>
                      <a:lnTo>
                        <a:pt x="273596" y="919495"/>
                      </a:lnTo>
                      <a:lnTo>
                        <a:pt x="271061" y="918349"/>
                      </a:lnTo>
                      <a:lnTo>
                        <a:pt x="270771" y="917087"/>
                      </a:lnTo>
                      <a:lnTo>
                        <a:pt x="271489" y="914471"/>
                      </a:lnTo>
                      <a:lnTo>
                        <a:pt x="271408" y="914275"/>
                      </a:lnTo>
                      <a:lnTo>
                        <a:pt x="272045" y="912966"/>
                      </a:lnTo>
                      <a:lnTo>
                        <a:pt x="270887" y="912932"/>
                      </a:lnTo>
                      <a:lnTo>
                        <a:pt x="270771" y="912643"/>
                      </a:lnTo>
                      <a:lnTo>
                        <a:pt x="272045" y="911033"/>
                      </a:lnTo>
                      <a:lnTo>
                        <a:pt x="271292" y="910524"/>
                      </a:lnTo>
                      <a:lnTo>
                        <a:pt x="271570" y="910050"/>
                      </a:lnTo>
                      <a:lnTo>
                        <a:pt x="273492" y="909320"/>
                      </a:lnTo>
                      <a:lnTo>
                        <a:pt x="272114" y="907549"/>
                      </a:lnTo>
                      <a:lnTo>
                        <a:pt x="272103" y="907526"/>
                      </a:lnTo>
                      <a:lnTo>
                        <a:pt x="273619" y="905720"/>
                      </a:lnTo>
                      <a:lnTo>
                        <a:pt x="273179" y="902166"/>
                      </a:lnTo>
                      <a:lnTo>
                        <a:pt x="269243" y="897964"/>
                      </a:lnTo>
                      <a:lnTo>
                        <a:pt x="267542" y="898161"/>
                      </a:lnTo>
                      <a:lnTo>
                        <a:pt x="268804" y="895649"/>
                      </a:lnTo>
                      <a:lnTo>
                        <a:pt x="273457" y="894572"/>
                      </a:lnTo>
                      <a:lnTo>
                        <a:pt x="274534" y="896911"/>
                      </a:lnTo>
                      <a:lnTo>
                        <a:pt x="274522" y="896945"/>
                      </a:lnTo>
                      <a:lnTo>
                        <a:pt x="274568" y="896980"/>
                      </a:lnTo>
                      <a:lnTo>
                        <a:pt x="275205" y="898369"/>
                      </a:lnTo>
                      <a:lnTo>
                        <a:pt x="276027" y="898300"/>
                      </a:lnTo>
                      <a:lnTo>
                        <a:pt x="276143" y="898404"/>
                      </a:lnTo>
                      <a:lnTo>
                        <a:pt x="280912" y="897883"/>
                      </a:lnTo>
                      <a:lnTo>
                        <a:pt x="281086" y="897860"/>
                      </a:lnTo>
                      <a:lnTo>
                        <a:pt x="281097" y="897883"/>
                      </a:lnTo>
                      <a:lnTo>
                        <a:pt x="280576" y="899827"/>
                      </a:lnTo>
                      <a:lnTo>
                        <a:pt x="282938" y="901622"/>
                      </a:lnTo>
                      <a:lnTo>
                        <a:pt x="284778" y="900152"/>
                      </a:lnTo>
                      <a:lnTo>
                        <a:pt x="286376" y="900175"/>
                      </a:lnTo>
                      <a:lnTo>
                        <a:pt x="288401" y="900684"/>
                      </a:lnTo>
                      <a:lnTo>
                        <a:pt x="290786" y="898936"/>
                      </a:lnTo>
                      <a:lnTo>
                        <a:pt x="289663" y="897524"/>
                      </a:lnTo>
                      <a:lnTo>
                        <a:pt x="289964" y="896991"/>
                      </a:lnTo>
                      <a:lnTo>
                        <a:pt x="291295" y="896563"/>
                      </a:lnTo>
                      <a:lnTo>
                        <a:pt x="293136" y="891736"/>
                      </a:lnTo>
                      <a:lnTo>
                        <a:pt x="293495" y="891586"/>
                      </a:lnTo>
                      <a:lnTo>
                        <a:pt x="296875" y="890938"/>
                      </a:lnTo>
                      <a:lnTo>
                        <a:pt x="298392" y="889548"/>
                      </a:lnTo>
                      <a:lnTo>
                        <a:pt x="299839" y="888947"/>
                      </a:lnTo>
                      <a:lnTo>
                        <a:pt x="299260" y="887048"/>
                      </a:lnTo>
                      <a:lnTo>
                        <a:pt x="299260" y="886805"/>
                      </a:lnTo>
                      <a:lnTo>
                        <a:pt x="300093" y="886041"/>
                      </a:lnTo>
                      <a:lnTo>
                        <a:pt x="302501" y="885589"/>
                      </a:lnTo>
                      <a:lnTo>
                        <a:pt x="303462" y="885752"/>
                      </a:lnTo>
                      <a:lnTo>
                        <a:pt x="302779" y="888668"/>
                      </a:lnTo>
                      <a:lnTo>
                        <a:pt x="301436" y="892975"/>
                      </a:lnTo>
                      <a:lnTo>
                        <a:pt x="305140" y="894434"/>
                      </a:lnTo>
                      <a:lnTo>
                        <a:pt x="305383" y="894942"/>
                      </a:lnTo>
                      <a:lnTo>
                        <a:pt x="306992" y="899029"/>
                      </a:lnTo>
                      <a:lnTo>
                        <a:pt x="305487" y="901912"/>
                      </a:lnTo>
                      <a:lnTo>
                        <a:pt x="307953" y="908672"/>
                      </a:lnTo>
                      <a:lnTo>
                        <a:pt x="304955" y="910095"/>
                      </a:lnTo>
                      <a:lnTo>
                        <a:pt x="306055" y="910269"/>
                      </a:lnTo>
                      <a:lnTo>
                        <a:pt x="303508" y="914135"/>
                      </a:lnTo>
                      <a:lnTo>
                        <a:pt x="305487" y="919403"/>
                      </a:lnTo>
                      <a:lnTo>
                        <a:pt x="305233" y="911693"/>
                      </a:lnTo>
                      <a:lnTo>
                        <a:pt x="308497" y="911925"/>
                      </a:lnTo>
                      <a:lnTo>
                        <a:pt x="308439" y="908892"/>
                      </a:lnTo>
                      <a:lnTo>
                        <a:pt x="312144" y="907965"/>
                      </a:lnTo>
                      <a:lnTo>
                        <a:pt x="319494" y="911311"/>
                      </a:lnTo>
                      <a:lnTo>
                        <a:pt x="320930" y="915004"/>
                      </a:lnTo>
                      <a:lnTo>
                        <a:pt x="319610" y="911346"/>
                      </a:lnTo>
                      <a:lnTo>
                        <a:pt x="325016" y="909227"/>
                      </a:lnTo>
                      <a:lnTo>
                        <a:pt x="336233" y="910431"/>
                      </a:lnTo>
                      <a:lnTo>
                        <a:pt x="339764" y="913615"/>
                      </a:lnTo>
                      <a:lnTo>
                        <a:pt x="340516" y="914263"/>
                      </a:lnTo>
                      <a:lnTo>
                        <a:pt x="340956" y="914043"/>
                      </a:lnTo>
                      <a:lnTo>
                        <a:pt x="338826" y="911762"/>
                      </a:lnTo>
                      <a:lnTo>
                        <a:pt x="338479" y="908429"/>
                      </a:lnTo>
                      <a:lnTo>
                        <a:pt x="338375" y="908463"/>
                      </a:lnTo>
                      <a:lnTo>
                        <a:pt x="337229" y="908846"/>
                      </a:lnTo>
                      <a:lnTo>
                        <a:pt x="334566" y="905465"/>
                      </a:lnTo>
                      <a:lnTo>
                        <a:pt x="332101" y="907363"/>
                      </a:lnTo>
                      <a:lnTo>
                        <a:pt x="331800" y="905338"/>
                      </a:lnTo>
                      <a:lnTo>
                        <a:pt x="330758" y="907399"/>
                      </a:lnTo>
                      <a:lnTo>
                        <a:pt x="323303" y="905604"/>
                      </a:lnTo>
                      <a:lnTo>
                        <a:pt x="322562" y="907861"/>
                      </a:lnTo>
                      <a:lnTo>
                        <a:pt x="319517" y="908567"/>
                      </a:lnTo>
                      <a:lnTo>
                        <a:pt x="313892" y="904157"/>
                      </a:lnTo>
                      <a:lnTo>
                        <a:pt x="314493" y="901310"/>
                      </a:lnTo>
                      <a:lnTo>
                        <a:pt x="310060" y="900001"/>
                      </a:lnTo>
                      <a:lnTo>
                        <a:pt x="309053" y="895024"/>
                      </a:lnTo>
                      <a:lnTo>
                        <a:pt x="310292" y="890255"/>
                      </a:lnTo>
                      <a:lnTo>
                        <a:pt x="308636" y="888379"/>
                      </a:lnTo>
                      <a:lnTo>
                        <a:pt x="311704" y="883448"/>
                      </a:lnTo>
                      <a:lnTo>
                        <a:pt x="314725" y="881862"/>
                      </a:lnTo>
                      <a:lnTo>
                        <a:pt x="314077" y="879281"/>
                      </a:lnTo>
                      <a:lnTo>
                        <a:pt x="311935" y="877625"/>
                      </a:lnTo>
                      <a:lnTo>
                        <a:pt x="308138" y="874697"/>
                      </a:lnTo>
                      <a:lnTo>
                        <a:pt x="312688" y="872543"/>
                      </a:lnTo>
                      <a:lnTo>
                        <a:pt x="312283" y="871953"/>
                      </a:lnTo>
                      <a:lnTo>
                        <a:pt x="313869" y="871027"/>
                      </a:lnTo>
                      <a:lnTo>
                        <a:pt x="314042" y="871038"/>
                      </a:lnTo>
                      <a:lnTo>
                        <a:pt x="314598" y="874314"/>
                      </a:lnTo>
                      <a:lnTo>
                        <a:pt x="315269" y="874477"/>
                      </a:lnTo>
                      <a:lnTo>
                        <a:pt x="317469" y="876433"/>
                      </a:lnTo>
                      <a:lnTo>
                        <a:pt x="317619" y="876942"/>
                      </a:lnTo>
                      <a:lnTo>
                        <a:pt x="322087" y="876352"/>
                      </a:lnTo>
                      <a:lnTo>
                        <a:pt x="324449" y="877625"/>
                      </a:lnTo>
                      <a:lnTo>
                        <a:pt x="326243" y="878609"/>
                      </a:lnTo>
                      <a:lnTo>
                        <a:pt x="327158" y="877625"/>
                      </a:lnTo>
                      <a:lnTo>
                        <a:pt x="327956" y="876780"/>
                      </a:lnTo>
                      <a:lnTo>
                        <a:pt x="329970" y="875901"/>
                      </a:lnTo>
                      <a:lnTo>
                        <a:pt x="330781" y="873770"/>
                      </a:lnTo>
                      <a:lnTo>
                        <a:pt x="333003" y="874893"/>
                      </a:lnTo>
                      <a:lnTo>
                        <a:pt x="331950" y="874153"/>
                      </a:lnTo>
                      <a:lnTo>
                        <a:pt x="332320" y="874280"/>
                      </a:lnTo>
                      <a:lnTo>
                        <a:pt x="332216" y="871119"/>
                      </a:lnTo>
                      <a:lnTo>
                        <a:pt x="335596" y="872648"/>
                      </a:lnTo>
                      <a:lnTo>
                        <a:pt x="335805" y="872497"/>
                      </a:lnTo>
                      <a:lnTo>
                        <a:pt x="335967" y="872555"/>
                      </a:lnTo>
                      <a:lnTo>
                        <a:pt x="337205" y="871455"/>
                      </a:lnTo>
                      <a:lnTo>
                        <a:pt x="339822" y="869534"/>
                      </a:lnTo>
                      <a:lnTo>
                        <a:pt x="340944" y="870622"/>
                      </a:lnTo>
                      <a:lnTo>
                        <a:pt x="342704" y="872879"/>
                      </a:lnTo>
                      <a:lnTo>
                        <a:pt x="343607" y="872011"/>
                      </a:lnTo>
                      <a:lnTo>
                        <a:pt x="345158" y="872173"/>
                      </a:lnTo>
                      <a:lnTo>
                        <a:pt x="346200" y="873574"/>
                      </a:lnTo>
                      <a:lnTo>
                        <a:pt x="346316" y="872289"/>
                      </a:lnTo>
                      <a:lnTo>
                        <a:pt x="347901" y="872451"/>
                      </a:lnTo>
                      <a:lnTo>
                        <a:pt x="348202" y="872590"/>
                      </a:lnTo>
                      <a:lnTo>
                        <a:pt x="349522" y="873203"/>
                      </a:lnTo>
                      <a:lnTo>
                        <a:pt x="348967" y="871618"/>
                      </a:lnTo>
                      <a:lnTo>
                        <a:pt x="356282" y="871212"/>
                      </a:lnTo>
                      <a:lnTo>
                        <a:pt x="357243" y="871201"/>
                      </a:lnTo>
                      <a:lnTo>
                        <a:pt x="357313" y="871154"/>
                      </a:lnTo>
                      <a:lnTo>
                        <a:pt x="358424" y="871085"/>
                      </a:lnTo>
                      <a:lnTo>
                        <a:pt x="361746" y="868237"/>
                      </a:lnTo>
                      <a:lnTo>
                        <a:pt x="361770" y="868202"/>
                      </a:lnTo>
                      <a:lnTo>
                        <a:pt x="362082" y="867994"/>
                      </a:lnTo>
                      <a:lnTo>
                        <a:pt x="363240" y="866142"/>
                      </a:lnTo>
                      <a:lnTo>
                        <a:pt x="370058" y="856684"/>
                      </a:lnTo>
                      <a:lnTo>
                        <a:pt x="369271" y="853420"/>
                      </a:lnTo>
                      <a:lnTo>
                        <a:pt x="369491" y="852506"/>
                      </a:lnTo>
                      <a:lnTo>
                        <a:pt x="370799" y="849588"/>
                      </a:lnTo>
                      <a:lnTo>
                        <a:pt x="371493" y="845062"/>
                      </a:lnTo>
                      <a:lnTo>
                        <a:pt x="371516" y="845016"/>
                      </a:lnTo>
                      <a:lnTo>
                        <a:pt x="373936" y="843743"/>
                      </a:lnTo>
                      <a:lnTo>
                        <a:pt x="375093" y="838950"/>
                      </a:lnTo>
                      <a:lnTo>
                        <a:pt x="372165" y="837654"/>
                      </a:lnTo>
                      <a:lnTo>
                        <a:pt x="375336" y="830419"/>
                      </a:lnTo>
                      <a:lnTo>
                        <a:pt x="374688" y="830430"/>
                      </a:lnTo>
                      <a:lnTo>
                        <a:pt x="373380" y="828983"/>
                      </a:lnTo>
                      <a:lnTo>
                        <a:pt x="373357" y="828903"/>
                      </a:lnTo>
                      <a:lnTo>
                        <a:pt x="373461" y="828937"/>
                      </a:lnTo>
                      <a:lnTo>
                        <a:pt x="375221" y="830014"/>
                      </a:lnTo>
                      <a:lnTo>
                        <a:pt x="375417" y="829539"/>
                      </a:lnTo>
                      <a:lnTo>
                        <a:pt x="375475" y="829550"/>
                      </a:lnTo>
                      <a:lnTo>
                        <a:pt x="375545" y="829215"/>
                      </a:lnTo>
                      <a:lnTo>
                        <a:pt x="376135" y="827710"/>
                      </a:lnTo>
                      <a:lnTo>
                        <a:pt x="380071" y="828416"/>
                      </a:lnTo>
                      <a:lnTo>
                        <a:pt x="381159" y="827177"/>
                      </a:lnTo>
                      <a:lnTo>
                        <a:pt x="380534" y="826553"/>
                      </a:lnTo>
                      <a:lnTo>
                        <a:pt x="380835" y="825673"/>
                      </a:lnTo>
                      <a:lnTo>
                        <a:pt x="381252" y="825441"/>
                      </a:lnTo>
                      <a:lnTo>
                        <a:pt x="382386" y="826564"/>
                      </a:lnTo>
                      <a:lnTo>
                        <a:pt x="383115" y="828335"/>
                      </a:lnTo>
                      <a:lnTo>
                        <a:pt x="386333" y="827143"/>
                      </a:lnTo>
                      <a:lnTo>
                        <a:pt x="387954" y="821054"/>
                      </a:lnTo>
                      <a:lnTo>
                        <a:pt x="395710" y="820337"/>
                      </a:lnTo>
                      <a:lnTo>
                        <a:pt x="396844" y="819283"/>
                      </a:lnTo>
                      <a:lnTo>
                        <a:pt x="395837" y="817523"/>
                      </a:lnTo>
                      <a:lnTo>
                        <a:pt x="399611" y="817732"/>
                      </a:lnTo>
                      <a:lnTo>
                        <a:pt x="399426" y="817662"/>
                      </a:lnTo>
                      <a:lnTo>
                        <a:pt x="399518" y="817662"/>
                      </a:lnTo>
                      <a:lnTo>
                        <a:pt x="397331" y="816852"/>
                      </a:lnTo>
                      <a:lnTo>
                        <a:pt x="397388" y="816771"/>
                      </a:lnTo>
                      <a:lnTo>
                        <a:pt x="398488" y="815370"/>
                      </a:lnTo>
                      <a:lnTo>
                        <a:pt x="405318" y="814652"/>
                      </a:lnTo>
                      <a:lnTo>
                        <a:pt x="404924" y="814190"/>
                      </a:lnTo>
                      <a:lnTo>
                        <a:pt x="404971" y="814178"/>
                      </a:lnTo>
                      <a:lnTo>
                        <a:pt x="403477" y="812488"/>
                      </a:lnTo>
                      <a:lnTo>
                        <a:pt x="405202" y="809710"/>
                      </a:lnTo>
                      <a:lnTo>
                        <a:pt x="410064" y="808552"/>
                      </a:lnTo>
                      <a:lnTo>
                        <a:pt x="410180" y="807765"/>
                      </a:lnTo>
                      <a:lnTo>
                        <a:pt x="412773" y="804825"/>
                      </a:lnTo>
                      <a:lnTo>
                        <a:pt x="415088" y="803621"/>
                      </a:lnTo>
                      <a:lnTo>
                        <a:pt x="415030" y="800727"/>
                      </a:lnTo>
                      <a:lnTo>
                        <a:pt x="415655" y="798052"/>
                      </a:lnTo>
                      <a:lnTo>
                        <a:pt x="417554" y="795760"/>
                      </a:lnTo>
                      <a:lnTo>
                        <a:pt x="416083" y="789267"/>
                      </a:lnTo>
                      <a:lnTo>
                        <a:pt x="420656" y="790436"/>
                      </a:lnTo>
                      <a:lnTo>
                        <a:pt x="423318" y="788861"/>
                      </a:lnTo>
                      <a:lnTo>
                        <a:pt x="421478" y="786002"/>
                      </a:lnTo>
                      <a:lnTo>
                        <a:pt x="423550" y="785620"/>
                      </a:lnTo>
                      <a:lnTo>
                        <a:pt x="424025" y="783606"/>
                      </a:lnTo>
                      <a:lnTo>
                        <a:pt x="428991" y="782969"/>
                      </a:lnTo>
                      <a:lnTo>
                        <a:pt x="429234" y="780828"/>
                      </a:lnTo>
                      <a:lnTo>
                        <a:pt x="429824" y="779473"/>
                      </a:lnTo>
                      <a:lnTo>
                        <a:pt x="432741" y="776707"/>
                      </a:lnTo>
                      <a:lnTo>
                        <a:pt x="440358" y="774588"/>
                      </a:lnTo>
                      <a:lnTo>
                        <a:pt x="442095" y="772342"/>
                      </a:lnTo>
                      <a:lnTo>
                        <a:pt x="444340" y="771486"/>
                      </a:lnTo>
                      <a:lnTo>
                        <a:pt x="445614" y="771463"/>
                      </a:lnTo>
                      <a:lnTo>
                        <a:pt x="449271" y="768001"/>
                      </a:lnTo>
                      <a:lnTo>
                        <a:pt x="452640" y="762063"/>
                      </a:lnTo>
                      <a:lnTo>
                        <a:pt x="453427" y="755997"/>
                      </a:lnTo>
                      <a:lnTo>
                        <a:pt x="452038" y="754886"/>
                      </a:lnTo>
                      <a:lnTo>
                        <a:pt x="453670" y="750151"/>
                      </a:lnTo>
                      <a:lnTo>
                        <a:pt x="453427" y="739502"/>
                      </a:lnTo>
                      <a:lnTo>
                        <a:pt x="453462" y="738182"/>
                      </a:lnTo>
                      <a:lnTo>
                        <a:pt x="453902" y="737326"/>
                      </a:lnTo>
                      <a:lnTo>
                        <a:pt x="454214" y="736724"/>
                      </a:lnTo>
                      <a:lnTo>
                        <a:pt x="455916" y="737928"/>
                      </a:lnTo>
                      <a:lnTo>
                        <a:pt x="455071" y="735832"/>
                      </a:lnTo>
                      <a:lnTo>
                        <a:pt x="455048" y="726606"/>
                      </a:lnTo>
                      <a:lnTo>
                        <a:pt x="454573" y="711025"/>
                      </a:lnTo>
                      <a:lnTo>
                        <a:pt x="453902" y="709844"/>
                      </a:lnTo>
                      <a:lnTo>
                        <a:pt x="453173" y="708536"/>
                      </a:lnTo>
                      <a:lnTo>
                        <a:pt x="453149" y="708328"/>
                      </a:lnTo>
                      <a:lnTo>
                        <a:pt x="452814" y="707911"/>
                      </a:lnTo>
                      <a:lnTo>
                        <a:pt x="451043" y="704774"/>
                      </a:lnTo>
                      <a:lnTo>
                        <a:pt x="453694" y="701128"/>
                      </a:lnTo>
                      <a:lnTo>
                        <a:pt x="452316" y="699461"/>
                      </a:lnTo>
                      <a:lnTo>
                        <a:pt x="452258" y="698905"/>
                      </a:lnTo>
                      <a:lnTo>
                        <a:pt x="452849" y="695733"/>
                      </a:lnTo>
                      <a:lnTo>
                        <a:pt x="450776" y="694090"/>
                      </a:lnTo>
                      <a:lnTo>
                        <a:pt x="453230" y="691207"/>
                      </a:lnTo>
                      <a:lnTo>
                        <a:pt x="453010" y="687526"/>
                      </a:lnTo>
                      <a:lnTo>
                        <a:pt x="453902" y="686542"/>
                      </a:lnTo>
                      <a:lnTo>
                        <a:pt x="457838" y="682271"/>
                      </a:lnTo>
                      <a:lnTo>
                        <a:pt x="456715" y="681218"/>
                      </a:lnTo>
                      <a:lnTo>
                        <a:pt x="460153" y="679909"/>
                      </a:lnTo>
                      <a:lnTo>
                        <a:pt x="460176" y="679735"/>
                      </a:lnTo>
                      <a:lnTo>
                        <a:pt x="460604" y="676622"/>
                      </a:lnTo>
                      <a:lnTo>
                        <a:pt x="458497" y="673381"/>
                      </a:lnTo>
                      <a:lnTo>
                        <a:pt x="461750" y="670521"/>
                      </a:lnTo>
                      <a:lnTo>
                        <a:pt x="461577" y="668600"/>
                      </a:lnTo>
                      <a:lnTo>
                        <a:pt x="461773" y="667639"/>
                      </a:lnTo>
                      <a:lnTo>
                        <a:pt x="461438" y="667187"/>
                      </a:lnTo>
                      <a:lnTo>
                        <a:pt x="461345" y="666215"/>
                      </a:lnTo>
                      <a:lnTo>
                        <a:pt x="461276" y="665555"/>
                      </a:lnTo>
                      <a:lnTo>
                        <a:pt x="465698" y="658320"/>
                      </a:lnTo>
                      <a:lnTo>
                        <a:pt x="465003" y="650159"/>
                      </a:lnTo>
                      <a:lnTo>
                        <a:pt x="467527" y="645760"/>
                      </a:lnTo>
                      <a:lnTo>
                        <a:pt x="465594" y="641466"/>
                      </a:lnTo>
                      <a:lnTo>
                        <a:pt x="466080" y="640817"/>
                      </a:lnTo>
                      <a:lnTo>
                        <a:pt x="467330" y="640088"/>
                      </a:lnTo>
                      <a:lnTo>
                        <a:pt x="466716" y="638456"/>
                      </a:lnTo>
                      <a:lnTo>
                        <a:pt x="466774" y="636650"/>
                      </a:lnTo>
                      <a:lnTo>
                        <a:pt x="467596" y="634972"/>
                      </a:lnTo>
                      <a:lnTo>
                        <a:pt x="465895" y="632934"/>
                      </a:lnTo>
                      <a:lnTo>
                        <a:pt x="466253" y="632610"/>
                      </a:lnTo>
                      <a:lnTo>
                        <a:pt x="468927" y="631047"/>
                      </a:lnTo>
                      <a:lnTo>
                        <a:pt x="469460" y="625028"/>
                      </a:lnTo>
                      <a:lnTo>
                        <a:pt x="472273" y="626151"/>
                      </a:lnTo>
                      <a:lnTo>
                        <a:pt x="474113" y="625016"/>
                      </a:lnTo>
                      <a:lnTo>
                        <a:pt x="478640" y="627459"/>
                      </a:lnTo>
                      <a:lnTo>
                        <a:pt x="479751" y="625827"/>
                      </a:lnTo>
                      <a:lnTo>
                        <a:pt x="490366" y="626093"/>
                      </a:lnTo>
                      <a:lnTo>
                        <a:pt x="497971" y="630584"/>
                      </a:lnTo>
                      <a:lnTo>
                        <a:pt x="505183" y="631441"/>
                      </a:lnTo>
                      <a:lnTo>
                        <a:pt x="505831" y="631569"/>
                      </a:lnTo>
                      <a:lnTo>
                        <a:pt x="512730" y="635967"/>
                      </a:lnTo>
                      <a:lnTo>
                        <a:pt x="517465" y="641384"/>
                      </a:lnTo>
                      <a:lnTo>
                        <a:pt x="518136" y="641732"/>
                      </a:lnTo>
                      <a:lnTo>
                        <a:pt x="519074" y="642913"/>
                      </a:lnTo>
                      <a:lnTo>
                        <a:pt x="524827" y="645737"/>
                      </a:lnTo>
                      <a:lnTo>
                        <a:pt x="535813" y="646826"/>
                      </a:lnTo>
                      <a:lnTo>
                        <a:pt x="545340" y="644070"/>
                      </a:lnTo>
                      <a:lnTo>
                        <a:pt x="549252" y="643098"/>
                      </a:lnTo>
                      <a:lnTo>
                        <a:pt x="549438" y="642901"/>
                      </a:lnTo>
                      <a:lnTo>
                        <a:pt x="551429" y="642322"/>
                      </a:lnTo>
                      <a:lnTo>
                        <a:pt x="559613" y="631672"/>
                      </a:lnTo>
                      <a:lnTo>
                        <a:pt x="560006" y="631163"/>
                      </a:lnTo>
                      <a:lnTo>
                        <a:pt x="560504" y="630596"/>
                      </a:lnTo>
                      <a:lnTo>
                        <a:pt x="560678" y="630283"/>
                      </a:lnTo>
                      <a:lnTo>
                        <a:pt x="569557" y="618731"/>
                      </a:lnTo>
                      <a:lnTo>
                        <a:pt x="576224" y="617318"/>
                      </a:lnTo>
                      <a:lnTo>
                        <a:pt x="577544" y="615397"/>
                      </a:lnTo>
                      <a:lnTo>
                        <a:pt x="579338" y="610211"/>
                      </a:lnTo>
                      <a:lnTo>
                        <a:pt x="581653" y="604620"/>
                      </a:lnTo>
                      <a:lnTo>
                        <a:pt x="584756" y="603520"/>
                      </a:lnTo>
                      <a:lnTo>
                        <a:pt x="587441" y="605326"/>
                      </a:lnTo>
                      <a:lnTo>
                        <a:pt x="587707" y="605766"/>
                      </a:lnTo>
                      <a:lnTo>
                        <a:pt x="585531" y="608127"/>
                      </a:lnTo>
                      <a:lnTo>
                        <a:pt x="586955" y="611299"/>
                      </a:lnTo>
                      <a:lnTo>
                        <a:pt x="591782" y="607919"/>
                      </a:lnTo>
                      <a:lnTo>
                        <a:pt x="594352" y="609829"/>
                      </a:lnTo>
                      <a:lnTo>
                        <a:pt x="592488" y="618036"/>
                      </a:lnTo>
                      <a:lnTo>
                        <a:pt x="590300" y="621532"/>
                      </a:lnTo>
                      <a:lnTo>
                        <a:pt x="590150" y="621775"/>
                      </a:lnTo>
                      <a:lnTo>
                        <a:pt x="589178" y="623326"/>
                      </a:lnTo>
                      <a:lnTo>
                        <a:pt x="589224" y="625317"/>
                      </a:lnTo>
                      <a:lnTo>
                        <a:pt x="588066" y="633779"/>
                      </a:lnTo>
                      <a:lnTo>
                        <a:pt x="587777" y="635551"/>
                      </a:lnTo>
                      <a:lnTo>
                        <a:pt x="588008" y="638907"/>
                      </a:lnTo>
                      <a:lnTo>
                        <a:pt x="592512" y="641825"/>
                      </a:lnTo>
                      <a:lnTo>
                        <a:pt x="592384" y="641153"/>
                      </a:lnTo>
                      <a:lnTo>
                        <a:pt x="588784" y="638560"/>
                      </a:lnTo>
                      <a:lnTo>
                        <a:pt x="590902" y="629705"/>
                      </a:lnTo>
                      <a:lnTo>
                        <a:pt x="590949" y="629485"/>
                      </a:lnTo>
                      <a:lnTo>
                        <a:pt x="591088" y="622562"/>
                      </a:lnTo>
                      <a:lnTo>
                        <a:pt x="595220" y="619240"/>
                      </a:lnTo>
                      <a:lnTo>
                        <a:pt x="598253" y="613637"/>
                      </a:lnTo>
                      <a:lnTo>
                        <a:pt x="598126" y="603184"/>
                      </a:lnTo>
                      <a:lnTo>
                        <a:pt x="601622" y="601309"/>
                      </a:lnTo>
                      <a:lnTo>
                        <a:pt x="604284" y="598508"/>
                      </a:lnTo>
                      <a:lnTo>
                        <a:pt x="606530" y="599283"/>
                      </a:lnTo>
                      <a:lnTo>
                        <a:pt x="605604" y="600475"/>
                      </a:lnTo>
                      <a:lnTo>
                        <a:pt x="609088" y="599260"/>
                      </a:lnTo>
                      <a:lnTo>
                        <a:pt x="607722" y="597570"/>
                      </a:lnTo>
                      <a:lnTo>
                        <a:pt x="608706" y="595313"/>
                      </a:lnTo>
                      <a:lnTo>
                        <a:pt x="617527" y="597119"/>
                      </a:lnTo>
                      <a:lnTo>
                        <a:pt x="619634" y="596192"/>
                      </a:lnTo>
                      <a:lnTo>
                        <a:pt x="621347" y="599110"/>
                      </a:lnTo>
                      <a:lnTo>
                        <a:pt x="622771" y="599630"/>
                      </a:lnTo>
                      <a:lnTo>
                        <a:pt x="620027" y="596412"/>
                      </a:lnTo>
                      <a:lnTo>
                        <a:pt x="621636" y="594896"/>
                      </a:lnTo>
                      <a:lnTo>
                        <a:pt x="621822" y="590045"/>
                      </a:lnTo>
                      <a:lnTo>
                        <a:pt x="633513" y="596528"/>
                      </a:lnTo>
                      <a:lnTo>
                        <a:pt x="637252" y="598160"/>
                      </a:lnTo>
                      <a:lnTo>
                        <a:pt x="641246" y="596991"/>
                      </a:lnTo>
                      <a:lnTo>
                        <a:pt x="644371" y="599572"/>
                      </a:lnTo>
                      <a:lnTo>
                        <a:pt x="645054" y="605696"/>
                      </a:lnTo>
                      <a:lnTo>
                        <a:pt x="645436" y="605685"/>
                      </a:lnTo>
                      <a:lnTo>
                        <a:pt x="644800" y="599376"/>
                      </a:lnTo>
                      <a:lnTo>
                        <a:pt x="640609" y="595672"/>
                      </a:lnTo>
                      <a:lnTo>
                        <a:pt x="642346" y="594711"/>
                      </a:lnTo>
                      <a:lnTo>
                        <a:pt x="637264" y="596320"/>
                      </a:lnTo>
                      <a:lnTo>
                        <a:pt x="632321" y="592616"/>
                      </a:lnTo>
                      <a:lnTo>
                        <a:pt x="631198" y="592245"/>
                      </a:lnTo>
                      <a:lnTo>
                        <a:pt x="625549" y="587858"/>
                      </a:lnTo>
                      <a:lnTo>
                        <a:pt x="621636" y="587267"/>
                      </a:lnTo>
                      <a:lnTo>
                        <a:pt x="617874" y="587858"/>
                      </a:lnTo>
                      <a:lnTo>
                        <a:pt x="615825" y="592245"/>
                      </a:lnTo>
                      <a:lnTo>
                        <a:pt x="604770" y="593032"/>
                      </a:lnTo>
                      <a:lnTo>
                        <a:pt x="602941" y="590856"/>
                      </a:lnTo>
                      <a:lnTo>
                        <a:pt x="603509" y="587429"/>
                      </a:lnTo>
                      <a:lnTo>
                        <a:pt x="602212" y="590995"/>
                      </a:lnTo>
                      <a:lnTo>
                        <a:pt x="603532" y="594942"/>
                      </a:lnTo>
                      <a:lnTo>
                        <a:pt x="597952" y="596760"/>
                      </a:lnTo>
                      <a:lnTo>
                        <a:pt x="594063" y="601240"/>
                      </a:lnTo>
                      <a:lnTo>
                        <a:pt x="594526" y="603913"/>
                      </a:lnTo>
                      <a:lnTo>
                        <a:pt x="585346" y="597257"/>
                      </a:lnTo>
                      <a:lnTo>
                        <a:pt x="582996" y="589085"/>
                      </a:lnTo>
                      <a:lnTo>
                        <a:pt x="583610" y="572462"/>
                      </a:lnTo>
                      <a:lnTo>
                        <a:pt x="577937" y="571038"/>
                      </a:lnTo>
                      <a:lnTo>
                        <a:pt x="577451" y="570749"/>
                      </a:lnTo>
                      <a:lnTo>
                        <a:pt x="576317" y="568827"/>
                      </a:lnTo>
                      <a:lnTo>
                        <a:pt x="577718" y="563143"/>
                      </a:lnTo>
                      <a:lnTo>
                        <a:pt x="574048" y="560516"/>
                      </a:lnTo>
                      <a:lnTo>
                        <a:pt x="569510" y="557274"/>
                      </a:lnTo>
                      <a:lnTo>
                        <a:pt x="571895" y="554948"/>
                      </a:lnTo>
                      <a:lnTo>
                        <a:pt x="583239" y="556915"/>
                      </a:lnTo>
                      <a:lnTo>
                        <a:pt x="585080" y="555503"/>
                      </a:lnTo>
                      <a:lnTo>
                        <a:pt x="589317" y="540443"/>
                      </a:lnTo>
                      <a:lnTo>
                        <a:pt x="587603" y="538093"/>
                      </a:lnTo>
                      <a:lnTo>
                        <a:pt x="588772" y="537109"/>
                      </a:lnTo>
                      <a:lnTo>
                        <a:pt x="587812" y="534597"/>
                      </a:lnTo>
                      <a:lnTo>
                        <a:pt x="581908" y="531183"/>
                      </a:lnTo>
                      <a:lnTo>
                        <a:pt x="588958" y="530059"/>
                      </a:lnTo>
                      <a:lnTo>
                        <a:pt x="592870" y="524109"/>
                      </a:lnTo>
                      <a:lnTo>
                        <a:pt x="593322" y="524144"/>
                      </a:lnTo>
                      <a:lnTo>
                        <a:pt x="595926" y="525152"/>
                      </a:lnTo>
                      <a:lnTo>
                        <a:pt x="599341" y="524665"/>
                      </a:lnTo>
                      <a:lnTo>
                        <a:pt x="599445" y="524677"/>
                      </a:lnTo>
                      <a:lnTo>
                        <a:pt x="601622" y="526170"/>
                      </a:lnTo>
                      <a:lnTo>
                        <a:pt x="605696" y="523161"/>
                      </a:lnTo>
                      <a:lnTo>
                        <a:pt x="613371" y="522605"/>
                      </a:lnTo>
                      <a:lnTo>
                        <a:pt x="613765" y="521875"/>
                      </a:lnTo>
                      <a:lnTo>
                        <a:pt x="615976" y="520486"/>
                      </a:lnTo>
                      <a:lnTo>
                        <a:pt x="622481" y="519132"/>
                      </a:lnTo>
                      <a:lnTo>
                        <a:pt x="622516" y="518182"/>
                      </a:lnTo>
                      <a:lnTo>
                        <a:pt x="625352" y="518414"/>
                      </a:lnTo>
                      <a:lnTo>
                        <a:pt x="626232" y="518588"/>
                      </a:lnTo>
                      <a:lnTo>
                        <a:pt x="624692" y="519514"/>
                      </a:lnTo>
                      <a:lnTo>
                        <a:pt x="626220" y="519792"/>
                      </a:lnTo>
                      <a:lnTo>
                        <a:pt x="629381" y="517569"/>
                      </a:lnTo>
                      <a:lnTo>
                        <a:pt x="631603" y="519109"/>
                      </a:lnTo>
                      <a:lnTo>
                        <a:pt x="634995" y="515358"/>
                      </a:lnTo>
                      <a:lnTo>
                        <a:pt x="636720" y="516331"/>
                      </a:lnTo>
                      <a:lnTo>
                        <a:pt x="637391" y="515647"/>
                      </a:lnTo>
                      <a:lnTo>
                        <a:pt x="638665" y="516180"/>
                      </a:lnTo>
                      <a:lnTo>
                        <a:pt x="639012" y="516724"/>
                      </a:lnTo>
                      <a:lnTo>
                        <a:pt x="641570" y="517477"/>
                      </a:lnTo>
                      <a:lnTo>
                        <a:pt x="640806" y="515555"/>
                      </a:lnTo>
                      <a:lnTo>
                        <a:pt x="648608" y="521620"/>
                      </a:lnTo>
                      <a:lnTo>
                        <a:pt x="653076" y="522188"/>
                      </a:lnTo>
                      <a:lnTo>
                        <a:pt x="652393" y="520787"/>
                      </a:lnTo>
                      <a:lnTo>
                        <a:pt x="653134" y="520151"/>
                      </a:lnTo>
                      <a:lnTo>
                        <a:pt x="655635" y="520000"/>
                      </a:lnTo>
                      <a:lnTo>
                        <a:pt x="656897" y="516886"/>
                      </a:lnTo>
                      <a:lnTo>
                        <a:pt x="657232" y="516585"/>
                      </a:lnTo>
                      <a:lnTo>
                        <a:pt x="665312" y="515752"/>
                      </a:lnTo>
                      <a:lnTo>
                        <a:pt x="676529" y="514594"/>
                      </a:lnTo>
                      <a:lnTo>
                        <a:pt x="682965" y="515636"/>
                      </a:lnTo>
                      <a:lnTo>
                        <a:pt x="695178" y="508459"/>
                      </a:lnTo>
                      <a:lnTo>
                        <a:pt x="703269" y="510010"/>
                      </a:lnTo>
                      <a:lnTo>
                        <a:pt x="704763" y="511272"/>
                      </a:lnTo>
                      <a:lnTo>
                        <a:pt x="706731" y="513032"/>
                      </a:lnTo>
                      <a:lnTo>
                        <a:pt x="706812" y="513008"/>
                      </a:lnTo>
                      <a:lnTo>
                        <a:pt x="707483" y="513576"/>
                      </a:lnTo>
                      <a:lnTo>
                        <a:pt x="709509" y="512047"/>
                      </a:lnTo>
                      <a:lnTo>
                        <a:pt x="712843" y="510855"/>
                      </a:lnTo>
                      <a:lnTo>
                        <a:pt x="714892" y="511631"/>
                      </a:lnTo>
                      <a:lnTo>
                        <a:pt x="715019" y="510080"/>
                      </a:lnTo>
                      <a:lnTo>
                        <a:pt x="716605" y="509524"/>
                      </a:lnTo>
                      <a:lnTo>
                        <a:pt x="718839" y="509801"/>
                      </a:lnTo>
                      <a:lnTo>
                        <a:pt x="724523" y="507371"/>
                      </a:lnTo>
                      <a:lnTo>
                        <a:pt x="725102" y="507451"/>
                      </a:lnTo>
                      <a:lnTo>
                        <a:pt x="730427" y="510288"/>
                      </a:lnTo>
                      <a:lnTo>
                        <a:pt x="731387" y="508956"/>
                      </a:lnTo>
                      <a:lnTo>
                        <a:pt x="738391" y="509651"/>
                      </a:lnTo>
                      <a:lnTo>
                        <a:pt x="747130" y="501293"/>
                      </a:lnTo>
                      <a:lnTo>
                        <a:pt x="752791" y="506561"/>
                      </a:lnTo>
                      <a:lnTo>
                        <a:pt x="770791" y="509674"/>
                      </a:lnTo>
                      <a:lnTo>
                        <a:pt x="770884" y="509698"/>
                      </a:lnTo>
                      <a:lnTo>
                        <a:pt x="771012" y="509721"/>
                      </a:lnTo>
                      <a:lnTo>
                        <a:pt x="782842" y="511978"/>
                      </a:lnTo>
                      <a:lnTo>
                        <a:pt x="800345" y="516030"/>
                      </a:lnTo>
                      <a:lnTo>
                        <a:pt x="801178" y="515497"/>
                      </a:lnTo>
                      <a:lnTo>
                        <a:pt x="802984" y="515844"/>
                      </a:lnTo>
                      <a:lnTo>
                        <a:pt x="805623" y="518403"/>
                      </a:lnTo>
                      <a:lnTo>
                        <a:pt x="807128" y="520104"/>
                      </a:lnTo>
                      <a:lnTo>
                        <a:pt x="818114" y="516851"/>
                      </a:lnTo>
                      <a:lnTo>
                        <a:pt x="818866" y="516041"/>
                      </a:lnTo>
                      <a:lnTo>
                        <a:pt x="818970" y="516030"/>
                      </a:lnTo>
                      <a:lnTo>
                        <a:pt x="820417" y="514374"/>
                      </a:lnTo>
                      <a:lnTo>
                        <a:pt x="823172" y="511411"/>
                      </a:lnTo>
                      <a:lnTo>
                        <a:pt x="836276" y="511538"/>
                      </a:lnTo>
                      <a:lnTo>
                        <a:pt x="851036" y="517361"/>
                      </a:lnTo>
                      <a:lnTo>
                        <a:pt x="853293" y="516840"/>
                      </a:lnTo>
                      <a:lnTo>
                        <a:pt x="857182" y="519340"/>
                      </a:lnTo>
                      <a:lnTo>
                        <a:pt x="862206" y="523091"/>
                      </a:lnTo>
                      <a:lnTo>
                        <a:pt x="863318" y="526587"/>
                      </a:lnTo>
                      <a:lnTo>
                        <a:pt x="870610" y="526055"/>
                      </a:lnTo>
                      <a:lnTo>
                        <a:pt x="873354" y="527513"/>
                      </a:lnTo>
                      <a:lnTo>
                        <a:pt x="876722" y="532467"/>
                      </a:lnTo>
                      <a:lnTo>
                        <a:pt x="879709" y="536866"/>
                      </a:lnTo>
                      <a:lnTo>
                        <a:pt x="884305" y="541045"/>
                      </a:lnTo>
                      <a:lnTo>
                        <a:pt x="891123" y="541971"/>
                      </a:lnTo>
                      <a:lnTo>
                        <a:pt x="898358" y="540837"/>
                      </a:lnTo>
                      <a:lnTo>
                        <a:pt x="906959" y="542851"/>
                      </a:lnTo>
                      <a:lnTo>
                        <a:pt x="914877" y="541508"/>
                      </a:lnTo>
                      <a:lnTo>
                        <a:pt x="915120" y="542793"/>
                      </a:lnTo>
                      <a:lnTo>
                        <a:pt x="920607" y="544240"/>
                      </a:lnTo>
                      <a:lnTo>
                        <a:pt x="927760" y="542538"/>
                      </a:lnTo>
                      <a:lnTo>
                        <a:pt x="931360" y="543812"/>
                      </a:lnTo>
                      <a:lnTo>
                        <a:pt x="934417" y="544356"/>
                      </a:lnTo>
                      <a:lnTo>
                        <a:pt x="941501" y="539807"/>
                      </a:lnTo>
                      <a:lnTo>
                        <a:pt x="951850" y="537584"/>
                      </a:lnTo>
                      <a:lnTo>
                        <a:pt x="956573" y="536195"/>
                      </a:lnTo>
                      <a:lnTo>
                        <a:pt x="961840" y="532074"/>
                      </a:lnTo>
                      <a:lnTo>
                        <a:pt x="966308" y="531437"/>
                      </a:lnTo>
                      <a:lnTo>
                        <a:pt x="969850" y="533208"/>
                      </a:lnTo>
                      <a:lnTo>
                        <a:pt x="975847" y="531599"/>
                      </a:lnTo>
                      <a:lnTo>
                        <a:pt x="979389" y="528161"/>
                      </a:lnTo>
                      <a:lnTo>
                        <a:pt x="982422" y="527745"/>
                      </a:lnTo>
                      <a:lnTo>
                        <a:pt x="988048" y="526980"/>
                      </a:lnTo>
                      <a:lnTo>
                        <a:pt x="994287" y="529342"/>
                      </a:lnTo>
                      <a:lnTo>
                        <a:pt x="999357" y="528578"/>
                      </a:lnTo>
                      <a:lnTo>
                        <a:pt x="1008294" y="532849"/>
                      </a:lnTo>
                      <a:lnTo>
                        <a:pt x="1016385" y="530441"/>
                      </a:lnTo>
                      <a:lnTo>
                        <a:pt x="1016663" y="530210"/>
                      </a:lnTo>
                      <a:lnTo>
                        <a:pt x="1025252" y="523264"/>
                      </a:lnTo>
                      <a:lnTo>
                        <a:pt x="1029559" y="523218"/>
                      </a:lnTo>
                      <a:lnTo>
                        <a:pt x="1027637" y="526344"/>
                      </a:lnTo>
                      <a:lnTo>
                        <a:pt x="1026873" y="525128"/>
                      </a:lnTo>
                      <a:lnTo>
                        <a:pt x="1025368" y="529076"/>
                      </a:lnTo>
                      <a:lnTo>
                        <a:pt x="1027545" y="526760"/>
                      </a:lnTo>
                      <a:lnTo>
                        <a:pt x="1024361" y="537156"/>
                      </a:lnTo>
                      <a:lnTo>
                        <a:pt x="1019754" y="536959"/>
                      </a:lnTo>
                      <a:lnTo>
                        <a:pt x="1015540" y="541670"/>
                      </a:lnTo>
                      <a:lnTo>
                        <a:pt x="1013596" y="549264"/>
                      </a:lnTo>
                      <a:lnTo>
                        <a:pt x="1015517" y="549414"/>
                      </a:lnTo>
                      <a:lnTo>
                        <a:pt x="1022556" y="555966"/>
                      </a:lnTo>
                      <a:lnTo>
                        <a:pt x="1025461" y="553836"/>
                      </a:lnTo>
                      <a:lnTo>
                        <a:pt x="1026155" y="548581"/>
                      </a:lnTo>
                      <a:lnTo>
                        <a:pt x="1032487" y="549600"/>
                      </a:lnTo>
                      <a:lnTo>
                        <a:pt x="1034883" y="553466"/>
                      </a:lnTo>
                      <a:lnTo>
                        <a:pt x="1034525" y="556777"/>
                      </a:lnTo>
                      <a:lnTo>
                        <a:pt x="1039734" y="556707"/>
                      </a:lnTo>
                      <a:lnTo>
                        <a:pt x="1039190" y="560516"/>
                      </a:lnTo>
                      <a:lnTo>
                        <a:pt x="1039097" y="561164"/>
                      </a:lnTo>
                      <a:lnTo>
                        <a:pt x="1036284" y="562449"/>
                      </a:lnTo>
                      <a:lnTo>
                        <a:pt x="1036342" y="566408"/>
                      </a:lnTo>
                      <a:lnTo>
                        <a:pt x="1038588" y="566975"/>
                      </a:lnTo>
                      <a:lnTo>
                        <a:pt x="1038704" y="567010"/>
                      </a:lnTo>
                      <a:lnTo>
                        <a:pt x="1038275" y="567496"/>
                      </a:lnTo>
                      <a:lnTo>
                        <a:pt x="1036747" y="569220"/>
                      </a:lnTo>
                      <a:lnTo>
                        <a:pt x="1035509" y="570355"/>
                      </a:lnTo>
                      <a:lnTo>
                        <a:pt x="1035659" y="570517"/>
                      </a:lnTo>
                      <a:lnTo>
                        <a:pt x="1037396" y="569013"/>
                      </a:lnTo>
                      <a:lnTo>
                        <a:pt x="1038993" y="566964"/>
                      </a:lnTo>
                      <a:lnTo>
                        <a:pt x="1038854" y="566558"/>
                      </a:lnTo>
                      <a:lnTo>
                        <a:pt x="1036574" y="566257"/>
                      </a:lnTo>
                      <a:lnTo>
                        <a:pt x="1036585" y="562495"/>
                      </a:lnTo>
                      <a:lnTo>
                        <a:pt x="1039838" y="561176"/>
                      </a:lnTo>
                      <a:lnTo>
                        <a:pt x="1040012" y="560516"/>
                      </a:lnTo>
                      <a:lnTo>
                        <a:pt x="1040706" y="557807"/>
                      </a:lnTo>
                      <a:lnTo>
                        <a:pt x="1039607" y="555885"/>
                      </a:lnTo>
                      <a:lnTo>
                        <a:pt x="1035601" y="556453"/>
                      </a:lnTo>
                      <a:lnTo>
                        <a:pt x="1035451" y="553211"/>
                      </a:lnTo>
                      <a:lnTo>
                        <a:pt x="1032835" y="548963"/>
                      </a:lnTo>
                      <a:lnTo>
                        <a:pt x="1027684" y="547319"/>
                      </a:lnTo>
                      <a:lnTo>
                        <a:pt x="1024743" y="548905"/>
                      </a:lnTo>
                      <a:lnTo>
                        <a:pt x="1024373" y="554010"/>
                      </a:lnTo>
                      <a:lnTo>
                        <a:pt x="1021791" y="554924"/>
                      </a:lnTo>
                      <a:lnTo>
                        <a:pt x="1016142" y="548037"/>
                      </a:lnTo>
                      <a:lnTo>
                        <a:pt x="1015818" y="544564"/>
                      </a:lnTo>
                      <a:lnTo>
                        <a:pt x="1017531" y="541357"/>
                      </a:lnTo>
                      <a:lnTo>
                        <a:pt x="1023609" y="540385"/>
                      </a:lnTo>
                      <a:lnTo>
                        <a:pt x="1026422" y="538209"/>
                      </a:lnTo>
                      <a:lnTo>
                        <a:pt x="1029894" y="529724"/>
                      </a:lnTo>
                      <a:lnTo>
                        <a:pt x="1030520" y="532247"/>
                      </a:lnTo>
                      <a:lnTo>
                        <a:pt x="1030774" y="528068"/>
                      </a:lnTo>
                      <a:lnTo>
                        <a:pt x="1035833" y="518750"/>
                      </a:lnTo>
                      <a:lnTo>
                        <a:pt x="1037303" y="521065"/>
                      </a:lnTo>
                      <a:lnTo>
                        <a:pt x="1042258" y="522258"/>
                      </a:lnTo>
                      <a:lnTo>
                        <a:pt x="1037373" y="520753"/>
                      </a:lnTo>
                      <a:lnTo>
                        <a:pt x="1036701" y="518310"/>
                      </a:lnTo>
                      <a:lnTo>
                        <a:pt x="1035138" y="519027"/>
                      </a:lnTo>
                      <a:lnTo>
                        <a:pt x="1036041" y="516376"/>
                      </a:lnTo>
                      <a:lnTo>
                        <a:pt x="1037025" y="512360"/>
                      </a:lnTo>
                      <a:lnTo>
                        <a:pt x="1036169" y="507660"/>
                      </a:lnTo>
                      <a:lnTo>
                        <a:pt x="1031191" y="500101"/>
                      </a:lnTo>
                      <a:lnTo>
                        <a:pt x="1028957" y="493364"/>
                      </a:lnTo>
                      <a:lnTo>
                        <a:pt x="1033309" y="463289"/>
                      </a:lnTo>
                      <a:lnTo>
                        <a:pt x="1032383" y="461368"/>
                      </a:lnTo>
                      <a:lnTo>
                        <a:pt x="1027116" y="460917"/>
                      </a:lnTo>
                      <a:lnTo>
                        <a:pt x="1024280" y="458312"/>
                      </a:lnTo>
                      <a:lnTo>
                        <a:pt x="1036388" y="460477"/>
                      </a:lnTo>
                      <a:lnTo>
                        <a:pt x="1039618" y="463001"/>
                      </a:lnTo>
                      <a:lnTo>
                        <a:pt x="1038333" y="464042"/>
                      </a:lnTo>
                      <a:lnTo>
                        <a:pt x="1042350" y="467885"/>
                      </a:lnTo>
                      <a:lnTo>
                        <a:pt x="1042419" y="467955"/>
                      </a:lnTo>
                      <a:lnTo>
                        <a:pt x="1042327" y="468047"/>
                      </a:lnTo>
                      <a:lnTo>
                        <a:pt x="1039109" y="470849"/>
                      </a:lnTo>
                      <a:lnTo>
                        <a:pt x="1039282" y="471821"/>
                      </a:lnTo>
                      <a:lnTo>
                        <a:pt x="1039375" y="472342"/>
                      </a:lnTo>
                      <a:lnTo>
                        <a:pt x="1039803" y="474692"/>
                      </a:lnTo>
                      <a:lnTo>
                        <a:pt x="1039560" y="472724"/>
                      </a:lnTo>
                      <a:lnTo>
                        <a:pt x="1039421" y="471694"/>
                      </a:lnTo>
                      <a:lnTo>
                        <a:pt x="1039421" y="471659"/>
                      </a:lnTo>
                      <a:lnTo>
                        <a:pt x="1039502" y="471636"/>
                      </a:lnTo>
                      <a:lnTo>
                        <a:pt x="1042524" y="470825"/>
                      </a:lnTo>
                      <a:lnTo>
                        <a:pt x="1041366" y="470432"/>
                      </a:lnTo>
                      <a:lnTo>
                        <a:pt x="1043137" y="468372"/>
                      </a:lnTo>
                      <a:lnTo>
                        <a:pt x="1042917" y="462769"/>
                      </a:lnTo>
                      <a:lnTo>
                        <a:pt x="1042373" y="466439"/>
                      </a:lnTo>
                      <a:lnTo>
                        <a:pt x="1040232" y="463267"/>
                      </a:lnTo>
                      <a:lnTo>
                        <a:pt x="1042501" y="454816"/>
                      </a:lnTo>
                      <a:lnTo>
                        <a:pt x="1043322" y="451772"/>
                      </a:lnTo>
                      <a:lnTo>
                        <a:pt x="1043797" y="445567"/>
                      </a:lnTo>
                      <a:lnTo>
                        <a:pt x="1041366" y="445312"/>
                      </a:lnTo>
                      <a:lnTo>
                        <a:pt x="1039896" y="441713"/>
                      </a:lnTo>
                      <a:lnTo>
                        <a:pt x="1049446" y="438217"/>
                      </a:lnTo>
                      <a:lnTo>
                        <a:pt x="1051345" y="434408"/>
                      </a:lnTo>
                      <a:lnTo>
                        <a:pt x="1051738" y="427058"/>
                      </a:lnTo>
                      <a:lnTo>
                        <a:pt x="1047964" y="423584"/>
                      </a:lnTo>
                      <a:lnTo>
                        <a:pt x="1045047" y="423399"/>
                      </a:lnTo>
                      <a:lnTo>
                        <a:pt x="1053891" y="421362"/>
                      </a:lnTo>
                      <a:lnTo>
                        <a:pt x="1060200" y="417866"/>
                      </a:lnTo>
                      <a:lnTo>
                        <a:pt x="1061311" y="418873"/>
                      </a:lnTo>
                      <a:lnTo>
                        <a:pt x="1060374" y="422057"/>
                      </a:lnTo>
                      <a:lnTo>
                        <a:pt x="1061543" y="420725"/>
                      </a:lnTo>
                      <a:lnTo>
                        <a:pt x="1063476" y="422878"/>
                      </a:lnTo>
                      <a:lnTo>
                        <a:pt x="1061659" y="419765"/>
                      </a:lnTo>
                      <a:lnTo>
                        <a:pt x="1068442" y="419313"/>
                      </a:lnTo>
                      <a:lnTo>
                        <a:pt x="1075770" y="423272"/>
                      </a:lnTo>
                      <a:lnTo>
                        <a:pt x="1078293" y="423978"/>
                      </a:lnTo>
                      <a:lnTo>
                        <a:pt x="1075515" y="422659"/>
                      </a:lnTo>
                      <a:lnTo>
                        <a:pt x="1075041" y="421524"/>
                      </a:lnTo>
                      <a:lnTo>
                        <a:pt x="1076337" y="421281"/>
                      </a:lnTo>
                      <a:lnTo>
                        <a:pt x="1073478" y="421535"/>
                      </a:lnTo>
                      <a:lnTo>
                        <a:pt x="1070028" y="419278"/>
                      </a:lnTo>
                      <a:lnTo>
                        <a:pt x="1079266" y="408304"/>
                      </a:lnTo>
                      <a:lnTo>
                        <a:pt x="1079868" y="409658"/>
                      </a:lnTo>
                      <a:lnTo>
                        <a:pt x="1081315" y="402030"/>
                      </a:lnTo>
                      <a:lnTo>
                        <a:pt x="1084510" y="400178"/>
                      </a:lnTo>
                      <a:lnTo>
                        <a:pt x="1082669" y="398454"/>
                      </a:lnTo>
                      <a:lnTo>
                        <a:pt x="1087137" y="395629"/>
                      </a:lnTo>
                      <a:lnTo>
                        <a:pt x="1088133" y="393962"/>
                      </a:lnTo>
                      <a:lnTo>
                        <a:pt x="1091606" y="388104"/>
                      </a:lnTo>
                      <a:lnTo>
                        <a:pt x="1092752" y="386704"/>
                      </a:lnTo>
                      <a:lnTo>
                        <a:pt x="1095148" y="383787"/>
                      </a:lnTo>
                      <a:lnTo>
                        <a:pt x="1097833" y="381379"/>
                      </a:lnTo>
                      <a:lnTo>
                        <a:pt x="1105763" y="374248"/>
                      </a:lnTo>
                      <a:lnTo>
                        <a:pt x="1110080" y="369525"/>
                      </a:lnTo>
                      <a:lnTo>
                        <a:pt x="1113102" y="366863"/>
                      </a:lnTo>
                      <a:lnTo>
                        <a:pt x="1120175" y="364907"/>
                      </a:lnTo>
                      <a:lnTo>
                        <a:pt x="1121876" y="361955"/>
                      </a:lnTo>
                      <a:lnTo>
                        <a:pt x="1121923" y="361862"/>
                      </a:lnTo>
                      <a:lnTo>
                        <a:pt x="1122027" y="361873"/>
                      </a:lnTo>
                      <a:lnTo>
                        <a:pt x="1124030" y="362013"/>
                      </a:lnTo>
                      <a:lnTo>
                        <a:pt x="1128104" y="362290"/>
                      </a:lnTo>
                      <a:lnTo>
                        <a:pt x="1128648" y="362475"/>
                      </a:lnTo>
                      <a:lnTo>
                        <a:pt x="1130107" y="362950"/>
                      </a:lnTo>
                      <a:lnTo>
                        <a:pt x="1133765" y="362985"/>
                      </a:lnTo>
                      <a:lnTo>
                        <a:pt x="1135849" y="362996"/>
                      </a:lnTo>
                      <a:lnTo>
                        <a:pt x="1136242" y="362591"/>
                      </a:lnTo>
                      <a:lnTo>
                        <a:pt x="1138546" y="360218"/>
                      </a:lnTo>
                      <a:lnTo>
                        <a:pt x="1138835" y="359917"/>
                      </a:lnTo>
                      <a:lnTo>
                        <a:pt x="1138905" y="359836"/>
                      </a:lnTo>
                      <a:lnTo>
                        <a:pt x="1138777" y="359570"/>
                      </a:lnTo>
                      <a:lnTo>
                        <a:pt x="1137759" y="357556"/>
                      </a:lnTo>
                      <a:lnTo>
                        <a:pt x="1138638" y="358771"/>
                      </a:lnTo>
                      <a:lnTo>
                        <a:pt x="1138881" y="359107"/>
                      </a:lnTo>
                      <a:lnTo>
                        <a:pt x="1142516" y="358725"/>
                      </a:lnTo>
                      <a:lnTo>
                        <a:pt x="1148408" y="362916"/>
                      </a:lnTo>
                      <a:lnTo>
                        <a:pt x="1148813" y="363204"/>
                      </a:lnTo>
                      <a:lnTo>
                        <a:pt x="1152136" y="366943"/>
                      </a:lnTo>
                      <a:lnTo>
                        <a:pt x="1154821" y="369664"/>
                      </a:lnTo>
                      <a:lnTo>
                        <a:pt x="1156025" y="370428"/>
                      </a:lnTo>
                      <a:lnTo>
                        <a:pt x="1156546" y="370752"/>
                      </a:lnTo>
                      <a:lnTo>
                        <a:pt x="1158410" y="370787"/>
                      </a:lnTo>
                      <a:lnTo>
                        <a:pt x="1159278" y="370220"/>
                      </a:lnTo>
                      <a:lnTo>
                        <a:pt x="1160528" y="369386"/>
                      </a:lnTo>
                      <a:lnTo>
                        <a:pt x="1162508" y="366758"/>
                      </a:lnTo>
                      <a:lnTo>
                        <a:pt x="1163087" y="367001"/>
                      </a:lnTo>
                      <a:lnTo>
                        <a:pt x="1166339" y="371296"/>
                      </a:lnTo>
                      <a:lnTo>
                        <a:pt x="1166953" y="374515"/>
                      </a:lnTo>
                      <a:lnTo>
                        <a:pt x="1167474" y="375128"/>
                      </a:lnTo>
                      <a:lnTo>
                        <a:pt x="1168689" y="376552"/>
                      </a:lnTo>
                      <a:lnTo>
                        <a:pt x="1172729" y="378693"/>
                      </a:lnTo>
                      <a:lnTo>
                        <a:pt x="1173019" y="378844"/>
                      </a:lnTo>
                      <a:lnTo>
                        <a:pt x="1173401" y="380962"/>
                      </a:lnTo>
                      <a:lnTo>
                        <a:pt x="1173980" y="384145"/>
                      </a:lnTo>
                      <a:lnTo>
                        <a:pt x="1175866" y="389378"/>
                      </a:lnTo>
                      <a:lnTo>
                        <a:pt x="1176179" y="390223"/>
                      </a:lnTo>
                      <a:lnTo>
                        <a:pt x="1176595" y="390559"/>
                      </a:lnTo>
                      <a:lnTo>
                        <a:pt x="1176688" y="390188"/>
                      </a:lnTo>
                      <a:lnTo>
                        <a:pt x="1176538" y="388938"/>
                      </a:lnTo>
                      <a:lnTo>
                        <a:pt x="1176086" y="388325"/>
                      </a:lnTo>
                      <a:lnTo>
                        <a:pt x="1175473" y="385836"/>
                      </a:lnTo>
                      <a:lnTo>
                        <a:pt x="1174466" y="384145"/>
                      </a:lnTo>
                      <a:lnTo>
                        <a:pt x="1174350" y="383382"/>
                      </a:lnTo>
                      <a:lnTo>
                        <a:pt x="1173632" y="378936"/>
                      </a:lnTo>
                      <a:lnTo>
                        <a:pt x="1172324" y="377466"/>
                      </a:lnTo>
                      <a:lnTo>
                        <a:pt x="1169071" y="376147"/>
                      </a:lnTo>
                      <a:lnTo>
                        <a:pt x="1167312" y="374109"/>
                      </a:lnTo>
                      <a:lnTo>
                        <a:pt x="1166895" y="371041"/>
                      </a:lnTo>
                      <a:lnTo>
                        <a:pt x="1167798" y="370417"/>
                      </a:lnTo>
                      <a:lnTo>
                        <a:pt x="1166721" y="370625"/>
                      </a:lnTo>
                      <a:lnTo>
                        <a:pt x="1164476" y="367719"/>
                      </a:lnTo>
                      <a:lnTo>
                        <a:pt x="1163723" y="366747"/>
                      </a:lnTo>
                      <a:lnTo>
                        <a:pt x="1162496" y="366226"/>
                      </a:lnTo>
                      <a:lnTo>
                        <a:pt x="1161246" y="366851"/>
                      </a:lnTo>
                      <a:lnTo>
                        <a:pt x="1159649" y="369433"/>
                      </a:lnTo>
                      <a:lnTo>
                        <a:pt x="1157437" y="370336"/>
                      </a:lnTo>
                      <a:lnTo>
                        <a:pt x="1157229" y="370417"/>
                      </a:lnTo>
                      <a:lnTo>
                        <a:pt x="1157125" y="370359"/>
                      </a:lnTo>
                      <a:lnTo>
                        <a:pt x="1154926" y="368900"/>
                      </a:lnTo>
                      <a:lnTo>
                        <a:pt x="1149693" y="363066"/>
                      </a:lnTo>
                      <a:lnTo>
                        <a:pt x="1142250" y="355275"/>
                      </a:lnTo>
                      <a:lnTo>
                        <a:pt x="1143952" y="355472"/>
                      </a:lnTo>
                      <a:lnTo>
                        <a:pt x="1142308" y="354094"/>
                      </a:lnTo>
                      <a:lnTo>
                        <a:pt x="1143801" y="354488"/>
                      </a:lnTo>
                      <a:lnTo>
                        <a:pt x="1148663" y="349106"/>
                      </a:lnTo>
                      <a:lnTo>
                        <a:pt x="1148929" y="348805"/>
                      </a:lnTo>
                      <a:lnTo>
                        <a:pt x="1150793" y="345818"/>
                      </a:lnTo>
                      <a:lnTo>
                        <a:pt x="1158792" y="332980"/>
                      </a:lnTo>
                      <a:lnTo>
                        <a:pt x="1162577" y="316126"/>
                      </a:lnTo>
                      <a:lnTo>
                        <a:pt x="1165274" y="315419"/>
                      </a:lnTo>
                      <a:lnTo>
                        <a:pt x="1172347" y="304966"/>
                      </a:lnTo>
                      <a:lnTo>
                        <a:pt x="1175959" y="297153"/>
                      </a:lnTo>
                      <a:lnTo>
                        <a:pt x="1186551" y="290103"/>
                      </a:lnTo>
                      <a:lnTo>
                        <a:pt x="1187581" y="290844"/>
                      </a:lnTo>
                      <a:lnTo>
                        <a:pt x="1187014" y="289617"/>
                      </a:lnTo>
                      <a:lnTo>
                        <a:pt x="1191644" y="285299"/>
                      </a:lnTo>
                      <a:lnTo>
                        <a:pt x="1193311" y="281155"/>
                      </a:lnTo>
                      <a:lnTo>
                        <a:pt x="1193832" y="281398"/>
                      </a:lnTo>
                      <a:lnTo>
                        <a:pt x="1198428" y="283562"/>
                      </a:lnTo>
                      <a:lnTo>
                        <a:pt x="1193832" y="280692"/>
                      </a:lnTo>
                      <a:lnTo>
                        <a:pt x="1193519" y="280495"/>
                      </a:lnTo>
                      <a:lnTo>
                        <a:pt x="1193832" y="279372"/>
                      </a:lnTo>
                      <a:lnTo>
                        <a:pt x="1195846" y="271987"/>
                      </a:lnTo>
                      <a:lnTo>
                        <a:pt x="1201681" y="261627"/>
                      </a:lnTo>
                      <a:lnTo>
                        <a:pt x="1210328" y="255329"/>
                      </a:lnTo>
                      <a:lnTo>
                        <a:pt x="1211196" y="254854"/>
                      </a:lnTo>
                      <a:lnTo>
                        <a:pt x="1219901" y="250097"/>
                      </a:lnTo>
                      <a:lnTo>
                        <a:pt x="1225550" y="243406"/>
                      </a:lnTo>
                      <a:lnTo>
                        <a:pt x="1226754" y="241982"/>
                      </a:lnTo>
                      <a:lnTo>
                        <a:pt x="1228282" y="243406"/>
                      </a:lnTo>
                      <a:lnTo>
                        <a:pt x="1228745" y="243835"/>
                      </a:lnTo>
                      <a:lnTo>
                        <a:pt x="1228490" y="243406"/>
                      </a:lnTo>
                      <a:lnTo>
                        <a:pt x="1227147" y="241137"/>
                      </a:lnTo>
                      <a:lnTo>
                        <a:pt x="1229845" y="227015"/>
                      </a:lnTo>
                      <a:lnTo>
                        <a:pt x="1233341" y="226841"/>
                      </a:lnTo>
                      <a:lnTo>
                        <a:pt x="1241721" y="218761"/>
                      </a:lnTo>
                      <a:lnTo>
                        <a:pt x="1247857" y="220903"/>
                      </a:lnTo>
                      <a:lnTo>
                        <a:pt x="1249512" y="219514"/>
                      </a:lnTo>
                      <a:lnTo>
                        <a:pt x="1266158" y="207984"/>
                      </a:lnTo>
                      <a:lnTo>
                        <a:pt x="1267397" y="203354"/>
                      </a:lnTo>
                      <a:lnTo>
                        <a:pt x="1265822" y="197762"/>
                      </a:lnTo>
                      <a:lnTo>
                        <a:pt x="1255172" y="191662"/>
                      </a:lnTo>
                      <a:lnTo>
                        <a:pt x="1247104" y="191071"/>
                      </a:lnTo>
                      <a:lnTo>
                        <a:pt x="1243342" y="188953"/>
                      </a:lnTo>
                      <a:lnTo>
                        <a:pt x="1242833" y="185967"/>
                      </a:lnTo>
                      <a:lnTo>
                        <a:pt x="1247509" y="177296"/>
                      </a:lnTo>
                      <a:lnTo>
                        <a:pt x="1251144" y="174610"/>
                      </a:lnTo>
                      <a:lnTo>
                        <a:pt x="1255393" y="180340"/>
                      </a:lnTo>
                      <a:lnTo>
                        <a:pt x="1269098" y="187772"/>
                      </a:lnTo>
                      <a:lnTo>
                        <a:pt x="1270893" y="187610"/>
                      </a:lnTo>
                      <a:lnTo>
                        <a:pt x="1272629" y="187448"/>
                      </a:lnTo>
                      <a:lnTo>
                        <a:pt x="1276669" y="187078"/>
                      </a:lnTo>
                      <a:lnTo>
                        <a:pt x="1279227" y="184948"/>
                      </a:lnTo>
                      <a:lnTo>
                        <a:pt x="1279725" y="181290"/>
                      </a:lnTo>
                      <a:lnTo>
                        <a:pt x="1274817" y="176995"/>
                      </a:lnTo>
                      <a:lnTo>
                        <a:pt x="1273995" y="170501"/>
                      </a:lnTo>
                      <a:lnTo>
                        <a:pt x="1274713" y="167919"/>
                      </a:lnTo>
                      <a:lnTo>
                        <a:pt x="1278787" y="166322"/>
                      </a:lnTo>
                      <a:lnTo>
                        <a:pt x="1276160" y="162884"/>
                      </a:lnTo>
                      <a:lnTo>
                        <a:pt x="1277792" y="156529"/>
                      </a:lnTo>
                      <a:lnTo>
                        <a:pt x="1284599" y="154167"/>
                      </a:lnTo>
                      <a:lnTo>
                        <a:pt x="1293628" y="156309"/>
                      </a:lnTo>
                      <a:lnTo>
                        <a:pt x="1296012" y="163382"/>
                      </a:lnTo>
                      <a:lnTo>
                        <a:pt x="1295260" y="160326"/>
                      </a:lnTo>
                      <a:lnTo>
                        <a:pt x="1294102" y="156842"/>
                      </a:lnTo>
                      <a:lnTo>
                        <a:pt x="1293778" y="155858"/>
                      </a:lnTo>
                      <a:lnTo>
                        <a:pt x="1284529" y="153763"/>
                      </a:lnTo>
                      <a:lnTo>
                        <a:pt x="1277815" y="156043"/>
                      </a:lnTo>
                      <a:lnTo>
                        <a:pt x="1277537" y="156135"/>
                      </a:lnTo>
                      <a:lnTo>
                        <a:pt x="1275685" y="162456"/>
                      </a:lnTo>
                      <a:lnTo>
                        <a:pt x="1278139" y="166091"/>
                      </a:lnTo>
                      <a:lnTo>
                        <a:pt x="1274331" y="167561"/>
                      </a:lnTo>
                      <a:lnTo>
                        <a:pt x="1273428" y="170871"/>
                      </a:lnTo>
                      <a:lnTo>
                        <a:pt x="1274423" y="179530"/>
                      </a:lnTo>
                      <a:lnTo>
                        <a:pt x="1278926" y="181915"/>
                      </a:lnTo>
                      <a:lnTo>
                        <a:pt x="1277919" y="184821"/>
                      </a:lnTo>
                      <a:lnTo>
                        <a:pt x="1271159" y="186812"/>
                      </a:lnTo>
                      <a:lnTo>
                        <a:pt x="1263762" y="183154"/>
                      </a:lnTo>
                      <a:lnTo>
                        <a:pt x="1263473" y="183015"/>
                      </a:lnTo>
                      <a:lnTo>
                        <a:pt x="1259340" y="180966"/>
                      </a:lnTo>
                      <a:lnTo>
                        <a:pt x="1254721" y="173395"/>
                      </a:lnTo>
                      <a:lnTo>
                        <a:pt x="1251306" y="172087"/>
                      </a:lnTo>
                      <a:lnTo>
                        <a:pt x="1245229" y="175965"/>
                      </a:lnTo>
                      <a:lnTo>
                        <a:pt x="1241085" y="184045"/>
                      </a:lnTo>
                      <a:lnTo>
                        <a:pt x="1241247" y="185156"/>
                      </a:lnTo>
                      <a:lnTo>
                        <a:pt x="1241432" y="186476"/>
                      </a:lnTo>
                      <a:lnTo>
                        <a:pt x="1242265" y="192252"/>
                      </a:lnTo>
                      <a:lnTo>
                        <a:pt x="1244812" y="194301"/>
                      </a:lnTo>
                      <a:lnTo>
                        <a:pt x="1255763" y="195343"/>
                      </a:lnTo>
                      <a:lnTo>
                        <a:pt x="1257823" y="196489"/>
                      </a:lnTo>
                      <a:lnTo>
                        <a:pt x="1258194" y="199464"/>
                      </a:lnTo>
                      <a:lnTo>
                        <a:pt x="1247359" y="206896"/>
                      </a:lnTo>
                      <a:lnTo>
                        <a:pt x="1246039" y="207312"/>
                      </a:lnTo>
                      <a:lnTo>
                        <a:pt x="1246120" y="207486"/>
                      </a:lnTo>
                      <a:lnTo>
                        <a:pt x="1231465" y="218564"/>
                      </a:lnTo>
                      <a:lnTo>
                        <a:pt x="1231570" y="218796"/>
                      </a:lnTo>
                      <a:lnTo>
                        <a:pt x="1230991" y="221505"/>
                      </a:lnTo>
                      <a:lnTo>
                        <a:pt x="1225562" y="225568"/>
                      </a:lnTo>
                      <a:lnTo>
                        <a:pt x="1224508" y="226748"/>
                      </a:lnTo>
                      <a:lnTo>
                        <a:pt x="1221209" y="235928"/>
                      </a:lnTo>
                      <a:lnTo>
                        <a:pt x="1205917" y="242932"/>
                      </a:lnTo>
                      <a:lnTo>
                        <a:pt x="1205570" y="243406"/>
                      </a:lnTo>
                      <a:lnTo>
                        <a:pt x="1203452" y="246312"/>
                      </a:lnTo>
                      <a:lnTo>
                        <a:pt x="1202387" y="245768"/>
                      </a:lnTo>
                      <a:lnTo>
                        <a:pt x="1203868" y="244332"/>
                      </a:lnTo>
                      <a:lnTo>
                        <a:pt x="1197675" y="247782"/>
                      </a:lnTo>
                      <a:lnTo>
                        <a:pt x="1198752" y="245848"/>
                      </a:lnTo>
                      <a:lnTo>
                        <a:pt x="1195731" y="250398"/>
                      </a:lnTo>
                      <a:lnTo>
                        <a:pt x="1193832" y="251509"/>
                      </a:lnTo>
                      <a:lnTo>
                        <a:pt x="1182812" y="257957"/>
                      </a:lnTo>
                      <a:lnTo>
                        <a:pt x="1176920" y="264845"/>
                      </a:lnTo>
                      <a:lnTo>
                        <a:pt x="1177730" y="268746"/>
                      </a:lnTo>
                      <a:lnTo>
                        <a:pt x="1168423" y="281954"/>
                      </a:lnTo>
                      <a:lnTo>
                        <a:pt x="1168724" y="292592"/>
                      </a:lnTo>
                      <a:lnTo>
                        <a:pt x="1167404" y="294652"/>
                      </a:lnTo>
                      <a:lnTo>
                        <a:pt x="1165622" y="294375"/>
                      </a:lnTo>
                      <a:lnTo>
                        <a:pt x="1164476" y="290624"/>
                      </a:lnTo>
                      <a:lnTo>
                        <a:pt x="1166027" y="287001"/>
                      </a:lnTo>
                      <a:lnTo>
                        <a:pt x="1161640" y="280553"/>
                      </a:lnTo>
                      <a:lnTo>
                        <a:pt x="1162264" y="274927"/>
                      </a:lnTo>
                      <a:lnTo>
                        <a:pt x="1161281" y="273596"/>
                      </a:lnTo>
                      <a:lnTo>
                        <a:pt x="1161281" y="273515"/>
                      </a:lnTo>
                      <a:lnTo>
                        <a:pt x="1161223" y="273515"/>
                      </a:lnTo>
                      <a:lnTo>
                        <a:pt x="1160702" y="272820"/>
                      </a:lnTo>
                      <a:lnTo>
                        <a:pt x="1157993" y="273712"/>
                      </a:lnTo>
                      <a:lnTo>
                        <a:pt x="1157507" y="271698"/>
                      </a:lnTo>
                      <a:lnTo>
                        <a:pt x="1162681" y="263177"/>
                      </a:lnTo>
                      <a:lnTo>
                        <a:pt x="1162288" y="262599"/>
                      </a:lnTo>
                      <a:lnTo>
                        <a:pt x="1162322" y="262530"/>
                      </a:lnTo>
                      <a:lnTo>
                        <a:pt x="1162264" y="262564"/>
                      </a:lnTo>
                      <a:lnTo>
                        <a:pt x="1161674" y="261672"/>
                      </a:lnTo>
                      <a:lnTo>
                        <a:pt x="1158514" y="264578"/>
                      </a:lnTo>
                      <a:lnTo>
                        <a:pt x="1156963" y="264648"/>
                      </a:lnTo>
                      <a:lnTo>
                        <a:pt x="1155203" y="263409"/>
                      </a:lnTo>
                      <a:lnTo>
                        <a:pt x="1156569" y="259832"/>
                      </a:lnTo>
                      <a:lnTo>
                        <a:pt x="1161929" y="259797"/>
                      </a:lnTo>
                      <a:lnTo>
                        <a:pt x="1164950" y="258547"/>
                      </a:lnTo>
                      <a:lnTo>
                        <a:pt x="1165842" y="257228"/>
                      </a:lnTo>
                      <a:lnTo>
                        <a:pt x="1165691" y="255850"/>
                      </a:lnTo>
                      <a:lnTo>
                        <a:pt x="1160181" y="252238"/>
                      </a:lnTo>
                      <a:lnTo>
                        <a:pt x="1160239" y="251879"/>
                      </a:lnTo>
                      <a:lnTo>
                        <a:pt x="1161524" y="248361"/>
                      </a:lnTo>
                      <a:lnTo>
                        <a:pt x="1161477" y="245235"/>
                      </a:lnTo>
                      <a:lnTo>
                        <a:pt x="1160042" y="243406"/>
                      </a:lnTo>
                      <a:lnTo>
                        <a:pt x="1159579" y="242816"/>
                      </a:lnTo>
                      <a:lnTo>
                        <a:pt x="1156106" y="240894"/>
                      </a:lnTo>
                      <a:lnTo>
                        <a:pt x="1156153" y="240778"/>
                      </a:lnTo>
                      <a:lnTo>
                        <a:pt x="1156835" y="239690"/>
                      </a:lnTo>
                      <a:lnTo>
                        <a:pt x="1158850" y="241507"/>
                      </a:lnTo>
                      <a:lnTo>
                        <a:pt x="1160146" y="241427"/>
                      </a:lnTo>
                      <a:lnTo>
                        <a:pt x="1161281" y="240836"/>
                      </a:lnTo>
                      <a:lnTo>
                        <a:pt x="1161501" y="238544"/>
                      </a:lnTo>
                      <a:lnTo>
                        <a:pt x="1161628" y="238151"/>
                      </a:lnTo>
                      <a:lnTo>
                        <a:pt x="1161547" y="238047"/>
                      </a:lnTo>
                      <a:lnTo>
                        <a:pt x="1161605" y="237479"/>
                      </a:lnTo>
                      <a:lnTo>
                        <a:pt x="1161466" y="237942"/>
                      </a:lnTo>
                      <a:lnTo>
                        <a:pt x="1157704" y="233242"/>
                      </a:lnTo>
                      <a:lnTo>
                        <a:pt x="1157333" y="227026"/>
                      </a:lnTo>
                      <a:lnTo>
                        <a:pt x="1154786" y="223599"/>
                      </a:lnTo>
                      <a:lnTo>
                        <a:pt x="1160413" y="220161"/>
                      </a:lnTo>
                      <a:lnTo>
                        <a:pt x="1163989" y="209894"/>
                      </a:lnTo>
                      <a:lnTo>
                        <a:pt x="1157588" y="200992"/>
                      </a:lnTo>
                      <a:lnTo>
                        <a:pt x="1159602" y="196396"/>
                      </a:lnTo>
                      <a:lnTo>
                        <a:pt x="1159370" y="189763"/>
                      </a:lnTo>
                      <a:lnTo>
                        <a:pt x="1161605" y="186128"/>
                      </a:lnTo>
                      <a:lnTo>
                        <a:pt x="1158468" y="181058"/>
                      </a:lnTo>
                      <a:lnTo>
                        <a:pt x="1160667" y="177516"/>
                      </a:lnTo>
                      <a:lnTo>
                        <a:pt x="1165436" y="176521"/>
                      </a:lnTo>
                      <a:lnTo>
                        <a:pt x="1165020" y="169424"/>
                      </a:lnTo>
                      <a:lnTo>
                        <a:pt x="1168921" y="168661"/>
                      </a:lnTo>
                      <a:lnTo>
                        <a:pt x="1168851" y="167468"/>
                      </a:lnTo>
                      <a:lnTo>
                        <a:pt x="1174049" y="159666"/>
                      </a:lnTo>
                      <a:lnTo>
                        <a:pt x="1173922" y="157548"/>
                      </a:lnTo>
                      <a:lnTo>
                        <a:pt x="1177996" y="160002"/>
                      </a:lnTo>
                      <a:lnTo>
                        <a:pt x="1179420" y="157455"/>
                      </a:lnTo>
                      <a:lnTo>
                        <a:pt x="1183865" y="155453"/>
                      </a:lnTo>
                      <a:lnTo>
                        <a:pt x="1186910" y="149942"/>
                      </a:lnTo>
                      <a:lnTo>
                        <a:pt x="1193577" y="153901"/>
                      </a:lnTo>
                      <a:lnTo>
                        <a:pt x="1195047" y="151772"/>
                      </a:lnTo>
                      <a:lnTo>
                        <a:pt x="1192744" y="147801"/>
                      </a:lnTo>
                      <a:lnTo>
                        <a:pt x="1194422" y="146794"/>
                      </a:lnTo>
                      <a:lnTo>
                        <a:pt x="1201345" y="145312"/>
                      </a:lnTo>
                      <a:lnTo>
                        <a:pt x="1207793" y="147743"/>
                      </a:lnTo>
                      <a:lnTo>
                        <a:pt x="1212261" y="147465"/>
                      </a:lnTo>
                      <a:lnTo>
                        <a:pt x="1215687" y="145173"/>
                      </a:lnTo>
                      <a:lnTo>
                        <a:pt x="1220735" y="133181"/>
                      </a:lnTo>
                      <a:lnTo>
                        <a:pt x="1223188" y="132521"/>
                      </a:lnTo>
                      <a:lnTo>
                        <a:pt x="1223455" y="135114"/>
                      </a:lnTo>
                      <a:lnTo>
                        <a:pt x="1225805" y="133759"/>
                      </a:lnTo>
                      <a:lnTo>
                        <a:pt x="1226082" y="136248"/>
                      </a:lnTo>
                      <a:lnTo>
                        <a:pt x="1228293" y="136028"/>
                      </a:lnTo>
                      <a:lnTo>
                        <a:pt x="1228687" y="133493"/>
                      </a:lnTo>
                      <a:lnTo>
                        <a:pt x="1233537" y="133041"/>
                      </a:lnTo>
                      <a:lnTo>
                        <a:pt x="1236072" y="128932"/>
                      </a:lnTo>
                      <a:lnTo>
                        <a:pt x="1243539" y="128145"/>
                      </a:lnTo>
                      <a:lnTo>
                        <a:pt x="1245970" y="126154"/>
                      </a:lnTo>
                      <a:lnTo>
                        <a:pt x="1243782" y="124279"/>
                      </a:lnTo>
                      <a:lnTo>
                        <a:pt x="1245703" y="123191"/>
                      </a:lnTo>
                      <a:lnTo>
                        <a:pt x="1242833" y="113629"/>
                      </a:lnTo>
                      <a:lnTo>
                        <a:pt x="1240355" y="113212"/>
                      </a:lnTo>
                      <a:lnTo>
                        <a:pt x="1236385" y="108119"/>
                      </a:lnTo>
                      <a:lnTo>
                        <a:pt x="1236674" y="94170"/>
                      </a:lnTo>
                      <a:lnTo>
                        <a:pt x="1233699" y="91311"/>
                      </a:lnTo>
                      <a:lnTo>
                        <a:pt x="1229208" y="90767"/>
                      </a:lnTo>
                      <a:lnTo>
                        <a:pt x="1227715" y="92190"/>
                      </a:lnTo>
                      <a:lnTo>
                        <a:pt x="1223837" y="88857"/>
                      </a:lnTo>
                      <a:lnTo>
                        <a:pt x="1224531" y="87028"/>
                      </a:lnTo>
                      <a:lnTo>
                        <a:pt x="1226997" y="86808"/>
                      </a:lnTo>
                      <a:lnTo>
                        <a:pt x="1226106" y="76841"/>
                      </a:lnTo>
                      <a:lnTo>
                        <a:pt x="1228398" y="73125"/>
                      </a:lnTo>
                      <a:lnTo>
                        <a:pt x="1234834" y="68865"/>
                      </a:lnTo>
                      <a:lnTo>
                        <a:pt x="1232438" y="65658"/>
                      </a:lnTo>
                      <a:lnTo>
                        <a:pt x="1229590" y="65542"/>
                      </a:lnTo>
                      <a:lnTo>
                        <a:pt x="1227263" y="61214"/>
                      </a:lnTo>
                      <a:lnTo>
                        <a:pt x="1231882" y="55715"/>
                      </a:lnTo>
                      <a:lnTo>
                        <a:pt x="1232067" y="52508"/>
                      </a:lnTo>
                      <a:lnTo>
                        <a:pt x="1237450" y="52103"/>
                      </a:lnTo>
                      <a:lnTo>
                        <a:pt x="1237716" y="57359"/>
                      </a:lnTo>
                      <a:lnTo>
                        <a:pt x="1247405" y="57150"/>
                      </a:lnTo>
                      <a:lnTo>
                        <a:pt x="1248435" y="61225"/>
                      </a:lnTo>
                      <a:lnTo>
                        <a:pt x="1247070" y="67510"/>
                      </a:lnTo>
                      <a:lnTo>
                        <a:pt x="1255809" y="69374"/>
                      </a:lnTo>
                      <a:lnTo>
                        <a:pt x="1260960" y="68193"/>
                      </a:lnTo>
                      <a:lnTo>
                        <a:pt x="1263229" y="58320"/>
                      </a:lnTo>
                      <a:lnTo>
                        <a:pt x="1265371" y="58794"/>
                      </a:lnTo>
                      <a:lnTo>
                        <a:pt x="1278313" y="53457"/>
                      </a:lnTo>
                      <a:lnTo>
                        <a:pt x="1277873" y="58053"/>
                      </a:lnTo>
                      <a:lnTo>
                        <a:pt x="1282225" y="62070"/>
                      </a:lnTo>
                      <a:lnTo>
                        <a:pt x="1286242" y="62035"/>
                      </a:lnTo>
                      <a:lnTo>
                        <a:pt x="1287944" y="63957"/>
                      </a:lnTo>
                      <a:lnTo>
                        <a:pt x="1289379" y="70694"/>
                      </a:lnTo>
                      <a:lnTo>
                        <a:pt x="1287203" y="80290"/>
                      </a:lnTo>
                      <a:lnTo>
                        <a:pt x="1292262" y="79885"/>
                      </a:lnTo>
                      <a:lnTo>
                        <a:pt x="1293385" y="83334"/>
                      </a:lnTo>
                      <a:lnTo>
                        <a:pt x="1296661" y="85626"/>
                      </a:lnTo>
                      <a:lnTo>
                        <a:pt x="1301082" y="83358"/>
                      </a:lnTo>
                      <a:lnTo>
                        <a:pt x="1307507" y="84400"/>
                      </a:lnTo>
                      <a:lnTo>
                        <a:pt x="1314476" y="85824"/>
                      </a:lnTo>
                      <a:lnTo>
                        <a:pt x="1325693" y="68853"/>
                      </a:lnTo>
                      <a:lnTo>
                        <a:pt x="1332129" y="68356"/>
                      </a:lnTo>
                      <a:lnTo>
                        <a:pt x="1338577" y="71782"/>
                      </a:lnTo>
                      <a:lnTo>
                        <a:pt x="1340637" y="69270"/>
                      </a:lnTo>
                      <a:lnTo>
                        <a:pt x="1340163" y="66469"/>
                      </a:lnTo>
                      <a:lnTo>
                        <a:pt x="1343543" y="69328"/>
                      </a:lnTo>
                      <a:lnTo>
                        <a:pt x="1346009" y="68518"/>
                      </a:lnTo>
                      <a:lnTo>
                        <a:pt x="1345985" y="63783"/>
                      </a:lnTo>
                      <a:lnTo>
                        <a:pt x="1338982" y="58065"/>
                      </a:lnTo>
                      <a:lnTo>
                        <a:pt x="1337674" y="55020"/>
                      </a:lnTo>
                      <a:lnTo>
                        <a:pt x="1341587" y="52983"/>
                      </a:lnTo>
                      <a:lnTo>
                        <a:pt x="1340255" y="41708"/>
                      </a:lnTo>
                      <a:lnTo>
                        <a:pt x="1343636" y="38282"/>
                      </a:lnTo>
                      <a:lnTo>
                        <a:pt x="1348439" y="36742"/>
                      </a:lnTo>
                      <a:lnTo>
                        <a:pt x="1362828" y="41534"/>
                      </a:lnTo>
                      <a:lnTo>
                        <a:pt x="1363245" y="46523"/>
                      </a:lnTo>
                      <a:lnTo>
                        <a:pt x="1355200" y="49881"/>
                      </a:lnTo>
                      <a:lnTo>
                        <a:pt x="1351461" y="59651"/>
                      </a:lnTo>
                      <a:lnTo>
                        <a:pt x="1351044" y="62371"/>
                      </a:lnTo>
                      <a:lnTo>
                        <a:pt x="1355292" y="63957"/>
                      </a:lnTo>
                      <a:lnTo>
                        <a:pt x="1354702" y="66585"/>
                      </a:lnTo>
                      <a:lnTo>
                        <a:pt x="1356693" y="66445"/>
                      </a:lnTo>
                      <a:lnTo>
                        <a:pt x="1358036" y="62811"/>
                      </a:lnTo>
                      <a:lnTo>
                        <a:pt x="1365051" y="57266"/>
                      </a:lnTo>
                      <a:lnTo>
                        <a:pt x="1374960" y="60148"/>
                      </a:lnTo>
                      <a:lnTo>
                        <a:pt x="1383700" y="57682"/>
                      </a:lnTo>
                      <a:lnTo>
                        <a:pt x="1384244" y="60750"/>
                      </a:lnTo>
                      <a:lnTo>
                        <a:pt x="1388087" y="62139"/>
                      </a:lnTo>
                      <a:lnTo>
                        <a:pt x="1387786" y="64084"/>
                      </a:lnTo>
                      <a:lnTo>
                        <a:pt x="1391837" y="63609"/>
                      </a:lnTo>
                      <a:lnTo>
                        <a:pt x="1391872" y="60692"/>
                      </a:lnTo>
                      <a:lnTo>
                        <a:pt x="1395959" y="60102"/>
                      </a:lnTo>
                      <a:lnTo>
                        <a:pt x="1395125" y="58771"/>
                      </a:lnTo>
                      <a:lnTo>
                        <a:pt x="1397162" y="56351"/>
                      </a:lnTo>
                      <a:lnTo>
                        <a:pt x="1406273" y="48885"/>
                      </a:lnTo>
                      <a:lnTo>
                        <a:pt x="1407488" y="50702"/>
                      </a:lnTo>
                      <a:lnTo>
                        <a:pt x="1411505" y="45227"/>
                      </a:lnTo>
                      <a:lnTo>
                        <a:pt x="1423370" y="44139"/>
                      </a:lnTo>
                      <a:lnTo>
                        <a:pt x="1424771" y="47565"/>
                      </a:lnTo>
                      <a:lnTo>
                        <a:pt x="1430501" y="48699"/>
                      </a:lnTo>
                      <a:lnTo>
                        <a:pt x="1432202" y="44764"/>
                      </a:lnTo>
                      <a:lnTo>
                        <a:pt x="1433974" y="45366"/>
                      </a:lnTo>
                      <a:lnTo>
                        <a:pt x="1437122" y="40168"/>
                      </a:lnTo>
                      <a:lnTo>
                        <a:pt x="1455702" y="55992"/>
                      </a:lnTo>
                      <a:lnTo>
                        <a:pt x="1455968" y="58852"/>
                      </a:lnTo>
                      <a:lnTo>
                        <a:pt x="1464140" y="62267"/>
                      </a:lnTo>
                      <a:lnTo>
                        <a:pt x="1465495" y="60866"/>
                      </a:lnTo>
                      <a:lnTo>
                        <a:pt x="1465344" y="53029"/>
                      </a:lnTo>
                      <a:lnTo>
                        <a:pt x="1469187" y="48063"/>
                      </a:lnTo>
                      <a:lnTo>
                        <a:pt x="1467185" y="47357"/>
                      </a:lnTo>
                      <a:lnTo>
                        <a:pt x="1467463" y="43282"/>
                      </a:lnTo>
                      <a:lnTo>
                        <a:pt x="1465703" y="40550"/>
                      </a:lnTo>
                      <a:lnTo>
                        <a:pt x="1455239" y="34878"/>
                      </a:lnTo>
                      <a:lnTo>
                        <a:pt x="1455435" y="28986"/>
                      </a:lnTo>
                      <a:lnTo>
                        <a:pt x="1454660" y="27319"/>
                      </a:lnTo>
                      <a:lnTo>
                        <a:pt x="1452240" y="27817"/>
                      </a:lnTo>
                      <a:lnTo>
                        <a:pt x="1451245" y="25143"/>
                      </a:lnTo>
                      <a:lnTo>
                        <a:pt x="1453294" y="22827"/>
                      </a:lnTo>
                      <a:lnTo>
                        <a:pt x="1458908" y="23707"/>
                      </a:lnTo>
                      <a:lnTo>
                        <a:pt x="1461304" y="19575"/>
                      </a:lnTo>
                      <a:lnTo>
                        <a:pt x="1466699" y="23476"/>
                      </a:lnTo>
                      <a:lnTo>
                        <a:pt x="1471318" y="16033"/>
                      </a:lnTo>
                      <a:lnTo>
                        <a:pt x="1473575" y="19945"/>
                      </a:lnTo>
                      <a:lnTo>
                        <a:pt x="1477325" y="9237"/>
                      </a:lnTo>
                      <a:lnTo>
                        <a:pt x="1481724" y="7084"/>
                      </a:lnTo>
                      <a:lnTo>
                        <a:pt x="1481979" y="3681"/>
                      </a:lnTo>
                      <a:lnTo>
                        <a:pt x="1489839" y="0"/>
                      </a:lnTo>
                      <a:lnTo>
                        <a:pt x="1497711" y="11518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9" name="Freeform: Shape 138">
                  <a:extLst>
                    <a:ext uri="{FF2B5EF4-FFF2-40B4-BE49-F238E27FC236}">
                      <a16:creationId xmlns:a16="http://schemas.microsoft.com/office/drawing/2014/main" id="{BF8592D4-151D-A93A-F800-9582D4B8C793}"/>
                    </a:ext>
                  </a:extLst>
                </p:cNvPr>
                <p:cNvSpPr/>
                <p:nvPr/>
              </p:nvSpPr>
              <p:spPr>
                <a:xfrm>
                  <a:off x="7837642" y="7687684"/>
                  <a:ext cx="19887" cy="19713"/>
                </a:xfrm>
                <a:custGeom>
                  <a:avLst/>
                  <a:gdLst>
                    <a:gd name="connsiteX0" fmla="*/ 19887 w 19887"/>
                    <a:gd name="connsiteY0" fmla="*/ 9863 h 19713"/>
                    <a:gd name="connsiteX1" fmla="*/ 18475 w 19887"/>
                    <a:gd name="connsiteY1" fmla="*/ 13161 h 19713"/>
                    <a:gd name="connsiteX2" fmla="*/ 15766 w 19887"/>
                    <a:gd name="connsiteY2" fmla="*/ 12015 h 19713"/>
                    <a:gd name="connsiteX3" fmla="*/ 16507 w 19887"/>
                    <a:gd name="connsiteY3" fmla="*/ 14146 h 19713"/>
                    <a:gd name="connsiteX4" fmla="*/ 15384 w 19887"/>
                    <a:gd name="connsiteY4" fmla="*/ 15766 h 19713"/>
                    <a:gd name="connsiteX5" fmla="*/ 15014 w 19887"/>
                    <a:gd name="connsiteY5" fmla="*/ 15951 h 19713"/>
                    <a:gd name="connsiteX6" fmla="*/ 9319 w 19887"/>
                    <a:gd name="connsiteY6" fmla="*/ 14724 h 19713"/>
                    <a:gd name="connsiteX7" fmla="*/ 10036 w 19887"/>
                    <a:gd name="connsiteY7" fmla="*/ 17352 h 19713"/>
                    <a:gd name="connsiteX8" fmla="*/ 8948 w 19887"/>
                    <a:gd name="connsiteY8" fmla="*/ 19413 h 19713"/>
                    <a:gd name="connsiteX9" fmla="*/ 8682 w 19887"/>
                    <a:gd name="connsiteY9" fmla="*/ 19714 h 19713"/>
                    <a:gd name="connsiteX10" fmla="*/ 8612 w 19887"/>
                    <a:gd name="connsiteY10" fmla="*/ 19620 h 19713"/>
                    <a:gd name="connsiteX11" fmla="*/ 5626 w 19887"/>
                    <a:gd name="connsiteY11" fmla="*/ 13509 h 19713"/>
                    <a:gd name="connsiteX12" fmla="*/ 3901 w 19887"/>
                    <a:gd name="connsiteY12" fmla="*/ 13404 h 19713"/>
                    <a:gd name="connsiteX13" fmla="*/ 3855 w 19887"/>
                    <a:gd name="connsiteY13" fmla="*/ 13914 h 19713"/>
                    <a:gd name="connsiteX14" fmla="*/ 3797 w 19887"/>
                    <a:gd name="connsiteY14" fmla="*/ 13926 h 19713"/>
                    <a:gd name="connsiteX15" fmla="*/ 3832 w 19887"/>
                    <a:gd name="connsiteY15" fmla="*/ 14122 h 19713"/>
                    <a:gd name="connsiteX16" fmla="*/ 3635 w 19887"/>
                    <a:gd name="connsiteY16" fmla="*/ 16113 h 19713"/>
                    <a:gd name="connsiteX17" fmla="*/ 1771 w 19887"/>
                    <a:gd name="connsiteY17" fmla="*/ 16519 h 19713"/>
                    <a:gd name="connsiteX18" fmla="*/ 0 w 19887"/>
                    <a:gd name="connsiteY18" fmla="*/ 13578 h 19713"/>
                    <a:gd name="connsiteX19" fmla="*/ 3299 w 19887"/>
                    <a:gd name="connsiteY19" fmla="*/ 11136 h 19713"/>
                    <a:gd name="connsiteX20" fmla="*/ 3878 w 19887"/>
                    <a:gd name="connsiteY20" fmla="*/ 11275 h 19713"/>
                    <a:gd name="connsiteX21" fmla="*/ 3635 w 19887"/>
                    <a:gd name="connsiteY21" fmla="*/ 10893 h 19713"/>
                    <a:gd name="connsiteX22" fmla="*/ 3658 w 19887"/>
                    <a:gd name="connsiteY22" fmla="*/ 10869 h 19713"/>
                    <a:gd name="connsiteX23" fmla="*/ 4283 w 19887"/>
                    <a:gd name="connsiteY23" fmla="*/ 11714 h 19713"/>
                    <a:gd name="connsiteX24" fmla="*/ 4248 w 19887"/>
                    <a:gd name="connsiteY24" fmla="*/ 12247 h 19713"/>
                    <a:gd name="connsiteX25" fmla="*/ 7177 w 19887"/>
                    <a:gd name="connsiteY25" fmla="*/ 11610 h 19713"/>
                    <a:gd name="connsiteX26" fmla="*/ 7548 w 19887"/>
                    <a:gd name="connsiteY26" fmla="*/ 9596 h 19713"/>
                    <a:gd name="connsiteX27" fmla="*/ 5915 w 19887"/>
                    <a:gd name="connsiteY27" fmla="*/ 9006 h 19713"/>
                    <a:gd name="connsiteX28" fmla="*/ 6540 w 19887"/>
                    <a:gd name="connsiteY28" fmla="*/ 8659 h 19713"/>
                    <a:gd name="connsiteX29" fmla="*/ 7305 w 19887"/>
                    <a:gd name="connsiteY29" fmla="*/ 8508 h 19713"/>
                    <a:gd name="connsiteX30" fmla="*/ 7050 w 19887"/>
                    <a:gd name="connsiteY30" fmla="*/ 8381 h 19713"/>
                    <a:gd name="connsiteX31" fmla="*/ 7640 w 19887"/>
                    <a:gd name="connsiteY31" fmla="*/ 8045 h 19713"/>
                    <a:gd name="connsiteX32" fmla="*/ 6205 w 19887"/>
                    <a:gd name="connsiteY32" fmla="*/ 5823 h 19713"/>
                    <a:gd name="connsiteX33" fmla="*/ 7258 w 19887"/>
                    <a:gd name="connsiteY33" fmla="*/ 3241 h 19713"/>
                    <a:gd name="connsiteX34" fmla="*/ 6969 w 19887"/>
                    <a:gd name="connsiteY34" fmla="*/ 3125 h 19713"/>
                    <a:gd name="connsiteX35" fmla="*/ 7686 w 19887"/>
                    <a:gd name="connsiteY35" fmla="*/ 1979 h 19713"/>
                    <a:gd name="connsiteX36" fmla="*/ 9898 w 19887"/>
                    <a:gd name="connsiteY36" fmla="*/ 729 h 19713"/>
                    <a:gd name="connsiteX37" fmla="*/ 12155 w 19887"/>
                    <a:gd name="connsiteY37" fmla="*/ 0 h 19713"/>
                    <a:gd name="connsiteX38" fmla="*/ 14933 w 19887"/>
                    <a:gd name="connsiteY38" fmla="*/ 486 h 19713"/>
                    <a:gd name="connsiteX39" fmla="*/ 15581 w 19887"/>
                    <a:gd name="connsiteY39" fmla="*/ 3681 h 19713"/>
                    <a:gd name="connsiteX40" fmla="*/ 19783 w 19887"/>
                    <a:gd name="connsiteY40" fmla="*/ 5163 h 19713"/>
                    <a:gd name="connsiteX41" fmla="*/ 19424 w 19887"/>
                    <a:gd name="connsiteY41" fmla="*/ 5371 h 19713"/>
                    <a:gd name="connsiteX42" fmla="*/ 18070 w 19887"/>
                    <a:gd name="connsiteY42" fmla="*/ 5660 h 19713"/>
                    <a:gd name="connsiteX43" fmla="*/ 18255 w 19887"/>
                    <a:gd name="connsiteY43" fmla="*/ 6042 h 19713"/>
                    <a:gd name="connsiteX44" fmla="*/ 18232 w 19887"/>
                    <a:gd name="connsiteY44" fmla="*/ 6054 h 19713"/>
                    <a:gd name="connsiteX45" fmla="*/ 18267 w 19887"/>
                    <a:gd name="connsiteY45" fmla="*/ 6066 h 19713"/>
                    <a:gd name="connsiteX46" fmla="*/ 19806 w 19887"/>
                    <a:gd name="connsiteY46" fmla="*/ 9029 h 19713"/>
                    <a:gd name="connsiteX47" fmla="*/ 19887 w 19887"/>
                    <a:gd name="connsiteY47" fmla="*/ 9863 h 19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19887" h="19713">
                      <a:moveTo>
                        <a:pt x="19887" y="9863"/>
                      </a:moveTo>
                      <a:lnTo>
                        <a:pt x="18475" y="13161"/>
                      </a:lnTo>
                      <a:lnTo>
                        <a:pt x="15766" y="12015"/>
                      </a:lnTo>
                      <a:lnTo>
                        <a:pt x="16507" y="14146"/>
                      </a:lnTo>
                      <a:lnTo>
                        <a:pt x="15384" y="15766"/>
                      </a:lnTo>
                      <a:lnTo>
                        <a:pt x="15014" y="15951"/>
                      </a:lnTo>
                      <a:lnTo>
                        <a:pt x="9319" y="14724"/>
                      </a:lnTo>
                      <a:lnTo>
                        <a:pt x="10036" y="17352"/>
                      </a:lnTo>
                      <a:lnTo>
                        <a:pt x="8948" y="19413"/>
                      </a:lnTo>
                      <a:lnTo>
                        <a:pt x="8682" y="19714"/>
                      </a:lnTo>
                      <a:lnTo>
                        <a:pt x="8612" y="19620"/>
                      </a:lnTo>
                      <a:lnTo>
                        <a:pt x="5626" y="13509"/>
                      </a:lnTo>
                      <a:lnTo>
                        <a:pt x="3901" y="13404"/>
                      </a:lnTo>
                      <a:lnTo>
                        <a:pt x="3855" y="13914"/>
                      </a:lnTo>
                      <a:lnTo>
                        <a:pt x="3797" y="13926"/>
                      </a:lnTo>
                      <a:lnTo>
                        <a:pt x="3832" y="14122"/>
                      </a:lnTo>
                      <a:lnTo>
                        <a:pt x="3635" y="16113"/>
                      </a:lnTo>
                      <a:lnTo>
                        <a:pt x="1771" y="16519"/>
                      </a:lnTo>
                      <a:lnTo>
                        <a:pt x="0" y="13578"/>
                      </a:lnTo>
                      <a:lnTo>
                        <a:pt x="3299" y="11136"/>
                      </a:lnTo>
                      <a:lnTo>
                        <a:pt x="3878" y="11275"/>
                      </a:lnTo>
                      <a:lnTo>
                        <a:pt x="3635" y="10893"/>
                      </a:lnTo>
                      <a:lnTo>
                        <a:pt x="3658" y="10869"/>
                      </a:lnTo>
                      <a:lnTo>
                        <a:pt x="4283" y="11714"/>
                      </a:lnTo>
                      <a:lnTo>
                        <a:pt x="4248" y="12247"/>
                      </a:lnTo>
                      <a:lnTo>
                        <a:pt x="7177" y="11610"/>
                      </a:lnTo>
                      <a:lnTo>
                        <a:pt x="7548" y="9596"/>
                      </a:lnTo>
                      <a:lnTo>
                        <a:pt x="5915" y="9006"/>
                      </a:lnTo>
                      <a:lnTo>
                        <a:pt x="6540" y="8659"/>
                      </a:lnTo>
                      <a:lnTo>
                        <a:pt x="7305" y="8508"/>
                      </a:lnTo>
                      <a:lnTo>
                        <a:pt x="7050" y="8381"/>
                      </a:lnTo>
                      <a:lnTo>
                        <a:pt x="7640" y="8045"/>
                      </a:lnTo>
                      <a:lnTo>
                        <a:pt x="6205" y="5823"/>
                      </a:lnTo>
                      <a:lnTo>
                        <a:pt x="7258" y="3241"/>
                      </a:lnTo>
                      <a:lnTo>
                        <a:pt x="6969" y="3125"/>
                      </a:lnTo>
                      <a:lnTo>
                        <a:pt x="7686" y="1979"/>
                      </a:lnTo>
                      <a:lnTo>
                        <a:pt x="9898" y="729"/>
                      </a:lnTo>
                      <a:lnTo>
                        <a:pt x="12155" y="0"/>
                      </a:lnTo>
                      <a:lnTo>
                        <a:pt x="14933" y="486"/>
                      </a:lnTo>
                      <a:lnTo>
                        <a:pt x="15581" y="3681"/>
                      </a:lnTo>
                      <a:lnTo>
                        <a:pt x="19783" y="5163"/>
                      </a:lnTo>
                      <a:lnTo>
                        <a:pt x="19424" y="5371"/>
                      </a:lnTo>
                      <a:lnTo>
                        <a:pt x="18070" y="5660"/>
                      </a:lnTo>
                      <a:lnTo>
                        <a:pt x="18255" y="6042"/>
                      </a:lnTo>
                      <a:lnTo>
                        <a:pt x="18232" y="6054"/>
                      </a:lnTo>
                      <a:lnTo>
                        <a:pt x="18267" y="6066"/>
                      </a:lnTo>
                      <a:lnTo>
                        <a:pt x="19806" y="9029"/>
                      </a:lnTo>
                      <a:lnTo>
                        <a:pt x="19887" y="9863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0" name="Freeform: Shape 139">
                  <a:extLst>
                    <a:ext uri="{FF2B5EF4-FFF2-40B4-BE49-F238E27FC236}">
                      <a16:creationId xmlns:a16="http://schemas.microsoft.com/office/drawing/2014/main" id="{1A0021AA-467A-92F1-86D4-885375F29D61}"/>
                    </a:ext>
                  </a:extLst>
                </p:cNvPr>
                <p:cNvSpPr/>
                <p:nvPr/>
              </p:nvSpPr>
              <p:spPr>
                <a:xfrm>
                  <a:off x="8489202" y="6972746"/>
                  <a:ext cx="9827" cy="25860"/>
                </a:xfrm>
                <a:custGeom>
                  <a:avLst/>
                  <a:gdLst>
                    <a:gd name="connsiteX0" fmla="*/ 5869 w 9827"/>
                    <a:gd name="connsiteY0" fmla="*/ 24009 h 25860"/>
                    <a:gd name="connsiteX1" fmla="*/ 3276 w 9827"/>
                    <a:gd name="connsiteY1" fmla="*/ 25861 h 25860"/>
                    <a:gd name="connsiteX2" fmla="*/ 0 w 9827"/>
                    <a:gd name="connsiteY2" fmla="*/ 17526 h 25860"/>
                    <a:gd name="connsiteX3" fmla="*/ 2859 w 9827"/>
                    <a:gd name="connsiteY3" fmla="*/ 13058 h 25860"/>
                    <a:gd name="connsiteX4" fmla="*/ 1412 w 9827"/>
                    <a:gd name="connsiteY4" fmla="*/ 9990 h 25860"/>
                    <a:gd name="connsiteX5" fmla="*/ 2686 w 9827"/>
                    <a:gd name="connsiteY5" fmla="*/ 9932 h 25860"/>
                    <a:gd name="connsiteX6" fmla="*/ 1551 w 9827"/>
                    <a:gd name="connsiteY6" fmla="*/ 7686 h 25860"/>
                    <a:gd name="connsiteX7" fmla="*/ 2616 w 9827"/>
                    <a:gd name="connsiteY7" fmla="*/ 7120 h 25860"/>
                    <a:gd name="connsiteX8" fmla="*/ 1250 w 9827"/>
                    <a:gd name="connsiteY8" fmla="*/ 5372 h 25860"/>
                    <a:gd name="connsiteX9" fmla="*/ 776 w 9827"/>
                    <a:gd name="connsiteY9" fmla="*/ 4758 h 25860"/>
                    <a:gd name="connsiteX10" fmla="*/ 2014 w 9827"/>
                    <a:gd name="connsiteY10" fmla="*/ 0 h 25860"/>
                    <a:gd name="connsiteX11" fmla="*/ 2651 w 9827"/>
                    <a:gd name="connsiteY11" fmla="*/ 232 h 25860"/>
                    <a:gd name="connsiteX12" fmla="*/ 4410 w 9827"/>
                    <a:gd name="connsiteY12" fmla="*/ 857 h 25860"/>
                    <a:gd name="connsiteX13" fmla="*/ 4445 w 9827"/>
                    <a:gd name="connsiteY13" fmla="*/ 4469 h 25860"/>
                    <a:gd name="connsiteX14" fmla="*/ 6355 w 9827"/>
                    <a:gd name="connsiteY14" fmla="*/ 6888 h 25860"/>
                    <a:gd name="connsiteX15" fmla="*/ 6506 w 9827"/>
                    <a:gd name="connsiteY15" fmla="*/ 7363 h 25860"/>
                    <a:gd name="connsiteX16" fmla="*/ 6876 w 9827"/>
                    <a:gd name="connsiteY16" fmla="*/ 20918 h 25860"/>
                    <a:gd name="connsiteX17" fmla="*/ 9828 w 9827"/>
                    <a:gd name="connsiteY17" fmla="*/ 23846 h 25860"/>
                    <a:gd name="connsiteX18" fmla="*/ 9481 w 9827"/>
                    <a:gd name="connsiteY18" fmla="*/ 23951 h 25860"/>
                    <a:gd name="connsiteX19" fmla="*/ 5869 w 9827"/>
                    <a:gd name="connsiteY19" fmla="*/ 24009 h 25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9827" h="25860">
                      <a:moveTo>
                        <a:pt x="5869" y="24009"/>
                      </a:moveTo>
                      <a:lnTo>
                        <a:pt x="3276" y="25861"/>
                      </a:lnTo>
                      <a:lnTo>
                        <a:pt x="0" y="17526"/>
                      </a:lnTo>
                      <a:lnTo>
                        <a:pt x="2859" y="13058"/>
                      </a:lnTo>
                      <a:lnTo>
                        <a:pt x="1412" y="9990"/>
                      </a:lnTo>
                      <a:lnTo>
                        <a:pt x="2686" y="9932"/>
                      </a:lnTo>
                      <a:lnTo>
                        <a:pt x="1551" y="7686"/>
                      </a:lnTo>
                      <a:lnTo>
                        <a:pt x="2616" y="7120"/>
                      </a:lnTo>
                      <a:lnTo>
                        <a:pt x="1250" y="5372"/>
                      </a:lnTo>
                      <a:lnTo>
                        <a:pt x="776" y="4758"/>
                      </a:lnTo>
                      <a:lnTo>
                        <a:pt x="2014" y="0"/>
                      </a:lnTo>
                      <a:lnTo>
                        <a:pt x="2651" y="232"/>
                      </a:lnTo>
                      <a:lnTo>
                        <a:pt x="4410" y="857"/>
                      </a:lnTo>
                      <a:lnTo>
                        <a:pt x="4445" y="4469"/>
                      </a:lnTo>
                      <a:lnTo>
                        <a:pt x="6355" y="6888"/>
                      </a:lnTo>
                      <a:lnTo>
                        <a:pt x="6506" y="7363"/>
                      </a:lnTo>
                      <a:lnTo>
                        <a:pt x="6876" y="20918"/>
                      </a:lnTo>
                      <a:lnTo>
                        <a:pt x="9828" y="23846"/>
                      </a:lnTo>
                      <a:lnTo>
                        <a:pt x="9481" y="23951"/>
                      </a:lnTo>
                      <a:lnTo>
                        <a:pt x="5869" y="24009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1" name="Freeform: Shape 140">
                  <a:extLst>
                    <a:ext uri="{FF2B5EF4-FFF2-40B4-BE49-F238E27FC236}">
                      <a16:creationId xmlns:a16="http://schemas.microsoft.com/office/drawing/2014/main" id="{89058CEE-CFFA-D6CA-42A2-2F41912A4389}"/>
                    </a:ext>
                  </a:extLst>
                </p:cNvPr>
                <p:cNvSpPr/>
                <p:nvPr/>
              </p:nvSpPr>
              <p:spPr>
                <a:xfrm>
                  <a:off x="7830175" y="7668317"/>
                  <a:ext cx="11564" cy="17213"/>
                </a:xfrm>
                <a:custGeom>
                  <a:avLst/>
                  <a:gdLst>
                    <a:gd name="connsiteX0" fmla="*/ 4005 w 11564"/>
                    <a:gd name="connsiteY0" fmla="*/ 1215 h 17213"/>
                    <a:gd name="connsiteX1" fmla="*/ 4630 w 11564"/>
                    <a:gd name="connsiteY1" fmla="*/ 3253 h 17213"/>
                    <a:gd name="connsiteX2" fmla="*/ 6019 w 11564"/>
                    <a:gd name="connsiteY2" fmla="*/ 2755 h 17213"/>
                    <a:gd name="connsiteX3" fmla="*/ 6691 w 11564"/>
                    <a:gd name="connsiteY3" fmla="*/ 3264 h 17213"/>
                    <a:gd name="connsiteX4" fmla="*/ 7235 w 11564"/>
                    <a:gd name="connsiteY4" fmla="*/ 5626 h 17213"/>
                    <a:gd name="connsiteX5" fmla="*/ 9226 w 11564"/>
                    <a:gd name="connsiteY5" fmla="*/ 5568 h 17213"/>
                    <a:gd name="connsiteX6" fmla="*/ 11194 w 11564"/>
                    <a:gd name="connsiteY6" fmla="*/ 8080 h 17213"/>
                    <a:gd name="connsiteX7" fmla="*/ 11425 w 11564"/>
                    <a:gd name="connsiteY7" fmla="*/ 10708 h 17213"/>
                    <a:gd name="connsiteX8" fmla="*/ 10488 w 11564"/>
                    <a:gd name="connsiteY8" fmla="*/ 12907 h 17213"/>
                    <a:gd name="connsiteX9" fmla="*/ 11564 w 11564"/>
                    <a:gd name="connsiteY9" fmla="*/ 14238 h 17213"/>
                    <a:gd name="connsiteX10" fmla="*/ 8288 w 11564"/>
                    <a:gd name="connsiteY10" fmla="*/ 14760 h 17213"/>
                    <a:gd name="connsiteX11" fmla="*/ 6610 w 11564"/>
                    <a:gd name="connsiteY11" fmla="*/ 17213 h 17213"/>
                    <a:gd name="connsiteX12" fmla="*/ 5580 w 11564"/>
                    <a:gd name="connsiteY12" fmla="*/ 15130 h 17213"/>
                    <a:gd name="connsiteX13" fmla="*/ 5753 w 11564"/>
                    <a:gd name="connsiteY13" fmla="*/ 14620 h 17213"/>
                    <a:gd name="connsiteX14" fmla="*/ 5128 w 11564"/>
                    <a:gd name="connsiteY14" fmla="*/ 14227 h 17213"/>
                    <a:gd name="connsiteX15" fmla="*/ 4260 w 11564"/>
                    <a:gd name="connsiteY15" fmla="*/ 12456 h 17213"/>
                    <a:gd name="connsiteX16" fmla="*/ 4607 w 11564"/>
                    <a:gd name="connsiteY16" fmla="*/ 7270 h 17213"/>
                    <a:gd name="connsiteX17" fmla="*/ 0 w 11564"/>
                    <a:gd name="connsiteY17" fmla="*/ 1552 h 17213"/>
                    <a:gd name="connsiteX18" fmla="*/ 93 w 11564"/>
                    <a:gd name="connsiteY18" fmla="*/ 1459 h 17213"/>
                    <a:gd name="connsiteX19" fmla="*/ 1783 w 11564"/>
                    <a:gd name="connsiteY19" fmla="*/ 0 h 17213"/>
                    <a:gd name="connsiteX20" fmla="*/ 2477 w 11564"/>
                    <a:gd name="connsiteY20" fmla="*/ 58 h 17213"/>
                    <a:gd name="connsiteX21" fmla="*/ 4005 w 11564"/>
                    <a:gd name="connsiteY21" fmla="*/ 1215 h 172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1564" h="17213">
                      <a:moveTo>
                        <a:pt x="4005" y="1215"/>
                      </a:moveTo>
                      <a:lnTo>
                        <a:pt x="4630" y="3253"/>
                      </a:lnTo>
                      <a:lnTo>
                        <a:pt x="6019" y="2755"/>
                      </a:lnTo>
                      <a:lnTo>
                        <a:pt x="6691" y="3264"/>
                      </a:lnTo>
                      <a:lnTo>
                        <a:pt x="7235" y="5626"/>
                      </a:lnTo>
                      <a:lnTo>
                        <a:pt x="9226" y="5568"/>
                      </a:lnTo>
                      <a:lnTo>
                        <a:pt x="11194" y="8080"/>
                      </a:lnTo>
                      <a:lnTo>
                        <a:pt x="11425" y="10708"/>
                      </a:lnTo>
                      <a:lnTo>
                        <a:pt x="10488" y="12907"/>
                      </a:lnTo>
                      <a:lnTo>
                        <a:pt x="11564" y="14238"/>
                      </a:lnTo>
                      <a:lnTo>
                        <a:pt x="8288" y="14760"/>
                      </a:lnTo>
                      <a:lnTo>
                        <a:pt x="6610" y="17213"/>
                      </a:lnTo>
                      <a:lnTo>
                        <a:pt x="5580" y="15130"/>
                      </a:lnTo>
                      <a:lnTo>
                        <a:pt x="5753" y="14620"/>
                      </a:lnTo>
                      <a:lnTo>
                        <a:pt x="5128" y="14227"/>
                      </a:lnTo>
                      <a:lnTo>
                        <a:pt x="4260" y="12456"/>
                      </a:lnTo>
                      <a:lnTo>
                        <a:pt x="4607" y="7270"/>
                      </a:lnTo>
                      <a:lnTo>
                        <a:pt x="0" y="1552"/>
                      </a:lnTo>
                      <a:lnTo>
                        <a:pt x="93" y="1459"/>
                      </a:lnTo>
                      <a:lnTo>
                        <a:pt x="1783" y="0"/>
                      </a:lnTo>
                      <a:lnTo>
                        <a:pt x="2477" y="58"/>
                      </a:lnTo>
                      <a:lnTo>
                        <a:pt x="4005" y="1215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0A2DD544-3371-7FF5-3A74-910EEFC9683C}"/>
                    </a:ext>
                  </a:extLst>
                </p:cNvPr>
                <p:cNvSpPr/>
                <p:nvPr/>
              </p:nvSpPr>
              <p:spPr>
                <a:xfrm>
                  <a:off x="7848338" y="7662414"/>
                  <a:ext cx="15997" cy="14238"/>
                </a:xfrm>
                <a:custGeom>
                  <a:avLst/>
                  <a:gdLst>
                    <a:gd name="connsiteX0" fmla="*/ 5197 w 15997"/>
                    <a:gd name="connsiteY0" fmla="*/ 3242 h 14238"/>
                    <a:gd name="connsiteX1" fmla="*/ 4549 w 15997"/>
                    <a:gd name="connsiteY1" fmla="*/ 3959 h 14238"/>
                    <a:gd name="connsiteX2" fmla="*/ 5869 w 15997"/>
                    <a:gd name="connsiteY2" fmla="*/ 8219 h 14238"/>
                    <a:gd name="connsiteX3" fmla="*/ 9793 w 15997"/>
                    <a:gd name="connsiteY3" fmla="*/ 9805 h 14238"/>
                    <a:gd name="connsiteX4" fmla="*/ 11090 w 15997"/>
                    <a:gd name="connsiteY4" fmla="*/ 8856 h 14238"/>
                    <a:gd name="connsiteX5" fmla="*/ 11657 w 15997"/>
                    <a:gd name="connsiteY5" fmla="*/ 8520 h 14238"/>
                    <a:gd name="connsiteX6" fmla="*/ 12652 w 15997"/>
                    <a:gd name="connsiteY6" fmla="*/ 9886 h 14238"/>
                    <a:gd name="connsiteX7" fmla="*/ 12826 w 15997"/>
                    <a:gd name="connsiteY7" fmla="*/ 9701 h 14238"/>
                    <a:gd name="connsiteX8" fmla="*/ 12872 w 15997"/>
                    <a:gd name="connsiteY8" fmla="*/ 9747 h 14238"/>
                    <a:gd name="connsiteX9" fmla="*/ 14551 w 15997"/>
                    <a:gd name="connsiteY9" fmla="*/ 7918 h 14238"/>
                    <a:gd name="connsiteX10" fmla="*/ 15998 w 15997"/>
                    <a:gd name="connsiteY10" fmla="*/ 10743 h 14238"/>
                    <a:gd name="connsiteX11" fmla="*/ 10511 w 15997"/>
                    <a:gd name="connsiteY11" fmla="*/ 12919 h 14238"/>
                    <a:gd name="connsiteX12" fmla="*/ 10048 w 15997"/>
                    <a:gd name="connsiteY12" fmla="*/ 12722 h 14238"/>
                    <a:gd name="connsiteX13" fmla="*/ 9018 w 15997"/>
                    <a:gd name="connsiteY13" fmla="*/ 13521 h 14238"/>
                    <a:gd name="connsiteX14" fmla="*/ 7212 w 15997"/>
                    <a:gd name="connsiteY14" fmla="*/ 14239 h 14238"/>
                    <a:gd name="connsiteX15" fmla="*/ 5186 w 15997"/>
                    <a:gd name="connsiteY15" fmla="*/ 10765 h 14238"/>
                    <a:gd name="connsiteX16" fmla="*/ 428 w 15997"/>
                    <a:gd name="connsiteY16" fmla="*/ 9365 h 14238"/>
                    <a:gd name="connsiteX17" fmla="*/ 0 w 15997"/>
                    <a:gd name="connsiteY17" fmla="*/ 8555 h 14238"/>
                    <a:gd name="connsiteX18" fmla="*/ 289 w 15997"/>
                    <a:gd name="connsiteY18" fmla="*/ 6876 h 14238"/>
                    <a:gd name="connsiteX19" fmla="*/ 1412 w 15997"/>
                    <a:gd name="connsiteY19" fmla="*/ 5916 h 14238"/>
                    <a:gd name="connsiteX20" fmla="*/ 2223 w 15997"/>
                    <a:gd name="connsiteY20" fmla="*/ 6089 h 14238"/>
                    <a:gd name="connsiteX21" fmla="*/ 2604 w 15997"/>
                    <a:gd name="connsiteY21" fmla="*/ 3716 h 14238"/>
                    <a:gd name="connsiteX22" fmla="*/ 4804 w 15997"/>
                    <a:gd name="connsiteY22" fmla="*/ 3311 h 14238"/>
                    <a:gd name="connsiteX23" fmla="*/ 4839 w 15997"/>
                    <a:gd name="connsiteY23" fmla="*/ 3345 h 14238"/>
                    <a:gd name="connsiteX24" fmla="*/ 4839 w 15997"/>
                    <a:gd name="connsiteY24" fmla="*/ 3311 h 14238"/>
                    <a:gd name="connsiteX25" fmla="*/ 5012 w 15997"/>
                    <a:gd name="connsiteY25" fmla="*/ 3276 h 14238"/>
                    <a:gd name="connsiteX26" fmla="*/ 5128 w 15997"/>
                    <a:gd name="connsiteY26" fmla="*/ 3114 h 14238"/>
                    <a:gd name="connsiteX27" fmla="*/ 4584 w 15997"/>
                    <a:gd name="connsiteY27" fmla="*/ 2119 h 14238"/>
                    <a:gd name="connsiteX28" fmla="*/ 4167 w 15997"/>
                    <a:gd name="connsiteY28" fmla="*/ 116 h 14238"/>
                    <a:gd name="connsiteX29" fmla="*/ 4989 w 15997"/>
                    <a:gd name="connsiteY29" fmla="*/ 0 h 14238"/>
                    <a:gd name="connsiteX30" fmla="*/ 6506 w 15997"/>
                    <a:gd name="connsiteY30" fmla="*/ 1065 h 14238"/>
                    <a:gd name="connsiteX31" fmla="*/ 6205 w 15997"/>
                    <a:gd name="connsiteY31" fmla="*/ 1586 h 14238"/>
                    <a:gd name="connsiteX32" fmla="*/ 5197 w 15997"/>
                    <a:gd name="connsiteY32" fmla="*/ 3242 h 14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5997" h="14238">
                      <a:moveTo>
                        <a:pt x="5197" y="3242"/>
                      </a:moveTo>
                      <a:lnTo>
                        <a:pt x="4549" y="3959"/>
                      </a:lnTo>
                      <a:lnTo>
                        <a:pt x="5869" y="8219"/>
                      </a:lnTo>
                      <a:lnTo>
                        <a:pt x="9793" y="9805"/>
                      </a:lnTo>
                      <a:lnTo>
                        <a:pt x="11090" y="8856"/>
                      </a:lnTo>
                      <a:lnTo>
                        <a:pt x="11657" y="8520"/>
                      </a:lnTo>
                      <a:lnTo>
                        <a:pt x="12652" y="9886"/>
                      </a:lnTo>
                      <a:lnTo>
                        <a:pt x="12826" y="9701"/>
                      </a:lnTo>
                      <a:lnTo>
                        <a:pt x="12872" y="9747"/>
                      </a:lnTo>
                      <a:lnTo>
                        <a:pt x="14551" y="7918"/>
                      </a:lnTo>
                      <a:lnTo>
                        <a:pt x="15998" y="10743"/>
                      </a:lnTo>
                      <a:lnTo>
                        <a:pt x="10511" y="12919"/>
                      </a:lnTo>
                      <a:lnTo>
                        <a:pt x="10048" y="12722"/>
                      </a:lnTo>
                      <a:lnTo>
                        <a:pt x="9018" y="13521"/>
                      </a:lnTo>
                      <a:lnTo>
                        <a:pt x="7212" y="14239"/>
                      </a:lnTo>
                      <a:lnTo>
                        <a:pt x="5186" y="10765"/>
                      </a:lnTo>
                      <a:lnTo>
                        <a:pt x="428" y="9365"/>
                      </a:lnTo>
                      <a:lnTo>
                        <a:pt x="0" y="8555"/>
                      </a:lnTo>
                      <a:lnTo>
                        <a:pt x="289" y="6876"/>
                      </a:lnTo>
                      <a:lnTo>
                        <a:pt x="1412" y="5916"/>
                      </a:lnTo>
                      <a:lnTo>
                        <a:pt x="2223" y="6089"/>
                      </a:lnTo>
                      <a:lnTo>
                        <a:pt x="2604" y="3716"/>
                      </a:lnTo>
                      <a:lnTo>
                        <a:pt x="4804" y="3311"/>
                      </a:lnTo>
                      <a:lnTo>
                        <a:pt x="4839" y="3345"/>
                      </a:lnTo>
                      <a:lnTo>
                        <a:pt x="4839" y="3311"/>
                      </a:lnTo>
                      <a:lnTo>
                        <a:pt x="5012" y="3276"/>
                      </a:lnTo>
                      <a:lnTo>
                        <a:pt x="5128" y="3114"/>
                      </a:lnTo>
                      <a:lnTo>
                        <a:pt x="4584" y="2119"/>
                      </a:lnTo>
                      <a:lnTo>
                        <a:pt x="4167" y="116"/>
                      </a:lnTo>
                      <a:lnTo>
                        <a:pt x="4989" y="0"/>
                      </a:lnTo>
                      <a:lnTo>
                        <a:pt x="6506" y="1065"/>
                      </a:lnTo>
                      <a:lnTo>
                        <a:pt x="6205" y="1586"/>
                      </a:lnTo>
                      <a:lnTo>
                        <a:pt x="5197" y="3242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39F6AE0D-C592-5E84-2721-CCD3AD7DCD33}"/>
                    </a:ext>
                  </a:extLst>
                </p:cNvPr>
                <p:cNvSpPr/>
                <p:nvPr/>
              </p:nvSpPr>
              <p:spPr>
                <a:xfrm>
                  <a:off x="9484021" y="7287622"/>
                  <a:ext cx="11691" cy="6644"/>
                </a:xfrm>
                <a:custGeom>
                  <a:avLst/>
                  <a:gdLst>
                    <a:gd name="connsiteX0" fmla="*/ 11691 w 11691"/>
                    <a:gd name="connsiteY0" fmla="*/ 5290 h 6644"/>
                    <a:gd name="connsiteX1" fmla="*/ 7999 w 11691"/>
                    <a:gd name="connsiteY1" fmla="*/ 6644 h 6644"/>
                    <a:gd name="connsiteX2" fmla="*/ 1690 w 11691"/>
                    <a:gd name="connsiteY2" fmla="*/ 5961 h 6644"/>
                    <a:gd name="connsiteX3" fmla="*/ 0 w 11691"/>
                    <a:gd name="connsiteY3" fmla="*/ 2801 h 6644"/>
                    <a:gd name="connsiteX4" fmla="*/ 5186 w 11691"/>
                    <a:gd name="connsiteY4" fmla="*/ 0 h 6644"/>
                    <a:gd name="connsiteX5" fmla="*/ 11171 w 11691"/>
                    <a:gd name="connsiteY5" fmla="*/ 1342 h 6644"/>
                    <a:gd name="connsiteX6" fmla="*/ 11691 w 11691"/>
                    <a:gd name="connsiteY6" fmla="*/ 5290 h 66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691" h="6644">
                      <a:moveTo>
                        <a:pt x="11691" y="5290"/>
                      </a:moveTo>
                      <a:lnTo>
                        <a:pt x="7999" y="6644"/>
                      </a:lnTo>
                      <a:lnTo>
                        <a:pt x="1690" y="5961"/>
                      </a:lnTo>
                      <a:lnTo>
                        <a:pt x="0" y="2801"/>
                      </a:lnTo>
                      <a:lnTo>
                        <a:pt x="5186" y="0"/>
                      </a:lnTo>
                      <a:lnTo>
                        <a:pt x="11171" y="1342"/>
                      </a:lnTo>
                      <a:lnTo>
                        <a:pt x="11691" y="529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4" name="Freeform: Shape 143">
                  <a:extLst>
                    <a:ext uri="{FF2B5EF4-FFF2-40B4-BE49-F238E27FC236}">
                      <a16:creationId xmlns:a16="http://schemas.microsoft.com/office/drawing/2014/main" id="{920625A9-C102-08DA-F436-352A8A2E171F}"/>
                    </a:ext>
                  </a:extLst>
                </p:cNvPr>
                <p:cNvSpPr/>
                <p:nvPr/>
              </p:nvSpPr>
              <p:spPr>
                <a:xfrm>
                  <a:off x="7826112" y="7709239"/>
                  <a:ext cx="10800" cy="9480"/>
                </a:xfrm>
                <a:custGeom>
                  <a:avLst/>
                  <a:gdLst>
                    <a:gd name="connsiteX0" fmla="*/ 4410 w 10800"/>
                    <a:gd name="connsiteY0" fmla="*/ 833 h 9480"/>
                    <a:gd name="connsiteX1" fmla="*/ 7362 w 10800"/>
                    <a:gd name="connsiteY1" fmla="*/ 2651 h 9480"/>
                    <a:gd name="connsiteX2" fmla="*/ 7316 w 10800"/>
                    <a:gd name="connsiteY2" fmla="*/ 2454 h 9480"/>
                    <a:gd name="connsiteX3" fmla="*/ 7409 w 10800"/>
                    <a:gd name="connsiteY3" fmla="*/ 2500 h 9480"/>
                    <a:gd name="connsiteX4" fmla="*/ 7188 w 10800"/>
                    <a:gd name="connsiteY4" fmla="*/ 1968 h 9480"/>
                    <a:gd name="connsiteX5" fmla="*/ 6911 w 10800"/>
                    <a:gd name="connsiteY5" fmla="*/ 822 h 9480"/>
                    <a:gd name="connsiteX6" fmla="*/ 8450 w 10800"/>
                    <a:gd name="connsiteY6" fmla="*/ 11 h 9480"/>
                    <a:gd name="connsiteX7" fmla="*/ 9191 w 10800"/>
                    <a:gd name="connsiteY7" fmla="*/ 810 h 9480"/>
                    <a:gd name="connsiteX8" fmla="*/ 10800 w 10800"/>
                    <a:gd name="connsiteY8" fmla="*/ 2628 h 9480"/>
                    <a:gd name="connsiteX9" fmla="*/ 10106 w 10800"/>
                    <a:gd name="connsiteY9" fmla="*/ 5973 h 9480"/>
                    <a:gd name="connsiteX10" fmla="*/ 10082 w 10800"/>
                    <a:gd name="connsiteY10" fmla="*/ 6008 h 9480"/>
                    <a:gd name="connsiteX11" fmla="*/ 8323 w 10800"/>
                    <a:gd name="connsiteY11" fmla="*/ 2940 h 9480"/>
                    <a:gd name="connsiteX12" fmla="*/ 6818 w 10800"/>
                    <a:gd name="connsiteY12" fmla="*/ 3044 h 9480"/>
                    <a:gd name="connsiteX13" fmla="*/ 7547 w 10800"/>
                    <a:gd name="connsiteY13" fmla="*/ 7072 h 9480"/>
                    <a:gd name="connsiteX14" fmla="*/ 5336 w 10800"/>
                    <a:gd name="connsiteY14" fmla="*/ 9480 h 9480"/>
                    <a:gd name="connsiteX15" fmla="*/ 3797 w 10800"/>
                    <a:gd name="connsiteY15" fmla="*/ 4873 h 9480"/>
                    <a:gd name="connsiteX16" fmla="*/ 1227 w 10800"/>
                    <a:gd name="connsiteY16" fmla="*/ 5649 h 9480"/>
                    <a:gd name="connsiteX17" fmla="*/ 1134 w 10800"/>
                    <a:gd name="connsiteY17" fmla="*/ 5487 h 9480"/>
                    <a:gd name="connsiteX18" fmla="*/ 2604 w 10800"/>
                    <a:gd name="connsiteY18" fmla="*/ 2118 h 9480"/>
                    <a:gd name="connsiteX19" fmla="*/ 0 w 10800"/>
                    <a:gd name="connsiteY19" fmla="*/ 127 h 9480"/>
                    <a:gd name="connsiteX20" fmla="*/ 150 w 10800"/>
                    <a:gd name="connsiteY20" fmla="*/ 196 h 9480"/>
                    <a:gd name="connsiteX21" fmla="*/ 2350 w 10800"/>
                    <a:gd name="connsiteY21" fmla="*/ 1551 h 9480"/>
                    <a:gd name="connsiteX22" fmla="*/ 2917 w 10800"/>
                    <a:gd name="connsiteY22" fmla="*/ 0 h 9480"/>
                    <a:gd name="connsiteX23" fmla="*/ 4410 w 10800"/>
                    <a:gd name="connsiteY23" fmla="*/ 833 h 9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0800" h="9480">
                      <a:moveTo>
                        <a:pt x="4410" y="833"/>
                      </a:moveTo>
                      <a:lnTo>
                        <a:pt x="7362" y="2651"/>
                      </a:lnTo>
                      <a:lnTo>
                        <a:pt x="7316" y="2454"/>
                      </a:lnTo>
                      <a:lnTo>
                        <a:pt x="7409" y="2500"/>
                      </a:lnTo>
                      <a:lnTo>
                        <a:pt x="7188" y="1968"/>
                      </a:lnTo>
                      <a:lnTo>
                        <a:pt x="6911" y="822"/>
                      </a:lnTo>
                      <a:lnTo>
                        <a:pt x="8450" y="11"/>
                      </a:lnTo>
                      <a:lnTo>
                        <a:pt x="9191" y="810"/>
                      </a:lnTo>
                      <a:lnTo>
                        <a:pt x="10800" y="2628"/>
                      </a:lnTo>
                      <a:lnTo>
                        <a:pt x="10106" y="5973"/>
                      </a:lnTo>
                      <a:lnTo>
                        <a:pt x="10082" y="6008"/>
                      </a:lnTo>
                      <a:lnTo>
                        <a:pt x="8323" y="2940"/>
                      </a:lnTo>
                      <a:lnTo>
                        <a:pt x="6818" y="3044"/>
                      </a:lnTo>
                      <a:lnTo>
                        <a:pt x="7547" y="7072"/>
                      </a:lnTo>
                      <a:lnTo>
                        <a:pt x="5336" y="9480"/>
                      </a:lnTo>
                      <a:lnTo>
                        <a:pt x="3797" y="4873"/>
                      </a:lnTo>
                      <a:lnTo>
                        <a:pt x="1227" y="5649"/>
                      </a:lnTo>
                      <a:lnTo>
                        <a:pt x="1134" y="5487"/>
                      </a:lnTo>
                      <a:lnTo>
                        <a:pt x="2604" y="2118"/>
                      </a:lnTo>
                      <a:lnTo>
                        <a:pt x="0" y="127"/>
                      </a:lnTo>
                      <a:lnTo>
                        <a:pt x="150" y="196"/>
                      </a:lnTo>
                      <a:lnTo>
                        <a:pt x="2350" y="1551"/>
                      </a:lnTo>
                      <a:lnTo>
                        <a:pt x="2917" y="0"/>
                      </a:lnTo>
                      <a:lnTo>
                        <a:pt x="4410" y="833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2C25B64A-5727-0BAC-643F-9585D1C09893}"/>
                    </a:ext>
                  </a:extLst>
                </p:cNvPr>
                <p:cNvSpPr/>
                <p:nvPr/>
              </p:nvSpPr>
              <p:spPr>
                <a:xfrm>
                  <a:off x="7824804" y="7668688"/>
                  <a:ext cx="6563" cy="13254"/>
                </a:xfrm>
                <a:custGeom>
                  <a:avLst/>
                  <a:gdLst>
                    <a:gd name="connsiteX0" fmla="*/ 6564 w 6563"/>
                    <a:gd name="connsiteY0" fmla="*/ 6819 h 13254"/>
                    <a:gd name="connsiteX1" fmla="*/ 4584 w 6563"/>
                    <a:gd name="connsiteY1" fmla="*/ 13255 h 13254"/>
                    <a:gd name="connsiteX2" fmla="*/ 2199 w 6563"/>
                    <a:gd name="connsiteY2" fmla="*/ 12711 h 13254"/>
                    <a:gd name="connsiteX3" fmla="*/ 2281 w 6563"/>
                    <a:gd name="connsiteY3" fmla="*/ 12549 h 13254"/>
                    <a:gd name="connsiteX4" fmla="*/ 1065 w 6563"/>
                    <a:gd name="connsiteY4" fmla="*/ 11981 h 13254"/>
                    <a:gd name="connsiteX5" fmla="*/ 3218 w 6563"/>
                    <a:gd name="connsiteY5" fmla="*/ 10500 h 13254"/>
                    <a:gd name="connsiteX6" fmla="*/ 2778 w 6563"/>
                    <a:gd name="connsiteY6" fmla="*/ 10268 h 13254"/>
                    <a:gd name="connsiteX7" fmla="*/ 2882 w 6563"/>
                    <a:gd name="connsiteY7" fmla="*/ 10222 h 13254"/>
                    <a:gd name="connsiteX8" fmla="*/ 2442 w 6563"/>
                    <a:gd name="connsiteY8" fmla="*/ 10094 h 13254"/>
                    <a:gd name="connsiteX9" fmla="*/ 0 w 6563"/>
                    <a:gd name="connsiteY9" fmla="*/ 8821 h 13254"/>
                    <a:gd name="connsiteX10" fmla="*/ 370 w 6563"/>
                    <a:gd name="connsiteY10" fmla="*/ 7293 h 13254"/>
                    <a:gd name="connsiteX11" fmla="*/ 2570 w 6563"/>
                    <a:gd name="connsiteY11" fmla="*/ 7768 h 13254"/>
                    <a:gd name="connsiteX12" fmla="*/ 1296 w 6563"/>
                    <a:gd name="connsiteY12" fmla="*/ 5082 h 13254"/>
                    <a:gd name="connsiteX13" fmla="*/ 3565 w 6563"/>
                    <a:gd name="connsiteY13" fmla="*/ 3288 h 13254"/>
                    <a:gd name="connsiteX14" fmla="*/ 1378 w 6563"/>
                    <a:gd name="connsiteY14" fmla="*/ 903 h 13254"/>
                    <a:gd name="connsiteX15" fmla="*/ 2153 w 6563"/>
                    <a:gd name="connsiteY15" fmla="*/ 290 h 13254"/>
                    <a:gd name="connsiteX16" fmla="*/ 2743 w 6563"/>
                    <a:gd name="connsiteY16" fmla="*/ 0 h 13254"/>
                    <a:gd name="connsiteX17" fmla="*/ 2859 w 6563"/>
                    <a:gd name="connsiteY17" fmla="*/ 186 h 13254"/>
                    <a:gd name="connsiteX18" fmla="*/ 2547 w 6563"/>
                    <a:gd name="connsiteY18" fmla="*/ 1655 h 13254"/>
                    <a:gd name="connsiteX19" fmla="*/ 6564 w 6563"/>
                    <a:gd name="connsiteY19" fmla="*/ 6819 h 13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563" h="13254">
                      <a:moveTo>
                        <a:pt x="6564" y="6819"/>
                      </a:moveTo>
                      <a:lnTo>
                        <a:pt x="4584" y="13255"/>
                      </a:lnTo>
                      <a:lnTo>
                        <a:pt x="2199" y="12711"/>
                      </a:lnTo>
                      <a:lnTo>
                        <a:pt x="2281" y="12549"/>
                      </a:lnTo>
                      <a:lnTo>
                        <a:pt x="1065" y="11981"/>
                      </a:lnTo>
                      <a:lnTo>
                        <a:pt x="3218" y="10500"/>
                      </a:lnTo>
                      <a:lnTo>
                        <a:pt x="2778" y="10268"/>
                      </a:lnTo>
                      <a:lnTo>
                        <a:pt x="2882" y="10222"/>
                      </a:lnTo>
                      <a:lnTo>
                        <a:pt x="2442" y="10094"/>
                      </a:lnTo>
                      <a:lnTo>
                        <a:pt x="0" y="8821"/>
                      </a:lnTo>
                      <a:lnTo>
                        <a:pt x="370" y="7293"/>
                      </a:lnTo>
                      <a:lnTo>
                        <a:pt x="2570" y="7768"/>
                      </a:lnTo>
                      <a:lnTo>
                        <a:pt x="1296" y="5082"/>
                      </a:lnTo>
                      <a:lnTo>
                        <a:pt x="3565" y="3288"/>
                      </a:lnTo>
                      <a:lnTo>
                        <a:pt x="1378" y="903"/>
                      </a:lnTo>
                      <a:lnTo>
                        <a:pt x="2153" y="290"/>
                      </a:lnTo>
                      <a:lnTo>
                        <a:pt x="2743" y="0"/>
                      </a:lnTo>
                      <a:lnTo>
                        <a:pt x="2859" y="186"/>
                      </a:lnTo>
                      <a:lnTo>
                        <a:pt x="2547" y="1655"/>
                      </a:lnTo>
                      <a:lnTo>
                        <a:pt x="6564" y="6819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6" name="Freeform: Shape 145">
                  <a:extLst>
                    <a:ext uri="{FF2B5EF4-FFF2-40B4-BE49-F238E27FC236}">
                      <a16:creationId xmlns:a16="http://schemas.microsoft.com/office/drawing/2014/main" id="{DADD0333-A839-CFA5-163C-A4679595BCE2}"/>
                    </a:ext>
                  </a:extLst>
                </p:cNvPr>
                <p:cNvSpPr/>
                <p:nvPr/>
              </p:nvSpPr>
              <p:spPr>
                <a:xfrm>
                  <a:off x="9471357" y="7289474"/>
                  <a:ext cx="3646" cy="5672"/>
                </a:xfrm>
                <a:custGeom>
                  <a:avLst/>
                  <a:gdLst>
                    <a:gd name="connsiteX0" fmla="*/ 3646 w 3646"/>
                    <a:gd name="connsiteY0" fmla="*/ 3588 h 5672"/>
                    <a:gd name="connsiteX1" fmla="*/ 1725 w 3646"/>
                    <a:gd name="connsiteY1" fmla="*/ 5672 h 5672"/>
                    <a:gd name="connsiteX2" fmla="*/ 0 w 3646"/>
                    <a:gd name="connsiteY2" fmla="*/ 69 h 5672"/>
                    <a:gd name="connsiteX3" fmla="*/ 1239 w 3646"/>
                    <a:gd name="connsiteY3" fmla="*/ 0 h 5672"/>
                    <a:gd name="connsiteX4" fmla="*/ 2755 w 3646"/>
                    <a:gd name="connsiteY4" fmla="*/ 1864 h 5672"/>
                    <a:gd name="connsiteX5" fmla="*/ 1551 w 3646"/>
                    <a:gd name="connsiteY5" fmla="*/ 2813 h 5672"/>
                    <a:gd name="connsiteX6" fmla="*/ 3646 w 3646"/>
                    <a:gd name="connsiteY6" fmla="*/ 3588 h 5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646" h="5672">
                      <a:moveTo>
                        <a:pt x="3646" y="3588"/>
                      </a:moveTo>
                      <a:lnTo>
                        <a:pt x="1725" y="5672"/>
                      </a:lnTo>
                      <a:lnTo>
                        <a:pt x="0" y="69"/>
                      </a:lnTo>
                      <a:lnTo>
                        <a:pt x="1239" y="0"/>
                      </a:lnTo>
                      <a:lnTo>
                        <a:pt x="2755" y="1864"/>
                      </a:lnTo>
                      <a:lnTo>
                        <a:pt x="1551" y="2813"/>
                      </a:lnTo>
                      <a:lnTo>
                        <a:pt x="3646" y="3588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7" name="Freeform: Shape 146">
                  <a:extLst>
                    <a:ext uri="{FF2B5EF4-FFF2-40B4-BE49-F238E27FC236}">
                      <a16:creationId xmlns:a16="http://schemas.microsoft.com/office/drawing/2014/main" id="{694B7B47-8061-F61C-CE88-0B80F21A2A3F}"/>
                    </a:ext>
                  </a:extLst>
                </p:cNvPr>
                <p:cNvSpPr/>
                <p:nvPr/>
              </p:nvSpPr>
              <p:spPr>
                <a:xfrm>
                  <a:off x="7826865" y="7685994"/>
                  <a:ext cx="2604" cy="5625"/>
                </a:xfrm>
                <a:custGeom>
                  <a:avLst/>
                  <a:gdLst>
                    <a:gd name="connsiteX0" fmla="*/ 2304 w 2604"/>
                    <a:gd name="connsiteY0" fmla="*/ 0 h 5625"/>
                    <a:gd name="connsiteX1" fmla="*/ 2605 w 2604"/>
                    <a:gd name="connsiteY1" fmla="*/ 5625 h 5625"/>
                    <a:gd name="connsiteX2" fmla="*/ 0 w 2604"/>
                    <a:gd name="connsiteY2" fmla="*/ 4178 h 5625"/>
                    <a:gd name="connsiteX3" fmla="*/ 266 w 2604"/>
                    <a:gd name="connsiteY3" fmla="*/ 3692 h 5625"/>
                    <a:gd name="connsiteX4" fmla="*/ 1320 w 2604"/>
                    <a:gd name="connsiteY4" fmla="*/ 2650 h 5625"/>
                    <a:gd name="connsiteX5" fmla="*/ 1123 w 2604"/>
                    <a:gd name="connsiteY5" fmla="*/ 2142 h 5625"/>
                    <a:gd name="connsiteX6" fmla="*/ 2304 w 2604"/>
                    <a:gd name="connsiteY6" fmla="*/ 0 h 5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04" h="5625">
                      <a:moveTo>
                        <a:pt x="2304" y="0"/>
                      </a:moveTo>
                      <a:lnTo>
                        <a:pt x="2605" y="5625"/>
                      </a:lnTo>
                      <a:lnTo>
                        <a:pt x="0" y="4178"/>
                      </a:lnTo>
                      <a:lnTo>
                        <a:pt x="266" y="3692"/>
                      </a:lnTo>
                      <a:lnTo>
                        <a:pt x="1320" y="2650"/>
                      </a:lnTo>
                      <a:lnTo>
                        <a:pt x="1123" y="2142"/>
                      </a:lnTo>
                      <a:lnTo>
                        <a:pt x="2304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0FB40D43-5AB8-0401-07FB-415858EA5DF9}"/>
                    </a:ext>
                  </a:extLst>
                </p:cNvPr>
                <p:cNvSpPr/>
                <p:nvPr/>
              </p:nvSpPr>
              <p:spPr>
                <a:xfrm>
                  <a:off x="7843210" y="7667866"/>
                  <a:ext cx="3380" cy="2963"/>
                </a:xfrm>
                <a:custGeom>
                  <a:avLst/>
                  <a:gdLst>
                    <a:gd name="connsiteX0" fmla="*/ 3380 w 3380"/>
                    <a:gd name="connsiteY0" fmla="*/ 313 h 2963"/>
                    <a:gd name="connsiteX1" fmla="*/ 3149 w 3380"/>
                    <a:gd name="connsiteY1" fmla="*/ 2963 h 2963"/>
                    <a:gd name="connsiteX2" fmla="*/ 1378 w 3380"/>
                    <a:gd name="connsiteY2" fmla="*/ 2072 h 2963"/>
                    <a:gd name="connsiteX3" fmla="*/ 1354 w 3380"/>
                    <a:gd name="connsiteY3" fmla="*/ 2084 h 2963"/>
                    <a:gd name="connsiteX4" fmla="*/ 0 w 3380"/>
                    <a:gd name="connsiteY4" fmla="*/ 1181 h 2963"/>
                    <a:gd name="connsiteX5" fmla="*/ 1482 w 3380"/>
                    <a:gd name="connsiteY5" fmla="*/ 0 h 2963"/>
                    <a:gd name="connsiteX6" fmla="*/ 3380 w 3380"/>
                    <a:gd name="connsiteY6" fmla="*/ 313 h 2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380" h="2963">
                      <a:moveTo>
                        <a:pt x="3380" y="313"/>
                      </a:moveTo>
                      <a:lnTo>
                        <a:pt x="3149" y="2963"/>
                      </a:lnTo>
                      <a:lnTo>
                        <a:pt x="1378" y="2072"/>
                      </a:lnTo>
                      <a:lnTo>
                        <a:pt x="1354" y="2084"/>
                      </a:lnTo>
                      <a:lnTo>
                        <a:pt x="0" y="1181"/>
                      </a:lnTo>
                      <a:lnTo>
                        <a:pt x="1482" y="0"/>
                      </a:lnTo>
                      <a:lnTo>
                        <a:pt x="3380" y="313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783444BB-CB8C-95B7-5386-4E992101FAEB}"/>
                    </a:ext>
                  </a:extLst>
                </p:cNvPr>
                <p:cNvSpPr/>
                <p:nvPr/>
              </p:nvSpPr>
              <p:spPr>
                <a:xfrm>
                  <a:off x="7817951" y="7707618"/>
                  <a:ext cx="4109" cy="4861"/>
                </a:xfrm>
                <a:custGeom>
                  <a:avLst/>
                  <a:gdLst>
                    <a:gd name="connsiteX0" fmla="*/ 2987 w 4109"/>
                    <a:gd name="connsiteY0" fmla="*/ 2604 h 4861"/>
                    <a:gd name="connsiteX1" fmla="*/ 4109 w 4109"/>
                    <a:gd name="connsiteY1" fmla="*/ 4862 h 4861"/>
                    <a:gd name="connsiteX2" fmla="*/ 2709 w 4109"/>
                    <a:gd name="connsiteY2" fmla="*/ 2581 h 4861"/>
                    <a:gd name="connsiteX3" fmla="*/ 0 w 4109"/>
                    <a:gd name="connsiteY3" fmla="*/ 2327 h 4861"/>
                    <a:gd name="connsiteX4" fmla="*/ 810 w 4109"/>
                    <a:gd name="connsiteY4" fmla="*/ 590 h 4861"/>
                    <a:gd name="connsiteX5" fmla="*/ 1146 w 4109"/>
                    <a:gd name="connsiteY5" fmla="*/ 0 h 4861"/>
                    <a:gd name="connsiteX6" fmla="*/ 2987 w 4109"/>
                    <a:gd name="connsiteY6" fmla="*/ 2604 h 4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109" h="4861">
                      <a:moveTo>
                        <a:pt x="2987" y="2604"/>
                      </a:moveTo>
                      <a:lnTo>
                        <a:pt x="4109" y="4862"/>
                      </a:lnTo>
                      <a:lnTo>
                        <a:pt x="2709" y="2581"/>
                      </a:lnTo>
                      <a:lnTo>
                        <a:pt x="0" y="2327"/>
                      </a:lnTo>
                      <a:lnTo>
                        <a:pt x="810" y="590"/>
                      </a:lnTo>
                      <a:lnTo>
                        <a:pt x="1146" y="0"/>
                      </a:lnTo>
                      <a:lnTo>
                        <a:pt x="2987" y="2604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0" name="Freeform: Shape 149">
                  <a:extLst>
                    <a:ext uri="{FF2B5EF4-FFF2-40B4-BE49-F238E27FC236}">
                      <a16:creationId xmlns:a16="http://schemas.microsoft.com/office/drawing/2014/main" id="{6D206297-00C1-9442-6370-AFD88173E60C}"/>
                    </a:ext>
                  </a:extLst>
                </p:cNvPr>
                <p:cNvSpPr/>
                <p:nvPr/>
              </p:nvSpPr>
              <p:spPr>
                <a:xfrm>
                  <a:off x="9482875" y="7294995"/>
                  <a:ext cx="4144" cy="1771"/>
                </a:xfrm>
                <a:custGeom>
                  <a:avLst/>
                  <a:gdLst>
                    <a:gd name="connsiteX0" fmla="*/ 4144 w 4144"/>
                    <a:gd name="connsiteY0" fmla="*/ 683 h 1771"/>
                    <a:gd name="connsiteX1" fmla="*/ 810 w 4144"/>
                    <a:gd name="connsiteY1" fmla="*/ 1771 h 1771"/>
                    <a:gd name="connsiteX2" fmla="*/ 0 w 4144"/>
                    <a:gd name="connsiteY2" fmla="*/ 313 h 1771"/>
                    <a:gd name="connsiteX3" fmla="*/ 1852 w 4144"/>
                    <a:gd name="connsiteY3" fmla="*/ 0 h 1771"/>
                    <a:gd name="connsiteX4" fmla="*/ 4144 w 4144"/>
                    <a:gd name="connsiteY4" fmla="*/ 683 h 1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44" h="1771">
                      <a:moveTo>
                        <a:pt x="4144" y="683"/>
                      </a:moveTo>
                      <a:lnTo>
                        <a:pt x="810" y="1771"/>
                      </a:lnTo>
                      <a:lnTo>
                        <a:pt x="0" y="313"/>
                      </a:lnTo>
                      <a:lnTo>
                        <a:pt x="1852" y="0"/>
                      </a:lnTo>
                      <a:lnTo>
                        <a:pt x="4144" y="683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1" name="Freeform: Shape 150">
                  <a:extLst>
                    <a:ext uri="{FF2B5EF4-FFF2-40B4-BE49-F238E27FC236}">
                      <a16:creationId xmlns:a16="http://schemas.microsoft.com/office/drawing/2014/main" id="{5E18780D-56FB-0385-408A-3BFE19309255}"/>
                    </a:ext>
                  </a:extLst>
                </p:cNvPr>
                <p:cNvSpPr/>
                <p:nvPr/>
              </p:nvSpPr>
              <p:spPr>
                <a:xfrm>
                  <a:off x="9480803" y="7296060"/>
                  <a:ext cx="3576" cy="3415"/>
                </a:xfrm>
                <a:custGeom>
                  <a:avLst/>
                  <a:gdLst>
                    <a:gd name="connsiteX0" fmla="*/ 3577 w 3576"/>
                    <a:gd name="connsiteY0" fmla="*/ 2119 h 3415"/>
                    <a:gd name="connsiteX1" fmla="*/ 2269 w 3576"/>
                    <a:gd name="connsiteY1" fmla="*/ 3415 h 3415"/>
                    <a:gd name="connsiteX2" fmla="*/ 0 w 3576"/>
                    <a:gd name="connsiteY2" fmla="*/ 1702 h 3415"/>
                    <a:gd name="connsiteX3" fmla="*/ 1065 w 3576"/>
                    <a:gd name="connsiteY3" fmla="*/ 0 h 3415"/>
                    <a:gd name="connsiteX4" fmla="*/ 509 w 3576"/>
                    <a:gd name="connsiteY4" fmla="*/ 1320 h 3415"/>
                    <a:gd name="connsiteX5" fmla="*/ 3577 w 3576"/>
                    <a:gd name="connsiteY5" fmla="*/ 2119 h 34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76" h="3415">
                      <a:moveTo>
                        <a:pt x="3577" y="2119"/>
                      </a:moveTo>
                      <a:lnTo>
                        <a:pt x="2269" y="3415"/>
                      </a:lnTo>
                      <a:lnTo>
                        <a:pt x="0" y="1702"/>
                      </a:lnTo>
                      <a:lnTo>
                        <a:pt x="1065" y="0"/>
                      </a:lnTo>
                      <a:lnTo>
                        <a:pt x="509" y="1320"/>
                      </a:lnTo>
                      <a:lnTo>
                        <a:pt x="3577" y="2119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D6FDE7DD-2479-581E-AFB7-A5FE5C5319E6}"/>
                    </a:ext>
                  </a:extLst>
                </p:cNvPr>
                <p:cNvSpPr/>
                <p:nvPr/>
              </p:nvSpPr>
              <p:spPr>
                <a:xfrm>
                  <a:off x="7839830" y="7664740"/>
                  <a:ext cx="2639" cy="2604"/>
                </a:xfrm>
                <a:custGeom>
                  <a:avLst/>
                  <a:gdLst>
                    <a:gd name="connsiteX0" fmla="*/ 2639 w 2639"/>
                    <a:gd name="connsiteY0" fmla="*/ 1065 h 2604"/>
                    <a:gd name="connsiteX1" fmla="*/ 197 w 2639"/>
                    <a:gd name="connsiteY1" fmla="*/ 2605 h 2604"/>
                    <a:gd name="connsiteX2" fmla="*/ 0 w 2639"/>
                    <a:gd name="connsiteY2" fmla="*/ 2547 h 2604"/>
                    <a:gd name="connsiteX3" fmla="*/ 312 w 2639"/>
                    <a:gd name="connsiteY3" fmla="*/ 0 h 2604"/>
                    <a:gd name="connsiteX4" fmla="*/ 2639 w 2639"/>
                    <a:gd name="connsiteY4" fmla="*/ 1019 h 2604"/>
                    <a:gd name="connsiteX5" fmla="*/ 2639 w 2639"/>
                    <a:gd name="connsiteY5" fmla="*/ 1065 h 2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39" h="2604">
                      <a:moveTo>
                        <a:pt x="2639" y="1065"/>
                      </a:moveTo>
                      <a:lnTo>
                        <a:pt x="197" y="2605"/>
                      </a:lnTo>
                      <a:lnTo>
                        <a:pt x="0" y="2547"/>
                      </a:lnTo>
                      <a:lnTo>
                        <a:pt x="312" y="0"/>
                      </a:lnTo>
                      <a:lnTo>
                        <a:pt x="2639" y="1019"/>
                      </a:lnTo>
                      <a:lnTo>
                        <a:pt x="2639" y="1065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3" name="Freeform: Shape 152">
                  <a:extLst>
                    <a:ext uri="{FF2B5EF4-FFF2-40B4-BE49-F238E27FC236}">
                      <a16:creationId xmlns:a16="http://schemas.microsoft.com/office/drawing/2014/main" id="{119CEE18-6F21-5500-6404-EC3109AD4C99}"/>
                    </a:ext>
                  </a:extLst>
                </p:cNvPr>
                <p:cNvSpPr/>
                <p:nvPr/>
              </p:nvSpPr>
              <p:spPr>
                <a:xfrm>
                  <a:off x="9069061" y="6905919"/>
                  <a:ext cx="4005" cy="1550"/>
                </a:xfrm>
                <a:custGeom>
                  <a:avLst/>
                  <a:gdLst>
                    <a:gd name="connsiteX0" fmla="*/ 3345 w 4005"/>
                    <a:gd name="connsiteY0" fmla="*/ 0 h 1550"/>
                    <a:gd name="connsiteX1" fmla="*/ 4005 w 4005"/>
                    <a:gd name="connsiteY1" fmla="*/ 1551 h 1550"/>
                    <a:gd name="connsiteX2" fmla="*/ 0 w 4005"/>
                    <a:gd name="connsiteY2" fmla="*/ 1018 h 1550"/>
                    <a:gd name="connsiteX3" fmla="*/ 3345 w 4005"/>
                    <a:gd name="connsiteY3" fmla="*/ 0 h 1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05" h="1550">
                      <a:moveTo>
                        <a:pt x="3345" y="0"/>
                      </a:moveTo>
                      <a:lnTo>
                        <a:pt x="4005" y="1551"/>
                      </a:lnTo>
                      <a:lnTo>
                        <a:pt x="0" y="1018"/>
                      </a:lnTo>
                      <a:lnTo>
                        <a:pt x="3345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69B72391-154A-A329-755F-D819F320F46C}"/>
                    </a:ext>
                  </a:extLst>
                </p:cNvPr>
                <p:cNvSpPr/>
                <p:nvPr/>
              </p:nvSpPr>
              <p:spPr>
                <a:xfrm>
                  <a:off x="7864139" y="7677532"/>
                  <a:ext cx="2755" cy="4178"/>
                </a:xfrm>
                <a:custGeom>
                  <a:avLst/>
                  <a:gdLst>
                    <a:gd name="connsiteX0" fmla="*/ 81 w 2755"/>
                    <a:gd name="connsiteY0" fmla="*/ 0 h 4178"/>
                    <a:gd name="connsiteX1" fmla="*/ 2755 w 2755"/>
                    <a:gd name="connsiteY1" fmla="*/ 4178 h 4178"/>
                    <a:gd name="connsiteX2" fmla="*/ 12 w 2755"/>
                    <a:gd name="connsiteY2" fmla="*/ 1655 h 4178"/>
                    <a:gd name="connsiteX3" fmla="*/ 0 w 2755"/>
                    <a:gd name="connsiteY3" fmla="*/ 150 h 4178"/>
                    <a:gd name="connsiteX4" fmla="*/ 81 w 2755"/>
                    <a:gd name="connsiteY4" fmla="*/ 0 h 4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5" h="4178">
                      <a:moveTo>
                        <a:pt x="81" y="0"/>
                      </a:moveTo>
                      <a:lnTo>
                        <a:pt x="2755" y="4178"/>
                      </a:lnTo>
                      <a:lnTo>
                        <a:pt x="12" y="1655"/>
                      </a:lnTo>
                      <a:lnTo>
                        <a:pt x="0" y="150"/>
                      </a:lnTo>
                      <a:lnTo>
                        <a:pt x="81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5" name="Freeform: Shape 154">
                  <a:extLst>
                    <a:ext uri="{FF2B5EF4-FFF2-40B4-BE49-F238E27FC236}">
                      <a16:creationId xmlns:a16="http://schemas.microsoft.com/office/drawing/2014/main" id="{35C8B34C-25C6-E904-C0AB-274941CC9C0E}"/>
                    </a:ext>
                  </a:extLst>
                </p:cNvPr>
                <p:cNvSpPr/>
                <p:nvPr/>
              </p:nvSpPr>
              <p:spPr>
                <a:xfrm>
                  <a:off x="9103638" y="6972769"/>
                  <a:ext cx="1389" cy="3194"/>
                </a:xfrm>
                <a:custGeom>
                  <a:avLst/>
                  <a:gdLst>
                    <a:gd name="connsiteX0" fmla="*/ 1053 w 1389"/>
                    <a:gd name="connsiteY0" fmla="*/ 0 h 3194"/>
                    <a:gd name="connsiteX1" fmla="*/ 1389 w 1389"/>
                    <a:gd name="connsiteY1" fmla="*/ 3195 h 3194"/>
                    <a:gd name="connsiteX2" fmla="*/ 0 w 1389"/>
                    <a:gd name="connsiteY2" fmla="*/ 47 h 3194"/>
                    <a:gd name="connsiteX3" fmla="*/ 1053 w 1389"/>
                    <a:gd name="connsiteY3" fmla="*/ 0 h 3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9" h="3194">
                      <a:moveTo>
                        <a:pt x="1053" y="0"/>
                      </a:moveTo>
                      <a:lnTo>
                        <a:pt x="1389" y="3195"/>
                      </a:lnTo>
                      <a:lnTo>
                        <a:pt x="0" y="47"/>
                      </a:lnTo>
                      <a:lnTo>
                        <a:pt x="1053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6" name="Freeform: Shape 155">
                  <a:extLst>
                    <a:ext uri="{FF2B5EF4-FFF2-40B4-BE49-F238E27FC236}">
                      <a16:creationId xmlns:a16="http://schemas.microsoft.com/office/drawing/2014/main" id="{4FFF4570-D6A8-277F-4B66-D51B209AA953}"/>
                    </a:ext>
                  </a:extLst>
                </p:cNvPr>
                <p:cNvSpPr/>
                <p:nvPr/>
              </p:nvSpPr>
              <p:spPr>
                <a:xfrm>
                  <a:off x="9230741" y="6697460"/>
                  <a:ext cx="3484" cy="2917"/>
                </a:xfrm>
                <a:custGeom>
                  <a:avLst/>
                  <a:gdLst>
                    <a:gd name="connsiteX0" fmla="*/ 2871 w 3484"/>
                    <a:gd name="connsiteY0" fmla="*/ 1505 h 2917"/>
                    <a:gd name="connsiteX1" fmla="*/ 3484 w 3484"/>
                    <a:gd name="connsiteY1" fmla="*/ 2917 h 2917"/>
                    <a:gd name="connsiteX2" fmla="*/ 0 w 3484"/>
                    <a:gd name="connsiteY2" fmla="*/ 0 h 2917"/>
                    <a:gd name="connsiteX3" fmla="*/ 2848 w 3484"/>
                    <a:gd name="connsiteY3" fmla="*/ 1447 h 2917"/>
                    <a:gd name="connsiteX4" fmla="*/ 2871 w 3484"/>
                    <a:gd name="connsiteY4" fmla="*/ 1505 h 2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4" h="2917">
                      <a:moveTo>
                        <a:pt x="2871" y="1505"/>
                      </a:moveTo>
                      <a:lnTo>
                        <a:pt x="3484" y="2917"/>
                      </a:lnTo>
                      <a:lnTo>
                        <a:pt x="0" y="0"/>
                      </a:lnTo>
                      <a:lnTo>
                        <a:pt x="2848" y="1447"/>
                      </a:lnTo>
                      <a:lnTo>
                        <a:pt x="2871" y="1505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7" name="Freeform: Shape 156">
                  <a:extLst>
                    <a:ext uri="{FF2B5EF4-FFF2-40B4-BE49-F238E27FC236}">
                      <a16:creationId xmlns:a16="http://schemas.microsoft.com/office/drawing/2014/main" id="{C84CE3E8-8F22-F32E-F683-3068D2A1C46B}"/>
                    </a:ext>
                  </a:extLst>
                </p:cNvPr>
                <p:cNvSpPr/>
                <p:nvPr/>
              </p:nvSpPr>
              <p:spPr>
                <a:xfrm>
                  <a:off x="9563906" y="7264470"/>
                  <a:ext cx="1574" cy="3113"/>
                </a:xfrm>
                <a:custGeom>
                  <a:avLst/>
                  <a:gdLst>
                    <a:gd name="connsiteX0" fmla="*/ 857 w 1574"/>
                    <a:gd name="connsiteY0" fmla="*/ 254 h 3113"/>
                    <a:gd name="connsiteX1" fmla="*/ 1575 w 1574"/>
                    <a:gd name="connsiteY1" fmla="*/ 3114 h 3113"/>
                    <a:gd name="connsiteX2" fmla="*/ 834 w 1574"/>
                    <a:gd name="connsiteY2" fmla="*/ 2106 h 3113"/>
                    <a:gd name="connsiteX3" fmla="*/ 0 w 1574"/>
                    <a:gd name="connsiteY3" fmla="*/ 996 h 3113"/>
                    <a:gd name="connsiteX4" fmla="*/ 799 w 1574"/>
                    <a:gd name="connsiteY4" fmla="*/ 0 h 3113"/>
                    <a:gd name="connsiteX5" fmla="*/ 857 w 1574"/>
                    <a:gd name="connsiteY5" fmla="*/ 254 h 31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74" h="3113">
                      <a:moveTo>
                        <a:pt x="857" y="254"/>
                      </a:moveTo>
                      <a:lnTo>
                        <a:pt x="1575" y="3114"/>
                      </a:lnTo>
                      <a:lnTo>
                        <a:pt x="834" y="2106"/>
                      </a:lnTo>
                      <a:lnTo>
                        <a:pt x="0" y="996"/>
                      </a:lnTo>
                      <a:lnTo>
                        <a:pt x="799" y="0"/>
                      </a:lnTo>
                      <a:lnTo>
                        <a:pt x="857" y="254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8" name="Freeform: Shape 157">
                  <a:extLst>
                    <a:ext uri="{FF2B5EF4-FFF2-40B4-BE49-F238E27FC236}">
                      <a16:creationId xmlns:a16="http://schemas.microsoft.com/office/drawing/2014/main" id="{D61BF07B-2900-81F8-AEF0-00A44850646B}"/>
                    </a:ext>
                  </a:extLst>
                </p:cNvPr>
                <p:cNvSpPr/>
                <p:nvPr/>
              </p:nvSpPr>
              <p:spPr>
                <a:xfrm>
                  <a:off x="8557441" y="7483393"/>
                  <a:ext cx="2187" cy="1412"/>
                </a:xfrm>
                <a:custGeom>
                  <a:avLst/>
                  <a:gdLst>
                    <a:gd name="connsiteX0" fmla="*/ 2188 w 2187"/>
                    <a:gd name="connsiteY0" fmla="*/ 1296 h 1412"/>
                    <a:gd name="connsiteX1" fmla="*/ 984 w 2187"/>
                    <a:gd name="connsiteY1" fmla="*/ 1412 h 1412"/>
                    <a:gd name="connsiteX2" fmla="*/ 0 w 2187"/>
                    <a:gd name="connsiteY2" fmla="*/ 1284 h 1412"/>
                    <a:gd name="connsiteX3" fmla="*/ 602 w 2187"/>
                    <a:gd name="connsiteY3" fmla="*/ 0 h 1412"/>
                    <a:gd name="connsiteX4" fmla="*/ 2188 w 2187"/>
                    <a:gd name="connsiteY4" fmla="*/ 1296 h 14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87" h="1412">
                      <a:moveTo>
                        <a:pt x="2188" y="1296"/>
                      </a:moveTo>
                      <a:lnTo>
                        <a:pt x="984" y="1412"/>
                      </a:lnTo>
                      <a:lnTo>
                        <a:pt x="0" y="1284"/>
                      </a:lnTo>
                      <a:lnTo>
                        <a:pt x="602" y="0"/>
                      </a:lnTo>
                      <a:lnTo>
                        <a:pt x="2188" y="1296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9" name="Freeform: Shape 158">
                  <a:extLst>
                    <a:ext uri="{FF2B5EF4-FFF2-40B4-BE49-F238E27FC236}">
                      <a16:creationId xmlns:a16="http://schemas.microsoft.com/office/drawing/2014/main" id="{009319E8-9495-8251-5DFB-60D38E7F440B}"/>
                    </a:ext>
                  </a:extLst>
                </p:cNvPr>
                <p:cNvSpPr/>
                <p:nvPr/>
              </p:nvSpPr>
              <p:spPr>
                <a:xfrm>
                  <a:off x="8410173" y="7364937"/>
                  <a:ext cx="2303" cy="2188"/>
                </a:xfrm>
                <a:custGeom>
                  <a:avLst/>
                  <a:gdLst>
                    <a:gd name="connsiteX0" fmla="*/ 1123 w 2303"/>
                    <a:gd name="connsiteY0" fmla="*/ 0 h 2188"/>
                    <a:gd name="connsiteX1" fmla="*/ 2304 w 2303"/>
                    <a:gd name="connsiteY1" fmla="*/ 2188 h 2188"/>
                    <a:gd name="connsiteX2" fmla="*/ 0 w 2303"/>
                    <a:gd name="connsiteY2" fmla="*/ 290 h 2188"/>
                    <a:gd name="connsiteX3" fmla="*/ 1123 w 2303"/>
                    <a:gd name="connsiteY3" fmla="*/ 0 h 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03" h="2188">
                      <a:moveTo>
                        <a:pt x="1123" y="0"/>
                      </a:moveTo>
                      <a:lnTo>
                        <a:pt x="2304" y="2188"/>
                      </a:lnTo>
                      <a:lnTo>
                        <a:pt x="0" y="290"/>
                      </a:lnTo>
                      <a:lnTo>
                        <a:pt x="1123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0" name="Freeform: Shape 159">
                  <a:extLst>
                    <a:ext uri="{FF2B5EF4-FFF2-40B4-BE49-F238E27FC236}">
                      <a16:creationId xmlns:a16="http://schemas.microsoft.com/office/drawing/2014/main" id="{707A0A5F-A2F9-CC1A-FD54-F2EB971F6E5A}"/>
                    </a:ext>
                  </a:extLst>
                </p:cNvPr>
                <p:cNvSpPr/>
                <p:nvPr/>
              </p:nvSpPr>
              <p:spPr>
                <a:xfrm>
                  <a:off x="8763596" y="7523110"/>
                  <a:ext cx="1655" cy="1910"/>
                </a:xfrm>
                <a:custGeom>
                  <a:avLst/>
                  <a:gdLst>
                    <a:gd name="connsiteX0" fmla="*/ 1655 w 1655"/>
                    <a:gd name="connsiteY0" fmla="*/ 1320 h 1910"/>
                    <a:gd name="connsiteX1" fmla="*/ 0 w 1655"/>
                    <a:gd name="connsiteY1" fmla="*/ 1910 h 1910"/>
                    <a:gd name="connsiteX2" fmla="*/ 695 w 1655"/>
                    <a:gd name="connsiteY2" fmla="*/ 0 h 1910"/>
                    <a:gd name="connsiteX3" fmla="*/ 1655 w 1655"/>
                    <a:gd name="connsiteY3" fmla="*/ 1320 h 1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55" h="1910">
                      <a:moveTo>
                        <a:pt x="1655" y="1320"/>
                      </a:moveTo>
                      <a:lnTo>
                        <a:pt x="0" y="1910"/>
                      </a:lnTo>
                      <a:lnTo>
                        <a:pt x="695" y="0"/>
                      </a:lnTo>
                      <a:lnTo>
                        <a:pt x="1655" y="132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1" name="Freeform: Shape 160">
                  <a:extLst>
                    <a:ext uri="{FF2B5EF4-FFF2-40B4-BE49-F238E27FC236}">
                      <a16:creationId xmlns:a16="http://schemas.microsoft.com/office/drawing/2014/main" id="{B2302AD0-A3C8-BEDA-5121-2D288EB77481}"/>
                    </a:ext>
                  </a:extLst>
                </p:cNvPr>
                <p:cNvSpPr/>
                <p:nvPr/>
              </p:nvSpPr>
              <p:spPr>
                <a:xfrm>
                  <a:off x="8668987" y="7489216"/>
                  <a:ext cx="6586" cy="821"/>
                </a:xfrm>
                <a:custGeom>
                  <a:avLst/>
                  <a:gdLst>
                    <a:gd name="connsiteX0" fmla="*/ 6587 w 6586"/>
                    <a:gd name="connsiteY0" fmla="*/ 579 h 821"/>
                    <a:gd name="connsiteX1" fmla="*/ 5036 w 6586"/>
                    <a:gd name="connsiteY1" fmla="*/ 822 h 821"/>
                    <a:gd name="connsiteX2" fmla="*/ 0 w 6586"/>
                    <a:gd name="connsiteY2" fmla="*/ 0 h 821"/>
                    <a:gd name="connsiteX3" fmla="*/ 6587 w 6586"/>
                    <a:gd name="connsiteY3" fmla="*/ 579 h 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86" h="821">
                      <a:moveTo>
                        <a:pt x="6587" y="579"/>
                      </a:moveTo>
                      <a:lnTo>
                        <a:pt x="5036" y="822"/>
                      </a:lnTo>
                      <a:lnTo>
                        <a:pt x="0" y="0"/>
                      </a:lnTo>
                      <a:lnTo>
                        <a:pt x="6587" y="579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2" name="Freeform: Shape 161">
                  <a:extLst>
                    <a:ext uri="{FF2B5EF4-FFF2-40B4-BE49-F238E27FC236}">
                      <a16:creationId xmlns:a16="http://schemas.microsoft.com/office/drawing/2014/main" id="{B4466AF8-40FB-601A-7695-069129DC7E49}"/>
                    </a:ext>
                  </a:extLst>
                </p:cNvPr>
                <p:cNvSpPr/>
                <p:nvPr/>
              </p:nvSpPr>
              <p:spPr>
                <a:xfrm>
                  <a:off x="9478465" y="7295459"/>
                  <a:ext cx="1192" cy="2083"/>
                </a:xfrm>
                <a:custGeom>
                  <a:avLst/>
                  <a:gdLst>
                    <a:gd name="connsiteX0" fmla="*/ 602 w 1192"/>
                    <a:gd name="connsiteY0" fmla="*/ 1123 h 2083"/>
                    <a:gd name="connsiteX1" fmla="*/ 81 w 1192"/>
                    <a:gd name="connsiteY1" fmla="*/ 2084 h 2083"/>
                    <a:gd name="connsiteX2" fmla="*/ 0 w 1192"/>
                    <a:gd name="connsiteY2" fmla="*/ 0 h 2083"/>
                    <a:gd name="connsiteX3" fmla="*/ 602 w 1192"/>
                    <a:gd name="connsiteY3" fmla="*/ 11 h 2083"/>
                    <a:gd name="connsiteX4" fmla="*/ 1192 w 1192"/>
                    <a:gd name="connsiteY4" fmla="*/ 35 h 2083"/>
                    <a:gd name="connsiteX5" fmla="*/ 602 w 1192"/>
                    <a:gd name="connsiteY5" fmla="*/ 1123 h 2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92" h="2083">
                      <a:moveTo>
                        <a:pt x="602" y="1123"/>
                      </a:moveTo>
                      <a:lnTo>
                        <a:pt x="81" y="2084"/>
                      </a:lnTo>
                      <a:lnTo>
                        <a:pt x="0" y="0"/>
                      </a:lnTo>
                      <a:lnTo>
                        <a:pt x="602" y="11"/>
                      </a:lnTo>
                      <a:lnTo>
                        <a:pt x="1192" y="35"/>
                      </a:lnTo>
                      <a:lnTo>
                        <a:pt x="602" y="1123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3" name="Freeform: Shape 162">
                  <a:extLst>
                    <a:ext uri="{FF2B5EF4-FFF2-40B4-BE49-F238E27FC236}">
                      <a16:creationId xmlns:a16="http://schemas.microsoft.com/office/drawing/2014/main" id="{A8E4AAC6-0046-566F-1212-BFA0F7E39C63}"/>
                    </a:ext>
                  </a:extLst>
                </p:cNvPr>
                <p:cNvSpPr/>
                <p:nvPr/>
              </p:nvSpPr>
              <p:spPr>
                <a:xfrm>
                  <a:off x="8165158" y="7597126"/>
                  <a:ext cx="1319" cy="1712"/>
                </a:xfrm>
                <a:custGeom>
                  <a:avLst/>
                  <a:gdLst>
                    <a:gd name="connsiteX0" fmla="*/ 70 w 1319"/>
                    <a:gd name="connsiteY0" fmla="*/ 1701 h 1712"/>
                    <a:gd name="connsiteX1" fmla="*/ 0 w 1319"/>
                    <a:gd name="connsiteY1" fmla="*/ 1713 h 1712"/>
                    <a:gd name="connsiteX2" fmla="*/ 208 w 1319"/>
                    <a:gd name="connsiteY2" fmla="*/ 185 h 1712"/>
                    <a:gd name="connsiteX3" fmla="*/ 278 w 1319"/>
                    <a:gd name="connsiteY3" fmla="*/ 0 h 1712"/>
                    <a:gd name="connsiteX4" fmla="*/ 1320 w 1319"/>
                    <a:gd name="connsiteY4" fmla="*/ 764 h 1712"/>
                    <a:gd name="connsiteX5" fmla="*/ 70 w 1319"/>
                    <a:gd name="connsiteY5" fmla="*/ 1701 h 1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19" h="1712">
                      <a:moveTo>
                        <a:pt x="70" y="1701"/>
                      </a:moveTo>
                      <a:lnTo>
                        <a:pt x="0" y="1713"/>
                      </a:lnTo>
                      <a:lnTo>
                        <a:pt x="208" y="185"/>
                      </a:lnTo>
                      <a:lnTo>
                        <a:pt x="278" y="0"/>
                      </a:lnTo>
                      <a:lnTo>
                        <a:pt x="1320" y="764"/>
                      </a:lnTo>
                      <a:lnTo>
                        <a:pt x="70" y="1701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0B94DB8E-2211-1BF9-F873-7E533BFDFDA9}"/>
                    </a:ext>
                  </a:extLst>
                </p:cNvPr>
                <p:cNvSpPr/>
                <p:nvPr/>
              </p:nvSpPr>
              <p:spPr>
                <a:xfrm>
                  <a:off x="7861615" y="7682162"/>
                  <a:ext cx="1111" cy="2743"/>
                </a:xfrm>
                <a:custGeom>
                  <a:avLst/>
                  <a:gdLst>
                    <a:gd name="connsiteX0" fmla="*/ 521 w 1111"/>
                    <a:gd name="connsiteY0" fmla="*/ 1309 h 2743"/>
                    <a:gd name="connsiteX1" fmla="*/ 1111 w 1111"/>
                    <a:gd name="connsiteY1" fmla="*/ 2743 h 2743"/>
                    <a:gd name="connsiteX2" fmla="*/ 0 w 1111"/>
                    <a:gd name="connsiteY2" fmla="*/ 1019 h 2743"/>
                    <a:gd name="connsiteX3" fmla="*/ 776 w 1111"/>
                    <a:gd name="connsiteY3" fmla="*/ 0 h 2743"/>
                    <a:gd name="connsiteX4" fmla="*/ 984 w 1111"/>
                    <a:gd name="connsiteY4" fmla="*/ 961 h 2743"/>
                    <a:gd name="connsiteX5" fmla="*/ 521 w 1111"/>
                    <a:gd name="connsiteY5" fmla="*/ 1309 h 2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11" h="2743">
                      <a:moveTo>
                        <a:pt x="521" y="1309"/>
                      </a:moveTo>
                      <a:lnTo>
                        <a:pt x="1111" y="2743"/>
                      </a:lnTo>
                      <a:lnTo>
                        <a:pt x="0" y="1019"/>
                      </a:lnTo>
                      <a:lnTo>
                        <a:pt x="776" y="0"/>
                      </a:lnTo>
                      <a:lnTo>
                        <a:pt x="984" y="961"/>
                      </a:lnTo>
                      <a:lnTo>
                        <a:pt x="521" y="1309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D71AD386-5081-39BF-61C7-3FB2C2F23746}"/>
                    </a:ext>
                  </a:extLst>
                </p:cNvPr>
                <p:cNvSpPr/>
                <p:nvPr/>
              </p:nvSpPr>
              <p:spPr>
                <a:xfrm>
                  <a:off x="7822420" y="7675124"/>
                  <a:ext cx="902" cy="1898"/>
                </a:xfrm>
                <a:custGeom>
                  <a:avLst/>
                  <a:gdLst>
                    <a:gd name="connsiteX0" fmla="*/ 718 w 902"/>
                    <a:gd name="connsiteY0" fmla="*/ 0 h 1898"/>
                    <a:gd name="connsiteX1" fmla="*/ 903 w 902"/>
                    <a:gd name="connsiteY1" fmla="*/ 1898 h 1898"/>
                    <a:gd name="connsiteX2" fmla="*/ 382 w 902"/>
                    <a:gd name="connsiteY2" fmla="*/ 1493 h 1898"/>
                    <a:gd name="connsiteX3" fmla="*/ 0 w 902"/>
                    <a:gd name="connsiteY3" fmla="*/ 996 h 1898"/>
                    <a:gd name="connsiteX4" fmla="*/ 718 w 902"/>
                    <a:gd name="connsiteY4" fmla="*/ 0 h 18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2" h="1898">
                      <a:moveTo>
                        <a:pt x="718" y="0"/>
                      </a:moveTo>
                      <a:lnTo>
                        <a:pt x="903" y="1898"/>
                      </a:lnTo>
                      <a:lnTo>
                        <a:pt x="382" y="1493"/>
                      </a:lnTo>
                      <a:lnTo>
                        <a:pt x="0" y="996"/>
                      </a:lnTo>
                      <a:lnTo>
                        <a:pt x="718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4A8C7EF4-9B65-F403-3D94-63F89884959A}"/>
                    </a:ext>
                  </a:extLst>
                </p:cNvPr>
                <p:cNvSpPr/>
                <p:nvPr/>
              </p:nvSpPr>
              <p:spPr>
                <a:xfrm>
                  <a:off x="9475964" y="7294972"/>
                  <a:ext cx="1886" cy="868"/>
                </a:xfrm>
                <a:custGeom>
                  <a:avLst/>
                  <a:gdLst>
                    <a:gd name="connsiteX0" fmla="*/ 1887 w 1886"/>
                    <a:gd name="connsiteY0" fmla="*/ 0 h 868"/>
                    <a:gd name="connsiteX1" fmla="*/ 1678 w 1886"/>
                    <a:gd name="connsiteY1" fmla="*/ 868 h 868"/>
                    <a:gd name="connsiteX2" fmla="*/ 0 w 1886"/>
                    <a:gd name="connsiteY2" fmla="*/ 359 h 868"/>
                    <a:gd name="connsiteX3" fmla="*/ 1887 w 1886"/>
                    <a:gd name="connsiteY3" fmla="*/ 0 h 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86" h="868">
                      <a:moveTo>
                        <a:pt x="1887" y="0"/>
                      </a:moveTo>
                      <a:lnTo>
                        <a:pt x="1678" y="868"/>
                      </a:lnTo>
                      <a:lnTo>
                        <a:pt x="0" y="359"/>
                      </a:lnTo>
                      <a:lnTo>
                        <a:pt x="1887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7" name="Freeform: Shape 166">
                  <a:extLst>
                    <a:ext uri="{FF2B5EF4-FFF2-40B4-BE49-F238E27FC236}">
                      <a16:creationId xmlns:a16="http://schemas.microsoft.com/office/drawing/2014/main" id="{AB0174B6-D324-17D1-1720-1C00F7F865DA}"/>
                    </a:ext>
                  </a:extLst>
                </p:cNvPr>
                <p:cNvSpPr/>
                <p:nvPr/>
              </p:nvSpPr>
              <p:spPr>
                <a:xfrm>
                  <a:off x="9478280" y="7265963"/>
                  <a:ext cx="1365" cy="1852"/>
                </a:xfrm>
                <a:custGeom>
                  <a:avLst/>
                  <a:gdLst>
                    <a:gd name="connsiteX0" fmla="*/ 787 w 1365"/>
                    <a:gd name="connsiteY0" fmla="*/ 1516 h 1852"/>
                    <a:gd name="connsiteX1" fmla="*/ 0 w 1365"/>
                    <a:gd name="connsiteY1" fmla="*/ 1853 h 1852"/>
                    <a:gd name="connsiteX2" fmla="*/ 787 w 1365"/>
                    <a:gd name="connsiteY2" fmla="*/ 787 h 1852"/>
                    <a:gd name="connsiteX3" fmla="*/ 1366 w 1365"/>
                    <a:gd name="connsiteY3" fmla="*/ 0 h 1852"/>
                    <a:gd name="connsiteX4" fmla="*/ 1134 w 1365"/>
                    <a:gd name="connsiteY4" fmla="*/ 1354 h 1852"/>
                    <a:gd name="connsiteX5" fmla="*/ 787 w 1365"/>
                    <a:gd name="connsiteY5" fmla="*/ 1516 h 1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65" h="1852">
                      <a:moveTo>
                        <a:pt x="787" y="1516"/>
                      </a:moveTo>
                      <a:lnTo>
                        <a:pt x="0" y="1853"/>
                      </a:lnTo>
                      <a:lnTo>
                        <a:pt x="787" y="787"/>
                      </a:lnTo>
                      <a:lnTo>
                        <a:pt x="1366" y="0"/>
                      </a:lnTo>
                      <a:lnTo>
                        <a:pt x="1134" y="1354"/>
                      </a:lnTo>
                      <a:lnTo>
                        <a:pt x="787" y="1516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8" name="Freeform: Shape 167">
                  <a:extLst>
                    <a:ext uri="{FF2B5EF4-FFF2-40B4-BE49-F238E27FC236}">
                      <a16:creationId xmlns:a16="http://schemas.microsoft.com/office/drawing/2014/main" id="{EF56F356-92BE-1A5A-018D-E3DE5C2D31DB}"/>
                    </a:ext>
                  </a:extLst>
                </p:cNvPr>
                <p:cNvSpPr/>
                <p:nvPr/>
              </p:nvSpPr>
              <p:spPr>
                <a:xfrm>
                  <a:off x="8686084" y="7504877"/>
                  <a:ext cx="1400" cy="1053"/>
                </a:xfrm>
                <a:custGeom>
                  <a:avLst/>
                  <a:gdLst>
                    <a:gd name="connsiteX0" fmla="*/ 1401 w 1400"/>
                    <a:gd name="connsiteY0" fmla="*/ 892 h 1053"/>
                    <a:gd name="connsiteX1" fmla="*/ 0 w 1400"/>
                    <a:gd name="connsiteY1" fmla="*/ 1053 h 1053"/>
                    <a:gd name="connsiteX2" fmla="*/ 926 w 1400"/>
                    <a:gd name="connsiteY2" fmla="*/ 0 h 1053"/>
                    <a:gd name="connsiteX3" fmla="*/ 1401 w 1400"/>
                    <a:gd name="connsiteY3" fmla="*/ 892 h 10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00" h="1053">
                      <a:moveTo>
                        <a:pt x="1401" y="892"/>
                      </a:moveTo>
                      <a:lnTo>
                        <a:pt x="0" y="1053"/>
                      </a:lnTo>
                      <a:lnTo>
                        <a:pt x="926" y="0"/>
                      </a:lnTo>
                      <a:lnTo>
                        <a:pt x="1401" y="892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9" name="Freeform: Shape 168">
                  <a:extLst>
                    <a:ext uri="{FF2B5EF4-FFF2-40B4-BE49-F238E27FC236}">
                      <a16:creationId xmlns:a16="http://schemas.microsoft.com/office/drawing/2014/main" id="{37300637-8FC7-AF65-2420-EDEF077590BA}"/>
                    </a:ext>
                  </a:extLst>
                </p:cNvPr>
                <p:cNvSpPr/>
                <p:nvPr/>
              </p:nvSpPr>
              <p:spPr>
                <a:xfrm>
                  <a:off x="7807660" y="7724009"/>
                  <a:ext cx="1238" cy="1168"/>
                </a:xfrm>
                <a:custGeom>
                  <a:avLst/>
                  <a:gdLst>
                    <a:gd name="connsiteX0" fmla="*/ 1239 w 1238"/>
                    <a:gd name="connsiteY0" fmla="*/ 0 h 1168"/>
                    <a:gd name="connsiteX1" fmla="*/ 359 w 1238"/>
                    <a:gd name="connsiteY1" fmla="*/ 1169 h 1168"/>
                    <a:gd name="connsiteX2" fmla="*/ 0 w 1238"/>
                    <a:gd name="connsiteY2" fmla="*/ 382 h 1168"/>
                    <a:gd name="connsiteX3" fmla="*/ 1239 w 1238"/>
                    <a:gd name="connsiteY3" fmla="*/ 0 h 11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38" h="1168">
                      <a:moveTo>
                        <a:pt x="1239" y="0"/>
                      </a:moveTo>
                      <a:lnTo>
                        <a:pt x="359" y="1169"/>
                      </a:lnTo>
                      <a:lnTo>
                        <a:pt x="0" y="382"/>
                      </a:lnTo>
                      <a:lnTo>
                        <a:pt x="1239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70" name="Freeform: Shape 169">
                  <a:extLst>
                    <a:ext uri="{FF2B5EF4-FFF2-40B4-BE49-F238E27FC236}">
                      <a16:creationId xmlns:a16="http://schemas.microsoft.com/office/drawing/2014/main" id="{4B4508AC-0055-9586-FDBB-BF78330FD541}"/>
                    </a:ext>
                  </a:extLst>
                </p:cNvPr>
                <p:cNvSpPr/>
                <p:nvPr/>
              </p:nvSpPr>
              <p:spPr>
                <a:xfrm>
                  <a:off x="9103626" y="6969378"/>
                  <a:ext cx="1203" cy="1550"/>
                </a:xfrm>
                <a:custGeom>
                  <a:avLst/>
                  <a:gdLst>
                    <a:gd name="connsiteX0" fmla="*/ 12 w 1203"/>
                    <a:gd name="connsiteY0" fmla="*/ 0 h 1550"/>
                    <a:gd name="connsiteX1" fmla="*/ 1204 w 1203"/>
                    <a:gd name="connsiteY1" fmla="*/ 1551 h 1550"/>
                    <a:gd name="connsiteX2" fmla="*/ 0 w 1203"/>
                    <a:gd name="connsiteY2" fmla="*/ 903 h 1550"/>
                    <a:gd name="connsiteX3" fmla="*/ 12 w 1203"/>
                    <a:gd name="connsiteY3" fmla="*/ 0 h 1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3" h="1550">
                      <a:moveTo>
                        <a:pt x="12" y="0"/>
                      </a:moveTo>
                      <a:lnTo>
                        <a:pt x="1204" y="1551"/>
                      </a:lnTo>
                      <a:lnTo>
                        <a:pt x="0" y="903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71" name="Freeform: Shape 170">
                  <a:extLst>
                    <a:ext uri="{FF2B5EF4-FFF2-40B4-BE49-F238E27FC236}">
                      <a16:creationId xmlns:a16="http://schemas.microsoft.com/office/drawing/2014/main" id="{E1EB3CA5-5F78-508F-48A1-DA5C70EDDFE4}"/>
                    </a:ext>
                  </a:extLst>
                </p:cNvPr>
                <p:cNvSpPr/>
                <p:nvPr/>
              </p:nvSpPr>
              <p:spPr>
                <a:xfrm>
                  <a:off x="9476462" y="7296477"/>
                  <a:ext cx="1157" cy="1956"/>
                </a:xfrm>
                <a:custGeom>
                  <a:avLst/>
                  <a:gdLst>
                    <a:gd name="connsiteX0" fmla="*/ 463 w 1157"/>
                    <a:gd name="connsiteY0" fmla="*/ 0 h 1956"/>
                    <a:gd name="connsiteX1" fmla="*/ 1158 w 1157"/>
                    <a:gd name="connsiteY1" fmla="*/ 1956 h 1956"/>
                    <a:gd name="connsiteX2" fmla="*/ 0 w 1157"/>
                    <a:gd name="connsiteY2" fmla="*/ 70 h 1956"/>
                    <a:gd name="connsiteX3" fmla="*/ 463 w 1157"/>
                    <a:gd name="connsiteY3" fmla="*/ 0 h 1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7" h="1956">
                      <a:moveTo>
                        <a:pt x="463" y="0"/>
                      </a:moveTo>
                      <a:lnTo>
                        <a:pt x="1158" y="1956"/>
                      </a:lnTo>
                      <a:lnTo>
                        <a:pt x="0" y="70"/>
                      </a:lnTo>
                      <a:lnTo>
                        <a:pt x="463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72" name="Freeform: Shape 171">
                  <a:extLst>
                    <a:ext uri="{FF2B5EF4-FFF2-40B4-BE49-F238E27FC236}">
                      <a16:creationId xmlns:a16="http://schemas.microsoft.com/office/drawing/2014/main" id="{072D23E2-3F67-BFD4-0A36-A4891F4828ED}"/>
                    </a:ext>
                  </a:extLst>
                </p:cNvPr>
                <p:cNvSpPr/>
                <p:nvPr/>
              </p:nvSpPr>
              <p:spPr>
                <a:xfrm>
                  <a:off x="7841601" y="7662009"/>
                  <a:ext cx="694" cy="1273"/>
                </a:xfrm>
                <a:custGeom>
                  <a:avLst/>
                  <a:gdLst>
                    <a:gd name="connsiteX0" fmla="*/ 695 w 694"/>
                    <a:gd name="connsiteY0" fmla="*/ 776 h 1273"/>
                    <a:gd name="connsiteX1" fmla="*/ 46 w 694"/>
                    <a:gd name="connsiteY1" fmla="*/ 1273 h 1273"/>
                    <a:gd name="connsiteX2" fmla="*/ 0 w 694"/>
                    <a:gd name="connsiteY2" fmla="*/ 521 h 1273"/>
                    <a:gd name="connsiteX3" fmla="*/ 46 w 694"/>
                    <a:gd name="connsiteY3" fmla="*/ 0 h 1273"/>
                    <a:gd name="connsiteX4" fmla="*/ 695 w 694"/>
                    <a:gd name="connsiteY4" fmla="*/ 776 h 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" h="1273">
                      <a:moveTo>
                        <a:pt x="695" y="776"/>
                      </a:moveTo>
                      <a:lnTo>
                        <a:pt x="46" y="1273"/>
                      </a:lnTo>
                      <a:lnTo>
                        <a:pt x="0" y="521"/>
                      </a:lnTo>
                      <a:lnTo>
                        <a:pt x="46" y="0"/>
                      </a:lnTo>
                      <a:lnTo>
                        <a:pt x="695" y="776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73" name="Freeform: Shape 172">
                  <a:extLst>
                    <a:ext uri="{FF2B5EF4-FFF2-40B4-BE49-F238E27FC236}">
                      <a16:creationId xmlns:a16="http://schemas.microsoft.com/office/drawing/2014/main" id="{5D9E7449-0F5A-6DE7-AD3D-FDBFA355EAC2}"/>
                    </a:ext>
                  </a:extLst>
                </p:cNvPr>
                <p:cNvSpPr/>
                <p:nvPr/>
              </p:nvSpPr>
              <p:spPr>
                <a:xfrm>
                  <a:off x="9481578" y="7299325"/>
                  <a:ext cx="1285" cy="729"/>
                </a:xfrm>
                <a:custGeom>
                  <a:avLst/>
                  <a:gdLst>
                    <a:gd name="connsiteX0" fmla="*/ 1285 w 1285"/>
                    <a:gd name="connsiteY0" fmla="*/ 602 h 729"/>
                    <a:gd name="connsiteX1" fmla="*/ 0 w 1285"/>
                    <a:gd name="connsiteY1" fmla="*/ 729 h 729"/>
                    <a:gd name="connsiteX2" fmla="*/ 371 w 1285"/>
                    <a:gd name="connsiteY2" fmla="*/ 0 h 729"/>
                    <a:gd name="connsiteX3" fmla="*/ 1285 w 1285"/>
                    <a:gd name="connsiteY3" fmla="*/ 602 h 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5" h="729">
                      <a:moveTo>
                        <a:pt x="1285" y="602"/>
                      </a:moveTo>
                      <a:lnTo>
                        <a:pt x="0" y="729"/>
                      </a:lnTo>
                      <a:lnTo>
                        <a:pt x="371" y="0"/>
                      </a:lnTo>
                      <a:lnTo>
                        <a:pt x="1285" y="602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74" name="Freeform: Shape 173">
                  <a:extLst>
                    <a:ext uri="{FF2B5EF4-FFF2-40B4-BE49-F238E27FC236}">
                      <a16:creationId xmlns:a16="http://schemas.microsoft.com/office/drawing/2014/main" id="{BB5301EA-16EB-749A-2770-B991887BC662}"/>
                    </a:ext>
                  </a:extLst>
                </p:cNvPr>
                <p:cNvSpPr/>
                <p:nvPr/>
              </p:nvSpPr>
              <p:spPr>
                <a:xfrm>
                  <a:off x="8241860" y="7662888"/>
                  <a:ext cx="1238" cy="741"/>
                </a:xfrm>
                <a:custGeom>
                  <a:avLst/>
                  <a:gdLst>
                    <a:gd name="connsiteX0" fmla="*/ 1007 w 1238"/>
                    <a:gd name="connsiteY0" fmla="*/ 0 h 741"/>
                    <a:gd name="connsiteX1" fmla="*/ 1239 w 1238"/>
                    <a:gd name="connsiteY1" fmla="*/ 741 h 741"/>
                    <a:gd name="connsiteX2" fmla="*/ 0 w 1238"/>
                    <a:gd name="connsiteY2" fmla="*/ 428 h 741"/>
                    <a:gd name="connsiteX3" fmla="*/ 1007 w 1238"/>
                    <a:gd name="connsiteY3" fmla="*/ 0 h 7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38" h="741">
                      <a:moveTo>
                        <a:pt x="1007" y="0"/>
                      </a:moveTo>
                      <a:lnTo>
                        <a:pt x="1239" y="741"/>
                      </a:lnTo>
                      <a:lnTo>
                        <a:pt x="0" y="428"/>
                      </a:lnTo>
                      <a:lnTo>
                        <a:pt x="1007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86C6B449-44B5-53D3-DF8A-11B9E9EDAC5A}"/>
                    </a:ext>
                  </a:extLst>
                </p:cNvPr>
                <p:cNvSpPr/>
                <p:nvPr/>
              </p:nvSpPr>
              <p:spPr>
                <a:xfrm>
                  <a:off x="8669346" y="7476367"/>
                  <a:ext cx="1238" cy="821"/>
                </a:xfrm>
                <a:custGeom>
                  <a:avLst/>
                  <a:gdLst>
                    <a:gd name="connsiteX0" fmla="*/ 139 w 1238"/>
                    <a:gd name="connsiteY0" fmla="*/ 0 h 821"/>
                    <a:gd name="connsiteX1" fmla="*/ 1239 w 1238"/>
                    <a:gd name="connsiteY1" fmla="*/ 822 h 821"/>
                    <a:gd name="connsiteX2" fmla="*/ 81 w 1238"/>
                    <a:gd name="connsiteY2" fmla="*/ 521 h 821"/>
                    <a:gd name="connsiteX3" fmla="*/ 0 w 1238"/>
                    <a:gd name="connsiteY3" fmla="*/ 289 h 821"/>
                    <a:gd name="connsiteX4" fmla="*/ 139 w 1238"/>
                    <a:gd name="connsiteY4" fmla="*/ 0 h 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" h="821">
                      <a:moveTo>
                        <a:pt x="139" y="0"/>
                      </a:moveTo>
                      <a:lnTo>
                        <a:pt x="1239" y="822"/>
                      </a:lnTo>
                      <a:lnTo>
                        <a:pt x="81" y="521"/>
                      </a:lnTo>
                      <a:lnTo>
                        <a:pt x="0" y="289"/>
                      </a:lnTo>
                      <a:lnTo>
                        <a:pt x="139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76" name="Freeform: Shape 175">
                  <a:extLst>
                    <a:ext uri="{FF2B5EF4-FFF2-40B4-BE49-F238E27FC236}">
                      <a16:creationId xmlns:a16="http://schemas.microsoft.com/office/drawing/2014/main" id="{29D6C9C0-9371-7B95-C9B5-DCB26D9E6A22}"/>
                    </a:ext>
                  </a:extLst>
                </p:cNvPr>
                <p:cNvSpPr/>
                <p:nvPr/>
              </p:nvSpPr>
              <p:spPr>
                <a:xfrm>
                  <a:off x="9451794" y="7290388"/>
                  <a:ext cx="752" cy="1134"/>
                </a:xfrm>
                <a:custGeom>
                  <a:avLst/>
                  <a:gdLst>
                    <a:gd name="connsiteX0" fmla="*/ 382 w 752"/>
                    <a:gd name="connsiteY0" fmla="*/ 0 h 1134"/>
                    <a:gd name="connsiteX1" fmla="*/ 752 w 752"/>
                    <a:gd name="connsiteY1" fmla="*/ 1135 h 1134"/>
                    <a:gd name="connsiteX2" fmla="*/ 0 w 752"/>
                    <a:gd name="connsiteY2" fmla="*/ 440 h 1134"/>
                    <a:gd name="connsiteX3" fmla="*/ 382 w 752"/>
                    <a:gd name="connsiteY3" fmla="*/ 0 h 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2" h="1134">
                      <a:moveTo>
                        <a:pt x="382" y="0"/>
                      </a:moveTo>
                      <a:lnTo>
                        <a:pt x="752" y="1135"/>
                      </a:lnTo>
                      <a:lnTo>
                        <a:pt x="0" y="440"/>
                      </a:lnTo>
                      <a:lnTo>
                        <a:pt x="382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77" name="Freeform: Shape 176">
                  <a:extLst>
                    <a:ext uri="{FF2B5EF4-FFF2-40B4-BE49-F238E27FC236}">
                      <a16:creationId xmlns:a16="http://schemas.microsoft.com/office/drawing/2014/main" id="{C8F0091E-E92C-A461-F118-2B03A94425E9}"/>
                    </a:ext>
                  </a:extLst>
                </p:cNvPr>
                <p:cNvSpPr/>
                <p:nvPr/>
              </p:nvSpPr>
              <p:spPr>
                <a:xfrm>
                  <a:off x="7815983" y="7687001"/>
                  <a:ext cx="497" cy="1400"/>
                </a:xfrm>
                <a:custGeom>
                  <a:avLst/>
                  <a:gdLst>
                    <a:gd name="connsiteX0" fmla="*/ 498 w 497"/>
                    <a:gd name="connsiteY0" fmla="*/ 695 h 1400"/>
                    <a:gd name="connsiteX1" fmla="*/ 0 w 497"/>
                    <a:gd name="connsiteY1" fmla="*/ 1400 h 1400"/>
                    <a:gd name="connsiteX2" fmla="*/ 231 w 497"/>
                    <a:gd name="connsiteY2" fmla="*/ 0 h 1400"/>
                    <a:gd name="connsiteX3" fmla="*/ 498 w 497"/>
                    <a:gd name="connsiteY3" fmla="*/ 695 h 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7" h="1400">
                      <a:moveTo>
                        <a:pt x="498" y="695"/>
                      </a:moveTo>
                      <a:lnTo>
                        <a:pt x="0" y="1400"/>
                      </a:lnTo>
                      <a:lnTo>
                        <a:pt x="231" y="0"/>
                      </a:lnTo>
                      <a:lnTo>
                        <a:pt x="498" y="695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78" name="Freeform: Shape 177">
                  <a:extLst>
                    <a:ext uri="{FF2B5EF4-FFF2-40B4-BE49-F238E27FC236}">
                      <a16:creationId xmlns:a16="http://schemas.microsoft.com/office/drawing/2014/main" id="{27CDE9F0-4A11-EEC9-EB75-9B2F559A6695}"/>
                    </a:ext>
                  </a:extLst>
                </p:cNvPr>
                <p:cNvSpPr/>
                <p:nvPr/>
              </p:nvSpPr>
              <p:spPr>
                <a:xfrm>
                  <a:off x="9486962" y="7305634"/>
                  <a:ext cx="891" cy="613"/>
                </a:xfrm>
                <a:custGeom>
                  <a:avLst/>
                  <a:gdLst>
                    <a:gd name="connsiteX0" fmla="*/ 891 w 891"/>
                    <a:gd name="connsiteY0" fmla="*/ 486 h 613"/>
                    <a:gd name="connsiteX1" fmla="*/ 0 w 891"/>
                    <a:gd name="connsiteY1" fmla="*/ 613 h 613"/>
                    <a:gd name="connsiteX2" fmla="*/ 382 w 891"/>
                    <a:gd name="connsiteY2" fmla="*/ 0 h 613"/>
                    <a:gd name="connsiteX3" fmla="*/ 891 w 891"/>
                    <a:gd name="connsiteY3" fmla="*/ 486 h 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91" h="613">
                      <a:moveTo>
                        <a:pt x="891" y="486"/>
                      </a:moveTo>
                      <a:lnTo>
                        <a:pt x="0" y="613"/>
                      </a:lnTo>
                      <a:lnTo>
                        <a:pt x="382" y="0"/>
                      </a:lnTo>
                      <a:lnTo>
                        <a:pt x="891" y="486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79" name="Freeform: Shape 178">
                  <a:extLst>
                    <a:ext uri="{FF2B5EF4-FFF2-40B4-BE49-F238E27FC236}">
                      <a16:creationId xmlns:a16="http://schemas.microsoft.com/office/drawing/2014/main" id="{86B34D6A-1EF4-1EB3-0738-B8A2C33C7649}"/>
                    </a:ext>
                  </a:extLst>
                </p:cNvPr>
                <p:cNvSpPr/>
                <p:nvPr/>
              </p:nvSpPr>
              <p:spPr>
                <a:xfrm>
                  <a:off x="7868434" y="7681202"/>
                  <a:ext cx="914" cy="613"/>
                </a:xfrm>
                <a:custGeom>
                  <a:avLst/>
                  <a:gdLst>
                    <a:gd name="connsiteX0" fmla="*/ 602 w 914"/>
                    <a:gd name="connsiteY0" fmla="*/ 0 h 613"/>
                    <a:gd name="connsiteX1" fmla="*/ 915 w 914"/>
                    <a:gd name="connsiteY1" fmla="*/ 613 h 613"/>
                    <a:gd name="connsiteX2" fmla="*/ 0 w 914"/>
                    <a:gd name="connsiteY2" fmla="*/ 382 h 613"/>
                    <a:gd name="connsiteX3" fmla="*/ 602 w 914"/>
                    <a:gd name="connsiteY3" fmla="*/ 0 h 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4" h="613">
                      <a:moveTo>
                        <a:pt x="602" y="0"/>
                      </a:moveTo>
                      <a:lnTo>
                        <a:pt x="915" y="613"/>
                      </a:lnTo>
                      <a:lnTo>
                        <a:pt x="0" y="382"/>
                      </a:lnTo>
                      <a:lnTo>
                        <a:pt x="602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0" name="Freeform: Shape 179">
                  <a:extLst>
                    <a:ext uri="{FF2B5EF4-FFF2-40B4-BE49-F238E27FC236}">
                      <a16:creationId xmlns:a16="http://schemas.microsoft.com/office/drawing/2014/main" id="{38413AA4-20A2-05B7-7CEA-4D50597C409A}"/>
                    </a:ext>
                  </a:extLst>
                </p:cNvPr>
                <p:cNvSpPr/>
                <p:nvPr/>
              </p:nvSpPr>
              <p:spPr>
                <a:xfrm>
                  <a:off x="7868897" y="7683505"/>
                  <a:ext cx="787" cy="613"/>
                </a:xfrm>
                <a:custGeom>
                  <a:avLst/>
                  <a:gdLst>
                    <a:gd name="connsiteX0" fmla="*/ 787 w 787"/>
                    <a:gd name="connsiteY0" fmla="*/ 0 h 613"/>
                    <a:gd name="connsiteX1" fmla="*/ 625 w 787"/>
                    <a:gd name="connsiteY1" fmla="*/ 613 h 613"/>
                    <a:gd name="connsiteX2" fmla="*/ 0 w 787"/>
                    <a:gd name="connsiteY2" fmla="*/ 185 h 613"/>
                    <a:gd name="connsiteX3" fmla="*/ 787 w 787"/>
                    <a:gd name="connsiteY3" fmla="*/ 0 h 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7" h="613">
                      <a:moveTo>
                        <a:pt x="787" y="0"/>
                      </a:moveTo>
                      <a:lnTo>
                        <a:pt x="625" y="613"/>
                      </a:lnTo>
                      <a:lnTo>
                        <a:pt x="0" y="185"/>
                      </a:lnTo>
                      <a:lnTo>
                        <a:pt x="787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1" name="Freeform: Shape 180">
                  <a:extLst>
                    <a:ext uri="{FF2B5EF4-FFF2-40B4-BE49-F238E27FC236}">
                      <a16:creationId xmlns:a16="http://schemas.microsoft.com/office/drawing/2014/main" id="{A26FADB8-A786-9CBE-F34B-F5E608E666DA}"/>
                    </a:ext>
                  </a:extLst>
                </p:cNvPr>
                <p:cNvSpPr/>
                <p:nvPr/>
              </p:nvSpPr>
              <p:spPr>
                <a:xfrm>
                  <a:off x="7857599" y="7682591"/>
                  <a:ext cx="671" cy="566"/>
                </a:xfrm>
                <a:custGeom>
                  <a:avLst/>
                  <a:gdLst>
                    <a:gd name="connsiteX0" fmla="*/ 509 w 671"/>
                    <a:gd name="connsiteY0" fmla="*/ 0 h 566"/>
                    <a:gd name="connsiteX1" fmla="*/ 671 w 671"/>
                    <a:gd name="connsiteY1" fmla="*/ 567 h 566"/>
                    <a:gd name="connsiteX2" fmla="*/ 0 w 671"/>
                    <a:gd name="connsiteY2" fmla="*/ 486 h 566"/>
                    <a:gd name="connsiteX3" fmla="*/ 220 w 671"/>
                    <a:gd name="connsiteY3" fmla="*/ 173 h 566"/>
                    <a:gd name="connsiteX4" fmla="*/ 509 w 671"/>
                    <a:gd name="connsiteY4" fmla="*/ 0 h 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1" h="566">
                      <a:moveTo>
                        <a:pt x="509" y="0"/>
                      </a:moveTo>
                      <a:lnTo>
                        <a:pt x="671" y="567"/>
                      </a:lnTo>
                      <a:lnTo>
                        <a:pt x="0" y="486"/>
                      </a:lnTo>
                      <a:lnTo>
                        <a:pt x="220" y="173"/>
                      </a:lnTo>
                      <a:lnTo>
                        <a:pt x="509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2" name="Freeform: Shape 181">
                  <a:extLst>
                    <a:ext uri="{FF2B5EF4-FFF2-40B4-BE49-F238E27FC236}">
                      <a16:creationId xmlns:a16="http://schemas.microsoft.com/office/drawing/2014/main" id="{EA99E70D-1FC7-AD0A-ED69-28640CAB3677}"/>
                    </a:ext>
                  </a:extLst>
                </p:cNvPr>
                <p:cNvSpPr/>
                <p:nvPr/>
              </p:nvSpPr>
              <p:spPr>
                <a:xfrm>
                  <a:off x="7812788" y="7726070"/>
                  <a:ext cx="613" cy="671"/>
                </a:xfrm>
                <a:custGeom>
                  <a:avLst/>
                  <a:gdLst>
                    <a:gd name="connsiteX0" fmla="*/ 463 w 613"/>
                    <a:gd name="connsiteY0" fmla="*/ 0 h 671"/>
                    <a:gd name="connsiteX1" fmla="*/ 613 w 613"/>
                    <a:gd name="connsiteY1" fmla="*/ 671 h 671"/>
                    <a:gd name="connsiteX2" fmla="*/ 231 w 613"/>
                    <a:gd name="connsiteY2" fmla="*/ 637 h 671"/>
                    <a:gd name="connsiteX3" fmla="*/ 0 w 613"/>
                    <a:gd name="connsiteY3" fmla="*/ 579 h 671"/>
                    <a:gd name="connsiteX4" fmla="*/ 463 w 613"/>
                    <a:gd name="connsiteY4" fmla="*/ 0 h 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3" h="671">
                      <a:moveTo>
                        <a:pt x="463" y="0"/>
                      </a:moveTo>
                      <a:lnTo>
                        <a:pt x="613" y="671"/>
                      </a:lnTo>
                      <a:lnTo>
                        <a:pt x="231" y="637"/>
                      </a:lnTo>
                      <a:lnTo>
                        <a:pt x="0" y="579"/>
                      </a:lnTo>
                      <a:lnTo>
                        <a:pt x="463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3" name="Freeform: Shape 182">
                  <a:extLst>
                    <a:ext uri="{FF2B5EF4-FFF2-40B4-BE49-F238E27FC236}">
                      <a16:creationId xmlns:a16="http://schemas.microsoft.com/office/drawing/2014/main" id="{61D2BB8E-3B74-C111-1E4E-C3129B7467F7}"/>
                    </a:ext>
                  </a:extLst>
                </p:cNvPr>
                <p:cNvSpPr/>
                <p:nvPr/>
              </p:nvSpPr>
              <p:spPr>
                <a:xfrm>
                  <a:off x="8357121" y="7338359"/>
                  <a:ext cx="891" cy="578"/>
                </a:xfrm>
                <a:custGeom>
                  <a:avLst/>
                  <a:gdLst>
                    <a:gd name="connsiteX0" fmla="*/ 891 w 891"/>
                    <a:gd name="connsiteY0" fmla="*/ 278 h 578"/>
                    <a:gd name="connsiteX1" fmla="*/ 857 w 891"/>
                    <a:gd name="connsiteY1" fmla="*/ 579 h 578"/>
                    <a:gd name="connsiteX2" fmla="*/ 834 w 891"/>
                    <a:gd name="connsiteY2" fmla="*/ 579 h 578"/>
                    <a:gd name="connsiteX3" fmla="*/ 0 w 891"/>
                    <a:gd name="connsiteY3" fmla="*/ 0 h 578"/>
                    <a:gd name="connsiteX4" fmla="*/ 544 w 891"/>
                    <a:gd name="connsiteY4" fmla="*/ 46 h 578"/>
                    <a:gd name="connsiteX5" fmla="*/ 891 w 891"/>
                    <a:gd name="connsiteY5" fmla="*/ 278 h 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91" h="578">
                      <a:moveTo>
                        <a:pt x="891" y="278"/>
                      </a:moveTo>
                      <a:lnTo>
                        <a:pt x="857" y="579"/>
                      </a:lnTo>
                      <a:lnTo>
                        <a:pt x="834" y="579"/>
                      </a:lnTo>
                      <a:lnTo>
                        <a:pt x="0" y="0"/>
                      </a:lnTo>
                      <a:lnTo>
                        <a:pt x="544" y="46"/>
                      </a:lnTo>
                      <a:lnTo>
                        <a:pt x="891" y="278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4" name="Freeform: Shape 183">
                  <a:extLst>
                    <a:ext uri="{FF2B5EF4-FFF2-40B4-BE49-F238E27FC236}">
                      <a16:creationId xmlns:a16="http://schemas.microsoft.com/office/drawing/2014/main" id="{F1D8C7CF-BECD-E5D1-9591-9BD99CF42378}"/>
                    </a:ext>
                  </a:extLst>
                </p:cNvPr>
                <p:cNvSpPr/>
                <p:nvPr/>
              </p:nvSpPr>
              <p:spPr>
                <a:xfrm>
                  <a:off x="8383375" y="7560812"/>
                  <a:ext cx="821" cy="705"/>
                </a:xfrm>
                <a:custGeom>
                  <a:avLst/>
                  <a:gdLst>
                    <a:gd name="connsiteX0" fmla="*/ 822 w 821"/>
                    <a:gd name="connsiteY0" fmla="*/ 0 h 705"/>
                    <a:gd name="connsiteX1" fmla="*/ 104 w 821"/>
                    <a:gd name="connsiteY1" fmla="*/ 706 h 705"/>
                    <a:gd name="connsiteX2" fmla="*/ 0 w 821"/>
                    <a:gd name="connsiteY2" fmla="*/ 266 h 705"/>
                    <a:gd name="connsiteX3" fmla="*/ 822 w 821"/>
                    <a:gd name="connsiteY3" fmla="*/ 0 h 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21" h="705">
                      <a:moveTo>
                        <a:pt x="822" y="0"/>
                      </a:moveTo>
                      <a:lnTo>
                        <a:pt x="104" y="706"/>
                      </a:lnTo>
                      <a:lnTo>
                        <a:pt x="0" y="266"/>
                      </a:lnTo>
                      <a:lnTo>
                        <a:pt x="822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5" name="Freeform: Shape 184">
                  <a:extLst>
                    <a:ext uri="{FF2B5EF4-FFF2-40B4-BE49-F238E27FC236}">
                      <a16:creationId xmlns:a16="http://schemas.microsoft.com/office/drawing/2014/main" id="{1BE7231A-0605-600B-FF9D-28AE492903A9}"/>
                    </a:ext>
                  </a:extLst>
                </p:cNvPr>
                <p:cNvSpPr/>
                <p:nvPr/>
              </p:nvSpPr>
              <p:spPr>
                <a:xfrm>
                  <a:off x="7824932" y="7688784"/>
                  <a:ext cx="474" cy="752"/>
                </a:xfrm>
                <a:custGeom>
                  <a:avLst/>
                  <a:gdLst>
                    <a:gd name="connsiteX0" fmla="*/ 428 w 474"/>
                    <a:gd name="connsiteY0" fmla="*/ 0 h 752"/>
                    <a:gd name="connsiteX1" fmla="*/ 475 w 474"/>
                    <a:gd name="connsiteY1" fmla="*/ 752 h 752"/>
                    <a:gd name="connsiteX2" fmla="*/ 0 w 474"/>
                    <a:gd name="connsiteY2" fmla="*/ 591 h 752"/>
                    <a:gd name="connsiteX3" fmla="*/ 312 w 474"/>
                    <a:gd name="connsiteY3" fmla="*/ 69 h 752"/>
                    <a:gd name="connsiteX4" fmla="*/ 428 w 474"/>
                    <a:gd name="connsiteY4" fmla="*/ 0 h 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4" h="752">
                      <a:moveTo>
                        <a:pt x="428" y="0"/>
                      </a:moveTo>
                      <a:lnTo>
                        <a:pt x="475" y="752"/>
                      </a:lnTo>
                      <a:lnTo>
                        <a:pt x="0" y="591"/>
                      </a:lnTo>
                      <a:lnTo>
                        <a:pt x="312" y="69"/>
                      </a:lnTo>
                      <a:lnTo>
                        <a:pt x="428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6" name="Freeform: Shape 185">
                  <a:extLst>
                    <a:ext uri="{FF2B5EF4-FFF2-40B4-BE49-F238E27FC236}">
                      <a16:creationId xmlns:a16="http://schemas.microsoft.com/office/drawing/2014/main" id="{DA19D8CB-C3AB-18F6-FC3E-E9DDEAC9380D}"/>
                    </a:ext>
                  </a:extLst>
                </p:cNvPr>
                <p:cNvSpPr/>
                <p:nvPr/>
              </p:nvSpPr>
              <p:spPr>
                <a:xfrm>
                  <a:off x="8197501" y="7525610"/>
                  <a:ext cx="1030" cy="474"/>
                </a:xfrm>
                <a:custGeom>
                  <a:avLst/>
                  <a:gdLst>
                    <a:gd name="connsiteX0" fmla="*/ 857 w 1030"/>
                    <a:gd name="connsiteY0" fmla="*/ 150 h 474"/>
                    <a:gd name="connsiteX1" fmla="*/ 475 w 1030"/>
                    <a:gd name="connsiteY1" fmla="*/ 475 h 474"/>
                    <a:gd name="connsiteX2" fmla="*/ 336 w 1030"/>
                    <a:gd name="connsiteY2" fmla="*/ 394 h 474"/>
                    <a:gd name="connsiteX3" fmla="*/ 0 w 1030"/>
                    <a:gd name="connsiteY3" fmla="*/ 220 h 474"/>
                    <a:gd name="connsiteX4" fmla="*/ 1030 w 1030"/>
                    <a:gd name="connsiteY4" fmla="*/ 0 h 474"/>
                    <a:gd name="connsiteX5" fmla="*/ 857 w 1030"/>
                    <a:gd name="connsiteY5" fmla="*/ 150 h 4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30" h="474">
                      <a:moveTo>
                        <a:pt x="857" y="150"/>
                      </a:moveTo>
                      <a:lnTo>
                        <a:pt x="475" y="475"/>
                      </a:lnTo>
                      <a:lnTo>
                        <a:pt x="336" y="394"/>
                      </a:lnTo>
                      <a:lnTo>
                        <a:pt x="0" y="220"/>
                      </a:lnTo>
                      <a:lnTo>
                        <a:pt x="1030" y="0"/>
                      </a:lnTo>
                      <a:lnTo>
                        <a:pt x="857" y="15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7" name="Freeform: Shape 186">
                  <a:extLst>
                    <a:ext uri="{FF2B5EF4-FFF2-40B4-BE49-F238E27FC236}">
                      <a16:creationId xmlns:a16="http://schemas.microsoft.com/office/drawing/2014/main" id="{F0FDFC0A-CB45-BFDF-5F6B-DEC78C72C09D}"/>
                    </a:ext>
                  </a:extLst>
                </p:cNvPr>
                <p:cNvSpPr/>
                <p:nvPr/>
              </p:nvSpPr>
              <p:spPr>
                <a:xfrm>
                  <a:off x="8389256" y="7324827"/>
                  <a:ext cx="486" cy="752"/>
                </a:xfrm>
                <a:custGeom>
                  <a:avLst/>
                  <a:gdLst>
                    <a:gd name="connsiteX0" fmla="*/ 486 w 486"/>
                    <a:gd name="connsiteY0" fmla="*/ 439 h 752"/>
                    <a:gd name="connsiteX1" fmla="*/ 0 w 486"/>
                    <a:gd name="connsiteY1" fmla="*/ 752 h 752"/>
                    <a:gd name="connsiteX2" fmla="*/ 93 w 486"/>
                    <a:gd name="connsiteY2" fmla="*/ 220 h 752"/>
                    <a:gd name="connsiteX3" fmla="*/ 197 w 486"/>
                    <a:gd name="connsiteY3" fmla="*/ 0 h 752"/>
                    <a:gd name="connsiteX4" fmla="*/ 451 w 486"/>
                    <a:gd name="connsiteY4" fmla="*/ 347 h 752"/>
                    <a:gd name="connsiteX5" fmla="*/ 486 w 486"/>
                    <a:gd name="connsiteY5" fmla="*/ 439 h 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6" h="752">
                      <a:moveTo>
                        <a:pt x="486" y="439"/>
                      </a:moveTo>
                      <a:lnTo>
                        <a:pt x="0" y="752"/>
                      </a:lnTo>
                      <a:lnTo>
                        <a:pt x="93" y="220"/>
                      </a:lnTo>
                      <a:lnTo>
                        <a:pt x="197" y="0"/>
                      </a:lnTo>
                      <a:lnTo>
                        <a:pt x="451" y="347"/>
                      </a:lnTo>
                      <a:lnTo>
                        <a:pt x="486" y="439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8" name="Freeform: Shape 187">
                  <a:extLst>
                    <a:ext uri="{FF2B5EF4-FFF2-40B4-BE49-F238E27FC236}">
                      <a16:creationId xmlns:a16="http://schemas.microsoft.com/office/drawing/2014/main" id="{F17B03C7-C0E8-D144-E3B3-D024C8120F25}"/>
                    </a:ext>
                  </a:extLst>
                </p:cNvPr>
                <p:cNvSpPr/>
                <p:nvPr/>
              </p:nvSpPr>
              <p:spPr>
                <a:xfrm>
                  <a:off x="8073223" y="7591141"/>
                  <a:ext cx="266" cy="914"/>
                </a:xfrm>
                <a:custGeom>
                  <a:avLst/>
                  <a:gdLst>
                    <a:gd name="connsiteX0" fmla="*/ 116 w 266"/>
                    <a:gd name="connsiteY0" fmla="*/ 0 h 914"/>
                    <a:gd name="connsiteX1" fmla="*/ 266 w 266"/>
                    <a:gd name="connsiteY1" fmla="*/ 914 h 914"/>
                    <a:gd name="connsiteX2" fmla="*/ 0 w 266"/>
                    <a:gd name="connsiteY2" fmla="*/ 822 h 914"/>
                    <a:gd name="connsiteX3" fmla="*/ 116 w 266"/>
                    <a:gd name="connsiteY3" fmla="*/ 0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" h="914">
                      <a:moveTo>
                        <a:pt x="116" y="0"/>
                      </a:moveTo>
                      <a:lnTo>
                        <a:pt x="266" y="914"/>
                      </a:lnTo>
                      <a:lnTo>
                        <a:pt x="0" y="822"/>
                      </a:lnTo>
                      <a:lnTo>
                        <a:pt x="116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9" name="Freeform: Shape 188">
                  <a:extLst>
                    <a:ext uri="{FF2B5EF4-FFF2-40B4-BE49-F238E27FC236}">
                      <a16:creationId xmlns:a16="http://schemas.microsoft.com/office/drawing/2014/main" id="{85FFB81A-A0A1-D626-6BD9-D65C0AD03B0E}"/>
                    </a:ext>
                  </a:extLst>
                </p:cNvPr>
                <p:cNvSpPr/>
                <p:nvPr/>
              </p:nvSpPr>
              <p:spPr>
                <a:xfrm>
                  <a:off x="7838082" y="7669394"/>
                  <a:ext cx="462" cy="428"/>
                </a:xfrm>
                <a:custGeom>
                  <a:avLst/>
                  <a:gdLst>
                    <a:gd name="connsiteX0" fmla="*/ 463 w 462"/>
                    <a:gd name="connsiteY0" fmla="*/ 0 h 428"/>
                    <a:gd name="connsiteX1" fmla="*/ 382 w 462"/>
                    <a:gd name="connsiteY1" fmla="*/ 428 h 428"/>
                    <a:gd name="connsiteX2" fmla="*/ 0 w 462"/>
                    <a:gd name="connsiteY2" fmla="*/ 23 h 428"/>
                    <a:gd name="connsiteX3" fmla="*/ 463 w 462"/>
                    <a:gd name="connsiteY3" fmla="*/ 0 h 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2" h="428">
                      <a:moveTo>
                        <a:pt x="463" y="0"/>
                      </a:moveTo>
                      <a:lnTo>
                        <a:pt x="382" y="428"/>
                      </a:lnTo>
                      <a:lnTo>
                        <a:pt x="0" y="23"/>
                      </a:lnTo>
                      <a:lnTo>
                        <a:pt x="463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0" name="Freeform: Shape 189">
                  <a:extLst>
                    <a:ext uri="{FF2B5EF4-FFF2-40B4-BE49-F238E27FC236}">
                      <a16:creationId xmlns:a16="http://schemas.microsoft.com/office/drawing/2014/main" id="{F2A40B70-E3DF-E550-DF17-E00FF57F3435}"/>
                    </a:ext>
                  </a:extLst>
                </p:cNvPr>
                <p:cNvSpPr/>
                <p:nvPr/>
              </p:nvSpPr>
              <p:spPr>
                <a:xfrm>
                  <a:off x="8306743" y="7621736"/>
                  <a:ext cx="706" cy="185"/>
                </a:xfrm>
                <a:custGeom>
                  <a:avLst/>
                  <a:gdLst>
                    <a:gd name="connsiteX0" fmla="*/ 706 w 706"/>
                    <a:gd name="connsiteY0" fmla="*/ 104 h 185"/>
                    <a:gd name="connsiteX1" fmla="*/ 0 w 706"/>
                    <a:gd name="connsiteY1" fmla="*/ 185 h 185"/>
                    <a:gd name="connsiteX2" fmla="*/ 440 w 706"/>
                    <a:gd name="connsiteY2" fmla="*/ 0 h 185"/>
                    <a:gd name="connsiteX3" fmla="*/ 706 w 706"/>
                    <a:gd name="connsiteY3" fmla="*/ 104 h 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6" h="185">
                      <a:moveTo>
                        <a:pt x="706" y="104"/>
                      </a:moveTo>
                      <a:lnTo>
                        <a:pt x="0" y="185"/>
                      </a:lnTo>
                      <a:lnTo>
                        <a:pt x="440" y="0"/>
                      </a:lnTo>
                      <a:lnTo>
                        <a:pt x="706" y="104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1" name="Freeform: Shape 190">
                  <a:extLst>
                    <a:ext uri="{FF2B5EF4-FFF2-40B4-BE49-F238E27FC236}">
                      <a16:creationId xmlns:a16="http://schemas.microsoft.com/office/drawing/2014/main" id="{4D3483A6-82ED-5890-AC70-B52F3C0E6F7C}"/>
                    </a:ext>
                  </a:extLst>
                </p:cNvPr>
                <p:cNvSpPr/>
                <p:nvPr/>
              </p:nvSpPr>
              <p:spPr>
                <a:xfrm>
                  <a:off x="7860979" y="7680669"/>
                  <a:ext cx="243" cy="382"/>
                </a:xfrm>
                <a:custGeom>
                  <a:avLst/>
                  <a:gdLst>
                    <a:gd name="connsiteX0" fmla="*/ 208 w 243"/>
                    <a:gd name="connsiteY0" fmla="*/ 46 h 382"/>
                    <a:gd name="connsiteX1" fmla="*/ 243 w 243"/>
                    <a:gd name="connsiteY1" fmla="*/ 382 h 382"/>
                    <a:gd name="connsiteX2" fmla="*/ 0 w 243"/>
                    <a:gd name="connsiteY2" fmla="*/ 0 h 382"/>
                    <a:gd name="connsiteX3" fmla="*/ 208 w 243"/>
                    <a:gd name="connsiteY3" fmla="*/ 46 h 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" h="382">
                      <a:moveTo>
                        <a:pt x="208" y="46"/>
                      </a:moveTo>
                      <a:lnTo>
                        <a:pt x="243" y="382"/>
                      </a:lnTo>
                      <a:lnTo>
                        <a:pt x="0" y="0"/>
                      </a:lnTo>
                      <a:lnTo>
                        <a:pt x="208" y="46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2" name="Freeform: Shape 191">
                  <a:extLst>
                    <a:ext uri="{FF2B5EF4-FFF2-40B4-BE49-F238E27FC236}">
                      <a16:creationId xmlns:a16="http://schemas.microsoft.com/office/drawing/2014/main" id="{D6FC7B17-7A65-BCB6-C57B-2574CC7C06BA}"/>
                    </a:ext>
                  </a:extLst>
                </p:cNvPr>
                <p:cNvSpPr/>
                <p:nvPr/>
              </p:nvSpPr>
              <p:spPr>
                <a:xfrm>
                  <a:off x="9234874" y="6702091"/>
                  <a:ext cx="127" cy="474"/>
                </a:xfrm>
                <a:custGeom>
                  <a:avLst/>
                  <a:gdLst>
                    <a:gd name="connsiteX0" fmla="*/ 127 w 127"/>
                    <a:gd name="connsiteY0" fmla="*/ 105 h 474"/>
                    <a:gd name="connsiteX1" fmla="*/ 0 w 127"/>
                    <a:gd name="connsiteY1" fmla="*/ 475 h 474"/>
                    <a:gd name="connsiteX2" fmla="*/ 81 w 127"/>
                    <a:gd name="connsiteY2" fmla="*/ 0 h 474"/>
                    <a:gd name="connsiteX3" fmla="*/ 127 w 127"/>
                    <a:gd name="connsiteY3" fmla="*/ 105 h 4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" h="474">
                      <a:moveTo>
                        <a:pt x="127" y="105"/>
                      </a:moveTo>
                      <a:lnTo>
                        <a:pt x="0" y="475"/>
                      </a:lnTo>
                      <a:lnTo>
                        <a:pt x="81" y="0"/>
                      </a:lnTo>
                      <a:lnTo>
                        <a:pt x="127" y="105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3" name="Freeform: Shape 192">
                  <a:extLst>
                    <a:ext uri="{FF2B5EF4-FFF2-40B4-BE49-F238E27FC236}">
                      <a16:creationId xmlns:a16="http://schemas.microsoft.com/office/drawing/2014/main" id="{FF605E5D-8FF5-F7B0-48AA-366359340F34}"/>
                    </a:ext>
                  </a:extLst>
                </p:cNvPr>
                <p:cNvSpPr/>
                <p:nvPr/>
              </p:nvSpPr>
              <p:spPr>
                <a:xfrm>
                  <a:off x="9230787" y="6727777"/>
                  <a:ext cx="92" cy="266"/>
                </a:xfrm>
                <a:custGeom>
                  <a:avLst/>
                  <a:gdLst>
                    <a:gd name="connsiteX0" fmla="*/ 69 w 92"/>
                    <a:gd name="connsiteY0" fmla="*/ 0 h 266"/>
                    <a:gd name="connsiteX1" fmla="*/ 93 w 92"/>
                    <a:gd name="connsiteY1" fmla="*/ 266 h 266"/>
                    <a:gd name="connsiteX2" fmla="*/ 0 w 92"/>
                    <a:gd name="connsiteY2" fmla="*/ 127 h 266"/>
                    <a:gd name="connsiteX3" fmla="*/ 69 w 92"/>
                    <a:gd name="connsiteY3" fmla="*/ 0 h 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" h="266">
                      <a:moveTo>
                        <a:pt x="69" y="0"/>
                      </a:moveTo>
                      <a:lnTo>
                        <a:pt x="93" y="266"/>
                      </a:lnTo>
                      <a:lnTo>
                        <a:pt x="0" y="127"/>
                      </a:lnTo>
                      <a:lnTo>
                        <a:pt x="69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4" name="Freeform: Shape 193">
                  <a:extLst>
                    <a:ext uri="{FF2B5EF4-FFF2-40B4-BE49-F238E27FC236}">
                      <a16:creationId xmlns:a16="http://schemas.microsoft.com/office/drawing/2014/main" id="{A072FBB5-3EEC-3978-80AC-DC656A5CE1DA}"/>
                    </a:ext>
                  </a:extLst>
                </p:cNvPr>
                <p:cNvSpPr/>
                <p:nvPr/>
              </p:nvSpPr>
              <p:spPr>
                <a:xfrm>
                  <a:off x="8283892" y="7615486"/>
                  <a:ext cx="139" cy="138"/>
                </a:xfrm>
                <a:custGeom>
                  <a:avLst/>
                  <a:gdLst>
                    <a:gd name="connsiteX0" fmla="*/ 139 w 139"/>
                    <a:gd name="connsiteY0" fmla="*/ 127 h 138"/>
                    <a:gd name="connsiteX1" fmla="*/ 23 w 139"/>
                    <a:gd name="connsiteY1" fmla="*/ 138 h 138"/>
                    <a:gd name="connsiteX2" fmla="*/ 0 w 139"/>
                    <a:gd name="connsiteY2" fmla="*/ 0 h 138"/>
                    <a:gd name="connsiteX3" fmla="*/ 139 w 139"/>
                    <a:gd name="connsiteY3" fmla="*/ 127 h 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" h="138">
                      <a:moveTo>
                        <a:pt x="139" y="127"/>
                      </a:moveTo>
                      <a:lnTo>
                        <a:pt x="23" y="138"/>
                      </a:lnTo>
                      <a:lnTo>
                        <a:pt x="0" y="0"/>
                      </a:lnTo>
                      <a:lnTo>
                        <a:pt x="139" y="127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5" name="Freeform: Shape 194">
                  <a:extLst>
                    <a:ext uri="{FF2B5EF4-FFF2-40B4-BE49-F238E27FC236}">
                      <a16:creationId xmlns:a16="http://schemas.microsoft.com/office/drawing/2014/main" id="{F59148D5-E30E-2AA9-9039-92F03CFD1D01}"/>
                    </a:ext>
                  </a:extLst>
                </p:cNvPr>
                <p:cNvSpPr/>
                <p:nvPr/>
              </p:nvSpPr>
              <p:spPr>
                <a:xfrm>
                  <a:off x="9238960" y="6711745"/>
                  <a:ext cx="243" cy="162"/>
                </a:xfrm>
                <a:custGeom>
                  <a:avLst/>
                  <a:gdLst>
                    <a:gd name="connsiteX0" fmla="*/ 243 w 243"/>
                    <a:gd name="connsiteY0" fmla="*/ 116 h 162"/>
                    <a:gd name="connsiteX1" fmla="*/ 220 w 243"/>
                    <a:gd name="connsiteY1" fmla="*/ 163 h 162"/>
                    <a:gd name="connsiteX2" fmla="*/ 0 w 243"/>
                    <a:gd name="connsiteY2" fmla="*/ 0 h 162"/>
                    <a:gd name="connsiteX3" fmla="*/ 243 w 243"/>
                    <a:gd name="connsiteY3" fmla="*/ 116 h 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" h="162">
                      <a:moveTo>
                        <a:pt x="243" y="116"/>
                      </a:moveTo>
                      <a:lnTo>
                        <a:pt x="220" y="163"/>
                      </a:lnTo>
                      <a:lnTo>
                        <a:pt x="0" y="0"/>
                      </a:lnTo>
                      <a:lnTo>
                        <a:pt x="243" y="116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6" name="Freeform: Shape 195">
                  <a:extLst>
                    <a:ext uri="{FF2B5EF4-FFF2-40B4-BE49-F238E27FC236}">
                      <a16:creationId xmlns:a16="http://schemas.microsoft.com/office/drawing/2014/main" id="{ECC664C8-D8AC-A621-9D61-F61F9E4D4A4C}"/>
                    </a:ext>
                  </a:extLst>
                </p:cNvPr>
                <p:cNvSpPr/>
                <p:nvPr/>
              </p:nvSpPr>
              <p:spPr>
                <a:xfrm>
                  <a:off x="9231482" y="6720693"/>
                  <a:ext cx="162" cy="46"/>
                </a:xfrm>
                <a:custGeom>
                  <a:avLst/>
                  <a:gdLst>
                    <a:gd name="connsiteX0" fmla="*/ 162 w 162"/>
                    <a:gd name="connsiteY0" fmla="*/ 0 h 46"/>
                    <a:gd name="connsiteX1" fmla="*/ 81 w 162"/>
                    <a:gd name="connsiteY1" fmla="*/ 47 h 46"/>
                    <a:gd name="connsiteX2" fmla="*/ 0 w 162"/>
                    <a:gd name="connsiteY2" fmla="*/ 0 h 46"/>
                    <a:gd name="connsiteX3" fmla="*/ 162 w 162"/>
                    <a:gd name="connsiteY3" fmla="*/ 0 h 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2" h="46">
                      <a:moveTo>
                        <a:pt x="162" y="0"/>
                      </a:moveTo>
                      <a:lnTo>
                        <a:pt x="81" y="47"/>
                      </a:lnTo>
                      <a:lnTo>
                        <a:pt x="0" y="0"/>
                      </a:lnTo>
                      <a:lnTo>
                        <a:pt x="162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7" name="Freeform: Shape 196">
                  <a:extLst>
                    <a:ext uri="{FF2B5EF4-FFF2-40B4-BE49-F238E27FC236}">
                      <a16:creationId xmlns:a16="http://schemas.microsoft.com/office/drawing/2014/main" id="{2BD63859-C9DB-5133-6A44-C5DC428DB4FC}"/>
                    </a:ext>
                  </a:extLst>
                </p:cNvPr>
                <p:cNvSpPr/>
                <p:nvPr/>
              </p:nvSpPr>
              <p:spPr>
                <a:xfrm>
                  <a:off x="9235776" y="6718239"/>
                  <a:ext cx="80" cy="69"/>
                </a:xfrm>
                <a:custGeom>
                  <a:avLst/>
                  <a:gdLst>
                    <a:gd name="connsiteX0" fmla="*/ 69 w 80"/>
                    <a:gd name="connsiteY0" fmla="*/ 23 h 69"/>
                    <a:gd name="connsiteX1" fmla="*/ 0 w 80"/>
                    <a:gd name="connsiteY1" fmla="*/ 69 h 69"/>
                    <a:gd name="connsiteX2" fmla="*/ 81 w 80"/>
                    <a:gd name="connsiteY2" fmla="*/ 0 h 69"/>
                    <a:gd name="connsiteX3" fmla="*/ 69 w 80"/>
                    <a:gd name="connsiteY3" fmla="*/ 23 h 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0" h="69">
                      <a:moveTo>
                        <a:pt x="69" y="23"/>
                      </a:moveTo>
                      <a:lnTo>
                        <a:pt x="0" y="69"/>
                      </a:lnTo>
                      <a:lnTo>
                        <a:pt x="81" y="0"/>
                      </a:lnTo>
                      <a:lnTo>
                        <a:pt x="69" y="23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8" name="Freeform: Shape 197">
                  <a:extLst>
                    <a:ext uri="{FF2B5EF4-FFF2-40B4-BE49-F238E27FC236}">
                      <a16:creationId xmlns:a16="http://schemas.microsoft.com/office/drawing/2014/main" id="{5009CC61-8FF8-2B07-82E3-25F4B3E69F6D}"/>
                    </a:ext>
                  </a:extLst>
                </p:cNvPr>
                <p:cNvSpPr/>
                <p:nvPr/>
              </p:nvSpPr>
              <p:spPr>
                <a:xfrm>
                  <a:off x="8703911" y="7503466"/>
                  <a:ext cx="69" cy="22"/>
                </a:xfrm>
                <a:custGeom>
                  <a:avLst/>
                  <a:gdLst>
                    <a:gd name="connsiteX0" fmla="*/ 35 w 69"/>
                    <a:gd name="connsiteY0" fmla="*/ 0 h 22"/>
                    <a:gd name="connsiteX1" fmla="*/ 70 w 69"/>
                    <a:gd name="connsiteY1" fmla="*/ 23 h 22"/>
                    <a:gd name="connsiteX2" fmla="*/ 0 w 69"/>
                    <a:gd name="connsiteY2" fmla="*/ 11 h 22"/>
                    <a:gd name="connsiteX3" fmla="*/ 35 w 69"/>
                    <a:gd name="connsiteY3" fmla="*/ 0 h 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" h="22">
                      <a:moveTo>
                        <a:pt x="35" y="0"/>
                      </a:moveTo>
                      <a:lnTo>
                        <a:pt x="70" y="23"/>
                      </a:lnTo>
                      <a:lnTo>
                        <a:pt x="0" y="11"/>
                      </a:lnTo>
                      <a:lnTo>
                        <a:pt x="35" y="0"/>
                      </a:lnTo>
                    </a:path>
                  </a:pathLst>
                </a:custGeom>
                <a:solidFill>
                  <a:srgbClr val="F7FBFF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9" name="Freeform: Shape 198">
                  <a:extLst>
                    <a:ext uri="{FF2B5EF4-FFF2-40B4-BE49-F238E27FC236}">
                      <a16:creationId xmlns:a16="http://schemas.microsoft.com/office/drawing/2014/main" id="{CECD3E0B-EAE1-E4E8-EE69-73854F77CC70}"/>
                    </a:ext>
                  </a:extLst>
                </p:cNvPr>
                <p:cNvSpPr/>
                <p:nvPr/>
              </p:nvSpPr>
              <p:spPr>
                <a:xfrm>
                  <a:off x="8272073" y="5719912"/>
                  <a:ext cx="970672" cy="1161199"/>
                </a:xfrm>
                <a:custGeom>
                  <a:avLst/>
                  <a:gdLst>
                    <a:gd name="connsiteX0" fmla="*/ 746795 w 970672"/>
                    <a:gd name="connsiteY0" fmla="*/ 660 h 1161199"/>
                    <a:gd name="connsiteX1" fmla="*/ 746170 w 970672"/>
                    <a:gd name="connsiteY1" fmla="*/ 6436 h 1161199"/>
                    <a:gd name="connsiteX2" fmla="*/ 744445 w 970672"/>
                    <a:gd name="connsiteY2" fmla="*/ 1991 h 1161199"/>
                    <a:gd name="connsiteX3" fmla="*/ 744711 w 970672"/>
                    <a:gd name="connsiteY3" fmla="*/ 5452 h 1161199"/>
                    <a:gd name="connsiteX4" fmla="*/ 746806 w 970672"/>
                    <a:gd name="connsiteY4" fmla="*/ 7802 h 1161199"/>
                    <a:gd name="connsiteX5" fmla="*/ 745730 w 970672"/>
                    <a:gd name="connsiteY5" fmla="*/ 8543 h 1161199"/>
                    <a:gd name="connsiteX6" fmla="*/ 745788 w 970672"/>
                    <a:gd name="connsiteY6" fmla="*/ 8554 h 1161199"/>
                    <a:gd name="connsiteX7" fmla="*/ 747802 w 970672"/>
                    <a:gd name="connsiteY7" fmla="*/ 9133 h 1161199"/>
                    <a:gd name="connsiteX8" fmla="*/ 748728 w 970672"/>
                    <a:gd name="connsiteY8" fmla="*/ 12988 h 1161199"/>
                    <a:gd name="connsiteX9" fmla="*/ 753937 w 970672"/>
                    <a:gd name="connsiteY9" fmla="*/ 17641 h 1161199"/>
                    <a:gd name="connsiteX10" fmla="*/ 759296 w 970672"/>
                    <a:gd name="connsiteY10" fmla="*/ 21612 h 1161199"/>
                    <a:gd name="connsiteX11" fmla="*/ 762040 w 970672"/>
                    <a:gd name="connsiteY11" fmla="*/ 19482 h 1161199"/>
                    <a:gd name="connsiteX12" fmla="*/ 760952 w 970672"/>
                    <a:gd name="connsiteY12" fmla="*/ 20883 h 1161199"/>
                    <a:gd name="connsiteX13" fmla="*/ 763452 w 970672"/>
                    <a:gd name="connsiteY13" fmla="*/ 18417 h 1161199"/>
                    <a:gd name="connsiteX14" fmla="*/ 762862 w 970672"/>
                    <a:gd name="connsiteY14" fmla="*/ 22573 h 1161199"/>
                    <a:gd name="connsiteX15" fmla="*/ 764332 w 970672"/>
                    <a:gd name="connsiteY15" fmla="*/ 25096 h 1161199"/>
                    <a:gd name="connsiteX16" fmla="*/ 768928 w 970672"/>
                    <a:gd name="connsiteY16" fmla="*/ 27724 h 1161199"/>
                    <a:gd name="connsiteX17" fmla="*/ 772493 w 970672"/>
                    <a:gd name="connsiteY17" fmla="*/ 29750 h 1161199"/>
                    <a:gd name="connsiteX18" fmla="*/ 771949 w 970672"/>
                    <a:gd name="connsiteY18" fmla="*/ 31313 h 1161199"/>
                    <a:gd name="connsiteX19" fmla="*/ 777691 w 970672"/>
                    <a:gd name="connsiteY19" fmla="*/ 33605 h 1161199"/>
                    <a:gd name="connsiteX20" fmla="*/ 784173 w 970672"/>
                    <a:gd name="connsiteY20" fmla="*/ 38478 h 1161199"/>
                    <a:gd name="connsiteX21" fmla="*/ 787067 w 970672"/>
                    <a:gd name="connsiteY21" fmla="*/ 40654 h 1161199"/>
                    <a:gd name="connsiteX22" fmla="*/ 788074 w 970672"/>
                    <a:gd name="connsiteY22" fmla="*/ 42217 h 1161199"/>
                    <a:gd name="connsiteX23" fmla="*/ 792832 w 970672"/>
                    <a:gd name="connsiteY23" fmla="*/ 46581 h 1161199"/>
                    <a:gd name="connsiteX24" fmla="*/ 792149 w 970672"/>
                    <a:gd name="connsiteY24" fmla="*/ 47912 h 1161199"/>
                    <a:gd name="connsiteX25" fmla="*/ 796560 w 970672"/>
                    <a:gd name="connsiteY25" fmla="*/ 50505 h 1161199"/>
                    <a:gd name="connsiteX26" fmla="*/ 795552 w 970672"/>
                    <a:gd name="connsiteY26" fmla="*/ 51813 h 1161199"/>
                    <a:gd name="connsiteX27" fmla="*/ 797520 w 970672"/>
                    <a:gd name="connsiteY27" fmla="*/ 51721 h 1161199"/>
                    <a:gd name="connsiteX28" fmla="*/ 804697 w 970672"/>
                    <a:gd name="connsiteY28" fmla="*/ 58331 h 1161199"/>
                    <a:gd name="connsiteX29" fmla="*/ 808564 w 970672"/>
                    <a:gd name="connsiteY29" fmla="*/ 59257 h 1161199"/>
                    <a:gd name="connsiteX30" fmla="*/ 807175 w 970672"/>
                    <a:gd name="connsiteY30" fmla="*/ 61723 h 1161199"/>
                    <a:gd name="connsiteX31" fmla="*/ 808540 w 970672"/>
                    <a:gd name="connsiteY31" fmla="*/ 60032 h 1161199"/>
                    <a:gd name="connsiteX32" fmla="*/ 811909 w 970672"/>
                    <a:gd name="connsiteY32" fmla="*/ 64871 h 1161199"/>
                    <a:gd name="connsiteX33" fmla="*/ 816898 w 970672"/>
                    <a:gd name="connsiteY33" fmla="*/ 67383 h 1161199"/>
                    <a:gd name="connsiteX34" fmla="*/ 815347 w 970672"/>
                    <a:gd name="connsiteY34" fmla="*/ 67325 h 1161199"/>
                    <a:gd name="connsiteX35" fmla="*/ 817060 w 970672"/>
                    <a:gd name="connsiteY35" fmla="*/ 67915 h 1161199"/>
                    <a:gd name="connsiteX36" fmla="*/ 816516 w 970672"/>
                    <a:gd name="connsiteY36" fmla="*/ 69849 h 1161199"/>
                    <a:gd name="connsiteX37" fmla="*/ 817570 w 970672"/>
                    <a:gd name="connsiteY37" fmla="*/ 67730 h 1161199"/>
                    <a:gd name="connsiteX38" fmla="*/ 824422 w 970672"/>
                    <a:gd name="connsiteY38" fmla="*/ 71620 h 1161199"/>
                    <a:gd name="connsiteX39" fmla="*/ 832665 w 970672"/>
                    <a:gd name="connsiteY39" fmla="*/ 80093 h 1161199"/>
                    <a:gd name="connsiteX40" fmla="*/ 837376 w 970672"/>
                    <a:gd name="connsiteY40" fmla="*/ 81552 h 1161199"/>
                    <a:gd name="connsiteX41" fmla="*/ 838846 w 970672"/>
                    <a:gd name="connsiteY41" fmla="*/ 82003 h 1161199"/>
                    <a:gd name="connsiteX42" fmla="*/ 838314 w 970672"/>
                    <a:gd name="connsiteY42" fmla="*/ 84052 h 1161199"/>
                    <a:gd name="connsiteX43" fmla="*/ 839124 w 970672"/>
                    <a:gd name="connsiteY43" fmla="*/ 82154 h 1161199"/>
                    <a:gd name="connsiteX44" fmla="*/ 842527 w 970672"/>
                    <a:gd name="connsiteY44" fmla="*/ 84180 h 1161199"/>
                    <a:gd name="connsiteX45" fmla="*/ 849288 w 970672"/>
                    <a:gd name="connsiteY45" fmla="*/ 88312 h 1161199"/>
                    <a:gd name="connsiteX46" fmla="*/ 849855 w 970672"/>
                    <a:gd name="connsiteY46" fmla="*/ 87733 h 1161199"/>
                    <a:gd name="connsiteX47" fmla="*/ 840212 w 970672"/>
                    <a:gd name="connsiteY47" fmla="*/ 81784 h 1161199"/>
                    <a:gd name="connsiteX48" fmla="*/ 837596 w 970672"/>
                    <a:gd name="connsiteY48" fmla="*/ 80719 h 1161199"/>
                    <a:gd name="connsiteX49" fmla="*/ 833255 w 970672"/>
                    <a:gd name="connsiteY49" fmla="*/ 78739 h 1161199"/>
                    <a:gd name="connsiteX50" fmla="*/ 825372 w 970672"/>
                    <a:gd name="connsiteY50" fmla="*/ 70659 h 1161199"/>
                    <a:gd name="connsiteX51" fmla="*/ 821737 w 970672"/>
                    <a:gd name="connsiteY51" fmla="*/ 67395 h 1161199"/>
                    <a:gd name="connsiteX52" fmla="*/ 826935 w 970672"/>
                    <a:gd name="connsiteY52" fmla="*/ 69131 h 1161199"/>
                    <a:gd name="connsiteX53" fmla="*/ 827316 w 970672"/>
                    <a:gd name="connsiteY53" fmla="*/ 71469 h 1161199"/>
                    <a:gd name="connsiteX54" fmla="*/ 830789 w 970672"/>
                    <a:gd name="connsiteY54" fmla="*/ 70659 h 1161199"/>
                    <a:gd name="connsiteX55" fmla="*/ 833625 w 970672"/>
                    <a:gd name="connsiteY55" fmla="*/ 73877 h 1161199"/>
                    <a:gd name="connsiteX56" fmla="*/ 832074 w 970672"/>
                    <a:gd name="connsiteY56" fmla="*/ 75914 h 1161199"/>
                    <a:gd name="connsiteX57" fmla="*/ 834343 w 970672"/>
                    <a:gd name="connsiteY57" fmla="*/ 74248 h 1161199"/>
                    <a:gd name="connsiteX58" fmla="*/ 831021 w 970672"/>
                    <a:gd name="connsiteY58" fmla="*/ 70578 h 1161199"/>
                    <a:gd name="connsiteX59" fmla="*/ 827328 w 970672"/>
                    <a:gd name="connsiteY59" fmla="*/ 70705 h 1161199"/>
                    <a:gd name="connsiteX60" fmla="*/ 829076 w 970672"/>
                    <a:gd name="connsiteY60" fmla="*/ 68541 h 1161199"/>
                    <a:gd name="connsiteX61" fmla="*/ 832526 w 970672"/>
                    <a:gd name="connsiteY61" fmla="*/ 68483 h 1161199"/>
                    <a:gd name="connsiteX62" fmla="*/ 830014 w 970672"/>
                    <a:gd name="connsiteY62" fmla="*/ 68309 h 1161199"/>
                    <a:gd name="connsiteX63" fmla="*/ 831576 w 970672"/>
                    <a:gd name="connsiteY63" fmla="*/ 66851 h 1161199"/>
                    <a:gd name="connsiteX64" fmla="*/ 828636 w 970672"/>
                    <a:gd name="connsiteY64" fmla="*/ 67406 h 1161199"/>
                    <a:gd name="connsiteX65" fmla="*/ 824457 w 970672"/>
                    <a:gd name="connsiteY65" fmla="*/ 65681 h 1161199"/>
                    <a:gd name="connsiteX66" fmla="*/ 824666 w 970672"/>
                    <a:gd name="connsiteY66" fmla="*/ 63991 h 1161199"/>
                    <a:gd name="connsiteX67" fmla="*/ 823798 w 970672"/>
                    <a:gd name="connsiteY67" fmla="*/ 65357 h 1161199"/>
                    <a:gd name="connsiteX68" fmla="*/ 822119 w 970672"/>
                    <a:gd name="connsiteY68" fmla="*/ 63528 h 1161199"/>
                    <a:gd name="connsiteX69" fmla="*/ 820382 w 970672"/>
                    <a:gd name="connsiteY69" fmla="*/ 64535 h 1161199"/>
                    <a:gd name="connsiteX70" fmla="*/ 819954 w 970672"/>
                    <a:gd name="connsiteY70" fmla="*/ 62672 h 1161199"/>
                    <a:gd name="connsiteX71" fmla="*/ 821610 w 970672"/>
                    <a:gd name="connsiteY71" fmla="*/ 60680 h 1161199"/>
                    <a:gd name="connsiteX72" fmla="*/ 824585 w 970672"/>
                    <a:gd name="connsiteY72" fmla="*/ 60472 h 1161199"/>
                    <a:gd name="connsiteX73" fmla="*/ 827826 w 970672"/>
                    <a:gd name="connsiteY73" fmla="*/ 63760 h 1161199"/>
                    <a:gd name="connsiteX74" fmla="*/ 828833 w 970672"/>
                    <a:gd name="connsiteY74" fmla="*/ 62104 h 1161199"/>
                    <a:gd name="connsiteX75" fmla="*/ 828949 w 970672"/>
                    <a:gd name="connsiteY75" fmla="*/ 61884 h 1161199"/>
                    <a:gd name="connsiteX76" fmla="*/ 830511 w 970672"/>
                    <a:gd name="connsiteY76" fmla="*/ 62498 h 1161199"/>
                    <a:gd name="connsiteX77" fmla="*/ 842169 w 970672"/>
                    <a:gd name="connsiteY77" fmla="*/ 63378 h 1161199"/>
                    <a:gd name="connsiteX78" fmla="*/ 855319 w 970672"/>
                    <a:gd name="connsiteY78" fmla="*/ 72940 h 1161199"/>
                    <a:gd name="connsiteX79" fmla="*/ 872358 w 970672"/>
                    <a:gd name="connsiteY79" fmla="*/ 87618 h 1161199"/>
                    <a:gd name="connsiteX80" fmla="*/ 876572 w 970672"/>
                    <a:gd name="connsiteY80" fmla="*/ 95709 h 1161199"/>
                    <a:gd name="connsiteX81" fmla="*/ 881804 w 970672"/>
                    <a:gd name="connsiteY81" fmla="*/ 100675 h 1161199"/>
                    <a:gd name="connsiteX82" fmla="*/ 882302 w 970672"/>
                    <a:gd name="connsiteY82" fmla="*/ 107308 h 1161199"/>
                    <a:gd name="connsiteX83" fmla="*/ 879709 w 970672"/>
                    <a:gd name="connsiteY83" fmla="*/ 111163 h 1161199"/>
                    <a:gd name="connsiteX84" fmla="*/ 873933 w 970672"/>
                    <a:gd name="connsiteY84" fmla="*/ 114717 h 1161199"/>
                    <a:gd name="connsiteX85" fmla="*/ 873064 w 970672"/>
                    <a:gd name="connsiteY85" fmla="*/ 113606 h 1161199"/>
                    <a:gd name="connsiteX86" fmla="*/ 866038 w 970672"/>
                    <a:gd name="connsiteY86" fmla="*/ 117773 h 1161199"/>
                    <a:gd name="connsiteX87" fmla="*/ 864406 w 970672"/>
                    <a:gd name="connsiteY87" fmla="*/ 117206 h 1161199"/>
                    <a:gd name="connsiteX88" fmla="*/ 862808 w 970672"/>
                    <a:gd name="connsiteY88" fmla="*/ 119197 h 1161199"/>
                    <a:gd name="connsiteX89" fmla="*/ 857645 w 970672"/>
                    <a:gd name="connsiteY89" fmla="*/ 119023 h 1161199"/>
                    <a:gd name="connsiteX90" fmla="*/ 855805 w 970672"/>
                    <a:gd name="connsiteY90" fmla="*/ 120968 h 1161199"/>
                    <a:gd name="connsiteX91" fmla="*/ 859474 w 970672"/>
                    <a:gd name="connsiteY91" fmla="*/ 124788 h 1161199"/>
                    <a:gd name="connsiteX92" fmla="*/ 861292 w 970672"/>
                    <a:gd name="connsiteY92" fmla="*/ 123144 h 1161199"/>
                    <a:gd name="connsiteX93" fmla="*/ 866698 w 970672"/>
                    <a:gd name="connsiteY93" fmla="*/ 133725 h 1161199"/>
                    <a:gd name="connsiteX94" fmla="*/ 872624 w 970672"/>
                    <a:gd name="connsiteY94" fmla="*/ 137023 h 1161199"/>
                    <a:gd name="connsiteX95" fmla="*/ 873724 w 970672"/>
                    <a:gd name="connsiteY95" fmla="*/ 140358 h 1161199"/>
                    <a:gd name="connsiteX96" fmla="*/ 881781 w 970672"/>
                    <a:gd name="connsiteY96" fmla="*/ 142349 h 1161199"/>
                    <a:gd name="connsiteX97" fmla="*/ 885485 w 970672"/>
                    <a:gd name="connsiteY97" fmla="*/ 145798 h 1161199"/>
                    <a:gd name="connsiteX98" fmla="*/ 887905 w 970672"/>
                    <a:gd name="connsiteY98" fmla="*/ 146319 h 1161199"/>
                    <a:gd name="connsiteX99" fmla="*/ 895857 w 970672"/>
                    <a:gd name="connsiteY99" fmla="*/ 140659 h 1161199"/>
                    <a:gd name="connsiteX100" fmla="*/ 894804 w 970672"/>
                    <a:gd name="connsiteY100" fmla="*/ 146678 h 1161199"/>
                    <a:gd name="connsiteX101" fmla="*/ 891979 w 970672"/>
                    <a:gd name="connsiteY101" fmla="*/ 147858 h 1161199"/>
                    <a:gd name="connsiteX102" fmla="*/ 891389 w 970672"/>
                    <a:gd name="connsiteY102" fmla="*/ 150845 h 1161199"/>
                    <a:gd name="connsiteX103" fmla="*/ 893565 w 970672"/>
                    <a:gd name="connsiteY103" fmla="*/ 150174 h 1161199"/>
                    <a:gd name="connsiteX104" fmla="*/ 892431 w 970672"/>
                    <a:gd name="connsiteY104" fmla="*/ 153508 h 1161199"/>
                    <a:gd name="connsiteX105" fmla="*/ 890208 w 970672"/>
                    <a:gd name="connsiteY105" fmla="*/ 156089 h 1161199"/>
                    <a:gd name="connsiteX106" fmla="*/ 891065 w 970672"/>
                    <a:gd name="connsiteY106" fmla="*/ 154214 h 1161199"/>
                    <a:gd name="connsiteX107" fmla="*/ 889305 w 970672"/>
                    <a:gd name="connsiteY107" fmla="*/ 154387 h 1161199"/>
                    <a:gd name="connsiteX108" fmla="*/ 888217 w 970672"/>
                    <a:gd name="connsiteY108" fmla="*/ 157941 h 1161199"/>
                    <a:gd name="connsiteX109" fmla="*/ 891273 w 970672"/>
                    <a:gd name="connsiteY109" fmla="*/ 158300 h 1161199"/>
                    <a:gd name="connsiteX110" fmla="*/ 892095 w 970672"/>
                    <a:gd name="connsiteY110" fmla="*/ 160662 h 1161199"/>
                    <a:gd name="connsiteX111" fmla="*/ 897478 w 970672"/>
                    <a:gd name="connsiteY111" fmla="*/ 164250 h 1161199"/>
                    <a:gd name="connsiteX112" fmla="*/ 895325 w 970672"/>
                    <a:gd name="connsiteY112" fmla="*/ 168417 h 1161199"/>
                    <a:gd name="connsiteX113" fmla="*/ 897547 w 970672"/>
                    <a:gd name="connsiteY113" fmla="*/ 169077 h 1161199"/>
                    <a:gd name="connsiteX114" fmla="*/ 896702 w 970672"/>
                    <a:gd name="connsiteY114" fmla="*/ 171647 h 1161199"/>
                    <a:gd name="connsiteX115" fmla="*/ 899643 w 970672"/>
                    <a:gd name="connsiteY115" fmla="*/ 171196 h 1161199"/>
                    <a:gd name="connsiteX116" fmla="*/ 900974 w 970672"/>
                    <a:gd name="connsiteY116" fmla="*/ 173406 h 1161199"/>
                    <a:gd name="connsiteX117" fmla="*/ 899226 w 970672"/>
                    <a:gd name="connsiteY117" fmla="*/ 174460 h 1161199"/>
                    <a:gd name="connsiteX118" fmla="*/ 902375 w 970672"/>
                    <a:gd name="connsiteY118" fmla="*/ 176578 h 1161199"/>
                    <a:gd name="connsiteX119" fmla="*/ 898427 w 970672"/>
                    <a:gd name="connsiteY119" fmla="*/ 177724 h 1161199"/>
                    <a:gd name="connsiteX120" fmla="*/ 902120 w 970672"/>
                    <a:gd name="connsiteY120" fmla="*/ 177875 h 1161199"/>
                    <a:gd name="connsiteX121" fmla="*/ 900233 w 970672"/>
                    <a:gd name="connsiteY121" fmla="*/ 179565 h 1161199"/>
                    <a:gd name="connsiteX122" fmla="*/ 903115 w 970672"/>
                    <a:gd name="connsiteY122" fmla="*/ 180352 h 1161199"/>
                    <a:gd name="connsiteX123" fmla="*/ 900673 w 970672"/>
                    <a:gd name="connsiteY123" fmla="*/ 181209 h 1161199"/>
                    <a:gd name="connsiteX124" fmla="*/ 899862 w 970672"/>
                    <a:gd name="connsiteY124" fmla="*/ 182772 h 1161199"/>
                    <a:gd name="connsiteX125" fmla="*/ 901622 w 970672"/>
                    <a:gd name="connsiteY125" fmla="*/ 181579 h 1161199"/>
                    <a:gd name="connsiteX126" fmla="*/ 901703 w 970672"/>
                    <a:gd name="connsiteY126" fmla="*/ 183640 h 1161199"/>
                    <a:gd name="connsiteX127" fmla="*/ 899203 w 970672"/>
                    <a:gd name="connsiteY127" fmla="*/ 185526 h 1161199"/>
                    <a:gd name="connsiteX128" fmla="*/ 902085 w 970672"/>
                    <a:gd name="connsiteY128" fmla="*/ 186337 h 1161199"/>
                    <a:gd name="connsiteX129" fmla="*/ 900418 w 970672"/>
                    <a:gd name="connsiteY129" fmla="*/ 188502 h 1161199"/>
                    <a:gd name="connsiteX130" fmla="*/ 904250 w 970672"/>
                    <a:gd name="connsiteY130" fmla="*/ 190354 h 1161199"/>
                    <a:gd name="connsiteX131" fmla="*/ 902259 w 970672"/>
                    <a:gd name="connsiteY131" fmla="*/ 198804 h 1161199"/>
                    <a:gd name="connsiteX132" fmla="*/ 905558 w 970672"/>
                    <a:gd name="connsiteY132" fmla="*/ 202288 h 1161199"/>
                    <a:gd name="connsiteX133" fmla="*/ 908243 w 970672"/>
                    <a:gd name="connsiteY133" fmla="*/ 201918 h 1161199"/>
                    <a:gd name="connsiteX134" fmla="*/ 910420 w 970672"/>
                    <a:gd name="connsiteY134" fmla="*/ 206062 h 1161199"/>
                    <a:gd name="connsiteX135" fmla="*/ 909308 w 970672"/>
                    <a:gd name="connsiteY135" fmla="*/ 207359 h 1161199"/>
                    <a:gd name="connsiteX136" fmla="*/ 910964 w 970672"/>
                    <a:gd name="connsiteY136" fmla="*/ 214015 h 1161199"/>
                    <a:gd name="connsiteX137" fmla="*/ 922505 w 970672"/>
                    <a:gd name="connsiteY137" fmla="*/ 218599 h 1161199"/>
                    <a:gd name="connsiteX138" fmla="*/ 926498 w 970672"/>
                    <a:gd name="connsiteY138" fmla="*/ 217800 h 1161199"/>
                    <a:gd name="connsiteX139" fmla="*/ 927263 w 970672"/>
                    <a:gd name="connsiteY139" fmla="*/ 215045 h 1161199"/>
                    <a:gd name="connsiteX140" fmla="*/ 929057 w 970672"/>
                    <a:gd name="connsiteY140" fmla="*/ 216133 h 1161199"/>
                    <a:gd name="connsiteX141" fmla="*/ 930481 w 970672"/>
                    <a:gd name="connsiteY141" fmla="*/ 214825 h 1161199"/>
                    <a:gd name="connsiteX142" fmla="*/ 930886 w 970672"/>
                    <a:gd name="connsiteY142" fmla="*/ 216457 h 1161199"/>
                    <a:gd name="connsiteX143" fmla="*/ 934961 w 970672"/>
                    <a:gd name="connsiteY143" fmla="*/ 215635 h 1161199"/>
                    <a:gd name="connsiteX144" fmla="*/ 937866 w 970672"/>
                    <a:gd name="connsiteY144" fmla="*/ 220625 h 1161199"/>
                    <a:gd name="connsiteX145" fmla="*/ 943619 w 970672"/>
                    <a:gd name="connsiteY145" fmla="*/ 220266 h 1161199"/>
                    <a:gd name="connsiteX146" fmla="*/ 949593 w 970672"/>
                    <a:gd name="connsiteY146" fmla="*/ 222604 h 1161199"/>
                    <a:gd name="connsiteX147" fmla="*/ 946513 w 970672"/>
                    <a:gd name="connsiteY147" fmla="*/ 230406 h 1161199"/>
                    <a:gd name="connsiteX148" fmla="*/ 949268 w 970672"/>
                    <a:gd name="connsiteY148" fmla="*/ 232548 h 1161199"/>
                    <a:gd name="connsiteX149" fmla="*/ 950380 w 970672"/>
                    <a:gd name="connsiteY149" fmla="*/ 237988 h 1161199"/>
                    <a:gd name="connsiteX150" fmla="*/ 949048 w 970672"/>
                    <a:gd name="connsiteY150" fmla="*/ 240026 h 1161199"/>
                    <a:gd name="connsiteX151" fmla="*/ 948678 w 970672"/>
                    <a:gd name="connsiteY151" fmla="*/ 256672 h 1161199"/>
                    <a:gd name="connsiteX152" fmla="*/ 939128 w 970672"/>
                    <a:gd name="connsiteY152" fmla="*/ 256973 h 1161199"/>
                    <a:gd name="connsiteX153" fmla="*/ 923466 w 970672"/>
                    <a:gd name="connsiteY153" fmla="*/ 273781 h 1161199"/>
                    <a:gd name="connsiteX154" fmla="*/ 918546 w 970672"/>
                    <a:gd name="connsiteY154" fmla="*/ 265608 h 1161199"/>
                    <a:gd name="connsiteX155" fmla="*/ 918558 w 970672"/>
                    <a:gd name="connsiteY155" fmla="*/ 262448 h 1161199"/>
                    <a:gd name="connsiteX156" fmla="*/ 909621 w 970672"/>
                    <a:gd name="connsiteY156" fmla="*/ 252204 h 1161199"/>
                    <a:gd name="connsiteX157" fmla="*/ 908799 w 970672"/>
                    <a:gd name="connsiteY157" fmla="*/ 246057 h 1161199"/>
                    <a:gd name="connsiteX158" fmla="*/ 893727 w 970672"/>
                    <a:gd name="connsiteY158" fmla="*/ 243510 h 1161199"/>
                    <a:gd name="connsiteX159" fmla="*/ 892384 w 970672"/>
                    <a:gd name="connsiteY159" fmla="*/ 240037 h 1161199"/>
                    <a:gd name="connsiteX160" fmla="*/ 888518 w 970672"/>
                    <a:gd name="connsiteY160" fmla="*/ 241310 h 1161199"/>
                    <a:gd name="connsiteX161" fmla="*/ 884941 w 970672"/>
                    <a:gd name="connsiteY161" fmla="*/ 246080 h 1161199"/>
                    <a:gd name="connsiteX162" fmla="*/ 880658 w 970672"/>
                    <a:gd name="connsiteY162" fmla="*/ 245258 h 1161199"/>
                    <a:gd name="connsiteX163" fmla="*/ 877567 w 970672"/>
                    <a:gd name="connsiteY163" fmla="*/ 247990 h 1161199"/>
                    <a:gd name="connsiteX164" fmla="*/ 866674 w 970672"/>
                    <a:gd name="connsiteY164" fmla="*/ 240500 h 1161199"/>
                    <a:gd name="connsiteX165" fmla="*/ 866003 w 970672"/>
                    <a:gd name="connsiteY165" fmla="*/ 237850 h 1161199"/>
                    <a:gd name="connsiteX166" fmla="*/ 862368 w 970672"/>
                    <a:gd name="connsiteY166" fmla="*/ 235500 h 1161199"/>
                    <a:gd name="connsiteX167" fmla="*/ 863699 w 970672"/>
                    <a:gd name="connsiteY167" fmla="*/ 232814 h 1161199"/>
                    <a:gd name="connsiteX168" fmla="*/ 861419 w 970672"/>
                    <a:gd name="connsiteY168" fmla="*/ 229955 h 1161199"/>
                    <a:gd name="connsiteX169" fmla="*/ 858861 w 970672"/>
                    <a:gd name="connsiteY169" fmla="*/ 235673 h 1161199"/>
                    <a:gd name="connsiteX170" fmla="*/ 849021 w 970672"/>
                    <a:gd name="connsiteY170" fmla="*/ 237306 h 1161199"/>
                    <a:gd name="connsiteX171" fmla="*/ 847678 w 970672"/>
                    <a:gd name="connsiteY171" fmla="*/ 241681 h 1161199"/>
                    <a:gd name="connsiteX172" fmla="*/ 843801 w 970672"/>
                    <a:gd name="connsiteY172" fmla="*/ 245362 h 1161199"/>
                    <a:gd name="connsiteX173" fmla="*/ 843812 w 970672"/>
                    <a:gd name="connsiteY173" fmla="*/ 248835 h 1161199"/>
                    <a:gd name="connsiteX174" fmla="*/ 842180 w 970672"/>
                    <a:gd name="connsiteY174" fmla="*/ 248661 h 1161199"/>
                    <a:gd name="connsiteX175" fmla="*/ 839772 w 970672"/>
                    <a:gd name="connsiteY175" fmla="*/ 252886 h 1161199"/>
                    <a:gd name="connsiteX176" fmla="*/ 830604 w 970672"/>
                    <a:gd name="connsiteY176" fmla="*/ 252829 h 1161199"/>
                    <a:gd name="connsiteX177" fmla="*/ 829516 w 970672"/>
                    <a:gd name="connsiteY177" fmla="*/ 254576 h 1161199"/>
                    <a:gd name="connsiteX178" fmla="*/ 825013 w 970672"/>
                    <a:gd name="connsiteY178" fmla="*/ 255017 h 1161199"/>
                    <a:gd name="connsiteX179" fmla="*/ 818148 w 970672"/>
                    <a:gd name="connsiteY179" fmla="*/ 252088 h 1161199"/>
                    <a:gd name="connsiteX180" fmla="*/ 813205 w 970672"/>
                    <a:gd name="connsiteY180" fmla="*/ 258975 h 1161199"/>
                    <a:gd name="connsiteX181" fmla="*/ 810427 w 970672"/>
                    <a:gd name="connsiteY181" fmla="*/ 269961 h 1161199"/>
                    <a:gd name="connsiteX182" fmla="*/ 811353 w 970672"/>
                    <a:gd name="connsiteY182" fmla="*/ 273330 h 1161199"/>
                    <a:gd name="connsiteX183" fmla="*/ 803053 w 970672"/>
                    <a:gd name="connsiteY183" fmla="*/ 272646 h 1161199"/>
                    <a:gd name="connsiteX184" fmla="*/ 799453 w 970672"/>
                    <a:gd name="connsiteY184" fmla="*/ 275390 h 1161199"/>
                    <a:gd name="connsiteX185" fmla="*/ 803667 w 970672"/>
                    <a:gd name="connsiteY185" fmla="*/ 278481 h 1161199"/>
                    <a:gd name="connsiteX186" fmla="*/ 799569 w 970672"/>
                    <a:gd name="connsiteY186" fmla="*/ 278608 h 1161199"/>
                    <a:gd name="connsiteX187" fmla="*/ 797601 w 970672"/>
                    <a:gd name="connsiteY187" fmla="*/ 282069 h 1161199"/>
                    <a:gd name="connsiteX188" fmla="*/ 806283 w 970672"/>
                    <a:gd name="connsiteY188" fmla="*/ 289061 h 1161199"/>
                    <a:gd name="connsiteX189" fmla="*/ 793538 w 970672"/>
                    <a:gd name="connsiteY189" fmla="*/ 300394 h 1161199"/>
                    <a:gd name="connsiteX190" fmla="*/ 797671 w 970672"/>
                    <a:gd name="connsiteY190" fmla="*/ 303346 h 1161199"/>
                    <a:gd name="connsiteX191" fmla="*/ 795761 w 970672"/>
                    <a:gd name="connsiteY191" fmla="*/ 306587 h 1161199"/>
                    <a:gd name="connsiteX192" fmla="*/ 796582 w 970672"/>
                    <a:gd name="connsiteY192" fmla="*/ 309469 h 1161199"/>
                    <a:gd name="connsiteX193" fmla="*/ 791535 w 970672"/>
                    <a:gd name="connsiteY193" fmla="*/ 316947 h 1161199"/>
                    <a:gd name="connsiteX194" fmla="*/ 791304 w 970672"/>
                    <a:gd name="connsiteY194" fmla="*/ 323974 h 1161199"/>
                    <a:gd name="connsiteX195" fmla="*/ 793411 w 970672"/>
                    <a:gd name="connsiteY195" fmla="*/ 326185 h 1161199"/>
                    <a:gd name="connsiteX196" fmla="*/ 795564 w 970672"/>
                    <a:gd name="connsiteY196" fmla="*/ 323638 h 1161199"/>
                    <a:gd name="connsiteX197" fmla="*/ 796640 w 970672"/>
                    <a:gd name="connsiteY197" fmla="*/ 324622 h 1161199"/>
                    <a:gd name="connsiteX198" fmla="*/ 796281 w 970672"/>
                    <a:gd name="connsiteY198" fmla="*/ 326879 h 1161199"/>
                    <a:gd name="connsiteX199" fmla="*/ 793480 w 970672"/>
                    <a:gd name="connsiteY199" fmla="*/ 328697 h 1161199"/>
                    <a:gd name="connsiteX200" fmla="*/ 793816 w 970672"/>
                    <a:gd name="connsiteY200" fmla="*/ 330827 h 1161199"/>
                    <a:gd name="connsiteX201" fmla="*/ 799384 w 970672"/>
                    <a:gd name="connsiteY201" fmla="*/ 335110 h 1161199"/>
                    <a:gd name="connsiteX202" fmla="*/ 800321 w 970672"/>
                    <a:gd name="connsiteY202" fmla="*/ 334114 h 1161199"/>
                    <a:gd name="connsiteX203" fmla="*/ 808679 w 970672"/>
                    <a:gd name="connsiteY203" fmla="*/ 336071 h 1161199"/>
                    <a:gd name="connsiteX204" fmla="*/ 808876 w 970672"/>
                    <a:gd name="connsiteY204" fmla="*/ 338212 h 1161199"/>
                    <a:gd name="connsiteX205" fmla="*/ 811944 w 970672"/>
                    <a:gd name="connsiteY205" fmla="*/ 336430 h 1161199"/>
                    <a:gd name="connsiteX206" fmla="*/ 813298 w 970672"/>
                    <a:gd name="connsiteY206" fmla="*/ 332772 h 1161199"/>
                    <a:gd name="connsiteX207" fmla="*/ 816273 w 970672"/>
                    <a:gd name="connsiteY207" fmla="*/ 333744 h 1161199"/>
                    <a:gd name="connsiteX208" fmla="*/ 820267 w 970672"/>
                    <a:gd name="connsiteY208" fmla="*/ 331325 h 1161199"/>
                    <a:gd name="connsiteX209" fmla="*/ 820533 w 970672"/>
                    <a:gd name="connsiteY209" fmla="*/ 334439 h 1161199"/>
                    <a:gd name="connsiteX210" fmla="*/ 818380 w 970672"/>
                    <a:gd name="connsiteY210" fmla="*/ 336545 h 1161199"/>
                    <a:gd name="connsiteX211" fmla="*/ 819317 w 970672"/>
                    <a:gd name="connsiteY211" fmla="*/ 341928 h 1161199"/>
                    <a:gd name="connsiteX212" fmla="*/ 822235 w 970672"/>
                    <a:gd name="connsiteY212" fmla="*/ 342032 h 1161199"/>
                    <a:gd name="connsiteX213" fmla="*/ 822582 w 970672"/>
                    <a:gd name="connsiteY213" fmla="*/ 345517 h 1161199"/>
                    <a:gd name="connsiteX214" fmla="*/ 825001 w 970672"/>
                    <a:gd name="connsiteY214" fmla="*/ 346651 h 1161199"/>
                    <a:gd name="connsiteX215" fmla="*/ 826518 w 970672"/>
                    <a:gd name="connsiteY215" fmla="*/ 343989 h 1161199"/>
                    <a:gd name="connsiteX216" fmla="*/ 828590 w 970672"/>
                    <a:gd name="connsiteY216" fmla="*/ 347045 h 1161199"/>
                    <a:gd name="connsiteX217" fmla="*/ 830303 w 970672"/>
                    <a:gd name="connsiteY217" fmla="*/ 344359 h 1161199"/>
                    <a:gd name="connsiteX218" fmla="*/ 833903 w 970672"/>
                    <a:gd name="connsiteY218" fmla="*/ 345019 h 1161199"/>
                    <a:gd name="connsiteX219" fmla="*/ 832167 w 970672"/>
                    <a:gd name="connsiteY219" fmla="*/ 347323 h 1161199"/>
                    <a:gd name="connsiteX220" fmla="*/ 834308 w 970672"/>
                    <a:gd name="connsiteY220" fmla="*/ 348330 h 1161199"/>
                    <a:gd name="connsiteX221" fmla="*/ 837029 w 970672"/>
                    <a:gd name="connsiteY221" fmla="*/ 346385 h 1161199"/>
                    <a:gd name="connsiteX222" fmla="*/ 839263 w 970672"/>
                    <a:gd name="connsiteY222" fmla="*/ 348272 h 1161199"/>
                    <a:gd name="connsiteX223" fmla="*/ 838360 w 970672"/>
                    <a:gd name="connsiteY223" fmla="*/ 350159 h 1161199"/>
                    <a:gd name="connsiteX224" fmla="*/ 841509 w 970672"/>
                    <a:gd name="connsiteY224" fmla="*/ 348422 h 1161199"/>
                    <a:gd name="connsiteX225" fmla="*/ 842793 w 970672"/>
                    <a:gd name="connsiteY225" fmla="*/ 350147 h 1161199"/>
                    <a:gd name="connsiteX226" fmla="*/ 844773 w 970672"/>
                    <a:gd name="connsiteY226" fmla="*/ 348110 h 1161199"/>
                    <a:gd name="connsiteX227" fmla="*/ 846984 w 970672"/>
                    <a:gd name="connsiteY227" fmla="*/ 353492 h 1161199"/>
                    <a:gd name="connsiteX228" fmla="*/ 845595 w 970672"/>
                    <a:gd name="connsiteY228" fmla="*/ 356815 h 1161199"/>
                    <a:gd name="connsiteX229" fmla="*/ 843002 w 970672"/>
                    <a:gd name="connsiteY229" fmla="*/ 357324 h 1161199"/>
                    <a:gd name="connsiteX230" fmla="*/ 845028 w 970672"/>
                    <a:gd name="connsiteY230" fmla="*/ 359581 h 1161199"/>
                    <a:gd name="connsiteX231" fmla="*/ 847285 w 970672"/>
                    <a:gd name="connsiteY231" fmla="*/ 358319 h 1161199"/>
                    <a:gd name="connsiteX232" fmla="*/ 853571 w 970672"/>
                    <a:gd name="connsiteY232" fmla="*/ 362290 h 1161199"/>
                    <a:gd name="connsiteX233" fmla="*/ 853328 w 970672"/>
                    <a:gd name="connsiteY233" fmla="*/ 365323 h 1161199"/>
                    <a:gd name="connsiteX234" fmla="*/ 851603 w 970672"/>
                    <a:gd name="connsiteY234" fmla="*/ 365439 h 1161199"/>
                    <a:gd name="connsiteX235" fmla="*/ 853721 w 970672"/>
                    <a:gd name="connsiteY235" fmla="*/ 368136 h 1161199"/>
                    <a:gd name="connsiteX236" fmla="*/ 860041 w 970672"/>
                    <a:gd name="connsiteY236" fmla="*/ 367094 h 1161199"/>
                    <a:gd name="connsiteX237" fmla="*/ 863086 w 970672"/>
                    <a:gd name="connsiteY237" fmla="*/ 369166 h 1161199"/>
                    <a:gd name="connsiteX238" fmla="*/ 862449 w 970672"/>
                    <a:gd name="connsiteY238" fmla="*/ 373056 h 1161199"/>
                    <a:gd name="connsiteX239" fmla="*/ 864197 w 970672"/>
                    <a:gd name="connsiteY239" fmla="*/ 373032 h 1161199"/>
                    <a:gd name="connsiteX240" fmla="*/ 864382 w 970672"/>
                    <a:gd name="connsiteY240" fmla="*/ 378485 h 1161199"/>
                    <a:gd name="connsiteX241" fmla="*/ 858293 w 970672"/>
                    <a:gd name="connsiteY241" fmla="*/ 379052 h 1161199"/>
                    <a:gd name="connsiteX242" fmla="*/ 858571 w 970672"/>
                    <a:gd name="connsiteY242" fmla="*/ 372454 h 1161199"/>
                    <a:gd name="connsiteX243" fmla="*/ 850318 w 970672"/>
                    <a:gd name="connsiteY243" fmla="*/ 376054 h 1161199"/>
                    <a:gd name="connsiteX244" fmla="*/ 843963 w 970672"/>
                    <a:gd name="connsiteY244" fmla="*/ 375382 h 1161199"/>
                    <a:gd name="connsiteX245" fmla="*/ 843291 w 970672"/>
                    <a:gd name="connsiteY245" fmla="*/ 373114 h 1161199"/>
                    <a:gd name="connsiteX246" fmla="*/ 841451 w 970672"/>
                    <a:gd name="connsiteY246" fmla="*/ 378057 h 1161199"/>
                    <a:gd name="connsiteX247" fmla="*/ 842377 w 970672"/>
                    <a:gd name="connsiteY247" fmla="*/ 383937 h 1161199"/>
                    <a:gd name="connsiteX248" fmla="*/ 838881 w 970672"/>
                    <a:gd name="connsiteY248" fmla="*/ 387873 h 1161199"/>
                    <a:gd name="connsiteX249" fmla="*/ 838071 w 970672"/>
                    <a:gd name="connsiteY249" fmla="*/ 391658 h 1161199"/>
                    <a:gd name="connsiteX250" fmla="*/ 833475 w 970672"/>
                    <a:gd name="connsiteY250" fmla="*/ 392862 h 1161199"/>
                    <a:gd name="connsiteX251" fmla="*/ 835165 w 970672"/>
                    <a:gd name="connsiteY251" fmla="*/ 398638 h 1161199"/>
                    <a:gd name="connsiteX252" fmla="*/ 833834 w 970672"/>
                    <a:gd name="connsiteY252" fmla="*/ 402169 h 1161199"/>
                    <a:gd name="connsiteX253" fmla="*/ 836369 w 970672"/>
                    <a:gd name="connsiteY253" fmla="*/ 402250 h 1161199"/>
                    <a:gd name="connsiteX254" fmla="*/ 832502 w 970672"/>
                    <a:gd name="connsiteY254" fmla="*/ 409879 h 1161199"/>
                    <a:gd name="connsiteX255" fmla="*/ 833926 w 970672"/>
                    <a:gd name="connsiteY255" fmla="*/ 413664 h 1161199"/>
                    <a:gd name="connsiteX256" fmla="*/ 832155 w 970672"/>
                    <a:gd name="connsiteY256" fmla="*/ 414358 h 1161199"/>
                    <a:gd name="connsiteX257" fmla="*/ 831646 w 970672"/>
                    <a:gd name="connsiteY257" fmla="*/ 418653 h 1161199"/>
                    <a:gd name="connsiteX258" fmla="*/ 824920 w 970672"/>
                    <a:gd name="connsiteY258" fmla="*/ 419475 h 1161199"/>
                    <a:gd name="connsiteX259" fmla="*/ 819989 w 970672"/>
                    <a:gd name="connsiteY259" fmla="*/ 422056 h 1161199"/>
                    <a:gd name="connsiteX260" fmla="*/ 824955 w 970672"/>
                    <a:gd name="connsiteY260" fmla="*/ 424360 h 1161199"/>
                    <a:gd name="connsiteX261" fmla="*/ 828393 w 970672"/>
                    <a:gd name="connsiteY261" fmla="*/ 428400 h 1161199"/>
                    <a:gd name="connsiteX262" fmla="*/ 823589 w 970672"/>
                    <a:gd name="connsiteY262" fmla="*/ 429361 h 1161199"/>
                    <a:gd name="connsiteX263" fmla="*/ 820105 w 970672"/>
                    <a:gd name="connsiteY263" fmla="*/ 437140 h 1161199"/>
                    <a:gd name="connsiteX264" fmla="*/ 816111 w 970672"/>
                    <a:gd name="connsiteY264" fmla="*/ 440786 h 1161199"/>
                    <a:gd name="connsiteX265" fmla="*/ 817477 w 970672"/>
                    <a:gd name="connsiteY265" fmla="*/ 446586 h 1161199"/>
                    <a:gd name="connsiteX266" fmla="*/ 813564 w 970672"/>
                    <a:gd name="connsiteY266" fmla="*/ 447627 h 1161199"/>
                    <a:gd name="connsiteX267" fmla="*/ 807383 w 970672"/>
                    <a:gd name="connsiteY267" fmla="*/ 454515 h 1161199"/>
                    <a:gd name="connsiteX268" fmla="*/ 805704 w 970672"/>
                    <a:gd name="connsiteY268" fmla="*/ 453381 h 1161199"/>
                    <a:gd name="connsiteX269" fmla="*/ 799465 w 970672"/>
                    <a:gd name="connsiteY269" fmla="*/ 454411 h 1161199"/>
                    <a:gd name="connsiteX270" fmla="*/ 801074 w 970672"/>
                    <a:gd name="connsiteY270" fmla="*/ 455638 h 1161199"/>
                    <a:gd name="connsiteX271" fmla="*/ 799777 w 970672"/>
                    <a:gd name="connsiteY271" fmla="*/ 456055 h 1161199"/>
                    <a:gd name="connsiteX272" fmla="*/ 799998 w 970672"/>
                    <a:gd name="connsiteY272" fmla="*/ 461414 h 1161199"/>
                    <a:gd name="connsiteX273" fmla="*/ 803632 w 970672"/>
                    <a:gd name="connsiteY273" fmla="*/ 466045 h 1161199"/>
                    <a:gd name="connsiteX274" fmla="*/ 809096 w 970672"/>
                    <a:gd name="connsiteY274" fmla="*/ 480654 h 1161199"/>
                    <a:gd name="connsiteX275" fmla="*/ 799870 w 970672"/>
                    <a:gd name="connsiteY275" fmla="*/ 484809 h 1161199"/>
                    <a:gd name="connsiteX276" fmla="*/ 801236 w 970672"/>
                    <a:gd name="connsiteY276" fmla="*/ 488699 h 1161199"/>
                    <a:gd name="connsiteX277" fmla="*/ 809999 w 970672"/>
                    <a:gd name="connsiteY277" fmla="*/ 487831 h 1161199"/>
                    <a:gd name="connsiteX278" fmla="*/ 818380 w 970672"/>
                    <a:gd name="connsiteY278" fmla="*/ 484821 h 1161199"/>
                    <a:gd name="connsiteX279" fmla="*/ 820093 w 970672"/>
                    <a:gd name="connsiteY279" fmla="*/ 482124 h 1161199"/>
                    <a:gd name="connsiteX280" fmla="*/ 815417 w 970672"/>
                    <a:gd name="connsiteY280" fmla="*/ 478662 h 1161199"/>
                    <a:gd name="connsiteX281" fmla="*/ 818264 w 970672"/>
                    <a:gd name="connsiteY281" fmla="*/ 476452 h 1161199"/>
                    <a:gd name="connsiteX282" fmla="*/ 817870 w 970672"/>
                    <a:gd name="connsiteY282" fmla="*/ 474923 h 1161199"/>
                    <a:gd name="connsiteX283" fmla="*/ 825893 w 970672"/>
                    <a:gd name="connsiteY283" fmla="*/ 471810 h 1161199"/>
                    <a:gd name="connsiteX284" fmla="*/ 827502 w 970672"/>
                    <a:gd name="connsiteY284" fmla="*/ 472724 h 1161199"/>
                    <a:gd name="connsiteX285" fmla="*/ 836253 w 970672"/>
                    <a:gd name="connsiteY285" fmla="*/ 463151 h 1161199"/>
                    <a:gd name="connsiteX286" fmla="*/ 844240 w 970672"/>
                    <a:gd name="connsiteY286" fmla="*/ 461090 h 1161199"/>
                    <a:gd name="connsiteX287" fmla="*/ 846996 w 970672"/>
                    <a:gd name="connsiteY287" fmla="*/ 462097 h 1161199"/>
                    <a:gd name="connsiteX288" fmla="*/ 849067 w 970672"/>
                    <a:gd name="connsiteY288" fmla="*/ 465582 h 1161199"/>
                    <a:gd name="connsiteX289" fmla="*/ 849264 w 970672"/>
                    <a:gd name="connsiteY289" fmla="*/ 473407 h 1161199"/>
                    <a:gd name="connsiteX290" fmla="*/ 851244 w 970672"/>
                    <a:gd name="connsiteY290" fmla="*/ 474472 h 1161199"/>
                    <a:gd name="connsiteX291" fmla="*/ 847609 w 970672"/>
                    <a:gd name="connsiteY291" fmla="*/ 485793 h 1161199"/>
                    <a:gd name="connsiteX292" fmla="*/ 848593 w 970672"/>
                    <a:gd name="connsiteY292" fmla="*/ 491477 h 1161199"/>
                    <a:gd name="connsiteX293" fmla="*/ 847493 w 970672"/>
                    <a:gd name="connsiteY293" fmla="*/ 493873 h 1161199"/>
                    <a:gd name="connsiteX294" fmla="*/ 837306 w 970672"/>
                    <a:gd name="connsiteY294" fmla="*/ 491431 h 1161199"/>
                    <a:gd name="connsiteX295" fmla="*/ 837839 w 970672"/>
                    <a:gd name="connsiteY295" fmla="*/ 493920 h 1161199"/>
                    <a:gd name="connsiteX296" fmla="*/ 835663 w 970672"/>
                    <a:gd name="connsiteY296" fmla="*/ 497554 h 1161199"/>
                    <a:gd name="connsiteX297" fmla="*/ 838256 w 970672"/>
                    <a:gd name="connsiteY297" fmla="*/ 504662 h 1161199"/>
                    <a:gd name="connsiteX298" fmla="*/ 808888 w 970672"/>
                    <a:gd name="connsiteY298" fmla="*/ 505588 h 1161199"/>
                    <a:gd name="connsiteX299" fmla="*/ 803250 w 970672"/>
                    <a:gd name="connsiteY299" fmla="*/ 509373 h 1161199"/>
                    <a:gd name="connsiteX300" fmla="*/ 797879 w 970672"/>
                    <a:gd name="connsiteY300" fmla="*/ 509883 h 1161199"/>
                    <a:gd name="connsiteX301" fmla="*/ 783814 w 970672"/>
                    <a:gd name="connsiteY301" fmla="*/ 519896 h 1161199"/>
                    <a:gd name="connsiteX302" fmla="*/ 777725 w 970672"/>
                    <a:gd name="connsiteY302" fmla="*/ 518588 h 1161199"/>
                    <a:gd name="connsiteX303" fmla="*/ 765038 w 970672"/>
                    <a:gd name="connsiteY303" fmla="*/ 531854 h 1161199"/>
                    <a:gd name="connsiteX304" fmla="*/ 763637 w 970672"/>
                    <a:gd name="connsiteY304" fmla="*/ 538047 h 1161199"/>
                    <a:gd name="connsiteX305" fmla="*/ 766207 w 970672"/>
                    <a:gd name="connsiteY305" fmla="*/ 539841 h 1161199"/>
                    <a:gd name="connsiteX306" fmla="*/ 765270 w 970672"/>
                    <a:gd name="connsiteY306" fmla="*/ 545131 h 1161199"/>
                    <a:gd name="connsiteX307" fmla="*/ 768256 w 970672"/>
                    <a:gd name="connsiteY307" fmla="*/ 547365 h 1161199"/>
                    <a:gd name="connsiteX308" fmla="*/ 769171 w 970672"/>
                    <a:gd name="connsiteY308" fmla="*/ 550630 h 1161199"/>
                    <a:gd name="connsiteX309" fmla="*/ 783698 w 970672"/>
                    <a:gd name="connsiteY309" fmla="*/ 557842 h 1161199"/>
                    <a:gd name="connsiteX310" fmla="*/ 790170 w 970672"/>
                    <a:gd name="connsiteY310" fmla="*/ 563514 h 1161199"/>
                    <a:gd name="connsiteX311" fmla="*/ 789753 w 970672"/>
                    <a:gd name="connsiteY311" fmla="*/ 568074 h 1161199"/>
                    <a:gd name="connsiteX312" fmla="*/ 792253 w 970672"/>
                    <a:gd name="connsiteY312" fmla="*/ 570725 h 1161199"/>
                    <a:gd name="connsiteX313" fmla="*/ 801190 w 970672"/>
                    <a:gd name="connsiteY313" fmla="*/ 572763 h 1161199"/>
                    <a:gd name="connsiteX314" fmla="*/ 804477 w 970672"/>
                    <a:gd name="connsiteY314" fmla="*/ 576941 h 1161199"/>
                    <a:gd name="connsiteX315" fmla="*/ 807927 w 970672"/>
                    <a:gd name="connsiteY315" fmla="*/ 577162 h 1161199"/>
                    <a:gd name="connsiteX316" fmla="*/ 814467 w 970672"/>
                    <a:gd name="connsiteY316" fmla="*/ 585797 h 1161199"/>
                    <a:gd name="connsiteX317" fmla="*/ 822154 w 970672"/>
                    <a:gd name="connsiteY317" fmla="*/ 589849 h 1161199"/>
                    <a:gd name="connsiteX318" fmla="*/ 825650 w 970672"/>
                    <a:gd name="connsiteY318" fmla="*/ 594456 h 1161199"/>
                    <a:gd name="connsiteX319" fmla="*/ 832989 w 970672"/>
                    <a:gd name="connsiteY319" fmla="*/ 596864 h 1161199"/>
                    <a:gd name="connsiteX320" fmla="*/ 847516 w 970672"/>
                    <a:gd name="connsiteY320" fmla="*/ 592720 h 1161199"/>
                    <a:gd name="connsiteX321" fmla="*/ 852575 w 970672"/>
                    <a:gd name="connsiteY321" fmla="*/ 593287 h 1161199"/>
                    <a:gd name="connsiteX322" fmla="*/ 856719 w 970672"/>
                    <a:gd name="connsiteY322" fmla="*/ 591088 h 1161199"/>
                    <a:gd name="connsiteX323" fmla="*/ 858120 w 970672"/>
                    <a:gd name="connsiteY323" fmla="*/ 593079 h 1161199"/>
                    <a:gd name="connsiteX324" fmla="*/ 863815 w 970672"/>
                    <a:gd name="connsiteY324" fmla="*/ 594444 h 1161199"/>
                    <a:gd name="connsiteX325" fmla="*/ 859289 w 970672"/>
                    <a:gd name="connsiteY325" fmla="*/ 605974 h 1161199"/>
                    <a:gd name="connsiteX326" fmla="*/ 852320 w 970672"/>
                    <a:gd name="connsiteY326" fmla="*/ 609400 h 1161199"/>
                    <a:gd name="connsiteX327" fmla="*/ 848327 w 970672"/>
                    <a:gd name="connsiteY327" fmla="*/ 608717 h 1161199"/>
                    <a:gd name="connsiteX328" fmla="*/ 846961 w 970672"/>
                    <a:gd name="connsiteY328" fmla="*/ 610327 h 1161199"/>
                    <a:gd name="connsiteX329" fmla="*/ 846625 w 970672"/>
                    <a:gd name="connsiteY329" fmla="*/ 623152 h 1161199"/>
                    <a:gd name="connsiteX330" fmla="*/ 845005 w 970672"/>
                    <a:gd name="connsiteY330" fmla="*/ 628593 h 1161199"/>
                    <a:gd name="connsiteX331" fmla="*/ 842689 w 970672"/>
                    <a:gd name="connsiteY331" fmla="*/ 630064 h 1161199"/>
                    <a:gd name="connsiteX332" fmla="*/ 843581 w 970672"/>
                    <a:gd name="connsiteY332" fmla="*/ 633154 h 1161199"/>
                    <a:gd name="connsiteX333" fmla="*/ 842377 w 970672"/>
                    <a:gd name="connsiteY333" fmla="*/ 635307 h 1161199"/>
                    <a:gd name="connsiteX334" fmla="*/ 849496 w 970672"/>
                    <a:gd name="connsiteY334" fmla="*/ 639139 h 1161199"/>
                    <a:gd name="connsiteX335" fmla="*/ 859532 w 970672"/>
                    <a:gd name="connsiteY335" fmla="*/ 638363 h 1161199"/>
                    <a:gd name="connsiteX336" fmla="*/ 865008 w 970672"/>
                    <a:gd name="connsiteY336" fmla="*/ 641315 h 1161199"/>
                    <a:gd name="connsiteX337" fmla="*/ 862762 w 970672"/>
                    <a:gd name="connsiteY337" fmla="*/ 640436 h 1161199"/>
                    <a:gd name="connsiteX338" fmla="*/ 859451 w 970672"/>
                    <a:gd name="connsiteY338" fmla="*/ 642033 h 1161199"/>
                    <a:gd name="connsiteX339" fmla="*/ 859451 w 970672"/>
                    <a:gd name="connsiteY339" fmla="*/ 645401 h 1161199"/>
                    <a:gd name="connsiteX340" fmla="*/ 855006 w 970672"/>
                    <a:gd name="connsiteY340" fmla="*/ 646929 h 1161199"/>
                    <a:gd name="connsiteX341" fmla="*/ 854520 w 970672"/>
                    <a:gd name="connsiteY341" fmla="*/ 645355 h 1161199"/>
                    <a:gd name="connsiteX342" fmla="*/ 850434 w 970672"/>
                    <a:gd name="connsiteY342" fmla="*/ 646385 h 1161199"/>
                    <a:gd name="connsiteX343" fmla="*/ 844727 w 970672"/>
                    <a:gd name="connsiteY343" fmla="*/ 644105 h 1161199"/>
                    <a:gd name="connsiteX344" fmla="*/ 833811 w 970672"/>
                    <a:gd name="connsiteY344" fmla="*/ 648365 h 1161199"/>
                    <a:gd name="connsiteX345" fmla="*/ 829261 w 970672"/>
                    <a:gd name="connsiteY345" fmla="*/ 652127 h 1161199"/>
                    <a:gd name="connsiteX346" fmla="*/ 830326 w 970672"/>
                    <a:gd name="connsiteY346" fmla="*/ 654153 h 1161199"/>
                    <a:gd name="connsiteX347" fmla="*/ 828671 w 970672"/>
                    <a:gd name="connsiteY347" fmla="*/ 655276 h 1161199"/>
                    <a:gd name="connsiteX348" fmla="*/ 831171 w 970672"/>
                    <a:gd name="connsiteY348" fmla="*/ 655693 h 1161199"/>
                    <a:gd name="connsiteX349" fmla="*/ 830639 w 970672"/>
                    <a:gd name="connsiteY349" fmla="*/ 659385 h 1161199"/>
                    <a:gd name="connsiteX350" fmla="*/ 820220 w 970672"/>
                    <a:gd name="connsiteY350" fmla="*/ 660438 h 1161199"/>
                    <a:gd name="connsiteX351" fmla="*/ 821123 w 970672"/>
                    <a:gd name="connsiteY351" fmla="*/ 664351 h 1161199"/>
                    <a:gd name="connsiteX352" fmla="*/ 818241 w 970672"/>
                    <a:gd name="connsiteY352" fmla="*/ 672072 h 1161199"/>
                    <a:gd name="connsiteX353" fmla="*/ 820360 w 970672"/>
                    <a:gd name="connsiteY353" fmla="*/ 673843 h 1161199"/>
                    <a:gd name="connsiteX354" fmla="*/ 809432 w 970672"/>
                    <a:gd name="connsiteY354" fmla="*/ 679770 h 1161199"/>
                    <a:gd name="connsiteX355" fmla="*/ 811955 w 970672"/>
                    <a:gd name="connsiteY355" fmla="*/ 690964 h 1161199"/>
                    <a:gd name="connsiteX356" fmla="*/ 809455 w 970672"/>
                    <a:gd name="connsiteY356" fmla="*/ 694738 h 1161199"/>
                    <a:gd name="connsiteX357" fmla="*/ 805415 w 970672"/>
                    <a:gd name="connsiteY357" fmla="*/ 696821 h 1161199"/>
                    <a:gd name="connsiteX358" fmla="*/ 805392 w 970672"/>
                    <a:gd name="connsiteY358" fmla="*/ 698812 h 1161199"/>
                    <a:gd name="connsiteX359" fmla="*/ 801919 w 970672"/>
                    <a:gd name="connsiteY359" fmla="*/ 700711 h 1161199"/>
                    <a:gd name="connsiteX360" fmla="*/ 801734 w 970672"/>
                    <a:gd name="connsiteY360" fmla="*/ 702760 h 1161199"/>
                    <a:gd name="connsiteX361" fmla="*/ 810161 w 970672"/>
                    <a:gd name="connsiteY361" fmla="*/ 707992 h 1161199"/>
                    <a:gd name="connsiteX362" fmla="*/ 816146 w 970672"/>
                    <a:gd name="connsiteY362" fmla="*/ 703200 h 1161199"/>
                    <a:gd name="connsiteX363" fmla="*/ 820070 w 970672"/>
                    <a:gd name="connsiteY363" fmla="*/ 706117 h 1161199"/>
                    <a:gd name="connsiteX364" fmla="*/ 819700 w 970672"/>
                    <a:gd name="connsiteY364" fmla="*/ 707529 h 1161199"/>
                    <a:gd name="connsiteX365" fmla="*/ 811955 w 970672"/>
                    <a:gd name="connsiteY365" fmla="*/ 714151 h 1161199"/>
                    <a:gd name="connsiteX366" fmla="*/ 796640 w 970672"/>
                    <a:gd name="connsiteY366" fmla="*/ 717681 h 1161199"/>
                    <a:gd name="connsiteX367" fmla="*/ 797219 w 970672"/>
                    <a:gd name="connsiteY367" fmla="*/ 720240 h 1161199"/>
                    <a:gd name="connsiteX368" fmla="*/ 794360 w 970672"/>
                    <a:gd name="connsiteY368" fmla="*/ 723550 h 1161199"/>
                    <a:gd name="connsiteX369" fmla="*/ 796166 w 970672"/>
                    <a:gd name="connsiteY369" fmla="*/ 726247 h 1161199"/>
                    <a:gd name="connsiteX370" fmla="*/ 799338 w 970672"/>
                    <a:gd name="connsiteY370" fmla="*/ 725565 h 1161199"/>
                    <a:gd name="connsiteX371" fmla="*/ 807614 w 970672"/>
                    <a:gd name="connsiteY371" fmla="*/ 730310 h 1161199"/>
                    <a:gd name="connsiteX372" fmla="*/ 807348 w 970672"/>
                    <a:gd name="connsiteY372" fmla="*/ 736967 h 1161199"/>
                    <a:gd name="connsiteX373" fmla="*/ 801086 w 970672"/>
                    <a:gd name="connsiteY373" fmla="*/ 738182 h 1161199"/>
                    <a:gd name="connsiteX374" fmla="*/ 802347 w 970672"/>
                    <a:gd name="connsiteY374" fmla="*/ 746690 h 1161199"/>
                    <a:gd name="connsiteX375" fmla="*/ 799708 w 970672"/>
                    <a:gd name="connsiteY375" fmla="*/ 752768 h 1161199"/>
                    <a:gd name="connsiteX376" fmla="*/ 803019 w 970672"/>
                    <a:gd name="connsiteY376" fmla="*/ 760153 h 1161199"/>
                    <a:gd name="connsiteX377" fmla="*/ 812245 w 970672"/>
                    <a:gd name="connsiteY377" fmla="*/ 769310 h 1161199"/>
                    <a:gd name="connsiteX378" fmla="*/ 811411 w 970672"/>
                    <a:gd name="connsiteY378" fmla="*/ 771080 h 1161199"/>
                    <a:gd name="connsiteX379" fmla="*/ 813715 w 970672"/>
                    <a:gd name="connsiteY379" fmla="*/ 775399 h 1161199"/>
                    <a:gd name="connsiteX380" fmla="*/ 808876 w 970672"/>
                    <a:gd name="connsiteY380" fmla="*/ 785620 h 1161199"/>
                    <a:gd name="connsiteX381" fmla="*/ 813263 w 970672"/>
                    <a:gd name="connsiteY381" fmla="*/ 790841 h 1161199"/>
                    <a:gd name="connsiteX382" fmla="*/ 814189 w 970672"/>
                    <a:gd name="connsiteY382" fmla="*/ 796617 h 1161199"/>
                    <a:gd name="connsiteX383" fmla="*/ 820081 w 970672"/>
                    <a:gd name="connsiteY383" fmla="*/ 809038 h 1161199"/>
                    <a:gd name="connsiteX384" fmla="*/ 830014 w 970672"/>
                    <a:gd name="connsiteY384" fmla="*/ 818970 h 1161199"/>
                    <a:gd name="connsiteX385" fmla="*/ 831507 w 970672"/>
                    <a:gd name="connsiteY385" fmla="*/ 822952 h 1161199"/>
                    <a:gd name="connsiteX386" fmla="*/ 834899 w 970672"/>
                    <a:gd name="connsiteY386" fmla="*/ 824446 h 1161199"/>
                    <a:gd name="connsiteX387" fmla="*/ 841069 w 970672"/>
                    <a:gd name="connsiteY387" fmla="*/ 835824 h 1161199"/>
                    <a:gd name="connsiteX388" fmla="*/ 841126 w 970672"/>
                    <a:gd name="connsiteY388" fmla="*/ 842261 h 1161199"/>
                    <a:gd name="connsiteX389" fmla="*/ 844321 w 970672"/>
                    <a:gd name="connsiteY389" fmla="*/ 844472 h 1161199"/>
                    <a:gd name="connsiteX390" fmla="*/ 852563 w 970672"/>
                    <a:gd name="connsiteY390" fmla="*/ 842214 h 1161199"/>
                    <a:gd name="connsiteX391" fmla="*/ 854138 w 970672"/>
                    <a:gd name="connsiteY391" fmla="*/ 855469 h 1161199"/>
                    <a:gd name="connsiteX392" fmla="*/ 861245 w 970672"/>
                    <a:gd name="connsiteY392" fmla="*/ 854798 h 1161199"/>
                    <a:gd name="connsiteX393" fmla="*/ 867994 w 970672"/>
                    <a:gd name="connsiteY393" fmla="*/ 849727 h 1161199"/>
                    <a:gd name="connsiteX394" fmla="*/ 870124 w 970672"/>
                    <a:gd name="connsiteY394" fmla="*/ 850434 h 1161199"/>
                    <a:gd name="connsiteX395" fmla="*/ 874442 w 970672"/>
                    <a:gd name="connsiteY395" fmla="*/ 848257 h 1161199"/>
                    <a:gd name="connsiteX396" fmla="*/ 878898 w 970672"/>
                    <a:gd name="connsiteY396" fmla="*/ 843904 h 1161199"/>
                    <a:gd name="connsiteX397" fmla="*/ 883216 w 970672"/>
                    <a:gd name="connsiteY397" fmla="*/ 843812 h 1161199"/>
                    <a:gd name="connsiteX398" fmla="*/ 885138 w 970672"/>
                    <a:gd name="connsiteY398" fmla="*/ 842226 h 1161199"/>
                    <a:gd name="connsiteX399" fmla="*/ 884663 w 970672"/>
                    <a:gd name="connsiteY399" fmla="*/ 839043 h 1161199"/>
                    <a:gd name="connsiteX400" fmla="*/ 888518 w 970672"/>
                    <a:gd name="connsiteY400" fmla="*/ 838950 h 1161199"/>
                    <a:gd name="connsiteX401" fmla="*/ 891308 w 970672"/>
                    <a:gd name="connsiteY401" fmla="*/ 843083 h 1161199"/>
                    <a:gd name="connsiteX402" fmla="*/ 895290 w 970672"/>
                    <a:gd name="connsiteY402" fmla="*/ 842631 h 1161199"/>
                    <a:gd name="connsiteX403" fmla="*/ 900395 w 970672"/>
                    <a:gd name="connsiteY403" fmla="*/ 846023 h 1161199"/>
                    <a:gd name="connsiteX404" fmla="*/ 893704 w 970672"/>
                    <a:gd name="connsiteY404" fmla="*/ 848778 h 1161199"/>
                    <a:gd name="connsiteX405" fmla="*/ 894167 w 970672"/>
                    <a:gd name="connsiteY405" fmla="*/ 850653 h 1161199"/>
                    <a:gd name="connsiteX406" fmla="*/ 897015 w 970672"/>
                    <a:gd name="connsiteY406" fmla="*/ 851116 h 1161199"/>
                    <a:gd name="connsiteX407" fmla="*/ 897258 w 970672"/>
                    <a:gd name="connsiteY407" fmla="*/ 849623 h 1161199"/>
                    <a:gd name="connsiteX408" fmla="*/ 900268 w 970672"/>
                    <a:gd name="connsiteY408" fmla="*/ 850017 h 1161199"/>
                    <a:gd name="connsiteX409" fmla="*/ 901472 w 970672"/>
                    <a:gd name="connsiteY409" fmla="*/ 848558 h 1161199"/>
                    <a:gd name="connsiteX410" fmla="*/ 903497 w 970672"/>
                    <a:gd name="connsiteY410" fmla="*/ 855457 h 1161199"/>
                    <a:gd name="connsiteX411" fmla="*/ 909042 w 970672"/>
                    <a:gd name="connsiteY411" fmla="*/ 855920 h 1161199"/>
                    <a:gd name="connsiteX412" fmla="*/ 915930 w 970672"/>
                    <a:gd name="connsiteY412" fmla="*/ 864799 h 1161199"/>
                    <a:gd name="connsiteX413" fmla="*/ 927945 w 970672"/>
                    <a:gd name="connsiteY413" fmla="*/ 870715 h 1161199"/>
                    <a:gd name="connsiteX414" fmla="*/ 924843 w 970672"/>
                    <a:gd name="connsiteY414" fmla="*/ 874893 h 1161199"/>
                    <a:gd name="connsiteX415" fmla="*/ 924079 w 970672"/>
                    <a:gd name="connsiteY415" fmla="*/ 879303 h 1161199"/>
                    <a:gd name="connsiteX416" fmla="*/ 927436 w 970672"/>
                    <a:gd name="connsiteY416" fmla="*/ 881399 h 1161199"/>
                    <a:gd name="connsiteX417" fmla="*/ 931939 w 970672"/>
                    <a:gd name="connsiteY417" fmla="*/ 891123 h 1161199"/>
                    <a:gd name="connsiteX418" fmla="*/ 937646 w 970672"/>
                    <a:gd name="connsiteY418" fmla="*/ 893194 h 1161199"/>
                    <a:gd name="connsiteX419" fmla="*/ 938445 w 970672"/>
                    <a:gd name="connsiteY419" fmla="*/ 896644 h 1161199"/>
                    <a:gd name="connsiteX420" fmla="*/ 941130 w 970672"/>
                    <a:gd name="connsiteY420" fmla="*/ 893866 h 1161199"/>
                    <a:gd name="connsiteX421" fmla="*/ 942566 w 970672"/>
                    <a:gd name="connsiteY421" fmla="*/ 894618 h 1161199"/>
                    <a:gd name="connsiteX422" fmla="*/ 945529 w 970672"/>
                    <a:gd name="connsiteY422" fmla="*/ 889479 h 1161199"/>
                    <a:gd name="connsiteX423" fmla="*/ 947104 w 970672"/>
                    <a:gd name="connsiteY423" fmla="*/ 894596 h 1161199"/>
                    <a:gd name="connsiteX424" fmla="*/ 949963 w 970672"/>
                    <a:gd name="connsiteY424" fmla="*/ 895128 h 1161199"/>
                    <a:gd name="connsiteX425" fmla="*/ 950785 w 970672"/>
                    <a:gd name="connsiteY425" fmla="*/ 891435 h 1161199"/>
                    <a:gd name="connsiteX426" fmla="*/ 953621 w 970672"/>
                    <a:gd name="connsiteY426" fmla="*/ 891979 h 1161199"/>
                    <a:gd name="connsiteX427" fmla="*/ 955022 w 970672"/>
                    <a:gd name="connsiteY427" fmla="*/ 898438 h 1161199"/>
                    <a:gd name="connsiteX428" fmla="*/ 957302 w 970672"/>
                    <a:gd name="connsiteY428" fmla="*/ 898924 h 1161199"/>
                    <a:gd name="connsiteX429" fmla="*/ 958842 w 970672"/>
                    <a:gd name="connsiteY429" fmla="*/ 895764 h 1161199"/>
                    <a:gd name="connsiteX430" fmla="*/ 964896 w 970672"/>
                    <a:gd name="connsiteY430" fmla="*/ 897489 h 1161199"/>
                    <a:gd name="connsiteX431" fmla="*/ 967790 w 970672"/>
                    <a:gd name="connsiteY431" fmla="*/ 899225 h 1161199"/>
                    <a:gd name="connsiteX432" fmla="*/ 968253 w 970672"/>
                    <a:gd name="connsiteY432" fmla="*/ 902652 h 1161199"/>
                    <a:gd name="connsiteX433" fmla="*/ 970603 w 970672"/>
                    <a:gd name="connsiteY433" fmla="*/ 903115 h 1161199"/>
                    <a:gd name="connsiteX434" fmla="*/ 970672 w 970672"/>
                    <a:gd name="connsiteY434" fmla="*/ 904308 h 1161199"/>
                    <a:gd name="connsiteX435" fmla="*/ 966771 w 970672"/>
                    <a:gd name="connsiteY435" fmla="*/ 905071 h 1161199"/>
                    <a:gd name="connsiteX436" fmla="*/ 967188 w 970672"/>
                    <a:gd name="connsiteY436" fmla="*/ 912168 h 1161199"/>
                    <a:gd name="connsiteX437" fmla="*/ 962419 w 970672"/>
                    <a:gd name="connsiteY437" fmla="*/ 913163 h 1161199"/>
                    <a:gd name="connsiteX438" fmla="*/ 960219 w 970672"/>
                    <a:gd name="connsiteY438" fmla="*/ 916705 h 1161199"/>
                    <a:gd name="connsiteX439" fmla="*/ 963356 w 970672"/>
                    <a:gd name="connsiteY439" fmla="*/ 921775 h 1161199"/>
                    <a:gd name="connsiteX440" fmla="*/ 961122 w 970672"/>
                    <a:gd name="connsiteY440" fmla="*/ 925410 h 1161199"/>
                    <a:gd name="connsiteX441" fmla="*/ 961354 w 970672"/>
                    <a:gd name="connsiteY441" fmla="*/ 932043 h 1161199"/>
                    <a:gd name="connsiteX442" fmla="*/ 959339 w 970672"/>
                    <a:gd name="connsiteY442" fmla="*/ 936639 h 1161199"/>
                    <a:gd name="connsiteX443" fmla="*/ 965741 w 970672"/>
                    <a:gd name="connsiteY443" fmla="*/ 945541 h 1161199"/>
                    <a:gd name="connsiteX444" fmla="*/ 962164 w 970672"/>
                    <a:gd name="connsiteY444" fmla="*/ 955808 h 1161199"/>
                    <a:gd name="connsiteX445" fmla="*/ 956538 w 970672"/>
                    <a:gd name="connsiteY445" fmla="*/ 959246 h 1161199"/>
                    <a:gd name="connsiteX446" fmla="*/ 959085 w 970672"/>
                    <a:gd name="connsiteY446" fmla="*/ 962673 h 1161199"/>
                    <a:gd name="connsiteX447" fmla="*/ 959455 w 970672"/>
                    <a:gd name="connsiteY447" fmla="*/ 968889 h 1161199"/>
                    <a:gd name="connsiteX448" fmla="*/ 963217 w 970672"/>
                    <a:gd name="connsiteY448" fmla="*/ 973589 h 1161199"/>
                    <a:gd name="connsiteX449" fmla="*/ 962303 w 970672"/>
                    <a:gd name="connsiteY449" fmla="*/ 976657 h 1161199"/>
                    <a:gd name="connsiteX450" fmla="*/ 958251 w 970672"/>
                    <a:gd name="connsiteY450" fmla="*/ 975083 h 1161199"/>
                    <a:gd name="connsiteX451" fmla="*/ 957673 w 970672"/>
                    <a:gd name="connsiteY451" fmla="*/ 975580 h 1161199"/>
                    <a:gd name="connsiteX452" fmla="*/ 957742 w 970672"/>
                    <a:gd name="connsiteY452" fmla="*/ 977085 h 1161199"/>
                    <a:gd name="connsiteX453" fmla="*/ 958668 w 970672"/>
                    <a:gd name="connsiteY453" fmla="*/ 977548 h 1161199"/>
                    <a:gd name="connsiteX454" fmla="*/ 962152 w 970672"/>
                    <a:gd name="connsiteY454" fmla="*/ 980465 h 1161199"/>
                    <a:gd name="connsiteX455" fmla="*/ 962882 w 970672"/>
                    <a:gd name="connsiteY455" fmla="*/ 982178 h 1161199"/>
                    <a:gd name="connsiteX456" fmla="*/ 962801 w 970672"/>
                    <a:gd name="connsiteY456" fmla="*/ 982653 h 1161199"/>
                    <a:gd name="connsiteX457" fmla="*/ 961284 w 970672"/>
                    <a:gd name="connsiteY457" fmla="*/ 987121 h 1161199"/>
                    <a:gd name="connsiteX458" fmla="*/ 961701 w 970672"/>
                    <a:gd name="connsiteY458" fmla="*/ 988568 h 1161199"/>
                    <a:gd name="connsiteX459" fmla="*/ 963576 w 970672"/>
                    <a:gd name="connsiteY459" fmla="*/ 990258 h 1161199"/>
                    <a:gd name="connsiteX460" fmla="*/ 966887 w 970672"/>
                    <a:gd name="connsiteY460" fmla="*/ 991832 h 1161199"/>
                    <a:gd name="connsiteX461" fmla="*/ 967107 w 970672"/>
                    <a:gd name="connsiteY461" fmla="*/ 991995 h 1161199"/>
                    <a:gd name="connsiteX462" fmla="*/ 965637 w 970672"/>
                    <a:gd name="connsiteY462" fmla="*/ 994148 h 1161199"/>
                    <a:gd name="connsiteX463" fmla="*/ 958899 w 970672"/>
                    <a:gd name="connsiteY463" fmla="*/ 994750 h 1161199"/>
                    <a:gd name="connsiteX464" fmla="*/ 957094 w 970672"/>
                    <a:gd name="connsiteY464" fmla="*/ 995722 h 1161199"/>
                    <a:gd name="connsiteX465" fmla="*/ 956330 w 970672"/>
                    <a:gd name="connsiteY465" fmla="*/ 998998 h 1161199"/>
                    <a:gd name="connsiteX466" fmla="*/ 957811 w 970672"/>
                    <a:gd name="connsiteY466" fmla="*/ 1000757 h 1161199"/>
                    <a:gd name="connsiteX467" fmla="*/ 959409 w 970672"/>
                    <a:gd name="connsiteY467" fmla="*/ 1000781 h 1161199"/>
                    <a:gd name="connsiteX468" fmla="*/ 959490 w 970672"/>
                    <a:gd name="connsiteY468" fmla="*/ 1000827 h 1161199"/>
                    <a:gd name="connsiteX469" fmla="*/ 959571 w 970672"/>
                    <a:gd name="connsiteY469" fmla="*/ 1000781 h 1161199"/>
                    <a:gd name="connsiteX470" fmla="*/ 960427 w 970672"/>
                    <a:gd name="connsiteY470" fmla="*/ 1000793 h 1161199"/>
                    <a:gd name="connsiteX471" fmla="*/ 963704 w 970672"/>
                    <a:gd name="connsiteY471" fmla="*/ 998396 h 1161199"/>
                    <a:gd name="connsiteX472" fmla="*/ 963773 w 970672"/>
                    <a:gd name="connsiteY472" fmla="*/ 998350 h 1161199"/>
                    <a:gd name="connsiteX473" fmla="*/ 958726 w 970672"/>
                    <a:gd name="connsiteY473" fmla="*/ 1006939 h 1161199"/>
                    <a:gd name="connsiteX474" fmla="*/ 958784 w 970672"/>
                    <a:gd name="connsiteY474" fmla="*/ 1007865 h 1161199"/>
                    <a:gd name="connsiteX475" fmla="*/ 958714 w 970672"/>
                    <a:gd name="connsiteY475" fmla="*/ 1007992 h 1161199"/>
                    <a:gd name="connsiteX476" fmla="*/ 958807 w 970672"/>
                    <a:gd name="connsiteY476" fmla="*/ 1008132 h 1161199"/>
                    <a:gd name="connsiteX477" fmla="*/ 958888 w 970672"/>
                    <a:gd name="connsiteY477" fmla="*/ 1009428 h 1161199"/>
                    <a:gd name="connsiteX478" fmla="*/ 959825 w 970672"/>
                    <a:gd name="connsiteY478" fmla="*/ 1010123 h 1161199"/>
                    <a:gd name="connsiteX479" fmla="*/ 962893 w 970672"/>
                    <a:gd name="connsiteY479" fmla="*/ 1009521 h 1161199"/>
                    <a:gd name="connsiteX480" fmla="*/ 962558 w 970672"/>
                    <a:gd name="connsiteY480" fmla="*/ 1015679 h 1161199"/>
                    <a:gd name="connsiteX481" fmla="*/ 964051 w 970672"/>
                    <a:gd name="connsiteY481" fmla="*/ 1019094 h 1161199"/>
                    <a:gd name="connsiteX482" fmla="*/ 966771 w 970672"/>
                    <a:gd name="connsiteY482" fmla="*/ 1023006 h 1161199"/>
                    <a:gd name="connsiteX483" fmla="*/ 961770 w 970672"/>
                    <a:gd name="connsiteY483" fmla="*/ 1031098 h 1161199"/>
                    <a:gd name="connsiteX484" fmla="*/ 954211 w 970672"/>
                    <a:gd name="connsiteY484" fmla="*/ 1035555 h 1161199"/>
                    <a:gd name="connsiteX485" fmla="*/ 953366 w 970672"/>
                    <a:gd name="connsiteY485" fmla="*/ 1034351 h 1161199"/>
                    <a:gd name="connsiteX486" fmla="*/ 947358 w 970672"/>
                    <a:gd name="connsiteY486" fmla="*/ 1045429 h 1161199"/>
                    <a:gd name="connsiteX487" fmla="*/ 941987 w 970672"/>
                    <a:gd name="connsiteY487" fmla="*/ 1046529 h 1161199"/>
                    <a:gd name="connsiteX488" fmla="*/ 933398 w 970672"/>
                    <a:gd name="connsiteY488" fmla="*/ 1047362 h 1161199"/>
                    <a:gd name="connsiteX489" fmla="*/ 929717 w 970672"/>
                    <a:gd name="connsiteY489" fmla="*/ 1048589 h 1161199"/>
                    <a:gd name="connsiteX490" fmla="*/ 917852 w 970672"/>
                    <a:gd name="connsiteY490" fmla="*/ 1055026 h 1161199"/>
                    <a:gd name="connsiteX491" fmla="*/ 917620 w 970672"/>
                    <a:gd name="connsiteY491" fmla="*/ 1054771 h 1161199"/>
                    <a:gd name="connsiteX492" fmla="*/ 917574 w 970672"/>
                    <a:gd name="connsiteY492" fmla="*/ 1054736 h 1161199"/>
                    <a:gd name="connsiteX493" fmla="*/ 906530 w 970672"/>
                    <a:gd name="connsiteY493" fmla="*/ 1062330 h 1161199"/>
                    <a:gd name="connsiteX494" fmla="*/ 906426 w 970672"/>
                    <a:gd name="connsiteY494" fmla="*/ 1062399 h 1161199"/>
                    <a:gd name="connsiteX495" fmla="*/ 897860 w 970672"/>
                    <a:gd name="connsiteY495" fmla="*/ 1067226 h 1161199"/>
                    <a:gd name="connsiteX496" fmla="*/ 889884 w 970672"/>
                    <a:gd name="connsiteY496" fmla="*/ 1068812 h 1161199"/>
                    <a:gd name="connsiteX497" fmla="*/ 888715 w 970672"/>
                    <a:gd name="connsiteY497" fmla="*/ 1069044 h 1161199"/>
                    <a:gd name="connsiteX498" fmla="*/ 875715 w 970672"/>
                    <a:gd name="connsiteY498" fmla="*/ 1074774 h 1161199"/>
                    <a:gd name="connsiteX499" fmla="*/ 869325 w 970672"/>
                    <a:gd name="connsiteY499" fmla="*/ 1072725 h 1161199"/>
                    <a:gd name="connsiteX500" fmla="*/ 872474 w 970672"/>
                    <a:gd name="connsiteY500" fmla="*/ 1068778 h 1161199"/>
                    <a:gd name="connsiteX501" fmla="*/ 869337 w 970672"/>
                    <a:gd name="connsiteY501" fmla="*/ 1072147 h 1161199"/>
                    <a:gd name="connsiteX502" fmla="*/ 869372 w 970672"/>
                    <a:gd name="connsiteY502" fmla="*/ 1071012 h 1161199"/>
                    <a:gd name="connsiteX503" fmla="*/ 867519 w 970672"/>
                    <a:gd name="connsiteY503" fmla="*/ 1072597 h 1161199"/>
                    <a:gd name="connsiteX504" fmla="*/ 859926 w 970672"/>
                    <a:gd name="connsiteY504" fmla="*/ 1073014 h 1161199"/>
                    <a:gd name="connsiteX505" fmla="*/ 855469 w 970672"/>
                    <a:gd name="connsiteY505" fmla="*/ 1072169 h 1161199"/>
                    <a:gd name="connsiteX506" fmla="*/ 847771 w 970672"/>
                    <a:gd name="connsiteY506" fmla="*/ 1067030 h 1161199"/>
                    <a:gd name="connsiteX507" fmla="*/ 853061 w 970672"/>
                    <a:gd name="connsiteY507" fmla="*/ 1062203 h 1161199"/>
                    <a:gd name="connsiteX508" fmla="*/ 855272 w 970672"/>
                    <a:gd name="connsiteY508" fmla="*/ 1063001 h 1161199"/>
                    <a:gd name="connsiteX509" fmla="*/ 853675 w 970672"/>
                    <a:gd name="connsiteY509" fmla="*/ 1062121 h 1161199"/>
                    <a:gd name="connsiteX510" fmla="*/ 852783 w 970672"/>
                    <a:gd name="connsiteY510" fmla="*/ 1057364 h 1161199"/>
                    <a:gd name="connsiteX511" fmla="*/ 847192 w 970672"/>
                    <a:gd name="connsiteY511" fmla="*/ 1053266 h 1161199"/>
                    <a:gd name="connsiteX512" fmla="*/ 850931 w 970672"/>
                    <a:gd name="connsiteY512" fmla="*/ 1049353 h 1161199"/>
                    <a:gd name="connsiteX513" fmla="*/ 850399 w 970672"/>
                    <a:gd name="connsiteY513" fmla="*/ 1046725 h 1161199"/>
                    <a:gd name="connsiteX514" fmla="*/ 851151 w 970672"/>
                    <a:gd name="connsiteY514" fmla="*/ 1046807 h 1161199"/>
                    <a:gd name="connsiteX515" fmla="*/ 848350 w 970672"/>
                    <a:gd name="connsiteY515" fmla="*/ 1045475 h 1161199"/>
                    <a:gd name="connsiteX516" fmla="*/ 843882 w 970672"/>
                    <a:gd name="connsiteY516" fmla="*/ 1040150 h 1161199"/>
                    <a:gd name="connsiteX517" fmla="*/ 845641 w 970672"/>
                    <a:gd name="connsiteY517" fmla="*/ 1036134 h 1161199"/>
                    <a:gd name="connsiteX518" fmla="*/ 844669 w 970672"/>
                    <a:gd name="connsiteY518" fmla="*/ 1029686 h 1161199"/>
                    <a:gd name="connsiteX519" fmla="*/ 847030 w 970672"/>
                    <a:gd name="connsiteY519" fmla="*/ 1029582 h 1161199"/>
                    <a:gd name="connsiteX520" fmla="*/ 848790 w 970672"/>
                    <a:gd name="connsiteY520" fmla="*/ 1031885 h 1161199"/>
                    <a:gd name="connsiteX521" fmla="*/ 850353 w 970672"/>
                    <a:gd name="connsiteY521" fmla="*/ 1031642 h 1161199"/>
                    <a:gd name="connsiteX522" fmla="*/ 851105 w 970672"/>
                    <a:gd name="connsiteY522" fmla="*/ 1029477 h 1161199"/>
                    <a:gd name="connsiteX523" fmla="*/ 852980 w 970672"/>
                    <a:gd name="connsiteY523" fmla="*/ 1031931 h 1161199"/>
                    <a:gd name="connsiteX524" fmla="*/ 855631 w 970672"/>
                    <a:gd name="connsiteY524" fmla="*/ 1033726 h 1161199"/>
                    <a:gd name="connsiteX525" fmla="*/ 857935 w 970672"/>
                    <a:gd name="connsiteY525" fmla="*/ 1033668 h 1161199"/>
                    <a:gd name="connsiteX526" fmla="*/ 858895 w 970672"/>
                    <a:gd name="connsiteY526" fmla="*/ 1030693 h 1161199"/>
                    <a:gd name="connsiteX527" fmla="*/ 858629 w 970672"/>
                    <a:gd name="connsiteY527" fmla="*/ 1030473 h 1161199"/>
                    <a:gd name="connsiteX528" fmla="*/ 857367 w 970672"/>
                    <a:gd name="connsiteY528" fmla="*/ 1033425 h 1161199"/>
                    <a:gd name="connsiteX529" fmla="*/ 853408 w 970672"/>
                    <a:gd name="connsiteY529" fmla="*/ 1031631 h 1161199"/>
                    <a:gd name="connsiteX530" fmla="*/ 852320 w 970672"/>
                    <a:gd name="connsiteY530" fmla="*/ 1028772 h 1161199"/>
                    <a:gd name="connsiteX531" fmla="*/ 850283 w 970672"/>
                    <a:gd name="connsiteY531" fmla="*/ 1029003 h 1161199"/>
                    <a:gd name="connsiteX532" fmla="*/ 849380 w 970672"/>
                    <a:gd name="connsiteY532" fmla="*/ 1031260 h 1161199"/>
                    <a:gd name="connsiteX533" fmla="*/ 847250 w 970672"/>
                    <a:gd name="connsiteY533" fmla="*/ 1028933 h 1161199"/>
                    <a:gd name="connsiteX534" fmla="*/ 843939 w 970672"/>
                    <a:gd name="connsiteY534" fmla="*/ 1029061 h 1161199"/>
                    <a:gd name="connsiteX535" fmla="*/ 844553 w 970672"/>
                    <a:gd name="connsiteY535" fmla="*/ 1032070 h 1161199"/>
                    <a:gd name="connsiteX536" fmla="*/ 844182 w 970672"/>
                    <a:gd name="connsiteY536" fmla="*/ 1034177 h 1161199"/>
                    <a:gd name="connsiteX537" fmla="*/ 844784 w 970672"/>
                    <a:gd name="connsiteY537" fmla="*/ 1033610 h 1161199"/>
                    <a:gd name="connsiteX538" fmla="*/ 844981 w 970672"/>
                    <a:gd name="connsiteY538" fmla="*/ 1036377 h 1161199"/>
                    <a:gd name="connsiteX539" fmla="*/ 843233 w 970672"/>
                    <a:gd name="connsiteY539" fmla="*/ 1039733 h 1161199"/>
                    <a:gd name="connsiteX540" fmla="*/ 846695 w 970672"/>
                    <a:gd name="connsiteY540" fmla="*/ 1044225 h 1161199"/>
                    <a:gd name="connsiteX541" fmla="*/ 850213 w 970672"/>
                    <a:gd name="connsiteY541" fmla="*/ 1048473 h 1161199"/>
                    <a:gd name="connsiteX542" fmla="*/ 846775 w 970672"/>
                    <a:gd name="connsiteY542" fmla="*/ 1049793 h 1161199"/>
                    <a:gd name="connsiteX543" fmla="*/ 846058 w 970672"/>
                    <a:gd name="connsiteY543" fmla="*/ 1053312 h 1161199"/>
                    <a:gd name="connsiteX544" fmla="*/ 852251 w 970672"/>
                    <a:gd name="connsiteY544" fmla="*/ 1060327 h 1161199"/>
                    <a:gd name="connsiteX545" fmla="*/ 845259 w 970672"/>
                    <a:gd name="connsiteY545" fmla="*/ 1064332 h 1161199"/>
                    <a:gd name="connsiteX546" fmla="*/ 842134 w 970672"/>
                    <a:gd name="connsiteY546" fmla="*/ 1060073 h 1161199"/>
                    <a:gd name="connsiteX547" fmla="*/ 841022 w 970672"/>
                    <a:gd name="connsiteY547" fmla="*/ 1059552 h 1161199"/>
                    <a:gd name="connsiteX548" fmla="*/ 840478 w 970672"/>
                    <a:gd name="connsiteY548" fmla="*/ 1057826 h 1161199"/>
                    <a:gd name="connsiteX549" fmla="*/ 839367 w 970672"/>
                    <a:gd name="connsiteY549" fmla="*/ 1058394 h 1161199"/>
                    <a:gd name="connsiteX550" fmla="*/ 842029 w 970672"/>
                    <a:gd name="connsiteY550" fmla="*/ 1060408 h 1161199"/>
                    <a:gd name="connsiteX551" fmla="*/ 842655 w 970672"/>
                    <a:gd name="connsiteY551" fmla="*/ 1064159 h 1161199"/>
                    <a:gd name="connsiteX552" fmla="*/ 844680 w 970672"/>
                    <a:gd name="connsiteY552" fmla="*/ 1064992 h 1161199"/>
                    <a:gd name="connsiteX553" fmla="*/ 842631 w 970672"/>
                    <a:gd name="connsiteY553" fmla="*/ 1072007 h 1161199"/>
                    <a:gd name="connsiteX554" fmla="*/ 830696 w 970672"/>
                    <a:gd name="connsiteY554" fmla="*/ 1081117 h 1161199"/>
                    <a:gd name="connsiteX555" fmla="*/ 825256 w 970672"/>
                    <a:gd name="connsiteY555" fmla="*/ 1081141 h 1161199"/>
                    <a:gd name="connsiteX556" fmla="*/ 823612 w 970672"/>
                    <a:gd name="connsiteY556" fmla="*/ 1084753 h 1161199"/>
                    <a:gd name="connsiteX557" fmla="*/ 823404 w 970672"/>
                    <a:gd name="connsiteY557" fmla="*/ 1085192 h 1161199"/>
                    <a:gd name="connsiteX558" fmla="*/ 814224 w 970672"/>
                    <a:gd name="connsiteY558" fmla="*/ 1091072 h 1161199"/>
                    <a:gd name="connsiteX559" fmla="*/ 812951 w 970672"/>
                    <a:gd name="connsiteY559" fmla="*/ 1089857 h 1161199"/>
                    <a:gd name="connsiteX560" fmla="*/ 810335 w 970672"/>
                    <a:gd name="connsiteY560" fmla="*/ 1091872 h 1161199"/>
                    <a:gd name="connsiteX561" fmla="*/ 810057 w 970672"/>
                    <a:gd name="connsiteY561" fmla="*/ 1092045 h 1161199"/>
                    <a:gd name="connsiteX562" fmla="*/ 801595 w 970672"/>
                    <a:gd name="connsiteY562" fmla="*/ 1097520 h 1161199"/>
                    <a:gd name="connsiteX563" fmla="*/ 798770 w 970672"/>
                    <a:gd name="connsiteY563" fmla="*/ 1097011 h 1161199"/>
                    <a:gd name="connsiteX564" fmla="*/ 795876 w 970672"/>
                    <a:gd name="connsiteY564" fmla="*/ 1097404 h 1161199"/>
                    <a:gd name="connsiteX565" fmla="*/ 794730 w 970672"/>
                    <a:gd name="connsiteY565" fmla="*/ 1098887 h 1161199"/>
                    <a:gd name="connsiteX566" fmla="*/ 794788 w 970672"/>
                    <a:gd name="connsiteY566" fmla="*/ 1097266 h 1161199"/>
                    <a:gd name="connsiteX567" fmla="*/ 792045 w 970672"/>
                    <a:gd name="connsiteY567" fmla="*/ 1097103 h 1161199"/>
                    <a:gd name="connsiteX568" fmla="*/ 793631 w 970672"/>
                    <a:gd name="connsiteY568" fmla="*/ 1095310 h 1161199"/>
                    <a:gd name="connsiteX569" fmla="*/ 793017 w 970672"/>
                    <a:gd name="connsiteY569" fmla="*/ 1095321 h 1161199"/>
                    <a:gd name="connsiteX570" fmla="*/ 791813 w 970672"/>
                    <a:gd name="connsiteY570" fmla="*/ 1097254 h 1161199"/>
                    <a:gd name="connsiteX571" fmla="*/ 794615 w 970672"/>
                    <a:gd name="connsiteY571" fmla="*/ 1097647 h 1161199"/>
                    <a:gd name="connsiteX572" fmla="*/ 794383 w 970672"/>
                    <a:gd name="connsiteY572" fmla="*/ 1099222 h 1161199"/>
                    <a:gd name="connsiteX573" fmla="*/ 796050 w 970672"/>
                    <a:gd name="connsiteY573" fmla="*/ 1098307 h 1161199"/>
                    <a:gd name="connsiteX574" fmla="*/ 791975 w 970672"/>
                    <a:gd name="connsiteY574" fmla="*/ 1107904 h 1161199"/>
                    <a:gd name="connsiteX575" fmla="*/ 788908 w 970672"/>
                    <a:gd name="connsiteY575" fmla="*/ 1108494 h 1161199"/>
                    <a:gd name="connsiteX576" fmla="*/ 790540 w 970672"/>
                    <a:gd name="connsiteY576" fmla="*/ 1111910 h 1161199"/>
                    <a:gd name="connsiteX577" fmla="*/ 784173 w 970672"/>
                    <a:gd name="connsiteY577" fmla="*/ 1118832 h 1161199"/>
                    <a:gd name="connsiteX578" fmla="*/ 781962 w 970672"/>
                    <a:gd name="connsiteY578" fmla="*/ 1121239 h 1161199"/>
                    <a:gd name="connsiteX579" fmla="*/ 781603 w 970672"/>
                    <a:gd name="connsiteY579" fmla="*/ 1120255 h 1161199"/>
                    <a:gd name="connsiteX580" fmla="*/ 780886 w 970672"/>
                    <a:gd name="connsiteY580" fmla="*/ 1120163 h 1161199"/>
                    <a:gd name="connsiteX581" fmla="*/ 779832 w 970672"/>
                    <a:gd name="connsiteY581" fmla="*/ 1120996 h 1161199"/>
                    <a:gd name="connsiteX582" fmla="*/ 779855 w 970672"/>
                    <a:gd name="connsiteY582" fmla="*/ 1122721 h 1161199"/>
                    <a:gd name="connsiteX583" fmla="*/ 779427 w 970672"/>
                    <a:gd name="connsiteY583" fmla="*/ 1123439 h 1161199"/>
                    <a:gd name="connsiteX584" fmla="*/ 780029 w 970672"/>
                    <a:gd name="connsiteY584" fmla="*/ 1124759 h 1161199"/>
                    <a:gd name="connsiteX585" fmla="*/ 779520 w 970672"/>
                    <a:gd name="connsiteY585" fmla="*/ 1123960 h 1161199"/>
                    <a:gd name="connsiteX586" fmla="*/ 779323 w 970672"/>
                    <a:gd name="connsiteY586" fmla="*/ 1124168 h 1161199"/>
                    <a:gd name="connsiteX587" fmla="*/ 778871 w 970672"/>
                    <a:gd name="connsiteY587" fmla="*/ 1124643 h 1161199"/>
                    <a:gd name="connsiteX588" fmla="*/ 779786 w 970672"/>
                    <a:gd name="connsiteY588" fmla="*/ 1127074 h 1161199"/>
                    <a:gd name="connsiteX589" fmla="*/ 778652 w 970672"/>
                    <a:gd name="connsiteY589" fmla="*/ 1130523 h 1161199"/>
                    <a:gd name="connsiteX590" fmla="*/ 777019 w 970672"/>
                    <a:gd name="connsiteY590" fmla="*/ 1140420 h 1161199"/>
                    <a:gd name="connsiteX591" fmla="*/ 777540 w 970672"/>
                    <a:gd name="connsiteY591" fmla="*/ 1147563 h 1161199"/>
                    <a:gd name="connsiteX592" fmla="*/ 771069 w 970672"/>
                    <a:gd name="connsiteY592" fmla="*/ 1149751 h 1161199"/>
                    <a:gd name="connsiteX593" fmla="*/ 770861 w 970672"/>
                    <a:gd name="connsiteY593" fmla="*/ 1151082 h 1161199"/>
                    <a:gd name="connsiteX594" fmla="*/ 764610 w 970672"/>
                    <a:gd name="connsiteY594" fmla="*/ 1150850 h 1161199"/>
                    <a:gd name="connsiteX595" fmla="*/ 757479 w 970672"/>
                    <a:gd name="connsiteY595" fmla="*/ 1148732 h 1161199"/>
                    <a:gd name="connsiteX596" fmla="*/ 752779 w 970672"/>
                    <a:gd name="connsiteY596" fmla="*/ 1151869 h 1161199"/>
                    <a:gd name="connsiteX597" fmla="*/ 751367 w 970672"/>
                    <a:gd name="connsiteY597" fmla="*/ 1152460 h 1161199"/>
                    <a:gd name="connsiteX598" fmla="*/ 747814 w 970672"/>
                    <a:gd name="connsiteY598" fmla="*/ 1152668 h 1161199"/>
                    <a:gd name="connsiteX599" fmla="*/ 746042 w 970672"/>
                    <a:gd name="connsiteY599" fmla="*/ 1154647 h 1161199"/>
                    <a:gd name="connsiteX600" fmla="*/ 745718 w 970672"/>
                    <a:gd name="connsiteY600" fmla="*/ 1154786 h 1161199"/>
                    <a:gd name="connsiteX601" fmla="*/ 745834 w 970672"/>
                    <a:gd name="connsiteY601" fmla="*/ 1154613 h 1161199"/>
                    <a:gd name="connsiteX602" fmla="*/ 743461 w 970672"/>
                    <a:gd name="connsiteY602" fmla="*/ 1154011 h 1161199"/>
                    <a:gd name="connsiteX603" fmla="*/ 744318 w 970672"/>
                    <a:gd name="connsiteY603" fmla="*/ 1155365 h 1161199"/>
                    <a:gd name="connsiteX604" fmla="*/ 743576 w 970672"/>
                    <a:gd name="connsiteY604" fmla="*/ 1155677 h 1161199"/>
                    <a:gd name="connsiteX605" fmla="*/ 742199 w 970672"/>
                    <a:gd name="connsiteY605" fmla="*/ 1155307 h 1161199"/>
                    <a:gd name="connsiteX606" fmla="*/ 741805 w 970672"/>
                    <a:gd name="connsiteY606" fmla="*/ 1158005 h 1161199"/>
                    <a:gd name="connsiteX607" fmla="*/ 737430 w 970672"/>
                    <a:gd name="connsiteY607" fmla="*/ 1156569 h 1161199"/>
                    <a:gd name="connsiteX608" fmla="*/ 737129 w 970672"/>
                    <a:gd name="connsiteY608" fmla="*/ 1159139 h 1161199"/>
                    <a:gd name="connsiteX609" fmla="*/ 734605 w 970672"/>
                    <a:gd name="connsiteY609" fmla="*/ 1156604 h 1161199"/>
                    <a:gd name="connsiteX610" fmla="*/ 737025 w 970672"/>
                    <a:gd name="connsiteY610" fmla="*/ 1154914 h 1161199"/>
                    <a:gd name="connsiteX611" fmla="*/ 735358 w 970672"/>
                    <a:gd name="connsiteY611" fmla="*/ 1154230 h 1161199"/>
                    <a:gd name="connsiteX612" fmla="*/ 733251 w 970672"/>
                    <a:gd name="connsiteY612" fmla="*/ 1158734 h 1161199"/>
                    <a:gd name="connsiteX613" fmla="*/ 726792 w 970672"/>
                    <a:gd name="connsiteY613" fmla="*/ 1154717 h 1161199"/>
                    <a:gd name="connsiteX614" fmla="*/ 724245 w 970672"/>
                    <a:gd name="connsiteY614" fmla="*/ 1156279 h 1161199"/>
                    <a:gd name="connsiteX615" fmla="*/ 719742 w 970672"/>
                    <a:gd name="connsiteY615" fmla="*/ 1158607 h 1161199"/>
                    <a:gd name="connsiteX616" fmla="*/ 714301 w 970672"/>
                    <a:gd name="connsiteY616" fmla="*/ 1161200 h 1161199"/>
                    <a:gd name="connsiteX617" fmla="*/ 708073 w 970672"/>
                    <a:gd name="connsiteY617" fmla="*/ 1159474 h 1161199"/>
                    <a:gd name="connsiteX618" fmla="*/ 699542 w 970672"/>
                    <a:gd name="connsiteY618" fmla="*/ 1159753 h 1161199"/>
                    <a:gd name="connsiteX619" fmla="*/ 699565 w 970672"/>
                    <a:gd name="connsiteY619" fmla="*/ 1158571 h 1161199"/>
                    <a:gd name="connsiteX620" fmla="*/ 694912 w 970672"/>
                    <a:gd name="connsiteY620" fmla="*/ 1160100 h 1161199"/>
                    <a:gd name="connsiteX621" fmla="*/ 694067 w 970672"/>
                    <a:gd name="connsiteY621" fmla="*/ 1156974 h 1161199"/>
                    <a:gd name="connsiteX622" fmla="*/ 693546 w 970672"/>
                    <a:gd name="connsiteY622" fmla="*/ 1155064 h 1161199"/>
                    <a:gd name="connsiteX623" fmla="*/ 693812 w 970672"/>
                    <a:gd name="connsiteY623" fmla="*/ 1160146 h 1161199"/>
                    <a:gd name="connsiteX624" fmla="*/ 690663 w 970672"/>
                    <a:gd name="connsiteY624" fmla="*/ 1160667 h 1161199"/>
                    <a:gd name="connsiteX625" fmla="*/ 687133 w 970672"/>
                    <a:gd name="connsiteY625" fmla="*/ 1156823 h 1161199"/>
                    <a:gd name="connsiteX626" fmla="*/ 679573 w 970672"/>
                    <a:gd name="connsiteY626" fmla="*/ 1156175 h 1161199"/>
                    <a:gd name="connsiteX627" fmla="*/ 678474 w 970672"/>
                    <a:gd name="connsiteY627" fmla="*/ 1156268 h 1161199"/>
                    <a:gd name="connsiteX628" fmla="*/ 675105 w 970672"/>
                    <a:gd name="connsiteY628" fmla="*/ 1156546 h 1161199"/>
                    <a:gd name="connsiteX629" fmla="*/ 648666 w 970672"/>
                    <a:gd name="connsiteY629" fmla="*/ 1148825 h 1161199"/>
                    <a:gd name="connsiteX630" fmla="*/ 641350 w 970672"/>
                    <a:gd name="connsiteY630" fmla="*/ 1150110 h 1161199"/>
                    <a:gd name="connsiteX631" fmla="*/ 634347 w 970672"/>
                    <a:gd name="connsiteY631" fmla="*/ 1147783 h 1161199"/>
                    <a:gd name="connsiteX632" fmla="*/ 626475 w 970672"/>
                    <a:gd name="connsiteY632" fmla="*/ 1133209 h 1161199"/>
                    <a:gd name="connsiteX633" fmla="*/ 620861 w 970672"/>
                    <a:gd name="connsiteY633" fmla="*/ 1124030 h 1161199"/>
                    <a:gd name="connsiteX634" fmla="*/ 618175 w 970672"/>
                    <a:gd name="connsiteY634" fmla="*/ 1123671 h 1161199"/>
                    <a:gd name="connsiteX635" fmla="*/ 617341 w 970672"/>
                    <a:gd name="connsiteY635" fmla="*/ 1122733 h 1161199"/>
                    <a:gd name="connsiteX636" fmla="*/ 617515 w 970672"/>
                    <a:gd name="connsiteY636" fmla="*/ 1120927 h 1161199"/>
                    <a:gd name="connsiteX637" fmla="*/ 613441 w 970672"/>
                    <a:gd name="connsiteY637" fmla="*/ 1118322 h 1161199"/>
                    <a:gd name="connsiteX638" fmla="*/ 613128 w 970672"/>
                    <a:gd name="connsiteY638" fmla="*/ 1117975 h 1161199"/>
                    <a:gd name="connsiteX639" fmla="*/ 611531 w 970672"/>
                    <a:gd name="connsiteY639" fmla="*/ 1117107 h 1161199"/>
                    <a:gd name="connsiteX640" fmla="*/ 608775 w 970672"/>
                    <a:gd name="connsiteY640" fmla="*/ 1115359 h 1161199"/>
                    <a:gd name="connsiteX641" fmla="*/ 604689 w 970672"/>
                    <a:gd name="connsiteY641" fmla="*/ 1110659 h 1161199"/>
                    <a:gd name="connsiteX642" fmla="*/ 604874 w 970672"/>
                    <a:gd name="connsiteY642" fmla="*/ 1107950 h 1161199"/>
                    <a:gd name="connsiteX643" fmla="*/ 613024 w 970672"/>
                    <a:gd name="connsiteY643" fmla="*/ 1103054 h 1161199"/>
                    <a:gd name="connsiteX644" fmla="*/ 608926 w 970672"/>
                    <a:gd name="connsiteY644" fmla="*/ 1105149 h 1161199"/>
                    <a:gd name="connsiteX645" fmla="*/ 605974 w 970672"/>
                    <a:gd name="connsiteY645" fmla="*/ 1106666 h 1161199"/>
                    <a:gd name="connsiteX646" fmla="*/ 601749 w 970672"/>
                    <a:gd name="connsiteY646" fmla="*/ 1102174 h 1161199"/>
                    <a:gd name="connsiteX647" fmla="*/ 595799 w 970672"/>
                    <a:gd name="connsiteY647" fmla="*/ 1100276 h 1161199"/>
                    <a:gd name="connsiteX648" fmla="*/ 592465 w 970672"/>
                    <a:gd name="connsiteY648" fmla="*/ 1101271 h 1161199"/>
                    <a:gd name="connsiteX649" fmla="*/ 591018 w 970672"/>
                    <a:gd name="connsiteY649" fmla="*/ 1104559 h 1161199"/>
                    <a:gd name="connsiteX650" fmla="*/ 588147 w 970672"/>
                    <a:gd name="connsiteY650" fmla="*/ 1102220 h 1161199"/>
                    <a:gd name="connsiteX651" fmla="*/ 587209 w 970672"/>
                    <a:gd name="connsiteY651" fmla="*/ 1103228 h 1161199"/>
                    <a:gd name="connsiteX652" fmla="*/ 584084 w 970672"/>
                    <a:gd name="connsiteY652" fmla="*/ 1101468 h 1161199"/>
                    <a:gd name="connsiteX653" fmla="*/ 583656 w 970672"/>
                    <a:gd name="connsiteY653" fmla="*/ 1104037 h 1161199"/>
                    <a:gd name="connsiteX654" fmla="*/ 583193 w 970672"/>
                    <a:gd name="connsiteY654" fmla="*/ 1104211 h 1161199"/>
                    <a:gd name="connsiteX655" fmla="*/ 577544 w 970672"/>
                    <a:gd name="connsiteY655" fmla="*/ 1100599 h 1161199"/>
                    <a:gd name="connsiteX656" fmla="*/ 575912 w 970672"/>
                    <a:gd name="connsiteY656" fmla="*/ 1100380 h 1161199"/>
                    <a:gd name="connsiteX657" fmla="*/ 574824 w 970672"/>
                    <a:gd name="connsiteY657" fmla="*/ 1095205 h 1161199"/>
                    <a:gd name="connsiteX658" fmla="*/ 572763 w 970672"/>
                    <a:gd name="connsiteY658" fmla="*/ 1092045 h 1161199"/>
                    <a:gd name="connsiteX659" fmla="*/ 570598 w 970672"/>
                    <a:gd name="connsiteY659" fmla="*/ 1088700 h 1161199"/>
                    <a:gd name="connsiteX660" fmla="*/ 565783 w 970672"/>
                    <a:gd name="connsiteY660" fmla="*/ 1085841 h 1161199"/>
                    <a:gd name="connsiteX661" fmla="*/ 566628 w 970672"/>
                    <a:gd name="connsiteY661" fmla="*/ 1084753 h 1161199"/>
                    <a:gd name="connsiteX662" fmla="*/ 567148 w 970672"/>
                    <a:gd name="connsiteY662" fmla="*/ 1084093 h 1161199"/>
                    <a:gd name="connsiteX663" fmla="*/ 561372 w 970672"/>
                    <a:gd name="connsiteY663" fmla="*/ 1066613 h 1161199"/>
                    <a:gd name="connsiteX664" fmla="*/ 561905 w 970672"/>
                    <a:gd name="connsiteY664" fmla="*/ 1066867 h 1161199"/>
                    <a:gd name="connsiteX665" fmla="*/ 561951 w 970672"/>
                    <a:gd name="connsiteY665" fmla="*/ 1066891 h 1161199"/>
                    <a:gd name="connsiteX666" fmla="*/ 562078 w 970672"/>
                    <a:gd name="connsiteY666" fmla="*/ 1067215 h 1161199"/>
                    <a:gd name="connsiteX667" fmla="*/ 561997 w 970672"/>
                    <a:gd name="connsiteY667" fmla="*/ 1066879 h 1161199"/>
                    <a:gd name="connsiteX668" fmla="*/ 561916 w 970672"/>
                    <a:gd name="connsiteY668" fmla="*/ 1066717 h 1161199"/>
                    <a:gd name="connsiteX669" fmla="*/ 551868 w 970672"/>
                    <a:gd name="connsiteY669" fmla="*/ 1046830 h 1161199"/>
                    <a:gd name="connsiteX670" fmla="*/ 548037 w 970672"/>
                    <a:gd name="connsiteY670" fmla="*/ 1047258 h 1161199"/>
                    <a:gd name="connsiteX671" fmla="*/ 542886 w 970672"/>
                    <a:gd name="connsiteY671" fmla="*/ 1044503 h 1161199"/>
                    <a:gd name="connsiteX672" fmla="*/ 541925 w 970672"/>
                    <a:gd name="connsiteY672" fmla="*/ 1043924 h 1161199"/>
                    <a:gd name="connsiteX673" fmla="*/ 549171 w 970672"/>
                    <a:gd name="connsiteY673" fmla="*/ 1047073 h 1161199"/>
                    <a:gd name="connsiteX674" fmla="*/ 547377 w 970672"/>
                    <a:gd name="connsiteY674" fmla="*/ 1039653 h 1161199"/>
                    <a:gd name="connsiteX675" fmla="*/ 542122 w 970672"/>
                    <a:gd name="connsiteY675" fmla="*/ 1040787 h 1161199"/>
                    <a:gd name="connsiteX676" fmla="*/ 548789 w 970672"/>
                    <a:gd name="connsiteY676" fmla="*/ 1038785 h 1161199"/>
                    <a:gd name="connsiteX677" fmla="*/ 549275 w 970672"/>
                    <a:gd name="connsiteY677" fmla="*/ 1036411 h 1161199"/>
                    <a:gd name="connsiteX678" fmla="*/ 549646 w 970672"/>
                    <a:gd name="connsiteY678" fmla="*/ 1034663 h 1161199"/>
                    <a:gd name="connsiteX679" fmla="*/ 550954 w 970672"/>
                    <a:gd name="connsiteY679" fmla="*/ 1033853 h 1161199"/>
                    <a:gd name="connsiteX680" fmla="*/ 551915 w 970672"/>
                    <a:gd name="connsiteY680" fmla="*/ 1033251 h 1161199"/>
                    <a:gd name="connsiteX681" fmla="*/ 551209 w 970672"/>
                    <a:gd name="connsiteY681" fmla="*/ 1033459 h 1161199"/>
                    <a:gd name="connsiteX682" fmla="*/ 549357 w 970672"/>
                    <a:gd name="connsiteY682" fmla="*/ 1034490 h 1161199"/>
                    <a:gd name="connsiteX683" fmla="*/ 548118 w 970672"/>
                    <a:gd name="connsiteY683" fmla="*/ 1038194 h 1161199"/>
                    <a:gd name="connsiteX684" fmla="*/ 545085 w 970672"/>
                    <a:gd name="connsiteY684" fmla="*/ 1036817 h 1161199"/>
                    <a:gd name="connsiteX685" fmla="*/ 544240 w 970672"/>
                    <a:gd name="connsiteY685" fmla="*/ 1038310 h 1161199"/>
                    <a:gd name="connsiteX686" fmla="*/ 544205 w 970672"/>
                    <a:gd name="connsiteY686" fmla="*/ 1038241 h 1161199"/>
                    <a:gd name="connsiteX687" fmla="*/ 544992 w 970672"/>
                    <a:gd name="connsiteY687" fmla="*/ 1036110 h 1161199"/>
                    <a:gd name="connsiteX688" fmla="*/ 542029 w 970672"/>
                    <a:gd name="connsiteY688" fmla="*/ 1032765 h 1161199"/>
                    <a:gd name="connsiteX689" fmla="*/ 535176 w 970672"/>
                    <a:gd name="connsiteY689" fmla="*/ 1026121 h 1161199"/>
                    <a:gd name="connsiteX690" fmla="*/ 530233 w 970672"/>
                    <a:gd name="connsiteY690" fmla="*/ 1020020 h 1161199"/>
                    <a:gd name="connsiteX691" fmla="*/ 535095 w 970672"/>
                    <a:gd name="connsiteY691" fmla="*/ 1015957 h 1161199"/>
                    <a:gd name="connsiteX692" fmla="*/ 539992 w 970672"/>
                    <a:gd name="connsiteY692" fmla="*/ 1012148 h 1161199"/>
                    <a:gd name="connsiteX693" fmla="*/ 537317 w 970672"/>
                    <a:gd name="connsiteY693" fmla="*/ 1013457 h 1161199"/>
                    <a:gd name="connsiteX694" fmla="*/ 537896 w 970672"/>
                    <a:gd name="connsiteY694" fmla="*/ 1006986 h 1161199"/>
                    <a:gd name="connsiteX695" fmla="*/ 536299 w 970672"/>
                    <a:gd name="connsiteY695" fmla="*/ 1005341 h 1161199"/>
                    <a:gd name="connsiteX696" fmla="*/ 537839 w 970672"/>
                    <a:gd name="connsiteY696" fmla="*/ 1003941 h 1161199"/>
                    <a:gd name="connsiteX697" fmla="*/ 536241 w 970672"/>
                    <a:gd name="connsiteY697" fmla="*/ 1004971 h 1161199"/>
                    <a:gd name="connsiteX698" fmla="*/ 535778 w 970672"/>
                    <a:gd name="connsiteY698" fmla="*/ 1003744 h 1161199"/>
                    <a:gd name="connsiteX699" fmla="*/ 535546 w 970672"/>
                    <a:gd name="connsiteY699" fmla="*/ 1003107 h 1161199"/>
                    <a:gd name="connsiteX700" fmla="*/ 536229 w 970672"/>
                    <a:gd name="connsiteY700" fmla="*/ 998269 h 1161199"/>
                    <a:gd name="connsiteX701" fmla="*/ 535685 w 970672"/>
                    <a:gd name="connsiteY701" fmla="*/ 998246 h 1161199"/>
                    <a:gd name="connsiteX702" fmla="*/ 534991 w 970672"/>
                    <a:gd name="connsiteY702" fmla="*/ 1002077 h 1161199"/>
                    <a:gd name="connsiteX703" fmla="*/ 535176 w 970672"/>
                    <a:gd name="connsiteY703" fmla="*/ 1003756 h 1161199"/>
                    <a:gd name="connsiteX704" fmla="*/ 535824 w 970672"/>
                    <a:gd name="connsiteY704" fmla="*/ 1005932 h 1161199"/>
                    <a:gd name="connsiteX705" fmla="*/ 532629 w 970672"/>
                    <a:gd name="connsiteY705" fmla="*/ 1007229 h 1161199"/>
                    <a:gd name="connsiteX706" fmla="*/ 535790 w 970672"/>
                    <a:gd name="connsiteY706" fmla="*/ 1006152 h 1161199"/>
                    <a:gd name="connsiteX707" fmla="*/ 537248 w 970672"/>
                    <a:gd name="connsiteY707" fmla="*/ 1007437 h 1161199"/>
                    <a:gd name="connsiteX708" fmla="*/ 535581 w 970672"/>
                    <a:gd name="connsiteY708" fmla="*/ 1014603 h 1161199"/>
                    <a:gd name="connsiteX709" fmla="*/ 532074 w 970672"/>
                    <a:gd name="connsiteY709" fmla="*/ 1016652 h 1161199"/>
                    <a:gd name="connsiteX710" fmla="*/ 531287 w 970672"/>
                    <a:gd name="connsiteY710" fmla="*/ 1016304 h 1161199"/>
                    <a:gd name="connsiteX711" fmla="*/ 530187 w 970672"/>
                    <a:gd name="connsiteY711" fmla="*/ 1017682 h 1161199"/>
                    <a:gd name="connsiteX712" fmla="*/ 517314 w 970672"/>
                    <a:gd name="connsiteY712" fmla="*/ 1017878 h 1161199"/>
                    <a:gd name="connsiteX713" fmla="*/ 517303 w 970672"/>
                    <a:gd name="connsiteY713" fmla="*/ 1017878 h 1161199"/>
                    <a:gd name="connsiteX714" fmla="*/ 514687 w 970672"/>
                    <a:gd name="connsiteY714" fmla="*/ 1017045 h 1161199"/>
                    <a:gd name="connsiteX715" fmla="*/ 511202 w 970672"/>
                    <a:gd name="connsiteY715" fmla="*/ 1020251 h 1161199"/>
                    <a:gd name="connsiteX716" fmla="*/ 503458 w 970672"/>
                    <a:gd name="connsiteY716" fmla="*/ 1022335 h 1161199"/>
                    <a:gd name="connsiteX717" fmla="*/ 502243 w 970672"/>
                    <a:gd name="connsiteY717" fmla="*/ 1024060 h 1161199"/>
                    <a:gd name="connsiteX718" fmla="*/ 503794 w 970672"/>
                    <a:gd name="connsiteY718" fmla="*/ 1021780 h 1161199"/>
                    <a:gd name="connsiteX719" fmla="*/ 501259 w 970672"/>
                    <a:gd name="connsiteY719" fmla="*/ 1018168 h 1161199"/>
                    <a:gd name="connsiteX720" fmla="*/ 501699 w 970672"/>
                    <a:gd name="connsiteY720" fmla="*/ 1019869 h 1161199"/>
                    <a:gd name="connsiteX721" fmla="*/ 501629 w 970672"/>
                    <a:gd name="connsiteY721" fmla="*/ 1022972 h 1161199"/>
                    <a:gd name="connsiteX722" fmla="*/ 501386 w 970672"/>
                    <a:gd name="connsiteY722" fmla="*/ 1019893 h 1161199"/>
                    <a:gd name="connsiteX723" fmla="*/ 489775 w 970672"/>
                    <a:gd name="connsiteY723" fmla="*/ 1020622 h 1161199"/>
                    <a:gd name="connsiteX724" fmla="*/ 485782 w 970672"/>
                    <a:gd name="connsiteY724" fmla="*/ 1022115 h 1161199"/>
                    <a:gd name="connsiteX725" fmla="*/ 477389 w 970672"/>
                    <a:gd name="connsiteY725" fmla="*/ 1028239 h 1161199"/>
                    <a:gd name="connsiteX726" fmla="*/ 476232 w 970672"/>
                    <a:gd name="connsiteY726" fmla="*/ 1032128 h 1161199"/>
                    <a:gd name="connsiteX727" fmla="*/ 475236 w 970672"/>
                    <a:gd name="connsiteY727" fmla="*/ 1039572 h 1161199"/>
                    <a:gd name="connsiteX728" fmla="*/ 476428 w 970672"/>
                    <a:gd name="connsiteY728" fmla="*/ 1042176 h 1161199"/>
                    <a:gd name="connsiteX729" fmla="*/ 483559 w 970672"/>
                    <a:gd name="connsiteY729" fmla="*/ 1046263 h 1161199"/>
                    <a:gd name="connsiteX730" fmla="*/ 477204 w 970672"/>
                    <a:gd name="connsiteY730" fmla="*/ 1048821 h 1161199"/>
                    <a:gd name="connsiteX731" fmla="*/ 472678 w 970672"/>
                    <a:gd name="connsiteY731" fmla="*/ 1046355 h 1161199"/>
                    <a:gd name="connsiteX732" fmla="*/ 470409 w 970672"/>
                    <a:gd name="connsiteY732" fmla="*/ 1045822 h 1161199"/>
                    <a:gd name="connsiteX733" fmla="*/ 470015 w 970672"/>
                    <a:gd name="connsiteY733" fmla="*/ 1047096 h 1161199"/>
                    <a:gd name="connsiteX734" fmla="*/ 466867 w 970672"/>
                    <a:gd name="connsiteY734" fmla="*/ 1048404 h 1161199"/>
                    <a:gd name="connsiteX735" fmla="*/ 465883 w 970672"/>
                    <a:gd name="connsiteY735" fmla="*/ 1048508 h 1161199"/>
                    <a:gd name="connsiteX736" fmla="*/ 463382 w 970672"/>
                    <a:gd name="connsiteY736" fmla="*/ 1044353 h 1161199"/>
                    <a:gd name="connsiteX737" fmla="*/ 453288 w 970672"/>
                    <a:gd name="connsiteY737" fmla="*/ 1047953 h 1161199"/>
                    <a:gd name="connsiteX738" fmla="*/ 451193 w 970672"/>
                    <a:gd name="connsiteY738" fmla="*/ 1051564 h 1161199"/>
                    <a:gd name="connsiteX739" fmla="*/ 447639 w 970672"/>
                    <a:gd name="connsiteY739" fmla="*/ 1048555 h 1161199"/>
                    <a:gd name="connsiteX740" fmla="*/ 440057 w 970672"/>
                    <a:gd name="connsiteY740" fmla="*/ 1046980 h 1161199"/>
                    <a:gd name="connsiteX741" fmla="*/ 436063 w 970672"/>
                    <a:gd name="connsiteY741" fmla="*/ 1045232 h 1161199"/>
                    <a:gd name="connsiteX742" fmla="*/ 434119 w 970672"/>
                    <a:gd name="connsiteY742" fmla="*/ 1043588 h 1161199"/>
                    <a:gd name="connsiteX743" fmla="*/ 434234 w 970672"/>
                    <a:gd name="connsiteY743" fmla="*/ 1041007 h 1161199"/>
                    <a:gd name="connsiteX744" fmla="*/ 436619 w 970672"/>
                    <a:gd name="connsiteY744" fmla="*/ 1040741 h 1161199"/>
                    <a:gd name="connsiteX745" fmla="*/ 437094 w 970672"/>
                    <a:gd name="connsiteY745" fmla="*/ 1039086 h 1161199"/>
                    <a:gd name="connsiteX746" fmla="*/ 433065 w 970672"/>
                    <a:gd name="connsiteY746" fmla="*/ 1041169 h 1161199"/>
                    <a:gd name="connsiteX747" fmla="*/ 430032 w 970672"/>
                    <a:gd name="connsiteY747" fmla="*/ 1044457 h 1161199"/>
                    <a:gd name="connsiteX748" fmla="*/ 422346 w 970672"/>
                    <a:gd name="connsiteY748" fmla="*/ 1043831 h 1161199"/>
                    <a:gd name="connsiteX749" fmla="*/ 417449 w 970672"/>
                    <a:gd name="connsiteY749" fmla="*/ 1047860 h 1161199"/>
                    <a:gd name="connsiteX750" fmla="*/ 415690 w 970672"/>
                    <a:gd name="connsiteY750" fmla="*/ 1051668 h 1161199"/>
                    <a:gd name="connsiteX751" fmla="*/ 420968 w 970672"/>
                    <a:gd name="connsiteY751" fmla="*/ 1057838 h 1161199"/>
                    <a:gd name="connsiteX752" fmla="*/ 418526 w 970672"/>
                    <a:gd name="connsiteY752" fmla="*/ 1060154 h 1161199"/>
                    <a:gd name="connsiteX753" fmla="*/ 407645 w 970672"/>
                    <a:gd name="connsiteY753" fmla="*/ 1055442 h 1161199"/>
                    <a:gd name="connsiteX754" fmla="*/ 403199 w 970672"/>
                    <a:gd name="connsiteY754" fmla="*/ 1055442 h 1161199"/>
                    <a:gd name="connsiteX755" fmla="*/ 398152 w 970672"/>
                    <a:gd name="connsiteY755" fmla="*/ 1057641 h 1161199"/>
                    <a:gd name="connsiteX756" fmla="*/ 399495 w 970672"/>
                    <a:gd name="connsiteY756" fmla="*/ 1061438 h 1161199"/>
                    <a:gd name="connsiteX757" fmla="*/ 396242 w 970672"/>
                    <a:gd name="connsiteY757" fmla="*/ 1061577 h 1161199"/>
                    <a:gd name="connsiteX758" fmla="*/ 395247 w 970672"/>
                    <a:gd name="connsiteY758" fmla="*/ 1059216 h 1161199"/>
                    <a:gd name="connsiteX759" fmla="*/ 386507 w 970672"/>
                    <a:gd name="connsiteY759" fmla="*/ 1057920 h 1161199"/>
                    <a:gd name="connsiteX760" fmla="*/ 379851 w 970672"/>
                    <a:gd name="connsiteY760" fmla="*/ 1052143 h 1161199"/>
                    <a:gd name="connsiteX761" fmla="*/ 379793 w 970672"/>
                    <a:gd name="connsiteY761" fmla="*/ 1051692 h 1161199"/>
                    <a:gd name="connsiteX762" fmla="*/ 376610 w 970672"/>
                    <a:gd name="connsiteY762" fmla="*/ 1050291 h 1161199"/>
                    <a:gd name="connsiteX763" fmla="*/ 372431 w 970672"/>
                    <a:gd name="connsiteY763" fmla="*/ 1048022 h 1161199"/>
                    <a:gd name="connsiteX764" fmla="*/ 372651 w 970672"/>
                    <a:gd name="connsiteY764" fmla="*/ 1046725 h 1161199"/>
                    <a:gd name="connsiteX765" fmla="*/ 368101 w 970672"/>
                    <a:gd name="connsiteY765" fmla="*/ 1045649 h 1161199"/>
                    <a:gd name="connsiteX766" fmla="*/ 366481 w 970672"/>
                    <a:gd name="connsiteY766" fmla="*/ 1047142 h 1161199"/>
                    <a:gd name="connsiteX767" fmla="*/ 365069 w 970672"/>
                    <a:gd name="connsiteY767" fmla="*/ 1047153 h 1161199"/>
                    <a:gd name="connsiteX768" fmla="*/ 361908 w 970672"/>
                    <a:gd name="connsiteY768" fmla="*/ 1045499 h 1161199"/>
                    <a:gd name="connsiteX769" fmla="*/ 368495 w 970672"/>
                    <a:gd name="connsiteY769" fmla="*/ 1041679 h 1161199"/>
                    <a:gd name="connsiteX770" fmla="*/ 369178 w 970672"/>
                    <a:gd name="connsiteY770" fmla="*/ 1037882 h 1161199"/>
                    <a:gd name="connsiteX771" fmla="*/ 366898 w 970672"/>
                    <a:gd name="connsiteY771" fmla="*/ 1026028 h 1161199"/>
                    <a:gd name="connsiteX772" fmla="*/ 362418 w 970672"/>
                    <a:gd name="connsiteY772" fmla="*/ 1018087 h 1161199"/>
                    <a:gd name="connsiteX773" fmla="*/ 366759 w 970672"/>
                    <a:gd name="connsiteY773" fmla="*/ 1015008 h 1161199"/>
                    <a:gd name="connsiteX774" fmla="*/ 370914 w 970672"/>
                    <a:gd name="connsiteY774" fmla="*/ 1015910 h 1161199"/>
                    <a:gd name="connsiteX775" fmla="*/ 373345 w 970672"/>
                    <a:gd name="connsiteY775" fmla="*/ 1014730 h 1161199"/>
                    <a:gd name="connsiteX776" fmla="*/ 376170 w 970672"/>
                    <a:gd name="connsiteY776" fmla="*/ 1009544 h 1161199"/>
                    <a:gd name="connsiteX777" fmla="*/ 382617 w 970672"/>
                    <a:gd name="connsiteY777" fmla="*/ 1006222 h 1161199"/>
                    <a:gd name="connsiteX778" fmla="*/ 386287 w 970672"/>
                    <a:gd name="connsiteY778" fmla="*/ 996590 h 1161199"/>
                    <a:gd name="connsiteX779" fmla="*/ 391867 w 970672"/>
                    <a:gd name="connsiteY779" fmla="*/ 996579 h 1161199"/>
                    <a:gd name="connsiteX780" fmla="*/ 387503 w 970672"/>
                    <a:gd name="connsiteY780" fmla="*/ 997261 h 1161199"/>
                    <a:gd name="connsiteX781" fmla="*/ 391056 w 970672"/>
                    <a:gd name="connsiteY781" fmla="*/ 999785 h 1161199"/>
                    <a:gd name="connsiteX782" fmla="*/ 389714 w 970672"/>
                    <a:gd name="connsiteY782" fmla="*/ 1000271 h 1161199"/>
                    <a:gd name="connsiteX783" fmla="*/ 389945 w 970672"/>
                    <a:gd name="connsiteY783" fmla="*/ 1002483 h 1161199"/>
                    <a:gd name="connsiteX784" fmla="*/ 388313 w 970672"/>
                    <a:gd name="connsiteY784" fmla="*/ 1001348 h 1161199"/>
                    <a:gd name="connsiteX785" fmla="*/ 388290 w 970672"/>
                    <a:gd name="connsiteY785" fmla="*/ 1003003 h 1161199"/>
                    <a:gd name="connsiteX786" fmla="*/ 389714 w 970672"/>
                    <a:gd name="connsiteY786" fmla="*/ 1003015 h 1161199"/>
                    <a:gd name="connsiteX787" fmla="*/ 389042 w 970672"/>
                    <a:gd name="connsiteY787" fmla="*/ 1003791 h 1161199"/>
                    <a:gd name="connsiteX788" fmla="*/ 389563 w 970672"/>
                    <a:gd name="connsiteY788" fmla="*/ 1003501 h 1161199"/>
                    <a:gd name="connsiteX789" fmla="*/ 389563 w 970672"/>
                    <a:gd name="connsiteY789" fmla="*/ 1003918 h 1161199"/>
                    <a:gd name="connsiteX790" fmla="*/ 388903 w 970672"/>
                    <a:gd name="connsiteY790" fmla="*/ 1003941 h 1161199"/>
                    <a:gd name="connsiteX791" fmla="*/ 385349 w 970672"/>
                    <a:gd name="connsiteY791" fmla="*/ 1008108 h 1161199"/>
                    <a:gd name="connsiteX792" fmla="*/ 387097 w 970672"/>
                    <a:gd name="connsiteY792" fmla="*/ 1007680 h 1161199"/>
                    <a:gd name="connsiteX793" fmla="*/ 385720 w 970672"/>
                    <a:gd name="connsiteY793" fmla="*/ 1009555 h 1161199"/>
                    <a:gd name="connsiteX794" fmla="*/ 386947 w 970672"/>
                    <a:gd name="connsiteY794" fmla="*/ 1008826 h 1161199"/>
                    <a:gd name="connsiteX795" fmla="*/ 387989 w 970672"/>
                    <a:gd name="connsiteY795" fmla="*/ 1011778 h 1161199"/>
                    <a:gd name="connsiteX796" fmla="*/ 385859 w 970672"/>
                    <a:gd name="connsiteY796" fmla="*/ 1013896 h 1161199"/>
                    <a:gd name="connsiteX797" fmla="*/ 388058 w 970672"/>
                    <a:gd name="connsiteY797" fmla="*/ 1011894 h 1161199"/>
                    <a:gd name="connsiteX798" fmla="*/ 387283 w 970672"/>
                    <a:gd name="connsiteY798" fmla="*/ 1008652 h 1161199"/>
                    <a:gd name="connsiteX799" fmla="*/ 389204 w 970672"/>
                    <a:gd name="connsiteY799" fmla="*/ 1010667 h 1161199"/>
                    <a:gd name="connsiteX800" fmla="*/ 387190 w 970672"/>
                    <a:gd name="connsiteY800" fmla="*/ 1007043 h 1161199"/>
                    <a:gd name="connsiteX801" fmla="*/ 388486 w 970672"/>
                    <a:gd name="connsiteY801" fmla="*/ 1008271 h 1161199"/>
                    <a:gd name="connsiteX802" fmla="*/ 387375 w 970672"/>
                    <a:gd name="connsiteY802" fmla="*/ 1006916 h 1161199"/>
                    <a:gd name="connsiteX803" fmla="*/ 388753 w 970672"/>
                    <a:gd name="connsiteY803" fmla="*/ 1006627 h 1161199"/>
                    <a:gd name="connsiteX804" fmla="*/ 389343 w 970672"/>
                    <a:gd name="connsiteY804" fmla="*/ 1009463 h 1161199"/>
                    <a:gd name="connsiteX805" fmla="*/ 388926 w 970672"/>
                    <a:gd name="connsiteY805" fmla="*/ 1006349 h 1161199"/>
                    <a:gd name="connsiteX806" fmla="*/ 390489 w 970672"/>
                    <a:gd name="connsiteY806" fmla="*/ 1006430 h 1161199"/>
                    <a:gd name="connsiteX807" fmla="*/ 390281 w 970672"/>
                    <a:gd name="connsiteY807" fmla="*/ 1008016 h 1161199"/>
                    <a:gd name="connsiteX808" fmla="*/ 390964 w 970672"/>
                    <a:gd name="connsiteY808" fmla="*/ 1006106 h 1161199"/>
                    <a:gd name="connsiteX809" fmla="*/ 390211 w 970672"/>
                    <a:gd name="connsiteY809" fmla="*/ 1011165 h 1161199"/>
                    <a:gd name="connsiteX810" fmla="*/ 391184 w 970672"/>
                    <a:gd name="connsiteY810" fmla="*/ 1009000 h 1161199"/>
                    <a:gd name="connsiteX811" fmla="*/ 391936 w 970672"/>
                    <a:gd name="connsiteY811" fmla="*/ 1011083 h 1161199"/>
                    <a:gd name="connsiteX812" fmla="*/ 392249 w 970672"/>
                    <a:gd name="connsiteY812" fmla="*/ 1006812 h 1161199"/>
                    <a:gd name="connsiteX813" fmla="*/ 393904 w 970672"/>
                    <a:gd name="connsiteY813" fmla="*/ 1012391 h 1161199"/>
                    <a:gd name="connsiteX814" fmla="*/ 393395 w 970672"/>
                    <a:gd name="connsiteY814" fmla="*/ 1009278 h 1161199"/>
                    <a:gd name="connsiteX815" fmla="*/ 395270 w 970672"/>
                    <a:gd name="connsiteY815" fmla="*/ 1009486 h 1161199"/>
                    <a:gd name="connsiteX816" fmla="*/ 395837 w 970672"/>
                    <a:gd name="connsiteY816" fmla="*/ 1012299 h 1161199"/>
                    <a:gd name="connsiteX817" fmla="*/ 397666 w 970672"/>
                    <a:gd name="connsiteY817" fmla="*/ 1010817 h 1161199"/>
                    <a:gd name="connsiteX818" fmla="*/ 397620 w 970672"/>
                    <a:gd name="connsiteY818" fmla="*/ 1013792 h 1161199"/>
                    <a:gd name="connsiteX819" fmla="*/ 400271 w 970672"/>
                    <a:gd name="connsiteY819" fmla="*/ 1013769 h 1161199"/>
                    <a:gd name="connsiteX820" fmla="*/ 400468 w 970672"/>
                    <a:gd name="connsiteY820" fmla="*/ 1015263 h 1161199"/>
                    <a:gd name="connsiteX821" fmla="*/ 400352 w 970672"/>
                    <a:gd name="connsiteY821" fmla="*/ 1013711 h 1161199"/>
                    <a:gd name="connsiteX822" fmla="*/ 397759 w 970672"/>
                    <a:gd name="connsiteY822" fmla="*/ 1012924 h 1161199"/>
                    <a:gd name="connsiteX823" fmla="*/ 398557 w 970672"/>
                    <a:gd name="connsiteY823" fmla="*/ 1010817 h 1161199"/>
                    <a:gd name="connsiteX824" fmla="*/ 397793 w 970672"/>
                    <a:gd name="connsiteY824" fmla="*/ 1010713 h 1161199"/>
                    <a:gd name="connsiteX825" fmla="*/ 397666 w 970672"/>
                    <a:gd name="connsiteY825" fmla="*/ 1010690 h 1161199"/>
                    <a:gd name="connsiteX826" fmla="*/ 395930 w 970672"/>
                    <a:gd name="connsiteY826" fmla="*/ 1010458 h 1161199"/>
                    <a:gd name="connsiteX827" fmla="*/ 396532 w 970672"/>
                    <a:gd name="connsiteY827" fmla="*/ 1009486 h 1161199"/>
                    <a:gd name="connsiteX828" fmla="*/ 393696 w 970672"/>
                    <a:gd name="connsiteY828" fmla="*/ 1008456 h 1161199"/>
                    <a:gd name="connsiteX829" fmla="*/ 394853 w 970672"/>
                    <a:gd name="connsiteY829" fmla="*/ 1007842 h 1161199"/>
                    <a:gd name="connsiteX830" fmla="*/ 393418 w 970672"/>
                    <a:gd name="connsiteY830" fmla="*/ 1007147 h 1161199"/>
                    <a:gd name="connsiteX831" fmla="*/ 395652 w 970672"/>
                    <a:gd name="connsiteY831" fmla="*/ 1007356 h 1161199"/>
                    <a:gd name="connsiteX832" fmla="*/ 395606 w 970672"/>
                    <a:gd name="connsiteY832" fmla="*/ 1006210 h 1161199"/>
                    <a:gd name="connsiteX833" fmla="*/ 397574 w 970672"/>
                    <a:gd name="connsiteY833" fmla="*/ 1008305 h 1161199"/>
                    <a:gd name="connsiteX834" fmla="*/ 397238 w 970672"/>
                    <a:gd name="connsiteY834" fmla="*/ 1007402 h 1161199"/>
                    <a:gd name="connsiteX835" fmla="*/ 398048 w 970672"/>
                    <a:gd name="connsiteY835" fmla="*/ 1007970 h 1161199"/>
                    <a:gd name="connsiteX836" fmla="*/ 397793 w 970672"/>
                    <a:gd name="connsiteY836" fmla="*/ 1008536 h 1161199"/>
                    <a:gd name="connsiteX837" fmla="*/ 399391 w 970672"/>
                    <a:gd name="connsiteY837" fmla="*/ 1010226 h 1161199"/>
                    <a:gd name="connsiteX838" fmla="*/ 394274 w 970672"/>
                    <a:gd name="connsiteY838" fmla="*/ 1000793 h 1161199"/>
                    <a:gd name="connsiteX839" fmla="*/ 398951 w 970672"/>
                    <a:gd name="connsiteY839" fmla="*/ 1000711 h 1161199"/>
                    <a:gd name="connsiteX840" fmla="*/ 403987 w 970672"/>
                    <a:gd name="connsiteY840" fmla="*/ 1004219 h 1161199"/>
                    <a:gd name="connsiteX841" fmla="*/ 407008 w 970672"/>
                    <a:gd name="connsiteY841" fmla="*/ 1008965 h 1161199"/>
                    <a:gd name="connsiteX842" fmla="*/ 403454 w 970672"/>
                    <a:gd name="connsiteY842" fmla="*/ 1009567 h 1161199"/>
                    <a:gd name="connsiteX843" fmla="*/ 407205 w 970672"/>
                    <a:gd name="connsiteY843" fmla="*/ 1009729 h 1161199"/>
                    <a:gd name="connsiteX844" fmla="*/ 405353 w 970672"/>
                    <a:gd name="connsiteY844" fmla="*/ 1011245 h 1161199"/>
                    <a:gd name="connsiteX845" fmla="*/ 406510 w 970672"/>
                    <a:gd name="connsiteY845" fmla="*/ 1012438 h 1161199"/>
                    <a:gd name="connsiteX846" fmla="*/ 405920 w 970672"/>
                    <a:gd name="connsiteY846" fmla="*/ 1011141 h 1161199"/>
                    <a:gd name="connsiteX847" fmla="*/ 407251 w 970672"/>
                    <a:gd name="connsiteY847" fmla="*/ 1009995 h 1161199"/>
                    <a:gd name="connsiteX848" fmla="*/ 407714 w 970672"/>
                    <a:gd name="connsiteY848" fmla="*/ 1009752 h 1161199"/>
                    <a:gd name="connsiteX849" fmla="*/ 410203 w 970672"/>
                    <a:gd name="connsiteY849" fmla="*/ 1008456 h 1161199"/>
                    <a:gd name="connsiteX850" fmla="*/ 410492 w 970672"/>
                    <a:gd name="connsiteY850" fmla="*/ 1010169 h 1161199"/>
                    <a:gd name="connsiteX851" fmla="*/ 413815 w 970672"/>
                    <a:gd name="connsiteY851" fmla="*/ 1011037 h 1161199"/>
                    <a:gd name="connsiteX852" fmla="*/ 414683 w 970672"/>
                    <a:gd name="connsiteY852" fmla="*/ 1008490 h 1161199"/>
                    <a:gd name="connsiteX853" fmla="*/ 415551 w 970672"/>
                    <a:gd name="connsiteY853" fmla="*/ 1010551 h 1161199"/>
                    <a:gd name="connsiteX854" fmla="*/ 415018 w 970672"/>
                    <a:gd name="connsiteY854" fmla="*/ 1012345 h 1161199"/>
                    <a:gd name="connsiteX855" fmla="*/ 415285 w 970672"/>
                    <a:gd name="connsiteY855" fmla="*/ 1012426 h 1161199"/>
                    <a:gd name="connsiteX856" fmla="*/ 416847 w 970672"/>
                    <a:gd name="connsiteY856" fmla="*/ 1006569 h 1161199"/>
                    <a:gd name="connsiteX857" fmla="*/ 420089 w 970672"/>
                    <a:gd name="connsiteY857" fmla="*/ 1004438 h 1161199"/>
                    <a:gd name="connsiteX858" fmla="*/ 421177 w 970672"/>
                    <a:gd name="connsiteY858" fmla="*/ 1007205 h 1161199"/>
                    <a:gd name="connsiteX859" fmla="*/ 421756 w 970672"/>
                    <a:gd name="connsiteY859" fmla="*/ 1004995 h 1161199"/>
                    <a:gd name="connsiteX860" fmla="*/ 425552 w 970672"/>
                    <a:gd name="connsiteY860" fmla="*/ 1004809 h 1161199"/>
                    <a:gd name="connsiteX861" fmla="*/ 426999 w 970672"/>
                    <a:gd name="connsiteY861" fmla="*/ 1006731 h 1161199"/>
                    <a:gd name="connsiteX862" fmla="*/ 424870 w 970672"/>
                    <a:gd name="connsiteY862" fmla="*/ 1003003 h 1161199"/>
                    <a:gd name="connsiteX863" fmla="*/ 427138 w 970672"/>
                    <a:gd name="connsiteY863" fmla="*/ 1001857 h 1161199"/>
                    <a:gd name="connsiteX864" fmla="*/ 425830 w 970672"/>
                    <a:gd name="connsiteY864" fmla="*/ 1000897 h 1161199"/>
                    <a:gd name="connsiteX865" fmla="*/ 430322 w 970672"/>
                    <a:gd name="connsiteY865" fmla="*/ 1001939 h 1161199"/>
                    <a:gd name="connsiteX866" fmla="*/ 435172 w 970672"/>
                    <a:gd name="connsiteY866" fmla="*/ 1000839 h 1161199"/>
                    <a:gd name="connsiteX867" fmla="*/ 437696 w 970672"/>
                    <a:gd name="connsiteY867" fmla="*/ 1000271 h 1161199"/>
                    <a:gd name="connsiteX868" fmla="*/ 437151 w 970672"/>
                    <a:gd name="connsiteY868" fmla="*/ 1000098 h 1161199"/>
                    <a:gd name="connsiteX869" fmla="*/ 433424 w 970672"/>
                    <a:gd name="connsiteY869" fmla="*/ 998940 h 1161199"/>
                    <a:gd name="connsiteX870" fmla="*/ 434721 w 970672"/>
                    <a:gd name="connsiteY870" fmla="*/ 996695 h 1161199"/>
                    <a:gd name="connsiteX871" fmla="*/ 442870 w 970672"/>
                    <a:gd name="connsiteY871" fmla="*/ 993199 h 1161199"/>
                    <a:gd name="connsiteX872" fmla="*/ 448588 w 970672"/>
                    <a:gd name="connsiteY872" fmla="*/ 992632 h 1161199"/>
                    <a:gd name="connsiteX873" fmla="*/ 450174 w 970672"/>
                    <a:gd name="connsiteY873" fmla="*/ 995514 h 1161199"/>
                    <a:gd name="connsiteX874" fmla="*/ 451170 w 970672"/>
                    <a:gd name="connsiteY874" fmla="*/ 994507 h 1161199"/>
                    <a:gd name="connsiteX875" fmla="*/ 450128 w 970672"/>
                    <a:gd name="connsiteY875" fmla="*/ 992875 h 1161199"/>
                    <a:gd name="connsiteX876" fmla="*/ 454955 w 970672"/>
                    <a:gd name="connsiteY876" fmla="*/ 994599 h 1161199"/>
                    <a:gd name="connsiteX877" fmla="*/ 455974 w 970672"/>
                    <a:gd name="connsiteY877" fmla="*/ 994067 h 1161199"/>
                    <a:gd name="connsiteX878" fmla="*/ 454990 w 970672"/>
                    <a:gd name="connsiteY878" fmla="*/ 994483 h 1161199"/>
                    <a:gd name="connsiteX879" fmla="*/ 452108 w 970672"/>
                    <a:gd name="connsiteY879" fmla="*/ 992527 h 1161199"/>
                    <a:gd name="connsiteX880" fmla="*/ 450093 w 970672"/>
                    <a:gd name="connsiteY880" fmla="*/ 992527 h 1161199"/>
                    <a:gd name="connsiteX881" fmla="*/ 449306 w 970672"/>
                    <a:gd name="connsiteY881" fmla="*/ 993002 h 1161199"/>
                    <a:gd name="connsiteX882" fmla="*/ 446690 w 970672"/>
                    <a:gd name="connsiteY882" fmla="*/ 989807 h 1161199"/>
                    <a:gd name="connsiteX883" fmla="*/ 450475 w 970672"/>
                    <a:gd name="connsiteY883" fmla="*/ 986994 h 1161199"/>
                    <a:gd name="connsiteX884" fmla="*/ 450718 w 970672"/>
                    <a:gd name="connsiteY884" fmla="*/ 985871 h 1161199"/>
                    <a:gd name="connsiteX885" fmla="*/ 450962 w 970672"/>
                    <a:gd name="connsiteY885" fmla="*/ 984783 h 1161199"/>
                    <a:gd name="connsiteX886" fmla="*/ 451228 w 970672"/>
                    <a:gd name="connsiteY886" fmla="*/ 983614 h 1161199"/>
                    <a:gd name="connsiteX887" fmla="*/ 449017 w 970672"/>
                    <a:gd name="connsiteY887" fmla="*/ 979053 h 1161199"/>
                    <a:gd name="connsiteX888" fmla="*/ 448542 w 970672"/>
                    <a:gd name="connsiteY888" fmla="*/ 978069 h 1161199"/>
                    <a:gd name="connsiteX889" fmla="*/ 450047 w 970672"/>
                    <a:gd name="connsiteY889" fmla="*/ 976530 h 1161199"/>
                    <a:gd name="connsiteX890" fmla="*/ 450117 w 970672"/>
                    <a:gd name="connsiteY890" fmla="*/ 976460 h 1161199"/>
                    <a:gd name="connsiteX891" fmla="*/ 450186 w 970672"/>
                    <a:gd name="connsiteY891" fmla="*/ 976541 h 1161199"/>
                    <a:gd name="connsiteX892" fmla="*/ 451922 w 970672"/>
                    <a:gd name="connsiteY892" fmla="*/ 978764 h 1161199"/>
                    <a:gd name="connsiteX893" fmla="*/ 453172 w 970672"/>
                    <a:gd name="connsiteY893" fmla="*/ 973647 h 1161199"/>
                    <a:gd name="connsiteX894" fmla="*/ 453392 w 970672"/>
                    <a:gd name="connsiteY894" fmla="*/ 972733 h 1161199"/>
                    <a:gd name="connsiteX895" fmla="*/ 453740 w 970672"/>
                    <a:gd name="connsiteY895" fmla="*/ 972524 h 1161199"/>
                    <a:gd name="connsiteX896" fmla="*/ 455627 w 970672"/>
                    <a:gd name="connsiteY896" fmla="*/ 971424 h 1161199"/>
                    <a:gd name="connsiteX897" fmla="*/ 454261 w 970672"/>
                    <a:gd name="connsiteY897" fmla="*/ 971714 h 1161199"/>
                    <a:gd name="connsiteX898" fmla="*/ 455013 w 970672"/>
                    <a:gd name="connsiteY898" fmla="*/ 968889 h 1161199"/>
                    <a:gd name="connsiteX899" fmla="*/ 458579 w 970672"/>
                    <a:gd name="connsiteY899" fmla="*/ 967153 h 1161199"/>
                    <a:gd name="connsiteX900" fmla="*/ 458474 w 970672"/>
                    <a:gd name="connsiteY900" fmla="*/ 964421 h 1161199"/>
                    <a:gd name="connsiteX901" fmla="*/ 458173 w 970672"/>
                    <a:gd name="connsiteY901" fmla="*/ 964317 h 1161199"/>
                    <a:gd name="connsiteX902" fmla="*/ 458058 w 970672"/>
                    <a:gd name="connsiteY902" fmla="*/ 964896 h 1161199"/>
                    <a:gd name="connsiteX903" fmla="*/ 457594 w 970672"/>
                    <a:gd name="connsiteY903" fmla="*/ 967234 h 1161199"/>
                    <a:gd name="connsiteX904" fmla="*/ 455650 w 970672"/>
                    <a:gd name="connsiteY904" fmla="*/ 968310 h 1161199"/>
                    <a:gd name="connsiteX905" fmla="*/ 453369 w 970672"/>
                    <a:gd name="connsiteY905" fmla="*/ 969584 h 1161199"/>
                    <a:gd name="connsiteX906" fmla="*/ 452756 w 970672"/>
                    <a:gd name="connsiteY906" fmla="*/ 969931 h 1161199"/>
                    <a:gd name="connsiteX907" fmla="*/ 452443 w 970672"/>
                    <a:gd name="connsiteY907" fmla="*/ 970105 h 1161199"/>
                    <a:gd name="connsiteX908" fmla="*/ 452791 w 970672"/>
                    <a:gd name="connsiteY908" fmla="*/ 970105 h 1161199"/>
                    <a:gd name="connsiteX909" fmla="*/ 453092 w 970672"/>
                    <a:gd name="connsiteY909" fmla="*/ 971818 h 1161199"/>
                    <a:gd name="connsiteX910" fmla="*/ 450742 w 970672"/>
                    <a:gd name="connsiteY910" fmla="*/ 970915 h 1161199"/>
                    <a:gd name="connsiteX911" fmla="*/ 452131 w 970672"/>
                    <a:gd name="connsiteY911" fmla="*/ 973323 h 1161199"/>
                    <a:gd name="connsiteX912" fmla="*/ 449931 w 970672"/>
                    <a:gd name="connsiteY912" fmla="*/ 974284 h 1161199"/>
                    <a:gd name="connsiteX913" fmla="*/ 448322 w 970672"/>
                    <a:gd name="connsiteY913" fmla="*/ 972894 h 1161199"/>
                    <a:gd name="connsiteX914" fmla="*/ 446759 w 970672"/>
                    <a:gd name="connsiteY914" fmla="*/ 976379 h 1161199"/>
                    <a:gd name="connsiteX915" fmla="*/ 446794 w 970672"/>
                    <a:gd name="connsiteY915" fmla="*/ 979053 h 1161199"/>
                    <a:gd name="connsiteX916" fmla="*/ 446887 w 970672"/>
                    <a:gd name="connsiteY916" fmla="*/ 988256 h 1161199"/>
                    <a:gd name="connsiteX917" fmla="*/ 445347 w 970672"/>
                    <a:gd name="connsiteY917" fmla="*/ 989796 h 1161199"/>
                    <a:gd name="connsiteX918" fmla="*/ 445208 w 970672"/>
                    <a:gd name="connsiteY918" fmla="*/ 989946 h 1161199"/>
                    <a:gd name="connsiteX919" fmla="*/ 444965 w 970672"/>
                    <a:gd name="connsiteY919" fmla="*/ 989749 h 1161199"/>
                    <a:gd name="connsiteX920" fmla="*/ 443819 w 970672"/>
                    <a:gd name="connsiteY920" fmla="*/ 988846 h 1161199"/>
                    <a:gd name="connsiteX921" fmla="*/ 437626 w 970672"/>
                    <a:gd name="connsiteY921" fmla="*/ 990328 h 1161199"/>
                    <a:gd name="connsiteX922" fmla="*/ 430785 w 970672"/>
                    <a:gd name="connsiteY922" fmla="*/ 991370 h 1161199"/>
                    <a:gd name="connsiteX923" fmla="*/ 430183 w 970672"/>
                    <a:gd name="connsiteY923" fmla="*/ 989946 h 1161199"/>
                    <a:gd name="connsiteX924" fmla="*/ 428759 w 970672"/>
                    <a:gd name="connsiteY924" fmla="*/ 991647 h 1161199"/>
                    <a:gd name="connsiteX925" fmla="*/ 426872 w 970672"/>
                    <a:gd name="connsiteY925" fmla="*/ 990293 h 1161199"/>
                    <a:gd name="connsiteX926" fmla="*/ 427763 w 970672"/>
                    <a:gd name="connsiteY926" fmla="*/ 987272 h 1161199"/>
                    <a:gd name="connsiteX927" fmla="*/ 426525 w 970672"/>
                    <a:gd name="connsiteY927" fmla="*/ 991034 h 1161199"/>
                    <a:gd name="connsiteX928" fmla="*/ 425599 w 970672"/>
                    <a:gd name="connsiteY928" fmla="*/ 989969 h 1161199"/>
                    <a:gd name="connsiteX929" fmla="*/ 423064 w 970672"/>
                    <a:gd name="connsiteY929" fmla="*/ 993361 h 1161199"/>
                    <a:gd name="connsiteX930" fmla="*/ 419834 w 970672"/>
                    <a:gd name="connsiteY930" fmla="*/ 993036 h 1161199"/>
                    <a:gd name="connsiteX931" fmla="*/ 419950 w 970672"/>
                    <a:gd name="connsiteY931" fmla="*/ 991647 h 1161199"/>
                    <a:gd name="connsiteX932" fmla="*/ 416512 w 970672"/>
                    <a:gd name="connsiteY932" fmla="*/ 990177 h 1161199"/>
                    <a:gd name="connsiteX933" fmla="*/ 416720 w 970672"/>
                    <a:gd name="connsiteY933" fmla="*/ 987434 h 1161199"/>
                    <a:gd name="connsiteX934" fmla="*/ 415204 w 970672"/>
                    <a:gd name="connsiteY934" fmla="*/ 987723 h 1161199"/>
                    <a:gd name="connsiteX935" fmla="*/ 416269 w 970672"/>
                    <a:gd name="connsiteY935" fmla="*/ 986380 h 1161199"/>
                    <a:gd name="connsiteX936" fmla="*/ 413872 w 970672"/>
                    <a:gd name="connsiteY936" fmla="*/ 982248 h 1161199"/>
                    <a:gd name="connsiteX937" fmla="*/ 414277 w 970672"/>
                    <a:gd name="connsiteY937" fmla="*/ 980720 h 1161199"/>
                    <a:gd name="connsiteX938" fmla="*/ 414335 w 970672"/>
                    <a:gd name="connsiteY938" fmla="*/ 980037 h 1161199"/>
                    <a:gd name="connsiteX939" fmla="*/ 414277 w 970672"/>
                    <a:gd name="connsiteY939" fmla="*/ 979990 h 1161199"/>
                    <a:gd name="connsiteX940" fmla="*/ 413652 w 970672"/>
                    <a:gd name="connsiteY940" fmla="*/ 982248 h 1161199"/>
                    <a:gd name="connsiteX941" fmla="*/ 413606 w 970672"/>
                    <a:gd name="connsiteY941" fmla="*/ 985408 h 1161199"/>
                    <a:gd name="connsiteX942" fmla="*/ 414567 w 970672"/>
                    <a:gd name="connsiteY942" fmla="*/ 986658 h 1161199"/>
                    <a:gd name="connsiteX943" fmla="*/ 411604 w 970672"/>
                    <a:gd name="connsiteY943" fmla="*/ 985929 h 1161199"/>
                    <a:gd name="connsiteX944" fmla="*/ 413409 w 970672"/>
                    <a:gd name="connsiteY944" fmla="*/ 985455 h 1161199"/>
                    <a:gd name="connsiteX945" fmla="*/ 410539 w 970672"/>
                    <a:gd name="connsiteY945" fmla="*/ 980222 h 1161199"/>
                    <a:gd name="connsiteX946" fmla="*/ 410585 w 970672"/>
                    <a:gd name="connsiteY946" fmla="*/ 980176 h 1161199"/>
                    <a:gd name="connsiteX947" fmla="*/ 411198 w 970672"/>
                    <a:gd name="connsiteY947" fmla="*/ 979551 h 1161199"/>
                    <a:gd name="connsiteX948" fmla="*/ 410377 w 970672"/>
                    <a:gd name="connsiteY948" fmla="*/ 979053 h 1161199"/>
                    <a:gd name="connsiteX949" fmla="*/ 404924 w 970672"/>
                    <a:gd name="connsiteY949" fmla="*/ 975788 h 1161199"/>
                    <a:gd name="connsiteX950" fmla="*/ 394923 w 970672"/>
                    <a:gd name="connsiteY950" fmla="*/ 975442 h 1161199"/>
                    <a:gd name="connsiteX951" fmla="*/ 394309 w 970672"/>
                    <a:gd name="connsiteY951" fmla="*/ 977235 h 1161199"/>
                    <a:gd name="connsiteX952" fmla="*/ 388834 w 970672"/>
                    <a:gd name="connsiteY952" fmla="*/ 978370 h 1161199"/>
                    <a:gd name="connsiteX953" fmla="*/ 387294 w 970672"/>
                    <a:gd name="connsiteY953" fmla="*/ 978543 h 1161199"/>
                    <a:gd name="connsiteX954" fmla="*/ 385187 w 970672"/>
                    <a:gd name="connsiteY954" fmla="*/ 978486 h 1161199"/>
                    <a:gd name="connsiteX955" fmla="*/ 385732 w 970672"/>
                    <a:gd name="connsiteY955" fmla="*/ 976113 h 1161199"/>
                    <a:gd name="connsiteX956" fmla="*/ 384064 w 970672"/>
                    <a:gd name="connsiteY956" fmla="*/ 975743 h 1161199"/>
                    <a:gd name="connsiteX957" fmla="*/ 384921 w 970672"/>
                    <a:gd name="connsiteY957" fmla="*/ 979053 h 1161199"/>
                    <a:gd name="connsiteX958" fmla="*/ 384991 w 970672"/>
                    <a:gd name="connsiteY958" fmla="*/ 979308 h 1161199"/>
                    <a:gd name="connsiteX959" fmla="*/ 384238 w 970672"/>
                    <a:gd name="connsiteY959" fmla="*/ 979053 h 1161199"/>
                    <a:gd name="connsiteX960" fmla="*/ 380789 w 970672"/>
                    <a:gd name="connsiteY960" fmla="*/ 977837 h 1161199"/>
                    <a:gd name="connsiteX961" fmla="*/ 380812 w 970672"/>
                    <a:gd name="connsiteY961" fmla="*/ 979053 h 1161199"/>
                    <a:gd name="connsiteX962" fmla="*/ 380823 w 970672"/>
                    <a:gd name="connsiteY962" fmla="*/ 979678 h 1161199"/>
                    <a:gd name="connsiteX963" fmla="*/ 379307 w 970672"/>
                    <a:gd name="connsiteY963" fmla="*/ 979053 h 1161199"/>
                    <a:gd name="connsiteX964" fmla="*/ 376610 w 970672"/>
                    <a:gd name="connsiteY964" fmla="*/ 977930 h 1161199"/>
                    <a:gd name="connsiteX965" fmla="*/ 371018 w 970672"/>
                    <a:gd name="connsiteY965" fmla="*/ 978752 h 1161199"/>
                    <a:gd name="connsiteX966" fmla="*/ 371111 w 970672"/>
                    <a:gd name="connsiteY966" fmla="*/ 979053 h 1161199"/>
                    <a:gd name="connsiteX967" fmla="*/ 371343 w 970672"/>
                    <a:gd name="connsiteY967" fmla="*/ 979886 h 1161199"/>
                    <a:gd name="connsiteX968" fmla="*/ 374966 w 970672"/>
                    <a:gd name="connsiteY968" fmla="*/ 979053 h 1161199"/>
                    <a:gd name="connsiteX969" fmla="*/ 377293 w 970672"/>
                    <a:gd name="connsiteY969" fmla="*/ 978521 h 1161199"/>
                    <a:gd name="connsiteX970" fmla="*/ 375915 w 970672"/>
                    <a:gd name="connsiteY970" fmla="*/ 979053 h 1161199"/>
                    <a:gd name="connsiteX971" fmla="*/ 375614 w 970672"/>
                    <a:gd name="connsiteY971" fmla="*/ 979169 h 1161199"/>
                    <a:gd name="connsiteX972" fmla="*/ 379596 w 970672"/>
                    <a:gd name="connsiteY972" fmla="*/ 979713 h 1161199"/>
                    <a:gd name="connsiteX973" fmla="*/ 379747 w 970672"/>
                    <a:gd name="connsiteY973" fmla="*/ 981473 h 1161199"/>
                    <a:gd name="connsiteX974" fmla="*/ 373044 w 970672"/>
                    <a:gd name="connsiteY974" fmla="*/ 984320 h 1161199"/>
                    <a:gd name="connsiteX975" fmla="*/ 363645 w 970672"/>
                    <a:gd name="connsiteY975" fmla="*/ 981461 h 1161199"/>
                    <a:gd name="connsiteX976" fmla="*/ 361364 w 970672"/>
                    <a:gd name="connsiteY976" fmla="*/ 979366 h 1161199"/>
                    <a:gd name="connsiteX977" fmla="*/ 361017 w 970672"/>
                    <a:gd name="connsiteY977" fmla="*/ 979053 h 1161199"/>
                    <a:gd name="connsiteX978" fmla="*/ 354187 w 970672"/>
                    <a:gd name="connsiteY978" fmla="*/ 972791 h 1161199"/>
                    <a:gd name="connsiteX979" fmla="*/ 341847 w 970672"/>
                    <a:gd name="connsiteY979" fmla="*/ 955635 h 1161199"/>
                    <a:gd name="connsiteX980" fmla="*/ 338884 w 970672"/>
                    <a:gd name="connsiteY980" fmla="*/ 948076 h 1161199"/>
                    <a:gd name="connsiteX981" fmla="*/ 339301 w 970672"/>
                    <a:gd name="connsiteY981" fmla="*/ 944997 h 1161199"/>
                    <a:gd name="connsiteX982" fmla="*/ 344197 w 970672"/>
                    <a:gd name="connsiteY982" fmla="*/ 948515 h 1161199"/>
                    <a:gd name="connsiteX983" fmla="*/ 343711 w 970672"/>
                    <a:gd name="connsiteY983" fmla="*/ 947034 h 1161199"/>
                    <a:gd name="connsiteX984" fmla="*/ 345922 w 970672"/>
                    <a:gd name="connsiteY984" fmla="*/ 946571 h 1161199"/>
                    <a:gd name="connsiteX985" fmla="*/ 344926 w 970672"/>
                    <a:gd name="connsiteY985" fmla="*/ 949847 h 1161199"/>
                    <a:gd name="connsiteX986" fmla="*/ 347022 w 970672"/>
                    <a:gd name="connsiteY986" fmla="*/ 946953 h 1161199"/>
                    <a:gd name="connsiteX987" fmla="*/ 345864 w 970672"/>
                    <a:gd name="connsiteY987" fmla="*/ 950692 h 1161199"/>
                    <a:gd name="connsiteX988" fmla="*/ 345945 w 970672"/>
                    <a:gd name="connsiteY988" fmla="*/ 951097 h 1161199"/>
                    <a:gd name="connsiteX989" fmla="*/ 348411 w 970672"/>
                    <a:gd name="connsiteY989" fmla="*/ 951144 h 1161199"/>
                    <a:gd name="connsiteX990" fmla="*/ 347346 w 970672"/>
                    <a:gd name="connsiteY990" fmla="*/ 951595 h 1161199"/>
                    <a:gd name="connsiteX991" fmla="*/ 348793 w 970672"/>
                    <a:gd name="connsiteY991" fmla="*/ 951213 h 1161199"/>
                    <a:gd name="connsiteX992" fmla="*/ 351062 w 970672"/>
                    <a:gd name="connsiteY992" fmla="*/ 950020 h 1161199"/>
                    <a:gd name="connsiteX993" fmla="*/ 349406 w 970672"/>
                    <a:gd name="connsiteY993" fmla="*/ 951919 h 1161199"/>
                    <a:gd name="connsiteX994" fmla="*/ 351235 w 970672"/>
                    <a:gd name="connsiteY994" fmla="*/ 951051 h 1161199"/>
                    <a:gd name="connsiteX995" fmla="*/ 350043 w 970672"/>
                    <a:gd name="connsiteY995" fmla="*/ 951908 h 1161199"/>
                    <a:gd name="connsiteX996" fmla="*/ 352046 w 970672"/>
                    <a:gd name="connsiteY996" fmla="*/ 952660 h 1161199"/>
                    <a:gd name="connsiteX997" fmla="*/ 352208 w 970672"/>
                    <a:gd name="connsiteY997" fmla="*/ 949859 h 1161199"/>
                    <a:gd name="connsiteX998" fmla="*/ 352439 w 970672"/>
                    <a:gd name="connsiteY998" fmla="*/ 951815 h 1161199"/>
                    <a:gd name="connsiteX999" fmla="*/ 352636 w 970672"/>
                    <a:gd name="connsiteY999" fmla="*/ 950449 h 1161199"/>
                    <a:gd name="connsiteX1000" fmla="*/ 353990 w 970672"/>
                    <a:gd name="connsiteY1000" fmla="*/ 951166 h 1161199"/>
                    <a:gd name="connsiteX1001" fmla="*/ 352879 w 970672"/>
                    <a:gd name="connsiteY1001" fmla="*/ 952521 h 1161199"/>
                    <a:gd name="connsiteX1002" fmla="*/ 354951 w 970672"/>
                    <a:gd name="connsiteY1002" fmla="*/ 951097 h 1161199"/>
                    <a:gd name="connsiteX1003" fmla="*/ 352509 w 970672"/>
                    <a:gd name="connsiteY1003" fmla="*/ 952880 h 1161199"/>
                    <a:gd name="connsiteX1004" fmla="*/ 354500 w 970672"/>
                    <a:gd name="connsiteY1004" fmla="*/ 952301 h 1161199"/>
                    <a:gd name="connsiteX1005" fmla="*/ 354476 w 970672"/>
                    <a:gd name="connsiteY1005" fmla="*/ 954361 h 1161199"/>
                    <a:gd name="connsiteX1006" fmla="*/ 355078 w 970672"/>
                    <a:gd name="connsiteY1006" fmla="*/ 951560 h 1161199"/>
                    <a:gd name="connsiteX1007" fmla="*/ 355310 w 970672"/>
                    <a:gd name="connsiteY1007" fmla="*/ 954350 h 1161199"/>
                    <a:gd name="connsiteX1008" fmla="*/ 356908 w 970672"/>
                    <a:gd name="connsiteY1008" fmla="*/ 954223 h 1161199"/>
                    <a:gd name="connsiteX1009" fmla="*/ 355646 w 970672"/>
                    <a:gd name="connsiteY1009" fmla="*/ 953412 h 1161199"/>
                    <a:gd name="connsiteX1010" fmla="*/ 356583 w 970672"/>
                    <a:gd name="connsiteY1010" fmla="*/ 951340 h 1161199"/>
                    <a:gd name="connsiteX1011" fmla="*/ 357127 w 970672"/>
                    <a:gd name="connsiteY1011" fmla="*/ 952463 h 1161199"/>
                    <a:gd name="connsiteX1012" fmla="*/ 356919 w 970672"/>
                    <a:gd name="connsiteY1012" fmla="*/ 952753 h 1161199"/>
                    <a:gd name="connsiteX1013" fmla="*/ 357915 w 970672"/>
                    <a:gd name="connsiteY1013" fmla="*/ 953563 h 1161199"/>
                    <a:gd name="connsiteX1014" fmla="*/ 357197 w 970672"/>
                    <a:gd name="connsiteY1014" fmla="*/ 952359 h 1161199"/>
                    <a:gd name="connsiteX1015" fmla="*/ 357776 w 970672"/>
                    <a:gd name="connsiteY1015" fmla="*/ 951549 h 1161199"/>
                    <a:gd name="connsiteX1016" fmla="*/ 358806 w 970672"/>
                    <a:gd name="connsiteY1016" fmla="*/ 951537 h 1161199"/>
                    <a:gd name="connsiteX1017" fmla="*/ 358216 w 970672"/>
                    <a:gd name="connsiteY1017" fmla="*/ 950935 h 1161199"/>
                    <a:gd name="connsiteX1018" fmla="*/ 358574 w 970672"/>
                    <a:gd name="connsiteY1018" fmla="*/ 950426 h 1161199"/>
                    <a:gd name="connsiteX1019" fmla="*/ 359801 w 970672"/>
                    <a:gd name="connsiteY1019" fmla="*/ 950970 h 1161199"/>
                    <a:gd name="connsiteX1020" fmla="*/ 359419 w 970672"/>
                    <a:gd name="connsiteY1020" fmla="*/ 951352 h 1161199"/>
                    <a:gd name="connsiteX1021" fmla="*/ 359130 w 970672"/>
                    <a:gd name="connsiteY1021" fmla="*/ 951329 h 1161199"/>
                    <a:gd name="connsiteX1022" fmla="*/ 359072 w 970672"/>
                    <a:gd name="connsiteY1022" fmla="*/ 952069 h 1161199"/>
                    <a:gd name="connsiteX1023" fmla="*/ 358829 w 970672"/>
                    <a:gd name="connsiteY1023" fmla="*/ 951688 h 1161199"/>
                    <a:gd name="connsiteX1024" fmla="*/ 358239 w 970672"/>
                    <a:gd name="connsiteY1024" fmla="*/ 953598 h 1161199"/>
                    <a:gd name="connsiteX1025" fmla="*/ 359038 w 970672"/>
                    <a:gd name="connsiteY1025" fmla="*/ 952266 h 1161199"/>
                    <a:gd name="connsiteX1026" fmla="*/ 359061 w 970672"/>
                    <a:gd name="connsiteY1026" fmla="*/ 952220 h 1161199"/>
                    <a:gd name="connsiteX1027" fmla="*/ 359350 w 970672"/>
                    <a:gd name="connsiteY1027" fmla="*/ 952521 h 1161199"/>
                    <a:gd name="connsiteX1028" fmla="*/ 360230 w 970672"/>
                    <a:gd name="connsiteY1028" fmla="*/ 953968 h 1161199"/>
                    <a:gd name="connsiteX1029" fmla="*/ 359466 w 970672"/>
                    <a:gd name="connsiteY1029" fmla="*/ 955068 h 1161199"/>
                    <a:gd name="connsiteX1030" fmla="*/ 360473 w 970672"/>
                    <a:gd name="connsiteY1030" fmla="*/ 954361 h 1161199"/>
                    <a:gd name="connsiteX1031" fmla="*/ 360415 w 970672"/>
                    <a:gd name="connsiteY1031" fmla="*/ 953701 h 1161199"/>
                    <a:gd name="connsiteX1032" fmla="*/ 361364 w 970672"/>
                    <a:gd name="connsiteY1032" fmla="*/ 954350 h 1161199"/>
                    <a:gd name="connsiteX1033" fmla="*/ 361758 w 970672"/>
                    <a:gd name="connsiteY1033" fmla="*/ 954628 h 1161199"/>
                    <a:gd name="connsiteX1034" fmla="*/ 361364 w 970672"/>
                    <a:gd name="connsiteY1034" fmla="*/ 954234 h 1161199"/>
                    <a:gd name="connsiteX1035" fmla="*/ 359535 w 970672"/>
                    <a:gd name="connsiteY1035" fmla="*/ 952440 h 1161199"/>
                    <a:gd name="connsiteX1036" fmla="*/ 360496 w 970672"/>
                    <a:gd name="connsiteY1036" fmla="*/ 951294 h 1161199"/>
                    <a:gd name="connsiteX1037" fmla="*/ 359778 w 970672"/>
                    <a:gd name="connsiteY1037" fmla="*/ 951224 h 1161199"/>
                    <a:gd name="connsiteX1038" fmla="*/ 359952 w 970672"/>
                    <a:gd name="connsiteY1038" fmla="*/ 950356 h 1161199"/>
                    <a:gd name="connsiteX1039" fmla="*/ 361248 w 970672"/>
                    <a:gd name="connsiteY1039" fmla="*/ 952093 h 1161199"/>
                    <a:gd name="connsiteX1040" fmla="*/ 361364 w 970672"/>
                    <a:gd name="connsiteY1040" fmla="*/ 952243 h 1161199"/>
                    <a:gd name="connsiteX1041" fmla="*/ 363378 w 970672"/>
                    <a:gd name="connsiteY1041" fmla="*/ 952324 h 1161199"/>
                    <a:gd name="connsiteX1042" fmla="*/ 361364 w 970672"/>
                    <a:gd name="connsiteY1042" fmla="*/ 951236 h 1161199"/>
                    <a:gd name="connsiteX1043" fmla="*/ 361260 w 970672"/>
                    <a:gd name="connsiteY1043" fmla="*/ 951178 h 1161199"/>
                    <a:gd name="connsiteX1044" fmla="*/ 361364 w 970672"/>
                    <a:gd name="connsiteY1044" fmla="*/ 951178 h 1161199"/>
                    <a:gd name="connsiteX1045" fmla="*/ 363297 w 970672"/>
                    <a:gd name="connsiteY1045" fmla="*/ 950993 h 1161199"/>
                    <a:gd name="connsiteX1046" fmla="*/ 361364 w 970672"/>
                    <a:gd name="connsiteY1046" fmla="*/ 950854 h 1161199"/>
                    <a:gd name="connsiteX1047" fmla="*/ 360947 w 970672"/>
                    <a:gd name="connsiteY1047" fmla="*/ 950819 h 1161199"/>
                    <a:gd name="connsiteX1048" fmla="*/ 361364 w 970672"/>
                    <a:gd name="connsiteY1048" fmla="*/ 950461 h 1161199"/>
                    <a:gd name="connsiteX1049" fmla="*/ 362464 w 970672"/>
                    <a:gd name="connsiteY1049" fmla="*/ 949476 h 1161199"/>
                    <a:gd name="connsiteX1050" fmla="*/ 364640 w 970672"/>
                    <a:gd name="connsiteY1050" fmla="*/ 950542 h 1161199"/>
                    <a:gd name="connsiteX1051" fmla="*/ 364443 w 970672"/>
                    <a:gd name="connsiteY1051" fmla="*/ 950680 h 1161199"/>
                    <a:gd name="connsiteX1052" fmla="*/ 364281 w 970672"/>
                    <a:gd name="connsiteY1052" fmla="*/ 952359 h 1161199"/>
                    <a:gd name="connsiteX1053" fmla="*/ 364594 w 970672"/>
                    <a:gd name="connsiteY1053" fmla="*/ 950796 h 1161199"/>
                    <a:gd name="connsiteX1054" fmla="*/ 365809 w 970672"/>
                    <a:gd name="connsiteY1054" fmla="*/ 951722 h 1161199"/>
                    <a:gd name="connsiteX1055" fmla="*/ 365520 w 970672"/>
                    <a:gd name="connsiteY1055" fmla="*/ 950020 h 1161199"/>
                    <a:gd name="connsiteX1056" fmla="*/ 366677 w 970672"/>
                    <a:gd name="connsiteY1056" fmla="*/ 951387 h 1161199"/>
                    <a:gd name="connsiteX1057" fmla="*/ 367222 w 970672"/>
                    <a:gd name="connsiteY1057" fmla="*/ 949627 h 1161199"/>
                    <a:gd name="connsiteX1058" fmla="*/ 361364 w 970672"/>
                    <a:gd name="connsiteY1058" fmla="*/ 949257 h 1161199"/>
                    <a:gd name="connsiteX1059" fmla="*/ 359790 w 970672"/>
                    <a:gd name="connsiteY1059" fmla="*/ 949164 h 1161199"/>
                    <a:gd name="connsiteX1060" fmla="*/ 360797 w 970672"/>
                    <a:gd name="connsiteY1060" fmla="*/ 948794 h 1161199"/>
                    <a:gd name="connsiteX1061" fmla="*/ 358864 w 970672"/>
                    <a:gd name="connsiteY1061" fmla="*/ 947347 h 1161199"/>
                    <a:gd name="connsiteX1062" fmla="*/ 360623 w 970672"/>
                    <a:gd name="connsiteY1062" fmla="*/ 948169 h 1161199"/>
                    <a:gd name="connsiteX1063" fmla="*/ 358922 w 970672"/>
                    <a:gd name="connsiteY1063" fmla="*/ 946050 h 1161199"/>
                    <a:gd name="connsiteX1064" fmla="*/ 361330 w 970672"/>
                    <a:gd name="connsiteY1064" fmla="*/ 943480 h 1161199"/>
                    <a:gd name="connsiteX1065" fmla="*/ 361364 w 970672"/>
                    <a:gd name="connsiteY1065" fmla="*/ 943480 h 1161199"/>
                    <a:gd name="connsiteX1066" fmla="*/ 364918 w 970672"/>
                    <a:gd name="connsiteY1066" fmla="*/ 942925 h 1161199"/>
                    <a:gd name="connsiteX1067" fmla="*/ 361654 w 970672"/>
                    <a:gd name="connsiteY1067" fmla="*/ 943295 h 1161199"/>
                    <a:gd name="connsiteX1068" fmla="*/ 361364 w 970672"/>
                    <a:gd name="connsiteY1068" fmla="*/ 942983 h 1161199"/>
                    <a:gd name="connsiteX1069" fmla="*/ 360670 w 970672"/>
                    <a:gd name="connsiteY1069" fmla="*/ 942230 h 1161199"/>
                    <a:gd name="connsiteX1070" fmla="*/ 360218 w 970672"/>
                    <a:gd name="connsiteY1070" fmla="*/ 944533 h 1161199"/>
                    <a:gd name="connsiteX1071" fmla="*/ 358667 w 970672"/>
                    <a:gd name="connsiteY1071" fmla="*/ 943816 h 1161199"/>
                    <a:gd name="connsiteX1072" fmla="*/ 344683 w 970672"/>
                    <a:gd name="connsiteY1072" fmla="*/ 942450 h 1161199"/>
                    <a:gd name="connsiteX1073" fmla="*/ 340829 w 970672"/>
                    <a:gd name="connsiteY1073" fmla="*/ 936535 h 1161199"/>
                    <a:gd name="connsiteX1074" fmla="*/ 340759 w 970672"/>
                    <a:gd name="connsiteY1074" fmla="*/ 931511 h 1161199"/>
                    <a:gd name="connsiteX1075" fmla="*/ 342403 w 970672"/>
                    <a:gd name="connsiteY1075" fmla="*/ 924288 h 1161199"/>
                    <a:gd name="connsiteX1076" fmla="*/ 345829 w 970672"/>
                    <a:gd name="connsiteY1076" fmla="*/ 919588 h 1161199"/>
                    <a:gd name="connsiteX1077" fmla="*/ 344973 w 970672"/>
                    <a:gd name="connsiteY1077" fmla="*/ 912989 h 1161199"/>
                    <a:gd name="connsiteX1078" fmla="*/ 347404 w 970672"/>
                    <a:gd name="connsiteY1078" fmla="*/ 911913 h 1161199"/>
                    <a:gd name="connsiteX1079" fmla="*/ 347705 w 970672"/>
                    <a:gd name="connsiteY1079" fmla="*/ 913071 h 1161199"/>
                    <a:gd name="connsiteX1080" fmla="*/ 353412 w 970672"/>
                    <a:gd name="connsiteY1080" fmla="*/ 907606 h 1161199"/>
                    <a:gd name="connsiteX1081" fmla="*/ 355819 w 970672"/>
                    <a:gd name="connsiteY1081" fmla="*/ 908128 h 1161199"/>
                    <a:gd name="connsiteX1082" fmla="*/ 360577 w 970672"/>
                    <a:gd name="connsiteY1082" fmla="*/ 905118 h 1161199"/>
                    <a:gd name="connsiteX1083" fmla="*/ 361364 w 970672"/>
                    <a:gd name="connsiteY1083" fmla="*/ 901876 h 1161199"/>
                    <a:gd name="connsiteX1084" fmla="*/ 363031 w 970672"/>
                    <a:gd name="connsiteY1084" fmla="*/ 894977 h 1161199"/>
                    <a:gd name="connsiteX1085" fmla="*/ 361364 w 970672"/>
                    <a:gd name="connsiteY1085" fmla="*/ 892465 h 1161199"/>
                    <a:gd name="connsiteX1086" fmla="*/ 359894 w 970672"/>
                    <a:gd name="connsiteY1086" fmla="*/ 890255 h 1161199"/>
                    <a:gd name="connsiteX1087" fmla="*/ 361364 w 970672"/>
                    <a:gd name="connsiteY1087" fmla="*/ 888842 h 1161199"/>
                    <a:gd name="connsiteX1088" fmla="*/ 364235 w 970672"/>
                    <a:gd name="connsiteY1088" fmla="*/ 886087 h 1161199"/>
                    <a:gd name="connsiteX1089" fmla="*/ 363784 w 970672"/>
                    <a:gd name="connsiteY1089" fmla="*/ 886376 h 1161199"/>
                    <a:gd name="connsiteX1090" fmla="*/ 362082 w 970672"/>
                    <a:gd name="connsiteY1090" fmla="*/ 884246 h 1161199"/>
                    <a:gd name="connsiteX1091" fmla="*/ 364663 w 970672"/>
                    <a:gd name="connsiteY1091" fmla="*/ 884420 h 1161199"/>
                    <a:gd name="connsiteX1092" fmla="*/ 365589 w 970672"/>
                    <a:gd name="connsiteY1092" fmla="*/ 882383 h 1161199"/>
                    <a:gd name="connsiteX1093" fmla="*/ 363355 w 970672"/>
                    <a:gd name="connsiteY1093" fmla="*/ 881352 h 1161199"/>
                    <a:gd name="connsiteX1094" fmla="*/ 364686 w 970672"/>
                    <a:gd name="connsiteY1094" fmla="*/ 880449 h 1161199"/>
                    <a:gd name="connsiteX1095" fmla="*/ 364304 w 970672"/>
                    <a:gd name="connsiteY1095" fmla="*/ 876421 h 1161199"/>
                    <a:gd name="connsiteX1096" fmla="*/ 364872 w 970672"/>
                    <a:gd name="connsiteY1096" fmla="*/ 875819 h 1161199"/>
                    <a:gd name="connsiteX1097" fmla="*/ 364617 w 970672"/>
                    <a:gd name="connsiteY1097" fmla="*/ 875669 h 1161199"/>
                    <a:gd name="connsiteX1098" fmla="*/ 364038 w 970672"/>
                    <a:gd name="connsiteY1098" fmla="*/ 876213 h 1161199"/>
                    <a:gd name="connsiteX1099" fmla="*/ 364409 w 970672"/>
                    <a:gd name="connsiteY1099" fmla="*/ 880334 h 1161199"/>
                    <a:gd name="connsiteX1100" fmla="*/ 363089 w 970672"/>
                    <a:gd name="connsiteY1100" fmla="*/ 881341 h 1161199"/>
                    <a:gd name="connsiteX1101" fmla="*/ 365300 w 970672"/>
                    <a:gd name="connsiteY1101" fmla="*/ 882418 h 1161199"/>
                    <a:gd name="connsiteX1102" fmla="*/ 364594 w 970672"/>
                    <a:gd name="connsiteY1102" fmla="*/ 883807 h 1161199"/>
                    <a:gd name="connsiteX1103" fmla="*/ 362059 w 970672"/>
                    <a:gd name="connsiteY1103" fmla="*/ 883564 h 1161199"/>
                    <a:gd name="connsiteX1104" fmla="*/ 361781 w 970672"/>
                    <a:gd name="connsiteY1104" fmla="*/ 884385 h 1161199"/>
                    <a:gd name="connsiteX1105" fmla="*/ 363367 w 970672"/>
                    <a:gd name="connsiteY1105" fmla="*/ 886423 h 1161199"/>
                    <a:gd name="connsiteX1106" fmla="*/ 361364 w 970672"/>
                    <a:gd name="connsiteY1106" fmla="*/ 887720 h 1161199"/>
                    <a:gd name="connsiteX1107" fmla="*/ 359292 w 970672"/>
                    <a:gd name="connsiteY1107" fmla="*/ 889051 h 1161199"/>
                    <a:gd name="connsiteX1108" fmla="*/ 359500 w 970672"/>
                    <a:gd name="connsiteY1108" fmla="*/ 890324 h 1161199"/>
                    <a:gd name="connsiteX1109" fmla="*/ 361364 w 970672"/>
                    <a:gd name="connsiteY1109" fmla="*/ 893160 h 1161199"/>
                    <a:gd name="connsiteX1110" fmla="*/ 362533 w 970672"/>
                    <a:gd name="connsiteY1110" fmla="*/ 894954 h 1161199"/>
                    <a:gd name="connsiteX1111" fmla="*/ 361364 w 970672"/>
                    <a:gd name="connsiteY1111" fmla="*/ 899064 h 1161199"/>
                    <a:gd name="connsiteX1112" fmla="*/ 359535 w 970672"/>
                    <a:gd name="connsiteY1112" fmla="*/ 905465 h 1161199"/>
                    <a:gd name="connsiteX1113" fmla="*/ 356838 w 970672"/>
                    <a:gd name="connsiteY1113" fmla="*/ 906645 h 1161199"/>
                    <a:gd name="connsiteX1114" fmla="*/ 354291 w 970672"/>
                    <a:gd name="connsiteY1114" fmla="*/ 905708 h 1161199"/>
                    <a:gd name="connsiteX1115" fmla="*/ 348746 w 970672"/>
                    <a:gd name="connsiteY1115" fmla="*/ 908498 h 1161199"/>
                    <a:gd name="connsiteX1116" fmla="*/ 346119 w 970672"/>
                    <a:gd name="connsiteY1116" fmla="*/ 907676 h 1161199"/>
                    <a:gd name="connsiteX1117" fmla="*/ 342090 w 970672"/>
                    <a:gd name="connsiteY1117" fmla="*/ 914147 h 1161199"/>
                    <a:gd name="connsiteX1118" fmla="*/ 340910 w 970672"/>
                    <a:gd name="connsiteY1118" fmla="*/ 919680 h 1161199"/>
                    <a:gd name="connsiteX1119" fmla="*/ 336546 w 970672"/>
                    <a:gd name="connsiteY1119" fmla="*/ 925711 h 1161199"/>
                    <a:gd name="connsiteX1120" fmla="*/ 330642 w 970672"/>
                    <a:gd name="connsiteY1120" fmla="*/ 930214 h 1161199"/>
                    <a:gd name="connsiteX1121" fmla="*/ 322446 w 970672"/>
                    <a:gd name="connsiteY1121" fmla="*/ 926139 h 1161199"/>
                    <a:gd name="connsiteX1122" fmla="*/ 319309 w 970672"/>
                    <a:gd name="connsiteY1122" fmla="*/ 926197 h 1161199"/>
                    <a:gd name="connsiteX1123" fmla="*/ 314459 w 970672"/>
                    <a:gd name="connsiteY1123" fmla="*/ 922076 h 1161199"/>
                    <a:gd name="connsiteX1124" fmla="*/ 318696 w 970672"/>
                    <a:gd name="connsiteY1124" fmla="*/ 920444 h 1161199"/>
                    <a:gd name="connsiteX1125" fmla="*/ 319598 w 970672"/>
                    <a:gd name="connsiteY1125" fmla="*/ 916890 h 1161199"/>
                    <a:gd name="connsiteX1126" fmla="*/ 317492 w 970672"/>
                    <a:gd name="connsiteY1126" fmla="*/ 920039 h 1161199"/>
                    <a:gd name="connsiteX1127" fmla="*/ 318476 w 970672"/>
                    <a:gd name="connsiteY1127" fmla="*/ 916774 h 1161199"/>
                    <a:gd name="connsiteX1128" fmla="*/ 317179 w 970672"/>
                    <a:gd name="connsiteY1128" fmla="*/ 913985 h 1161199"/>
                    <a:gd name="connsiteX1129" fmla="*/ 312722 w 970672"/>
                    <a:gd name="connsiteY1129" fmla="*/ 911195 h 1161199"/>
                    <a:gd name="connsiteX1130" fmla="*/ 314285 w 970672"/>
                    <a:gd name="connsiteY1130" fmla="*/ 907641 h 1161199"/>
                    <a:gd name="connsiteX1131" fmla="*/ 312317 w 970672"/>
                    <a:gd name="connsiteY1131" fmla="*/ 908764 h 1161199"/>
                    <a:gd name="connsiteX1132" fmla="*/ 312213 w 970672"/>
                    <a:gd name="connsiteY1132" fmla="*/ 908834 h 1161199"/>
                    <a:gd name="connsiteX1133" fmla="*/ 312306 w 970672"/>
                    <a:gd name="connsiteY1133" fmla="*/ 908637 h 1161199"/>
                    <a:gd name="connsiteX1134" fmla="*/ 313313 w 970672"/>
                    <a:gd name="connsiteY1134" fmla="*/ 906414 h 1161199"/>
                    <a:gd name="connsiteX1135" fmla="*/ 311993 w 970672"/>
                    <a:gd name="connsiteY1135" fmla="*/ 906101 h 1161199"/>
                    <a:gd name="connsiteX1136" fmla="*/ 314192 w 970672"/>
                    <a:gd name="connsiteY1136" fmla="*/ 905025 h 1161199"/>
                    <a:gd name="connsiteX1137" fmla="*/ 313498 w 970672"/>
                    <a:gd name="connsiteY1137" fmla="*/ 903358 h 1161199"/>
                    <a:gd name="connsiteX1138" fmla="*/ 314111 w 970672"/>
                    <a:gd name="connsiteY1138" fmla="*/ 904967 h 1161199"/>
                    <a:gd name="connsiteX1139" fmla="*/ 311900 w 970672"/>
                    <a:gd name="connsiteY1139" fmla="*/ 906067 h 1161199"/>
                    <a:gd name="connsiteX1140" fmla="*/ 312086 w 970672"/>
                    <a:gd name="connsiteY1140" fmla="*/ 908857 h 1161199"/>
                    <a:gd name="connsiteX1141" fmla="*/ 312584 w 970672"/>
                    <a:gd name="connsiteY1141" fmla="*/ 910442 h 1161199"/>
                    <a:gd name="connsiteX1142" fmla="*/ 307965 w 970672"/>
                    <a:gd name="connsiteY1142" fmla="*/ 910697 h 1161199"/>
                    <a:gd name="connsiteX1143" fmla="*/ 304040 w 970672"/>
                    <a:gd name="connsiteY1143" fmla="*/ 907560 h 1161199"/>
                    <a:gd name="connsiteX1144" fmla="*/ 303288 w 970672"/>
                    <a:gd name="connsiteY1144" fmla="*/ 904110 h 1161199"/>
                    <a:gd name="connsiteX1145" fmla="*/ 298391 w 970672"/>
                    <a:gd name="connsiteY1145" fmla="*/ 901113 h 1161199"/>
                    <a:gd name="connsiteX1146" fmla="*/ 299074 w 970672"/>
                    <a:gd name="connsiteY1146" fmla="*/ 900059 h 1161199"/>
                    <a:gd name="connsiteX1147" fmla="*/ 298171 w 970672"/>
                    <a:gd name="connsiteY1147" fmla="*/ 898311 h 1161199"/>
                    <a:gd name="connsiteX1148" fmla="*/ 298044 w 970672"/>
                    <a:gd name="connsiteY1148" fmla="*/ 898450 h 1161199"/>
                    <a:gd name="connsiteX1149" fmla="*/ 298901 w 970672"/>
                    <a:gd name="connsiteY1149" fmla="*/ 900059 h 1161199"/>
                    <a:gd name="connsiteX1150" fmla="*/ 298253 w 970672"/>
                    <a:gd name="connsiteY1150" fmla="*/ 900997 h 1161199"/>
                    <a:gd name="connsiteX1151" fmla="*/ 298310 w 970672"/>
                    <a:gd name="connsiteY1151" fmla="*/ 901216 h 1161199"/>
                    <a:gd name="connsiteX1152" fmla="*/ 303195 w 970672"/>
                    <a:gd name="connsiteY1152" fmla="*/ 904296 h 1161199"/>
                    <a:gd name="connsiteX1153" fmla="*/ 303589 w 970672"/>
                    <a:gd name="connsiteY1153" fmla="*/ 907352 h 1161199"/>
                    <a:gd name="connsiteX1154" fmla="*/ 306576 w 970672"/>
                    <a:gd name="connsiteY1154" fmla="*/ 910558 h 1161199"/>
                    <a:gd name="connsiteX1155" fmla="*/ 311356 w 970672"/>
                    <a:gd name="connsiteY1155" fmla="*/ 911345 h 1161199"/>
                    <a:gd name="connsiteX1156" fmla="*/ 314980 w 970672"/>
                    <a:gd name="connsiteY1156" fmla="*/ 915640 h 1161199"/>
                    <a:gd name="connsiteX1157" fmla="*/ 310511 w 970672"/>
                    <a:gd name="connsiteY1157" fmla="*/ 923188 h 1161199"/>
                    <a:gd name="connsiteX1158" fmla="*/ 309389 w 970672"/>
                    <a:gd name="connsiteY1158" fmla="*/ 922562 h 1161199"/>
                    <a:gd name="connsiteX1159" fmla="*/ 311877 w 970672"/>
                    <a:gd name="connsiteY1159" fmla="*/ 926383 h 1161199"/>
                    <a:gd name="connsiteX1160" fmla="*/ 310592 w 970672"/>
                    <a:gd name="connsiteY1160" fmla="*/ 927633 h 1161199"/>
                    <a:gd name="connsiteX1161" fmla="*/ 314586 w 970672"/>
                    <a:gd name="connsiteY1161" fmla="*/ 927459 h 1161199"/>
                    <a:gd name="connsiteX1162" fmla="*/ 314077 w 970672"/>
                    <a:gd name="connsiteY1162" fmla="*/ 929126 h 1161199"/>
                    <a:gd name="connsiteX1163" fmla="*/ 315674 w 970672"/>
                    <a:gd name="connsiteY1163" fmla="*/ 928466 h 1161199"/>
                    <a:gd name="connsiteX1164" fmla="*/ 315153 w 970672"/>
                    <a:gd name="connsiteY1164" fmla="*/ 929833 h 1161199"/>
                    <a:gd name="connsiteX1165" fmla="*/ 316380 w 970672"/>
                    <a:gd name="connsiteY1165" fmla="*/ 930723 h 1161199"/>
                    <a:gd name="connsiteX1166" fmla="*/ 315906 w 970672"/>
                    <a:gd name="connsiteY1166" fmla="*/ 928698 h 1161199"/>
                    <a:gd name="connsiteX1167" fmla="*/ 317712 w 970672"/>
                    <a:gd name="connsiteY1167" fmla="*/ 932182 h 1161199"/>
                    <a:gd name="connsiteX1168" fmla="*/ 322840 w 970672"/>
                    <a:gd name="connsiteY1168" fmla="*/ 934961 h 1161199"/>
                    <a:gd name="connsiteX1169" fmla="*/ 320814 w 970672"/>
                    <a:gd name="connsiteY1169" fmla="*/ 935400 h 1161199"/>
                    <a:gd name="connsiteX1170" fmla="*/ 325340 w 970672"/>
                    <a:gd name="connsiteY1170" fmla="*/ 937102 h 1161199"/>
                    <a:gd name="connsiteX1171" fmla="*/ 324449 w 970672"/>
                    <a:gd name="connsiteY1171" fmla="*/ 938676 h 1161199"/>
                    <a:gd name="connsiteX1172" fmla="*/ 314922 w 970672"/>
                    <a:gd name="connsiteY1172" fmla="*/ 943677 h 1161199"/>
                    <a:gd name="connsiteX1173" fmla="*/ 308624 w 970672"/>
                    <a:gd name="connsiteY1173" fmla="*/ 944511 h 1161199"/>
                    <a:gd name="connsiteX1174" fmla="*/ 273677 w 970672"/>
                    <a:gd name="connsiteY1174" fmla="*/ 937264 h 1161199"/>
                    <a:gd name="connsiteX1175" fmla="*/ 266396 w 970672"/>
                    <a:gd name="connsiteY1175" fmla="*/ 941547 h 1161199"/>
                    <a:gd name="connsiteX1176" fmla="*/ 255653 w 970672"/>
                    <a:gd name="connsiteY1176" fmla="*/ 939046 h 1161199"/>
                    <a:gd name="connsiteX1177" fmla="*/ 254750 w 970672"/>
                    <a:gd name="connsiteY1177" fmla="*/ 938838 h 1161199"/>
                    <a:gd name="connsiteX1178" fmla="*/ 248117 w 970672"/>
                    <a:gd name="connsiteY1178" fmla="*/ 941130 h 1161199"/>
                    <a:gd name="connsiteX1179" fmla="*/ 246659 w 970672"/>
                    <a:gd name="connsiteY1179" fmla="*/ 940297 h 1161199"/>
                    <a:gd name="connsiteX1180" fmla="*/ 246393 w 970672"/>
                    <a:gd name="connsiteY1180" fmla="*/ 940343 h 1161199"/>
                    <a:gd name="connsiteX1181" fmla="*/ 236264 w 970672"/>
                    <a:gd name="connsiteY1181" fmla="*/ 941998 h 1161199"/>
                    <a:gd name="connsiteX1182" fmla="*/ 226829 w 970672"/>
                    <a:gd name="connsiteY1182" fmla="*/ 947068 h 1161199"/>
                    <a:gd name="connsiteX1183" fmla="*/ 222396 w 970672"/>
                    <a:gd name="connsiteY1183" fmla="*/ 953574 h 1161199"/>
                    <a:gd name="connsiteX1184" fmla="*/ 223206 w 970672"/>
                    <a:gd name="connsiteY1184" fmla="*/ 956098 h 1161199"/>
                    <a:gd name="connsiteX1185" fmla="*/ 225822 w 970672"/>
                    <a:gd name="connsiteY1185" fmla="*/ 960890 h 1161199"/>
                    <a:gd name="connsiteX1186" fmla="*/ 228392 w 970672"/>
                    <a:gd name="connsiteY1186" fmla="*/ 961701 h 1161199"/>
                    <a:gd name="connsiteX1187" fmla="*/ 222118 w 970672"/>
                    <a:gd name="connsiteY1187" fmla="*/ 968183 h 1161199"/>
                    <a:gd name="connsiteX1188" fmla="*/ 220509 w 970672"/>
                    <a:gd name="connsiteY1188" fmla="*/ 975673 h 1161199"/>
                    <a:gd name="connsiteX1189" fmla="*/ 223067 w 970672"/>
                    <a:gd name="connsiteY1189" fmla="*/ 976552 h 1161199"/>
                    <a:gd name="connsiteX1190" fmla="*/ 223171 w 970672"/>
                    <a:gd name="connsiteY1190" fmla="*/ 976657 h 1161199"/>
                    <a:gd name="connsiteX1191" fmla="*/ 220636 w 970672"/>
                    <a:gd name="connsiteY1191" fmla="*/ 979053 h 1161199"/>
                    <a:gd name="connsiteX1192" fmla="*/ 215207 w 970672"/>
                    <a:gd name="connsiteY1192" fmla="*/ 984181 h 1161199"/>
                    <a:gd name="connsiteX1193" fmla="*/ 214536 w 970672"/>
                    <a:gd name="connsiteY1193" fmla="*/ 986704 h 1161199"/>
                    <a:gd name="connsiteX1194" fmla="*/ 216237 w 970672"/>
                    <a:gd name="connsiteY1194" fmla="*/ 987966 h 1161199"/>
                    <a:gd name="connsiteX1195" fmla="*/ 216226 w 970672"/>
                    <a:gd name="connsiteY1195" fmla="*/ 988093 h 1161199"/>
                    <a:gd name="connsiteX1196" fmla="*/ 214675 w 970672"/>
                    <a:gd name="connsiteY1196" fmla="*/ 988175 h 1161199"/>
                    <a:gd name="connsiteX1197" fmla="*/ 211017 w 970672"/>
                    <a:gd name="connsiteY1197" fmla="*/ 987862 h 1161199"/>
                    <a:gd name="connsiteX1198" fmla="*/ 205032 w 970672"/>
                    <a:gd name="connsiteY1198" fmla="*/ 986450 h 1161199"/>
                    <a:gd name="connsiteX1199" fmla="*/ 201883 w 970672"/>
                    <a:gd name="connsiteY1199" fmla="*/ 987098 h 1161199"/>
                    <a:gd name="connsiteX1200" fmla="*/ 200286 w 970672"/>
                    <a:gd name="connsiteY1200" fmla="*/ 986971 h 1161199"/>
                    <a:gd name="connsiteX1201" fmla="*/ 199811 w 970672"/>
                    <a:gd name="connsiteY1201" fmla="*/ 987538 h 1161199"/>
                    <a:gd name="connsiteX1202" fmla="*/ 198353 w 970672"/>
                    <a:gd name="connsiteY1202" fmla="*/ 987839 h 1161199"/>
                    <a:gd name="connsiteX1203" fmla="*/ 197832 w 970672"/>
                    <a:gd name="connsiteY1203" fmla="*/ 990501 h 1161199"/>
                    <a:gd name="connsiteX1204" fmla="*/ 199684 w 970672"/>
                    <a:gd name="connsiteY1204" fmla="*/ 992168 h 1161199"/>
                    <a:gd name="connsiteX1205" fmla="*/ 199707 w 970672"/>
                    <a:gd name="connsiteY1205" fmla="*/ 992203 h 1161199"/>
                    <a:gd name="connsiteX1206" fmla="*/ 199638 w 970672"/>
                    <a:gd name="connsiteY1206" fmla="*/ 992215 h 1161199"/>
                    <a:gd name="connsiteX1207" fmla="*/ 194695 w 970672"/>
                    <a:gd name="connsiteY1207" fmla="*/ 991821 h 1161199"/>
                    <a:gd name="connsiteX1208" fmla="*/ 193989 w 970672"/>
                    <a:gd name="connsiteY1208" fmla="*/ 992689 h 1161199"/>
                    <a:gd name="connsiteX1209" fmla="*/ 191963 w 970672"/>
                    <a:gd name="connsiteY1209" fmla="*/ 992863 h 1161199"/>
                    <a:gd name="connsiteX1210" fmla="*/ 192623 w 970672"/>
                    <a:gd name="connsiteY1210" fmla="*/ 994356 h 1161199"/>
                    <a:gd name="connsiteX1211" fmla="*/ 190331 w 970672"/>
                    <a:gd name="connsiteY1211" fmla="*/ 997192 h 1161199"/>
                    <a:gd name="connsiteX1212" fmla="*/ 186487 w 970672"/>
                    <a:gd name="connsiteY1212" fmla="*/ 994576 h 1161199"/>
                    <a:gd name="connsiteX1213" fmla="*/ 181232 w 970672"/>
                    <a:gd name="connsiteY1213" fmla="*/ 994472 h 1161199"/>
                    <a:gd name="connsiteX1214" fmla="*/ 182123 w 970672"/>
                    <a:gd name="connsiteY1214" fmla="*/ 992030 h 1161199"/>
                    <a:gd name="connsiteX1215" fmla="*/ 178928 w 970672"/>
                    <a:gd name="connsiteY1215" fmla="*/ 990744 h 1161199"/>
                    <a:gd name="connsiteX1216" fmla="*/ 176127 w 970672"/>
                    <a:gd name="connsiteY1216" fmla="*/ 991705 h 1161199"/>
                    <a:gd name="connsiteX1217" fmla="*/ 174668 w 970672"/>
                    <a:gd name="connsiteY1217" fmla="*/ 992030 h 1161199"/>
                    <a:gd name="connsiteX1218" fmla="*/ 172156 w 970672"/>
                    <a:gd name="connsiteY1218" fmla="*/ 988835 h 1161199"/>
                    <a:gd name="connsiteX1219" fmla="*/ 170478 w 970672"/>
                    <a:gd name="connsiteY1219" fmla="*/ 990282 h 1161199"/>
                    <a:gd name="connsiteX1220" fmla="*/ 170154 w 970672"/>
                    <a:gd name="connsiteY1220" fmla="*/ 990409 h 1161199"/>
                    <a:gd name="connsiteX1221" fmla="*/ 167133 w 970672"/>
                    <a:gd name="connsiteY1221" fmla="*/ 990131 h 1161199"/>
                    <a:gd name="connsiteX1222" fmla="*/ 161449 w 970672"/>
                    <a:gd name="connsiteY1222" fmla="*/ 988916 h 1161199"/>
                    <a:gd name="connsiteX1223" fmla="*/ 158844 w 970672"/>
                    <a:gd name="connsiteY1223" fmla="*/ 992412 h 1161199"/>
                    <a:gd name="connsiteX1224" fmla="*/ 160395 w 970672"/>
                    <a:gd name="connsiteY1224" fmla="*/ 994217 h 1161199"/>
                    <a:gd name="connsiteX1225" fmla="*/ 155256 w 970672"/>
                    <a:gd name="connsiteY1225" fmla="*/ 994553 h 1161199"/>
                    <a:gd name="connsiteX1226" fmla="*/ 154202 w 970672"/>
                    <a:gd name="connsiteY1226" fmla="*/ 997493 h 1161199"/>
                    <a:gd name="connsiteX1227" fmla="*/ 150336 w 970672"/>
                    <a:gd name="connsiteY1227" fmla="*/ 997748 h 1161199"/>
                    <a:gd name="connsiteX1228" fmla="*/ 149954 w 970672"/>
                    <a:gd name="connsiteY1228" fmla="*/ 998037 h 1161199"/>
                    <a:gd name="connsiteX1229" fmla="*/ 147141 w 970672"/>
                    <a:gd name="connsiteY1229" fmla="*/ 1000098 h 1161199"/>
                    <a:gd name="connsiteX1230" fmla="*/ 147164 w 970672"/>
                    <a:gd name="connsiteY1230" fmla="*/ 1000908 h 1161199"/>
                    <a:gd name="connsiteX1231" fmla="*/ 145648 w 970672"/>
                    <a:gd name="connsiteY1231" fmla="*/ 1005040 h 1161199"/>
                    <a:gd name="connsiteX1232" fmla="*/ 144907 w 970672"/>
                    <a:gd name="connsiteY1232" fmla="*/ 1005863 h 1161199"/>
                    <a:gd name="connsiteX1233" fmla="*/ 147558 w 970672"/>
                    <a:gd name="connsiteY1233" fmla="*/ 1010123 h 1161199"/>
                    <a:gd name="connsiteX1234" fmla="*/ 143263 w 970672"/>
                    <a:gd name="connsiteY1234" fmla="*/ 1008293 h 1161199"/>
                    <a:gd name="connsiteX1235" fmla="*/ 141839 w 970672"/>
                    <a:gd name="connsiteY1235" fmla="*/ 1009636 h 1161199"/>
                    <a:gd name="connsiteX1236" fmla="*/ 141284 w 970672"/>
                    <a:gd name="connsiteY1236" fmla="*/ 1009590 h 1161199"/>
                    <a:gd name="connsiteX1237" fmla="*/ 139895 w 970672"/>
                    <a:gd name="connsiteY1237" fmla="*/ 1010875 h 1161199"/>
                    <a:gd name="connsiteX1238" fmla="*/ 137822 w 970672"/>
                    <a:gd name="connsiteY1238" fmla="*/ 1009000 h 1161199"/>
                    <a:gd name="connsiteX1239" fmla="*/ 136306 w 970672"/>
                    <a:gd name="connsiteY1239" fmla="*/ 1017936 h 1161199"/>
                    <a:gd name="connsiteX1240" fmla="*/ 130611 w 970672"/>
                    <a:gd name="connsiteY1240" fmla="*/ 1015829 h 1161199"/>
                    <a:gd name="connsiteX1241" fmla="*/ 130472 w 970672"/>
                    <a:gd name="connsiteY1241" fmla="*/ 1017011 h 1161199"/>
                    <a:gd name="connsiteX1242" fmla="*/ 128249 w 970672"/>
                    <a:gd name="connsiteY1242" fmla="*/ 1017080 h 1161199"/>
                    <a:gd name="connsiteX1243" fmla="*/ 125587 w 970672"/>
                    <a:gd name="connsiteY1243" fmla="*/ 1012947 h 1161199"/>
                    <a:gd name="connsiteX1244" fmla="*/ 119278 w 970672"/>
                    <a:gd name="connsiteY1244" fmla="*/ 1011396 h 1161199"/>
                    <a:gd name="connsiteX1245" fmla="*/ 118676 w 970672"/>
                    <a:gd name="connsiteY1245" fmla="*/ 1008815 h 1161199"/>
                    <a:gd name="connsiteX1246" fmla="*/ 115863 w 970672"/>
                    <a:gd name="connsiteY1246" fmla="*/ 1009370 h 1161199"/>
                    <a:gd name="connsiteX1247" fmla="*/ 114080 w 970672"/>
                    <a:gd name="connsiteY1247" fmla="*/ 1007576 h 1161199"/>
                    <a:gd name="connsiteX1248" fmla="*/ 114034 w 970672"/>
                    <a:gd name="connsiteY1248" fmla="*/ 1007587 h 1161199"/>
                    <a:gd name="connsiteX1249" fmla="*/ 113594 w 970672"/>
                    <a:gd name="connsiteY1249" fmla="*/ 1007147 h 1161199"/>
                    <a:gd name="connsiteX1250" fmla="*/ 113467 w 970672"/>
                    <a:gd name="connsiteY1250" fmla="*/ 1007738 h 1161199"/>
                    <a:gd name="connsiteX1251" fmla="*/ 112737 w 970672"/>
                    <a:gd name="connsiteY1251" fmla="*/ 1007934 h 1161199"/>
                    <a:gd name="connsiteX1252" fmla="*/ 112228 w 970672"/>
                    <a:gd name="connsiteY1252" fmla="*/ 1007298 h 1161199"/>
                    <a:gd name="connsiteX1253" fmla="*/ 106834 w 970672"/>
                    <a:gd name="connsiteY1253" fmla="*/ 1009359 h 1161199"/>
                    <a:gd name="connsiteX1254" fmla="*/ 97851 w 970672"/>
                    <a:gd name="connsiteY1254" fmla="*/ 1003397 h 1161199"/>
                    <a:gd name="connsiteX1255" fmla="*/ 88220 w 970672"/>
                    <a:gd name="connsiteY1255" fmla="*/ 1001557 h 1161199"/>
                    <a:gd name="connsiteX1256" fmla="*/ 87479 w 970672"/>
                    <a:gd name="connsiteY1256" fmla="*/ 996382 h 1161199"/>
                    <a:gd name="connsiteX1257" fmla="*/ 87676 w 970672"/>
                    <a:gd name="connsiteY1257" fmla="*/ 996162 h 1161199"/>
                    <a:gd name="connsiteX1258" fmla="*/ 91600 w 970672"/>
                    <a:gd name="connsiteY1258" fmla="*/ 994403 h 1161199"/>
                    <a:gd name="connsiteX1259" fmla="*/ 92074 w 970672"/>
                    <a:gd name="connsiteY1259" fmla="*/ 991613 h 1161199"/>
                    <a:gd name="connsiteX1260" fmla="*/ 88914 w 970672"/>
                    <a:gd name="connsiteY1260" fmla="*/ 980002 h 1161199"/>
                    <a:gd name="connsiteX1261" fmla="*/ 88393 w 970672"/>
                    <a:gd name="connsiteY1261" fmla="*/ 979053 h 1161199"/>
                    <a:gd name="connsiteX1262" fmla="*/ 86495 w 970672"/>
                    <a:gd name="connsiteY1262" fmla="*/ 975627 h 1161199"/>
                    <a:gd name="connsiteX1263" fmla="*/ 82166 w 970672"/>
                    <a:gd name="connsiteY1263" fmla="*/ 975302 h 1161199"/>
                    <a:gd name="connsiteX1264" fmla="*/ 77686 w 970672"/>
                    <a:gd name="connsiteY1264" fmla="*/ 973496 h 1161199"/>
                    <a:gd name="connsiteX1265" fmla="*/ 76470 w 970672"/>
                    <a:gd name="connsiteY1265" fmla="*/ 972802 h 1161199"/>
                    <a:gd name="connsiteX1266" fmla="*/ 75776 w 970672"/>
                    <a:gd name="connsiteY1266" fmla="*/ 973022 h 1161199"/>
                    <a:gd name="connsiteX1267" fmla="*/ 73785 w 970672"/>
                    <a:gd name="connsiteY1267" fmla="*/ 973080 h 1161199"/>
                    <a:gd name="connsiteX1268" fmla="*/ 69756 w 970672"/>
                    <a:gd name="connsiteY1268" fmla="*/ 969202 h 1161199"/>
                    <a:gd name="connsiteX1269" fmla="*/ 66376 w 970672"/>
                    <a:gd name="connsiteY1269" fmla="*/ 970672 h 1161199"/>
                    <a:gd name="connsiteX1270" fmla="*/ 66110 w 970672"/>
                    <a:gd name="connsiteY1270" fmla="*/ 970753 h 1161199"/>
                    <a:gd name="connsiteX1271" fmla="*/ 68321 w 970672"/>
                    <a:gd name="connsiteY1271" fmla="*/ 968843 h 1161199"/>
                    <a:gd name="connsiteX1272" fmla="*/ 65728 w 970672"/>
                    <a:gd name="connsiteY1272" fmla="*/ 964328 h 1161199"/>
                    <a:gd name="connsiteX1273" fmla="*/ 72511 w 970672"/>
                    <a:gd name="connsiteY1273" fmla="*/ 962279 h 1161199"/>
                    <a:gd name="connsiteX1274" fmla="*/ 70046 w 970672"/>
                    <a:gd name="connsiteY1274" fmla="*/ 958749 h 1161199"/>
                    <a:gd name="connsiteX1275" fmla="*/ 82432 w 970672"/>
                    <a:gd name="connsiteY1275" fmla="*/ 960601 h 1161199"/>
                    <a:gd name="connsiteX1276" fmla="*/ 83913 w 970672"/>
                    <a:gd name="connsiteY1276" fmla="*/ 962198 h 1161199"/>
                    <a:gd name="connsiteX1277" fmla="*/ 79804 w 970672"/>
                    <a:gd name="connsiteY1277" fmla="*/ 963634 h 1161199"/>
                    <a:gd name="connsiteX1278" fmla="*/ 82721 w 970672"/>
                    <a:gd name="connsiteY1278" fmla="*/ 966806 h 1161199"/>
                    <a:gd name="connsiteX1279" fmla="*/ 92561 w 970672"/>
                    <a:gd name="connsiteY1279" fmla="*/ 969121 h 1161199"/>
                    <a:gd name="connsiteX1280" fmla="*/ 94691 w 970672"/>
                    <a:gd name="connsiteY1280" fmla="*/ 968809 h 1161199"/>
                    <a:gd name="connsiteX1281" fmla="*/ 95941 w 970672"/>
                    <a:gd name="connsiteY1281" fmla="*/ 966238 h 1161199"/>
                    <a:gd name="connsiteX1282" fmla="*/ 95177 w 970672"/>
                    <a:gd name="connsiteY1282" fmla="*/ 964039 h 1161199"/>
                    <a:gd name="connsiteX1283" fmla="*/ 90871 w 970672"/>
                    <a:gd name="connsiteY1283" fmla="*/ 962071 h 1161199"/>
                    <a:gd name="connsiteX1284" fmla="*/ 93001 w 970672"/>
                    <a:gd name="connsiteY1284" fmla="*/ 958610 h 1161199"/>
                    <a:gd name="connsiteX1285" fmla="*/ 101613 w 970672"/>
                    <a:gd name="connsiteY1285" fmla="*/ 958297 h 1161199"/>
                    <a:gd name="connsiteX1286" fmla="*/ 108177 w 970672"/>
                    <a:gd name="connsiteY1286" fmla="*/ 961388 h 1161199"/>
                    <a:gd name="connsiteX1287" fmla="*/ 108836 w 970672"/>
                    <a:gd name="connsiteY1287" fmla="*/ 963125 h 1161199"/>
                    <a:gd name="connsiteX1288" fmla="*/ 109925 w 970672"/>
                    <a:gd name="connsiteY1288" fmla="*/ 961759 h 1161199"/>
                    <a:gd name="connsiteX1289" fmla="*/ 118398 w 970672"/>
                    <a:gd name="connsiteY1289" fmla="*/ 962430 h 1161199"/>
                    <a:gd name="connsiteX1290" fmla="*/ 118838 w 970672"/>
                    <a:gd name="connsiteY1290" fmla="*/ 963993 h 1161199"/>
                    <a:gd name="connsiteX1291" fmla="*/ 116766 w 970672"/>
                    <a:gd name="connsiteY1291" fmla="*/ 965243 h 1161199"/>
                    <a:gd name="connsiteX1292" fmla="*/ 116465 w 970672"/>
                    <a:gd name="connsiteY1292" fmla="*/ 965370 h 1161199"/>
                    <a:gd name="connsiteX1293" fmla="*/ 116569 w 970672"/>
                    <a:gd name="connsiteY1293" fmla="*/ 965359 h 1161199"/>
                    <a:gd name="connsiteX1294" fmla="*/ 116465 w 970672"/>
                    <a:gd name="connsiteY1294" fmla="*/ 965417 h 1161199"/>
                    <a:gd name="connsiteX1295" fmla="*/ 119127 w 970672"/>
                    <a:gd name="connsiteY1295" fmla="*/ 969225 h 1161199"/>
                    <a:gd name="connsiteX1296" fmla="*/ 117877 w 970672"/>
                    <a:gd name="connsiteY1296" fmla="*/ 971297 h 1161199"/>
                    <a:gd name="connsiteX1297" fmla="*/ 120169 w 970672"/>
                    <a:gd name="connsiteY1297" fmla="*/ 971274 h 1161199"/>
                    <a:gd name="connsiteX1298" fmla="*/ 120470 w 970672"/>
                    <a:gd name="connsiteY1298" fmla="*/ 972744 h 1161199"/>
                    <a:gd name="connsiteX1299" fmla="*/ 124290 w 970672"/>
                    <a:gd name="connsiteY1299" fmla="*/ 970128 h 1161199"/>
                    <a:gd name="connsiteX1300" fmla="*/ 132856 w 970672"/>
                    <a:gd name="connsiteY1300" fmla="*/ 969897 h 1161199"/>
                    <a:gd name="connsiteX1301" fmla="*/ 134384 w 970672"/>
                    <a:gd name="connsiteY1301" fmla="*/ 973346 h 1161199"/>
                    <a:gd name="connsiteX1302" fmla="*/ 134708 w 970672"/>
                    <a:gd name="connsiteY1302" fmla="*/ 968773 h 1161199"/>
                    <a:gd name="connsiteX1303" fmla="*/ 139860 w 970672"/>
                    <a:gd name="connsiteY1303" fmla="*/ 969399 h 1161199"/>
                    <a:gd name="connsiteX1304" fmla="*/ 136885 w 970672"/>
                    <a:gd name="connsiteY1304" fmla="*/ 967315 h 1161199"/>
                    <a:gd name="connsiteX1305" fmla="*/ 133447 w 970672"/>
                    <a:gd name="connsiteY1305" fmla="*/ 968508 h 1161199"/>
                    <a:gd name="connsiteX1306" fmla="*/ 131664 w 970672"/>
                    <a:gd name="connsiteY1306" fmla="*/ 967083 h 1161199"/>
                    <a:gd name="connsiteX1307" fmla="*/ 131317 w 970672"/>
                    <a:gd name="connsiteY1307" fmla="*/ 968253 h 1161199"/>
                    <a:gd name="connsiteX1308" fmla="*/ 128353 w 970672"/>
                    <a:gd name="connsiteY1308" fmla="*/ 967547 h 1161199"/>
                    <a:gd name="connsiteX1309" fmla="*/ 120100 w 970672"/>
                    <a:gd name="connsiteY1309" fmla="*/ 963715 h 1161199"/>
                    <a:gd name="connsiteX1310" fmla="*/ 123167 w 970672"/>
                    <a:gd name="connsiteY1310" fmla="*/ 962488 h 1161199"/>
                    <a:gd name="connsiteX1311" fmla="*/ 126200 w 970672"/>
                    <a:gd name="connsiteY1311" fmla="*/ 960450 h 1161199"/>
                    <a:gd name="connsiteX1312" fmla="*/ 127103 w 970672"/>
                    <a:gd name="connsiteY1312" fmla="*/ 956885 h 1161199"/>
                    <a:gd name="connsiteX1313" fmla="*/ 130877 w 970672"/>
                    <a:gd name="connsiteY1313" fmla="*/ 958830 h 1161199"/>
                    <a:gd name="connsiteX1314" fmla="*/ 132474 w 970672"/>
                    <a:gd name="connsiteY1314" fmla="*/ 959339 h 1161199"/>
                    <a:gd name="connsiteX1315" fmla="*/ 132787 w 970672"/>
                    <a:gd name="connsiteY1315" fmla="*/ 956978 h 1161199"/>
                    <a:gd name="connsiteX1316" fmla="*/ 137024 w 970672"/>
                    <a:gd name="connsiteY1316" fmla="*/ 954130 h 1161199"/>
                    <a:gd name="connsiteX1317" fmla="*/ 140890 w 970672"/>
                    <a:gd name="connsiteY1317" fmla="*/ 956526 h 1161199"/>
                    <a:gd name="connsiteX1318" fmla="*/ 141052 w 970672"/>
                    <a:gd name="connsiteY1318" fmla="*/ 961574 h 1161199"/>
                    <a:gd name="connsiteX1319" fmla="*/ 141943 w 970672"/>
                    <a:gd name="connsiteY1319" fmla="*/ 960485 h 1161199"/>
                    <a:gd name="connsiteX1320" fmla="*/ 142997 w 970672"/>
                    <a:gd name="connsiteY1320" fmla="*/ 961735 h 1161199"/>
                    <a:gd name="connsiteX1321" fmla="*/ 145520 w 970672"/>
                    <a:gd name="connsiteY1321" fmla="*/ 960334 h 1161199"/>
                    <a:gd name="connsiteX1322" fmla="*/ 149954 w 970672"/>
                    <a:gd name="connsiteY1322" fmla="*/ 960994 h 1161199"/>
                    <a:gd name="connsiteX1323" fmla="*/ 151980 w 970672"/>
                    <a:gd name="connsiteY1323" fmla="*/ 961295 h 1161199"/>
                    <a:gd name="connsiteX1324" fmla="*/ 149954 w 970672"/>
                    <a:gd name="connsiteY1324" fmla="*/ 960624 h 1161199"/>
                    <a:gd name="connsiteX1325" fmla="*/ 141515 w 970672"/>
                    <a:gd name="connsiteY1325" fmla="*/ 957823 h 1161199"/>
                    <a:gd name="connsiteX1326" fmla="*/ 146852 w 970672"/>
                    <a:gd name="connsiteY1326" fmla="*/ 952625 h 1161199"/>
                    <a:gd name="connsiteX1327" fmla="*/ 149954 w 970672"/>
                    <a:gd name="connsiteY1327" fmla="*/ 953400 h 1161199"/>
                    <a:gd name="connsiteX1328" fmla="*/ 151748 w 970672"/>
                    <a:gd name="connsiteY1328" fmla="*/ 953852 h 1161199"/>
                    <a:gd name="connsiteX1329" fmla="*/ 154538 w 970672"/>
                    <a:gd name="connsiteY1329" fmla="*/ 947706 h 1161199"/>
                    <a:gd name="connsiteX1330" fmla="*/ 161796 w 970672"/>
                    <a:gd name="connsiteY1330" fmla="*/ 949187 h 1161199"/>
                    <a:gd name="connsiteX1331" fmla="*/ 163972 w 970672"/>
                    <a:gd name="connsiteY1331" fmla="*/ 953215 h 1161199"/>
                    <a:gd name="connsiteX1332" fmla="*/ 162780 w 970672"/>
                    <a:gd name="connsiteY1332" fmla="*/ 954245 h 1161199"/>
                    <a:gd name="connsiteX1333" fmla="*/ 164227 w 970672"/>
                    <a:gd name="connsiteY1333" fmla="*/ 953378 h 1161199"/>
                    <a:gd name="connsiteX1334" fmla="*/ 167121 w 970672"/>
                    <a:gd name="connsiteY1334" fmla="*/ 956549 h 1161199"/>
                    <a:gd name="connsiteX1335" fmla="*/ 165500 w 970672"/>
                    <a:gd name="connsiteY1335" fmla="*/ 960740 h 1161199"/>
                    <a:gd name="connsiteX1336" fmla="*/ 168198 w 970672"/>
                    <a:gd name="connsiteY1336" fmla="*/ 957684 h 1161199"/>
                    <a:gd name="connsiteX1337" fmla="*/ 167989 w 970672"/>
                    <a:gd name="connsiteY1337" fmla="*/ 959559 h 1161199"/>
                    <a:gd name="connsiteX1338" fmla="*/ 170513 w 970672"/>
                    <a:gd name="connsiteY1338" fmla="*/ 961550 h 1161199"/>
                    <a:gd name="connsiteX1339" fmla="*/ 169043 w 970672"/>
                    <a:gd name="connsiteY1339" fmla="*/ 958274 h 1161199"/>
                    <a:gd name="connsiteX1340" fmla="*/ 175189 w 970672"/>
                    <a:gd name="connsiteY1340" fmla="*/ 958691 h 1161199"/>
                    <a:gd name="connsiteX1341" fmla="*/ 168290 w 970672"/>
                    <a:gd name="connsiteY1341" fmla="*/ 957279 h 1161199"/>
                    <a:gd name="connsiteX1342" fmla="*/ 166982 w 970672"/>
                    <a:gd name="connsiteY1342" fmla="*/ 954778 h 1161199"/>
                    <a:gd name="connsiteX1343" fmla="*/ 170108 w 970672"/>
                    <a:gd name="connsiteY1343" fmla="*/ 953331 h 1161199"/>
                    <a:gd name="connsiteX1344" fmla="*/ 167653 w 970672"/>
                    <a:gd name="connsiteY1344" fmla="*/ 953204 h 1161199"/>
                    <a:gd name="connsiteX1345" fmla="*/ 163012 w 970672"/>
                    <a:gd name="connsiteY1345" fmla="*/ 946235 h 1161199"/>
                    <a:gd name="connsiteX1346" fmla="*/ 164076 w 970672"/>
                    <a:gd name="connsiteY1346" fmla="*/ 947520 h 1161199"/>
                    <a:gd name="connsiteX1347" fmla="*/ 164921 w 970672"/>
                    <a:gd name="connsiteY1347" fmla="*/ 946015 h 1161199"/>
                    <a:gd name="connsiteX1348" fmla="*/ 165697 w 970672"/>
                    <a:gd name="connsiteY1348" fmla="*/ 948238 h 1161199"/>
                    <a:gd name="connsiteX1349" fmla="*/ 165327 w 970672"/>
                    <a:gd name="connsiteY1349" fmla="*/ 946038 h 1161199"/>
                    <a:gd name="connsiteX1350" fmla="*/ 166288 w 970672"/>
                    <a:gd name="connsiteY1350" fmla="*/ 947497 h 1161199"/>
                    <a:gd name="connsiteX1351" fmla="*/ 165639 w 970672"/>
                    <a:gd name="connsiteY1351" fmla="*/ 945958 h 1161199"/>
                    <a:gd name="connsiteX1352" fmla="*/ 166982 w 970672"/>
                    <a:gd name="connsiteY1352" fmla="*/ 946120 h 1161199"/>
                    <a:gd name="connsiteX1353" fmla="*/ 166554 w 970672"/>
                    <a:gd name="connsiteY1353" fmla="*/ 947844 h 1161199"/>
                    <a:gd name="connsiteX1354" fmla="*/ 168417 w 970672"/>
                    <a:gd name="connsiteY1354" fmla="*/ 947161 h 1161199"/>
                    <a:gd name="connsiteX1355" fmla="*/ 167028 w 970672"/>
                    <a:gd name="connsiteY1355" fmla="*/ 946062 h 1161199"/>
                    <a:gd name="connsiteX1356" fmla="*/ 167839 w 970672"/>
                    <a:gd name="connsiteY1356" fmla="*/ 944962 h 1161199"/>
                    <a:gd name="connsiteX1357" fmla="*/ 176312 w 970672"/>
                    <a:gd name="connsiteY1357" fmla="*/ 943931 h 1161199"/>
                    <a:gd name="connsiteX1358" fmla="*/ 176660 w 970672"/>
                    <a:gd name="connsiteY1358" fmla="*/ 941524 h 1161199"/>
                    <a:gd name="connsiteX1359" fmla="*/ 176127 w 970672"/>
                    <a:gd name="connsiteY1359" fmla="*/ 943411 h 1161199"/>
                    <a:gd name="connsiteX1360" fmla="*/ 172724 w 970672"/>
                    <a:gd name="connsiteY1360" fmla="*/ 944279 h 1161199"/>
                    <a:gd name="connsiteX1361" fmla="*/ 170721 w 970672"/>
                    <a:gd name="connsiteY1361" fmla="*/ 943006 h 1161199"/>
                    <a:gd name="connsiteX1362" fmla="*/ 165222 w 970672"/>
                    <a:gd name="connsiteY1362" fmla="*/ 943191 h 1161199"/>
                    <a:gd name="connsiteX1363" fmla="*/ 164898 w 970672"/>
                    <a:gd name="connsiteY1363" fmla="*/ 944684 h 1161199"/>
                    <a:gd name="connsiteX1364" fmla="*/ 160013 w 970672"/>
                    <a:gd name="connsiteY1364" fmla="*/ 943630 h 1161199"/>
                    <a:gd name="connsiteX1365" fmla="*/ 158011 w 970672"/>
                    <a:gd name="connsiteY1365" fmla="*/ 946316 h 1161199"/>
                    <a:gd name="connsiteX1366" fmla="*/ 154607 w 970672"/>
                    <a:gd name="connsiteY1366" fmla="*/ 946178 h 1161199"/>
                    <a:gd name="connsiteX1367" fmla="*/ 155267 w 970672"/>
                    <a:gd name="connsiteY1367" fmla="*/ 938642 h 1161199"/>
                    <a:gd name="connsiteX1368" fmla="*/ 160523 w 970672"/>
                    <a:gd name="connsiteY1368" fmla="*/ 938178 h 1161199"/>
                    <a:gd name="connsiteX1369" fmla="*/ 150486 w 970672"/>
                    <a:gd name="connsiteY1369" fmla="*/ 933606 h 1161199"/>
                    <a:gd name="connsiteX1370" fmla="*/ 151771 w 970672"/>
                    <a:gd name="connsiteY1370" fmla="*/ 925492 h 1161199"/>
                    <a:gd name="connsiteX1371" fmla="*/ 153346 w 970672"/>
                    <a:gd name="connsiteY1371" fmla="*/ 921949 h 1161199"/>
                    <a:gd name="connsiteX1372" fmla="*/ 156899 w 970672"/>
                    <a:gd name="connsiteY1372" fmla="*/ 922169 h 1161199"/>
                    <a:gd name="connsiteX1373" fmla="*/ 153612 w 970672"/>
                    <a:gd name="connsiteY1373" fmla="*/ 920097 h 1161199"/>
                    <a:gd name="connsiteX1374" fmla="*/ 154272 w 970672"/>
                    <a:gd name="connsiteY1374" fmla="*/ 917978 h 1161199"/>
                    <a:gd name="connsiteX1375" fmla="*/ 159817 w 970672"/>
                    <a:gd name="connsiteY1375" fmla="*/ 915235 h 1161199"/>
                    <a:gd name="connsiteX1376" fmla="*/ 160476 w 970672"/>
                    <a:gd name="connsiteY1376" fmla="*/ 916971 h 1161199"/>
                    <a:gd name="connsiteX1377" fmla="*/ 163394 w 970672"/>
                    <a:gd name="connsiteY1377" fmla="*/ 908567 h 1161199"/>
                    <a:gd name="connsiteX1378" fmla="*/ 183686 w 970672"/>
                    <a:gd name="connsiteY1378" fmla="*/ 901633 h 1161199"/>
                    <a:gd name="connsiteX1379" fmla="*/ 163035 w 970672"/>
                    <a:gd name="connsiteY1379" fmla="*/ 907769 h 1161199"/>
                    <a:gd name="connsiteX1380" fmla="*/ 159377 w 970672"/>
                    <a:gd name="connsiteY1380" fmla="*/ 913452 h 1161199"/>
                    <a:gd name="connsiteX1381" fmla="*/ 156124 w 970672"/>
                    <a:gd name="connsiteY1381" fmla="*/ 913186 h 1161199"/>
                    <a:gd name="connsiteX1382" fmla="*/ 151378 w 970672"/>
                    <a:gd name="connsiteY1382" fmla="*/ 917261 h 1161199"/>
                    <a:gd name="connsiteX1383" fmla="*/ 149954 w 970672"/>
                    <a:gd name="connsiteY1383" fmla="*/ 915594 h 1161199"/>
                    <a:gd name="connsiteX1384" fmla="*/ 147245 w 970672"/>
                    <a:gd name="connsiteY1384" fmla="*/ 912457 h 1161199"/>
                    <a:gd name="connsiteX1385" fmla="*/ 147014 w 970672"/>
                    <a:gd name="connsiteY1385" fmla="*/ 905210 h 1161199"/>
                    <a:gd name="connsiteX1386" fmla="*/ 146967 w 970672"/>
                    <a:gd name="connsiteY1386" fmla="*/ 914078 h 1161199"/>
                    <a:gd name="connsiteX1387" fmla="*/ 141886 w 970672"/>
                    <a:gd name="connsiteY1387" fmla="*/ 912932 h 1161199"/>
                    <a:gd name="connsiteX1388" fmla="*/ 135519 w 970672"/>
                    <a:gd name="connsiteY1388" fmla="*/ 917330 h 1161199"/>
                    <a:gd name="connsiteX1389" fmla="*/ 134396 w 970672"/>
                    <a:gd name="connsiteY1389" fmla="*/ 912098 h 1161199"/>
                    <a:gd name="connsiteX1390" fmla="*/ 137753 w 970672"/>
                    <a:gd name="connsiteY1390" fmla="*/ 907294 h 1161199"/>
                    <a:gd name="connsiteX1391" fmla="*/ 135368 w 970672"/>
                    <a:gd name="connsiteY1391" fmla="*/ 905963 h 1161199"/>
                    <a:gd name="connsiteX1392" fmla="*/ 135739 w 970672"/>
                    <a:gd name="connsiteY1392" fmla="*/ 904423 h 1161199"/>
                    <a:gd name="connsiteX1393" fmla="*/ 131965 w 970672"/>
                    <a:gd name="connsiteY1393" fmla="*/ 903624 h 1161199"/>
                    <a:gd name="connsiteX1394" fmla="*/ 130506 w 970672"/>
                    <a:gd name="connsiteY1394" fmla="*/ 901575 h 1161199"/>
                    <a:gd name="connsiteX1395" fmla="*/ 129974 w 970672"/>
                    <a:gd name="connsiteY1395" fmla="*/ 899839 h 1161199"/>
                    <a:gd name="connsiteX1396" fmla="*/ 128110 w 970672"/>
                    <a:gd name="connsiteY1396" fmla="*/ 898242 h 1161199"/>
                    <a:gd name="connsiteX1397" fmla="*/ 127601 w 970672"/>
                    <a:gd name="connsiteY1397" fmla="*/ 898358 h 1161199"/>
                    <a:gd name="connsiteX1398" fmla="*/ 127624 w 970672"/>
                    <a:gd name="connsiteY1398" fmla="*/ 898543 h 1161199"/>
                    <a:gd name="connsiteX1399" fmla="*/ 128075 w 970672"/>
                    <a:gd name="connsiteY1399" fmla="*/ 898554 h 1161199"/>
                    <a:gd name="connsiteX1400" fmla="*/ 128955 w 970672"/>
                    <a:gd name="connsiteY1400" fmla="*/ 899769 h 1161199"/>
                    <a:gd name="connsiteX1401" fmla="*/ 127381 w 970672"/>
                    <a:gd name="connsiteY1401" fmla="*/ 900904 h 1161199"/>
                    <a:gd name="connsiteX1402" fmla="*/ 129071 w 970672"/>
                    <a:gd name="connsiteY1402" fmla="*/ 899874 h 1161199"/>
                    <a:gd name="connsiteX1403" fmla="*/ 129789 w 970672"/>
                    <a:gd name="connsiteY1403" fmla="*/ 899897 h 1161199"/>
                    <a:gd name="connsiteX1404" fmla="*/ 130194 w 970672"/>
                    <a:gd name="connsiteY1404" fmla="*/ 901147 h 1161199"/>
                    <a:gd name="connsiteX1405" fmla="*/ 131270 w 970672"/>
                    <a:gd name="connsiteY1405" fmla="*/ 904493 h 1161199"/>
                    <a:gd name="connsiteX1406" fmla="*/ 137174 w 970672"/>
                    <a:gd name="connsiteY1406" fmla="*/ 907896 h 1161199"/>
                    <a:gd name="connsiteX1407" fmla="*/ 133366 w 970672"/>
                    <a:gd name="connsiteY1407" fmla="*/ 911427 h 1161199"/>
                    <a:gd name="connsiteX1408" fmla="*/ 133296 w 970672"/>
                    <a:gd name="connsiteY1408" fmla="*/ 911450 h 1161199"/>
                    <a:gd name="connsiteX1409" fmla="*/ 133181 w 970672"/>
                    <a:gd name="connsiteY1409" fmla="*/ 911496 h 1161199"/>
                    <a:gd name="connsiteX1410" fmla="*/ 133053 w 970672"/>
                    <a:gd name="connsiteY1410" fmla="*/ 911519 h 1161199"/>
                    <a:gd name="connsiteX1411" fmla="*/ 132440 w 970672"/>
                    <a:gd name="connsiteY1411" fmla="*/ 911369 h 1161199"/>
                    <a:gd name="connsiteX1412" fmla="*/ 133516 w 970672"/>
                    <a:gd name="connsiteY1412" fmla="*/ 911982 h 1161199"/>
                    <a:gd name="connsiteX1413" fmla="*/ 132069 w 970672"/>
                    <a:gd name="connsiteY1413" fmla="*/ 915802 h 1161199"/>
                    <a:gd name="connsiteX1414" fmla="*/ 135206 w 970672"/>
                    <a:gd name="connsiteY1414" fmla="*/ 918291 h 1161199"/>
                    <a:gd name="connsiteX1415" fmla="*/ 144687 w 970672"/>
                    <a:gd name="connsiteY1415" fmla="*/ 914923 h 1161199"/>
                    <a:gd name="connsiteX1416" fmla="*/ 149282 w 970672"/>
                    <a:gd name="connsiteY1416" fmla="*/ 918743 h 1161199"/>
                    <a:gd name="connsiteX1417" fmla="*/ 148657 w 970672"/>
                    <a:gd name="connsiteY1417" fmla="*/ 921220 h 1161199"/>
                    <a:gd name="connsiteX1418" fmla="*/ 145740 w 970672"/>
                    <a:gd name="connsiteY1418" fmla="*/ 919425 h 1161199"/>
                    <a:gd name="connsiteX1419" fmla="*/ 143587 w 970672"/>
                    <a:gd name="connsiteY1419" fmla="*/ 920699 h 1161199"/>
                    <a:gd name="connsiteX1420" fmla="*/ 146643 w 970672"/>
                    <a:gd name="connsiteY1420" fmla="*/ 920850 h 1161199"/>
                    <a:gd name="connsiteX1421" fmla="*/ 149352 w 970672"/>
                    <a:gd name="connsiteY1421" fmla="*/ 925294 h 1161199"/>
                    <a:gd name="connsiteX1422" fmla="*/ 149352 w 970672"/>
                    <a:gd name="connsiteY1422" fmla="*/ 926498 h 1161199"/>
                    <a:gd name="connsiteX1423" fmla="*/ 148889 w 970672"/>
                    <a:gd name="connsiteY1423" fmla="*/ 929902 h 1161199"/>
                    <a:gd name="connsiteX1424" fmla="*/ 144421 w 970672"/>
                    <a:gd name="connsiteY1424" fmla="*/ 929682 h 1161199"/>
                    <a:gd name="connsiteX1425" fmla="*/ 147893 w 970672"/>
                    <a:gd name="connsiteY1425" fmla="*/ 931488 h 1161199"/>
                    <a:gd name="connsiteX1426" fmla="*/ 147442 w 970672"/>
                    <a:gd name="connsiteY1426" fmla="*/ 932958 h 1161199"/>
                    <a:gd name="connsiteX1427" fmla="*/ 149954 w 970672"/>
                    <a:gd name="connsiteY1427" fmla="*/ 935365 h 1161199"/>
                    <a:gd name="connsiteX1428" fmla="*/ 151621 w 970672"/>
                    <a:gd name="connsiteY1428" fmla="*/ 936975 h 1161199"/>
                    <a:gd name="connsiteX1429" fmla="*/ 153635 w 970672"/>
                    <a:gd name="connsiteY1429" fmla="*/ 939417 h 1161199"/>
                    <a:gd name="connsiteX1430" fmla="*/ 153091 w 970672"/>
                    <a:gd name="connsiteY1430" fmla="*/ 942149 h 1161199"/>
                    <a:gd name="connsiteX1431" fmla="*/ 152362 w 970672"/>
                    <a:gd name="connsiteY1431" fmla="*/ 944488 h 1161199"/>
                    <a:gd name="connsiteX1432" fmla="*/ 150243 w 970672"/>
                    <a:gd name="connsiteY1432" fmla="*/ 945795 h 1161199"/>
                    <a:gd name="connsiteX1433" fmla="*/ 151459 w 970672"/>
                    <a:gd name="connsiteY1433" fmla="*/ 946467 h 1161199"/>
                    <a:gd name="connsiteX1434" fmla="*/ 150452 w 970672"/>
                    <a:gd name="connsiteY1434" fmla="*/ 950657 h 1161199"/>
                    <a:gd name="connsiteX1435" fmla="*/ 150382 w 970672"/>
                    <a:gd name="connsiteY1435" fmla="*/ 950900 h 1161199"/>
                    <a:gd name="connsiteX1436" fmla="*/ 149954 w 970672"/>
                    <a:gd name="connsiteY1436" fmla="*/ 950831 h 1161199"/>
                    <a:gd name="connsiteX1437" fmla="*/ 146296 w 970672"/>
                    <a:gd name="connsiteY1437" fmla="*/ 950218 h 1161199"/>
                    <a:gd name="connsiteX1438" fmla="*/ 140994 w 970672"/>
                    <a:gd name="connsiteY1438" fmla="*/ 954014 h 1161199"/>
                    <a:gd name="connsiteX1439" fmla="*/ 139999 w 970672"/>
                    <a:gd name="connsiteY1439" fmla="*/ 953320 h 1161199"/>
                    <a:gd name="connsiteX1440" fmla="*/ 138100 w 970672"/>
                    <a:gd name="connsiteY1440" fmla="*/ 951618 h 1161199"/>
                    <a:gd name="connsiteX1441" fmla="*/ 133331 w 970672"/>
                    <a:gd name="connsiteY1441" fmla="*/ 951652 h 1161199"/>
                    <a:gd name="connsiteX1442" fmla="*/ 132926 w 970672"/>
                    <a:gd name="connsiteY1442" fmla="*/ 946351 h 1161199"/>
                    <a:gd name="connsiteX1443" fmla="*/ 132683 w 970672"/>
                    <a:gd name="connsiteY1443" fmla="*/ 953598 h 1161199"/>
                    <a:gd name="connsiteX1444" fmla="*/ 128816 w 970672"/>
                    <a:gd name="connsiteY1444" fmla="*/ 952567 h 1161199"/>
                    <a:gd name="connsiteX1445" fmla="*/ 123526 w 970672"/>
                    <a:gd name="connsiteY1445" fmla="*/ 952996 h 1161199"/>
                    <a:gd name="connsiteX1446" fmla="*/ 117333 w 970672"/>
                    <a:gd name="connsiteY1446" fmla="*/ 956399 h 1161199"/>
                    <a:gd name="connsiteX1447" fmla="*/ 116338 w 970672"/>
                    <a:gd name="connsiteY1447" fmla="*/ 956144 h 1161199"/>
                    <a:gd name="connsiteX1448" fmla="*/ 112170 w 970672"/>
                    <a:gd name="connsiteY1448" fmla="*/ 954929 h 1161199"/>
                    <a:gd name="connsiteX1449" fmla="*/ 104391 w 970672"/>
                    <a:gd name="connsiteY1449" fmla="*/ 951051 h 1161199"/>
                    <a:gd name="connsiteX1450" fmla="*/ 107181 w 970672"/>
                    <a:gd name="connsiteY1450" fmla="*/ 945494 h 1161199"/>
                    <a:gd name="connsiteX1451" fmla="*/ 104681 w 970672"/>
                    <a:gd name="connsiteY1451" fmla="*/ 947543 h 1161199"/>
                    <a:gd name="connsiteX1452" fmla="*/ 104079 w 970672"/>
                    <a:gd name="connsiteY1452" fmla="*/ 950715 h 1161199"/>
                    <a:gd name="connsiteX1453" fmla="*/ 101289 w 970672"/>
                    <a:gd name="connsiteY1453" fmla="*/ 949940 h 1161199"/>
                    <a:gd name="connsiteX1454" fmla="*/ 99703 w 970672"/>
                    <a:gd name="connsiteY1454" fmla="*/ 948932 h 1161199"/>
                    <a:gd name="connsiteX1455" fmla="*/ 99113 w 970672"/>
                    <a:gd name="connsiteY1455" fmla="*/ 949338 h 1161199"/>
                    <a:gd name="connsiteX1456" fmla="*/ 98835 w 970672"/>
                    <a:gd name="connsiteY1456" fmla="*/ 949268 h 1161199"/>
                    <a:gd name="connsiteX1457" fmla="*/ 93626 w 970672"/>
                    <a:gd name="connsiteY1457" fmla="*/ 950426 h 1161199"/>
                    <a:gd name="connsiteX1458" fmla="*/ 91693 w 970672"/>
                    <a:gd name="connsiteY1458" fmla="*/ 950206 h 1161199"/>
                    <a:gd name="connsiteX1459" fmla="*/ 90072 w 970672"/>
                    <a:gd name="connsiteY1459" fmla="*/ 948979 h 1161199"/>
                    <a:gd name="connsiteX1460" fmla="*/ 89065 w 970672"/>
                    <a:gd name="connsiteY1460" fmla="*/ 950437 h 1161199"/>
                    <a:gd name="connsiteX1461" fmla="*/ 83532 w 970672"/>
                    <a:gd name="connsiteY1461" fmla="*/ 950241 h 1161199"/>
                    <a:gd name="connsiteX1462" fmla="*/ 80429 w 970672"/>
                    <a:gd name="connsiteY1462" fmla="*/ 950055 h 1161199"/>
                    <a:gd name="connsiteX1463" fmla="*/ 80267 w 970672"/>
                    <a:gd name="connsiteY1463" fmla="*/ 948701 h 1161199"/>
                    <a:gd name="connsiteX1464" fmla="*/ 80591 w 970672"/>
                    <a:gd name="connsiteY1464" fmla="*/ 947567 h 1161199"/>
                    <a:gd name="connsiteX1465" fmla="*/ 78948 w 970672"/>
                    <a:gd name="connsiteY1465" fmla="*/ 945980 h 1161199"/>
                    <a:gd name="connsiteX1466" fmla="*/ 77767 w 970672"/>
                    <a:gd name="connsiteY1466" fmla="*/ 944325 h 1161199"/>
                    <a:gd name="connsiteX1467" fmla="*/ 77801 w 970672"/>
                    <a:gd name="connsiteY1467" fmla="*/ 941929 h 1161199"/>
                    <a:gd name="connsiteX1468" fmla="*/ 74051 w 970672"/>
                    <a:gd name="connsiteY1468" fmla="*/ 940343 h 1161199"/>
                    <a:gd name="connsiteX1469" fmla="*/ 74815 w 970672"/>
                    <a:gd name="connsiteY1469" fmla="*/ 935250 h 1161199"/>
                    <a:gd name="connsiteX1470" fmla="*/ 79387 w 970672"/>
                    <a:gd name="connsiteY1470" fmla="*/ 931974 h 1161199"/>
                    <a:gd name="connsiteX1471" fmla="*/ 78832 w 970672"/>
                    <a:gd name="connsiteY1471" fmla="*/ 930492 h 1161199"/>
                    <a:gd name="connsiteX1472" fmla="*/ 76435 w 970672"/>
                    <a:gd name="connsiteY1472" fmla="*/ 933572 h 1161199"/>
                    <a:gd name="connsiteX1473" fmla="*/ 74444 w 970672"/>
                    <a:gd name="connsiteY1473" fmla="*/ 933097 h 1161199"/>
                    <a:gd name="connsiteX1474" fmla="*/ 73727 w 970672"/>
                    <a:gd name="connsiteY1474" fmla="*/ 943272 h 1161199"/>
                    <a:gd name="connsiteX1475" fmla="*/ 73657 w 970672"/>
                    <a:gd name="connsiteY1475" fmla="*/ 943295 h 1161199"/>
                    <a:gd name="connsiteX1476" fmla="*/ 73681 w 970672"/>
                    <a:gd name="connsiteY1476" fmla="*/ 944059 h 1161199"/>
                    <a:gd name="connsiteX1477" fmla="*/ 73669 w 970672"/>
                    <a:gd name="connsiteY1477" fmla="*/ 944232 h 1161199"/>
                    <a:gd name="connsiteX1478" fmla="*/ 71469 w 970672"/>
                    <a:gd name="connsiteY1478" fmla="*/ 944314 h 1161199"/>
                    <a:gd name="connsiteX1479" fmla="*/ 69756 w 970672"/>
                    <a:gd name="connsiteY1479" fmla="*/ 947949 h 1161199"/>
                    <a:gd name="connsiteX1480" fmla="*/ 66781 w 970672"/>
                    <a:gd name="connsiteY1480" fmla="*/ 943654 h 1161199"/>
                    <a:gd name="connsiteX1481" fmla="*/ 63042 w 970672"/>
                    <a:gd name="connsiteY1481" fmla="*/ 944731 h 1161199"/>
                    <a:gd name="connsiteX1482" fmla="*/ 63089 w 970672"/>
                    <a:gd name="connsiteY1482" fmla="*/ 946038 h 1161199"/>
                    <a:gd name="connsiteX1483" fmla="*/ 62903 w 970672"/>
                    <a:gd name="connsiteY1483" fmla="*/ 946166 h 1161199"/>
                    <a:gd name="connsiteX1484" fmla="*/ 59257 w 970672"/>
                    <a:gd name="connsiteY1484" fmla="*/ 944962 h 1161199"/>
                    <a:gd name="connsiteX1485" fmla="*/ 54974 w 970672"/>
                    <a:gd name="connsiteY1485" fmla="*/ 945853 h 1161199"/>
                    <a:gd name="connsiteX1486" fmla="*/ 51246 w 970672"/>
                    <a:gd name="connsiteY1486" fmla="*/ 941779 h 1161199"/>
                    <a:gd name="connsiteX1487" fmla="*/ 52751 w 970672"/>
                    <a:gd name="connsiteY1487" fmla="*/ 938618 h 1161199"/>
                    <a:gd name="connsiteX1488" fmla="*/ 50089 w 970672"/>
                    <a:gd name="connsiteY1488" fmla="*/ 933849 h 1161199"/>
                    <a:gd name="connsiteX1489" fmla="*/ 52508 w 970672"/>
                    <a:gd name="connsiteY1489" fmla="*/ 938642 h 1161199"/>
                    <a:gd name="connsiteX1490" fmla="*/ 50888 w 970672"/>
                    <a:gd name="connsiteY1490" fmla="*/ 941478 h 1161199"/>
                    <a:gd name="connsiteX1491" fmla="*/ 48897 w 970672"/>
                    <a:gd name="connsiteY1491" fmla="*/ 944279 h 1161199"/>
                    <a:gd name="connsiteX1492" fmla="*/ 50911 w 970672"/>
                    <a:gd name="connsiteY1492" fmla="*/ 946814 h 1161199"/>
                    <a:gd name="connsiteX1493" fmla="*/ 50482 w 970672"/>
                    <a:gd name="connsiteY1493" fmla="*/ 949199 h 1161199"/>
                    <a:gd name="connsiteX1494" fmla="*/ 57243 w 970672"/>
                    <a:gd name="connsiteY1494" fmla="*/ 952139 h 1161199"/>
                    <a:gd name="connsiteX1495" fmla="*/ 54129 w 970672"/>
                    <a:gd name="connsiteY1495" fmla="*/ 952370 h 1161199"/>
                    <a:gd name="connsiteX1496" fmla="*/ 55946 w 970672"/>
                    <a:gd name="connsiteY1496" fmla="*/ 955739 h 1161199"/>
                    <a:gd name="connsiteX1497" fmla="*/ 52925 w 970672"/>
                    <a:gd name="connsiteY1497" fmla="*/ 957741 h 1161199"/>
                    <a:gd name="connsiteX1498" fmla="*/ 54094 w 970672"/>
                    <a:gd name="connsiteY1498" fmla="*/ 960462 h 1161199"/>
                    <a:gd name="connsiteX1499" fmla="*/ 53897 w 970672"/>
                    <a:gd name="connsiteY1499" fmla="*/ 960474 h 1161199"/>
                    <a:gd name="connsiteX1500" fmla="*/ 49649 w 970672"/>
                    <a:gd name="connsiteY1500" fmla="*/ 960231 h 1161199"/>
                    <a:gd name="connsiteX1501" fmla="*/ 49209 w 970672"/>
                    <a:gd name="connsiteY1501" fmla="*/ 963866 h 1161199"/>
                    <a:gd name="connsiteX1502" fmla="*/ 47079 w 970672"/>
                    <a:gd name="connsiteY1502" fmla="*/ 964606 h 1161199"/>
                    <a:gd name="connsiteX1503" fmla="*/ 46836 w 970672"/>
                    <a:gd name="connsiteY1503" fmla="*/ 962580 h 1161199"/>
                    <a:gd name="connsiteX1504" fmla="*/ 44463 w 970672"/>
                    <a:gd name="connsiteY1504" fmla="*/ 961273 h 1161199"/>
                    <a:gd name="connsiteX1505" fmla="*/ 45123 w 970672"/>
                    <a:gd name="connsiteY1505" fmla="*/ 959351 h 1161199"/>
                    <a:gd name="connsiteX1506" fmla="*/ 44255 w 970672"/>
                    <a:gd name="connsiteY1506" fmla="*/ 959166 h 1161199"/>
                    <a:gd name="connsiteX1507" fmla="*/ 42796 w 970672"/>
                    <a:gd name="connsiteY1507" fmla="*/ 958865 h 1161199"/>
                    <a:gd name="connsiteX1508" fmla="*/ 43699 w 970672"/>
                    <a:gd name="connsiteY1508" fmla="*/ 956549 h 1161199"/>
                    <a:gd name="connsiteX1509" fmla="*/ 41963 w 970672"/>
                    <a:gd name="connsiteY1509" fmla="*/ 953193 h 1161199"/>
                    <a:gd name="connsiteX1510" fmla="*/ 42229 w 970672"/>
                    <a:gd name="connsiteY1510" fmla="*/ 952370 h 1161199"/>
                    <a:gd name="connsiteX1511" fmla="*/ 43745 w 970672"/>
                    <a:gd name="connsiteY1511" fmla="*/ 949719 h 1161199"/>
                    <a:gd name="connsiteX1512" fmla="*/ 43352 w 970672"/>
                    <a:gd name="connsiteY1512" fmla="*/ 948794 h 1161199"/>
                    <a:gd name="connsiteX1513" fmla="*/ 43699 w 970672"/>
                    <a:gd name="connsiteY1513" fmla="*/ 947694 h 1161199"/>
                    <a:gd name="connsiteX1514" fmla="*/ 38224 w 970672"/>
                    <a:gd name="connsiteY1514" fmla="*/ 945888 h 1161199"/>
                    <a:gd name="connsiteX1515" fmla="*/ 38177 w 970672"/>
                    <a:gd name="connsiteY1515" fmla="*/ 944395 h 1161199"/>
                    <a:gd name="connsiteX1516" fmla="*/ 38768 w 970672"/>
                    <a:gd name="connsiteY1516" fmla="*/ 942450 h 1161199"/>
                    <a:gd name="connsiteX1517" fmla="*/ 34021 w 970672"/>
                    <a:gd name="connsiteY1517" fmla="*/ 938537 h 1161199"/>
                    <a:gd name="connsiteX1518" fmla="*/ 30803 w 970672"/>
                    <a:gd name="connsiteY1518" fmla="*/ 938306 h 1161199"/>
                    <a:gd name="connsiteX1519" fmla="*/ 29067 w 970672"/>
                    <a:gd name="connsiteY1519" fmla="*/ 940089 h 1161199"/>
                    <a:gd name="connsiteX1520" fmla="*/ 27956 w 970672"/>
                    <a:gd name="connsiteY1520" fmla="*/ 940806 h 1161199"/>
                    <a:gd name="connsiteX1521" fmla="*/ 29264 w 970672"/>
                    <a:gd name="connsiteY1521" fmla="*/ 938653 h 1161199"/>
                    <a:gd name="connsiteX1522" fmla="*/ 27331 w 970672"/>
                    <a:gd name="connsiteY1522" fmla="*/ 937900 h 1161199"/>
                    <a:gd name="connsiteX1523" fmla="*/ 24807 w 970672"/>
                    <a:gd name="connsiteY1523" fmla="*/ 936338 h 1161199"/>
                    <a:gd name="connsiteX1524" fmla="*/ 23256 w 970672"/>
                    <a:gd name="connsiteY1524" fmla="*/ 932715 h 1161199"/>
                    <a:gd name="connsiteX1525" fmla="*/ 20188 w 970672"/>
                    <a:gd name="connsiteY1525" fmla="*/ 932379 h 1161199"/>
                    <a:gd name="connsiteX1526" fmla="*/ 20072 w 970672"/>
                    <a:gd name="connsiteY1526" fmla="*/ 929416 h 1161199"/>
                    <a:gd name="connsiteX1527" fmla="*/ 33871 w 970672"/>
                    <a:gd name="connsiteY1527" fmla="*/ 931800 h 1161199"/>
                    <a:gd name="connsiteX1528" fmla="*/ 35283 w 970672"/>
                    <a:gd name="connsiteY1528" fmla="*/ 932390 h 1161199"/>
                    <a:gd name="connsiteX1529" fmla="*/ 35492 w 970672"/>
                    <a:gd name="connsiteY1529" fmla="*/ 932078 h 1161199"/>
                    <a:gd name="connsiteX1530" fmla="*/ 36487 w 970672"/>
                    <a:gd name="connsiteY1530" fmla="*/ 932252 h 1161199"/>
                    <a:gd name="connsiteX1531" fmla="*/ 38108 w 970672"/>
                    <a:gd name="connsiteY1531" fmla="*/ 928165 h 1161199"/>
                    <a:gd name="connsiteX1532" fmla="*/ 38594 w 970672"/>
                    <a:gd name="connsiteY1532" fmla="*/ 927448 h 1161199"/>
                    <a:gd name="connsiteX1533" fmla="*/ 38629 w 970672"/>
                    <a:gd name="connsiteY1533" fmla="*/ 926869 h 1161199"/>
                    <a:gd name="connsiteX1534" fmla="*/ 39057 w 970672"/>
                    <a:gd name="connsiteY1534" fmla="*/ 925804 h 1161199"/>
                    <a:gd name="connsiteX1535" fmla="*/ 39057 w 970672"/>
                    <a:gd name="connsiteY1535" fmla="*/ 920016 h 1161199"/>
                    <a:gd name="connsiteX1536" fmla="*/ 40585 w 970672"/>
                    <a:gd name="connsiteY1536" fmla="*/ 920884 h 1161199"/>
                    <a:gd name="connsiteX1537" fmla="*/ 41372 w 970672"/>
                    <a:gd name="connsiteY1537" fmla="*/ 920270 h 1161199"/>
                    <a:gd name="connsiteX1538" fmla="*/ 44035 w 970672"/>
                    <a:gd name="connsiteY1538" fmla="*/ 920583 h 1161199"/>
                    <a:gd name="connsiteX1539" fmla="*/ 44255 w 970672"/>
                    <a:gd name="connsiteY1539" fmla="*/ 920722 h 1161199"/>
                    <a:gd name="connsiteX1540" fmla="*/ 45273 w 970672"/>
                    <a:gd name="connsiteY1540" fmla="*/ 921405 h 1161199"/>
                    <a:gd name="connsiteX1541" fmla="*/ 49452 w 970672"/>
                    <a:gd name="connsiteY1541" fmla="*/ 914841 h 1161199"/>
                    <a:gd name="connsiteX1542" fmla="*/ 52832 w 970672"/>
                    <a:gd name="connsiteY1542" fmla="*/ 913846 h 1161199"/>
                    <a:gd name="connsiteX1543" fmla="*/ 55090 w 970672"/>
                    <a:gd name="connsiteY1543" fmla="*/ 911044 h 1161199"/>
                    <a:gd name="connsiteX1544" fmla="*/ 62348 w 970672"/>
                    <a:gd name="connsiteY1544" fmla="*/ 912422 h 1161199"/>
                    <a:gd name="connsiteX1545" fmla="*/ 63853 w 970672"/>
                    <a:gd name="connsiteY1545" fmla="*/ 910640 h 1161199"/>
                    <a:gd name="connsiteX1546" fmla="*/ 65948 w 970672"/>
                    <a:gd name="connsiteY1546" fmla="*/ 912966 h 1161199"/>
                    <a:gd name="connsiteX1547" fmla="*/ 69316 w 970672"/>
                    <a:gd name="connsiteY1547" fmla="*/ 913510 h 1161199"/>
                    <a:gd name="connsiteX1548" fmla="*/ 69629 w 970672"/>
                    <a:gd name="connsiteY1548" fmla="*/ 913684 h 1161199"/>
                    <a:gd name="connsiteX1549" fmla="*/ 69768 w 970672"/>
                    <a:gd name="connsiteY1549" fmla="*/ 913591 h 1161199"/>
                    <a:gd name="connsiteX1550" fmla="*/ 70856 w 970672"/>
                    <a:gd name="connsiteY1550" fmla="*/ 913765 h 1161199"/>
                    <a:gd name="connsiteX1551" fmla="*/ 76030 w 970672"/>
                    <a:gd name="connsiteY1551" fmla="*/ 907676 h 1161199"/>
                    <a:gd name="connsiteX1552" fmla="*/ 75602 w 970672"/>
                    <a:gd name="connsiteY1552" fmla="*/ 903069 h 1161199"/>
                    <a:gd name="connsiteX1553" fmla="*/ 75637 w 970672"/>
                    <a:gd name="connsiteY1553" fmla="*/ 902988 h 1161199"/>
                    <a:gd name="connsiteX1554" fmla="*/ 75868 w 970672"/>
                    <a:gd name="connsiteY1554" fmla="*/ 895486 h 1161199"/>
                    <a:gd name="connsiteX1555" fmla="*/ 76736 w 970672"/>
                    <a:gd name="connsiteY1555" fmla="*/ 892535 h 1161199"/>
                    <a:gd name="connsiteX1556" fmla="*/ 76667 w 970672"/>
                    <a:gd name="connsiteY1556" fmla="*/ 887812 h 1161199"/>
                    <a:gd name="connsiteX1557" fmla="*/ 74838 w 970672"/>
                    <a:gd name="connsiteY1557" fmla="*/ 884084 h 1161199"/>
                    <a:gd name="connsiteX1558" fmla="*/ 74583 w 970672"/>
                    <a:gd name="connsiteY1558" fmla="*/ 882498 h 1161199"/>
                    <a:gd name="connsiteX1559" fmla="*/ 75683 w 970672"/>
                    <a:gd name="connsiteY1559" fmla="*/ 881179 h 1161199"/>
                    <a:gd name="connsiteX1560" fmla="*/ 74132 w 970672"/>
                    <a:gd name="connsiteY1560" fmla="*/ 881584 h 1161199"/>
                    <a:gd name="connsiteX1561" fmla="*/ 72963 w 970672"/>
                    <a:gd name="connsiteY1561" fmla="*/ 880056 h 1161199"/>
                    <a:gd name="connsiteX1562" fmla="*/ 72396 w 970672"/>
                    <a:gd name="connsiteY1562" fmla="*/ 879153 h 1161199"/>
                    <a:gd name="connsiteX1563" fmla="*/ 73692 w 970672"/>
                    <a:gd name="connsiteY1563" fmla="*/ 873562 h 1161199"/>
                    <a:gd name="connsiteX1564" fmla="*/ 73623 w 970672"/>
                    <a:gd name="connsiteY1564" fmla="*/ 873354 h 1161199"/>
                    <a:gd name="connsiteX1565" fmla="*/ 68946 w 970672"/>
                    <a:gd name="connsiteY1565" fmla="*/ 860713 h 1161199"/>
                    <a:gd name="connsiteX1566" fmla="*/ 65068 w 970672"/>
                    <a:gd name="connsiteY1566" fmla="*/ 857182 h 1161199"/>
                    <a:gd name="connsiteX1567" fmla="*/ 63980 w 970672"/>
                    <a:gd name="connsiteY1567" fmla="*/ 857448 h 1161199"/>
                    <a:gd name="connsiteX1568" fmla="*/ 58863 w 970672"/>
                    <a:gd name="connsiteY1568" fmla="*/ 857842 h 1161199"/>
                    <a:gd name="connsiteX1569" fmla="*/ 58435 w 970672"/>
                    <a:gd name="connsiteY1569" fmla="*/ 857448 h 1161199"/>
                    <a:gd name="connsiteX1570" fmla="*/ 57798 w 970672"/>
                    <a:gd name="connsiteY1570" fmla="*/ 859705 h 1161199"/>
                    <a:gd name="connsiteX1571" fmla="*/ 57683 w 970672"/>
                    <a:gd name="connsiteY1571" fmla="*/ 857738 h 1161199"/>
                    <a:gd name="connsiteX1572" fmla="*/ 55576 w 970672"/>
                    <a:gd name="connsiteY1572" fmla="*/ 856592 h 1161199"/>
                    <a:gd name="connsiteX1573" fmla="*/ 55367 w 970672"/>
                    <a:gd name="connsiteY1573" fmla="*/ 856291 h 1161199"/>
                    <a:gd name="connsiteX1574" fmla="*/ 49684 w 970672"/>
                    <a:gd name="connsiteY1574" fmla="*/ 858305 h 1161199"/>
                    <a:gd name="connsiteX1575" fmla="*/ 50783 w 970672"/>
                    <a:gd name="connsiteY1575" fmla="*/ 856233 h 1161199"/>
                    <a:gd name="connsiteX1576" fmla="*/ 50448 w 970672"/>
                    <a:gd name="connsiteY1576" fmla="*/ 855735 h 1161199"/>
                    <a:gd name="connsiteX1577" fmla="*/ 50726 w 970672"/>
                    <a:gd name="connsiteY1577" fmla="*/ 854820 h 1161199"/>
                    <a:gd name="connsiteX1578" fmla="*/ 49776 w 970672"/>
                    <a:gd name="connsiteY1578" fmla="*/ 854774 h 1161199"/>
                    <a:gd name="connsiteX1579" fmla="*/ 49684 w 970672"/>
                    <a:gd name="connsiteY1579" fmla="*/ 854635 h 1161199"/>
                    <a:gd name="connsiteX1580" fmla="*/ 45875 w 970672"/>
                    <a:gd name="connsiteY1580" fmla="*/ 854566 h 1161199"/>
                    <a:gd name="connsiteX1581" fmla="*/ 45100 w 970672"/>
                    <a:gd name="connsiteY1581" fmla="*/ 854519 h 1161199"/>
                    <a:gd name="connsiteX1582" fmla="*/ 44857 w 970672"/>
                    <a:gd name="connsiteY1582" fmla="*/ 852610 h 1161199"/>
                    <a:gd name="connsiteX1583" fmla="*/ 44255 w 970672"/>
                    <a:gd name="connsiteY1583" fmla="*/ 853096 h 1161199"/>
                    <a:gd name="connsiteX1584" fmla="*/ 44185 w 970672"/>
                    <a:gd name="connsiteY1584" fmla="*/ 852980 h 1161199"/>
                    <a:gd name="connsiteX1585" fmla="*/ 44139 w 970672"/>
                    <a:gd name="connsiteY1585" fmla="*/ 853200 h 1161199"/>
                    <a:gd name="connsiteX1586" fmla="*/ 42622 w 970672"/>
                    <a:gd name="connsiteY1586" fmla="*/ 854439 h 1161199"/>
                    <a:gd name="connsiteX1587" fmla="*/ 42182 w 970672"/>
                    <a:gd name="connsiteY1587" fmla="*/ 854427 h 1161199"/>
                    <a:gd name="connsiteX1588" fmla="*/ 41881 w 970672"/>
                    <a:gd name="connsiteY1588" fmla="*/ 853455 h 1161199"/>
                    <a:gd name="connsiteX1589" fmla="*/ 38756 w 970672"/>
                    <a:gd name="connsiteY1589" fmla="*/ 854057 h 1161199"/>
                    <a:gd name="connsiteX1590" fmla="*/ 38744 w 970672"/>
                    <a:gd name="connsiteY1590" fmla="*/ 853917 h 1161199"/>
                    <a:gd name="connsiteX1591" fmla="*/ 39312 w 970672"/>
                    <a:gd name="connsiteY1591" fmla="*/ 852911 h 1161199"/>
                    <a:gd name="connsiteX1592" fmla="*/ 36881 w 970672"/>
                    <a:gd name="connsiteY1592" fmla="*/ 850491 h 1161199"/>
                    <a:gd name="connsiteX1593" fmla="*/ 36070 w 970672"/>
                    <a:gd name="connsiteY1593" fmla="*/ 850607 h 1161199"/>
                    <a:gd name="connsiteX1594" fmla="*/ 35723 w 970672"/>
                    <a:gd name="connsiteY1594" fmla="*/ 850387 h 1161199"/>
                    <a:gd name="connsiteX1595" fmla="*/ 28453 w 970672"/>
                    <a:gd name="connsiteY1595" fmla="*/ 851707 h 1161199"/>
                    <a:gd name="connsiteX1596" fmla="*/ 26636 w 970672"/>
                    <a:gd name="connsiteY1596" fmla="*/ 850040 h 1161199"/>
                    <a:gd name="connsiteX1597" fmla="*/ 24506 w 970672"/>
                    <a:gd name="connsiteY1597" fmla="*/ 852505 h 1161199"/>
                    <a:gd name="connsiteX1598" fmla="*/ 24066 w 970672"/>
                    <a:gd name="connsiteY1598" fmla="*/ 851880 h 1161199"/>
                    <a:gd name="connsiteX1599" fmla="*/ 23684 w 970672"/>
                    <a:gd name="connsiteY1599" fmla="*/ 850236 h 1161199"/>
                    <a:gd name="connsiteX1600" fmla="*/ 20894 w 970672"/>
                    <a:gd name="connsiteY1600" fmla="*/ 852470 h 1161199"/>
                    <a:gd name="connsiteX1601" fmla="*/ 19262 w 970672"/>
                    <a:gd name="connsiteY1601" fmla="*/ 850677 h 1161199"/>
                    <a:gd name="connsiteX1602" fmla="*/ 18128 w 970672"/>
                    <a:gd name="connsiteY1602" fmla="*/ 851244 h 1161199"/>
                    <a:gd name="connsiteX1603" fmla="*/ 14458 w 970672"/>
                    <a:gd name="connsiteY1603" fmla="*/ 852899 h 1161199"/>
                    <a:gd name="connsiteX1604" fmla="*/ 13220 w 970672"/>
                    <a:gd name="connsiteY1604" fmla="*/ 851336 h 1161199"/>
                    <a:gd name="connsiteX1605" fmla="*/ 13335 w 970672"/>
                    <a:gd name="connsiteY1605" fmla="*/ 853408 h 1161199"/>
                    <a:gd name="connsiteX1606" fmla="*/ 11437 w 970672"/>
                    <a:gd name="connsiteY1606" fmla="*/ 854265 h 1161199"/>
                    <a:gd name="connsiteX1607" fmla="*/ 10233 w 970672"/>
                    <a:gd name="connsiteY1607" fmla="*/ 854323 h 1161199"/>
                    <a:gd name="connsiteX1608" fmla="*/ 7906 w 970672"/>
                    <a:gd name="connsiteY1608" fmla="*/ 856673 h 1161199"/>
                    <a:gd name="connsiteX1609" fmla="*/ 7466 w 970672"/>
                    <a:gd name="connsiteY1609" fmla="*/ 853489 h 1161199"/>
                    <a:gd name="connsiteX1610" fmla="*/ 1956 w 970672"/>
                    <a:gd name="connsiteY1610" fmla="*/ 856534 h 1161199"/>
                    <a:gd name="connsiteX1611" fmla="*/ 625 w 970672"/>
                    <a:gd name="connsiteY1611" fmla="*/ 856164 h 1161199"/>
                    <a:gd name="connsiteX1612" fmla="*/ 0 w 970672"/>
                    <a:gd name="connsiteY1612" fmla="*/ 854601 h 1161199"/>
                    <a:gd name="connsiteX1613" fmla="*/ 1540 w 970672"/>
                    <a:gd name="connsiteY1613" fmla="*/ 852239 h 1161199"/>
                    <a:gd name="connsiteX1614" fmla="*/ 3044 w 970672"/>
                    <a:gd name="connsiteY1614" fmla="*/ 851221 h 1161199"/>
                    <a:gd name="connsiteX1615" fmla="*/ 3797 w 970672"/>
                    <a:gd name="connsiteY1615" fmla="*/ 848766 h 1161199"/>
                    <a:gd name="connsiteX1616" fmla="*/ 4190 w 970672"/>
                    <a:gd name="connsiteY1616" fmla="*/ 848153 h 1161199"/>
                    <a:gd name="connsiteX1617" fmla="*/ 4063 w 970672"/>
                    <a:gd name="connsiteY1617" fmla="*/ 847886 h 1161199"/>
                    <a:gd name="connsiteX1618" fmla="*/ 4387 w 970672"/>
                    <a:gd name="connsiteY1618" fmla="*/ 846798 h 1161199"/>
                    <a:gd name="connsiteX1619" fmla="*/ 1343 w 970672"/>
                    <a:gd name="connsiteY1619" fmla="*/ 842412 h 1161199"/>
                    <a:gd name="connsiteX1620" fmla="*/ 1308 w 970672"/>
                    <a:gd name="connsiteY1620" fmla="*/ 842365 h 1161199"/>
                    <a:gd name="connsiteX1621" fmla="*/ 1540 w 970672"/>
                    <a:gd name="connsiteY1621" fmla="*/ 842214 h 1161199"/>
                    <a:gd name="connsiteX1622" fmla="*/ 4827 w 970672"/>
                    <a:gd name="connsiteY1622" fmla="*/ 841150 h 1161199"/>
                    <a:gd name="connsiteX1623" fmla="*/ 5614 w 970672"/>
                    <a:gd name="connsiteY1623" fmla="*/ 841659 h 1161199"/>
                    <a:gd name="connsiteX1624" fmla="*/ 9064 w 970672"/>
                    <a:gd name="connsiteY1624" fmla="*/ 836519 h 1161199"/>
                    <a:gd name="connsiteX1625" fmla="*/ 8172 w 970672"/>
                    <a:gd name="connsiteY1625" fmla="*/ 833359 h 1161199"/>
                    <a:gd name="connsiteX1626" fmla="*/ 5834 w 970672"/>
                    <a:gd name="connsiteY1626" fmla="*/ 833081 h 1161199"/>
                    <a:gd name="connsiteX1627" fmla="*/ 5938 w 970672"/>
                    <a:gd name="connsiteY1627" fmla="*/ 832618 h 1161199"/>
                    <a:gd name="connsiteX1628" fmla="*/ 6378 w 970672"/>
                    <a:gd name="connsiteY1628" fmla="*/ 831333 h 1161199"/>
                    <a:gd name="connsiteX1629" fmla="*/ 2639 w 970672"/>
                    <a:gd name="connsiteY1629" fmla="*/ 831889 h 1161199"/>
                    <a:gd name="connsiteX1630" fmla="*/ 3021 w 970672"/>
                    <a:gd name="connsiteY1630" fmla="*/ 831472 h 1161199"/>
                    <a:gd name="connsiteX1631" fmla="*/ 11483 w 970672"/>
                    <a:gd name="connsiteY1631" fmla="*/ 825672 h 1161199"/>
                    <a:gd name="connsiteX1632" fmla="*/ 12039 w 970672"/>
                    <a:gd name="connsiteY1632" fmla="*/ 825395 h 1161199"/>
                    <a:gd name="connsiteX1633" fmla="*/ 12490 w 970672"/>
                    <a:gd name="connsiteY1633" fmla="*/ 825464 h 1161199"/>
                    <a:gd name="connsiteX1634" fmla="*/ 13023 w 970672"/>
                    <a:gd name="connsiteY1634" fmla="*/ 826784 h 1161199"/>
                    <a:gd name="connsiteX1635" fmla="*/ 12930 w 970672"/>
                    <a:gd name="connsiteY1635" fmla="*/ 827316 h 1161199"/>
                    <a:gd name="connsiteX1636" fmla="*/ 22839 w 970672"/>
                    <a:gd name="connsiteY1636" fmla="*/ 825522 h 1161199"/>
                    <a:gd name="connsiteX1637" fmla="*/ 25027 w 970672"/>
                    <a:gd name="connsiteY1637" fmla="*/ 824388 h 1161199"/>
                    <a:gd name="connsiteX1638" fmla="*/ 24680 w 970672"/>
                    <a:gd name="connsiteY1638" fmla="*/ 822906 h 1161199"/>
                    <a:gd name="connsiteX1639" fmla="*/ 30375 w 970672"/>
                    <a:gd name="connsiteY1639" fmla="*/ 820290 h 1161199"/>
                    <a:gd name="connsiteX1640" fmla="*/ 31591 w 970672"/>
                    <a:gd name="connsiteY1640" fmla="*/ 817245 h 1161199"/>
                    <a:gd name="connsiteX1641" fmla="*/ 35955 w 970672"/>
                    <a:gd name="connsiteY1641" fmla="*/ 817465 h 1161199"/>
                    <a:gd name="connsiteX1642" fmla="*/ 38687 w 970672"/>
                    <a:gd name="connsiteY1642" fmla="*/ 816377 h 1161199"/>
                    <a:gd name="connsiteX1643" fmla="*/ 41106 w 970672"/>
                    <a:gd name="connsiteY1643" fmla="*/ 816076 h 1161199"/>
                    <a:gd name="connsiteX1644" fmla="*/ 41500 w 970672"/>
                    <a:gd name="connsiteY1644" fmla="*/ 815254 h 1161199"/>
                    <a:gd name="connsiteX1645" fmla="*/ 42101 w 970672"/>
                    <a:gd name="connsiteY1645" fmla="*/ 815011 h 1161199"/>
                    <a:gd name="connsiteX1646" fmla="*/ 42507 w 970672"/>
                    <a:gd name="connsiteY1646" fmla="*/ 813286 h 1161199"/>
                    <a:gd name="connsiteX1647" fmla="*/ 40226 w 970672"/>
                    <a:gd name="connsiteY1647" fmla="*/ 812256 h 1161199"/>
                    <a:gd name="connsiteX1648" fmla="*/ 44810 w 970672"/>
                    <a:gd name="connsiteY1648" fmla="*/ 810913 h 1161199"/>
                    <a:gd name="connsiteX1649" fmla="*/ 44787 w 970672"/>
                    <a:gd name="connsiteY1649" fmla="*/ 810867 h 1161199"/>
                    <a:gd name="connsiteX1650" fmla="*/ 45655 w 970672"/>
                    <a:gd name="connsiteY1650" fmla="*/ 810600 h 1161199"/>
                    <a:gd name="connsiteX1651" fmla="*/ 44255 w 970672"/>
                    <a:gd name="connsiteY1651" fmla="*/ 809131 h 1161199"/>
                    <a:gd name="connsiteX1652" fmla="*/ 43676 w 970672"/>
                    <a:gd name="connsiteY1652" fmla="*/ 808529 h 1161199"/>
                    <a:gd name="connsiteX1653" fmla="*/ 44255 w 970672"/>
                    <a:gd name="connsiteY1653" fmla="*/ 808286 h 1161199"/>
                    <a:gd name="connsiteX1654" fmla="*/ 45493 w 970672"/>
                    <a:gd name="connsiteY1654" fmla="*/ 807788 h 1161199"/>
                    <a:gd name="connsiteX1655" fmla="*/ 47646 w 970672"/>
                    <a:gd name="connsiteY1655" fmla="*/ 806908 h 1161199"/>
                    <a:gd name="connsiteX1656" fmla="*/ 46593 w 970672"/>
                    <a:gd name="connsiteY1656" fmla="*/ 805496 h 1161199"/>
                    <a:gd name="connsiteX1657" fmla="*/ 51675 w 970672"/>
                    <a:gd name="connsiteY1657" fmla="*/ 807140 h 1161199"/>
                    <a:gd name="connsiteX1658" fmla="*/ 51652 w 970672"/>
                    <a:gd name="connsiteY1658" fmla="*/ 806816 h 1161199"/>
                    <a:gd name="connsiteX1659" fmla="*/ 54291 w 970672"/>
                    <a:gd name="connsiteY1659" fmla="*/ 805392 h 1161199"/>
                    <a:gd name="connsiteX1660" fmla="*/ 54650 w 970672"/>
                    <a:gd name="connsiteY1660" fmla="*/ 806839 h 1161199"/>
                    <a:gd name="connsiteX1661" fmla="*/ 61919 w 970672"/>
                    <a:gd name="connsiteY1661" fmla="*/ 807533 h 1161199"/>
                    <a:gd name="connsiteX1662" fmla="*/ 61283 w 970672"/>
                    <a:gd name="connsiteY1662" fmla="*/ 804882 h 1161199"/>
                    <a:gd name="connsiteX1663" fmla="*/ 66087 w 970672"/>
                    <a:gd name="connsiteY1663" fmla="*/ 803180 h 1161199"/>
                    <a:gd name="connsiteX1664" fmla="*/ 66110 w 970672"/>
                    <a:gd name="connsiteY1664" fmla="*/ 803077 h 1161199"/>
                    <a:gd name="connsiteX1665" fmla="*/ 66202 w 970672"/>
                    <a:gd name="connsiteY1665" fmla="*/ 803053 h 1161199"/>
                    <a:gd name="connsiteX1666" fmla="*/ 66631 w 970672"/>
                    <a:gd name="connsiteY1666" fmla="*/ 801247 h 1161199"/>
                    <a:gd name="connsiteX1667" fmla="*/ 66619 w 970672"/>
                    <a:gd name="connsiteY1667" fmla="*/ 801236 h 1161199"/>
                    <a:gd name="connsiteX1668" fmla="*/ 66608 w 970672"/>
                    <a:gd name="connsiteY1668" fmla="*/ 801224 h 1161199"/>
                    <a:gd name="connsiteX1669" fmla="*/ 65195 w 970672"/>
                    <a:gd name="connsiteY1669" fmla="*/ 800101 h 1161199"/>
                    <a:gd name="connsiteX1670" fmla="*/ 67545 w 970672"/>
                    <a:gd name="connsiteY1670" fmla="*/ 799303 h 1161199"/>
                    <a:gd name="connsiteX1671" fmla="*/ 67557 w 970672"/>
                    <a:gd name="connsiteY1671" fmla="*/ 799060 h 1161199"/>
                    <a:gd name="connsiteX1672" fmla="*/ 68402 w 970672"/>
                    <a:gd name="connsiteY1672" fmla="*/ 798805 h 1161199"/>
                    <a:gd name="connsiteX1673" fmla="*/ 71979 w 970672"/>
                    <a:gd name="connsiteY1673" fmla="*/ 801213 h 1161199"/>
                    <a:gd name="connsiteX1674" fmla="*/ 72986 w 970672"/>
                    <a:gd name="connsiteY1674" fmla="*/ 799662 h 1161199"/>
                    <a:gd name="connsiteX1675" fmla="*/ 79295 w 970672"/>
                    <a:gd name="connsiteY1675" fmla="*/ 800692 h 1161199"/>
                    <a:gd name="connsiteX1676" fmla="*/ 79329 w 970672"/>
                    <a:gd name="connsiteY1676" fmla="*/ 800657 h 1161199"/>
                    <a:gd name="connsiteX1677" fmla="*/ 79364 w 970672"/>
                    <a:gd name="connsiteY1677" fmla="*/ 800657 h 1161199"/>
                    <a:gd name="connsiteX1678" fmla="*/ 80996 w 970672"/>
                    <a:gd name="connsiteY1678" fmla="*/ 798654 h 1161199"/>
                    <a:gd name="connsiteX1679" fmla="*/ 80522 w 970672"/>
                    <a:gd name="connsiteY1679" fmla="*/ 796085 h 1161199"/>
                    <a:gd name="connsiteX1680" fmla="*/ 80707 w 970672"/>
                    <a:gd name="connsiteY1680" fmla="*/ 795992 h 1161199"/>
                    <a:gd name="connsiteX1681" fmla="*/ 87375 w 970672"/>
                    <a:gd name="connsiteY1681" fmla="*/ 796698 h 1161199"/>
                    <a:gd name="connsiteX1682" fmla="*/ 88625 w 970672"/>
                    <a:gd name="connsiteY1682" fmla="*/ 793410 h 1161199"/>
                    <a:gd name="connsiteX1683" fmla="*/ 86784 w 970672"/>
                    <a:gd name="connsiteY1683" fmla="*/ 789799 h 1161199"/>
                    <a:gd name="connsiteX1684" fmla="*/ 89748 w 970672"/>
                    <a:gd name="connsiteY1684" fmla="*/ 786905 h 1161199"/>
                    <a:gd name="connsiteX1685" fmla="*/ 85743 w 970672"/>
                    <a:gd name="connsiteY1685" fmla="*/ 785586 h 1161199"/>
                    <a:gd name="connsiteX1686" fmla="*/ 85812 w 970672"/>
                    <a:gd name="connsiteY1686" fmla="*/ 785412 h 1161199"/>
                    <a:gd name="connsiteX1687" fmla="*/ 86727 w 970672"/>
                    <a:gd name="connsiteY1687" fmla="*/ 783907 h 1161199"/>
                    <a:gd name="connsiteX1688" fmla="*/ 86507 w 970672"/>
                    <a:gd name="connsiteY1688" fmla="*/ 783710 h 1161199"/>
                    <a:gd name="connsiteX1689" fmla="*/ 86738 w 970672"/>
                    <a:gd name="connsiteY1689" fmla="*/ 783154 h 1161199"/>
                    <a:gd name="connsiteX1690" fmla="*/ 84261 w 970672"/>
                    <a:gd name="connsiteY1690" fmla="*/ 781742 h 1161199"/>
                    <a:gd name="connsiteX1691" fmla="*/ 93012 w 970672"/>
                    <a:gd name="connsiteY1691" fmla="*/ 775734 h 1161199"/>
                    <a:gd name="connsiteX1692" fmla="*/ 90489 w 970672"/>
                    <a:gd name="connsiteY1692" fmla="*/ 774935 h 1161199"/>
                    <a:gd name="connsiteX1693" fmla="*/ 91206 w 970672"/>
                    <a:gd name="connsiteY1693" fmla="*/ 771602 h 1161199"/>
                    <a:gd name="connsiteX1694" fmla="*/ 86993 w 970672"/>
                    <a:gd name="connsiteY1694" fmla="*/ 769147 h 1161199"/>
                    <a:gd name="connsiteX1695" fmla="*/ 87977 w 970672"/>
                    <a:gd name="connsiteY1695" fmla="*/ 767642 h 1161199"/>
                    <a:gd name="connsiteX1696" fmla="*/ 89945 w 970672"/>
                    <a:gd name="connsiteY1696" fmla="*/ 764621 h 1161199"/>
                    <a:gd name="connsiteX1697" fmla="*/ 91693 w 970672"/>
                    <a:gd name="connsiteY1697" fmla="*/ 763950 h 1161199"/>
                    <a:gd name="connsiteX1698" fmla="*/ 93857 w 970672"/>
                    <a:gd name="connsiteY1698" fmla="*/ 763116 h 1161199"/>
                    <a:gd name="connsiteX1699" fmla="*/ 92700 w 970672"/>
                    <a:gd name="connsiteY1699" fmla="*/ 760292 h 1161199"/>
                    <a:gd name="connsiteX1700" fmla="*/ 97434 w 970672"/>
                    <a:gd name="connsiteY1700" fmla="*/ 759887 h 1161199"/>
                    <a:gd name="connsiteX1701" fmla="*/ 98928 w 970672"/>
                    <a:gd name="connsiteY1701" fmla="*/ 761982 h 1161199"/>
                    <a:gd name="connsiteX1702" fmla="*/ 100212 w 970672"/>
                    <a:gd name="connsiteY1702" fmla="*/ 763753 h 1161199"/>
                    <a:gd name="connsiteX1703" fmla="*/ 102099 w 970672"/>
                    <a:gd name="connsiteY1703" fmla="*/ 762237 h 1161199"/>
                    <a:gd name="connsiteX1704" fmla="*/ 111302 w 970672"/>
                    <a:gd name="connsiteY1704" fmla="*/ 764447 h 1161199"/>
                    <a:gd name="connsiteX1705" fmla="*/ 111476 w 970672"/>
                    <a:gd name="connsiteY1705" fmla="*/ 765085 h 1161199"/>
                    <a:gd name="connsiteX1706" fmla="*/ 112066 w 970672"/>
                    <a:gd name="connsiteY1706" fmla="*/ 767249 h 1161199"/>
                    <a:gd name="connsiteX1707" fmla="*/ 113548 w 970672"/>
                    <a:gd name="connsiteY1707" fmla="*/ 765085 h 1161199"/>
                    <a:gd name="connsiteX1708" fmla="*/ 115840 w 970672"/>
                    <a:gd name="connsiteY1708" fmla="*/ 766149 h 1161199"/>
                    <a:gd name="connsiteX1709" fmla="*/ 118549 w 970672"/>
                    <a:gd name="connsiteY1709" fmla="*/ 765362 h 1161199"/>
                    <a:gd name="connsiteX1710" fmla="*/ 118433 w 970672"/>
                    <a:gd name="connsiteY1710" fmla="*/ 765027 h 1161199"/>
                    <a:gd name="connsiteX1711" fmla="*/ 118166 w 970672"/>
                    <a:gd name="connsiteY1711" fmla="*/ 764170 h 1161199"/>
                    <a:gd name="connsiteX1712" fmla="*/ 121906 w 970672"/>
                    <a:gd name="connsiteY1712" fmla="*/ 766381 h 1161199"/>
                    <a:gd name="connsiteX1713" fmla="*/ 122693 w 970672"/>
                    <a:gd name="connsiteY1713" fmla="*/ 764344 h 1161199"/>
                    <a:gd name="connsiteX1714" fmla="*/ 124522 w 970672"/>
                    <a:gd name="connsiteY1714" fmla="*/ 766242 h 1161199"/>
                    <a:gd name="connsiteX1715" fmla="*/ 124325 w 970672"/>
                    <a:gd name="connsiteY1715" fmla="*/ 767642 h 1161199"/>
                    <a:gd name="connsiteX1716" fmla="*/ 124012 w 970672"/>
                    <a:gd name="connsiteY1716" fmla="*/ 769958 h 1161199"/>
                    <a:gd name="connsiteX1717" fmla="*/ 124198 w 970672"/>
                    <a:gd name="connsiteY1717" fmla="*/ 770039 h 1161199"/>
                    <a:gd name="connsiteX1718" fmla="*/ 124198 w 970672"/>
                    <a:gd name="connsiteY1718" fmla="*/ 770062 h 1161199"/>
                    <a:gd name="connsiteX1719" fmla="*/ 130043 w 970672"/>
                    <a:gd name="connsiteY1719" fmla="*/ 772366 h 1161199"/>
                    <a:gd name="connsiteX1720" fmla="*/ 129638 w 970672"/>
                    <a:gd name="connsiteY1720" fmla="*/ 772284 h 1161199"/>
                    <a:gd name="connsiteX1721" fmla="*/ 125772 w 970672"/>
                    <a:gd name="connsiteY1721" fmla="*/ 771127 h 1161199"/>
                    <a:gd name="connsiteX1722" fmla="*/ 125575 w 970672"/>
                    <a:gd name="connsiteY1722" fmla="*/ 771417 h 1161199"/>
                    <a:gd name="connsiteX1723" fmla="*/ 125459 w 970672"/>
                    <a:gd name="connsiteY1723" fmla="*/ 771381 h 1161199"/>
                    <a:gd name="connsiteX1724" fmla="*/ 121720 w 970672"/>
                    <a:gd name="connsiteY1724" fmla="*/ 776962 h 1161199"/>
                    <a:gd name="connsiteX1725" fmla="*/ 122658 w 970672"/>
                    <a:gd name="connsiteY1725" fmla="*/ 778397 h 1161199"/>
                    <a:gd name="connsiteX1726" fmla="*/ 123943 w 970672"/>
                    <a:gd name="connsiteY1726" fmla="*/ 777807 h 1161199"/>
                    <a:gd name="connsiteX1727" fmla="*/ 124035 w 970672"/>
                    <a:gd name="connsiteY1727" fmla="*/ 777853 h 1161199"/>
                    <a:gd name="connsiteX1728" fmla="*/ 122623 w 970672"/>
                    <a:gd name="connsiteY1728" fmla="*/ 778570 h 1161199"/>
                    <a:gd name="connsiteX1729" fmla="*/ 123457 w 970672"/>
                    <a:gd name="connsiteY1729" fmla="*/ 780005 h 1161199"/>
                    <a:gd name="connsiteX1730" fmla="*/ 127751 w 970672"/>
                    <a:gd name="connsiteY1730" fmla="*/ 779555 h 1161199"/>
                    <a:gd name="connsiteX1731" fmla="*/ 128180 w 970672"/>
                    <a:gd name="connsiteY1731" fmla="*/ 780121 h 1161199"/>
                    <a:gd name="connsiteX1732" fmla="*/ 130148 w 970672"/>
                    <a:gd name="connsiteY1732" fmla="*/ 782923 h 1161199"/>
                    <a:gd name="connsiteX1733" fmla="*/ 129604 w 970672"/>
                    <a:gd name="connsiteY1733" fmla="*/ 779056 h 1161199"/>
                    <a:gd name="connsiteX1734" fmla="*/ 132972 w 970672"/>
                    <a:gd name="connsiteY1734" fmla="*/ 780214 h 1161199"/>
                    <a:gd name="connsiteX1735" fmla="*/ 135368 w 970672"/>
                    <a:gd name="connsiteY1735" fmla="*/ 778674 h 1161199"/>
                    <a:gd name="connsiteX1736" fmla="*/ 139327 w 970672"/>
                    <a:gd name="connsiteY1736" fmla="*/ 777760 h 1161199"/>
                    <a:gd name="connsiteX1737" fmla="*/ 140682 w 970672"/>
                    <a:gd name="connsiteY1737" fmla="*/ 775746 h 1161199"/>
                    <a:gd name="connsiteX1738" fmla="*/ 142418 w 970672"/>
                    <a:gd name="connsiteY1738" fmla="*/ 776510 h 1161199"/>
                    <a:gd name="connsiteX1739" fmla="*/ 143020 w 970672"/>
                    <a:gd name="connsiteY1739" fmla="*/ 775399 h 1161199"/>
                    <a:gd name="connsiteX1740" fmla="*/ 144513 w 970672"/>
                    <a:gd name="connsiteY1740" fmla="*/ 775236 h 1161199"/>
                    <a:gd name="connsiteX1741" fmla="*/ 145081 w 970672"/>
                    <a:gd name="connsiteY1741" fmla="*/ 775433 h 1161199"/>
                    <a:gd name="connsiteX1742" fmla="*/ 145590 w 970672"/>
                    <a:gd name="connsiteY1742" fmla="*/ 773824 h 1161199"/>
                    <a:gd name="connsiteX1743" fmla="*/ 145717 w 970672"/>
                    <a:gd name="connsiteY1743" fmla="*/ 773523 h 1161199"/>
                    <a:gd name="connsiteX1744" fmla="*/ 148495 w 970672"/>
                    <a:gd name="connsiteY1744" fmla="*/ 774762 h 1161199"/>
                    <a:gd name="connsiteX1745" fmla="*/ 148218 w 970672"/>
                    <a:gd name="connsiteY1745" fmla="*/ 772076 h 1161199"/>
                    <a:gd name="connsiteX1746" fmla="*/ 149954 w 970672"/>
                    <a:gd name="connsiteY1746" fmla="*/ 770560 h 1161199"/>
                    <a:gd name="connsiteX1747" fmla="*/ 152454 w 970672"/>
                    <a:gd name="connsiteY1747" fmla="*/ 768360 h 1161199"/>
                    <a:gd name="connsiteX1748" fmla="*/ 151771 w 970672"/>
                    <a:gd name="connsiteY1748" fmla="*/ 767642 h 1161199"/>
                    <a:gd name="connsiteX1749" fmla="*/ 149954 w 970672"/>
                    <a:gd name="connsiteY1749" fmla="*/ 765756 h 1161199"/>
                    <a:gd name="connsiteX1750" fmla="*/ 149479 w 970672"/>
                    <a:gd name="connsiteY1750" fmla="*/ 765247 h 1161199"/>
                    <a:gd name="connsiteX1751" fmla="*/ 149954 w 970672"/>
                    <a:gd name="connsiteY1751" fmla="*/ 764483 h 1161199"/>
                    <a:gd name="connsiteX1752" fmla="*/ 152559 w 970672"/>
                    <a:gd name="connsiteY1752" fmla="*/ 760280 h 1161199"/>
                    <a:gd name="connsiteX1753" fmla="*/ 158277 w 970672"/>
                    <a:gd name="connsiteY1753" fmla="*/ 763116 h 1161199"/>
                    <a:gd name="connsiteX1754" fmla="*/ 158115 w 970672"/>
                    <a:gd name="connsiteY1754" fmla="*/ 766474 h 1161199"/>
                    <a:gd name="connsiteX1755" fmla="*/ 157999 w 970672"/>
                    <a:gd name="connsiteY1755" fmla="*/ 767377 h 1161199"/>
                    <a:gd name="connsiteX1756" fmla="*/ 158543 w 970672"/>
                    <a:gd name="connsiteY1756" fmla="*/ 767642 h 1161199"/>
                    <a:gd name="connsiteX1757" fmla="*/ 160673 w 970672"/>
                    <a:gd name="connsiteY1757" fmla="*/ 768696 h 1161199"/>
                    <a:gd name="connsiteX1758" fmla="*/ 161044 w 970672"/>
                    <a:gd name="connsiteY1758" fmla="*/ 768928 h 1161199"/>
                    <a:gd name="connsiteX1759" fmla="*/ 161136 w 970672"/>
                    <a:gd name="connsiteY1759" fmla="*/ 768928 h 1161199"/>
                    <a:gd name="connsiteX1760" fmla="*/ 163347 w 970672"/>
                    <a:gd name="connsiteY1760" fmla="*/ 770016 h 1161199"/>
                    <a:gd name="connsiteX1761" fmla="*/ 166044 w 970672"/>
                    <a:gd name="connsiteY1761" fmla="*/ 768499 h 1161199"/>
                    <a:gd name="connsiteX1762" fmla="*/ 167156 w 970672"/>
                    <a:gd name="connsiteY1762" fmla="*/ 770120 h 1161199"/>
                    <a:gd name="connsiteX1763" fmla="*/ 170501 w 970672"/>
                    <a:gd name="connsiteY1763" fmla="*/ 768140 h 1161199"/>
                    <a:gd name="connsiteX1764" fmla="*/ 170756 w 970672"/>
                    <a:gd name="connsiteY1764" fmla="*/ 768013 h 1161199"/>
                    <a:gd name="connsiteX1765" fmla="*/ 173684 w 970672"/>
                    <a:gd name="connsiteY1765" fmla="*/ 768603 h 1161199"/>
                    <a:gd name="connsiteX1766" fmla="*/ 173916 w 970672"/>
                    <a:gd name="connsiteY1766" fmla="*/ 768708 h 1161199"/>
                    <a:gd name="connsiteX1767" fmla="*/ 173951 w 970672"/>
                    <a:gd name="connsiteY1767" fmla="*/ 768650 h 1161199"/>
                    <a:gd name="connsiteX1768" fmla="*/ 186846 w 970672"/>
                    <a:gd name="connsiteY1768" fmla="*/ 771220 h 1161199"/>
                    <a:gd name="connsiteX1769" fmla="*/ 178141 w 970672"/>
                    <a:gd name="connsiteY1769" fmla="*/ 767642 h 1161199"/>
                    <a:gd name="connsiteX1770" fmla="*/ 177250 w 970672"/>
                    <a:gd name="connsiteY1770" fmla="*/ 767283 h 1161199"/>
                    <a:gd name="connsiteX1771" fmla="*/ 178674 w 970672"/>
                    <a:gd name="connsiteY1771" fmla="*/ 762630 h 1161199"/>
                    <a:gd name="connsiteX1772" fmla="*/ 177215 w 970672"/>
                    <a:gd name="connsiteY1772" fmla="*/ 761357 h 1161199"/>
                    <a:gd name="connsiteX1773" fmla="*/ 175548 w 970672"/>
                    <a:gd name="connsiteY1773" fmla="*/ 758637 h 1161199"/>
                    <a:gd name="connsiteX1774" fmla="*/ 176011 w 970672"/>
                    <a:gd name="connsiteY1774" fmla="*/ 757363 h 1161199"/>
                    <a:gd name="connsiteX1775" fmla="*/ 179229 w 970672"/>
                    <a:gd name="connsiteY1775" fmla="*/ 754168 h 1161199"/>
                    <a:gd name="connsiteX1776" fmla="*/ 179773 w 970672"/>
                    <a:gd name="connsiteY1776" fmla="*/ 753682 h 1161199"/>
                    <a:gd name="connsiteX1777" fmla="*/ 179160 w 970672"/>
                    <a:gd name="connsiteY1777" fmla="*/ 752559 h 1161199"/>
                    <a:gd name="connsiteX1778" fmla="*/ 179044 w 970672"/>
                    <a:gd name="connsiteY1778" fmla="*/ 752282 h 1161199"/>
                    <a:gd name="connsiteX1779" fmla="*/ 181845 w 970672"/>
                    <a:gd name="connsiteY1779" fmla="*/ 750823 h 1161199"/>
                    <a:gd name="connsiteX1780" fmla="*/ 183408 w 970672"/>
                    <a:gd name="connsiteY1780" fmla="*/ 750186 h 1161199"/>
                    <a:gd name="connsiteX1781" fmla="*/ 196304 w 970672"/>
                    <a:gd name="connsiteY1781" fmla="*/ 748045 h 1161199"/>
                    <a:gd name="connsiteX1782" fmla="*/ 199163 w 970672"/>
                    <a:gd name="connsiteY1782" fmla="*/ 743738 h 1161199"/>
                    <a:gd name="connsiteX1783" fmla="*/ 199267 w 970672"/>
                    <a:gd name="connsiteY1783" fmla="*/ 743681 h 1161199"/>
                    <a:gd name="connsiteX1784" fmla="*/ 201397 w 970672"/>
                    <a:gd name="connsiteY1784" fmla="*/ 743460 h 1161199"/>
                    <a:gd name="connsiteX1785" fmla="*/ 202451 w 970672"/>
                    <a:gd name="connsiteY1785" fmla="*/ 741852 h 1161199"/>
                    <a:gd name="connsiteX1786" fmla="*/ 203736 w 970672"/>
                    <a:gd name="connsiteY1786" fmla="*/ 741111 h 1161199"/>
                    <a:gd name="connsiteX1787" fmla="*/ 205449 w 970672"/>
                    <a:gd name="connsiteY1787" fmla="*/ 737326 h 1161199"/>
                    <a:gd name="connsiteX1788" fmla="*/ 208227 w 970672"/>
                    <a:gd name="connsiteY1788" fmla="*/ 737800 h 1161199"/>
                    <a:gd name="connsiteX1789" fmla="*/ 208088 w 970672"/>
                    <a:gd name="connsiteY1789" fmla="*/ 737198 h 1161199"/>
                    <a:gd name="connsiteX1790" fmla="*/ 210704 w 970672"/>
                    <a:gd name="connsiteY1790" fmla="*/ 729222 h 1161199"/>
                    <a:gd name="connsiteX1791" fmla="*/ 211086 w 970672"/>
                    <a:gd name="connsiteY1791" fmla="*/ 728435 h 1161199"/>
                    <a:gd name="connsiteX1792" fmla="*/ 215091 w 970672"/>
                    <a:gd name="connsiteY1792" fmla="*/ 725217 h 1161199"/>
                    <a:gd name="connsiteX1793" fmla="*/ 212267 w 970672"/>
                    <a:gd name="connsiteY1793" fmla="*/ 721987 h 1161199"/>
                    <a:gd name="connsiteX1794" fmla="*/ 217001 w 970672"/>
                    <a:gd name="connsiteY1794" fmla="*/ 719568 h 1161199"/>
                    <a:gd name="connsiteX1795" fmla="*/ 219108 w 970672"/>
                    <a:gd name="connsiteY1795" fmla="*/ 714058 h 1161199"/>
                    <a:gd name="connsiteX1796" fmla="*/ 226494 w 970672"/>
                    <a:gd name="connsiteY1796" fmla="*/ 720135 h 1161199"/>
                    <a:gd name="connsiteX1797" fmla="*/ 234446 w 970672"/>
                    <a:gd name="connsiteY1797" fmla="*/ 723538 h 1161199"/>
                    <a:gd name="connsiteX1798" fmla="*/ 233219 w 970672"/>
                    <a:gd name="connsiteY1798" fmla="*/ 724383 h 1161199"/>
                    <a:gd name="connsiteX1799" fmla="*/ 236738 w 970672"/>
                    <a:gd name="connsiteY1799" fmla="*/ 728412 h 1161199"/>
                    <a:gd name="connsiteX1800" fmla="*/ 236761 w 970672"/>
                    <a:gd name="connsiteY1800" fmla="*/ 728423 h 1161199"/>
                    <a:gd name="connsiteX1801" fmla="*/ 236657 w 970672"/>
                    <a:gd name="connsiteY1801" fmla="*/ 729801 h 1161199"/>
                    <a:gd name="connsiteX1802" fmla="*/ 236321 w 970672"/>
                    <a:gd name="connsiteY1802" fmla="*/ 734258 h 1161199"/>
                    <a:gd name="connsiteX1803" fmla="*/ 238278 w 970672"/>
                    <a:gd name="connsiteY1803" fmla="*/ 735277 h 1161199"/>
                    <a:gd name="connsiteX1804" fmla="*/ 239528 w 970672"/>
                    <a:gd name="connsiteY1804" fmla="*/ 735937 h 1161199"/>
                    <a:gd name="connsiteX1805" fmla="*/ 243556 w 970672"/>
                    <a:gd name="connsiteY1805" fmla="*/ 737083 h 1161199"/>
                    <a:gd name="connsiteX1806" fmla="*/ 246196 w 970672"/>
                    <a:gd name="connsiteY1806" fmla="*/ 736584 h 1161199"/>
                    <a:gd name="connsiteX1807" fmla="*/ 246288 w 970672"/>
                    <a:gd name="connsiteY1807" fmla="*/ 736052 h 1161199"/>
                    <a:gd name="connsiteX1808" fmla="*/ 243788 w 970672"/>
                    <a:gd name="connsiteY1808" fmla="*/ 736689 h 1161199"/>
                    <a:gd name="connsiteX1809" fmla="*/ 236680 w 970672"/>
                    <a:gd name="connsiteY1809" fmla="*/ 733992 h 1161199"/>
                    <a:gd name="connsiteX1810" fmla="*/ 239088 w 970672"/>
                    <a:gd name="connsiteY1810" fmla="*/ 728539 h 1161199"/>
                    <a:gd name="connsiteX1811" fmla="*/ 239007 w 970672"/>
                    <a:gd name="connsiteY1811" fmla="*/ 724198 h 1161199"/>
                    <a:gd name="connsiteX1812" fmla="*/ 234400 w 970672"/>
                    <a:gd name="connsiteY1812" fmla="*/ 722659 h 1161199"/>
                    <a:gd name="connsiteX1813" fmla="*/ 235777 w 970672"/>
                    <a:gd name="connsiteY1813" fmla="*/ 719117 h 1161199"/>
                    <a:gd name="connsiteX1814" fmla="*/ 233462 w 970672"/>
                    <a:gd name="connsiteY1814" fmla="*/ 713652 h 1161199"/>
                    <a:gd name="connsiteX1815" fmla="*/ 235870 w 970672"/>
                    <a:gd name="connsiteY1815" fmla="*/ 707726 h 1161199"/>
                    <a:gd name="connsiteX1816" fmla="*/ 240211 w 970672"/>
                    <a:gd name="connsiteY1816" fmla="*/ 708409 h 1161199"/>
                    <a:gd name="connsiteX1817" fmla="*/ 245605 w 970672"/>
                    <a:gd name="connsiteY1817" fmla="*/ 705503 h 1161199"/>
                    <a:gd name="connsiteX1818" fmla="*/ 250328 w 970672"/>
                    <a:gd name="connsiteY1818" fmla="*/ 705978 h 1161199"/>
                    <a:gd name="connsiteX1819" fmla="*/ 252458 w 970672"/>
                    <a:gd name="connsiteY1819" fmla="*/ 704948 h 1161199"/>
                    <a:gd name="connsiteX1820" fmla="*/ 251683 w 970672"/>
                    <a:gd name="connsiteY1820" fmla="*/ 704241 h 1161199"/>
                    <a:gd name="connsiteX1821" fmla="*/ 251498 w 970672"/>
                    <a:gd name="connsiteY1821" fmla="*/ 703512 h 1161199"/>
                    <a:gd name="connsiteX1822" fmla="*/ 251995 w 970672"/>
                    <a:gd name="connsiteY1822" fmla="*/ 703315 h 1161199"/>
                    <a:gd name="connsiteX1823" fmla="*/ 260237 w 970672"/>
                    <a:gd name="connsiteY1823" fmla="*/ 703721 h 1161199"/>
                    <a:gd name="connsiteX1824" fmla="*/ 265169 w 970672"/>
                    <a:gd name="connsiteY1824" fmla="*/ 702343 h 1161199"/>
                    <a:gd name="connsiteX1825" fmla="*/ 269498 w 970672"/>
                    <a:gd name="connsiteY1825" fmla="*/ 704276 h 1161199"/>
                    <a:gd name="connsiteX1826" fmla="*/ 271616 w 970672"/>
                    <a:gd name="connsiteY1826" fmla="*/ 704253 h 1161199"/>
                    <a:gd name="connsiteX1827" fmla="*/ 272010 w 970672"/>
                    <a:gd name="connsiteY1827" fmla="*/ 704392 h 1161199"/>
                    <a:gd name="connsiteX1828" fmla="*/ 272265 w 970672"/>
                    <a:gd name="connsiteY1828" fmla="*/ 704253 h 1161199"/>
                    <a:gd name="connsiteX1829" fmla="*/ 273318 w 970672"/>
                    <a:gd name="connsiteY1829" fmla="*/ 704253 h 1161199"/>
                    <a:gd name="connsiteX1830" fmla="*/ 274291 w 970672"/>
                    <a:gd name="connsiteY1830" fmla="*/ 703165 h 1161199"/>
                    <a:gd name="connsiteX1831" fmla="*/ 278215 w 970672"/>
                    <a:gd name="connsiteY1831" fmla="*/ 701070 h 1161199"/>
                    <a:gd name="connsiteX1832" fmla="*/ 280009 w 970672"/>
                    <a:gd name="connsiteY1832" fmla="*/ 700850 h 1161199"/>
                    <a:gd name="connsiteX1833" fmla="*/ 281398 w 970672"/>
                    <a:gd name="connsiteY1833" fmla="*/ 701278 h 1161199"/>
                    <a:gd name="connsiteX1834" fmla="*/ 286700 w 970672"/>
                    <a:gd name="connsiteY1834" fmla="*/ 707321 h 1161199"/>
                    <a:gd name="connsiteX1835" fmla="*/ 287429 w 970672"/>
                    <a:gd name="connsiteY1835" fmla="*/ 706395 h 1161199"/>
                    <a:gd name="connsiteX1836" fmla="*/ 289559 w 970672"/>
                    <a:gd name="connsiteY1836" fmla="*/ 706754 h 1161199"/>
                    <a:gd name="connsiteX1837" fmla="*/ 291886 w 970672"/>
                    <a:gd name="connsiteY1837" fmla="*/ 706615 h 1161199"/>
                    <a:gd name="connsiteX1838" fmla="*/ 293032 w 970672"/>
                    <a:gd name="connsiteY1838" fmla="*/ 706788 h 1161199"/>
                    <a:gd name="connsiteX1839" fmla="*/ 296470 w 970672"/>
                    <a:gd name="connsiteY1839" fmla="*/ 706800 h 1161199"/>
                    <a:gd name="connsiteX1840" fmla="*/ 302235 w 970672"/>
                    <a:gd name="connsiteY1840" fmla="*/ 703454 h 1161199"/>
                    <a:gd name="connsiteX1841" fmla="*/ 307872 w 970672"/>
                    <a:gd name="connsiteY1841" fmla="*/ 696150 h 1161199"/>
                    <a:gd name="connsiteX1842" fmla="*/ 314181 w 970672"/>
                    <a:gd name="connsiteY1842" fmla="*/ 692550 h 1161199"/>
                    <a:gd name="connsiteX1843" fmla="*/ 316276 w 970672"/>
                    <a:gd name="connsiteY1843" fmla="*/ 684574 h 1161199"/>
                    <a:gd name="connsiteX1844" fmla="*/ 316369 w 970672"/>
                    <a:gd name="connsiteY1844" fmla="*/ 687213 h 1161199"/>
                    <a:gd name="connsiteX1845" fmla="*/ 316484 w 970672"/>
                    <a:gd name="connsiteY1845" fmla="*/ 687283 h 1161199"/>
                    <a:gd name="connsiteX1846" fmla="*/ 316508 w 970672"/>
                    <a:gd name="connsiteY1846" fmla="*/ 687735 h 1161199"/>
                    <a:gd name="connsiteX1847" fmla="*/ 317573 w 970672"/>
                    <a:gd name="connsiteY1847" fmla="*/ 687920 h 1161199"/>
                    <a:gd name="connsiteX1848" fmla="*/ 318279 w 970672"/>
                    <a:gd name="connsiteY1848" fmla="*/ 688325 h 1161199"/>
                    <a:gd name="connsiteX1849" fmla="*/ 319008 w 970672"/>
                    <a:gd name="connsiteY1849" fmla="*/ 688163 h 1161199"/>
                    <a:gd name="connsiteX1850" fmla="*/ 320397 w 970672"/>
                    <a:gd name="connsiteY1850" fmla="*/ 688406 h 1161199"/>
                    <a:gd name="connsiteX1851" fmla="*/ 321427 w 970672"/>
                    <a:gd name="connsiteY1851" fmla="*/ 687642 h 1161199"/>
                    <a:gd name="connsiteX1852" fmla="*/ 323870 w 970672"/>
                    <a:gd name="connsiteY1852" fmla="*/ 687109 h 1161199"/>
                    <a:gd name="connsiteX1853" fmla="*/ 328547 w 970672"/>
                    <a:gd name="connsiteY1853" fmla="*/ 682375 h 1161199"/>
                    <a:gd name="connsiteX1854" fmla="*/ 331938 w 970672"/>
                    <a:gd name="connsiteY1854" fmla="*/ 679863 h 1161199"/>
                    <a:gd name="connsiteX1855" fmla="*/ 336719 w 970672"/>
                    <a:gd name="connsiteY1855" fmla="*/ 675267 h 1161199"/>
                    <a:gd name="connsiteX1856" fmla="*/ 338074 w 970672"/>
                    <a:gd name="connsiteY1856" fmla="*/ 674642 h 1161199"/>
                    <a:gd name="connsiteX1857" fmla="*/ 340412 w 970672"/>
                    <a:gd name="connsiteY1857" fmla="*/ 671737 h 1161199"/>
                    <a:gd name="connsiteX1858" fmla="*/ 346443 w 970672"/>
                    <a:gd name="connsiteY1858" fmla="*/ 665937 h 1161199"/>
                    <a:gd name="connsiteX1859" fmla="*/ 348538 w 970672"/>
                    <a:gd name="connsiteY1859" fmla="*/ 661943 h 1161199"/>
                    <a:gd name="connsiteX1860" fmla="*/ 349024 w 970672"/>
                    <a:gd name="connsiteY1860" fmla="*/ 661017 h 1161199"/>
                    <a:gd name="connsiteX1861" fmla="*/ 353388 w 970672"/>
                    <a:gd name="connsiteY1861" fmla="*/ 659733 h 1161199"/>
                    <a:gd name="connsiteX1862" fmla="*/ 355333 w 970672"/>
                    <a:gd name="connsiteY1862" fmla="*/ 660496 h 1161199"/>
                    <a:gd name="connsiteX1863" fmla="*/ 357035 w 970672"/>
                    <a:gd name="connsiteY1863" fmla="*/ 662441 h 1161199"/>
                    <a:gd name="connsiteX1864" fmla="*/ 357174 w 970672"/>
                    <a:gd name="connsiteY1864" fmla="*/ 664293 h 1161199"/>
                    <a:gd name="connsiteX1865" fmla="*/ 361364 w 970672"/>
                    <a:gd name="connsiteY1865" fmla="*/ 664166 h 1161199"/>
                    <a:gd name="connsiteX1866" fmla="*/ 361688 w 970672"/>
                    <a:gd name="connsiteY1866" fmla="*/ 664154 h 1161199"/>
                    <a:gd name="connsiteX1867" fmla="*/ 363865 w 970672"/>
                    <a:gd name="connsiteY1867" fmla="*/ 662383 h 1161199"/>
                    <a:gd name="connsiteX1868" fmla="*/ 368020 w 970672"/>
                    <a:gd name="connsiteY1868" fmla="*/ 662904 h 1161199"/>
                    <a:gd name="connsiteX1869" fmla="*/ 369444 w 970672"/>
                    <a:gd name="connsiteY1869" fmla="*/ 661943 h 1161199"/>
                    <a:gd name="connsiteX1870" fmla="*/ 374827 w 970672"/>
                    <a:gd name="connsiteY1870" fmla="*/ 658286 h 1161199"/>
                    <a:gd name="connsiteX1871" fmla="*/ 387942 w 970672"/>
                    <a:gd name="connsiteY1871" fmla="*/ 648423 h 1161199"/>
                    <a:gd name="connsiteX1872" fmla="*/ 388151 w 970672"/>
                    <a:gd name="connsiteY1872" fmla="*/ 648133 h 1161199"/>
                    <a:gd name="connsiteX1873" fmla="*/ 388672 w 970672"/>
                    <a:gd name="connsiteY1873" fmla="*/ 647751 h 1161199"/>
                    <a:gd name="connsiteX1874" fmla="*/ 389274 w 970672"/>
                    <a:gd name="connsiteY1874" fmla="*/ 646559 h 1161199"/>
                    <a:gd name="connsiteX1875" fmla="*/ 389818 w 970672"/>
                    <a:gd name="connsiteY1875" fmla="*/ 645783 h 1161199"/>
                    <a:gd name="connsiteX1876" fmla="*/ 392191 w 970672"/>
                    <a:gd name="connsiteY1876" fmla="*/ 647323 h 1161199"/>
                    <a:gd name="connsiteX1877" fmla="*/ 390327 w 970672"/>
                    <a:gd name="connsiteY1877" fmla="*/ 645448 h 1161199"/>
                    <a:gd name="connsiteX1878" fmla="*/ 394402 w 970672"/>
                    <a:gd name="connsiteY1878" fmla="*/ 643225 h 1161199"/>
                    <a:gd name="connsiteX1879" fmla="*/ 394506 w 970672"/>
                    <a:gd name="connsiteY1879" fmla="*/ 643202 h 1161199"/>
                    <a:gd name="connsiteX1880" fmla="*/ 399750 w 970672"/>
                    <a:gd name="connsiteY1880" fmla="*/ 642692 h 1161199"/>
                    <a:gd name="connsiteX1881" fmla="*/ 411303 w 970672"/>
                    <a:gd name="connsiteY1881" fmla="*/ 634833 h 1161199"/>
                    <a:gd name="connsiteX1882" fmla="*/ 418167 w 970672"/>
                    <a:gd name="connsiteY1882" fmla="*/ 625294 h 1161199"/>
                    <a:gd name="connsiteX1883" fmla="*/ 420586 w 970672"/>
                    <a:gd name="connsiteY1883" fmla="*/ 618939 h 1161199"/>
                    <a:gd name="connsiteX1884" fmla="*/ 424325 w 970672"/>
                    <a:gd name="connsiteY1884" fmla="*/ 616704 h 1161199"/>
                    <a:gd name="connsiteX1885" fmla="*/ 424684 w 970672"/>
                    <a:gd name="connsiteY1885" fmla="*/ 616589 h 1161199"/>
                    <a:gd name="connsiteX1886" fmla="*/ 424742 w 970672"/>
                    <a:gd name="connsiteY1886" fmla="*/ 616461 h 1161199"/>
                    <a:gd name="connsiteX1887" fmla="*/ 426073 w 970672"/>
                    <a:gd name="connsiteY1887" fmla="*/ 615663 h 1161199"/>
                    <a:gd name="connsiteX1888" fmla="*/ 428250 w 970672"/>
                    <a:gd name="connsiteY1888" fmla="*/ 610419 h 1161199"/>
                    <a:gd name="connsiteX1889" fmla="*/ 436538 w 970672"/>
                    <a:gd name="connsiteY1889" fmla="*/ 600916 h 1161199"/>
                    <a:gd name="connsiteX1890" fmla="*/ 438703 w 970672"/>
                    <a:gd name="connsiteY1890" fmla="*/ 595984 h 1161199"/>
                    <a:gd name="connsiteX1891" fmla="*/ 442361 w 970672"/>
                    <a:gd name="connsiteY1891" fmla="*/ 588587 h 1161199"/>
                    <a:gd name="connsiteX1892" fmla="*/ 443020 w 970672"/>
                    <a:gd name="connsiteY1892" fmla="*/ 586156 h 1161199"/>
                    <a:gd name="connsiteX1893" fmla="*/ 444143 w 970672"/>
                    <a:gd name="connsiteY1893" fmla="*/ 583586 h 1161199"/>
                    <a:gd name="connsiteX1894" fmla="*/ 448044 w 970672"/>
                    <a:gd name="connsiteY1894" fmla="*/ 570830 h 1161199"/>
                    <a:gd name="connsiteX1895" fmla="*/ 453751 w 970672"/>
                    <a:gd name="connsiteY1895" fmla="*/ 560319 h 1161199"/>
                    <a:gd name="connsiteX1896" fmla="*/ 455858 w 970672"/>
                    <a:gd name="connsiteY1896" fmla="*/ 556997 h 1161199"/>
                    <a:gd name="connsiteX1897" fmla="*/ 456009 w 970672"/>
                    <a:gd name="connsiteY1897" fmla="*/ 553906 h 1161199"/>
                    <a:gd name="connsiteX1898" fmla="*/ 456066 w 970672"/>
                    <a:gd name="connsiteY1898" fmla="*/ 553662 h 1161199"/>
                    <a:gd name="connsiteX1899" fmla="*/ 456020 w 970672"/>
                    <a:gd name="connsiteY1899" fmla="*/ 553547 h 1161199"/>
                    <a:gd name="connsiteX1900" fmla="*/ 456055 w 970672"/>
                    <a:gd name="connsiteY1900" fmla="*/ 552864 h 1161199"/>
                    <a:gd name="connsiteX1901" fmla="*/ 456587 w 970672"/>
                    <a:gd name="connsiteY1901" fmla="*/ 553651 h 1161199"/>
                    <a:gd name="connsiteX1902" fmla="*/ 457155 w 970672"/>
                    <a:gd name="connsiteY1902" fmla="*/ 556232 h 1161199"/>
                    <a:gd name="connsiteX1903" fmla="*/ 457212 w 970672"/>
                    <a:gd name="connsiteY1903" fmla="*/ 556464 h 1161199"/>
                    <a:gd name="connsiteX1904" fmla="*/ 457178 w 970672"/>
                    <a:gd name="connsiteY1904" fmla="*/ 556232 h 1161199"/>
                    <a:gd name="connsiteX1905" fmla="*/ 456784 w 970672"/>
                    <a:gd name="connsiteY1905" fmla="*/ 553639 h 1161199"/>
                    <a:gd name="connsiteX1906" fmla="*/ 457270 w 970672"/>
                    <a:gd name="connsiteY1906" fmla="*/ 549541 h 1161199"/>
                    <a:gd name="connsiteX1907" fmla="*/ 461519 w 970672"/>
                    <a:gd name="connsiteY1907" fmla="*/ 551648 h 1161199"/>
                    <a:gd name="connsiteX1908" fmla="*/ 464123 w 970672"/>
                    <a:gd name="connsiteY1908" fmla="*/ 554507 h 1161199"/>
                    <a:gd name="connsiteX1909" fmla="*/ 461704 w 970672"/>
                    <a:gd name="connsiteY1909" fmla="*/ 551683 h 1161199"/>
                    <a:gd name="connsiteX1910" fmla="*/ 457212 w 970672"/>
                    <a:gd name="connsiteY1910" fmla="*/ 549009 h 1161199"/>
                    <a:gd name="connsiteX1911" fmla="*/ 456124 w 970672"/>
                    <a:gd name="connsiteY1911" fmla="*/ 551405 h 1161199"/>
                    <a:gd name="connsiteX1912" fmla="*/ 456194 w 970672"/>
                    <a:gd name="connsiteY1912" fmla="*/ 549923 h 1161199"/>
                    <a:gd name="connsiteX1913" fmla="*/ 455708 w 970672"/>
                    <a:gd name="connsiteY1913" fmla="*/ 549194 h 1161199"/>
                    <a:gd name="connsiteX1914" fmla="*/ 455557 w 970672"/>
                    <a:gd name="connsiteY1914" fmla="*/ 547713 h 1161199"/>
                    <a:gd name="connsiteX1915" fmla="*/ 457236 w 970672"/>
                    <a:gd name="connsiteY1915" fmla="*/ 546821 h 1161199"/>
                    <a:gd name="connsiteX1916" fmla="*/ 458000 w 970672"/>
                    <a:gd name="connsiteY1916" fmla="*/ 545802 h 1161199"/>
                    <a:gd name="connsiteX1917" fmla="*/ 458926 w 970672"/>
                    <a:gd name="connsiteY1917" fmla="*/ 539343 h 1161199"/>
                    <a:gd name="connsiteX1918" fmla="*/ 460280 w 970672"/>
                    <a:gd name="connsiteY1918" fmla="*/ 537202 h 1161199"/>
                    <a:gd name="connsiteX1919" fmla="*/ 460037 w 970672"/>
                    <a:gd name="connsiteY1919" fmla="*/ 535326 h 1161199"/>
                    <a:gd name="connsiteX1920" fmla="*/ 460407 w 970672"/>
                    <a:gd name="connsiteY1920" fmla="*/ 529469 h 1161199"/>
                    <a:gd name="connsiteX1921" fmla="*/ 463116 w 970672"/>
                    <a:gd name="connsiteY1921" fmla="*/ 521562 h 1161199"/>
                    <a:gd name="connsiteX1922" fmla="*/ 467064 w 970672"/>
                    <a:gd name="connsiteY1922" fmla="*/ 512013 h 1161199"/>
                    <a:gd name="connsiteX1923" fmla="*/ 467411 w 970672"/>
                    <a:gd name="connsiteY1923" fmla="*/ 511179 h 1161199"/>
                    <a:gd name="connsiteX1924" fmla="*/ 471057 w 970672"/>
                    <a:gd name="connsiteY1924" fmla="*/ 508320 h 1161199"/>
                    <a:gd name="connsiteX1925" fmla="*/ 469842 w 970672"/>
                    <a:gd name="connsiteY1925" fmla="*/ 479461 h 1161199"/>
                    <a:gd name="connsiteX1926" fmla="*/ 472053 w 970672"/>
                    <a:gd name="connsiteY1926" fmla="*/ 477273 h 1161199"/>
                    <a:gd name="connsiteX1927" fmla="*/ 473789 w 970672"/>
                    <a:gd name="connsiteY1927" fmla="*/ 481823 h 1161199"/>
                    <a:gd name="connsiteX1928" fmla="*/ 475549 w 970672"/>
                    <a:gd name="connsiteY1928" fmla="*/ 482066 h 1161199"/>
                    <a:gd name="connsiteX1929" fmla="*/ 475792 w 970672"/>
                    <a:gd name="connsiteY1929" fmla="*/ 496964 h 1161199"/>
                    <a:gd name="connsiteX1930" fmla="*/ 475954 w 970672"/>
                    <a:gd name="connsiteY1930" fmla="*/ 483165 h 1161199"/>
                    <a:gd name="connsiteX1931" fmla="*/ 476602 w 970672"/>
                    <a:gd name="connsiteY1931" fmla="*/ 483212 h 1161199"/>
                    <a:gd name="connsiteX1932" fmla="*/ 476382 w 970672"/>
                    <a:gd name="connsiteY1932" fmla="*/ 481961 h 1161199"/>
                    <a:gd name="connsiteX1933" fmla="*/ 485272 w 970672"/>
                    <a:gd name="connsiteY1933" fmla="*/ 482401 h 1161199"/>
                    <a:gd name="connsiteX1934" fmla="*/ 489961 w 970672"/>
                    <a:gd name="connsiteY1934" fmla="*/ 478824 h 1161199"/>
                    <a:gd name="connsiteX1935" fmla="*/ 490887 w 970672"/>
                    <a:gd name="connsiteY1935" fmla="*/ 479890 h 1161199"/>
                    <a:gd name="connsiteX1936" fmla="*/ 488514 w 970672"/>
                    <a:gd name="connsiteY1936" fmla="*/ 480943 h 1161199"/>
                    <a:gd name="connsiteX1937" fmla="*/ 490493 w 970672"/>
                    <a:gd name="connsiteY1937" fmla="*/ 480445 h 1161199"/>
                    <a:gd name="connsiteX1938" fmla="*/ 490632 w 970672"/>
                    <a:gd name="connsiteY1938" fmla="*/ 480665 h 1161199"/>
                    <a:gd name="connsiteX1939" fmla="*/ 491246 w 970672"/>
                    <a:gd name="connsiteY1939" fmla="*/ 479832 h 1161199"/>
                    <a:gd name="connsiteX1940" fmla="*/ 491604 w 970672"/>
                    <a:gd name="connsiteY1940" fmla="*/ 477632 h 1161199"/>
                    <a:gd name="connsiteX1941" fmla="*/ 492611 w 970672"/>
                    <a:gd name="connsiteY1941" fmla="*/ 478628 h 1161199"/>
                    <a:gd name="connsiteX1942" fmla="*/ 491987 w 970672"/>
                    <a:gd name="connsiteY1942" fmla="*/ 477366 h 1161199"/>
                    <a:gd name="connsiteX1943" fmla="*/ 496003 w 970672"/>
                    <a:gd name="connsiteY1943" fmla="*/ 476822 h 1161199"/>
                    <a:gd name="connsiteX1944" fmla="*/ 496362 w 970672"/>
                    <a:gd name="connsiteY1944" fmla="*/ 476764 h 1161199"/>
                    <a:gd name="connsiteX1945" fmla="*/ 496559 w 970672"/>
                    <a:gd name="connsiteY1945" fmla="*/ 476660 h 1161199"/>
                    <a:gd name="connsiteX1946" fmla="*/ 503076 w 970672"/>
                    <a:gd name="connsiteY1946" fmla="*/ 472041 h 1161199"/>
                    <a:gd name="connsiteX1947" fmla="*/ 503134 w 970672"/>
                    <a:gd name="connsiteY1947" fmla="*/ 469541 h 1161199"/>
                    <a:gd name="connsiteX1948" fmla="*/ 506491 w 970672"/>
                    <a:gd name="connsiteY1948" fmla="*/ 466323 h 1161199"/>
                    <a:gd name="connsiteX1949" fmla="*/ 508019 w 970672"/>
                    <a:gd name="connsiteY1949" fmla="*/ 465327 h 1161199"/>
                    <a:gd name="connsiteX1950" fmla="*/ 511735 w 970672"/>
                    <a:gd name="connsiteY1950" fmla="*/ 464621 h 1161199"/>
                    <a:gd name="connsiteX1951" fmla="*/ 511816 w 970672"/>
                    <a:gd name="connsiteY1951" fmla="*/ 464598 h 1161199"/>
                    <a:gd name="connsiteX1952" fmla="*/ 512001 w 970672"/>
                    <a:gd name="connsiteY1952" fmla="*/ 464864 h 1161199"/>
                    <a:gd name="connsiteX1953" fmla="*/ 514062 w 970672"/>
                    <a:gd name="connsiteY1953" fmla="*/ 467770 h 1161199"/>
                    <a:gd name="connsiteX1954" fmla="*/ 514895 w 970672"/>
                    <a:gd name="connsiteY1954" fmla="*/ 467480 h 1161199"/>
                    <a:gd name="connsiteX1955" fmla="*/ 516921 w 970672"/>
                    <a:gd name="connsiteY1955" fmla="*/ 466797 h 1161199"/>
                    <a:gd name="connsiteX1956" fmla="*/ 517465 w 970672"/>
                    <a:gd name="connsiteY1956" fmla="*/ 463104 h 1161199"/>
                    <a:gd name="connsiteX1957" fmla="*/ 517326 w 970672"/>
                    <a:gd name="connsiteY1957" fmla="*/ 461611 h 1161199"/>
                    <a:gd name="connsiteX1958" fmla="*/ 517106 w 970672"/>
                    <a:gd name="connsiteY1958" fmla="*/ 461657 h 1161199"/>
                    <a:gd name="connsiteX1959" fmla="*/ 516805 w 970672"/>
                    <a:gd name="connsiteY1959" fmla="*/ 461739 h 1161199"/>
                    <a:gd name="connsiteX1960" fmla="*/ 516550 w 970672"/>
                    <a:gd name="connsiteY1960" fmla="*/ 465825 h 1161199"/>
                    <a:gd name="connsiteX1961" fmla="*/ 515520 w 970672"/>
                    <a:gd name="connsiteY1961" fmla="*/ 467029 h 1161199"/>
                    <a:gd name="connsiteX1962" fmla="*/ 512534 w 970672"/>
                    <a:gd name="connsiteY1962" fmla="*/ 463023 h 1161199"/>
                    <a:gd name="connsiteX1963" fmla="*/ 505183 w 970672"/>
                    <a:gd name="connsiteY1963" fmla="*/ 462827 h 1161199"/>
                    <a:gd name="connsiteX1964" fmla="*/ 501236 w 970672"/>
                    <a:gd name="connsiteY1964" fmla="*/ 465836 h 1161199"/>
                    <a:gd name="connsiteX1965" fmla="*/ 499407 w 970672"/>
                    <a:gd name="connsiteY1965" fmla="*/ 466253 h 1161199"/>
                    <a:gd name="connsiteX1966" fmla="*/ 495320 w 970672"/>
                    <a:gd name="connsiteY1966" fmla="*/ 467202 h 1161199"/>
                    <a:gd name="connsiteX1967" fmla="*/ 468985 w 970672"/>
                    <a:gd name="connsiteY1967" fmla="*/ 473268 h 1161199"/>
                    <a:gd name="connsiteX1968" fmla="*/ 467064 w 970672"/>
                    <a:gd name="connsiteY1968" fmla="*/ 472550 h 1161199"/>
                    <a:gd name="connsiteX1969" fmla="*/ 465536 w 970672"/>
                    <a:gd name="connsiteY1969" fmla="*/ 471983 h 1161199"/>
                    <a:gd name="connsiteX1970" fmla="*/ 461773 w 970672"/>
                    <a:gd name="connsiteY1970" fmla="*/ 462595 h 1161199"/>
                    <a:gd name="connsiteX1971" fmla="*/ 456298 w 970672"/>
                    <a:gd name="connsiteY1971" fmla="*/ 450533 h 1161199"/>
                    <a:gd name="connsiteX1972" fmla="*/ 452061 w 970672"/>
                    <a:gd name="connsiteY1972" fmla="*/ 441191 h 1161199"/>
                    <a:gd name="connsiteX1973" fmla="*/ 446447 w 970672"/>
                    <a:gd name="connsiteY1973" fmla="*/ 433667 h 1161199"/>
                    <a:gd name="connsiteX1974" fmla="*/ 454515 w 970672"/>
                    <a:gd name="connsiteY1974" fmla="*/ 438737 h 1161199"/>
                    <a:gd name="connsiteX1975" fmla="*/ 459180 w 970672"/>
                    <a:gd name="connsiteY1975" fmla="*/ 438077 h 1161199"/>
                    <a:gd name="connsiteX1976" fmla="*/ 459146 w 970672"/>
                    <a:gd name="connsiteY1976" fmla="*/ 436665 h 1161199"/>
                    <a:gd name="connsiteX1977" fmla="*/ 461252 w 970672"/>
                    <a:gd name="connsiteY1977" fmla="*/ 437823 h 1161199"/>
                    <a:gd name="connsiteX1978" fmla="*/ 462479 w 970672"/>
                    <a:gd name="connsiteY1978" fmla="*/ 437163 h 1161199"/>
                    <a:gd name="connsiteX1979" fmla="*/ 465408 w 970672"/>
                    <a:gd name="connsiteY1979" fmla="*/ 437255 h 1161199"/>
                    <a:gd name="connsiteX1980" fmla="*/ 464968 w 970672"/>
                    <a:gd name="connsiteY1980" fmla="*/ 433748 h 1161199"/>
                    <a:gd name="connsiteX1981" fmla="*/ 464563 w 970672"/>
                    <a:gd name="connsiteY1981" fmla="*/ 436827 h 1161199"/>
                    <a:gd name="connsiteX1982" fmla="*/ 462792 w 970672"/>
                    <a:gd name="connsiteY1982" fmla="*/ 436434 h 1161199"/>
                    <a:gd name="connsiteX1983" fmla="*/ 461090 w 970672"/>
                    <a:gd name="connsiteY1983" fmla="*/ 437383 h 1161199"/>
                    <a:gd name="connsiteX1984" fmla="*/ 460419 w 970672"/>
                    <a:gd name="connsiteY1984" fmla="*/ 436850 h 1161199"/>
                    <a:gd name="connsiteX1985" fmla="*/ 456749 w 970672"/>
                    <a:gd name="connsiteY1985" fmla="*/ 433968 h 1161199"/>
                    <a:gd name="connsiteX1986" fmla="*/ 450035 w 970672"/>
                    <a:gd name="connsiteY1986" fmla="*/ 435346 h 1161199"/>
                    <a:gd name="connsiteX1987" fmla="*/ 445857 w 970672"/>
                    <a:gd name="connsiteY1987" fmla="*/ 431433 h 1161199"/>
                    <a:gd name="connsiteX1988" fmla="*/ 450406 w 970672"/>
                    <a:gd name="connsiteY1988" fmla="*/ 414532 h 1161199"/>
                    <a:gd name="connsiteX1989" fmla="*/ 454654 w 970672"/>
                    <a:gd name="connsiteY1989" fmla="*/ 405503 h 1161199"/>
                    <a:gd name="connsiteX1990" fmla="*/ 458845 w 970672"/>
                    <a:gd name="connsiteY1990" fmla="*/ 398036 h 1161199"/>
                    <a:gd name="connsiteX1991" fmla="*/ 461114 w 970672"/>
                    <a:gd name="connsiteY1991" fmla="*/ 396288 h 1161199"/>
                    <a:gd name="connsiteX1992" fmla="*/ 462954 w 970672"/>
                    <a:gd name="connsiteY1992" fmla="*/ 395420 h 1161199"/>
                    <a:gd name="connsiteX1993" fmla="*/ 465894 w 970672"/>
                    <a:gd name="connsiteY1993" fmla="*/ 392573 h 1161199"/>
                    <a:gd name="connsiteX1994" fmla="*/ 467064 w 970672"/>
                    <a:gd name="connsiteY1994" fmla="*/ 391658 h 1161199"/>
                    <a:gd name="connsiteX1995" fmla="*/ 472562 w 970672"/>
                    <a:gd name="connsiteY1995" fmla="*/ 387398 h 1161199"/>
                    <a:gd name="connsiteX1996" fmla="*/ 472446 w 970672"/>
                    <a:gd name="connsiteY1996" fmla="*/ 375047 h 1161199"/>
                    <a:gd name="connsiteX1997" fmla="*/ 475757 w 970672"/>
                    <a:gd name="connsiteY1997" fmla="*/ 370949 h 1161199"/>
                    <a:gd name="connsiteX1998" fmla="*/ 472852 w 970672"/>
                    <a:gd name="connsiteY1998" fmla="*/ 376262 h 1161199"/>
                    <a:gd name="connsiteX1999" fmla="*/ 475005 w 970672"/>
                    <a:gd name="connsiteY1999" fmla="*/ 377790 h 1161199"/>
                    <a:gd name="connsiteX2000" fmla="*/ 481950 w 970672"/>
                    <a:gd name="connsiteY2000" fmla="*/ 375116 h 1161199"/>
                    <a:gd name="connsiteX2001" fmla="*/ 479947 w 970672"/>
                    <a:gd name="connsiteY2001" fmla="*/ 371921 h 1161199"/>
                    <a:gd name="connsiteX2002" fmla="*/ 484728 w 970672"/>
                    <a:gd name="connsiteY2002" fmla="*/ 371597 h 1161199"/>
                    <a:gd name="connsiteX2003" fmla="*/ 487796 w 970672"/>
                    <a:gd name="connsiteY2003" fmla="*/ 368240 h 1161199"/>
                    <a:gd name="connsiteX2004" fmla="*/ 489393 w 970672"/>
                    <a:gd name="connsiteY2004" fmla="*/ 372674 h 1161199"/>
                    <a:gd name="connsiteX2005" fmla="*/ 490389 w 970672"/>
                    <a:gd name="connsiteY2005" fmla="*/ 368657 h 1161199"/>
                    <a:gd name="connsiteX2006" fmla="*/ 493769 w 970672"/>
                    <a:gd name="connsiteY2006" fmla="*/ 366712 h 1161199"/>
                    <a:gd name="connsiteX2007" fmla="*/ 497578 w 970672"/>
                    <a:gd name="connsiteY2007" fmla="*/ 359500 h 1161199"/>
                    <a:gd name="connsiteX2008" fmla="*/ 504315 w 970672"/>
                    <a:gd name="connsiteY2008" fmla="*/ 357567 h 1161199"/>
                    <a:gd name="connsiteX2009" fmla="*/ 508621 w 970672"/>
                    <a:gd name="connsiteY2009" fmla="*/ 353307 h 1161199"/>
                    <a:gd name="connsiteX2010" fmla="*/ 512105 w 970672"/>
                    <a:gd name="connsiteY2010" fmla="*/ 351050 h 1161199"/>
                    <a:gd name="connsiteX2011" fmla="*/ 516215 w 970672"/>
                    <a:gd name="connsiteY2011" fmla="*/ 353180 h 1161199"/>
                    <a:gd name="connsiteX2012" fmla="*/ 517199 w 970672"/>
                    <a:gd name="connsiteY2012" fmla="*/ 352740 h 1161199"/>
                    <a:gd name="connsiteX2013" fmla="*/ 516967 w 970672"/>
                    <a:gd name="connsiteY2013" fmla="*/ 352277 h 1161199"/>
                    <a:gd name="connsiteX2014" fmla="*/ 516574 w 970672"/>
                    <a:gd name="connsiteY2014" fmla="*/ 352323 h 1161199"/>
                    <a:gd name="connsiteX2015" fmla="*/ 514351 w 970672"/>
                    <a:gd name="connsiteY2015" fmla="*/ 349360 h 1161199"/>
                    <a:gd name="connsiteX2016" fmla="*/ 515729 w 970672"/>
                    <a:gd name="connsiteY2016" fmla="*/ 351744 h 1161199"/>
                    <a:gd name="connsiteX2017" fmla="*/ 511920 w 970672"/>
                    <a:gd name="connsiteY2017" fmla="*/ 349927 h 1161199"/>
                    <a:gd name="connsiteX2018" fmla="*/ 506051 w 970672"/>
                    <a:gd name="connsiteY2018" fmla="*/ 351548 h 1161199"/>
                    <a:gd name="connsiteX2019" fmla="*/ 502289 w 970672"/>
                    <a:gd name="connsiteY2019" fmla="*/ 355275 h 1161199"/>
                    <a:gd name="connsiteX2020" fmla="*/ 497612 w 970672"/>
                    <a:gd name="connsiteY2020" fmla="*/ 356896 h 1161199"/>
                    <a:gd name="connsiteX2021" fmla="*/ 495529 w 970672"/>
                    <a:gd name="connsiteY2021" fmla="*/ 357753 h 1161199"/>
                    <a:gd name="connsiteX2022" fmla="*/ 495181 w 970672"/>
                    <a:gd name="connsiteY2022" fmla="*/ 356375 h 1161199"/>
                    <a:gd name="connsiteX2023" fmla="*/ 491755 w 970672"/>
                    <a:gd name="connsiteY2023" fmla="*/ 359373 h 1161199"/>
                    <a:gd name="connsiteX2024" fmla="*/ 485573 w 970672"/>
                    <a:gd name="connsiteY2024" fmla="*/ 359130 h 1161199"/>
                    <a:gd name="connsiteX2025" fmla="*/ 481093 w 970672"/>
                    <a:gd name="connsiteY2025" fmla="*/ 367430 h 1161199"/>
                    <a:gd name="connsiteX2026" fmla="*/ 474194 w 970672"/>
                    <a:gd name="connsiteY2026" fmla="*/ 368877 h 1161199"/>
                    <a:gd name="connsiteX2027" fmla="*/ 474854 w 970672"/>
                    <a:gd name="connsiteY2027" fmla="*/ 370301 h 1161199"/>
                    <a:gd name="connsiteX2028" fmla="*/ 472493 w 970672"/>
                    <a:gd name="connsiteY2028" fmla="*/ 369456 h 1161199"/>
                    <a:gd name="connsiteX2029" fmla="*/ 474009 w 970672"/>
                    <a:gd name="connsiteY2029" fmla="*/ 368472 h 1161199"/>
                    <a:gd name="connsiteX2030" fmla="*/ 472099 w 970672"/>
                    <a:gd name="connsiteY2030" fmla="*/ 367881 h 1161199"/>
                    <a:gd name="connsiteX2031" fmla="*/ 467064 w 970672"/>
                    <a:gd name="connsiteY2031" fmla="*/ 356896 h 1161199"/>
                    <a:gd name="connsiteX2032" fmla="*/ 463741 w 970672"/>
                    <a:gd name="connsiteY2032" fmla="*/ 349638 h 1161199"/>
                    <a:gd name="connsiteX2033" fmla="*/ 460488 w 970672"/>
                    <a:gd name="connsiteY2033" fmla="*/ 344834 h 1161199"/>
                    <a:gd name="connsiteX2034" fmla="*/ 443507 w 970672"/>
                    <a:gd name="connsiteY2034" fmla="*/ 319737 h 1161199"/>
                    <a:gd name="connsiteX2035" fmla="*/ 440833 w 970672"/>
                    <a:gd name="connsiteY2035" fmla="*/ 312387 h 1161199"/>
                    <a:gd name="connsiteX2036" fmla="*/ 442801 w 970672"/>
                    <a:gd name="connsiteY2036" fmla="*/ 309099 h 1161199"/>
                    <a:gd name="connsiteX2037" fmla="*/ 448681 w 970672"/>
                    <a:gd name="connsiteY2037" fmla="*/ 304967 h 1161199"/>
                    <a:gd name="connsiteX2038" fmla="*/ 445440 w 970672"/>
                    <a:gd name="connsiteY2038" fmla="*/ 309678 h 1161199"/>
                    <a:gd name="connsiteX2039" fmla="*/ 447767 w 970672"/>
                    <a:gd name="connsiteY2039" fmla="*/ 309018 h 1161199"/>
                    <a:gd name="connsiteX2040" fmla="*/ 447778 w 970672"/>
                    <a:gd name="connsiteY2040" fmla="*/ 307143 h 1161199"/>
                    <a:gd name="connsiteX2041" fmla="*/ 452652 w 970672"/>
                    <a:gd name="connsiteY2041" fmla="*/ 305499 h 1161199"/>
                    <a:gd name="connsiteX2042" fmla="*/ 453115 w 970672"/>
                    <a:gd name="connsiteY2042" fmla="*/ 302732 h 1161199"/>
                    <a:gd name="connsiteX2043" fmla="*/ 456911 w 970672"/>
                    <a:gd name="connsiteY2043" fmla="*/ 305128 h 1161199"/>
                    <a:gd name="connsiteX2044" fmla="*/ 453832 w 970672"/>
                    <a:gd name="connsiteY2044" fmla="*/ 301933 h 1161199"/>
                    <a:gd name="connsiteX2045" fmla="*/ 449433 w 970672"/>
                    <a:gd name="connsiteY2045" fmla="*/ 304434 h 1161199"/>
                    <a:gd name="connsiteX2046" fmla="*/ 450626 w 970672"/>
                    <a:gd name="connsiteY2046" fmla="*/ 300301 h 1161199"/>
                    <a:gd name="connsiteX2047" fmla="*/ 453277 w 970672"/>
                    <a:gd name="connsiteY2047" fmla="*/ 292291 h 1161199"/>
                    <a:gd name="connsiteX2048" fmla="*/ 443611 w 970672"/>
                    <a:gd name="connsiteY2048" fmla="*/ 269093 h 1161199"/>
                    <a:gd name="connsiteX2049" fmla="*/ 443877 w 970672"/>
                    <a:gd name="connsiteY2049" fmla="*/ 263664 h 1161199"/>
                    <a:gd name="connsiteX2050" fmla="*/ 449190 w 970672"/>
                    <a:gd name="connsiteY2050" fmla="*/ 261094 h 1161199"/>
                    <a:gd name="connsiteX2051" fmla="*/ 447975 w 970672"/>
                    <a:gd name="connsiteY2051" fmla="*/ 263189 h 1161199"/>
                    <a:gd name="connsiteX2052" fmla="*/ 452779 w 970672"/>
                    <a:gd name="connsiteY2052" fmla="*/ 264381 h 1161199"/>
                    <a:gd name="connsiteX2053" fmla="*/ 465593 w 970672"/>
                    <a:gd name="connsiteY2053" fmla="*/ 260943 h 1161199"/>
                    <a:gd name="connsiteX2054" fmla="*/ 467006 w 970672"/>
                    <a:gd name="connsiteY2054" fmla="*/ 263027 h 1161199"/>
                    <a:gd name="connsiteX2055" fmla="*/ 467064 w 970672"/>
                    <a:gd name="connsiteY2055" fmla="*/ 262958 h 1161199"/>
                    <a:gd name="connsiteX2056" fmla="*/ 470386 w 970672"/>
                    <a:gd name="connsiteY2056" fmla="*/ 258674 h 1161199"/>
                    <a:gd name="connsiteX2057" fmla="*/ 468059 w 970672"/>
                    <a:gd name="connsiteY2057" fmla="*/ 261001 h 1161199"/>
                    <a:gd name="connsiteX2058" fmla="*/ 467064 w 970672"/>
                    <a:gd name="connsiteY2058" fmla="*/ 260619 h 1161199"/>
                    <a:gd name="connsiteX2059" fmla="*/ 465779 w 970672"/>
                    <a:gd name="connsiteY2059" fmla="*/ 260121 h 1161199"/>
                    <a:gd name="connsiteX2060" fmla="*/ 467064 w 970672"/>
                    <a:gd name="connsiteY2060" fmla="*/ 258767 h 1161199"/>
                    <a:gd name="connsiteX2061" fmla="*/ 470120 w 970672"/>
                    <a:gd name="connsiteY2061" fmla="*/ 255537 h 1161199"/>
                    <a:gd name="connsiteX2062" fmla="*/ 469506 w 970672"/>
                    <a:gd name="connsiteY2062" fmla="*/ 254252 h 1161199"/>
                    <a:gd name="connsiteX2063" fmla="*/ 471705 w 970672"/>
                    <a:gd name="connsiteY2063" fmla="*/ 252956 h 1161199"/>
                    <a:gd name="connsiteX2064" fmla="*/ 472354 w 970672"/>
                    <a:gd name="connsiteY2064" fmla="*/ 254090 h 1161199"/>
                    <a:gd name="connsiteX2065" fmla="*/ 477088 w 970672"/>
                    <a:gd name="connsiteY2065" fmla="*/ 248638 h 1161199"/>
                    <a:gd name="connsiteX2066" fmla="*/ 481244 w 970672"/>
                    <a:gd name="connsiteY2066" fmla="*/ 246867 h 1161199"/>
                    <a:gd name="connsiteX2067" fmla="*/ 483930 w 970672"/>
                    <a:gd name="connsiteY2067" fmla="*/ 240570 h 1161199"/>
                    <a:gd name="connsiteX2068" fmla="*/ 480769 w 970672"/>
                    <a:gd name="connsiteY2068" fmla="*/ 245872 h 1161199"/>
                    <a:gd name="connsiteX2069" fmla="*/ 478003 w 970672"/>
                    <a:gd name="connsiteY2069" fmla="*/ 246300 h 1161199"/>
                    <a:gd name="connsiteX2070" fmla="*/ 475329 w 970672"/>
                    <a:gd name="connsiteY2070" fmla="*/ 249460 h 1161199"/>
                    <a:gd name="connsiteX2071" fmla="*/ 470941 w 970672"/>
                    <a:gd name="connsiteY2071" fmla="*/ 248823 h 1161199"/>
                    <a:gd name="connsiteX2072" fmla="*/ 471983 w 970672"/>
                    <a:gd name="connsiteY2072" fmla="*/ 248071 h 1161199"/>
                    <a:gd name="connsiteX2073" fmla="*/ 467098 w 970672"/>
                    <a:gd name="connsiteY2073" fmla="*/ 250259 h 1161199"/>
                    <a:gd name="connsiteX2074" fmla="*/ 467064 w 970672"/>
                    <a:gd name="connsiteY2074" fmla="*/ 250293 h 1161199"/>
                    <a:gd name="connsiteX2075" fmla="*/ 460095 w 970672"/>
                    <a:gd name="connsiteY2075" fmla="*/ 256625 h 1161199"/>
                    <a:gd name="connsiteX2076" fmla="*/ 456819 w 970672"/>
                    <a:gd name="connsiteY2076" fmla="*/ 254646 h 1161199"/>
                    <a:gd name="connsiteX2077" fmla="*/ 458069 w 970672"/>
                    <a:gd name="connsiteY2077" fmla="*/ 250641 h 1161199"/>
                    <a:gd name="connsiteX2078" fmla="*/ 453994 w 970672"/>
                    <a:gd name="connsiteY2078" fmla="*/ 248441 h 1161199"/>
                    <a:gd name="connsiteX2079" fmla="*/ 451181 w 970672"/>
                    <a:gd name="connsiteY2079" fmla="*/ 248823 h 1161199"/>
                    <a:gd name="connsiteX2080" fmla="*/ 451714 w 970672"/>
                    <a:gd name="connsiteY2080" fmla="*/ 247168 h 1161199"/>
                    <a:gd name="connsiteX2081" fmla="*/ 452351 w 970672"/>
                    <a:gd name="connsiteY2081" fmla="*/ 244679 h 1161199"/>
                    <a:gd name="connsiteX2082" fmla="*/ 451552 w 970672"/>
                    <a:gd name="connsiteY2082" fmla="*/ 247087 h 1161199"/>
                    <a:gd name="connsiteX2083" fmla="*/ 448808 w 970672"/>
                    <a:gd name="connsiteY2083" fmla="*/ 253384 h 1161199"/>
                    <a:gd name="connsiteX2084" fmla="*/ 442963 w 970672"/>
                    <a:gd name="connsiteY2084" fmla="*/ 255549 h 1161199"/>
                    <a:gd name="connsiteX2085" fmla="*/ 442639 w 970672"/>
                    <a:gd name="connsiteY2085" fmla="*/ 257656 h 1161199"/>
                    <a:gd name="connsiteX2086" fmla="*/ 436272 w 970672"/>
                    <a:gd name="connsiteY2086" fmla="*/ 257783 h 1161199"/>
                    <a:gd name="connsiteX2087" fmla="*/ 427416 w 970672"/>
                    <a:gd name="connsiteY2087" fmla="*/ 252389 h 1161199"/>
                    <a:gd name="connsiteX2088" fmla="*/ 425518 w 970672"/>
                    <a:gd name="connsiteY2088" fmla="*/ 252805 h 1161199"/>
                    <a:gd name="connsiteX2089" fmla="*/ 417357 w 970672"/>
                    <a:gd name="connsiteY2089" fmla="*/ 249275 h 1161199"/>
                    <a:gd name="connsiteX2090" fmla="*/ 415250 w 970672"/>
                    <a:gd name="connsiteY2090" fmla="*/ 249448 h 1161199"/>
                    <a:gd name="connsiteX2091" fmla="*/ 414208 w 970672"/>
                    <a:gd name="connsiteY2091" fmla="*/ 251740 h 1161199"/>
                    <a:gd name="connsiteX2092" fmla="*/ 406232 w 970672"/>
                    <a:gd name="connsiteY2092" fmla="*/ 252817 h 1161199"/>
                    <a:gd name="connsiteX2093" fmla="*/ 405642 w 970672"/>
                    <a:gd name="connsiteY2093" fmla="*/ 253442 h 1161199"/>
                    <a:gd name="connsiteX2094" fmla="*/ 403801 w 970672"/>
                    <a:gd name="connsiteY2094" fmla="*/ 253813 h 1161199"/>
                    <a:gd name="connsiteX2095" fmla="*/ 400085 w 970672"/>
                    <a:gd name="connsiteY2095" fmla="*/ 252852 h 1161199"/>
                    <a:gd name="connsiteX2096" fmla="*/ 395420 w 970672"/>
                    <a:gd name="connsiteY2096" fmla="*/ 250641 h 1161199"/>
                    <a:gd name="connsiteX2097" fmla="*/ 400074 w 970672"/>
                    <a:gd name="connsiteY2097" fmla="*/ 253292 h 1161199"/>
                    <a:gd name="connsiteX2098" fmla="*/ 403014 w 970672"/>
                    <a:gd name="connsiteY2098" fmla="*/ 253789 h 1161199"/>
                    <a:gd name="connsiteX2099" fmla="*/ 400074 w 970672"/>
                    <a:gd name="connsiteY2099" fmla="*/ 253928 h 1161199"/>
                    <a:gd name="connsiteX2100" fmla="*/ 397886 w 970672"/>
                    <a:gd name="connsiteY2100" fmla="*/ 254021 h 1161199"/>
                    <a:gd name="connsiteX2101" fmla="*/ 397701 w 970672"/>
                    <a:gd name="connsiteY2101" fmla="*/ 253975 h 1161199"/>
                    <a:gd name="connsiteX2102" fmla="*/ 395895 w 970672"/>
                    <a:gd name="connsiteY2102" fmla="*/ 254102 h 1161199"/>
                    <a:gd name="connsiteX2103" fmla="*/ 384146 w 970672"/>
                    <a:gd name="connsiteY2103" fmla="*/ 254576 h 1161199"/>
                    <a:gd name="connsiteX2104" fmla="*/ 381055 w 970672"/>
                    <a:gd name="connsiteY2104" fmla="*/ 256753 h 1161199"/>
                    <a:gd name="connsiteX2105" fmla="*/ 380221 w 970672"/>
                    <a:gd name="connsiteY2105" fmla="*/ 264115 h 1161199"/>
                    <a:gd name="connsiteX2106" fmla="*/ 378936 w 970672"/>
                    <a:gd name="connsiteY2106" fmla="*/ 263965 h 1161199"/>
                    <a:gd name="connsiteX2107" fmla="*/ 363101 w 970672"/>
                    <a:gd name="connsiteY2107" fmla="*/ 261024 h 1161199"/>
                    <a:gd name="connsiteX2108" fmla="*/ 361364 w 970672"/>
                    <a:gd name="connsiteY2108" fmla="*/ 261395 h 1161199"/>
                    <a:gd name="connsiteX2109" fmla="*/ 359767 w 970672"/>
                    <a:gd name="connsiteY2109" fmla="*/ 261730 h 1161199"/>
                    <a:gd name="connsiteX2110" fmla="*/ 358574 w 970672"/>
                    <a:gd name="connsiteY2110" fmla="*/ 261592 h 1161199"/>
                    <a:gd name="connsiteX2111" fmla="*/ 357324 w 970672"/>
                    <a:gd name="connsiteY2111" fmla="*/ 262263 h 1161199"/>
                    <a:gd name="connsiteX2112" fmla="*/ 354951 w 970672"/>
                    <a:gd name="connsiteY2112" fmla="*/ 262772 h 1161199"/>
                    <a:gd name="connsiteX2113" fmla="*/ 353030 w 970672"/>
                    <a:gd name="connsiteY2113" fmla="*/ 265724 h 1161199"/>
                    <a:gd name="connsiteX2114" fmla="*/ 353875 w 970672"/>
                    <a:gd name="connsiteY2114" fmla="*/ 267727 h 1161199"/>
                    <a:gd name="connsiteX2115" fmla="*/ 352092 w 970672"/>
                    <a:gd name="connsiteY2115" fmla="*/ 267380 h 1161199"/>
                    <a:gd name="connsiteX2116" fmla="*/ 351687 w 970672"/>
                    <a:gd name="connsiteY2116" fmla="*/ 263340 h 1161199"/>
                    <a:gd name="connsiteX2117" fmla="*/ 348087 w 970672"/>
                    <a:gd name="connsiteY2117" fmla="*/ 265840 h 1161199"/>
                    <a:gd name="connsiteX2118" fmla="*/ 348654 w 970672"/>
                    <a:gd name="connsiteY2118" fmla="*/ 267125 h 1161199"/>
                    <a:gd name="connsiteX2119" fmla="*/ 350842 w 970672"/>
                    <a:gd name="connsiteY2119" fmla="*/ 266025 h 1161199"/>
                    <a:gd name="connsiteX2120" fmla="*/ 349649 w 970672"/>
                    <a:gd name="connsiteY2120" fmla="*/ 268039 h 1161199"/>
                    <a:gd name="connsiteX2121" fmla="*/ 353990 w 970672"/>
                    <a:gd name="connsiteY2121" fmla="*/ 268653 h 1161199"/>
                    <a:gd name="connsiteX2122" fmla="*/ 354882 w 970672"/>
                    <a:gd name="connsiteY2122" fmla="*/ 267634 h 1161199"/>
                    <a:gd name="connsiteX2123" fmla="*/ 354847 w 970672"/>
                    <a:gd name="connsiteY2123" fmla="*/ 269070 h 1161199"/>
                    <a:gd name="connsiteX2124" fmla="*/ 344000 w 970672"/>
                    <a:gd name="connsiteY2124" fmla="*/ 270679 h 1161199"/>
                    <a:gd name="connsiteX2125" fmla="*/ 335238 w 970672"/>
                    <a:gd name="connsiteY2125" fmla="*/ 274233 h 1161199"/>
                    <a:gd name="connsiteX2126" fmla="*/ 333466 w 970672"/>
                    <a:gd name="connsiteY2126" fmla="*/ 274892 h 1161199"/>
                    <a:gd name="connsiteX2127" fmla="*/ 332911 w 970672"/>
                    <a:gd name="connsiteY2127" fmla="*/ 275529 h 1161199"/>
                    <a:gd name="connsiteX2128" fmla="*/ 332424 w 970672"/>
                    <a:gd name="connsiteY2128" fmla="*/ 275726 h 1161199"/>
                    <a:gd name="connsiteX2129" fmla="*/ 331244 w 970672"/>
                    <a:gd name="connsiteY2129" fmla="*/ 277451 h 1161199"/>
                    <a:gd name="connsiteX2130" fmla="*/ 325421 w 970672"/>
                    <a:gd name="connsiteY2130" fmla="*/ 284188 h 1161199"/>
                    <a:gd name="connsiteX2131" fmla="*/ 328257 w 970672"/>
                    <a:gd name="connsiteY2131" fmla="*/ 288459 h 1161199"/>
                    <a:gd name="connsiteX2132" fmla="*/ 324055 w 970672"/>
                    <a:gd name="connsiteY2132" fmla="*/ 290427 h 1161199"/>
                    <a:gd name="connsiteX2133" fmla="*/ 319286 w 970672"/>
                    <a:gd name="connsiteY2133" fmla="*/ 293842 h 1161199"/>
                    <a:gd name="connsiteX2134" fmla="*/ 315338 w 970672"/>
                    <a:gd name="connsiteY2134" fmla="*/ 300232 h 1161199"/>
                    <a:gd name="connsiteX2135" fmla="*/ 315292 w 970672"/>
                    <a:gd name="connsiteY2135" fmla="*/ 301667 h 1161199"/>
                    <a:gd name="connsiteX2136" fmla="*/ 317920 w 970672"/>
                    <a:gd name="connsiteY2136" fmla="*/ 301216 h 1161199"/>
                    <a:gd name="connsiteX2137" fmla="*/ 317179 w 970672"/>
                    <a:gd name="connsiteY2137" fmla="*/ 305210 h 1161199"/>
                    <a:gd name="connsiteX2138" fmla="*/ 317492 w 970672"/>
                    <a:gd name="connsiteY2138" fmla="*/ 305661 h 1161199"/>
                    <a:gd name="connsiteX2139" fmla="*/ 316994 w 970672"/>
                    <a:gd name="connsiteY2139" fmla="*/ 308810 h 1161199"/>
                    <a:gd name="connsiteX2140" fmla="*/ 319436 w 970672"/>
                    <a:gd name="connsiteY2140" fmla="*/ 310731 h 1161199"/>
                    <a:gd name="connsiteX2141" fmla="*/ 320559 w 970672"/>
                    <a:gd name="connsiteY2141" fmla="*/ 310071 h 1161199"/>
                    <a:gd name="connsiteX2142" fmla="*/ 322076 w 970672"/>
                    <a:gd name="connsiteY2142" fmla="*/ 312259 h 1161199"/>
                    <a:gd name="connsiteX2143" fmla="*/ 321439 w 970672"/>
                    <a:gd name="connsiteY2143" fmla="*/ 319401 h 1161199"/>
                    <a:gd name="connsiteX2144" fmla="*/ 319541 w 970672"/>
                    <a:gd name="connsiteY2144" fmla="*/ 321624 h 1161199"/>
                    <a:gd name="connsiteX2145" fmla="*/ 317573 w 970672"/>
                    <a:gd name="connsiteY2145" fmla="*/ 319158 h 1161199"/>
                    <a:gd name="connsiteX2146" fmla="*/ 311322 w 970672"/>
                    <a:gd name="connsiteY2146" fmla="*/ 320119 h 1161199"/>
                    <a:gd name="connsiteX2147" fmla="*/ 311183 w 970672"/>
                    <a:gd name="connsiteY2147" fmla="*/ 320663 h 1161199"/>
                    <a:gd name="connsiteX2148" fmla="*/ 311090 w 970672"/>
                    <a:gd name="connsiteY2148" fmla="*/ 320687 h 1161199"/>
                    <a:gd name="connsiteX2149" fmla="*/ 309632 w 970672"/>
                    <a:gd name="connsiteY2149" fmla="*/ 326660 h 1161199"/>
                    <a:gd name="connsiteX2150" fmla="*/ 305985 w 970672"/>
                    <a:gd name="connsiteY2150" fmla="*/ 328523 h 1161199"/>
                    <a:gd name="connsiteX2151" fmla="*/ 301285 w 970672"/>
                    <a:gd name="connsiteY2151" fmla="*/ 323569 h 1161199"/>
                    <a:gd name="connsiteX2152" fmla="*/ 303844 w 970672"/>
                    <a:gd name="connsiteY2152" fmla="*/ 315570 h 1161199"/>
                    <a:gd name="connsiteX2153" fmla="*/ 291515 w 970672"/>
                    <a:gd name="connsiteY2153" fmla="*/ 304816 h 1161199"/>
                    <a:gd name="connsiteX2154" fmla="*/ 283829 w 970672"/>
                    <a:gd name="connsiteY2154" fmla="*/ 300880 h 1161199"/>
                    <a:gd name="connsiteX2155" fmla="*/ 277613 w 970672"/>
                    <a:gd name="connsiteY2155" fmla="*/ 300382 h 1161199"/>
                    <a:gd name="connsiteX2156" fmla="*/ 272566 w 970672"/>
                    <a:gd name="connsiteY2156" fmla="*/ 308972 h 1161199"/>
                    <a:gd name="connsiteX2157" fmla="*/ 265308 w 970672"/>
                    <a:gd name="connsiteY2157" fmla="*/ 314470 h 1161199"/>
                    <a:gd name="connsiteX2158" fmla="*/ 263432 w 970672"/>
                    <a:gd name="connsiteY2158" fmla="*/ 314748 h 1161199"/>
                    <a:gd name="connsiteX2159" fmla="*/ 262877 w 970672"/>
                    <a:gd name="connsiteY2159" fmla="*/ 311704 h 1161199"/>
                    <a:gd name="connsiteX2160" fmla="*/ 259462 w 970672"/>
                    <a:gd name="connsiteY2160" fmla="*/ 310476 h 1161199"/>
                    <a:gd name="connsiteX2161" fmla="*/ 258200 w 970672"/>
                    <a:gd name="connsiteY2161" fmla="*/ 311044 h 1161199"/>
                    <a:gd name="connsiteX2162" fmla="*/ 257934 w 970672"/>
                    <a:gd name="connsiteY2162" fmla="*/ 310986 h 1161199"/>
                    <a:gd name="connsiteX2163" fmla="*/ 257424 w 970672"/>
                    <a:gd name="connsiteY2163" fmla="*/ 311391 h 1161199"/>
                    <a:gd name="connsiteX2164" fmla="*/ 255653 w 970672"/>
                    <a:gd name="connsiteY2164" fmla="*/ 312190 h 1161199"/>
                    <a:gd name="connsiteX2165" fmla="*/ 252956 w 970672"/>
                    <a:gd name="connsiteY2165" fmla="*/ 313405 h 1161199"/>
                    <a:gd name="connsiteX2166" fmla="*/ 249576 w 970672"/>
                    <a:gd name="connsiteY2166" fmla="*/ 317573 h 1161199"/>
                    <a:gd name="connsiteX2167" fmla="*/ 248152 w 970672"/>
                    <a:gd name="connsiteY2167" fmla="*/ 313880 h 1161199"/>
                    <a:gd name="connsiteX2168" fmla="*/ 246057 w 970672"/>
                    <a:gd name="connsiteY2168" fmla="*/ 313405 h 1161199"/>
                    <a:gd name="connsiteX2169" fmla="*/ 245814 w 970672"/>
                    <a:gd name="connsiteY2169" fmla="*/ 313127 h 1161199"/>
                    <a:gd name="connsiteX2170" fmla="*/ 243545 w 970672"/>
                    <a:gd name="connsiteY2170" fmla="*/ 312838 h 1161199"/>
                    <a:gd name="connsiteX2171" fmla="*/ 238174 w 970672"/>
                    <a:gd name="connsiteY2171" fmla="*/ 311622 h 1161199"/>
                    <a:gd name="connsiteX2172" fmla="*/ 234990 w 970672"/>
                    <a:gd name="connsiteY2172" fmla="*/ 320096 h 1161199"/>
                    <a:gd name="connsiteX2173" fmla="*/ 233578 w 970672"/>
                    <a:gd name="connsiteY2173" fmla="*/ 323742 h 1161199"/>
                    <a:gd name="connsiteX2174" fmla="*/ 231483 w 970672"/>
                    <a:gd name="connsiteY2174" fmla="*/ 321624 h 1161199"/>
                    <a:gd name="connsiteX2175" fmla="*/ 229295 w 970672"/>
                    <a:gd name="connsiteY2175" fmla="*/ 322689 h 1161199"/>
                    <a:gd name="connsiteX2176" fmla="*/ 226100 w 970672"/>
                    <a:gd name="connsiteY2176" fmla="*/ 318498 h 1161199"/>
                    <a:gd name="connsiteX2177" fmla="*/ 225996 w 970672"/>
                    <a:gd name="connsiteY2177" fmla="*/ 318603 h 1161199"/>
                    <a:gd name="connsiteX2178" fmla="*/ 225973 w 970672"/>
                    <a:gd name="connsiteY2178" fmla="*/ 318568 h 1161199"/>
                    <a:gd name="connsiteX2179" fmla="*/ 224780 w 970672"/>
                    <a:gd name="connsiteY2179" fmla="*/ 319749 h 1161199"/>
                    <a:gd name="connsiteX2180" fmla="*/ 221284 w 970672"/>
                    <a:gd name="connsiteY2180" fmla="*/ 314192 h 1161199"/>
                    <a:gd name="connsiteX2181" fmla="*/ 227177 w 970672"/>
                    <a:gd name="connsiteY2181" fmla="*/ 309898 h 1161199"/>
                    <a:gd name="connsiteX2182" fmla="*/ 227315 w 970672"/>
                    <a:gd name="connsiteY2182" fmla="*/ 306934 h 1161199"/>
                    <a:gd name="connsiteX2183" fmla="*/ 227466 w 970672"/>
                    <a:gd name="connsiteY2183" fmla="*/ 303658 h 1161199"/>
                    <a:gd name="connsiteX2184" fmla="*/ 231552 w 970672"/>
                    <a:gd name="connsiteY2184" fmla="*/ 300672 h 1161199"/>
                    <a:gd name="connsiteX2185" fmla="*/ 233138 w 970672"/>
                    <a:gd name="connsiteY2185" fmla="*/ 295104 h 1161199"/>
                    <a:gd name="connsiteX2186" fmla="*/ 238324 w 970672"/>
                    <a:gd name="connsiteY2186" fmla="*/ 291874 h 1161199"/>
                    <a:gd name="connsiteX2187" fmla="*/ 237340 w 970672"/>
                    <a:gd name="connsiteY2187" fmla="*/ 281791 h 1161199"/>
                    <a:gd name="connsiteX2188" fmla="*/ 239887 w 970672"/>
                    <a:gd name="connsiteY2188" fmla="*/ 280935 h 1161199"/>
                    <a:gd name="connsiteX2189" fmla="*/ 240906 w 970672"/>
                    <a:gd name="connsiteY2189" fmla="*/ 281687 h 1161199"/>
                    <a:gd name="connsiteX2190" fmla="*/ 245420 w 970672"/>
                    <a:gd name="connsiteY2190" fmla="*/ 279060 h 1161199"/>
                    <a:gd name="connsiteX2191" fmla="*/ 248719 w 970672"/>
                    <a:gd name="connsiteY2191" fmla="*/ 277937 h 1161199"/>
                    <a:gd name="connsiteX2192" fmla="*/ 248766 w 970672"/>
                    <a:gd name="connsiteY2192" fmla="*/ 277751 h 1161199"/>
                    <a:gd name="connsiteX2193" fmla="*/ 249020 w 970672"/>
                    <a:gd name="connsiteY2193" fmla="*/ 277659 h 1161199"/>
                    <a:gd name="connsiteX2194" fmla="*/ 251602 w 970672"/>
                    <a:gd name="connsiteY2194" fmla="*/ 269614 h 1161199"/>
                    <a:gd name="connsiteX2195" fmla="*/ 252493 w 970672"/>
                    <a:gd name="connsiteY2195" fmla="*/ 269278 h 1161199"/>
                    <a:gd name="connsiteX2196" fmla="*/ 254542 w 970672"/>
                    <a:gd name="connsiteY2196" fmla="*/ 269926 h 1161199"/>
                    <a:gd name="connsiteX2197" fmla="*/ 255653 w 970672"/>
                    <a:gd name="connsiteY2197" fmla="*/ 269266 h 1161199"/>
                    <a:gd name="connsiteX2198" fmla="*/ 258547 w 970672"/>
                    <a:gd name="connsiteY2198" fmla="*/ 267542 h 1161199"/>
                    <a:gd name="connsiteX2199" fmla="*/ 258767 w 970672"/>
                    <a:gd name="connsiteY2199" fmla="*/ 265712 h 1161199"/>
                    <a:gd name="connsiteX2200" fmla="*/ 259612 w 970672"/>
                    <a:gd name="connsiteY2200" fmla="*/ 263629 h 1161199"/>
                    <a:gd name="connsiteX2201" fmla="*/ 259091 w 970672"/>
                    <a:gd name="connsiteY2201" fmla="*/ 263050 h 1161199"/>
                    <a:gd name="connsiteX2202" fmla="*/ 259276 w 970672"/>
                    <a:gd name="connsiteY2202" fmla="*/ 261557 h 1161199"/>
                    <a:gd name="connsiteX2203" fmla="*/ 264358 w 970672"/>
                    <a:gd name="connsiteY2203" fmla="*/ 255908 h 1161199"/>
                    <a:gd name="connsiteX2204" fmla="*/ 264555 w 970672"/>
                    <a:gd name="connsiteY2204" fmla="*/ 255260 h 1161199"/>
                    <a:gd name="connsiteX2205" fmla="*/ 265145 w 970672"/>
                    <a:gd name="connsiteY2205" fmla="*/ 254576 h 1161199"/>
                    <a:gd name="connsiteX2206" fmla="*/ 265852 w 970672"/>
                    <a:gd name="connsiteY2206" fmla="*/ 251960 h 1161199"/>
                    <a:gd name="connsiteX2207" fmla="*/ 267368 w 970672"/>
                    <a:gd name="connsiteY2207" fmla="*/ 252030 h 1161199"/>
                    <a:gd name="connsiteX2208" fmla="*/ 269510 w 970672"/>
                    <a:gd name="connsiteY2208" fmla="*/ 252829 h 1161199"/>
                    <a:gd name="connsiteX2209" fmla="*/ 270864 w 970672"/>
                    <a:gd name="connsiteY2209" fmla="*/ 252215 h 1161199"/>
                    <a:gd name="connsiteX2210" fmla="*/ 271848 w 970672"/>
                    <a:gd name="connsiteY2210" fmla="*/ 252273 h 1161199"/>
                    <a:gd name="connsiteX2211" fmla="*/ 275506 w 970672"/>
                    <a:gd name="connsiteY2211" fmla="*/ 245999 h 1161199"/>
                    <a:gd name="connsiteX2212" fmla="*/ 277566 w 970672"/>
                    <a:gd name="connsiteY2212" fmla="*/ 242827 h 1161199"/>
                    <a:gd name="connsiteX2213" fmla="*/ 279754 w 970672"/>
                    <a:gd name="connsiteY2213" fmla="*/ 242156 h 1161199"/>
                    <a:gd name="connsiteX2214" fmla="*/ 285890 w 970672"/>
                    <a:gd name="connsiteY2214" fmla="*/ 240431 h 1161199"/>
                    <a:gd name="connsiteX2215" fmla="*/ 287591 w 970672"/>
                    <a:gd name="connsiteY2215" fmla="*/ 239123 h 1161199"/>
                    <a:gd name="connsiteX2216" fmla="*/ 290682 w 970672"/>
                    <a:gd name="connsiteY2216" fmla="*/ 236761 h 1161199"/>
                    <a:gd name="connsiteX2217" fmla="*/ 291214 w 970672"/>
                    <a:gd name="connsiteY2217" fmla="*/ 234157 h 1161199"/>
                    <a:gd name="connsiteX2218" fmla="*/ 294537 w 970672"/>
                    <a:gd name="connsiteY2218" fmla="*/ 233647 h 1161199"/>
                    <a:gd name="connsiteX2219" fmla="*/ 295775 w 970672"/>
                    <a:gd name="connsiteY2219" fmla="*/ 228241 h 1161199"/>
                    <a:gd name="connsiteX2220" fmla="*/ 295845 w 970672"/>
                    <a:gd name="connsiteY2220" fmla="*/ 227998 h 1161199"/>
                    <a:gd name="connsiteX2221" fmla="*/ 297060 w 970672"/>
                    <a:gd name="connsiteY2221" fmla="*/ 229688 h 1161199"/>
                    <a:gd name="connsiteX2222" fmla="*/ 295810 w 970672"/>
                    <a:gd name="connsiteY2222" fmla="*/ 232606 h 1161199"/>
                    <a:gd name="connsiteX2223" fmla="*/ 297396 w 970672"/>
                    <a:gd name="connsiteY2223" fmla="*/ 234180 h 1161199"/>
                    <a:gd name="connsiteX2224" fmla="*/ 303554 w 970672"/>
                    <a:gd name="connsiteY2224" fmla="*/ 234597 h 1161199"/>
                    <a:gd name="connsiteX2225" fmla="*/ 306645 w 970672"/>
                    <a:gd name="connsiteY2225" fmla="*/ 232629 h 1161199"/>
                    <a:gd name="connsiteX2226" fmla="*/ 306900 w 970672"/>
                    <a:gd name="connsiteY2226" fmla="*/ 234666 h 1161199"/>
                    <a:gd name="connsiteX2227" fmla="*/ 309296 w 970672"/>
                    <a:gd name="connsiteY2227" fmla="*/ 235036 h 1161199"/>
                    <a:gd name="connsiteX2228" fmla="*/ 313093 w 970672"/>
                    <a:gd name="connsiteY2228" fmla="*/ 232582 h 1161199"/>
                    <a:gd name="connsiteX2229" fmla="*/ 313440 w 970672"/>
                    <a:gd name="connsiteY2229" fmla="*/ 232443 h 1161199"/>
                    <a:gd name="connsiteX2230" fmla="*/ 314019 w 970672"/>
                    <a:gd name="connsiteY2230" fmla="*/ 231980 h 1161199"/>
                    <a:gd name="connsiteX2231" fmla="*/ 315767 w 970672"/>
                    <a:gd name="connsiteY2231" fmla="*/ 230858 h 1161199"/>
                    <a:gd name="connsiteX2232" fmla="*/ 319112 w 970672"/>
                    <a:gd name="connsiteY2232" fmla="*/ 227952 h 1161199"/>
                    <a:gd name="connsiteX2233" fmla="*/ 320883 w 970672"/>
                    <a:gd name="connsiteY2233" fmla="*/ 226551 h 1161199"/>
                    <a:gd name="connsiteX2234" fmla="*/ 321138 w 970672"/>
                    <a:gd name="connsiteY2234" fmla="*/ 226192 h 1161199"/>
                    <a:gd name="connsiteX2235" fmla="*/ 323048 w 970672"/>
                    <a:gd name="connsiteY2235" fmla="*/ 224537 h 1161199"/>
                    <a:gd name="connsiteX2236" fmla="*/ 326521 w 970672"/>
                    <a:gd name="connsiteY2236" fmla="*/ 218761 h 1161199"/>
                    <a:gd name="connsiteX2237" fmla="*/ 330156 w 970672"/>
                    <a:gd name="connsiteY2237" fmla="*/ 218564 h 1161199"/>
                    <a:gd name="connsiteX2238" fmla="*/ 334161 w 970672"/>
                    <a:gd name="connsiteY2238" fmla="*/ 209836 h 1161199"/>
                    <a:gd name="connsiteX2239" fmla="*/ 340655 w 970672"/>
                    <a:gd name="connsiteY2239" fmla="*/ 205020 h 1161199"/>
                    <a:gd name="connsiteX2240" fmla="*/ 343086 w 970672"/>
                    <a:gd name="connsiteY2240" fmla="*/ 200239 h 1161199"/>
                    <a:gd name="connsiteX2241" fmla="*/ 343943 w 970672"/>
                    <a:gd name="connsiteY2241" fmla="*/ 199996 h 1161199"/>
                    <a:gd name="connsiteX2242" fmla="*/ 347508 w 970672"/>
                    <a:gd name="connsiteY2242" fmla="*/ 199487 h 1161199"/>
                    <a:gd name="connsiteX2243" fmla="*/ 349140 w 970672"/>
                    <a:gd name="connsiteY2243" fmla="*/ 199823 h 1161199"/>
                    <a:gd name="connsiteX2244" fmla="*/ 351536 w 970672"/>
                    <a:gd name="connsiteY2244" fmla="*/ 201339 h 1161199"/>
                    <a:gd name="connsiteX2245" fmla="*/ 355646 w 970672"/>
                    <a:gd name="connsiteY2245" fmla="*/ 197126 h 1161199"/>
                    <a:gd name="connsiteX2246" fmla="*/ 361364 w 970672"/>
                    <a:gd name="connsiteY2246" fmla="*/ 191835 h 1161199"/>
                    <a:gd name="connsiteX2247" fmla="*/ 373426 w 970672"/>
                    <a:gd name="connsiteY2247" fmla="*/ 180688 h 1161199"/>
                    <a:gd name="connsiteX2248" fmla="*/ 375105 w 970672"/>
                    <a:gd name="connsiteY2248" fmla="*/ 174159 h 1161199"/>
                    <a:gd name="connsiteX2249" fmla="*/ 377559 w 970672"/>
                    <a:gd name="connsiteY2249" fmla="*/ 172978 h 1161199"/>
                    <a:gd name="connsiteX2250" fmla="*/ 378983 w 970672"/>
                    <a:gd name="connsiteY2250" fmla="*/ 168880 h 1161199"/>
                    <a:gd name="connsiteX2251" fmla="*/ 379608 w 970672"/>
                    <a:gd name="connsiteY2251" fmla="*/ 161113 h 1161199"/>
                    <a:gd name="connsiteX2252" fmla="*/ 380430 w 970672"/>
                    <a:gd name="connsiteY2252" fmla="*/ 151053 h 1161199"/>
                    <a:gd name="connsiteX2253" fmla="*/ 377258 w 970672"/>
                    <a:gd name="connsiteY2253" fmla="*/ 138991 h 1161199"/>
                    <a:gd name="connsiteX2254" fmla="*/ 377431 w 970672"/>
                    <a:gd name="connsiteY2254" fmla="*/ 133424 h 1161199"/>
                    <a:gd name="connsiteX2255" fmla="*/ 377443 w 970672"/>
                    <a:gd name="connsiteY2255" fmla="*/ 133250 h 1161199"/>
                    <a:gd name="connsiteX2256" fmla="*/ 381043 w 970672"/>
                    <a:gd name="connsiteY2256" fmla="*/ 128562 h 1161199"/>
                    <a:gd name="connsiteX2257" fmla="*/ 381460 w 970672"/>
                    <a:gd name="connsiteY2257" fmla="*/ 128284 h 1161199"/>
                    <a:gd name="connsiteX2258" fmla="*/ 382490 w 970672"/>
                    <a:gd name="connsiteY2258" fmla="*/ 128191 h 1161199"/>
                    <a:gd name="connsiteX2259" fmla="*/ 383833 w 970672"/>
                    <a:gd name="connsiteY2259" fmla="*/ 128642 h 1161199"/>
                    <a:gd name="connsiteX2260" fmla="*/ 383914 w 970672"/>
                    <a:gd name="connsiteY2260" fmla="*/ 129893 h 1161199"/>
                    <a:gd name="connsiteX2261" fmla="*/ 387121 w 970672"/>
                    <a:gd name="connsiteY2261" fmla="*/ 129349 h 1161199"/>
                    <a:gd name="connsiteX2262" fmla="*/ 382166 w 970672"/>
                    <a:gd name="connsiteY2262" fmla="*/ 133424 h 1161199"/>
                    <a:gd name="connsiteX2263" fmla="*/ 381958 w 970672"/>
                    <a:gd name="connsiteY2263" fmla="*/ 133597 h 1161199"/>
                    <a:gd name="connsiteX2264" fmla="*/ 384979 w 970672"/>
                    <a:gd name="connsiteY2264" fmla="*/ 137464 h 1161199"/>
                    <a:gd name="connsiteX2265" fmla="*/ 386657 w 970672"/>
                    <a:gd name="connsiteY2265" fmla="*/ 146238 h 1161199"/>
                    <a:gd name="connsiteX2266" fmla="*/ 386507 w 970672"/>
                    <a:gd name="connsiteY2266" fmla="*/ 143089 h 1161199"/>
                    <a:gd name="connsiteX2267" fmla="*/ 391739 w 970672"/>
                    <a:gd name="connsiteY2267" fmla="*/ 137452 h 1161199"/>
                    <a:gd name="connsiteX2268" fmla="*/ 388903 w 970672"/>
                    <a:gd name="connsiteY2268" fmla="*/ 138204 h 1161199"/>
                    <a:gd name="connsiteX2269" fmla="*/ 388961 w 970672"/>
                    <a:gd name="connsiteY2269" fmla="*/ 133424 h 1161199"/>
                    <a:gd name="connsiteX2270" fmla="*/ 389031 w 970672"/>
                    <a:gd name="connsiteY2270" fmla="*/ 128122 h 1161199"/>
                    <a:gd name="connsiteX2271" fmla="*/ 394263 w 970672"/>
                    <a:gd name="connsiteY2271" fmla="*/ 123179 h 1161199"/>
                    <a:gd name="connsiteX2272" fmla="*/ 398430 w 970672"/>
                    <a:gd name="connsiteY2272" fmla="*/ 120331 h 1161199"/>
                    <a:gd name="connsiteX2273" fmla="*/ 401382 w 970672"/>
                    <a:gd name="connsiteY2273" fmla="*/ 119289 h 1161199"/>
                    <a:gd name="connsiteX2274" fmla="*/ 403929 w 970672"/>
                    <a:gd name="connsiteY2274" fmla="*/ 121211 h 1161199"/>
                    <a:gd name="connsiteX2275" fmla="*/ 403558 w 970672"/>
                    <a:gd name="connsiteY2275" fmla="*/ 123260 h 1161199"/>
                    <a:gd name="connsiteX2276" fmla="*/ 404600 w 970672"/>
                    <a:gd name="connsiteY2276" fmla="*/ 121199 h 1161199"/>
                    <a:gd name="connsiteX2277" fmla="*/ 402053 w 970672"/>
                    <a:gd name="connsiteY2277" fmla="*/ 118514 h 1161199"/>
                    <a:gd name="connsiteX2278" fmla="*/ 407158 w 970672"/>
                    <a:gd name="connsiteY2278" fmla="*/ 110989 h 1161199"/>
                    <a:gd name="connsiteX2279" fmla="*/ 410180 w 970672"/>
                    <a:gd name="connsiteY2279" fmla="*/ 106926 h 1161199"/>
                    <a:gd name="connsiteX2280" fmla="*/ 414868 w 970672"/>
                    <a:gd name="connsiteY2280" fmla="*/ 101439 h 1161199"/>
                    <a:gd name="connsiteX2281" fmla="*/ 418966 w 970672"/>
                    <a:gd name="connsiteY2281" fmla="*/ 98997 h 1161199"/>
                    <a:gd name="connsiteX2282" fmla="*/ 422913 w 970672"/>
                    <a:gd name="connsiteY2282" fmla="*/ 97063 h 1161199"/>
                    <a:gd name="connsiteX2283" fmla="*/ 423990 w 970672"/>
                    <a:gd name="connsiteY2283" fmla="*/ 96010 h 1161199"/>
                    <a:gd name="connsiteX2284" fmla="*/ 425518 w 970672"/>
                    <a:gd name="connsiteY2284" fmla="*/ 95096 h 1161199"/>
                    <a:gd name="connsiteX2285" fmla="*/ 425888 w 970672"/>
                    <a:gd name="connsiteY2285" fmla="*/ 94135 h 1161199"/>
                    <a:gd name="connsiteX2286" fmla="*/ 426930 w 970672"/>
                    <a:gd name="connsiteY2286" fmla="*/ 93116 h 1161199"/>
                    <a:gd name="connsiteX2287" fmla="*/ 427046 w 970672"/>
                    <a:gd name="connsiteY2287" fmla="*/ 91171 h 1161199"/>
                    <a:gd name="connsiteX2288" fmla="*/ 427208 w 970672"/>
                    <a:gd name="connsiteY2288" fmla="*/ 90743 h 1161199"/>
                    <a:gd name="connsiteX2289" fmla="*/ 427509 w 970672"/>
                    <a:gd name="connsiteY2289" fmla="*/ 83439 h 1161199"/>
                    <a:gd name="connsiteX2290" fmla="*/ 431213 w 970672"/>
                    <a:gd name="connsiteY2290" fmla="*/ 78681 h 1161199"/>
                    <a:gd name="connsiteX2291" fmla="*/ 436005 w 970672"/>
                    <a:gd name="connsiteY2291" fmla="*/ 76053 h 1161199"/>
                    <a:gd name="connsiteX2292" fmla="*/ 443171 w 970672"/>
                    <a:gd name="connsiteY2292" fmla="*/ 73877 h 1161199"/>
                    <a:gd name="connsiteX2293" fmla="*/ 444201 w 970672"/>
                    <a:gd name="connsiteY2293" fmla="*/ 73854 h 1161199"/>
                    <a:gd name="connsiteX2294" fmla="*/ 444687 w 970672"/>
                    <a:gd name="connsiteY2294" fmla="*/ 73414 h 1161199"/>
                    <a:gd name="connsiteX2295" fmla="*/ 444757 w 970672"/>
                    <a:gd name="connsiteY2295" fmla="*/ 73391 h 1161199"/>
                    <a:gd name="connsiteX2296" fmla="*/ 445232 w 970672"/>
                    <a:gd name="connsiteY2296" fmla="*/ 72940 h 1161199"/>
                    <a:gd name="connsiteX2297" fmla="*/ 446679 w 970672"/>
                    <a:gd name="connsiteY2297" fmla="*/ 71678 h 1161199"/>
                    <a:gd name="connsiteX2298" fmla="*/ 454596 w 970672"/>
                    <a:gd name="connsiteY2298" fmla="*/ 66353 h 1161199"/>
                    <a:gd name="connsiteX2299" fmla="*/ 458822 w 970672"/>
                    <a:gd name="connsiteY2299" fmla="*/ 63494 h 1161199"/>
                    <a:gd name="connsiteX2300" fmla="*/ 459991 w 970672"/>
                    <a:gd name="connsiteY2300" fmla="*/ 65334 h 1161199"/>
                    <a:gd name="connsiteX2301" fmla="*/ 462804 w 970672"/>
                    <a:gd name="connsiteY2301" fmla="*/ 66955 h 1161199"/>
                    <a:gd name="connsiteX2302" fmla="*/ 462109 w 970672"/>
                    <a:gd name="connsiteY2302" fmla="*/ 63737 h 1161199"/>
                    <a:gd name="connsiteX2303" fmla="*/ 464424 w 970672"/>
                    <a:gd name="connsiteY2303" fmla="*/ 66515 h 1161199"/>
                    <a:gd name="connsiteX2304" fmla="*/ 467064 w 970672"/>
                    <a:gd name="connsiteY2304" fmla="*/ 65369 h 1161199"/>
                    <a:gd name="connsiteX2305" fmla="*/ 469911 w 970672"/>
                    <a:gd name="connsiteY2305" fmla="*/ 64130 h 1161199"/>
                    <a:gd name="connsiteX2306" fmla="*/ 472655 w 970672"/>
                    <a:gd name="connsiteY2306" fmla="*/ 69015 h 1161199"/>
                    <a:gd name="connsiteX2307" fmla="*/ 471659 w 970672"/>
                    <a:gd name="connsiteY2307" fmla="*/ 70659 h 1161199"/>
                    <a:gd name="connsiteX2308" fmla="*/ 478744 w 970672"/>
                    <a:gd name="connsiteY2308" fmla="*/ 66133 h 1161199"/>
                    <a:gd name="connsiteX2309" fmla="*/ 491095 w 970672"/>
                    <a:gd name="connsiteY2309" fmla="*/ 64304 h 1161199"/>
                    <a:gd name="connsiteX2310" fmla="*/ 492727 w 970672"/>
                    <a:gd name="connsiteY2310" fmla="*/ 61329 h 1161199"/>
                    <a:gd name="connsiteX2311" fmla="*/ 499615 w 970672"/>
                    <a:gd name="connsiteY2311" fmla="*/ 58990 h 1161199"/>
                    <a:gd name="connsiteX2312" fmla="*/ 502312 w 970672"/>
                    <a:gd name="connsiteY2312" fmla="*/ 57729 h 1161199"/>
                    <a:gd name="connsiteX2313" fmla="*/ 502057 w 970672"/>
                    <a:gd name="connsiteY2313" fmla="*/ 56999 h 1161199"/>
                    <a:gd name="connsiteX2314" fmla="*/ 501652 w 970672"/>
                    <a:gd name="connsiteY2314" fmla="*/ 57335 h 1161199"/>
                    <a:gd name="connsiteX2315" fmla="*/ 501733 w 970672"/>
                    <a:gd name="connsiteY2315" fmla="*/ 55552 h 1161199"/>
                    <a:gd name="connsiteX2316" fmla="*/ 516817 w 970672"/>
                    <a:gd name="connsiteY2316" fmla="*/ 48653 h 1161199"/>
                    <a:gd name="connsiteX2317" fmla="*/ 526332 w 970672"/>
                    <a:gd name="connsiteY2317" fmla="*/ 46708 h 1161199"/>
                    <a:gd name="connsiteX2318" fmla="*/ 533856 w 970672"/>
                    <a:gd name="connsiteY2318" fmla="*/ 42808 h 1161199"/>
                    <a:gd name="connsiteX2319" fmla="*/ 545768 w 970672"/>
                    <a:gd name="connsiteY2319" fmla="*/ 35422 h 1161199"/>
                    <a:gd name="connsiteX2320" fmla="*/ 550676 w 970672"/>
                    <a:gd name="connsiteY2320" fmla="*/ 36186 h 1161199"/>
                    <a:gd name="connsiteX2321" fmla="*/ 555480 w 970672"/>
                    <a:gd name="connsiteY2321" fmla="*/ 31521 h 1161199"/>
                    <a:gd name="connsiteX2322" fmla="*/ 557610 w 970672"/>
                    <a:gd name="connsiteY2322" fmla="*/ 31347 h 1161199"/>
                    <a:gd name="connsiteX2323" fmla="*/ 560250 w 970672"/>
                    <a:gd name="connsiteY2323" fmla="*/ 34056 h 1161199"/>
                    <a:gd name="connsiteX2324" fmla="*/ 558502 w 970672"/>
                    <a:gd name="connsiteY2324" fmla="*/ 34091 h 1161199"/>
                    <a:gd name="connsiteX2325" fmla="*/ 560863 w 970672"/>
                    <a:gd name="connsiteY2325" fmla="*/ 35144 h 1161199"/>
                    <a:gd name="connsiteX2326" fmla="*/ 559821 w 970672"/>
                    <a:gd name="connsiteY2326" fmla="*/ 36730 h 1161199"/>
                    <a:gd name="connsiteX2327" fmla="*/ 562159 w 970672"/>
                    <a:gd name="connsiteY2327" fmla="*/ 37181 h 1161199"/>
                    <a:gd name="connsiteX2328" fmla="*/ 564011 w 970672"/>
                    <a:gd name="connsiteY2328" fmla="*/ 40353 h 1161199"/>
                    <a:gd name="connsiteX2329" fmla="*/ 563942 w 970672"/>
                    <a:gd name="connsiteY2329" fmla="*/ 39751 h 1161199"/>
                    <a:gd name="connsiteX2330" fmla="*/ 564521 w 970672"/>
                    <a:gd name="connsiteY2330" fmla="*/ 40828 h 1161199"/>
                    <a:gd name="connsiteX2331" fmla="*/ 562981 w 970672"/>
                    <a:gd name="connsiteY2331" fmla="*/ 41905 h 1161199"/>
                    <a:gd name="connsiteX2332" fmla="*/ 566940 w 970672"/>
                    <a:gd name="connsiteY2332" fmla="*/ 42958 h 1161199"/>
                    <a:gd name="connsiteX2333" fmla="*/ 569580 w 970672"/>
                    <a:gd name="connsiteY2333" fmla="*/ 49441 h 1161199"/>
                    <a:gd name="connsiteX2334" fmla="*/ 564868 w 970672"/>
                    <a:gd name="connsiteY2334" fmla="*/ 52809 h 1161199"/>
                    <a:gd name="connsiteX2335" fmla="*/ 562970 w 970672"/>
                    <a:gd name="connsiteY2335" fmla="*/ 58087 h 1161199"/>
                    <a:gd name="connsiteX2336" fmla="*/ 569128 w 970672"/>
                    <a:gd name="connsiteY2336" fmla="*/ 63621 h 1161199"/>
                    <a:gd name="connsiteX2337" fmla="*/ 569753 w 970672"/>
                    <a:gd name="connsiteY2337" fmla="*/ 67198 h 1161199"/>
                    <a:gd name="connsiteX2338" fmla="*/ 565181 w 970672"/>
                    <a:gd name="connsiteY2338" fmla="*/ 70891 h 1161199"/>
                    <a:gd name="connsiteX2339" fmla="*/ 565771 w 970672"/>
                    <a:gd name="connsiteY2339" fmla="*/ 71493 h 1161199"/>
                    <a:gd name="connsiteX2340" fmla="*/ 569811 w 970672"/>
                    <a:gd name="connsiteY2340" fmla="*/ 69073 h 1161199"/>
                    <a:gd name="connsiteX2341" fmla="*/ 570459 w 970672"/>
                    <a:gd name="connsiteY2341" fmla="*/ 64443 h 1161199"/>
                    <a:gd name="connsiteX2342" fmla="*/ 565273 w 970672"/>
                    <a:gd name="connsiteY2342" fmla="*/ 58018 h 1161199"/>
                    <a:gd name="connsiteX2343" fmla="*/ 566720 w 970672"/>
                    <a:gd name="connsiteY2343" fmla="*/ 54731 h 1161199"/>
                    <a:gd name="connsiteX2344" fmla="*/ 572763 w 970672"/>
                    <a:gd name="connsiteY2344" fmla="*/ 49927 h 1161199"/>
                    <a:gd name="connsiteX2345" fmla="*/ 573573 w 970672"/>
                    <a:gd name="connsiteY2345" fmla="*/ 49290 h 1161199"/>
                    <a:gd name="connsiteX2346" fmla="*/ 573979 w 970672"/>
                    <a:gd name="connsiteY2346" fmla="*/ 45389 h 1161199"/>
                    <a:gd name="connsiteX2347" fmla="*/ 572763 w 970672"/>
                    <a:gd name="connsiteY2347" fmla="*/ 45261 h 1161199"/>
                    <a:gd name="connsiteX2348" fmla="*/ 572103 w 970672"/>
                    <a:gd name="connsiteY2348" fmla="*/ 45180 h 1161199"/>
                    <a:gd name="connsiteX2349" fmla="*/ 570865 w 970672"/>
                    <a:gd name="connsiteY2349" fmla="*/ 42680 h 1161199"/>
                    <a:gd name="connsiteX2350" fmla="*/ 568075 w 970672"/>
                    <a:gd name="connsiteY2350" fmla="*/ 41141 h 1161199"/>
                    <a:gd name="connsiteX2351" fmla="*/ 567137 w 970672"/>
                    <a:gd name="connsiteY2351" fmla="*/ 40018 h 1161199"/>
                    <a:gd name="connsiteX2352" fmla="*/ 568538 w 970672"/>
                    <a:gd name="connsiteY2352" fmla="*/ 40689 h 1161199"/>
                    <a:gd name="connsiteX2353" fmla="*/ 568619 w 970672"/>
                    <a:gd name="connsiteY2353" fmla="*/ 40608 h 1161199"/>
                    <a:gd name="connsiteX2354" fmla="*/ 567079 w 970672"/>
                    <a:gd name="connsiteY2354" fmla="*/ 39914 h 1161199"/>
                    <a:gd name="connsiteX2355" fmla="*/ 565077 w 970672"/>
                    <a:gd name="connsiteY2355" fmla="*/ 40863 h 1161199"/>
                    <a:gd name="connsiteX2356" fmla="*/ 566963 w 970672"/>
                    <a:gd name="connsiteY2356" fmla="*/ 39370 h 1161199"/>
                    <a:gd name="connsiteX2357" fmla="*/ 565354 w 970672"/>
                    <a:gd name="connsiteY2357" fmla="*/ 35665 h 1161199"/>
                    <a:gd name="connsiteX2358" fmla="*/ 561697 w 970672"/>
                    <a:gd name="connsiteY2358" fmla="*/ 33072 h 1161199"/>
                    <a:gd name="connsiteX2359" fmla="*/ 559891 w 970672"/>
                    <a:gd name="connsiteY2359" fmla="*/ 30826 h 1161199"/>
                    <a:gd name="connsiteX2360" fmla="*/ 559578 w 970672"/>
                    <a:gd name="connsiteY2360" fmla="*/ 27724 h 1161199"/>
                    <a:gd name="connsiteX2361" fmla="*/ 559509 w 970672"/>
                    <a:gd name="connsiteY2361" fmla="*/ 26983 h 1161199"/>
                    <a:gd name="connsiteX2362" fmla="*/ 558675 w 970672"/>
                    <a:gd name="connsiteY2362" fmla="*/ 24610 h 1161199"/>
                    <a:gd name="connsiteX2363" fmla="*/ 557402 w 970672"/>
                    <a:gd name="connsiteY2363" fmla="*/ 24853 h 1161199"/>
                    <a:gd name="connsiteX2364" fmla="*/ 557980 w 970672"/>
                    <a:gd name="connsiteY2364" fmla="*/ 18556 h 1161199"/>
                    <a:gd name="connsiteX2365" fmla="*/ 546798 w 970672"/>
                    <a:gd name="connsiteY2365" fmla="*/ 9735 h 1161199"/>
                    <a:gd name="connsiteX2366" fmla="*/ 546544 w 970672"/>
                    <a:gd name="connsiteY2366" fmla="*/ 5823 h 1161199"/>
                    <a:gd name="connsiteX2367" fmla="*/ 547609 w 970672"/>
                    <a:gd name="connsiteY2367" fmla="*/ 5163 h 1161199"/>
                    <a:gd name="connsiteX2368" fmla="*/ 550005 w 970672"/>
                    <a:gd name="connsiteY2368" fmla="*/ 3936 h 1161199"/>
                    <a:gd name="connsiteX2369" fmla="*/ 559717 w 970672"/>
                    <a:gd name="connsiteY2369" fmla="*/ 7582 h 1161199"/>
                    <a:gd name="connsiteX2370" fmla="*/ 562368 w 970672"/>
                    <a:gd name="connsiteY2370" fmla="*/ 7061 h 1161199"/>
                    <a:gd name="connsiteX2371" fmla="*/ 562460 w 970672"/>
                    <a:gd name="connsiteY2371" fmla="*/ 7084 h 1161199"/>
                    <a:gd name="connsiteX2372" fmla="*/ 563884 w 970672"/>
                    <a:gd name="connsiteY2372" fmla="*/ 14516 h 1161199"/>
                    <a:gd name="connsiteX2373" fmla="*/ 565655 w 970672"/>
                    <a:gd name="connsiteY2373" fmla="*/ 15535 h 1161199"/>
                    <a:gd name="connsiteX2374" fmla="*/ 569070 w 970672"/>
                    <a:gd name="connsiteY2374" fmla="*/ 16299 h 1161199"/>
                    <a:gd name="connsiteX2375" fmla="*/ 572763 w 970672"/>
                    <a:gd name="connsiteY2375" fmla="*/ 15326 h 1161199"/>
                    <a:gd name="connsiteX2376" fmla="*/ 574523 w 970672"/>
                    <a:gd name="connsiteY2376" fmla="*/ 14875 h 1161199"/>
                    <a:gd name="connsiteX2377" fmla="*/ 578481 w 970672"/>
                    <a:gd name="connsiteY2377" fmla="*/ 14551 h 1161199"/>
                    <a:gd name="connsiteX2378" fmla="*/ 580461 w 970672"/>
                    <a:gd name="connsiteY2378" fmla="*/ 13347 h 1161199"/>
                    <a:gd name="connsiteX2379" fmla="*/ 582151 w 970672"/>
                    <a:gd name="connsiteY2379" fmla="*/ 13289 h 1161199"/>
                    <a:gd name="connsiteX2380" fmla="*/ 583366 w 970672"/>
                    <a:gd name="connsiteY2380" fmla="*/ 14458 h 1161199"/>
                    <a:gd name="connsiteX2381" fmla="*/ 585728 w 970672"/>
                    <a:gd name="connsiteY2381" fmla="*/ 18567 h 1161199"/>
                    <a:gd name="connsiteX2382" fmla="*/ 589062 w 970672"/>
                    <a:gd name="connsiteY2382" fmla="*/ 20107 h 1161199"/>
                    <a:gd name="connsiteX2383" fmla="*/ 595151 w 970672"/>
                    <a:gd name="connsiteY2383" fmla="*/ 21890 h 1161199"/>
                    <a:gd name="connsiteX2384" fmla="*/ 595579 w 970672"/>
                    <a:gd name="connsiteY2384" fmla="*/ 27724 h 1161199"/>
                    <a:gd name="connsiteX2385" fmla="*/ 595602 w 970672"/>
                    <a:gd name="connsiteY2385" fmla="*/ 27967 h 1161199"/>
                    <a:gd name="connsiteX2386" fmla="*/ 599387 w 970672"/>
                    <a:gd name="connsiteY2386" fmla="*/ 31729 h 1161199"/>
                    <a:gd name="connsiteX2387" fmla="*/ 600973 w 970672"/>
                    <a:gd name="connsiteY2387" fmla="*/ 31208 h 1161199"/>
                    <a:gd name="connsiteX2388" fmla="*/ 600487 w 970672"/>
                    <a:gd name="connsiteY2388" fmla="*/ 32285 h 1161199"/>
                    <a:gd name="connsiteX2389" fmla="*/ 605974 w 970672"/>
                    <a:gd name="connsiteY2389" fmla="*/ 34114 h 1161199"/>
                    <a:gd name="connsiteX2390" fmla="*/ 609806 w 970672"/>
                    <a:gd name="connsiteY2390" fmla="*/ 34531 h 1161199"/>
                    <a:gd name="connsiteX2391" fmla="*/ 618545 w 970672"/>
                    <a:gd name="connsiteY2391" fmla="*/ 34971 h 1161199"/>
                    <a:gd name="connsiteX2392" fmla="*/ 624623 w 970672"/>
                    <a:gd name="connsiteY2392" fmla="*/ 35538 h 1161199"/>
                    <a:gd name="connsiteX2393" fmla="*/ 631754 w 970672"/>
                    <a:gd name="connsiteY2393" fmla="*/ 34299 h 1161199"/>
                    <a:gd name="connsiteX2394" fmla="*/ 636060 w 970672"/>
                    <a:gd name="connsiteY2394" fmla="*/ 36753 h 1161199"/>
                    <a:gd name="connsiteX2395" fmla="*/ 640447 w 970672"/>
                    <a:gd name="connsiteY2395" fmla="*/ 36904 h 1161199"/>
                    <a:gd name="connsiteX2396" fmla="*/ 647613 w 970672"/>
                    <a:gd name="connsiteY2396" fmla="*/ 34809 h 1161199"/>
                    <a:gd name="connsiteX2397" fmla="*/ 656618 w 970672"/>
                    <a:gd name="connsiteY2397" fmla="*/ 31486 h 1161199"/>
                    <a:gd name="connsiteX2398" fmla="*/ 660288 w 970672"/>
                    <a:gd name="connsiteY2398" fmla="*/ 29576 h 1161199"/>
                    <a:gd name="connsiteX2399" fmla="*/ 664328 w 970672"/>
                    <a:gd name="connsiteY2399" fmla="*/ 27724 h 1161199"/>
                    <a:gd name="connsiteX2400" fmla="*/ 676379 w 970672"/>
                    <a:gd name="connsiteY2400" fmla="*/ 22179 h 1161199"/>
                    <a:gd name="connsiteX2401" fmla="*/ 675406 w 970672"/>
                    <a:gd name="connsiteY2401" fmla="*/ 24517 h 1161199"/>
                    <a:gd name="connsiteX2402" fmla="*/ 677455 w 970672"/>
                    <a:gd name="connsiteY2402" fmla="*/ 27724 h 1161199"/>
                    <a:gd name="connsiteX2403" fmla="*/ 678474 w 970672"/>
                    <a:gd name="connsiteY2403" fmla="*/ 29298 h 1161199"/>
                    <a:gd name="connsiteX2404" fmla="*/ 680002 w 970672"/>
                    <a:gd name="connsiteY2404" fmla="*/ 31694 h 1161199"/>
                    <a:gd name="connsiteX2405" fmla="*/ 680118 w 970672"/>
                    <a:gd name="connsiteY2405" fmla="*/ 31729 h 1161199"/>
                    <a:gd name="connsiteX2406" fmla="*/ 683637 w 970672"/>
                    <a:gd name="connsiteY2406" fmla="*/ 32840 h 1161199"/>
                    <a:gd name="connsiteX2407" fmla="*/ 684157 w 970672"/>
                    <a:gd name="connsiteY2407" fmla="*/ 33003 h 1161199"/>
                    <a:gd name="connsiteX2408" fmla="*/ 685315 w 970672"/>
                    <a:gd name="connsiteY2408" fmla="*/ 34670 h 1161199"/>
                    <a:gd name="connsiteX2409" fmla="*/ 685848 w 970672"/>
                    <a:gd name="connsiteY2409" fmla="*/ 35225 h 1161199"/>
                    <a:gd name="connsiteX2410" fmla="*/ 688672 w 970672"/>
                    <a:gd name="connsiteY2410" fmla="*/ 37679 h 1161199"/>
                    <a:gd name="connsiteX2411" fmla="*/ 688753 w 970672"/>
                    <a:gd name="connsiteY2411" fmla="*/ 37517 h 1161199"/>
                    <a:gd name="connsiteX2412" fmla="*/ 685419 w 970672"/>
                    <a:gd name="connsiteY2412" fmla="*/ 34577 h 1161199"/>
                    <a:gd name="connsiteX2413" fmla="*/ 684273 w 970672"/>
                    <a:gd name="connsiteY2413" fmla="*/ 32794 h 1161199"/>
                    <a:gd name="connsiteX2414" fmla="*/ 681032 w 970672"/>
                    <a:gd name="connsiteY2414" fmla="*/ 30282 h 1161199"/>
                    <a:gd name="connsiteX2415" fmla="*/ 681437 w 970672"/>
                    <a:gd name="connsiteY2415" fmla="*/ 27724 h 1161199"/>
                    <a:gd name="connsiteX2416" fmla="*/ 681530 w 970672"/>
                    <a:gd name="connsiteY2416" fmla="*/ 27088 h 1161199"/>
                    <a:gd name="connsiteX2417" fmla="*/ 681032 w 970672"/>
                    <a:gd name="connsiteY2417" fmla="*/ 27724 h 1161199"/>
                    <a:gd name="connsiteX2418" fmla="*/ 680071 w 970672"/>
                    <a:gd name="connsiteY2418" fmla="*/ 28928 h 1161199"/>
                    <a:gd name="connsiteX2419" fmla="*/ 678879 w 970672"/>
                    <a:gd name="connsiteY2419" fmla="*/ 27724 h 1161199"/>
                    <a:gd name="connsiteX2420" fmla="*/ 678474 w 970672"/>
                    <a:gd name="connsiteY2420" fmla="*/ 27296 h 1161199"/>
                    <a:gd name="connsiteX2421" fmla="*/ 677559 w 970672"/>
                    <a:gd name="connsiteY2421" fmla="*/ 26370 h 1161199"/>
                    <a:gd name="connsiteX2422" fmla="*/ 676066 w 970672"/>
                    <a:gd name="connsiteY2422" fmla="*/ 24274 h 1161199"/>
                    <a:gd name="connsiteX2423" fmla="*/ 678474 w 970672"/>
                    <a:gd name="connsiteY2423" fmla="*/ 21890 h 1161199"/>
                    <a:gd name="connsiteX2424" fmla="*/ 682919 w 970672"/>
                    <a:gd name="connsiteY2424" fmla="*/ 17503 h 1161199"/>
                    <a:gd name="connsiteX2425" fmla="*/ 698234 w 970672"/>
                    <a:gd name="connsiteY2425" fmla="*/ 13023 h 1161199"/>
                    <a:gd name="connsiteX2426" fmla="*/ 710365 w 970672"/>
                    <a:gd name="connsiteY2426" fmla="*/ 7698 h 1161199"/>
                    <a:gd name="connsiteX2427" fmla="*/ 727845 w 970672"/>
                    <a:gd name="connsiteY2427" fmla="*/ 2500 h 1161199"/>
                    <a:gd name="connsiteX2428" fmla="*/ 740590 w 970672"/>
                    <a:gd name="connsiteY2428" fmla="*/ 0 h 1161199"/>
                    <a:gd name="connsiteX2429" fmla="*/ 746795 w 970672"/>
                    <a:gd name="connsiteY2429" fmla="*/ 660 h 11611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  <a:cxn ang="0">
                      <a:pos x="connsiteX1420" y="connsiteY1420"/>
                    </a:cxn>
                    <a:cxn ang="0">
                      <a:pos x="connsiteX1421" y="connsiteY1421"/>
                    </a:cxn>
                    <a:cxn ang="0">
                      <a:pos x="connsiteX1422" y="connsiteY1422"/>
                    </a:cxn>
                    <a:cxn ang="0">
                      <a:pos x="connsiteX1423" y="connsiteY1423"/>
                    </a:cxn>
                    <a:cxn ang="0">
                      <a:pos x="connsiteX1424" y="connsiteY1424"/>
                    </a:cxn>
                    <a:cxn ang="0">
                      <a:pos x="connsiteX1425" y="connsiteY1425"/>
                    </a:cxn>
                    <a:cxn ang="0">
                      <a:pos x="connsiteX1426" y="connsiteY1426"/>
                    </a:cxn>
                    <a:cxn ang="0">
                      <a:pos x="connsiteX1427" y="connsiteY1427"/>
                    </a:cxn>
                    <a:cxn ang="0">
                      <a:pos x="connsiteX1428" y="connsiteY1428"/>
                    </a:cxn>
                    <a:cxn ang="0">
                      <a:pos x="connsiteX1429" y="connsiteY1429"/>
                    </a:cxn>
                    <a:cxn ang="0">
                      <a:pos x="connsiteX1430" y="connsiteY1430"/>
                    </a:cxn>
                    <a:cxn ang="0">
                      <a:pos x="connsiteX1431" y="connsiteY1431"/>
                    </a:cxn>
                    <a:cxn ang="0">
                      <a:pos x="connsiteX1432" y="connsiteY1432"/>
                    </a:cxn>
                    <a:cxn ang="0">
                      <a:pos x="connsiteX1433" y="connsiteY1433"/>
                    </a:cxn>
                    <a:cxn ang="0">
                      <a:pos x="connsiteX1434" y="connsiteY1434"/>
                    </a:cxn>
                    <a:cxn ang="0">
                      <a:pos x="connsiteX1435" y="connsiteY1435"/>
                    </a:cxn>
                    <a:cxn ang="0">
                      <a:pos x="connsiteX1436" y="connsiteY1436"/>
                    </a:cxn>
                    <a:cxn ang="0">
                      <a:pos x="connsiteX1437" y="connsiteY1437"/>
                    </a:cxn>
                    <a:cxn ang="0">
                      <a:pos x="connsiteX1438" y="connsiteY1438"/>
                    </a:cxn>
                    <a:cxn ang="0">
                      <a:pos x="connsiteX1439" y="connsiteY1439"/>
                    </a:cxn>
                    <a:cxn ang="0">
                      <a:pos x="connsiteX1440" y="connsiteY1440"/>
                    </a:cxn>
                    <a:cxn ang="0">
                      <a:pos x="connsiteX1441" y="connsiteY1441"/>
                    </a:cxn>
                    <a:cxn ang="0">
                      <a:pos x="connsiteX1442" y="connsiteY1442"/>
                    </a:cxn>
                    <a:cxn ang="0">
                      <a:pos x="connsiteX1443" y="connsiteY1443"/>
                    </a:cxn>
                    <a:cxn ang="0">
                      <a:pos x="connsiteX1444" y="connsiteY1444"/>
                    </a:cxn>
                    <a:cxn ang="0">
                      <a:pos x="connsiteX1445" y="connsiteY1445"/>
                    </a:cxn>
                    <a:cxn ang="0">
                      <a:pos x="connsiteX1446" y="connsiteY1446"/>
                    </a:cxn>
                    <a:cxn ang="0">
                      <a:pos x="connsiteX1447" y="connsiteY1447"/>
                    </a:cxn>
                    <a:cxn ang="0">
                      <a:pos x="connsiteX1448" y="connsiteY1448"/>
                    </a:cxn>
                    <a:cxn ang="0">
                      <a:pos x="connsiteX1449" y="connsiteY1449"/>
                    </a:cxn>
                    <a:cxn ang="0">
                      <a:pos x="connsiteX1450" y="connsiteY1450"/>
                    </a:cxn>
                    <a:cxn ang="0">
                      <a:pos x="connsiteX1451" y="connsiteY1451"/>
                    </a:cxn>
                    <a:cxn ang="0">
                      <a:pos x="connsiteX1452" y="connsiteY1452"/>
                    </a:cxn>
                    <a:cxn ang="0">
                      <a:pos x="connsiteX1453" y="connsiteY1453"/>
                    </a:cxn>
                    <a:cxn ang="0">
                      <a:pos x="connsiteX1454" y="connsiteY1454"/>
                    </a:cxn>
                    <a:cxn ang="0">
                      <a:pos x="connsiteX1455" y="connsiteY1455"/>
                    </a:cxn>
                    <a:cxn ang="0">
                      <a:pos x="connsiteX1456" y="connsiteY1456"/>
                    </a:cxn>
                    <a:cxn ang="0">
                      <a:pos x="connsiteX1457" y="connsiteY1457"/>
                    </a:cxn>
                    <a:cxn ang="0">
                      <a:pos x="connsiteX1458" y="connsiteY1458"/>
                    </a:cxn>
                    <a:cxn ang="0">
                      <a:pos x="connsiteX1459" y="connsiteY1459"/>
                    </a:cxn>
                    <a:cxn ang="0">
                      <a:pos x="connsiteX1460" y="connsiteY1460"/>
                    </a:cxn>
                    <a:cxn ang="0">
                      <a:pos x="connsiteX1461" y="connsiteY1461"/>
                    </a:cxn>
                    <a:cxn ang="0">
                      <a:pos x="connsiteX1462" y="connsiteY1462"/>
                    </a:cxn>
                    <a:cxn ang="0">
                      <a:pos x="connsiteX1463" y="connsiteY1463"/>
                    </a:cxn>
                    <a:cxn ang="0">
                      <a:pos x="connsiteX1464" y="connsiteY1464"/>
                    </a:cxn>
                    <a:cxn ang="0">
                      <a:pos x="connsiteX1465" y="connsiteY1465"/>
                    </a:cxn>
                    <a:cxn ang="0">
                      <a:pos x="connsiteX1466" y="connsiteY1466"/>
                    </a:cxn>
                    <a:cxn ang="0">
                      <a:pos x="connsiteX1467" y="connsiteY1467"/>
                    </a:cxn>
                    <a:cxn ang="0">
                      <a:pos x="connsiteX1468" y="connsiteY1468"/>
                    </a:cxn>
                    <a:cxn ang="0">
                      <a:pos x="connsiteX1469" y="connsiteY1469"/>
                    </a:cxn>
                    <a:cxn ang="0">
                      <a:pos x="connsiteX1470" y="connsiteY1470"/>
                    </a:cxn>
                    <a:cxn ang="0">
                      <a:pos x="connsiteX1471" y="connsiteY1471"/>
                    </a:cxn>
                    <a:cxn ang="0">
                      <a:pos x="connsiteX1472" y="connsiteY1472"/>
                    </a:cxn>
                    <a:cxn ang="0">
                      <a:pos x="connsiteX1473" y="connsiteY1473"/>
                    </a:cxn>
                    <a:cxn ang="0">
                      <a:pos x="connsiteX1474" y="connsiteY1474"/>
                    </a:cxn>
                    <a:cxn ang="0">
                      <a:pos x="connsiteX1475" y="connsiteY1475"/>
                    </a:cxn>
                    <a:cxn ang="0">
                      <a:pos x="connsiteX1476" y="connsiteY1476"/>
                    </a:cxn>
                    <a:cxn ang="0">
                      <a:pos x="connsiteX1477" y="connsiteY1477"/>
                    </a:cxn>
                    <a:cxn ang="0">
                      <a:pos x="connsiteX1478" y="connsiteY1478"/>
                    </a:cxn>
                    <a:cxn ang="0">
                      <a:pos x="connsiteX1479" y="connsiteY1479"/>
                    </a:cxn>
                    <a:cxn ang="0">
                      <a:pos x="connsiteX1480" y="connsiteY1480"/>
                    </a:cxn>
                    <a:cxn ang="0">
                      <a:pos x="connsiteX1481" y="connsiteY1481"/>
                    </a:cxn>
                    <a:cxn ang="0">
                      <a:pos x="connsiteX1482" y="connsiteY1482"/>
                    </a:cxn>
                    <a:cxn ang="0">
                      <a:pos x="connsiteX1483" y="connsiteY1483"/>
                    </a:cxn>
                    <a:cxn ang="0">
                      <a:pos x="connsiteX1484" y="connsiteY1484"/>
                    </a:cxn>
                    <a:cxn ang="0">
                      <a:pos x="connsiteX1485" y="connsiteY1485"/>
                    </a:cxn>
                    <a:cxn ang="0">
                      <a:pos x="connsiteX1486" y="connsiteY1486"/>
                    </a:cxn>
                    <a:cxn ang="0">
                      <a:pos x="connsiteX1487" y="connsiteY1487"/>
                    </a:cxn>
                    <a:cxn ang="0">
                      <a:pos x="connsiteX1488" y="connsiteY1488"/>
                    </a:cxn>
                    <a:cxn ang="0">
                      <a:pos x="connsiteX1489" y="connsiteY1489"/>
                    </a:cxn>
                    <a:cxn ang="0">
                      <a:pos x="connsiteX1490" y="connsiteY1490"/>
                    </a:cxn>
                    <a:cxn ang="0">
                      <a:pos x="connsiteX1491" y="connsiteY1491"/>
                    </a:cxn>
                    <a:cxn ang="0">
                      <a:pos x="connsiteX1492" y="connsiteY1492"/>
                    </a:cxn>
                    <a:cxn ang="0">
                      <a:pos x="connsiteX1493" y="connsiteY1493"/>
                    </a:cxn>
                    <a:cxn ang="0">
                      <a:pos x="connsiteX1494" y="connsiteY1494"/>
                    </a:cxn>
                    <a:cxn ang="0">
                      <a:pos x="connsiteX1495" y="connsiteY1495"/>
                    </a:cxn>
                    <a:cxn ang="0">
                      <a:pos x="connsiteX1496" y="connsiteY1496"/>
                    </a:cxn>
                    <a:cxn ang="0">
                      <a:pos x="connsiteX1497" y="connsiteY1497"/>
                    </a:cxn>
                    <a:cxn ang="0">
                      <a:pos x="connsiteX1498" y="connsiteY1498"/>
                    </a:cxn>
                    <a:cxn ang="0">
                      <a:pos x="connsiteX1499" y="connsiteY1499"/>
                    </a:cxn>
                    <a:cxn ang="0">
                      <a:pos x="connsiteX1500" y="connsiteY1500"/>
                    </a:cxn>
                    <a:cxn ang="0">
                      <a:pos x="connsiteX1501" y="connsiteY1501"/>
                    </a:cxn>
                    <a:cxn ang="0">
                      <a:pos x="connsiteX1502" y="connsiteY1502"/>
                    </a:cxn>
                    <a:cxn ang="0">
                      <a:pos x="connsiteX1503" y="connsiteY1503"/>
                    </a:cxn>
                    <a:cxn ang="0">
                      <a:pos x="connsiteX1504" y="connsiteY1504"/>
                    </a:cxn>
                    <a:cxn ang="0">
                      <a:pos x="connsiteX1505" y="connsiteY1505"/>
                    </a:cxn>
                    <a:cxn ang="0">
                      <a:pos x="connsiteX1506" y="connsiteY1506"/>
                    </a:cxn>
                    <a:cxn ang="0">
                      <a:pos x="connsiteX1507" y="connsiteY1507"/>
                    </a:cxn>
                    <a:cxn ang="0">
                      <a:pos x="connsiteX1508" y="connsiteY1508"/>
                    </a:cxn>
                    <a:cxn ang="0">
                      <a:pos x="connsiteX1509" y="connsiteY1509"/>
                    </a:cxn>
                    <a:cxn ang="0">
                      <a:pos x="connsiteX1510" y="connsiteY1510"/>
                    </a:cxn>
                    <a:cxn ang="0">
                      <a:pos x="connsiteX1511" y="connsiteY1511"/>
                    </a:cxn>
                    <a:cxn ang="0">
                      <a:pos x="connsiteX1512" y="connsiteY1512"/>
                    </a:cxn>
                    <a:cxn ang="0">
                      <a:pos x="connsiteX1513" y="connsiteY1513"/>
                    </a:cxn>
                    <a:cxn ang="0">
                      <a:pos x="connsiteX1514" y="connsiteY1514"/>
                    </a:cxn>
                    <a:cxn ang="0">
                      <a:pos x="connsiteX1515" y="connsiteY1515"/>
                    </a:cxn>
                    <a:cxn ang="0">
                      <a:pos x="connsiteX1516" y="connsiteY1516"/>
                    </a:cxn>
                    <a:cxn ang="0">
                      <a:pos x="connsiteX1517" y="connsiteY1517"/>
                    </a:cxn>
                    <a:cxn ang="0">
                      <a:pos x="connsiteX1518" y="connsiteY1518"/>
                    </a:cxn>
                    <a:cxn ang="0">
                      <a:pos x="connsiteX1519" y="connsiteY1519"/>
                    </a:cxn>
                    <a:cxn ang="0">
                      <a:pos x="connsiteX1520" y="connsiteY1520"/>
                    </a:cxn>
                    <a:cxn ang="0">
                      <a:pos x="connsiteX1521" y="connsiteY1521"/>
                    </a:cxn>
                    <a:cxn ang="0">
                      <a:pos x="connsiteX1522" y="connsiteY1522"/>
                    </a:cxn>
                    <a:cxn ang="0">
                      <a:pos x="connsiteX1523" y="connsiteY1523"/>
                    </a:cxn>
                    <a:cxn ang="0">
                      <a:pos x="connsiteX1524" y="connsiteY1524"/>
                    </a:cxn>
                    <a:cxn ang="0">
                      <a:pos x="connsiteX1525" y="connsiteY1525"/>
                    </a:cxn>
                    <a:cxn ang="0">
                      <a:pos x="connsiteX1526" y="connsiteY1526"/>
                    </a:cxn>
                    <a:cxn ang="0">
                      <a:pos x="connsiteX1527" y="connsiteY1527"/>
                    </a:cxn>
                    <a:cxn ang="0">
                      <a:pos x="connsiteX1528" y="connsiteY1528"/>
                    </a:cxn>
                    <a:cxn ang="0">
                      <a:pos x="connsiteX1529" y="connsiteY1529"/>
                    </a:cxn>
                    <a:cxn ang="0">
                      <a:pos x="connsiteX1530" y="connsiteY1530"/>
                    </a:cxn>
                    <a:cxn ang="0">
                      <a:pos x="connsiteX1531" y="connsiteY1531"/>
                    </a:cxn>
                    <a:cxn ang="0">
                      <a:pos x="connsiteX1532" y="connsiteY1532"/>
                    </a:cxn>
                    <a:cxn ang="0">
                      <a:pos x="connsiteX1533" y="connsiteY1533"/>
                    </a:cxn>
                    <a:cxn ang="0">
                      <a:pos x="connsiteX1534" y="connsiteY1534"/>
                    </a:cxn>
                    <a:cxn ang="0">
                      <a:pos x="connsiteX1535" y="connsiteY1535"/>
                    </a:cxn>
                    <a:cxn ang="0">
                      <a:pos x="connsiteX1536" y="connsiteY1536"/>
                    </a:cxn>
                    <a:cxn ang="0">
                      <a:pos x="connsiteX1537" y="connsiteY1537"/>
                    </a:cxn>
                    <a:cxn ang="0">
                      <a:pos x="connsiteX1538" y="connsiteY1538"/>
                    </a:cxn>
                    <a:cxn ang="0">
                      <a:pos x="connsiteX1539" y="connsiteY1539"/>
                    </a:cxn>
                    <a:cxn ang="0">
                      <a:pos x="connsiteX1540" y="connsiteY1540"/>
                    </a:cxn>
                    <a:cxn ang="0">
                      <a:pos x="connsiteX1541" y="connsiteY1541"/>
                    </a:cxn>
                    <a:cxn ang="0">
                      <a:pos x="connsiteX1542" y="connsiteY1542"/>
                    </a:cxn>
                    <a:cxn ang="0">
                      <a:pos x="connsiteX1543" y="connsiteY1543"/>
                    </a:cxn>
                    <a:cxn ang="0">
                      <a:pos x="connsiteX1544" y="connsiteY1544"/>
                    </a:cxn>
                    <a:cxn ang="0">
                      <a:pos x="connsiteX1545" y="connsiteY1545"/>
                    </a:cxn>
                    <a:cxn ang="0">
                      <a:pos x="connsiteX1546" y="connsiteY1546"/>
                    </a:cxn>
                    <a:cxn ang="0">
                      <a:pos x="connsiteX1547" y="connsiteY1547"/>
                    </a:cxn>
                    <a:cxn ang="0">
                      <a:pos x="connsiteX1548" y="connsiteY1548"/>
                    </a:cxn>
                    <a:cxn ang="0">
                      <a:pos x="connsiteX1549" y="connsiteY1549"/>
                    </a:cxn>
                    <a:cxn ang="0">
                      <a:pos x="connsiteX1550" y="connsiteY1550"/>
                    </a:cxn>
                    <a:cxn ang="0">
                      <a:pos x="connsiteX1551" y="connsiteY1551"/>
                    </a:cxn>
                    <a:cxn ang="0">
                      <a:pos x="connsiteX1552" y="connsiteY1552"/>
                    </a:cxn>
                    <a:cxn ang="0">
                      <a:pos x="connsiteX1553" y="connsiteY1553"/>
                    </a:cxn>
                    <a:cxn ang="0">
                      <a:pos x="connsiteX1554" y="connsiteY1554"/>
                    </a:cxn>
                    <a:cxn ang="0">
                      <a:pos x="connsiteX1555" y="connsiteY1555"/>
                    </a:cxn>
                    <a:cxn ang="0">
                      <a:pos x="connsiteX1556" y="connsiteY1556"/>
                    </a:cxn>
                    <a:cxn ang="0">
                      <a:pos x="connsiteX1557" y="connsiteY1557"/>
                    </a:cxn>
                    <a:cxn ang="0">
                      <a:pos x="connsiteX1558" y="connsiteY1558"/>
                    </a:cxn>
                    <a:cxn ang="0">
                      <a:pos x="connsiteX1559" y="connsiteY1559"/>
                    </a:cxn>
                    <a:cxn ang="0">
                      <a:pos x="connsiteX1560" y="connsiteY1560"/>
                    </a:cxn>
                    <a:cxn ang="0">
                      <a:pos x="connsiteX1561" y="connsiteY1561"/>
                    </a:cxn>
                    <a:cxn ang="0">
                      <a:pos x="connsiteX1562" y="connsiteY1562"/>
                    </a:cxn>
                    <a:cxn ang="0">
                      <a:pos x="connsiteX1563" y="connsiteY1563"/>
                    </a:cxn>
                    <a:cxn ang="0">
                      <a:pos x="connsiteX1564" y="connsiteY1564"/>
                    </a:cxn>
                    <a:cxn ang="0">
                      <a:pos x="connsiteX1565" y="connsiteY1565"/>
                    </a:cxn>
                    <a:cxn ang="0">
                      <a:pos x="connsiteX1566" y="connsiteY1566"/>
                    </a:cxn>
                    <a:cxn ang="0">
                      <a:pos x="connsiteX1567" y="connsiteY1567"/>
                    </a:cxn>
                    <a:cxn ang="0">
                      <a:pos x="connsiteX1568" y="connsiteY1568"/>
                    </a:cxn>
                    <a:cxn ang="0">
                      <a:pos x="connsiteX1569" y="connsiteY1569"/>
                    </a:cxn>
                    <a:cxn ang="0">
                      <a:pos x="connsiteX1570" y="connsiteY1570"/>
                    </a:cxn>
                    <a:cxn ang="0">
                      <a:pos x="connsiteX1571" y="connsiteY1571"/>
                    </a:cxn>
                    <a:cxn ang="0">
                      <a:pos x="connsiteX1572" y="connsiteY1572"/>
                    </a:cxn>
                    <a:cxn ang="0">
                      <a:pos x="connsiteX1573" y="connsiteY1573"/>
                    </a:cxn>
                    <a:cxn ang="0">
                      <a:pos x="connsiteX1574" y="connsiteY1574"/>
                    </a:cxn>
                    <a:cxn ang="0">
                      <a:pos x="connsiteX1575" y="connsiteY1575"/>
                    </a:cxn>
                    <a:cxn ang="0">
                      <a:pos x="connsiteX1576" y="connsiteY1576"/>
                    </a:cxn>
                    <a:cxn ang="0">
                      <a:pos x="connsiteX1577" y="connsiteY1577"/>
                    </a:cxn>
                    <a:cxn ang="0">
                      <a:pos x="connsiteX1578" y="connsiteY1578"/>
                    </a:cxn>
                    <a:cxn ang="0">
                      <a:pos x="connsiteX1579" y="connsiteY1579"/>
                    </a:cxn>
                    <a:cxn ang="0">
                      <a:pos x="connsiteX1580" y="connsiteY1580"/>
                    </a:cxn>
                    <a:cxn ang="0">
                      <a:pos x="connsiteX1581" y="connsiteY1581"/>
                    </a:cxn>
                    <a:cxn ang="0">
                      <a:pos x="connsiteX1582" y="connsiteY1582"/>
                    </a:cxn>
                    <a:cxn ang="0">
                      <a:pos x="connsiteX1583" y="connsiteY1583"/>
                    </a:cxn>
                    <a:cxn ang="0">
                      <a:pos x="connsiteX1584" y="connsiteY1584"/>
                    </a:cxn>
                    <a:cxn ang="0">
                      <a:pos x="connsiteX1585" y="connsiteY1585"/>
                    </a:cxn>
                    <a:cxn ang="0">
                      <a:pos x="connsiteX1586" y="connsiteY1586"/>
                    </a:cxn>
                    <a:cxn ang="0">
                      <a:pos x="connsiteX1587" y="connsiteY1587"/>
                    </a:cxn>
                    <a:cxn ang="0">
                      <a:pos x="connsiteX1588" y="connsiteY1588"/>
                    </a:cxn>
                    <a:cxn ang="0">
                      <a:pos x="connsiteX1589" y="connsiteY1589"/>
                    </a:cxn>
                    <a:cxn ang="0">
                      <a:pos x="connsiteX1590" y="connsiteY1590"/>
                    </a:cxn>
                    <a:cxn ang="0">
                      <a:pos x="connsiteX1591" y="connsiteY1591"/>
                    </a:cxn>
                    <a:cxn ang="0">
                      <a:pos x="connsiteX1592" y="connsiteY1592"/>
                    </a:cxn>
                    <a:cxn ang="0">
                      <a:pos x="connsiteX1593" y="connsiteY1593"/>
                    </a:cxn>
                    <a:cxn ang="0">
                      <a:pos x="connsiteX1594" y="connsiteY1594"/>
                    </a:cxn>
                    <a:cxn ang="0">
                      <a:pos x="connsiteX1595" y="connsiteY1595"/>
                    </a:cxn>
                    <a:cxn ang="0">
                      <a:pos x="connsiteX1596" y="connsiteY1596"/>
                    </a:cxn>
                    <a:cxn ang="0">
                      <a:pos x="connsiteX1597" y="connsiteY1597"/>
                    </a:cxn>
                    <a:cxn ang="0">
                      <a:pos x="connsiteX1598" y="connsiteY1598"/>
                    </a:cxn>
                    <a:cxn ang="0">
                      <a:pos x="connsiteX1599" y="connsiteY1599"/>
                    </a:cxn>
                    <a:cxn ang="0">
                      <a:pos x="connsiteX1600" y="connsiteY1600"/>
                    </a:cxn>
                    <a:cxn ang="0">
                      <a:pos x="connsiteX1601" y="connsiteY1601"/>
                    </a:cxn>
                    <a:cxn ang="0">
                      <a:pos x="connsiteX1602" y="connsiteY1602"/>
                    </a:cxn>
                    <a:cxn ang="0">
                      <a:pos x="connsiteX1603" y="connsiteY1603"/>
                    </a:cxn>
                    <a:cxn ang="0">
                      <a:pos x="connsiteX1604" y="connsiteY1604"/>
                    </a:cxn>
                    <a:cxn ang="0">
                      <a:pos x="connsiteX1605" y="connsiteY1605"/>
                    </a:cxn>
                    <a:cxn ang="0">
                      <a:pos x="connsiteX1606" y="connsiteY1606"/>
                    </a:cxn>
                    <a:cxn ang="0">
                      <a:pos x="connsiteX1607" y="connsiteY1607"/>
                    </a:cxn>
                    <a:cxn ang="0">
                      <a:pos x="connsiteX1608" y="connsiteY1608"/>
                    </a:cxn>
                    <a:cxn ang="0">
                      <a:pos x="connsiteX1609" y="connsiteY1609"/>
                    </a:cxn>
                    <a:cxn ang="0">
                      <a:pos x="connsiteX1610" y="connsiteY1610"/>
                    </a:cxn>
                    <a:cxn ang="0">
                      <a:pos x="connsiteX1611" y="connsiteY1611"/>
                    </a:cxn>
                    <a:cxn ang="0">
                      <a:pos x="connsiteX1612" y="connsiteY1612"/>
                    </a:cxn>
                    <a:cxn ang="0">
                      <a:pos x="connsiteX1613" y="connsiteY1613"/>
                    </a:cxn>
                    <a:cxn ang="0">
                      <a:pos x="connsiteX1614" y="connsiteY1614"/>
                    </a:cxn>
                    <a:cxn ang="0">
                      <a:pos x="connsiteX1615" y="connsiteY1615"/>
                    </a:cxn>
                    <a:cxn ang="0">
                      <a:pos x="connsiteX1616" y="connsiteY1616"/>
                    </a:cxn>
                    <a:cxn ang="0">
                      <a:pos x="connsiteX1617" y="connsiteY1617"/>
                    </a:cxn>
                    <a:cxn ang="0">
                      <a:pos x="connsiteX1618" y="connsiteY1618"/>
                    </a:cxn>
                    <a:cxn ang="0">
                      <a:pos x="connsiteX1619" y="connsiteY1619"/>
                    </a:cxn>
                    <a:cxn ang="0">
                      <a:pos x="connsiteX1620" y="connsiteY1620"/>
                    </a:cxn>
                    <a:cxn ang="0">
                      <a:pos x="connsiteX1621" y="connsiteY1621"/>
                    </a:cxn>
                    <a:cxn ang="0">
                      <a:pos x="connsiteX1622" y="connsiteY1622"/>
                    </a:cxn>
                    <a:cxn ang="0">
                      <a:pos x="connsiteX1623" y="connsiteY1623"/>
                    </a:cxn>
                    <a:cxn ang="0">
                      <a:pos x="connsiteX1624" y="connsiteY1624"/>
                    </a:cxn>
                    <a:cxn ang="0">
                      <a:pos x="connsiteX1625" y="connsiteY1625"/>
                    </a:cxn>
                    <a:cxn ang="0">
                      <a:pos x="connsiteX1626" y="connsiteY1626"/>
                    </a:cxn>
                    <a:cxn ang="0">
                      <a:pos x="connsiteX1627" y="connsiteY1627"/>
                    </a:cxn>
                    <a:cxn ang="0">
                      <a:pos x="connsiteX1628" y="connsiteY1628"/>
                    </a:cxn>
                    <a:cxn ang="0">
                      <a:pos x="connsiteX1629" y="connsiteY1629"/>
                    </a:cxn>
                    <a:cxn ang="0">
                      <a:pos x="connsiteX1630" y="connsiteY1630"/>
                    </a:cxn>
                    <a:cxn ang="0">
                      <a:pos x="connsiteX1631" y="connsiteY1631"/>
                    </a:cxn>
                    <a:cxn ang="0">
                      <a:pos x="connsiteX1632" y="connsiteY1632"/>
                    </a:cxn>
                    <a:cxn ang="0">
                      <a:pos x="connsiteX1633" y="connsiteY1633"/>
                    </a:cxn>
                    <a:cxn ang="0">
                      <a:pos x="connsiteX1634" y="connsiteY1634"/>
                    </a:cxn>
                    <a:cxn ang="0">
                      <a:pos x="connsiteX1635" y="connsiteY1635"/>
                    </a:cxn>
                    <a:cxn ang="0">
                      <a:pos x="connsiteX1636" y="connsiteY1636"/>
                    </a:cxn>
                    <a:cxn ang="0">
                      <a:pos x="connsiteX1637" y="connsiteY1637"/>
                    </a:cxn>
                    <a:cxn ang="0">
                      <a:pos x="connsiteX1638" y="connsiteY1638"/>
                    </a:cxn>
                    <a:cxn ang="0">
                      <a:pos x="connsiteX1639" y="connsiteY1639"/>
                    </a:cxn>
                    <a:cxn ang="0">
                      <a:pos x="connsiteX1640" y="connsiteY1640"/>
                    </a:cxn>
                    <a:cxn ang="0">
                      <a:pos x="connsiteX1641" y="connsiteY1641"/>
                    </a:cxn>
                    <a:cxn ang="0">
                      <a:pos x="connsiteX1642" y="connsiteY1642"/>
                    </a:cxn>
                    <a:cxn ang="0">
                      <a:pos x="connsiteX1643" y="connsiteY1643"/>
                    </a:cxn>
                    <a:cxn ang="0">
                      <a:pos x="connsiteX1644" y="connsiteY1644"/>
                    </a:cxn>
                    <a:cxn ang="0">
                      <a:pos x="connsiteX1645" y="connsiteY1645"/>
                    </a:cxn>
                    <a:cxn ang="0">
                      <a:pos x="connsiteX1646" y="connsiteY1646"/>
                    </a:cxn>
                    <a:cxn ang="0">
                      <a:pos x="connsiteX1647" y="connsiteY1647"/>
                    </a:cxn>
                    <a:cxn ang="0">
                      <a:pos x="connsiteX1648" y="connsiteY1648"/>
                    </a:cxn>
                    <a:cxn ang="0">
                      <a:pos x="connsiteX1649" y="connsiteY1649"/>
                    </a:cxn>
                    <a:cxn ang="0">
                      <a:pos x="connsiteX1650" y="connsiteY1650"/>
                    </a:cxn>
                    <a:cxn ang="0">
                      <a:pos x="connsiteX1651" y="connsiteY1651"/>
                    </a:cxn>
                    <a:cxn ang="0">
                      <a:pos x="connsiteX1652" y="connsiteY1652"/>
                    </a:cxn>
                    <a:cxn ang="0">
                      <a:pos x="connsiteX1653" y="connsiteY1653"/>
                    </a:cxn>
                    <a:cxn ang="0">
                      <a:pos x="connsiteX1654" y="connsiteY1654"/>
                    </a:cxn>
                    <a:cxn ang="0">
                      <a:pos x="connsiteX1655" y="connsiteY1655"/>
                    </a:cxn>
                    <a:cxn ang="0">
                      <a:pos x="connsiteX1656" y="connsiteY1656"/>
                    </a:cxn>
                    <a:cxn ang="0">
                      <a:pos x="connsiteX1657" y="connsiteY1657"/>
                    </a:cxn>
                    <a:cxn ang="0">
                      <a:pos x="connsiteX1658" y="connsiteY1658"/>
                    </a:cxn>
                    <a:cxn ang="0">
                      <a:pos x="connsiteX1659" y="connsiteY1659"/>
                    </a:cxn>
                    <a:cxn ang="0">
                      <a:pos x="connsiteX1660" y="connsiteY1660"/>
                    </a:cxn>
                    <a:cxn ang="0">
                      <a:pos x="connsiteX1661" y="connsiteY1661"/>
                    </a:cxn>
                    <a:cxn ang="0">
                      <a:pos x="connsiteX1662" y="connsiteY1662"/>
                    </a:cxn>
                    <a:cxn ang="0">
                      <a:pos x="connsiteX1663" y="connsiteY1663"/>
                    </a:cxn>
                    <a:cxn ang="0">
                      <a:pos x="connsiteX1664" y="connsiteY1664"/>
                    </a:cxn>
                    <a:cxn ang="0">
                      <a:pos x="connsiteX1665" y="connsiteY1665"/>
                    </a:cxn>
                    <a:cxn ang="0">
                      <a:pos x="connsiteX1666" y="connsiteY1666"/>
                    </a:cxn>
                    <a:cxn ang="0">
                      <a:pos x="connsiteX1667" y="connsiteY1667"/>
                    </a:cxn>
                    <a:cxn ang="0">
                      <a:pos x="connsiteX1668" y="connsiteY1668"/>
                    </a:cxn>
                    <a:cxn ang="0">
                      <a:pos x="connsiteX1669" y="connsiteY1669"/>
                    </a:cxn>
                    <a:cxn ang="0">
                      <a:pos x="connsiteX1670" y="connsiteY1670"/>
                    </a:cxn>
                    <a:cxn ang="0">
                      <a:pos x="connsiteX1671" y="connsiteY1671"/>
                    </a:cxn>
                    <a:cxn ang="0">
                      <a:pos x="connsiteX1672" y="connsiteY1672"/>
                    </a:cxn>
                    <a:cxn ang="0">
                      <a:pos x="connsiteX1673" y="connsiteY1673"/>
                    </a:cxn>
                    <a:cxn ang="0">
                      <a:pos x="connsiteX1674" y="connsiteY1674"/>
                    </a:cxn>
                    <a:cxn ang="0">
                      <a:pos x="connsiteX1675" y="connsiteY1675"/>
                    </a:cxn>
                    <a:cxn ang="0">
                      <a:pos x="connsiteX1676" y="connsiteY1676"/>
                    </a:cxn>
                    <a:cxn ang="0">
                      <a:pos x="connsiteX1677" y="connsiteY1677"/>
                    </a:cxn>
                    <a:cxn ang="0">
                      <a:pos x="connsiteX1678" y="connsiteY1678"/>
                    </a:cxn>
                    <a:cxn ang="0">
                      <a:pos x="connsiteX1679" y="connsiteY1679"/>
                    </a:cxn>
                    <a:cxn ang="0">
                      <a:pos x="connsiteX1680" y="connsiteY1680"/>
                    </a:cxn>
                    <a:cxn ang="0">
                      <a:pos x="connsiteX1681" y="connsiteY1681"/>
                    </a:cxn>
                    <a:cxn ang="0">
                      <a:pos x="connsiteX1682" y="connsiteY1682"/>
                    </a:cxn>
                    <a:cxn ang="0">
                      <a:pos x="connsiteX1683" y="connsiteY1683"/>
                    </a:cxn>
                    <a:cxn ang="0">
                      <a:pos x="connsiteX1684" y="connsiteY1684"/>
                    </a:cxn>
                    <a:cxn ang="0">
                      <a:pos x="connsiteX1685" y="connsiteY1685"/>
                    </a:cxn>
                    <a:cxn ang="0">
                      <a:pos x="connsiteX1686" y="connsiteY1686"/>
                    </a:cxn>
                    <a:cxn ang="0">
                      <a:pos x="connsiteX1687" y="connsiteY1687"/>
                    </a:cxn>
                    <a:cxn ang="0">
                      <a:pos x="connsiteX1688" y="connsiteY1688"/>
                    </a:cxn>
                    <a:cxn ang="0">
                      <a:pos x="connsiteX1689" y="connsiteY1689"/>
                    </a:cxn>
                    <a:cxn ang="0">
                      <a:pos x="connsiteX1690" y="connsiteY1690"/>
                    </a:cxn>
                    <a:cxn ang="0">
                      <a:pos x="connsiteX1691" y="connsiteY1691"/>
                    </a:cxn>
                    <a:cxn ang="0">
                      <a:pos x="connsiteX1692" y="connsiteY1692"/>
                    </a:cxn>
                    <a:cxn ang="0">
                      <a:pos x="connsiteX1693" y="connsiteY1693"/>
                    </a:cxn>
                    <a:cxn ang="0">
                      <a:pos x="connsiteX1694" y="connsiteY1694"/>
                    </a:cxn>
                    <a:cxn ang="0">
                      <a:pos x="connsiteX1695" y="connsiteY1695"/>
                    </a:cxn>
                    <a:cxn ang="0">
                      <a:pos x="connsiteX1696" y="connsiteY1696"/>
                    </a:cxn>
                    <a:cxn ang="0">
                      <a:pos x="connsiteX1697" y="connsiteY1697"/>
                    </a:cxn>
                    <a:cxn ang="0">
                      <a:pos x="connsiteX1698" y="connsiteY1698"/>
                    </a:cxn>
                    <a:cxn ang="0">
                      <a:pos x="connsiteX1699" y="connsiteY1699"/>
                    </a:cxn>
                    <a:cxn ang="0">
                      <a:pos x="connsiteX1700" y="connsiteY1700"/>
                    </a:cxn>
                    <a:cxn ang="0">
                      <a:pos x="connsiteX1701" y="connsiteY1701"/>
                    </a:cxn>
                    <a:cxn ang="0">
                      <a:pos x="connsiteX1702" y="connsiteY1702"/>
                    </a:cxn>
                    <a:cxn ang="0">
                      <a:pos x="connsiteX1703" y="connsiteY1703"/>
                    </a:cxn>
                    <a:cxn ang="0">
                      <a:pos x="connsiteX1704" y="connsiteY1704"/>
                    </a:cxn>
                    <a:cxn ang="0">
                      <a:pos x="connsiteX1705" y="connsiteY1705"/>
                    </a:cxn>
                    <a:cxn ang="0">
                      <a:pos x="connsiteX1706" y="connsiteY1706"/>
                    </a:cxn>
                    <a:cxn ang="0">
                      <a:pos x="connsiteX1707" y="connsiteY1707"/>
                    </a:cxn>
                    <a:cxn ang="0">
                      <a:pos x="connsiteX1708" y="connsiteY1708"/>
                    </a:cxn>
                    <a:cxn ang="0">
                      <a:pos x="connsiteX1709" y="connsiteY1709"/>
                    </a:cxn>
                    <a:cxn ang="0">
                      <a:pos x="connsiteX1710" y="connsiteY1710"/>
                    </a:cxn>
                    <a:cxn ang="0">
                      <a:pos x="connsiteX1711" y="connsiteY1711"/>
                    </a:cxn>
                    <a:cxn ang="0">
                      <a:pos x="connsiteX1712" y="connsiteY1712"/>
                    </a:cxn>
                    <a:cxn ang="0">
                      <a:pos x="connsiteX1713" y="connsiteY1713"/>
                    </a:cxn>
                    <a:cxn ang="0">
                      <a:pos x="connsiteX1714" y="connsiteY1714"/>
                    </a:cxn>
                    <a:cxn ang="0">
                      <a:pos x="connsiteX1715" y="connsiteY1715"/>
                    </a:cxn>
                    <a:cxn ang="0">
                      <a:pos x="connsiteX1716" y="connsiteY1716"/>
                    </a:cxn>
                    <a:cxn ang="0">
                      <a:pos x="connsiteX1717" y="connsiteY1717"/>
                    </a:cxn>
                    <a:cxn ang="0">
                      <a:pos x="connsiteX1718" y="connsiteY1718"/>
                    </a:cxn>
                    <a:cxn ang="0">
                      <a:pos x="connsiteX1719" y="connsiteY1719"/>
                    </a:cxn>
                    <a:cxn ang="0">
                      <a:pos x="connsiteX1720" y="connsiteY1720"/>
                    </a:cxn>
                    <a:cxn ang="0">
                      <a:pos x="connsiteX1721" y="connsiteY1721"/>
                    </a:cxn>
                    <a:cxn ang="0">
                      <a:pos x="connsiteX1722" y="connsiteY1722"/>
                    </a:cxn>
                    <a:cxn ang="0">
                      <a:pos x="connsiteX1723" y="connsiteY1723"/>
                    </a:cxn>
                    <a:cxn ang="0">
                      <a:pos x="connsiteX1724" y="connsiteY1724"/>
                    </a:cxn>
                    <a:cxn ang="0">
                      <a:pos x="connsiteX1725" y="connsiteY1725"/>
                    </a:cxn>
                    <a:cxn ang="0">
                      <a:pos x="connsiteX1726" y="connsiteY1726"/>
                    </a:cxn>
                    <a:cxn ang="0">
                      <a:pos x="connsiteX1727" y="connsiteY1727"/>
                    </a:cxn>
                    <a:cxn ang="0">
                      <a:pos x="connsiteX1728" y="connsiteY1728"/>
                    </a:cxn>
                    <a:cxn ang="0">
                      <a:pos x="connsiteX1729" y="connsiteY1729"/>
                    </a:cxn>
                    <a:cxn ang="0">
                      <a:pos x="connsiteX1730" y="connsiteY1730"/>
                    </a:cxn>
                    <a:cxn ang="0">
                      <a:pos x="connsiteX1731" y="connsiteY1731"/>
                    </a:cxn>
                    <a:cxn ang="0">
                      <a:pos x="connsiteX1732" y="connsiteY1732"/>
                    </a:cxn>
                    <a:cxn ang="0">
                      <a:pos x="connsiteX1733" y="connsiteY1733"/>
                    </a:cxn>
                    <a:cxn ang="0">
                      <a:pos x="connsiteX1734" y="connsiteY1734"/>
                    </a:cxn>
                    <a:cxn ang="0">
                      <a:pos x="connsiteX1735" y="connsiteY1735"/>
                    </a:cxn>
                    <a:cxn ang="0">
                      <a:pos x="connsiteX1736" y="connsiteY1736"/>
                    </a:cxn>
                    <a:cxn ang="0">
                      <a:pos x="connsiteX1737" y="connsiteY1737"/>
                    </a:cxn>
                    <a:cxn ang="0">
                      <a:pos x="connsiteX1738" y="connsiteY1738"/>
                    </a:cxn>
                    <a:cxn ang="0">
                      <a:pos x="connsiteX1739" y="connsiteY1739"/>
                    </a:cxn>
                    <a:cxn ang="0">
                      <a:pos x="connsiteX1740" y="connsiteY1740"/>
                    </a:cxn>
                    <a:cxn ang="0">
                      <a:pos x="connsiteX1741" y="connsiteY1741"/>
                    </a:cxn>
                    <a:cxn ang="0">
                      <a:pos x="connsiteX1742" y="connsiteY1742"/>
                    </a:cxn>
                    <a:cxn ang="0">
                      <a:pos x="connsiteX1743" y="connsiteY1743"/>
                    </a:cxn>
                    <a:cxn ang="0">
                      <a:pos x="connsiteX1744" y="connsiteY1744"/>
                    </a:cxn>
                    <a:cxn ang="0">
                      <a:pos x="connsiteX1745" y="connsiteY1745"/>
                    </a:cxn>
                    <a:cxn ang="0">
                      <a:pos x="connsiteX1746" y="connsiteY1746"/>
                    </a:cxn>
                    <a:cxn ang="0">
                      <a:pos x="connsiteX1747" y="connsiteY1747"/>
                    </a:cxn>
                    <a:cxn ang="0">
                      <a:pos x="connsiteX1748" y="connsiteY1748"/>
                    </a:cxn>
                    <a:cxn ang="0">
                      <a:pos x="connsiteX1749" y="connsiteY1749"/>
                    </a:cxn>
                    <a:cxn ang="0">
                      <a:pos x="connsiteX1750" y="connsiteY1750"/>
                    </a:cxn>
                    <a:cxn ang="0">
                      <a:pos x="connsiteX1751" y="connsiteY1751"/>
                    </a:cxn>
                    <a:cxn ang="0">
                      <a:pos x="connsiteX1752" y="connsiteY1752"/>
                    </a:cxn>
                    <a:cxn ang="0">
                      <a:pos x="connsiteX1753" y="connsiteY1753"/>
                    </a:cxn>
                    <a:cxn ang="0">
                      <a:pos x="connsiteX1754" y="connsiteY1754"/>
                    </a:cxn>
                    <a:cxn ang="0">
                      <a:pos x="connsiteX1755" y="connsiteY1755"/>
                    </a:cxn>
                    <a:cxn ang="0">
                      <a:pos x="connsiteX1756" y="connsiteY1756"/>
                    </a:cxn>
                    <a:cxn ang="0">
                      <a:pos x="connsiteX1757" y="connsiteY1757"/>
                    </a:cxn>
                    <a:cxn ang="0">
                      <a:pos x="connsiteX1758" y="connsiteY1758"/>
                    </a:cxn>
                    <a:cxn ang="0">
                      <a:pos x="connsiteX1759" y="connsiteY1759"/>
                    </a:cxn>
                    <a:cxn ang="0">
                      <a:pos x="connsiteX1760" y="connsiteY1760"/>
                    </a:cxn>
                    <a:cxn ang="0">
                      <a:pos x="connsiteX1761" y="connsiteY1761"/>
                    </a:cxn>
                    <a:cxn ang="0">
                      <a:pos x="connsiteX1762" y="connsiteY1762"/>
                    </a:cxn>
                    <a:cxn ang="0">
                      <a:pos x="connsiteX1763" y="connsiteY1763"/>
                    </a:cxn>
                    <a:cxn ang="0">
                      <a:pos x="connsiteX1764" y="connsiteY1764"/>
                    </a:cxn>
                    <a:cxn ang="0">
                      <a:pos x="connsiteX1765" y="connsiteY1765"/>
                    </a:cxn>
                    <a:cxn ang="0">
                      <a:pos x="connsiteX1766" y="connsiteY1766"/>
                    </a:cxn>
                    <a:cxn ang="0">
                      <a:pos x="connsiteX1767" y="connsiteY1767"/>
                    </a:cxn>
                    <a:cxn ang="0">
                      <a:pos x="connsiteX1768" y="connsiteY1768"/>
                    </a:cxn>
                    <a:cxn ang="0">
                      <a:pos x="connsiteX1769" y="connsiteY1769"/>
                    </a:cxn>
                    <a:cxn ang="0">
                      <a:pos x="connsiteX1770" y="connsiteY1770"/>
                    </a:cxn>
                    <a:cxn ang="0">
                      <a:pos x="connsiteX1771" y="connsiteY1771"/>
                    </a:cxn>
                    <a:cxn ang="0">
                      <a:pos x="connsiteX1772" y="connsiteY1772"/>
                    </a:cxn>
                    <a:cxn ang="0">
                      <a:pos x="connsiteX1773" y="connsiteY1773"/>
                    </a:cxn>
                    <a:cxn ang="0">
                      <a:pos x="connsiteX1774" y="connsiteY1774"/>
                    </a:cxn>
                    <a:cxn ang="0">
                      <a:pos x="connsiteX1775" y="connsiteY1775"/>
                    </a:cxn>
                    <a:cxn ang="0">
                      <a:pos x="connsiteX1776" y="connsiteY1776"/>
                    </a:cxn>
                    <a:cxn ang="0">
                      <a:pos x="connsiteX1777" y="connsiteY1777"/>
                    </a:cxn>
                    <a:cxn ang="0">
                      <a:pos x="connsiteX1778" y="connsiteY1778"/>
                    </a:cxn>
                    <a:cxn ang="0">
                      <a:pos x="connsiteX1779" y="connsiteY1779"/>
                    </a:cxn>
                    <a:cxn ang="0">
                      <a:pos x="connsiteX1780" y="connsiteY1780"/>
                    </a:cxn>
                    <a:cxn ang="0">
                      <a:pos x="connsiteX1781" y="connsiteY1781"/>
                    </a:cxn>
                    <a:cxn ang="0">
                      <a:pos x="connsiteX1782" y="connsiteY1782"/>
                    </a:cxn>
                    <a:cxn ang="0">
                      <a:pos x="connsiteX1783" y="connsiteY1783"/>
                    </a:cxn>
                    <a:cxn ang="0">
                      <a:pos x="connsiteX1784" y="connsiteY1784"/>
                    </a:cxn>
                    <a:cxn ang="0">
                      <a:pos x="connsiteX1785" y="connsiteY1785"/>
                    </a:cxn>
                    <a:cxn ang="0">
                      <a:pos x="connsiteX1786" y="connsiteY1786"/>
                    </a:cxn>
                    <a:cxn ang="0">
                      <a:pos x="connsiteX1787" y="connsiteY1787"/>
                    </a:cxn>
                    <a:cxn ang="0">
                      <a:pos x="connsiteX1788" y="connsiteY1788"/>
                    </a:cxn>
                    <a:cxn ang="0">
                      <a:pos x="connsiteX1789" y="connsiteY1789"/>
                    </a:cxn>
                    <a:cxn ang="0">
                      <a:pos x="connsiteX1790" y="connsiteY1790"/>
                    </a:cxn>
                    <a:cxn ang="0">
                      <a:pos x="connsiteX1791" y="connsiteY1791"/>
                    </a:cxn>
                    <a:cxn ang="0">
                      <a:pos x="connsiteX1792" y="connsiteY1792"/>
                    </a:cxn>
                    <a:cxn ang="0">
                      <a:pos x="connsiteX1793" y="connsiteY1793"/>
                    </a:cxn>
                    <a:cxn ang="0">
                      <a:pos x="connsiteX1794" y="connsiteY1794"/>
                    </a:cxn>
                    <a:cxn ang="0">
                      <a:pos x="connsiteX1795" y="connsiteY1795"/>
                    </a:cxn>
                    <a:cxn ang="0">
                      <a:pos x="connsiteX1796" y="connsiteY1796"/>
                    </a:cxn>
                    <a:cxn ang="0">
                      <a:pos x="connsiteX1797" y="connsiteY1797"/>
                    </a:cxn>
                    <a:cxn ang="0">
                      <a:pos x="connsiteX1798" y="connsiteY1798"/>
                    </a:cxn>
                    <a:cxn ang="0">
                      <a:pos x="connsiteX1799" y="connsiteY1799"/>
                    </a:cxn>
                    <a:cxn ang="0">
                      <a:pos x="connsiteX1800" y="connsiteY1800"/>
                    </a:cxn>
                    <a:cxn ang="0">
                      <a:pos x="connsiteX1801" y="connsiteY1801"/>
                    </a:cxn>
                    <a:cxn ang="0">
                      <a:pos x="connsiteX1802" y="connsiteY1802"/>
                    </a:cxn>
                    <a:cxn ang="0">
                      <a:pos x="connsiteX1803" y="connsiteY1803"/>
                    </a:cxn>
                    <a:cxn ang="0">
                      <a:pos x="connsiteX1804" y="connsiteY1804"/>
                    </a:cxn>
                    <a:cxn ang="0">
                      <a:pos x="connsiteX1805" y="connsiteY1805"/>
                    </a:cxn>
                    <a:cxn ang="0">
                      <a:pos x="connsiteX1806" y="connsiteY1806"/>
                    </a:cxn>
                    <a:cxn ang="0">
                      <a:pos x="connsiteX1807" y="connsiteY1807"/>
                    </a:cxn>
                    <a:cxn ang="0">
                      <a:pos x="connsiteX1808" y="connsiteY1808"/>
                    </a:cxn>
                    <a:cxn ang="0">
                      <a:pos x="connsiteX1809" y="connsiteY1809"/>
                    </a:cxn>
                    <a:cxn ang="0">
                      <a:pos x="connsiteX1810" y="connsiteY1810"/>
                    </a:cxn>
                    <a:cxn ang="0">
                      <a:pos x="connsiteX1811" y="connsiteY1811"/>
                    </a:cxn>
                    <a:cxn ang="0">
                      <a:pos x="connsiteX1812" y="connsiteY1812"/>
                    </a:cxn>
                    <a:cxn ang="0">
                      <a:pos x="connsiteX1813" y="connsiteY1813"/>
                    </a:cxn>
                    <a:cxn ang="0">
                      <a:pos x="connsiteX1814" y="connsiteY1814"/>
                    </a:cxn>
                    <a:cxn ang="0">
                      <a:pos x="connsiteX1815" y="connsiteY1815"/>
                    </a:cxn>
                    <a:cxn ang="0">
                      <a:pos x="connsiteX1816" y="connsiteY1816"/>
                    </a:cxn>
                    <a:cxn ang="0">
                      <a:pos x="connsiteX1817" y="connsiteY1817"/>
                    </a:cxn>
                    <a:cxn ang="0">
                      <a:pos x="connsiteX1818" y="connsiteY1818"/>
                    </a:cxn>
                    <a:cxn ang="0">
                      <a:pos x="connsiteX1819" y="connsiteY1819"/>
                    </a:cxn>
                    <a:cxn ang="0">
                      <a:pos x="connsiteX1820" y="connsiteY1820"/>
                    </a:cxn>
                    <a:cxn ang="0">
                      <a:pos x="connsiteX1821" y="connsiteY1821"/>
                    </a:cxn>
                    <a:cxn ang="0">
                      <a:pos x="connsiteX1822" y="connsiteY1822"/>
                    </a:cxn>
                    <a:cxn ang="0">
                      <a:pos x="connsiteX1823" y="connsiteY1823"/>
                    </a:cxn>
                    <a:cxn ang="0">
                      <a:pos x="connsiteX1824" y="connsiteY1824"/>
                    </a:cxn>
                    <a:cxn ang="0">
                      <a:pos x="connsiteX1825" y="connsiteY1825"/>
                    </a:cxn>
                    <a:cxn ang="0">
                      <a:pos x="connsiteX1826" y="connsiteY1826"/>
                    </a:cxn>
                    <a:cxn ang="0">
                      <a:pos x="connsiteX1827" y="connsiteY1827"/>
                    </a:cxn>
                    <a:cxn ang="0">
                      <a:pos x="connsiteX1828" y="connsiteY1828"/>
                    </a:cxn>
                    <a:cxn ang="0">
                      <a:pos x="connsiteX1829" y="connsiteY1829"/>
                    </a:cxn>
                    <a:cxn ang="0">
                      <a:pos x="connsiteX1830" y="connsiteY1830"/>
                    </a:cxn>
                    <a:cxn ang="0">
                      <a:pos x="connsiteX1831" y="connsiteY1831"/>
                    </a:cxn>
                    <a:cxn ang="0">
                      <a:pos x="connsiteX1832" y="connsiteY1832"/>
                    </a:cxn>
                    <a:cxn ang="0">
                      <a:pos x="connsiteX1833" y="connsiteY1833"/>
                    </a:cxn>
                    <a:cxn ang="0">
                      <a:pos x="connsiteX1834" y="connsiteY1834"/>
                    </a:cxn>
                    <a:cxn ang="0">
                      <a:pos x="connsiteX1835" y="connsiteY1835"/>
                    </a:cxn>
                    <a:cxn ang="0">
                      <a:pos x="connsiteX1836" y="connsiteY1836"/>
                    </a:cxn>
                    <a:cxn ang="0">
                      <a:pos x="connsiteX1837" y="connsiteY1837"/>
                    </a:cxn>
                    <a:cxn ang="0">
                      <a:pos x="connsiteX1838" y="connsiteY1838"/>
                    </a:cxn>
                    <a:cxn ang="0">
                      <a:pos x="connsiteX1839" y="connsiteY1839"/>
                    </a:cxn>
                    <a:cxn ang="0">
                      <a:pos x="connsiteX1840" y="connsiteY1840"/>
                    </a:cxn>
                    <a:cxn ang="0">
                      <a:pos x="connsiteX1841" y="connsiteY1841"/>
                    </a:cxn>
                    <a:cxn ang="0">
                      <a:pos x="connsiteX1842" y="connsiteY1842"/>
                    </a:cxn>
                    <a:cxn ang="0">
                      <a:pos x="connsiteX1843" y="connsiteY1843"/>
                    </a:cxn>
                    <a:cxn ang="0">
                      <a:pos x="connsiteX1844" y="connsiteY1844"/>
                    </a:cxn>
                    <a:cxn ang="0">
                      <a:pos x="connsiteX1845" y="connsiteY1845"/>
                    </a:cxn>
                    <a:cxn ang="0">
                      <a:pos x="connsiteX1846" y="connsiteY1846"/>
                    </a:cxn>
                    <a:cxn ang="0">
                      <a:pos x="connsiteX1847" y="connsiteY1847"/>
                    </a:cxn>
                    <a:cxn ang="0">
                      <a:pos x="connsiteX1848" y="connsiteY1848"/>
                    </a:cxn>
                    <a:cxn ang="0">
                      <a:pos x="connsiteX1849" y="connsiteY1849"/>
                    </a:cxn>
                    <a:cxn ang="0">
                      <a:pos x="connsiteX1850" y="connsiteY1850"/>
                    </a:cxn>
                    <a:cxn ang="0">
                      <a:pos x="connsiteX1851" y="connsiteY1851"/>
                    </a:cxn>
                    <a:cxn ang="0">
                      <a:pos x="connsiteX1852" y="connsiteY1852"/>
                    </a:cxn>
                    <a:cxn ang="0">
                      <a:pos x="connsiteX1853" y="connsiteY1853"/>
                    </a:cxn>
                    <a:cxn ang="0">
                      <a:pos x="connsiteX1854" y="connsiteY1854"/>
                    </a:cxn>
                    <a:cxn ang="0">
                      <a:pos x="connsiteX1855" y="connsiteY1855"/>
                    </a:cxn>
                    <a:cxn ang="0">
                      <a:pos x="connsiteX1856" y="connsiteY1856"/>
                    </a:cxn>
                    <a:cxn ang="0">
                      <a:pos x="connsiteX1857" y="connsiteY1857"/>
                    </a:cxn>
                    <a:cxn ang="0">
                      <a:pos x="connsiteX1858" y="connsiteY1858"/>
                    </a:cxn>
                    <a:cxn ang="0">
                      <a:pos x="connsiteX1859" y="connsiteY1859"/>
                    </a:cxn>
                    <a:cxn ang="0">
                      <a:pos x="connsiteX1860" y="connsiteY1860"/>
                    </a:cxn>
                    <a:cxn ang="0">
                      <a:pos x="connsiteX1861" y="connsiteY1861"/>
                    </a:cxn>
                    <a:cxn ang="0">
                      <a:pos x="connsiteX1862" y="connsiteY1862"/>
                    </a:cxn>
                    <a:cxn ang="0">
                      <a:pos x="connsiteX1863" y="connsiteY1863"/>
                    </a:cxn>
                    <a:cxn ang="0">
                      <a:pos x="connsiteX1864" y="connsiteY1864"/>
                    </a:cxn>
                    <a:cxn ang="0">
                      <a:pos x="connsiteX1865" y="connsiteY1865"/>
                    </a:cxn>
                    <a:cxn ang="0">
                      <a:pos x="connsiteX1866" y="connsiteY1866"/>
                    </a:cxn>
                    <a:cxn ang="0">
                      <a:pos x="connsiteX1867" y="connsiteY1867"/>
                    </a:cxn>
                    <a:cxn ang="0">
                      <a:pos x="connsiteX1868" y="connsiteY1868"/>
                    </a:cxn>
                    <a:cxn ang="0">
                      <a:pos x="connsiteX1869" y="connsiteY1869"/>
                    </a:cxn>
                    <a:cxn ang="0">
                      <a:pos x="connsiteX1870" y="connsiteY1870"/>
                    </a:cxn>
                    <a:cxn ang="0">
                      <a:pos x="connsiteX1871" y="connsiteY1871"/>
                    </a:cxn>
                    <a:cxn ang="0">
                      <a:pos x="connsiteX1872" y="connsiteY1872"/>
                    </a:cxn>
                    <a:cxn ang="0">
                      <a:pos x="connsiteX1873" y="connsiteY1873"/>
                    </a:cxn>
                    <a:cxn ang="0">
                      <a:pos x="connsiteX1874" y="connsiteY1874"/>
                    </a:cxn>
                    <a:cxn ang="0">
                      <a:pos x="connsiteX1875" y="connsiteY1875"/>
                    </a:cxn>
                    <a:cxn ang="0">
                      <a:pos x="connsiteX1876" y="connsiteY1876"/>
                    </a:cxn>
                    <a:cxn ang="0">
                      <a:pos x="connsiteX1877" y="connsiteY1877"/>
                    </a:cxn>
                    <a:cxn ang="0">
                      <a:pos x="connsiteX1878" y="connsiteY1878"/>
                    </a:cxn>
                    <a:cxn ang="0">
                      <a:pos x="connsiteX1879" y="connsiteY1879"/>
                    </a:cxn>
                    <a:cxn ang="0">
                      <a:pos x="connsiteX1880" y="connsiteY1880"/>
                    </a:cxn>
                    <a:cxn ang="0">
                      <a:pos x="connsiteX1881" y="connsiteY1881"/>
                    </a:cxn>
                    <a:cxn ang="0">
                      <a:pos x="connsiteX1882" y="connsiteY1882"/>
                    </a:cxn>
                    <a:cxn ang="0">
                      <a:pos x="connsiteX1883" y="connsiteY1883"/>
                    </a:cxn>
                    <a:cxn ang="0">
                      <a:pos x="connsiteX1884" y="connsiteY1884"/>
                    </a:cxn>
                    <a:cxn ang="0">
                      <a:pos x="connsiteX1885" y="connsiteY1885"/>
                    </a:cxn>
                    <a:cxn ang="0">
                      <a:pos x="connsiteX1886" y="connsiteY1886"/>
                    </a:cxn>
                    <a:cxn ang="0">
                      <a:pos x="connsiteX1887" y="connsiteY1887"/>
                    </a:cxn>
                    <a:cxn ang="0">
                      <a:pos x="connsiteX1888" y="connsiteY1888"/>
                    </a:cxn>
                    <a:cxn ang="0">
                      <a:pos x="connsiteX1889" y="connsiteY1889"/>
                    </a:cxn>
                    <a:cxn ang="0">
                      <a:pos x="connsiteX1890" y="connsiteY1890"/>
                    </a:cxn>
                    <a:cxn ang="0">
                      <a:pos x="connsiteX1891" y="connsiteY1891"/>
                    </a:cxn>
                    <a:cxn ang="0">
                      <a:pos x="connsiteX1892" y="connsiteY1892"/>
                    </a:cxn>
                    <a:cxn ang="0">
                      <a:pos x="connsiteX1893" y="connsiteY1893"/>
                    </a:cxn>
                    <a:cxn ang="0">
                      <a:pos x="connsiteX1894" y="connsiteY1894"/>
                    </a:cxn>
                    <a:cxn ang="0">
                      <a:pos x="connsiteX1895" y="connsiteY1895"/>
                    </a:cxn>
                    <a:cxn ang="0">
                      <a:pos x="connsiteX1896" y="connsiteY1896"/>
                    </a:cxn>
                    <a:cxn ang="0">
                      <a:pos x="connsiteX1897" y="connsiteY1897"/>
                    </a:cxn>
                    <a:cxn ang="0">
                      <a:pos x="connsiteX1898" y="connsiteY1898"/>
                    </a:cxn>
                    <a:cxn ang="0">
                      <a:pos x="connsiteX1899" y="connsiteY1899"/>
                    </a:cxn>
                    <a:cxn ang="0">
                      <a:pos x="connsiteX1900" y="connsiteY1900"/>
                    </a:cxn>
                    <a:cxn ang="0">
                      <a:pos x="connsiteX1901" y="connsiteY1901"/>
                    </a:cxn>
                    <a:cxn ang="0">
                      <a:pos x="connsiteX1902" y="connsiteY1902"/>
                    </a:cxn>
                    <a:cxn ang="0">
                      <a:pos x="connsiteX1903" y="connsiteY1903"/>
                    </a:cxn>
                    <a:cxn ang="0">
                      <a:pos x="connsiteX1904" y="connsiteY1904"/>
                    </a:cxn>
                    <a:cxn ang="0">
                      <a:pos x="connsiteX1905" y="connsiteY1905"/>
                    </a:cxn>
                    <a:cxn ang="0">
                      <a:pos x="connsiteX1906" y="connsiteY1906"/>
                    </a:cxn>
                    <a:cxn ang="0">
                      <a:pos x="connsiteX1907" y="connsiteY1907"/>
                    </a:cxn>
                    <a:cxn ang="0">
                      <a:pos x="connsiteX1908" y="connsiteY1908"/>
                    </a:cxn>
                    <a:cxn ang="0">
                      <a:pos x="connsiteX1909" y="connsiteY1909"/>
                    </a:cxn>
                    <a:cxn ang="0">
                      <a:pos x="connsiteX1910" y="connsiteY1910"/>
                    </a:cxn>
                    <a:cxn ang="0">
                      <a:pos x="connsiteX1911" y="connsiteY1911"/>
                    </a:cxn>
                    <a:cxn ang="0">
                      <a:pos x="connsiteX1912" y="connsiteY1912"/>
                    </a:cxn>
                    <a:cxn ang="0">
                      <a:pos x="connsiteX1913" y="connsiteY1913"/>
                    </a:cxn>
                    <a:cxn ang="0">
                      <a:pos x="connsiteX1914" y="connsiteY1914"/>
                    </a:cxn>
                    <a:cxn ang="0">
                      <a:pos x="connsiteX1915" y="connsiteY1915"/>
                    </a:cxn>
                    <a:cxn ang="0">
                      <a:pos x="connsiteX1916" y="connsiteY1916"/>
                    </a:cxn>
                    <a:cxn ang="0">
                      <a:pos x="connsiteX1917" y="connsiteY1917"/>
                    </a:cxn>
                    <a:cxn ang="0">
                      <a:pos x="connsiteX1918" y="connsiteY1918"/>
                    </a:cxn>
                    <a:cxn ang="0">
                      <a:pos x="connsiteX1919" y="connsiteY1919"/>
                    </a:cxn>
                    <a:cxn ang="0">
                      <a:pos x="connsiteX1920" y="connsiteY1920"/>
                    </a:cxn>
                    <a:cxn ang="0">
                      <a:pos x="connsiteX1921" y="connsiteY1921"/>
                    </a:cxn>
                    <a:cxn ang="0">
                      <a:pos x="connsiteX1922" y="connsiteY1922"/>
                    </a:cxn>
                    <a:cxn ang="0">
                      <a:pos x="connsiteX1923" y="connsiteY1923"/>
                    </a:cxn>
                    <a:cxn ang="0">
                      <a:pos x="connsiteX1924" y="connsiteY1924"/>
                    </a:cxn>
                    <a:cxn ang="0">
                      <a:pos x="connsiteX1925" y="connsiteY1925"/>
                    </a:cxn>
                    <a:cxn ang="0">
                      <a:pos x="connsiteX1926" y="connsiteY1926"/>
                    </a:cxn>
                    <a:cxn ang="0">
                      <a:pos x="connsiteX1927" y="connsiteY1927"/>
                    </a:cxn>
                    <a:cxn ang="0">
                      <a:pos x="connsiteX1928" y="connsiteY1928"/>
                    </a:cxn>
                    <a:cxn ang="0">
                      <a:pos x="connsiteX1929" y="connsiteY1929"/>
                    </a:cxn>
                    <a:cxn ang="0">
                      <a:pos x="connsiteX1930" y="connsiteY1930"/>
                    </a:cxn>
                    <a:cxn ang="0">
                      <a:pos x="connsiteX1931" y="connsiteY1931"/>
                    </a:cxn>
                    <a:cxn ang="0">
                      <a:pos x="connsiteX1932" y="connsiteY1932"/>
                    </a:cxn>
                    <a:cxn ang="0">
                      <a:pos x="connsiteX1933" y="connsiteY1933"/>
                    </a:cxn>
                    <a:cxn ang="0">
                      <a:pos x="connsiteX1934" y="connsiteY1934"/>
                    </a:cxn>
                    <a:cxn ang="0">
                      <a:pos x="connsiteX1935" y="connsiteY1935"/>
                    </a:cxn>
                    <a:cxn ang="0">
                      <a:pos x="connsiteX1936" y="connsiteY1936"/>
                    </a:cxn>
                    <a:cxn ang="0">
                      <a:pos x="connsiteX1937" y="connsiteY1937"/>
                    </a:cxn>
                    <a:cxn ang="0">
                      <a:pos x="connsiteX1938" y="connsiteY1938"/>
                    </a:cxn>
                    <a:cxn ang="0">
                      <a:pos x="connsiteX1939" y="connsiteY1939"/>
                    </a:cxn>
                    <a:cxn ang="0">
                      <a:pos x="connsiteX1940" y="connsiteY1940"/>
                    </a:cxn>
                    <a:cxn ang="0">
                      <a:pos x="connsiteX1941" y="connsiteY1941"/>
                    </a:cxn>
                    <a:cxn ang="0">
                      <a:pos x="connsiteX1942" y="connsiteY1942"/>
                    </a:cxn>
                    <a:cxn ang="0">
                      <a:pos x="connsiteX1943" y="connsiteY1943"/>
                    </a:cxn>
                    <a:cxn ang="0">
                      <a:pos x="connsiteX1944" y="connsiteY1944"/>
                    </a:cxn>
                    <a:cxn ang="0">
                      <a:pos x="connsiteX1945" y="connsiteY1945"/>
                    </a:cxn>
                    <a:cxn ang="0">
                      <a:pos x="connsiteX1946" y="connsiteY1946"/>
                    </a:cxn>
                    <a:cxn ang="0">
                      <a:pos x="connsiteX1947" y="connsiteY1947"/>
                    </a:cxn>
                    <a:cxn ang="0">
                      <a:pos x="connsiteX1948" y="connsiteY1948"/>
                    </a:cxn>
                    <a:cxn ang="0">
                      <a:pos x="connsiteX1949" y="connsiteY1949"/>
                    </a:cxn>
                    <a:cxn ang="0">
                      <a:pos x="connsiteX1950" y="connsiteY1950"/>
                    </a:cxn>
                    <a:cxn ang="0">
                      <a:pos x="connsiteX1951" y="connsiteY1951"/>
                    </a:cxn>
                    <a:cxn ang="0">
                      <a:pos x="connsiteX1952" y="connsiteY1952"/>
                    </a:cxn>
                    <a:cxn ang="0">
                      <a:pos x="connsiteX1953" y="connsiteY1953"/>
                    </a:cxn>
                    <a:cxn ang="0">
                      <a:pos x="connsiteX1954" y="connsiteY1954"/>
                    </a:cxn>
                    <a:cxn ang="0">
                      <a:pos x="connsiteX1955" y="connsiteY1955"/>
                    </a:cxn>
                    <a:cxn ang="0">
                      <a:pos x="connsiteX1956" y="connsiteY1956"/>
                    </a:cxn>
                    <a:cxn ang="0">
                      <a:pos x="connsiteX1957" y="connsiteY1957"/>
                    </a:cxn>
                    <a:cxn ang="0">
                      <a:pos x="connsiteX1958" y="connsiteY1958"/>
                    </a:cxn>
                    <a:cxn ang="0">
                      <a:pos x="connsiteX1959" y="connsiteY1959"/>
                    </a:cxn>
                    <a:cxn ang="0">
                      <a:pos x="connsiteX1960" y="connsiteY1960"/>
                    </a:cxn>
                    <a:cxn ang="0">
                      <a:pos x="connsiteX1961" y="connsiteY1961"/>
                    </a:cxn>
                    <a:cxn ang="0">
                      <a:pos x="connsiteX1962" y="connsiteY1962"/>
                    </a:cxn>
                    <a:cxn ang="0">
                      <a:pos x="connsiteX1963" y="connsiteY1963"/>
                    </a:cxn>
                    <a:cxn ang="0">
                      <a:pos x="connsiteX1964" y="connsiteY1964"/>
                    </a:cxn>
                    <a:cxn ang="0">
                      <a:pos x="connsiteX1965" y="connsiteY1965"/>
                    </a:cxn>
                    <a:cxn ang="0">
                      <a:pos x="connsiteX1966" y="connsiteY1966"/>
                    </a:cxn>
                    <a:cxn ang="0">
                      <a:pos x="connsiteX1967" y="connsiteY1967"/>
                    </a:cxn>
                    <a:cxn ang="0">
                      <a:pos x="connsiteX1968" y="connsiteY1968"/>
                    </a:cxn>
                    <a:cxn ang="0">
                      <a:pos x="connsiteX1969" y="connsiteY1969"/>
                    </a:cxn>
                    <a:cxn ang="0">
                      <a:pos x="connsiteX1970" y="connsiteY1970"/>
                    </a:cxn>
                    <a:cxn ang="0">
                      <a:pos x="connsiteX1971" y="connsiteY1971"/>
                    </a:cxn>
                    <a:cxn ang="0">
                      <a:pos x="connsiteX1972" y="connsiteY1972"/>
                    </a:cxn>
                    <a:cxn ang="0">
                      <a:pos x="connsiteX1973" y="connsiteY1973"/>
                    </a:cxn>
                    <a:cxn ang="0">
                      <a:pos x="connsiteX1974" y="connsiteY1974"/>
                    </a:cxn>
                    <a:cxn ang="0">
                      <a:pos x="connsiteX1975" y="connsiteY1975"/>
                    </a:cxn>
                    <a:cxn ang="0">
                      <a:pos x="connsiteX1976" y="connsiteY1976"/>
                    </a:cxn>
                    <a:cxn ang="0">
                      <a:pos x="connsiteX1977" y="connsiteY1977"/>
                    </a:cxn>
                    <a:cxn ang="0">
                      <a:pos x="connsiteX1978" y="connsiteY1978"/>
                    </a:cxn>
                    <a:cxn ang="0">
                      <a:pos x="connsiteX1979" y="connsiteY1979"/>
                    </a:cxn>
                    <a:cxn ang="0">
                      <a:pos x="connsiteX1980" y="connsiteY1980"/>
                    </a:cxn>
                    <a:cxn ang="0">
                      <a:pos x="connsiteX1981" y="connsiteY1981"/>
                    </a:cxn>
                    <a:cxn ang="0">
                      <a:pos x="connsiteX1982" y="connsiteY1982"/>
                    </a:cxn>
                    <a:cxn ang="0">
                      <a:pos x="connsiteX1983" y="connsiteY1983"/>
                    </a:cxn>
                    <a:cxn ang="0">
                      <a:pos x="connsiteX1984" y="connsiteY1984"/>
                    </a:cxn>
                    <a:cxn ang="0">
                      <a:pos x="connsiteX1985" y="connsiteY1985"/>
                    </a:cxn>
                    <a:cxn ang="0">
                      <a:pos x="connsiteX1986" y="connsiteY1986"/>
                    </a:cxn>
                    <a:cxn ang="0">
                      <a:pos x="connsiteX1987" y="connsiteY1987"/>
                    </a:cxn>
                    <a:cxn ang="0">
                      <a:pos x="connsiteX1988" y="connsiteY1988"/>
                    </a:cxn>
                    <a:cxn ang="0">
                      <a:pos x="connsiteX1989" y="connsiteY1989"/>
                    </a:cxn>
                    <a:cxn ang="0">
                      <a:pos x="connsiteX1990" y="connsiteY1990"/>
                    </a:cxn>
                    <a:cxn ang="0">
                      <a:pos x="connsiteX1991" y="connsiteY1991"/>
                    </a:cxn>
                    <a:cxn ang="0">
                      <a:pos x="connsiteX1992" y="connsiteY1992"/>
                    </a:cxn>
                    <a:cxn ang="0">
                      <a:pos x="connsiteX1993" y="connsiteY1993"/>
                    </a:cxn>
                    <a:cxn ang="0">
                      <a:pos x="connsiteX1994" y="connsiteY1994"/>
                    </a:cxn>
                    <a:cxn ang="0">
                      <a:pos x="connsiteX1995" y="connsiteY1995"/>
                    </a:cxn>
                    <a:cxn ang="0">
                      <a:pos x="connsiteX1996" y="connsiteY1996"/>
                    </a:cxn>
                    <a:cxn ang="0">
                      <a:pos x="connsiteX1997" y="connsiteY1997"/>
                    </a:cxn>
                    <a:cxn ang="0">
                      <a:pos x="connsiteX1998" y="connsiteY1998"/>
                    </a:cxn>
                    <a:cxn ang="0">
                      <a:pos x="connsiteX1999" y="connsiteY1999"/>
                    </a:cxn>
                    <a:cxn ang="0">
                      <a:pos x="connsiteX2000" y="connsiteY2000"/>
                    </a:cxn>
                    <a:cxn ang="0">
                      <a:pos x="connsiteX2001" y="connsiteY2001"/>
                    </a:cxn>
                    <a:cxn ang="0">
                      <a:pos x="connsiteX2002" y="connsiteY2002"/>
                    </a:cxn>
                    <a:cxn ang="0">
                      <a:pos x="connsiteX2003" y="connsiteY2003"/>
                    </a:cxn>
                    <a:cxn ang="0">
                      <a:pos x="connsiteX2004" y="connsiteY2004"/>
                    </a:cxn>
                    <a:cxn ang="0">
                      <a:pos x="connsiteX2005" y="connsiteY2005"/>
                    </a:cxn>
                    <a:cxn ang="0">
                      <a:pos x="connsiteX2006" y="connsiteY2006"/>
                    </a:cxn>
                    <a:cxn ang="0">
                      <a:pos x="connsiteX2007" y="connsiteY2007"/>
                    </a:cxn>
                    <a:cxn ang="0">
                      <a:pos x="connsiteX2008" y="connsiteY2008"/>
                    </a:cxn>
                    <a:cxn ang="0">
                      <a:pos x="connsiteX2009" y="connsiteY2009"/>
                    </a:cxn>
                    <a:cxn ang="0">
                      <a:pos x="connsiteX2010" y="connsiteY2010"/>
                    </a:cxn>
                    <a:cxn ang="0">
                      <a:pos x="connsiteX2011" y="connsiteY2011"/>
                    </a:cxn>
                    <a:cxn ang="0">
                      <a:pos x="connsiteX2012" y="connsiteY2012"/>
                    </a:cxn>
                    <a:cxn ang="0">
                      <a:pos x="connsiteX2013" y="connsiteY2013"/>
                    </a:cxn>
                    <a:cxn ang="0">
                      <a:pos x="connsiteX2014" y="connsiteY2014"/>
                    </a:cxn>
                    <a:cxn ang="0">
                      <a:pos x="connsiteX2015" y="connsiteY2015"/>
                    </a:cxn>
                    <a:cxn ang="0">
                      <a:pos x="connsiteX2016" y="connsiteY2016"/>
                    </a:cxn>
                    <a:cxn ang="0">
                      <a:pos x="connsiteX2017" y="connsiteY2017"/>
                    </a:cxn>
                    <a:cxn ang="0">
                      <a:pos x="connsiteX2018" y="connsiteY2018"/>
                    </a:cxn>
                    <a:cxn ang="0">
                      <a:pos x="connsiteX2019" y="connsiteY2019"/>
                    </a:cxn>
                    <a:cxn ang="0">
                      <a:pos x="connsiteX2020" y="connsiteY2020"/>
                    </a:cxn>
                    <a:cxn ang="0">
                      <a:pos x="connsiteX2021" y="connsiteY2021"/>
                    </a:cxn>
                    <a:cxn ang="0">
                      <a:pos x="connsiteX2022" y="connsiteY2022"/>
                    </a:cxn>
                    <a:cxn ang="0">
                      <a:pos x="connsiteX2023" y="connsiteY2023"/>
                    </a:cxn>
                    <a:cxn ang="0">
                      <a:pos x="connsiteX2024" y="connsiteY2024"/>
                    </a:cxn>
                    <a:cxn ang="0">
                      <a:pos x="connsiteX2025" y="connsiteY2025"/>
                    </a:cxn>
                    <a:cxn ang="0">
                      <a:pos x="connsiteX2026" y="connsiteY2026"/>
                    </a:cxn>
                    <a:cxn ang="0">
                      <a:pos x="connsiteX2027" y="connsiteY2027"/>
                    </a:cxn>
                    <a:cxn ang="0">
                      <a:pos x="connsiteX2028" y="connsiteY2028"/>
                    </a:cxn>
                    <a:cxn ang="0">
                      <a:pos x="connsiteX2029" y="connsiteY2029"/>
                    </a:cxn>
                    <a:cxn ang="0">
                      <a:pos x="connsiteX2030" y="connsiteY2030"/>
                    </a:cxn>
                    <a:cxn ang="0">
                      <a:pos x="connsiteX2031" y="connsiteY2031"/>
                    </a:cxn>
                    <a:cxn ang="0">
                      <a:pos x="connsiteX2032" y="connsiteY2032"/>
                    </a:cxn>
                    <a:cxn ang="0">
                      <a:pos x="connsiteX2033" y="connsiteY2033"/>
                    </a:cxn>
                    <a:cxn ang="0">
                      <a:pos x="connsiteX2034" y="connsiteY2034"/>
                    </a:cxn>
                    <a:cxn ang="0">
                      <a:pos x="connsiteX2035" y="connsiteY2035"/>
                    </a:cxn>
                    <a:cxn ang="0">
                      <a:pos x="connsiteX2036" y="connsiteY2036"/>
                    </a:cxn>
                    <a:cxn ang="0">
                      <a:pos x="connsiteX2037" y="connsiteY2037"/>
                    </a:cxn>
                    <a:cxn ang="0">
                      <a:pos x="connsiteX2038" y="connsiteY2038"/>
                    </a:cxn>
                    <a:cxn ang="0">
                      <a:pos x="connsiteX2039" y="connsiteY2039"/>
                    </a:cxn>
                    <a:cxn ang="0">
                      <a:pos x="connsiteX2040" y="connsiteY2040"/>
                    </a:cxn>
                    <a:cxn ang="0">
                      <a:pos x="connsiteX2041" y="connsiteY2041"/>
                    </a:cxn>
                    <a:cxn ang="0">
                      <a:pos x="connsiteX2042" y="connsiteY2042"/>
                    </a:cxn>
                    <a:cxn ang="0">
                      <a:pos x="connsiteX2043" y="connsiteY2043"/>
                    </a:cxn>
                    <a:cxn ang="0">
                      <a:pos x="connsiteX2044" y="connsiteY2044"/>
                    </a:cxn>
                    <a:cxn ang="0">
                      <a:pos x="connsiteX2045" y="connsiteY2045"/>
                    </a:cxn>
                    <a:cxn ang="0">
                      <a:pos x="connsiteX2046" y="connsiteY2046"/>
                    </a:cxn>
                    <a:cxn ang="0">
                      <a:pos x="connsiteX2047" y="connsiteY2047"/>
                    </a:cxn>
                    <a:cxn ang="0">
                      <a:pos x="connsiteX2048" y="connsiteY2048"/>
                    </a:cxn>
                    <a:cxn ang="0">
                      <a:pos x="connsiteX2049" y="connsiteY2049"/>
                    </a:cxn>
                    <a:cxn ang="0">
                      <a:pos x="connsiteX2050" y="connsiteY2050"/>
                    </a:cxn>
                    <a:cxn ang="0">
                      <a:pos x="connsiteX2051" y="connsiteY2051"/>
                    </a:cxn>
                    <a:cxn ang="0">
                      <a:pos x="connsiteX2052" y="connsiteY2052"/>
                    </a:cxn>
                    <a:cxn ang="0">
                      <a:pos x="connsiteX2053" y="connsiteY2053"/>
                    </a:cxn>
                    <a:cxn ang="0">
                      <a:pos x="connsiteX2054" y="connsiteY2054"/>
                    </a:cxn>
                    <a:cxn ang="0">
                      <a:pos x="connsiteX2055" y="connsiteY2055"/>
                    </a:cxn>
                    <a:cxn ang="0">
                      <a:pos x="connsiteX2056" y="connsiteY2056"/>
                    </a:cxn>
                    <a:cxn ang="0">
                      <a:pos x="connsiteX2057" y="connsiteY2057"/>
                    </a:cxn>
                    <a:cxn ang="0">
                      <a:pos x="connsiteX2058" y="connsiteY2058"/>
                    </a:cxn>
                    <a:cxn ang="0">
                      <a:pos x="connsiteX2059" y="connsiteY2059"/>
                    </a:cxn>
                    <a:cxn ang="0">
                      <a:pos x="connsiteX2060" y="connsiteY2060"/>
                    </a:cxn>
                    <a:cxn ang="0">
                      <a:pos x="connsiteX2061" y="connsiteY2061"/>
                    </a:cxn>
                    <a:cxn ang="0">
                      <a:pos x="connsiteX2062" y="connsiteY2062"/>
                    </a:cxn>
                    <a:cxn ang="0">
                      <a:pos x="connsiteX2063" y="connsiteY2063"/>
                    </a:cxn>
                    <a:cxn ang="0">
                      <a:pos x="connsiteX2064" y="connsiteY2064"/>
                    </a:cxn>
                    <a:cxn ang="0">
                      <a:pos x="connsiteX2065" y="connsiteY2065"/>
                    </a:cxn>
                    <a:cxn ang="0">
                      <a:pos x="connsiteX2066" y="connsiteY2066"/>
                    </a:cxn>
                    <a:cxn ang="0">
                      <a:pos x="connsiteX2067" y="connsiteY2067"/>
                    </a:cxn>
                    <a:cxn ang="0">
                      <a:pos x="connsiteX2068" y="connsiteY2068"/>
                    </a:cxn>
                    <a:cxn ang="0">
                      <a:pos x="connsiteX2069" y="connsiteY2069"/>
                    </a:cxn>
                    <a:cxn ang="0">
                      <a:pos x="connsiteX2070" y="connsiteY2070"/>
                    </a:cxn>
                    <a:cxn ang="0">
                      <a:pos x="connsiteX2071" y="connsiteY2071"/>
                    </a:cxn>
                    <a:cxn ang="0">
                      <a:pos x="connsiteX2072" y="connsiteY2072"/>
                    </a:cxn>
                    <a:cxn ang="0">
                      <a:pos x="connsiteX2073" y="connsiteY2073"/>
                    </a:cxn>
                    <a:cxn ang="0">
                      <a:pos x="connsiteX2074" y="connsiteY2074"/>
                    </a:cxn>
                    <a:cxn ang="0">
                      <a:pos x="connsiteX2075" y="connsiteY2075"/>
                    </a:cxn>
                    <a:cxn ang="0">
                      <a:pos x="connsiteX2076" y="connsiteY2076"/>
                    </a:cxn>
                    <a:cxn ang="0">
                      <a:pos x="connsiteX2077" y="connsiteY2077"/>
                    </a:cxn>
                    <a:cxn ang="0">
                      <a:pos x="connsiteX2078" y="connsiteY2078"/>
                    </a:cxn>
                    <a:cxn ang="0">
                      <a:pos x="connsiteX2079" y="connsiteY2079"/>
                    </a:cxn>
                    <a:cxn ang="0">
                      <a:pos x="connsiteX2080" y="connsiteY2080"/>
                    </a:cxn>
                    <a:cxn ang="0">
                      <a:pos x="connsiteX2081" y="connsiteY2081"/>
                    </a:cxn>
                    <a:cxn ang="0">
                      <a:pos x="connsiteX2082" y="connsiteY2082"/>
                    </a:cxn>
                    <a:cxn ang="0">
                      <a:pos x="connsiteX2083" y="connsiteY2083"/>
                    </a:cxn>
                    <a:cxn ang="0">
                      <a:pos x="connsiteX2084" y="connsiteY2084"/>
                    </a:cxn>
                    <a:cxn ang="0">
                      <a:pos x="connsiteX2085" y="connsiteY2085"/>
                    </a:cxn>
                    <a:cxn ang="0">
                      <a:pos x="connsiteX2086" y="connsiteY2086"/>
                    </a:cxn>
                    <a:cxn ang="0">
                      <a:pos x="connsiteX2087" y="connsiteY2087"/>
                    </a:cxn>
                    <a:cxn ang="0">
                      <a:pos x="connsiteX2088" y="connsiteY2088"/>
                    </a:cxn>
                    <a:cxn ang="0">
                      <a:pos x="connsiteX2089" y="connsiteY2089"/>
                    </a:cxn>
                    <a:cxn ang="0">
                      <a:pos x="connsiteX2090" y="connsiteY2090"/>
                    </a:cxn>
                    <a:cxn ang="0">
                      <a:pos x="connsiteX2091" y="connsiteY2091"/>
                    </a:cxn>
                    <a:cxn ang="0">
                      <a:pos x="connsiteX2092" y="connsiteY2092"/>
                    </a:cxn>
                    <a:cxn ang="0">
                      <a:pos x="connsiteX2093" y="connsiteY2093"/>
                    </a:cxn>
                    <a:cxn ang="0">
                      <a:pos x="connsiteX2094" y="connsiteY2094"/>
                    </a:cxn>
                    <a:cxn ang="0">
                      <a:pos x="connsiteX2095" y="connsiteY2095"/>
                    </a:cxn>
                    <a:cxn ang="0">
                      <a:pos x="connsiteX2096" y="connsiteY2096"/>
                    </a:cxn>
                    <a:cxn ang="0">
                      <a:pos x="connsiteX2097" y="connsiteY2097"/>
                    </a:cxn>
                    <a:cxn ang="0">
                      <a:pos x="connsiteX2098" y="connsiteY2098"/>
                    </a:cxn>
                    <a:cxn ang="0">
                      <a:pos x="connsiteX2099" y="connsiteY2099"/>
                    </a:cxn>
                    <a:cxn ang="0">
                      <a:pos x="connsiteX2100" y="connsiteY2100"/>
                    </a:cxn>
                    <a:cxn ang="0">
                      <a:pos x="connsiteX2101" y="connsiteY2101"/>
                    </a:cxn>
                    <a:cxn ang="0">
                      <a:pos x="connsiteX2102" y="connsiteY2102"/>
                    </a:cxn>
                    <a:cxn ang="0">
                      <a:pos x="connsiteX2103" y="connsiteY2103"/>
                    </a:cxn>
                    <a:cxn ang="0">
                      <a:pos x="connsiteX2104" y="connsiteY2104"/>
                    </a:cxn>
                    <a:cxn ang="0">
                      <a:pos x="connsiteX2105" y="connsiteY2105"/>
                    </a:cxn>
                    <a:cxn ang="0">
                      <a:pos x="connsiteX2106" y="connsiteY2106"/>
                    </a:cxn>
                    <a:cxn ang="0">
                      <a:pos x="connsiteX2107" y="connsiteY2107"/>
                    </a:cxn>
                    <a:cxn ang="0">
                      <a:pos x="connsiteX2108" y="connsiteY2108"/>
                    </a:cxn>
                    <a:cxn ang="0">
                      <a:pos x="connsiteX2109" y="connsiteY2109"/>
                    </a:cxn>
                    <a:cxn ang="0">
                      <a:pos x="connsiteX2110" y="connsiteY2110"/>
                    </a:cxn>
                    <a:cxn ang="0">
                      <a:pos x="connsiteX2111" y="connsiteY2111"/>
                    </a:cxn>
                    <a:cxn ang="0">
                      <a:pos x="connsiteX2112" y="connsiteY2112"/>
                    </a:cxn>
                    <a:cxn ang="0">
                      <a:pos x="connsiteX2113" y="connsiteY2113"/>
                    </a:cxn>
                    <a:cxn ang="0">
                      <a:pos x="connsiteX2114" y="connsiteY2114"/>
                    </a:cxn>
                    <a:cxn ang="0">
                      <a:pos x="connsiteX2115" y="connsiteY2115"/>
                    </a:cxn>
                    <a:cxn ang="0">
                      <a:pos x="connsiteX2116" y="connsiteY2116"/>
                    </a:cxn>
                    <a:cxn ang="0">
                      <a:pos x="connsiteX2117" y="connsiteY2117"/>
                    </a:cxn>
                    <a:cxn ang="0">
                      <a:pos x="connsiteX2118" y="connsiteY2118"/>
                    </a:cxn>
                    <a:cxn ang="0">
                      <a:pos x="connsiteX2119" y="connsiteY2119"/>
                    </a:cxn>
                    <a:cxn ang="0">
                      <a:pos x="connsiteX2120" y="connsiteY2120"/>
                    </a:cxn>
                    <a:cxn ang="0">
                      <a:pos x="connsiteX2121" y="connsiteY2121"/>
                    </a:cxn>
                    <a:cxn ang="0">
                      <a:pos x="connsiteX2122" y="connsiteY2122"/>
                    </a:cxn>
                    <a:cxn ang="0">
                      <a:pos x="connsiteX2123" y="connsiteY2123"/>
                    </a:cxn>
                    <a:cxn ang="0">
                      <a:pos x="connsiteX2124" y="connsiteY2124"/>
                    </a:cxn>
                    <a:cxn ang="0">
                      <a:pos x="connsiteX2125" y="connsiteY2125"/>
                    </a:cxn>
                    <a:cxn ang="0">
                      <a:pos x="connsiteX2126" y="connsiteY2126"/>
                    </a:cxn>
                    <a:cxn ang="0">
                      <a:pos x="connsiteX2127" y="connsiteY2127"/>
                    </a:cxn>
                    <a:cxn ang="0">
                      <a:pos x="connsiteX2128" y="connsiteY2128"/>
                    </a:cxn>
                    <a:cxn ang="0">
                      <a:pos x="connsiteX2129" y="connsiteY2129"/>
                    </a:cxn>
                    <a:cxn ang="0">
                      <a:pos x="connsiteX2130" y="connsiteY2130"/>
                    </a:cxn>
                    <a:cxn ang="0">
                      <a:pos x="connsiteX2131" y="connsiteY2131"/>
                    </a:cxn>
                    <a:cxn ang="0">
                      <a:pos x="connsiteX2132" y="connsiteY2132"/>
                    </a:cxn>
                    <a:cxn ang="0">
                      <a:pos x="connsiteX2133" y="connsiteY2133"/>
                    </a:cxn>
                    <a:cxn ang="0">
                      <a:pos x="connsiteX2134" y="connsiteY2134"/>
                    </a:cxn>
                    <a:cxn ang="0">
                      <a:pos x="connsiteX2135" y="connsiteY2135"/>
                    </a:cxn>
                    <a:cxn ang="0">
                      <a:pos x="connsiteX2136" y="connsiteY2136"/>
                    </a:cxn>
                    <a:cxn ang="0">
                      <a:pos x="connsiteX2137" y="connsiteY2137"/>
                    </a:cxn>
                    <a:cxn ang="0">
                      <a:pos x="connsiteX2138" y="connsiteY2138"/>
                    </a:cxn>
                    <a:cxn ang="0">
                      <a:pos x="connsiteX2139" y="connsiteY2139"/>
                    </a:cxn>
                    <a:cxn ang="0">
                      <a:pos x="connsiteX2140" y="connsiteY2140"/>
                    </a:cxn>
                    <a:cxn ang="0">
                      <a:pos x="connsiteX2141" y="connsiteY2141"/>
                    </a:cxn>
                    <a:cxn ang="0">
                      <a:pos x="connsiteX2142" y="connsiteY2142"/>
                    </a:cxn>
                    <a:cxn ang="0">
                      <a:pos x="connsiteX2143" y="connsiteY2143"/>
                    </a:cxn>
                    <a:cxn ang="0">
                      <a:pos x="connsiteX2144" y="connsiteY2144"/>
                    </a:cxn>
                    <a:cxn ang="0">
                      <a:pos x="connsiteX2145" y="connsiteY2145"/>
                    </a:cxn>
                    <a:cxn ang="0">
                      <a:pos x="connsiteX2146" y="connsiteY2146"/>
                    </a:cxn>
                    <a:cxn ang="0">
                      <a:pos x="connsiteX2147" y="connsiteY2147"/>
                    </a:cxn>
                    <a:cxn ang="0">
                      <a:pos x="connsiteX2148" y="connsiteY2148"/>
                    </a:cxn>
                    <a:cxn ang="0">
                      <a:pos x="connsiteX2149" y="connsiteY2149"/>
                    </a:cxn>
                    <a:cxn ang="0">
                      <a:pos x="connsiteX2150" y="connsiteY2150"/>
                    </a:cxn>
                    <a:cxn ang="0">
                      <a:pos x="connsiteX2151" y="connsiteY2151"/>
                    </a:cxn>
                    <a:cxn ang="0">
                      <a:pos x="connsiteX2152" y="connsiteY2152"/>
                    </a:cxn>
                    <a:cxn ang="0">
                      <a:pos x="connsiteX2153" y="connsiteY2153"/>
                    </a:cxn>
                    <a:cxn ang="0">
                      <a:pos x="connsiteX2154" y="connsiteY2154"/>
                    </a:cxn>
                    <a:cxn ang="0">
                      <a:pos x="connsiteX2155" y="connsiteY2155"/>
                    </a:cxn>
                    <a:cxn ang="0">
                      <a:pos x="connsiteX2156" y="connsiteY2156"/>
                    </a:cxn>
                    <a:cxn ang="0">
                      <a:pos x="connsiteX2157" y="connsiteY2157"/>
                    </a:cxn>
                    <a:cxn ang="0">
                      <a:pos x="connsiteX2158" y="connsiteY2158"/>
                    </a:cxn>
                    <a:cxn ang="0">
                      <a:pos x="connsiteX2159" y="connsiteY2159"/>
                    </a:cxn>
                    <a:cxn ang="0">
                      <a:pos x="connsiteX2160" y="connsiteY2160"/>
                    </a:cxn>
                    <a:cxn ang="0">
                      <a:pos x="connsiteX2161" y="connsiteY2161"/>
                    </a:cxn>
                    <a:cxn ang="0">
                      <a:pos x="connsiteX2162" y="connsiteY2162"/>
                    </a:cxn>
                    <a:cxn ang="0">
                      <a:pos x="connsiteX2163" y="connsiteY2163"/>
                    </a:cxn>
                    <a:cxn ang="0">
                      <a:pos x="connsiteX2164" y="connsiteY2164"/>
                    </a:cxn>
                    <a:cxn ang="0">
                      <a:pos x="connsiteX2165" y="connsiteY2165"/>
                    </a:cxn>
                    <a:cxn ang="0">
                      <a:pos x="connsiteX2166" y="connsiteY2166"/>
                    </a:cxn>
                    <a:cxn ang="0">
                      <a:pos x="connsiteX2167" y="connsiteY2167"/>
                    </a:cxn>
                    <a:cxn ang="0">
                      <a:pos x="connsiteX2168" y="connsiteY2168"/>
                    </a:cxn>
                    <a:cxn ang="0">
                      <a:pos x="connsiteX2169" y="connsiteY2169"/>
                    </a:cxn>
                    <a:cxn ang="0">
                      <a:pos x="connsiteX2170" y="connsiteY2170"/>
                    </a:cxn>
                    <a:cxn ang="0">
                      <a:pos x="connsiteX2171" y="connsiteY2171"/>
                    </a:cxn>
                    <a:cxn ang="0">
                      <a:pos x="connsiteX2172" y="connsiteY2172"/>
                    </a:cxn>
                    <a:cxn ang="0">
                      <a:pos x="connsiteX2173" y="connsiteY2173"/>
                    </a:cxn>
                    <a:cxn ang="0">
                      <a:pos x="connsiteX2174" y="connsiteY2174"/>
                    </a:cxn>
                    <a:cxn ang="0">
                      <a:pos x="connsiteX2175" y="connsiteY2175"/>
                    </a:cxn>
                    <a:cxn ang="0">
                      <a:pos x="connsiteX2176" y="connsiteY2176"/>
                    </a:cxn>
                    <a:cxn ang="0">
                      <a:pos x="connsiteX2177" y="connsiteY2177"/>
                    </a:cxn>
                    <a:cxn ang="0">
                      <a:pos x="connsiteX2178" y="connsiteY2178"/>
                    </a:cxn>
                    <a:cxn ang="0">
                      <a:pos x="connsiteX2179" y="connsiteY2179"/>
                    </a:cxn>
                    <a:cxn ang="0">
                      <a:pos x="connsiteX2180" y="connsiteY2180"/>
                    </a:cxn>
                    <a:cxn ang="0">
                      <a:pos x="connsiteX2181" y="connsiteY2181"/>
                    </a:cxn>
                    <a:cxn ang="0">
                      <a:pos x="connsiteX2182" y="connsiteY2182"/>
                    </a:cxn>
                    <a:cxn ang="0">
                      <a:pos x="connsiteX2183" y="connsiteY2183"/>
                    </a:cxn>
                    <a:cxn ang="0">
                      <a:pos x="connsiteX2184" y="connsiteY2184"/>
                    </a:cxn>
                    <a:cxn ang="0">
                      <a:pos x="connsiteX2185" y="connsiteY2185"/>
                    </a:cxn>
                    <a:cxn ang="0">
                      <a:pos x="connsiteX2186" y="connsiteY2186"/>
                    </a:cxn>
                    <a:cxn ang="0">
                      <a:pos x="connsiteX2187" y="connsiteY2187"/>
                    </a:cxn>
                    <a:cxn ang="0">
                      <a:pos x="connsiteX2188" y="connsiteY2188"/>
                    </a:cxn>
                    <a:cxn ang="0">
                      <a:pos x="connsiteX2189" y="connsiteY2189"/>
                    </a:cxn>
                    <a:cxn ang="0">
                      <a:pos x="connsiteX2190" y="connsiteY2190"/>
                    </a:cxn>
                    <a:cxn ang="0">
                      <a:pos x="connsiteX2191" y="connsiteY2191"/>
                    </a:cxn>
                    <a:cxn ang="0">
                      <a:pos x="connsiteX2192" y="connsiteY2192"/>
                    </a:cxn>
                    <a:cxn ang="0">
                      <a:pos x="connsiteX2193" y="connsiteY2193"/>
                    </a:cxn>
                    <a:cxn ang="0">
                      <a:pos x="connsiteX2194" y="connsiteY2194"/>
                    </a:cxn>
                    <a:cxn ang="0">
                      <a:pos x="connsiteX2195" y="connsiteY2195"/>
                    </a:cxn>
                    <a:cxn ang="0">
                      <a:pos x="connsiteX2196" y="connsiteY2196"/>
                    </a:cxn>
                    <a:cxn ang="0">
                      <a:pos x="connsiteX2197" y="connsiteY2197"/>
                    </a:cxn>
                    <a:cxn ang="0">
                      <a:pos x="connsiteX2198" y="connsiteY2198"/>
                    </a:cxn>
                    <a:cxn ang="0">
                      <a:pos x="connsiteX2199" y="connsiteY2199"/>
                    </a:cxn>
                    <a:cxn ang="0">
                      <a:pos x="connsiteX2200" y="connsiteY2200"/>
                    </a:cxn>
                    <a:cxn ang="0">
                      <a:pos x="connsiteX2201" y="connsiteY2201"/>
                    </a:cxn>
                    <a:cxn ang="0">
                      <a:pos x="connsiteX2202" y="connsiteY2202"/>
                    </a:cxn>
                    <a:cxn ang="0">
                      <a:pos x="connsiteX2203" y="connsiteY2203"/>
                    </a:cxn>
                    <a:cxn ang="0">
                      <a:pos x="connsiteX2204" y="connsiteY2204"/>
                    </a:cxn>
                    <a:cxn ang="0">
                      <a:pos x="connsiteX2205" y="connsiteY2205"/>
                    </a:cxn>
                    <a:cxn ang="0">
                      <a:pos x="connsiteX2206" y="connsiteY2206"/>
                    </a:cxn>
                    <a:cxn ang="0">
                      <a:pos x="connsiteX2207" y="connsiteY2207"/>
                    </a:cxn>
                    <a:cxn ang="0">
                      <a:pos x="connsiteX2208" y="connsiteY2208"/>
                    </a:cxn>
                    <a:cxn ang="0">
                      <a:pos x="connsiteX2209" y="connsiteY2209"/>
                    </a:cxn>
                    <a:cxn ang="0">
                      <a:pos x="connsiteX2210" y="connsiteY2210"/>
                    </a:cxn>
                    <a:cxn ang="0">
                      <a:pos x="connsiteX2211" y="connsiteY2211"/>
                    </a:cxn>
                    <a:cxn ang="0">
                      <a:pos x="connsiteX2212" y="connsiteY2212"/>
                    </a:cxn>
                    <a:cxn ang="0">
                      <a:pos x="connsiteX2213" y="connsiteY2213"/>
                    </a:cxn>
                    <a:cxn ang="0">
                      <a:pos x="connsiteX2214" y="connsiteY2214"/>
                    </a:cxn>
                    <a:cxn ang="0">
                      <a:pos x="connsiteX2215" y="connsiteY2215"/>
                    </a:cxn>
                    <a:cxn ang="0">
                      <a:pos x="connsiteX2216" y="connsiteY2216"/>
                    </a:cxn>
                    <a:cxn ang="0">
                      <a:pos x="connsiteX2217" y="connsiteY2217"/>
                    </a:cxn>
                    <a:cxn ang="0">
                      <a:pos x="connsiteX2218" y="connsiteY2218"/>
                    </a:cxn>
                    <a:cxn ang="0">
                      <a:pos x="connsiteX2219" y="connsiteY2219"/>
                    </a:cxn>
                    <a:cxn ang="0">
                      <a:pos x="connsiteX2220" y="connsiteY2220"/>
                    </a:cxn>
                    <a:cxn ang="0">
                      <a:pos x="connsiteX2221" y="connsiteY2221"/>
                    </a:cxn>
                    <a:cxn ang="0">
                      <a:pos x="connsiteX2222" y="connsiteY2222"/>
                    </a:cxn>
                    <a:cxn ang="0">
                      <a:pos x="connsiteX2223" y="connsiteY2223"/>
                    </a:cxn>
                    <a:cxn ang="0">
                      <a:pos x="connsiteX2224" y="connsiteY2224"/>
                    </a:cxn>
                    <a:cxn ang="0">
                      <a:pos x="connsiteX2225" y="connsiteY2225"/>
                    </a:cxn>
                    <a:cxn ang="0">
                      <a:pos x="connsiteX2226" y="connsiteY2226"/>
                    </a:cxn>
                    <a:cxn ang="0">
                      <a:pos x="connsiteX2227" y="connsiteY2227"/>
                    </a:cxn>
                    <a:cxn ang="0">
                      <a:pos x="connsiteX2228" y="connsiteY2228"/>
                    </a:cxn>
                    <a:cxn ang="0">
                      <a:pos x="connsiteX2229" y="connsiteY2229"/>
                    </a:cxn>
                    <a:cxn ang="0">
                      <a:pos x="connsiteX2230" y="connsiteY2230"/>
                    </a:cxn>
                    <a:cxn ang="0">
                      <a:pos x="connsiteX2231" y="connsiteY2231"/>
                    </a:cxn>
                    <a:cxn ang="0">
                      <a:pos x="connsiteX2232" y="connsiteY2232"/>
                    </a:cxn>
                    <a:cxn ang="0">
                      <a:pos x="connsiteX2233" y="connsiteY2233"/>
                    </a:cxn>
                    <a:cxn ang="0">
                      <a:pos x="connsiteX2234" y="connsiteY2234"/>
                    </a:cxn>
                    <a:cxn ang="0">
                      <a:pos x="connsiteX2235" y="connsiteY2235"/>
                    </a:cxn>
                    <a:cxn ang="0">
                      <a:pos x="connsiteX2236" y="connsiteY2236"/>
                    </a:cxn>
                    <a:cxn ang="0">
                      <a:pos x="connsiteX2237" y="connsiteY2237"/>
                    </a:cxn>
                    <a:cxn ang="0">
                      <a:pos x="connsiteX2238" y="connsiteY2238"/>
                    </a:cxn>
                    <a:cxn ang="0">
                      <a:pos x="connsiteX2239" y="connsiteY2239"/>
                    </a:cxn>
                    <a:cxn ang="0">
                      <a:pos x="connsiteX2240" y="connsiteY2240"/>
                    </a:cxn>
                    <a:cxn ang="0">
                      <a:pos x="connsiteX2241" y="connsiteY2241"/>
                    </a:cxn>
                    <a:cxn ang="0">
                      <a:pos x="connsiteX2242" y="connsiteY2242"/>
                    </a:cxn>
                    <a:cxn ang="0">
                      <a:pos x="connsiteX2243" y="connsiteY2243"/>
                    </a:cxn>
                    <a:cxn ang="0">
                      <a:pos x="connsiteX2244" y="connsiteY2244"/>
                    </a:cxn>
                    <a:cxn ang="0">
                      <a:pos x="connsiteX2245" y="connsiteY2245"/>
                    </a:cxn>
                    <a:cxn ang="0">
                      <a:pos x="connsiteX2246" y="connsiteY2246"/>
                    </a:cxn>
                    <a:cxn ang="0">
                      <a:pos x="connsiteX2247" y="connsiteY2247"/>
                    </a:cxn>
                    <a:cxn ang="0">
                      <a:pos x="connsiteX2248" y="connsiteY2248"/>
                    </a:cxn>
                    <a:cxn ang="0">
                      <a:pos x="connsiteX2249" y="connsiteY2249"/>
                    </a:cxn>
                    <a:cxn ang="0">
                      <a:pos x="connsiteX2250" y="connsiteY2250"/>
                    </a:cxn>
                    <a:cxn ang="0">
                      <a:pos x="connsiteX2251" y="connsiteY2251"/>
                    </a:cxn>
                    <a:cxn ang="0">
                      <a:pos x="connsiteX2252" y="connsiteY2252"/>
                    </a:cxn>
                    <a:cxn ang="0">
                      <a:pos x="connsiteX2253" y="connsiteY2253"/>
                    </a:cxn>
                    <a:cxn ang="0">
                      <a:pos x="connsiteX2254" y="connsiteY2254"/>
                    </a:cxn>
                    <a:cxn ang="0">
                      <a:pos x="connsiteX2255" y="connsiteY2255"/>
                    </a:cxn>
                    <a:cxn ang="0">
                      <a:pos x="connsiteX2256" y="connsiteY2256"/>
                    </a:cxn>
                    <a:cxn ang="0">
                      <a:pos x="connsiteX2257" y="connsiteY2257"/>
                    </a:cxn>
                    <a:cxn ang="0">
                      <a:pos x="connsiteX2258" y="connsiteY2258"/>
                    </a:cxn>
                    <a:cxn ang="0">
                      <a:pos x="connsiteX2259" y="connsiteY2259"/>
                    </a:cxn>
                    <a:cxn ang="0">
                      <a:pos x="connsiteX2260" y="connsiteY2260"/>
                    </a:cxn>
                    <a:cxn ang="0">
                      <a:pos x="connsiteX2261" y="connsiteY2261"/>
                    </a:cxn>
                    <a:cxn ang="0">
                      <a:pos x="connsiteX2262" y="connsiteY2262"/>
                    </a:cxn>
                    <a:cxn ang="0">
                      <a:pos x="connsiteX2263" y="connsiteY2263"/>
                    </a:cxn>
                    <a:cxn ang="0">
                      <a:pos x="connsiteX2264" y="connsiteY2264"/>
                    </a:cxn>
                    <a:cxn ang="0">
                      <a:pos x="connsiteX2265" y="connsiteY2265"/>
                    </a:cxn>
                    <a:cxn ang="0">
                      <a:pos x="connsiteX2266" y="connsiteY2266"/>
                    </a:cxn>
                    <a:cxn ang="0">
                      <a:pos x="connsiteX2267" y="connsiteY2267"/>
                    </a:cxn>
                    <a:cxn ang="0">
                      <a:pos x="connsiteX2268" y="connsiteY2268"/>
                    </a:cxn>
                    <a:cxn ang="0">
                      <a:pos x="connsiteX2269" y="connsiteY2269"/>
                    </a:cxn>
                    <a:cxn ang="0">
                      <a:pos x="connsiteX2270" y="connsiteY2270"/>
                    </a:cxn>
                    <a:cxn ang="0">
                      <a:pos x="connsiteX2271" y="connsiteY2271"/>
                    </a:cxn>
                    <a:cxn ang="0">
                      <a:pos x="connsiteX2272" y="connsiteY2272"/>
                    </a:cxn>
                    <a:cxn ang="0">
                      <a:pos x="connsiteX2273" y="connsiteY2273"/>
                    </a:cxn>
                    <a:cxn ang="0">
                      <a:pos x="connsiteX2274" y="connsiteY2274"/>
                    </a:cxn>
                    <a:cxn ang="0">
                      <a:pos x="connsiteX2275" y="connsiteY2275"/>
                    </a:cxn>
                    <a:cxn ang="0">
                      <a:pos x="connsiteX2276" y="connsiteY2276"/>
                    </a:cxn>
                    <a:cxn ang="0">
                      <a:pos x="connsiteX2277" y="connsiteY2277"/>
                    </a:cxn>
                    <a:cxn ang="0">
                      <a:pos x="connsiteX2278" y="connsiteY2278"/>
                    </a:cxn>
                    <a:cxn ang="0">
                      <a:pos x="connsiteX2279" y="connsiteY2279"/>
                    </a:cxn>
                    <a:cxn ang="0">
                      <a:pos x="connsiteX2280" y="connsiteY2280"/>
                    </a:cxn>
                    <a:cxn ang="0">
                      <a:pos x="connsiteX2281" y="connsiteY2281"/>
                    </a:cxn>
                    <a:cxn ang="0">
                      <a:pos x="connsiteX2282" y="connsiteY2282"/>
                    </a:cxn>
                    <a:cxn ang="0">
                      <a:pos x="connsiteX2283" y="connsiteY2283"/>
                    </a:cxn>
                    <a:cxn ang="0">
                      <a:pos x="connsiteX2284" y="connsiteY2284"/>
                    </a:cxn>
                    <a:cxn ang="0">
                      <a:pos x="connsiteX2285" y="connsiteY2285"/>
                    </a:cxn>
                    <a:cxn ang="0">
                      <a:pos x="connsiteX2286" y="connsiteY2286"/>
                    </a:cxn>
                    <a:cxn ang="0">
                      <a:pos x="connsiteX2287" y="connsiteY2287"/>
                    </a:cxn>
                    <a:cxn ang="0">
                      <a:pos x="connsiteX2288" y="connsiteY2288"/>
                    </a:cxn>
                    <a:cxn ang="0">
                      <a:pos x="connsiteX2289" y="connsiteY2289"/>
                    </a:cxn>
                    <a:cxn ang="0">
                      <a:pos x="connsiteX2290" y="connsiteY2290"/>
                    </a:cxn>
                    <a:cxn ang="0">
                      <a:pos x="connsiteX2291" y="connsiteY2291"/>
                    </a:cxn>
                    <a:cxn ang="0">
                      <a:pos x="connsiteX2292" y="connsiteY2292"/>
                    </a:cxn>
                    <a:cxn ang="0">
                      <a:pos x="connsiteX2293" y="connsiteY2293"/>
                    </a:cxn>
                    <a:cxn ang="0">
                      <a:pos x="connsiteX2294" y="connsiteY2294"/>
                    </a:cxn>
                    <a:cxn ang="0">
                      <a:pos x="connsiteX2295" y="connsiteY2295"/>
                    </a:cxn>
                    <a:cxn ang="0">
                      <a:pos x="connsiteX2296" y="connsiteY2296"/>
                    </a:cxn>
                    <a:cxn ang="0">
                      <a:pos x="connsiteX2297" y="connsiteY2297"/>
                    </a:cxn>
                    <a:cxn ang="0">
                      <a:pos x="connsiteX2298" y="connsiteY2298"/>
                    </a:cxn>
                    <a:cxn ang="0">
                      <a:pos x="connsiteX2299" y="connsiteY2299"/>
                    </a:cxn>
                    <a:cxn ang="0">
                      <a:pos x="connsiteX2300" y="connsiteY2300"/>
                    </a:cxn>
                    <a:cxn ang="0">
                      <a:pos x="connsiteX2301" y="connsiteY2301"/>
                    </a:cxn>
                    <a:cxn ang="0">
                      <a:pos x="connsiteX2302" y="connsiteY2302"/>
                    </a:cxn>
                    <a:cxn ang="0">
                      <a:pos x="connsiteX2303" y="connsiteY2303"/>
                    </a:cxn>
                    <a:cxn ang="0">
                      <a:pos x="connsiteX2304" y="connsiteY2304"/>
                    </a:cxn>
                    <a:cxn ang="0">
                      <a:pos x="connsiteX2305" y="connsiteY2305"/>
                    </a:cxn>
                    <a:cxn ang="0">
                      <a:pos x="connsiteX2306" y="connsiteY2306"/>
                    </a:cxn>
                    <a:cxn ang="0">
                      <a:pos x="connsiteX2307" y="connsiteY2307"/>
                    </a:cxn>
                    <a:cxn ang="0">
                      <a:pos x="connsiteX2308" y="connsiteY2308"/>
                    </a:cxn>
                    <a:cxn ang="0">
                      <a:pos x="connsiteX2309" y="connsiteY2309"/>
                    </a:cxn>
                    <a:cxn ang="0">
                      <a:pos x="connsiteX2310" y="connsiteY2310"/>
                    </a:cxn>
                    <a:cxn ang="0">
                      <a:pos x="connsiteX2311" y="connsiteY2311"/>
                    </a:cxn>
                    <a:cxn ang="0">
                      <a:pos x="connsiteX2312" y="connsiteY2312"/>
                    </a:cxn>
                    <a:cxn ang="0">
                      <a:pos x="connsiteX2313" y="connsiteY2313"/>
                    </a:cxn>
                    <a:cxn ang="0">
                      <a:pos x="connsiteX2314" y="connsiteY2314"/>
                    </a:cxn>
                    <a:cxn ang="0">
                      <a:pos x="connsiteX2315" y="connsiteY2315"/>
                    </a:cxn>
                    <a:cxn ang="0">
                      <a:pos x="connsiteX2316" y="connsiteY2316"/>
                    </a:cxn>
                    <a:cxn ang="0">
                      <a:pos x="connsiteX2317" y="connsiteY2317"/>
                    </a:cxn>
                    <a:cxn ang="0">
                      <a:pos x="connsiteX2318" y="connsiteY2318"/>
                    </a:cxn>
                    <a:cxn ang="0">
                      <a:pos x="connsiteX2319" y="connsiteY2319"/>
                    </a:cxn>
                    <a:cxn ang="0">
                      <a:pos x="connsiteX2320" y="connsiteY2320"/>
                    </a:cxn>
                    <a:cxn ang="0">
                      <a:pos x="connsiteX2321" y="connsiteY2321"/>
                    </a:cxn>
                    <a:cxn ang="0">
                      <a:pos x="connsiteX2322" y="connsiteY2322"/>
                    </a:cxn>
                    <a:cxn ang="0">
                      <a:pos x="connsiteX2323" y="connsiteY2323"/>
                    </a:cxn>
                    <a:cxn ang="0">
                      <a:pos x="connsiteX2324" y="connsiteY2324"/>
                    </a:cxn>
                    <a:cxn ang="0">
                      <a:pos x="connsiteX2325" y="connsiteY2325"/>
                    </a:cxn>
                    <a:cxn ang="0">
                      <a:pos x="connsiteX2326" y="connsiteY2326"/>
                    </a:cxn>
                    <a:cxn ang="0">
                      <a:pos x="connsiteX2327" y="connsiteY2327"/>
                    </a:cxn>
                    <a:cxn ang="0">
                      <a:pos x="connsiteX2328" y="connsiteY2328"/>
                    </a:cxn>
                    <a:cxn ang="0">
                      <a:pos x="connsiteX2329" y="connsiteY2329"/>
                    </a:cxn>
                    <a:cxn ang="0">
                      <a:pos x="connsiteX2330" y="connsiteY2330"/>
                    </a:cxn>
                    <a:cxn ang="0">
                      <a:pos x="connsiteX2331" y="connsiteY2331"/>
                    </a:cxn>
                    <a:cxn ang="0">
                      <a:pos x="connsiteX2332" y="connsiteY2332"/>
                    </a:cxn>
                    <a:cxn ang="0">
                      <a:pos x="connsiteX2333" y="connsiteY2333"/>
                    </a:cxn>
                    <a:cxn ang="0">
                      <a:pos x="connsiteX2334" y="connsiteY2334"/>
                    </a:cxn>
                    <a:cxn ang="0">
                      <a:pos x="connsiteX2335" y="connsiteY2335"/>
                    </a:cxn>
                    <a:cxn ang="0">
                      <a:pos x="connsiteX2336" y="connsiteY2336"/>
                    </a:cxn>
                    <a:cxn ang="0">
                      <a:pos x="connsiteX2337" y="connsiteY2337"/>
                    </a:cxn>
                    <a:cxn ang="0">
                      <a:pos x="connsiteX2338" y="connsiteY2338"/>
                    </a:cxn>
                    <a:cxn ang="0">
                      <a:pos x="connsiteX2339" y="connsiteY2339"/>
                    </a:cxn>
                    <a:cxn ang="0">
                      <a:pos x="connsiteX2340" y="connsiteY2340"/>
                    </a:cxn>
                    <a:cxn ang="0">
                      <a:pos x="connsiteX2341" y="connsiteY2341"/>
                    </a:cxn>
                    <a:cxn ang="0">
                      <a:pos x="connsiteX2342" y="connsiteY2342"/>
                    </a:cxn>
                    <a:cxn ang="0">
                      <a:pos x="connsiteX2343" y="connsiteY2343"/>
                    </a:cxn>
                    <a:cxn ang="0">
                      <a:pos x="connsiteX2344" y="connsiteY2344"/>
                    </a:cxn>
                    <a:cxn ang="0">
                      <a:pos x="connsiteX2345" y="connsiteY2345"/>
                    </a:cxn>
                    <a:cxn ang="0">
                      <a:pos x="connsiteX2346" y="connsiteY2346"/>
                    </a:cxn>
                    <a:cxn ang="0">
                      <a:pos x="connsiteX2347" y="connsiteY2347"/>
                    </a:cxn>
                    <a:cxn ang="0">
                      <a:pos x="connsiteX2348" y="connsiteY2348"/>
                    </a:cxn>
                    <a:cxn ang="0">
                      <a:pos x="connsiteX2349" y="connsiteY2349"/>
                    </a:cxn>
                    <a:cxn ang="0">
                      <a:pos x="connsiteX2350" y="connsiteY2350"/>
                    </a:cxn>
                    <a:cxn ang="0">
                      <a:pos x="connsiteX2351" y="connsiteY2351"/>
                    </a:cxn>
                    <a:cxn ang="0">
                      <a:pos x="connsiteX2352" y="connsiteY2352"/>
                    </a:cxn>
                    <a:cxn ang="0">
                      <a:pos x="connsiteX2353" y="connsiteY2353"/>
                    </a:cxn>
                    <a:cxn ang="0">
                      <a:pos x="connsiteX2354" y="connsiteY2354"/>
                    </a:cxn>
                    <a:cxn ang="0">
                      <a:pos x="connsiteX2355" y="connsiteY2355"/>
                    </a:cxn>
                    <a:cxn ang="0">
                      <a:pos x="connsiteX2356" y="connsiteY2356"/>
                    </a:cxn>
                    <a:cxn ang="0">
                      <a:pos x="connsiteX2357" y="connsiteY2357"/>
                    </a:cxn>
                    <a:cxn ang="0">
                      <a:pos x="connsiteX2358" y="connsiteY2358"/>
                    </a:cxn>
                    <a:cxn ang="0">
                      <a:pos x="connsiteX2359" y="connsiteY2359"/>
                    </a:cxn>
                    <a:cxn ang="0">
                      <a:pos x="connsiteX2360" y="connsiteY2360"/>
                    </a:cxn>
                    <a:cxn ang="0">
                      <a:pos x="connsiteX2361" y="connsiteY2361"/>
                    </a:cxn>
                    <a:cxn ang="0">
                      <a:pos x="connsiteX2362" y="connsiteY2362"/>
                    </a:cxn>
                    <a:cxn ang="0">
                      <a:pos x="connsiteX2363" y="connsiteY2363"/>
                    </a:cxn>
                    <a:cxn ang="0">
                      <a:pos x="connsiteX2364" y="connsiteY2364"/>
                    </a:cxn>
                    <a:cxn ang="0">
                      <a:pos x="connsiteX2365" y="connsiteY2365"/>
                    </a:cxn>
                    <a:cxn ang="0">
                      <a:pos x="connsiteX2366" y="connsiteY2366"/>
                    </a:cxn>
                    <a:cxn ang="0">
                      <a:pos x="connsiteX2367" y="connsiteY2367"/>
                    </a:cxn>
                    <a:cxn ang="0">
                      <a:pos x="connsiteX2368" y="connsiteY2368"/>
                    </a:cxn>
                    <a:cxn ang="0">
                      <a:pos x="connsiteX2369" y="connsiteY2369"/>
                    </a:cxn>
                    <a:cxn ang="0">
                      <a:pos x="connsiteX2370" y="connsiteY2370"/>
                    </a:cxn>
                    <a:cxn ang="0">
                      <a:pos x="connsiteX2371" y="connsiteY2371"/>
                    </a:cxn>
                    <a:cxn ang="0">
                      <a:pos x="connsiteX2372" y="connsiteY2372"/>
                    </a:cxn>
                    <a:cxn ang="0">
                      <a:pos x="connsiteX2373" y="connsiteY2373"/>
                    </a:cxn>
                    <a:cxn ang="0">
                      <a:pos x="connsiteX2374" y="connsiteY2374"/>
                    </a:cxn>
                    <a:cxn ang="0">
                      <a:pos x="connsiteX2375" y="connsiteY2375"/>
                    </a:cxn>
                    <a:cxn ang="0">
                      <a:pos x="connsiteX2376" y="connsiteY2376"/>
                    </a:cxn>
                    <a:cxn ang="0">
                      <a:pos x="connsiteX2377" y="connsiteY2377"/>
                    </a:cxn>
                    <a:cxn ang="0">
                      <a:pos x="connsiteX2378" y="connsiteY2378"/>
                    </a:cxn>
                    <a:cxn ang="0">
                      <a:pos x="connsiteX2379" y="connsiteY2379"/>
                    </a:cxn>
                    <a:cxn ang="0">
                      <a:pos x="connsiteX2380" y="connsiteY2380"/>
                    </a:cxn>
                    <a:cxn ang="0">
                      <a:pos x="connsiteX2381" y="connsiteY2381"/>
                    </a:cxn>
                    <a:cxn ang="0">
                      <a:pos x="connsiteX2382" y="connsiteY2382"/>
                    </a:cxn>
                    <a:cxn ang="0">
                      <a:pos x="connsiteX2383" y="connsiteY2383"/>
                    </a:cxn>
                    <a:cxn ang="0">
                      <a:pos x="connsiteX2384" y="connsiteY2384"/>
                    </a:cxn>
                    <a:cxn ang="0">
                      <a:pos x="connsiteX2385" y="connsiteY2385"/>
                    </a:cxn>
                    <a:cxn ang="0">
                      <a:pos x="connsiteX2386" y="connsiteY2386"/>
                    </a:cxn>
                    <a:cxn ang="0">
                      <a:pos x="connsiteX2387" y="connsiteY2387"/>
                    </a:cxn>
                    <a:cxn ang="0">
                      <a:pos x="connsiteX2388" y="connsiteY2388"/>
                    </a:cxn>
                    <a:cxn ang="0">
                      <a:pos x="connsiteX2389" y="connsiteY2389"/>
                    </a:cxn>
                    <a:cxn ang="0">
                      <a:pos x="connsiteX2390" y="connsiteY2390"/>
                    </a:cxn>
                    <a:cxn ang="0">
                      <a:pos x="connsiteX2391" y="connsiteY2391"/>
                    </a:cxn>
                    <a:cxn ang="0">
                      <a:pos x="connsiteX2392" y="connsiteY2392"/>
                    </a:cxn>
                    <a:cxn ang="0">
                      <a:pos x="connsiteX2393" y="connsiteY2393"/>
                    </a:cxn>
                    <a:cxn ang="0">
                      <a:pos x="connsiteX2394" y="connsiteY2394"/>
                    </a:cxn>
                    <a:cxn ang="0">
                      <a:pos x="connsiteX2395" y="connsiteY2395"/>
                    </a:cxn>
                    <a:cxn ang="0">
                      <a:pos x="connsiteX2396" y="connsiteY2396"/>
                    </a:cxn>
                    <a:cxn ang="0">
                      <a:pos x="connsiteX2397" y="connsiteY2397"/>
                    </a:cxn>
                    <a:cxn ang="0">
                      <a:pos x="connsiteX2398" y="connsiteY2398"/>
                    </a:cxn>
                    <a:cxn ang="0">
                      <a:pos x="connsiteX2399" y="connsiteY2399"/>
                    </a:cxn>
                    <a:cxn ang="0">
                      <a:pos x="connsiteX2400" y="connsiteY2400"/>
                    </a:cxn>
                    <a:cxn ang="0">
                      <a:pos x="connsiteX2401" y="connsiteY2401"/>
                    </a:cxn>
                    <a:cxn ang="0">
                      <a:pos x="connsiteX2402" y="connsiteY2402"/>
                    </a:cxn>
                    <a:cxn ang="0">
                      <a:pos x="connsiteX2403" y="connsiteY2403"/>
                    </a:cxn>
                    <a:cxn ang="0">
                      <a:pos x="connsiteX2404" y="connsiteY2404"/>
                    </a:cxn>
                    <a:cxn ang="0">
                      <a:pos x="connsiteX2405" y="connsiteY2405"/>
                    </a:cxn>
                    <a:cxn ang="0">
                      <a:pos x="connsiteX2406" y="connsiteY2406"/>
                    </a:cxn>
                    <a:cxn ang="0">
                      <a:pos x="connsiteX2407" y="connsiteY2407"/>
                    </a:cxn>
                    <a:cxn ang="0">
                      <a:pos x="connsiteX2408" y="connsiteY2408"/>
                    </a:cxn>
                    <a:cxn ang="0">
                      <a:pos x="connsiteX2409" y="connsiteY2409"/>
                    </a:cxn>
                    <a:cxn ang="0">
                      <a:pos x="connsiteX2410" y="connsiteY2410"/>
                    </a:cxn>
                    <a:cxn ang="0">
                      <a:pos x="connsiteX2411" y="connsiteY2411"/>
                    </a:cxn>
                    <a:cxn ang="0">
                      <a:pos x="connsiteX2412" y="connsiteY2412"/>
                    </a:cxn>
                    <a:cxn ang="0">
                      <a:pos x="connsiteX2413" y="connsiteY2413"/>
                    </a:cxn>
                    <a:cxn ang="0">
                      <a:pos x="connsiteX2414" y="connsiteY2414"/>
                    </a:cxn>
                    <a:cxn ang="0">
                      <a:pos x="connsiteX2415" y="connsiteY2415"/>
                    </a:cxn>
                    <a:cxn ang="0">
                      <a:pos x="connsiteX2416" y="connsiteY2416"/>
                    </a:cxn>
                    <a:cxn ang="0">
                      <a:pos x="connsiteX2417" y="connsiteY2417"/>
                    </a:cxn>
                    <a:cxn ang="0">
                      <a:pos x="connsiteX2418" y="connsiteY2418"/>
                    </a:cxn>
                    <a:cxn ang="0">
                      <a:pos x="connsiteX2419" y="connsiteY2419"/>
                    </a:cxn>
                    <a:cxn ang="0">
                      <a:pos x="connsiteX2420" y="connsiteY2420"/>
                    </a:cxn>
                    <a:cxn ang="0">
                      <a:pos x="connsiteX2421" y="connsiteY2421"/>
                    </a:cxn>
                    <a:cxn ang="0">
                      <a:pos x="connsiteX2422" y="connsiteY2422"/>
                    </a:cxn>
                    <a:cxn ang="0">
                      <a:pos x="connsiteX2423" y="connsiteY2423"/>
                    </a:cxn>
                    <a:cxn ang="0">
                      <a:pos x="connsiteX2424" y="connsiteY2424"/>
                    </a:cxn>
                    <a:cxn ang="0">
                      <a:pos x="connsiteX2425" y="connsiteY2425"/>
                    </a:cxn>
                    <a:cxn ang="0">
                      <a:pos x="connsiteX2426" y="connsiteY2426"/>
                    </a:cxn>
                    <a:cxn ang="0">
                      <a:pos x="connsiteX2427" y="connsiteY2427"/>
                    </a:cxn>
                    <a:cxn ang="0">
                      <a:pos x="connsiteX2428" y="connsiteY2428"/>
                    </a:cxn>
                    <a:cxn ang="0">
                      <a:pos x="connsiteX2429" y="connsiteY2429"/>
                    </a:cxn>
                  </a:cxnLst>
                  <a:rect l="l" t="t" r="r" b="b"/>
                  <a:pathLst>
                    <a:path w="970672" h="1161199">
                      <a:moveTo>
                        <a:pt x="746795" y="660"/>
                      </a:moveTo>
                      <a:lnTo>
                        <a:pt x="746170" y="6436"/>
                      </a:lnTo>
                      <a:lnTo>
                        <a:pt x="744445" y="1991"/>
                      </a:lnTo>
                      <a:lnTo>
                        <a:pt x="744711" y="5452"/>
                      </a:lnTo>
                      <a:lnTo>
                        <a:pt x="746806" y="7802"/>
                      </a:lnTo>
                      <a:lnTo>
                        <a:pt x="745730" y="8543"/>
                      </a:lnTo>
                      <a:lnTo>
                        <a:pt x="745788" y="8554"/>
                      </a:lnTo>
                      <a:lnTo>
                        <a:pt x="747802" y="9133"/>
                      </a:lnTo>
                      <a:lnTo>
                        <a:pt x="748728" y="12988"/>
                      </a:lnTo>
                      <a:lnTo>
                        <a:pt x="753937" y="17641"/>
                      </a:lnTo>
                      <a:lnTo>
                        <a:pt x="759296" y="21612"/>
                      </a:lnTo>
                      <a:lnTo>
                        <a:pt x="762040" y="19482"/>
                      </a:lnTo>
                      <a:lnTo>
                        <a:pt x="760952" y="20883"/>
                      </a:lnTo>
                      <a:lnTo>
                        <a:pt x="763452" y="18417"/>
                      </a:lnTo>
                      <a:lnTo>
                        <a:pt x="762862" y="22573"/>
                      </a:lnTo>
                      <a:lnTo>
                        <a:pt x="764332" y="25096"/>
                      </a:lnTo>
                      <a:lnTo>
                        <a:pt x="768928" y="27724"/>
                      </a:lnTo>
                      <a:lnTo>
                        <a:pt x="772493" y="29750"/>
                      </a:lnTo>
                      <a:lnTo>
                        <a:pt x="771949" y="31313"/>
                      </a:lnTo>
                      <a:lnTo>
                        <a:pt x="777691" y="33605"/>
                      </a:lnTo>
                      <a:lnTo>
                        <a:pt x="784173" y="38478"/>
                      </a:lnTo>
                      <a:lnTo>
                        <a:pt x="787067" y="40654"/>
                      </a:lnTo>
                      <a:lnTo>
                        <a:pt x="788074" y="42217"/>
                      </a:lnTo>
                      <a:lnTo>
                        <a:pt x="792832" y="46581"/>
                      </a:lnTo>
                      <a:lnTo>
                        <a:pt x="792149" y="47912"/>
                      </a:lnTo>
                      <a:lnTo>
                        <a:pt x="796560" y="50505"/>
                      </a:lnTo>
                      <a:lnTo>
                        <a:pt x="795552" y="51813"/>
                      </a:lnTo>
                      <a:lnTo>
                        <a:pt x="797520" y="51721"/>
                      </a:lnTo>
                      <a:lnTo>
                        <a:pt x="804697" y="58331"/>
                      </a:lnTo>
                      <a:lnTo>
                        <a:pt x="808564" y="59257"/>
                      </a:lnTo>
                      <a:lnTo>
                        <a:pt x="807175" y="61723"/>
                      </a:lnTo>
                      <a:lnTo>
                        <a:pt x="808540" y="60032"/>
                      </a:lnTo>
                      <a:lnTo>
                        <a:pt x="811909" y="64871"/>
                      </a:lnTo>
                      <a:lnTo>
                        <a:pt x="816898" y="67383"/>
                      </a:lnTo>
                      <a:lnTo>
                        <a:pt x="815347" y="67325"/>
                      </a:lnTo>
                      <a:lnTo>
                        <a:pt x="817060" y="67915"/>
                      </a:lnTo>
                      <a:lnTo>
                        <a:pt x="816516" y="69849"/>
                      </a:lnTo>
                      <a:lnTo>
                        <a:pt x="817570" y="67730"/>
                      </a:lnTo>
                      <a:lnTo>
                        <a:pt x="824422" y="71620"/>
                      </a:lnTo>
                      <a:lnTo>
                        <a:pt x="832665" y="80093"/>
                      </a:lnTo>
                      <a:lnTo>
                        <a:pt x="837376" y="81552"/>
                      </a:lnTo>
                      <a:lnTo>
                        <a:pt x="838846" y="82003"/>
                      </a:lnTo>
                      <a:lnTo>
                        <a:pt x="838314" y="84052"/>
                      </a:lnTo>
                      <a:lnTo>
                        <a:pt x="839124" y="82154"/>
                      </a:lnTo>
                      <a:lnTo>
                        <a:pt x="842527" y="84180"/>
                      </a:lnTo>
                      <a:lnTo>
                        <a:pt x="849288" y="88312"/>
                      </a:lnTo>
                      <a:lnTo>
                        <a:pt x="849855" y="87733"/>
                      </a:lnTo>
                      <a:lnTo>
                        <a:pt x="840212" y="81784"/>
                      </a:lnTo>
                      <a:lnTo>
                        <a:pt x="837596" y="80719"/>
                      </a:lnTo>
                      <a:lnTo>
                        <a:pt x="833255" y="78739"/>
                      </a:lnTo>
                      <a:lnTo>
                        <a:pt x="825372" y="70659"/>
                      </a:lnTo>
                      <a:lnTo>
                        <a:pt x="821737" y="67395"/>
                      </a:lnTo>
                      <a:lnTo>
                        <a:pt x="826935" y="69131"/>
                      </a:lnTo>
                      <a:lnTo>
                        <a:pt x="827316" y="71469"/>
                      </a:lnTo>
                      <a:lnTo>
                        <a:pt x="830789" y="70659"/>
                      </a:lnTo>
                      <a:lnTo>
                        <a:pt x="833625" y="73877"/>
                      </a:lnTo>
                      <a:lnTo>
                        <a:pt x="832074" y="75914"/>
                      </a:lnTo>
                      <a:lnTo>
                        <a:pt x="834343" y="74248"/>
                      </a:lnTo>
                      <a:lnTo>
                        <a:pt x="831021" y="70578"/>
                      </a:lnTo>
                      <a:lnTo>
                        <a:pt x="827328" y="70705"/>
                      </a:lnTo>
                      <a:lnTo>
                        <a:pt x="829076" y="68541"/>
                      </a:lnTo>
                      <a:lnTo>
                        <a:pt x="832526" y="68483"/>
                      </a:lnTo>
                      <a:lnTo>
                        <a:pt x="830014" y="68309"/>
                      </a:lnTo>
                      <a:lnTo>
                        <a:pt x="831576" y="66851"/>
                      </a:lnTo>
                      <a:lnTo>
                        <a:pt x="828636" y="67406"/>
                      </a:lnTo>
                      <a:lnTo>
                        <a:pt x="824457" y="65681"/>
                      </a:lnTo>
                      <a:lnTo>
                        <a:pt x="824666" y="63991"/>
                      </a:lnTo>
                      <a:lnTo>
                        <a:pt x="823798" y="65357"/>
                      </a:lnTo>
                      <a:lnTo>
                        <a:pt x="822119" y="63528"/>
                      </a:lnTo>
                      <a:lnTo>
                        <a:pt x="820382" y="64535"/>
                      </a:lnTo>
                      <a:lnTo>
                        <a:pt x="819954" y="62672"/>
                      </a:lnTo>
                      <a:lnTo>
                        <a:pt x="821610" y="60680"/>
                      </a:lnTo>
                      <a:lnTo>
                        <a:pt x="824585" y="60472"/>
                      </a:lnTo>
                      <a:lnTo>
                        <a:pt x="827826" y="63760"/>
                      </a:lnTo>
                      <a:lnTo>
                        <a:pt x="828833" y="62104"/>
                      </a:lnTo>
                      <a:lnTo>
                        <a:pt x="828949" y="61884"/>
                      </a:lnTo>
                      <a:lnTo>
                        <a:pt x="830511" y="62498"/>
                      </a:lnTo>
                      <a:lnTo>
                        <a:pt x="842169" y="63378"/>
                      </a:lnTo>
                      <a:lnTo>
                        <a:pt x="855319" y="72940"/>
                      </a:lnTo>
                      <a:lnTo>
                        <a:pt x="872358" y="87618"/>
                      </a:lnTo>
                      <a:lnTo>
                        <a:pt x="876572" y="95709"/>
                      </a:lnTo>
                      <a:lnTo>
                        <a:pt x="881804" y="100675"/>
                      </a:lnTo>
                      <a:lnTo>
                        <a:pt x="882302" y="107308"/>
                      </a:lnTo>
                      <a:lnTo>
                        <a:pt x="879709" y="111163"/>
                      </a:lnTo>
                      <a:lnTo>
                        <a:pt x="873933" y="114717"/>
                      </a:lnTo>
                      <a:lnTo>
                        <a:pt x="873064" y="113606"/>
                      </a:lnTo>
                      <a:lnTo>
                        <a:pt x="866038" y="117773"/>
                      </a:lnTo>
                      <a:lnTo>
                        <a:pt x="864406" y="117206"/>
                      </a:lnTo>
                      <a:lnTo>
                        <a:pt x="862808" y="119197"/>
                      </a:lnTo>
                      <a:lnTo>
                        <a:pt x="857645" y="119023"/>
                      </a:lnTo>
                      <a:lnTo>
                        <a:pt x="855805" y="120968"/>
                      </a:lnTo>
                      <a:lnTo>
                        <a:pt x="859474" y="124788"/>
                      </a:lnTo>
                      <a:lnTo>
                        <a:pt x="861292" y="123144"/>
                      </a:lnTo>
                      <a:lnTo>
                        <a:pt x="866698" y="133725"/>
                      </a:lnTo>
                      <a:lnTo>
                        <a:pt x="872624" y="137023"/>
                      </a:lnTo>
                      <a:lnTo>
                        <a:pt x="873724" y="140358"/>
                      </a:lnTo>
                      <a:lnTo>
                        <a:pt x="881781" y="142349"/>
                      </a:lnTo>
                      <a:lnTo>
                        <a:pt x="885485" y="145798"/>
                      </a:lnTo>
                      <a:lnTo>
                        <a:pt x="887905" y="146319"/>
                      </a:lnTo>
                      <a:lnTo>
                        <a:pt x="895857" y="140659"/>
                      </a:lnTo>
                      <a:lnTo>
                        <a:pt x="894804" y="146678"/>
                      </a:lnTo>
                      <a:lnTo>
                        <a:pt x="891979" y="147858"/>
                      </a:lnTo>
                      <a:lnTo>
                        <a:pt x="891389" y="150845"/>
                      </a:lnTo>
                      <a:lnTo>
                        <a:pt x="893565" y="150174"/>
                      </a:lnTo>
                      <a:lnTo>
                        <a:pt x="892431" y="153508"/>
                      </a:lnTo>
                      <a:lnTo>
                        <a:pt x="890208" y="156089"/>
                      </a:lnTo>
                      <a:lnTo>
                        <a:pt x="891065" y="154214"/>
                      </a:lnTo>
                      <a:lnTo>
                        <a:pt x="889305" y="154387"/>
                      </a:lnTo>
                      <a:lnTo>
                        <a:pt x="888217" y="157941"/>
                      </a:lnTo>
                      <a:lnTo>
                        <a:pt x="891273" y="158300"/>
                      </a:lnTo>
                      <a:lnTo>
                        <a:pt x="892095" y="160662"/>
                      </a:lnTo>
                      <a:lnTo>
                        <a:pt x="897478" y="164250"/>
                      </a:lnTo>
                      <a:lnTo>
                        <a:pt x="895325" y="168417"/>
                      </a:lnTo>
                      <a:lnTo>
                        <a:pt x="897547" y="169077"/>
                      </a:lnTo>
                      <a:lnTo>
                        <a:pt x="896702" y="171647"/>
                      </a:lnTo>
                      <a:lnTo>
                        <a:pt x="899643" y="171196"/>
                      </a:lnTo>
                      <a:lnTo>
                        <a:pt x="900974" y="173406"/>
                      </a:lnTo>
                      <a:lnTo>
                        <a:pt x="899226" y="174460"/>
                      </a:lnTo>
                      <a:lnTo>
                        <a:pt x="902375" y="176578"/>
                      </a:lnTo>
                      <a:lnTo>
                        <a:pt x="898427" y="177724"/>
                      </a:lnTo>
                      <a:lnTo>
                        <a:pt x="902120" y="177875"/>
                      </a:lnTo>
                      <a:lnTo>
                        <a:pt x="900233" y="179565"/>
                      </a:lnTo>
                      <a:lnTo>
                        <a:pt x="903115" y="180352"/>
                      </a:lnTo>
                      <a:lnTo>
                        <a:pt x="900673" y="181209"/>
                      </a:lnTo>
                      <a:lnTo>
                        <a:pt x="899862" y="182772"/>
                      </a:lnTo>
                      <a:lnTo>
                        <a:pt x="901622" y="181579"/>
                      </a:lnTo>
                      <a:lnTo>
                        <a:pt x="901703" y="183640"/>
                      </a:lnTo>
                      <a:lnTo>
                        <a:pt x="899203" y="185526"/>
                      </a:lnTo>
                      <a:lnTo>
                        <a:pt x="902085" y="186337"/>
                      </a:lnTo>
                      <a:lnTo>
                        <a:pt x="900418" y="188502"/>
                      </a:lnTo>
                      <a:lnTo>
                        <a:pt x="904250" y="190354"/>
                      </a:lnTo>
                      <a:lnTo>
                        <a:pt x="902259" y="198804"/>
                      </a:lnTo>
                      <a:lnTo>
                        <a:pt x="905558" y="202288"/>
                      </a:lnTo>
                      <a:lnTo>
                        <a:pt x="908243" y="201918"/>
                      </a:lnTo>
                      <a:lnTo>
                        <a:pt x="910420" y="206062"/>
                      </a:lnTo>
                      <a:lnTo>
                        <a:pt x="909308" y="207359"/>
                      </a:lnTo>
                      <a:lnTo>
                        <a:pt x="910964" y="214015"/>
                      </a:lnTo>
                      <a:lnTo>
                        <a:pt x="922505" y="218599"/>
                      </a:lnTo>
                      <a:lnTo>
                        <a:pt x="926498" y="217800"/>
                      </a:lnTo>
                      <a:lnTo>
                        <a:pt x="927263" y="215045"/>
                      </a:lnTo>
                      <a:lnTo>
                        <a:pt x="929057" y="216133"/>
                      </a:lnTo>
                      <a:lnTo>
                        <a:pt x="930481" y="214825"/>
                      </a:lnTo>
                      <a:lnTo>
                        <a:pt x="930886" y="216457"/>
                      </a:lnTo>
                      <a:lnTo>
                        <a:pt x="934961" y="215635"/>
                      </a:lnTo>
                      <a:lnTo>
                        <a:pt x="937866" y="220625"/>
                      </a:lnTo>
                      <a:lnTo>
                        <a:pt x="943619" y="220266"/>
                      </a:lnTo>
                      <a:lnTo>
                        <a:pt x="949593" y="222604"/>
                      </a:lnTo>
                      <a:lnTo>
                        <a:pt x="946513" y="230406"/>
                      </a:lnTo>
                      <a:lnTo>
                        <a:pt x="949268" y="232548"/>
                      </a:lnTo>
                      <a:lnTo>
                        <a:pt x="950380" y="237988"/>
                      </a:lnTo>
                      <a:lnTo>
                        <a:pt x="949048" y="240026"/>
                      </a:lnTo>
                      <a:lnTo>
                        <a:pt x="948678" y="256672"/>
                      </a:lnTo>
                      <a:lnTo>
                        <a:pt x="939128" y="256973"/>
                      </a:lnTo>
                      <a:lnTo>
                        <a:pt x="923466" y="273781"/>
                      </a:lnTo>
                      <a:lnTo>
                        <a:pt x="918546" y="265608"/>
                      </a:lnTo>
                      <a:lnTo>
                        <a:pt x="918558" y="262448"/>
                      </a:lnTo>
                      <a:lnTo>
                        <a:pt x="909621" y="252204"/>
                      </a:lnTo>
                      <a:lnTo>
                        <a:pt x="908799" y="246057"/>
                      </a:lnTo>
                      <a:lnTo>
                        <a:pt x="893727" y="243510"/>
                      </a:lnTo>
                      <a:lnTo>
                        <a:pt x="892384" y="240037"/>
                      </a:lnTo>
                      <a:lnTo>
                        <a:pt x="888518" y="241310"/>
                      </a:lnTo>
                      <a:lnTo>
                        <a:pt x="884941" y="246080"/>
                      </a:lnTo>
                      <a:lnTo>
                        <a:pt x="880658" y="245258"/>
                      </a:lnTo>
                      <a:lnTo>
                        <a:pt x="877567" y="247990"/>
                      </a:lnTo>
                      <a:lnTo>
                        <a:pt x="866674" y="240500"/>
                      </a:lnTo>
                      <a:lnTo>
                        <a:pt x="866003" y="237850"/>
                      </a:lnTo>
                      <a:lnTo>
                        <a:pt x="862368" y="235500"/>
                      </a:lnTo>
                      <a:lnTo>
                        <a:pt x="863699" y="232814"/>
                      </a:lnTo>
                      <a:lnTo>
                        <a:pt x="861419" y="229955"/>
                      </a:lnTo>
                      <a:lnTo>
                        <a:pt x="858861" y="235673"/>
                      </a:lnTo>
                      <a:lnTo>
                        <a:pt x="849021" y="237306"/>
                      </a:lnTo>
                      <a:lnTo>
                        <a:pt x="847678" y="241681"/>
                      </a:lnTo>
                      <a:lnTo>
                        <a:pt x="843801" y="245362"/>
                      </a:lnTo>
                      <a:lnTo>
                        <a:pt x="843812" y="248835"/>
                      </a:lnTo>
                      <a:lnTo>
                        <a:pt x="842180" y="248661"/>
                      </a:lnTo>
                      <a:lnTo>
                        <a:pt x="839772" y="252886"/>
                      </a:lnTo>
                      <a:lnTo>
                        <a:pt x="830604" y="252829"/>
                      </a:lnTo>
                      <a:lnTo>
                        <a:pt x="829516" y="254576"/>
                      </a:lnTo>
                      <a:lnTo>
                        <a:pt x="825013" y="255017"/>
                      </a:lnTo>
                      <a:lnTo>
                        <a:pt x="818148" y="252088"/>
                      </a:lnTo>
                      <a:lnTo>
                        <a:pt x="813205" y="258975"/>
                      </a:lnTo>
                      <a:lnTo>
                        <a:pt x="810427" y="269961"/>
                      </a:lnTo>
                      <a:lnTo>
                        <a:pt x="811353" y="273330"/>
                      </a:lnTo>
                      <a:lnTo>
                        <a:pt x="803053" y="272646"/>
                      </a:lnTo>
                      <a:lnTo>
                        <a:pt x="799453" y="275390"/>
                      </a:lnTo>
                      <a:lnTo>
                        <a:pt x="803667" y="278481"/>
                      </a:lnTo>
                      <a:lnTo>
                        <a:pt x="799569" y="278608"/>
                      </a:lnTo>
                      <a:lnTo>
                        <a:pt x="797601" y="282069"/>
                      </a:lnTo>
                      <a:lnTo>
                        <a:pt x="806283" y="289061"/>
                      </a:lnTo>
                      <a:lnTo>
                        <a:pt x="793538" y="300394"/>
                      </a:lnTo>
                      <a:lnTo>
                        <a:pt x="797671" y="303346"/>
                      </a:lnTo>
                      <a:lnTo>
                        <a:pt x="795761" y="306587"/>
                      </a:lnTo>
                      <a:lnTo>
                        <a:pt x="796582" y="309469"/>
                      </a:lnTo>
                      <a:lnTo>
                        <a:pt x="791535" y="316947"/>
                      </a:lnTo>
                      <a:lnTo>
                        <a:pt x="791304" y="323974"/>
                      </a:lnTo>
                      <a:lnTo>
                        <a:pt x="793411" y="326185"/>
                      </a:lnTo>
                      <a:lnTo>
                        <a:pt x="795564" y="323638"/>
                      </a:lnTo>
                      <a:lnTo>
                        <a:pt x="796640" y="324622"/>
                      </a:lnTo>
                      <a:lnTo>
                        <a:pt x="796281" y="326879"/>
                      </a:lnTo>
                      <a:lnTo>
                        <a:pt x="793480" y="328697"/>
                      </a:lnTo>
                      <a:lnTo>
                        <a:pt x="793816" y="330827"/>
                      </a:lnTo>
                      <a:lnTo>
                        <a:pt x="799384" y="335110"/>
                      </a:lnTo>
                      <a:lnTo>
                        <a:pt x="800321" y="334114"/>
                      </a:lnTo>
                      <a:lnTo>
                        <a:pt x="808679" y="336071"/>
                      </a:lnTo>
                      <a:lnTo>
                        <a:pt x="808876" y="338212"/>
                      </a:lnTo>
                      <a:lnTo>
                        <a:pt x="811944" y="336430"/>
                      </a:lnTo>
                      <a:lnTo>
                        <a:pt x="813298" y="332772"/>
                      </a:lnTo>
                      <a:lnTo>
                        <a:pt x="816273" y="333744"/>
                      </a:lnTo>
                      <a:lnTo>
                        <a:pt x="820267" y="331325"/>
                      </a:lnTo>
                      <a:lnTo>
                        <a:pt x="820533" y="334439"/>
                      </a:lnTo>
                      <a:lnTo>
                        <a:pt x="818380" y="336545"/>
                      </a:lnTo>
                      <a:lnTo>
                        <a:pt x="819317" y="341928"/>
                      </a:lnTo>
                      <a:lnTo>
                        <a:pt x="822235" y="342032"/>
                      </a:lnTo>
                      <a:lnTo>
                        <a:pt x="822582" y="345517"/>
                      </a:lnTo>
                      <a:lnTo>
                        <a:pt x="825001" y="346651"/>
                      </a:lnTo>
                      <a:lnTo>
                        <a:pt x="826518" y="343989"/>
                      </a:lnTo>
                      <a:lnTo>
                        <a:pt x="828590" y="347045"/>
                      </a:lnTo>
                      <a:lnTo>
                        <a:pt x="830303" y="344359"/>
                      </a:lnTo>
                      <a:lnTo>
                        <a:pt x="833903" y="345019"/>
                      </a:lnTo>
                      <a:lnTo>
                        <a:pt x="832167" y="347323"/>
                      </a:lnTo>
                      <a:lnTo>
                        <a:pt x="834308" y="348330"/>
                      </a:lnTo>
                      <a:lnTo>
                        <a:pt x="837029" y="346385"/>
                      </a:lnTo>
                      <a:lnTo>
                        <a:pt x="839263" y="348272"/>
                      </a:lnTo>
                      <a:lnTo>
                        <a:pt x="838360" y="350159"/>
                      </a:lnTo>
                      <a:lnTo>
                        <a:pt x="841509" y="348422"/>
                      </a:lnTo>
                      <a:lnTo>
                        <a:pt x="842793" y="350147"/>
                      </a:lnTo>
                      <a:lnTo>
                        <a:pt x="844773" y="348110"/>
                      </a:lnTo>
                      <a:lnTo>
                        <a:pt x="846984" y="353492"/>
                      </a:lnTo>
                      <a:lnTo>
                        <a:pt x="845595" y="356815"/>
                      </a:lnTo>
                      <a:lnTo>
                        <a:pt x="843002" y="357324"/>
                      </a:lnTo>
                      <a:lnTo>
                        <a:pt x="845028" y="359581"/>
                      </a:lnTo>
                      <a:lnTo>
                        <a:pt x="847285" y="358319"/>
                      </a:lnTo>
                      <a:lnTo>
                        <a:pt x="853571" y="362290"/>
                      </a:lnTo>
                      <a:lnTo>
                        <a:pt x="853328" y="365323"/>
                      </a:lnTo>
                      <a:lnTo>
                        <a:pt x="851603" y="365439"/>
                      </a:lnTo>
                      <a:lnTo>
                        <a:pt x="853721" y="368136"/>
                      </a:lnTo>
                      <a:lnTo>
                        <a:pt x="860041" y="367094"/>
                      </a:lnTo>
                      <a:lnTo>
                        <a:pt x="863086" y="369166"/>
                      </a:lnTo>
                      <a:lnTo>
                        <a:pt x="862449" y="373056"/>
                      </a:lnTo>
                      <a:lnTo>
                        <a:pt x="864197" y="373032"/>
                      </a:lnTo>
                      <a:lnTo>
                        <a:pt x="864382" y="378485"/>
                      </a:lnTo>
                      <a:lnTo>
                        <a:pt x="858293" y="379052"/>
                      </a:lnTo>
                      <a:lnTo>
                        <a:pt x="858571" y="372454"/>
                      </a:lnTo>
                      <a:lnTo>
                        <a:pt x="850318" y="376054"/>
                      </a:lnTo>
                      <a:lnTo>
                        <a:pt x="843963" y="375382"/>
                      </a:lnTo>
                      <a:lnTo>
                        <a:pt x="843291" y="373114"/>
                      </a:lnTo>
                      <a:lnTo>
                        <a:pt x="841451" y="378057"/>
                      </a:lnTo>
                      <a:lnTo>
                        <a:pt x="842377" y="383937"/>
                      </a:lnTo>
                      <a:lnTo>
                        <a:pt x="838881" y="387873"/>
                      </a:lnTo>
                      <a:lnTo>
                        <a:pt x="838071" y="391658"/>
                      </a:lnTo>
                      <a:lnTo>
                        <a:pt x="833475" y="392862"/>
                      </a:lnTo>
                      <a:lnTo>
                        <a:pt x="835165" y="398638"/>
                      </a:lnTo>
                      <a:lnTo>
                        <a:pt x="833834" y="402169"/>
                      </a:lnTo>
                      <a:lnTo>
                        <a:pt x="836369" y="402250"/>
                      </a:lnTo>
                      <a:lnTo>
                        <a:pt x="832502" y="409879"/>
                      </a:lnTo>
                      <a:lnTo>
                        <a:pt x="833926" y="413664"/>
                      </a:lnTo>
                      <a:lnTo>
                        <a:pt x="832155" y="414358"/>
                      </a:lnTo>
                      <a:lnTo>
                        <a:pt x="831646" y="418653"/>
                      </a:lnTo>
                      <a:lnTo>
                        <a:pt x="824920" y="419475"/>
                      </a:lnTo>
                      <a:lnTo>
                        <a:pt x="819989" y="422056"/>
                      </a:lnTo>
                      <a:lnTo>
                        <a:pt x="824955" y="424360"/>
                      </a:lnTo>
                      <a:lnTo>
                        <a:pt x="828393" y="428400"/>
                      </a:lnTo>
                      <a:lnTo>
                        <a:pt x="823589" y="429361"/>
                      </a:lnTo>
                      <a:lnTo>
                        <a:pt x="820105" y="437140"/>
                      </a:lnTo>
                      <a:lnTo>
                        <a:pt x="816111" y="440786"/>
                      </a:lnTo>
                      <a:lnTo>
                        <a:pt x="817477" y="446586"/>
                      </a:lnTo>
                      <a:lnTo>
                        <a:pt x="813564" y="447627"/>
                      </a:lnTo>
                      <a:lnTo>
                        <a:pt x="807383" y="454515"/>
                      </a:lnTo>
                      <a:lnTo>
                        <a:pt x="805704" y="453381"/>
                      </a:lnTo>
                      <a:lnTo>
                        <a:pt x="799465" y="454411"/>
                      </a:lnTo>
                      <a:lnTo>
                        <a:pt x="801074" y="455638"/>
                      </a:lnTo>
                      <a:lnTo>
                        <a:pt x="799777" y="456055"/>
                      </a:lnTo>
                      <a:lnTo>
                        <a:pt x="799998" y="461414"/>
                      </a:lnTo>
                      <a:lnTo>
                        <a:pt x="803632" y="466045"/>
                      </a:lnTo>
                      <a:lnTo>
                        <a:pt x="809096" y="480654"/>
                      </a:lnTo>
                      <a:lnTo>
                        <a:pt x="799870" y="484809"/>
                      </a:lnTo>
                      <a:lnTo>
                        <a:pt x="801236" y="488699"/>
                      </a:lnTo>
                      <a:lnTo>
                        <a:pt x="809999" y="487831"/>
                      </a:lnTo>
                      <a:lnTo>
                        <a:pt x="818380" y="484821"/>
                      </a:lnTo>
                      <a:lnTo>
                        <a:pt x="820093" y="482124"/>
                      </a:lnTo>
                      <a:lnTo>
                        <a:pt x="815417" y="478662"/>
                      </a:lnTo>
                      <a:lnTo>
                        <a:pt x="818264" y="476452"/>
                      </a:lnTo>
                      <a:lnTo>
                        <a:pt x="817870" y="474923"/>
                      </a:lnTo>
                      <a:lnTo>
                        <a:pt x="825893" y="471810"/>
                      </a:lnTo>
                      <a:lnTo>
                        <a:pt x="827502" y="472724"/>
                      </a:lnTo>
                      <a:lnTo>
                        <a:pt x="836253" y="463151"/>
                      </a:lnTo>
                      <a:lnTo>
                        <a:pt x="844240" y="461090"/>
                      </a:lnTo>
                      <a:lnTo>
                        <a:pt x="846996" y="462097"/>
                      </a:lnTo>
                      <a:lnTo>
                        <a:pt x="849067" y="465582"/>
                      </a:lnTo>
                      <a:lnTo>
                        <a:pt x="849264" y="473407"/>
                      </a:lnTo>
                      <a:lnTo>
                        <a:pt x="851244" y="474472"/>
                      </a:lnTo>
                      <a:lnTo>
                        <a:pt x="847609" y="485793"/>
                      </a:lnTo>
                      <a:lnTo>
                        <a:pt x="848593" y="491477"/>
                      </a:lnTo>
                      <a:lnTo>
                        <a:pt x="847493" y="493873"/>
                      </a:lnTo>
                      <a:lnTo>
                        <a:pt x="837306" y="491431"/>
                      </a:lnTo>
                      <a:lnTo>
                        <a:pt x="837839" y="493920"/>
                      </a:lnTo>
                      <a:lnTo>
                        <a:pt x="835663" y="497554"/>
                      </a:lnTo>
                      <a:lnTo>
                        <a:pt x="838256" y="504662"/>
                      </a:lnTo>
                      <a:lnTo>
                        <a:pt x="808888" y="505588"/>
                      </a:lnTo>
                      <a:lnTo>
                        <a:pt x="803250" y="509373"/>
                      </a:lnTo>
                      <a:lnTo>
                        <a:pt x="797879" y="509883"/>
                      </a:lnTo>
                      <a:lnTo>
                        <a:pt x="783814" y="519896"/>
                      </a:lnTo>
                      <a:lnTo>
                        <a:pt x="777725" y="518588"/>
                      </a:lnTo>
                      <a:lnTo>
                        <a:pt x="765038" y="531854"/>
                      </a:lnTo>
                      <a:lnTo>
                        <a:pt x="763637" y="538047"/>
                      </a:lnTo>
                      <a:lnTo>
                        <a:pt x="766207" y="539841"/>
                      </a:lnTo>
                      <a:lnTo>
                        <a:pt x="765270" y="545131"/>
                      </a:lnTo>
                      <a:lnTo>
                        <a:pt x="768256" y="547365"/>
                      </a:lnTo>
                      <a:lnTo>
                        <a:pt x="769171" y="550630"/>
                      </a:lnTo>
                      <a:lnTo>
                        <a:pt x="783698" y="557842"/>
                      </a:lnTo>
                      <a:lnTo>
                        <a:pt x="790170" y="563514"/>
                      </a:lnTo>
                      <a:lnTo>
                        <a:pt x="789753" y="568074"/>
                      </a:lnTo>
                      <a:lnTo>
                        <a:pt x="792253" y="570725"/>
                      </a:lnTo>
                      <a:lnTo>
                        <a:pt x="801190" y="572763"/>
                      </a:lnTo>
                      <a:lnTo>
                        <a:pt x="804477" y="576941"/>
                      </a:lnTo>
                      <a:lnTo>
                        <a:pt x="807927" y="577162"/>
                      </a:lnTo>
                      <a:lnTo>
                        <a:pt x="814467" y="585797"/>
                      </a:lnTo>
                      <a:lnTo>
                        <a:pt x="822154" y="589849"/>
                      </a:lnTo>
                      <a:lnTo>
                        <a:pt x="825650" y="594456"/>
                      </a:lnTo>
                      <a:lnTo>
                        <a:pt x="832989" y="596864"/>
                      </a:lnTo>
                      <a:lnTo>
                        <a:pt x="847516" y="592720"/>
                      </a:lnTo>
                      <a:lnTo>
                        <a:pt x="852575" y="593287"/>
                      </a:lnTo>
                      <a:lnTo>
                        <a:pt x="856719" y="591088"/>
                      </a:lnTo>
                      <a:lnTo>
                        <a:pt x="858120" y="593079"/>
                      </a:lnTo>
                      <a:lnTo>
                        <a:pt x="863815" y="594444"/>
                      </a:lnTo>
                      <a:lnTo>
                        <a:pt x="859289" y="605974"/>
                      </a:lnTo>
                      <a:lnTo>
                        <a:pt x="852320" y="609400"/>
                      </a:lnTo>
                      <a:lnTo>
                        <a:pt x="848327" y="608717"/>
                      </a:lnTo>
                      <a:lnTo>
                        <a:pt x="846961" y="610327"/>
                      </a:lnTo>
                      <a:lnTo>
                        <a:pt x="846625" y="623152"/>
                      </a:lnTo>
                      <a:lnTo>
                        <a:pt x="845005" y="628593"/>
                      </a:lnTo>
                      <a:lnTo>
                        <a:pt x="842689" y="630064"/>
                      </a:lnTo>
                      <a:lnTo>
                        <a:pt x="843581" y="633154"/>
                      </a:lnTo>
                      <a:lnTo>
                        <a:pt x="842377" y="635307"/>
                      </a:lnTo>
                      <a:lnTo>
                        <a:pt x="849496" y="639139"/>
                      </a:lnTo>
                      <a:lnTo>
                        <a:pt x="859532" y="638363"/>
                      </a:lnTo>
                      <a:lnTo>
                        <a:pt x="865008" y="641315"/>
                      </a:lnTo>
                      <a:lnTo>
                        <a:pt x="862762" y="640436"/>
                      </a:lnTo>
                      <a:lnTo>
                        <a:pt x="859451" y="642033"/>
                      </a:lnTo>
                      <a:lnTo>
                        <a:pt x="859451" y="645401"/>
                      </a:lnTo>
                      <a:lnTo>
                        <a:pt x="855006" y="646929"/>
                      </a:lnTo>
                      <a:lnTo>
                        <a:pt x="854520" y="645355"/>
                      </a:lnTo>
                      <a:lnTo>
                        <a:pt x="850434" y="646385"/>
                      </a:lnTo>
                      <a:lnTo>
                        <a:pt x="844727" y="644105"/>
                      </a:lnTo>
                      <a:lnTo>
                        <a:pt x="833811" y="648365"/>
                      </a:lnTo>
                      <a:lnTo>
                        <a:pt x="829261" y="652127"/>
                      </a:lnTo>
                      <a:lnTo>
                        <a:pt x="830326" y="654153"/>
                      </a:lnTo>
                      <a:lnTo>
                        <a:pt x="828671" y="655276"/>
                      </a:lnTo>
                      <a:lnTo>
                        <a:pt x="831171" y="655693"/>
                      </a:lnTo>
                      <a:lnTo>
                        <a:pt x="830639" y="659385"/>
                      </a:lnTo>
                      <a:lnTo>
                        <a:pt x="820220" y="660438"/>
                      </a:lnTo>
                      <a:lnTo>
                        <a:pt x="821123" y="664351"/>
                      </a:lnTo>
                      <a:lnTo>
                        <a:pt x="818241" y="672072"/>
                      </a:lnTo>
                      <a:lnTo>
                        <a:pt x="820360" y="673843"/>
                      </a:lnTo>
                      <a:lnTo>
                        <a:pt x="809432" y="679770"/>
                      </a:lnTo>
                      <a:lnTo>
                        <a:pt x="811955" y="690964"/>
                      </a:lnTo>
                      <a:lnTo>
                        <a:pt x="809455" y="694738"/>
                      </a:lnTo>
                      <a:lnTo>
                        <a:pt x="805415" y="696821"/>
                      </a:lnTo>
                      <a:lnTo>
                        <a:pt x="805392" y="698812"/>
                      </a:lnTo>
                      <a:lnTo>
                        <a:pt x="801919" y="700711"/>
                      </a:lnTo>
                      <a:lnTo>
                        <a:pt x="801734" y="702760"/>
                      </a:lnTo>
                      <a:lnTo>
                        <a:pt x="810161" y="707992"/>
                      </a:lnTo>
                      <a:lnTo>
                        <a:pt x="816146" y="703200"/>
                      </a:lnTo>
                      <a:lnTo>
                        <a:pt x="820070" y="706117"/>
                      </a:lnTo>
                      <a:lnTo>
                        <a:pt x="819700" y="707529"/>
                      </a:lnTo>
                      <a:lnTo>
                        <a:pt x="811955" y="714151"/>
                      </a:lnTo>
                      <a:lnTo>
                        <a:pt x="796640" y="717681"/>
                      </a:lnTo>
                      <a:lnTo>
                        <a:pt x="797219" y="720240"/>
                      </a:lnTo>
                      <a:lnTo>
                        <a:pt x="794360" y="723550"/>
                      </a:lnTo>
                      <a:lnTo>
                        <a:pt x="796166" y="726247"/>
                      </a:lnTo>
                      <a:lnTo>
                        <a:pt x="799338" y="725565"/>
                      </a:lnTo>
                      <a:lnTo>
                        <a:pt x="807614" y="730310"/>
                      </a:lnTo>
                      <a:lnTo>
                        <a:pt x="807348" y="736967"/>
                      </a:lnTo>
                      <a:lnTo>
                        <a:pt x="801086" y="738182"/>
                      </a:lnTo>
                      <a:lnTo>
                        <a:pt x="802347" y="746690"/>
                      </a:lnTo>
                      <a:lnTo>
                        <a:pt x="799708" y="752768"/>
                      </a:lnTo>
                      <a:lnTo>
                        <a:pt x="803019" y="760153"/>
                      </a:lnTo>
                      <a:lnTo>
                        <a:pt x="812245" y="769310"/>
                      </a:lnTo>
                      <a:lnTo>
                        <a:pt x="811411" y="771080"/>
                      </a:lnTo>
                      <a:lnTo>
                        <a:pt x="813715" y="775399"/>
                      </a:lnTo>
                      <a:lnTo>
                        <a:pt x="808876" y="785620"/>
                      </a:lnTo>
                      <a:lnTo>
                        <a:pt x="813263" y="790841"/>
                      </a:lnTo>
                      <a:lnTo>
                        <a:pt x="814189" y="796617"/>
                      </a:lnTo>
                      <a:lnTo>
                        <a:pt x="820081" y="809038"/>
                      </a:lnTo>
                      <a:lnTo>
                        <a:pt x="830014" y="818970"/>
                      </a:lnTo>
                      <a:lnTo>
                        <a:pt x="831507" y="822952"/>
                      </a:lnTo>
                      <a:lnTo>
                        <a:pt x="834899" y="824446"/>
                      </a:lnTo>
                      <a:lnTo>
                        <a:pt x="841069" y="835824"/>
                      </a:lnTo>
                      <a:lnTo>
                        <a:pt x="841126" y="842261"/>
                      </a:lnTo>
                      <a:lnTo>
                        <a:pt x="844321" y="844472"/>
                      </a:lnTo>
                      <a:lnTo>
                        <a:pt x="852563" y="842214"/>
                      </a:lnTo>
                      <a:lnTo>
                        <a:pt x="854138" y="855469"/>
                      </a:lnTo>
                      <a:lnTo>
                        <a:pt x="861245" y="854798"/>
                      </a:lnTo>
                      <a:lnTo>
                        <a:pt x="867994" y="849727"/>
                      </a:lnTo>
                      <a:lnTo>
                        <a:pt x="870124" y="850434"/>
                      </a:lnTo>
                      <a:lnTo>
                        <a:pt x="874442" y="848257"/>
                      </a:lnTo>
                      <a:lnTo>
                        <a:pt x="878898" y="843904"/>
                      </a:lnTo>
                      <a:lnTo>
                        <a:pt x="883216" y="843812"/>
                      </a:lnTo>
                      <a:lnTo>
                        <a:pt x="885138" y="842226"/>
                      </a:lnTo>
                      <a:lnTo>
                        <a:pt x="884663" y="839043"/>
                      </a:lnTo>
                      <a:lnTo>
                        <a:pt x="888518" y="838950"/>
                      </a:lnTo>
                      <a:lnTo>
                        <a:pt x="891308" y="843083"/>
                      </a:lnTo>
                      <a:lnTo>
                        <a:pt x="895290" y="842631"/>
                      </a:lnTo>
                      <a:lnTo>
                        <a:pt x="900395" y="846023"/>
                      </a:lnTo>
                      <a:lnTo>
                        <a:pt x="893704" y="848778"/>
                      </a:lnTo>
                      <a:lnTo>
                        <a:pt x="894167" y="850653"/>
                      </a:lnTo>
                      <a:lnTo>
                        <a:pt x="897015" y="851116"/>
                      </a:lnTo>
                      <a:lnTo>
                        <a:pt x="897258" y="849623"/>
                      </a:lnTo>
                      <a:lnTo>
                        <a:pt x="900268" y="850017"/>
                      </a:lnTo>
                      <a:lnTo>
                        <a:pt x="901472" y="848558"/>
                      </a:lnTo>
                      <a:lnTo>
                        <a:pt x="903497" y="855457"/>
                      </a:lnTo>
                      <a:lnTo>
                        <a:pt x="909042" y="855920"/>
                      </a:lnTo>
                      <a:lnTo>
                        <a:pt x="915930" y="864799"/>
                      </a:lnTo>
                      <a:lnTo>
                        <a:pt x="927945" y="870715"/>
                      </a:lnTo>
                      <a:lnTo>
                        <a:pt x="924843" y="874893"/>
                      </a:lnTo>
                      <a:lnTo>
                        <a:pt x="924079" y="879303"/>
                      </a:lnTo>
                      <a:lnTo>
                        <a:pt x="927436" y="881399"/>
                      </a:lnTo>
                      <a:lnTo>
                        <a:pt x="931939" y="891123"/>
                      </a:lnTo>
                      <a:lnTo>
                        <a:pt x="937646" y="893194"/>
                      </a:lnTo>
                      <a:lnTo>
                        <a:pt x="938445" y="896644"/>
                      </a:lnTo>
                      <a:lnTo>
                        <a:pt x="941130" y="893866"/>
                      </a:lnTo>
                      <a:lnTo>
                        <a:pt x="942566" y="894618"/>
                      </a:lnTo>
                      <a:lnTo>
                        <a:pt x="945529" y="889479"/>
                      </a:lnTo>
                      <a:lnTo>
                        <a:pt x="947104" y="894596"/>
                      </a:lnTo>
                      <a:lnTo>
                        <a:pt x="949963" y="895128"/>
                      </a:lnTo>
                      <a:lnTo>
                        <a:pt x="950785" y="891435"/>
                      </a:lnTo>
                      <a:lnTo>
                        <a:pt x="953621" y="891979"/>
                      </a:lnTo>
                      <a:lnTo>
                        <a:pt x="955022" y="898438"/>
                      </a:lnTo>
                      <a:lnTo>
                        <a:pt x="957302" y="898924"/>
                      </a:lnTo>
                      <a:lnTo>
                        <a:pt x="958842" y="895764"/>
                      </a:lnTo>
                      <a:lnTo>
                        <a:pt x="964896" y="897489"/>
                      </a:lnTo>
                      <a:lnTo>
                        <a:pt x="967790" y="899225"/>
                      </a:lnTo>
                      <a:lnTo>
                        <a:pt x="968253" y="902652"/>
                      </a:lnTo>
                      <a:lnTo>
                        <a:pt x="970603" y="903115"/>
                      </a:lnTo>
                      <a:lnTo>
                        <a:pt x="970672" y="904308"/>
                      </a:lnTo>
                      <a:lnTo>
                        <a:pt x="966771" y="905071"/>
                      </a:lnTo>
                      <a:lnTo>
                        <a:pt x="967188" y="912168"/>
                      </a:lnTo>
                      <a:lnTo>
                        <a:pt x="962419" y="913163"/>
                      </a:lnTo>
                      <a:lnTo>
                        <a:pt x="960219" y="916705"/>
                      </a:lnTo>
                      <a:lnTo>
                        <a:pt x="963356" y="921775"/>
                      </a:lnTo>
                      <a:lnTo>
                        <a:pt x="961122" y="925410"/>
                      </a:lnTo>
                      <a:lnTo>
                        <a:pt x="961354" y="932043"/>
                      </a:lnTo>
                      <a:lnTo>
                        <a:pt x="959339" y="936639"/>
                      </a:lnTo>
                      <a:lnTo>
                        <a:pt x="965741" y="945541"/>
                      </a:lnTo>
                      <a:lnTo>
                        <a:pt x="962164" y="955808"/>
                      </a:lnTo>
                      <a:lnTo>
                        <a:pt x="956538" y="959246"/>
                      </a:lnTo>
                      <a:lnTo>
                        <a:pt x="959085" y="962673"/>
                      </a:lnTo>
                      <a:lnTo>
                        <a:pt x="959455" y="968889"/>
                      </a:lnTo>
                      <a:lnTo>
                        <a:pt x="963217" y="973589"/>
                      </a:lnTo>
                      <a:lnTo>
                        <a:pt x="962303" y="976657"/>
                      </a:lnTo>
                      <a:lnTo>
                        <a:pt x="958251" y="975083"/>
                      </a:lnTo>
                      <a:lnTo>
                        <a:pt x="957673" y="975580"/>
                      </a:lnTo>
                      <a:lnTo>
                        <a:pt x="957742" y="977085"/>
                      </a:lnTo>
                      <a:lnTo>
                        <a:pt x="958668" y="977548"/>
                      </a:lnTo>
                      <a:lnTo>
                        <a:pt x="962152" y="980465"/>
                      </a:lnTo>
                      <a:lnTo>
                        <a:pt x="962882" y="982178"/>
                      </a:lnTo>
                      <a:lnTo>
                        <a:pt x="962801" y="982653"/>
                      </a:lnTo>
                      <a:lnTo>
                        <a:pt x="961284" y="987121"/>
                      </a:lnTo>
                      <a:lnTo>
                        <a:pt x="961701" y="988568"/>
                      </a:lnTo>
                      <a:lnTo>
                        <a:pt x="963576" y="990258"/>
                      </a:lnTo>
                      <a:lnTo>
                        <a:pt x="966887" y="991832"/>
                      </a:lnTo>
                      <a:lnTo>
                        <a:pt x="967107" y="991995"/>
                      </a:lnTo>
                      <a:lnTo>
                        <a:pt x="965637" y="994148"/>
                      </a:lnTo>
                      <a:lnTo>
                        <a:pt x="958899" y="994750"/>
                      </a:lnTo>
                      <a:lnTo>
                        <a:pt x="957094" y="995722"/>
                      </a:lnTo>
                      <a:lnTo>
                        <a:pt x="956330" y="998998"/>
                      </a:lnTo>
                      <a:lnTo>
                        <a:pt x="957811" y="1000757"/>
                      </a:lnTo>
                      <a:lnTo>
                        <a:pt x="959409" y="1000781"/>
                      </a:lnTo>
                      <a:lnTo>
                        <a:pt x="959490" y="1000827"/>
                      </a:lnTo>
                      <a:lnTo>
                        <a:pt x="959571" y="1000781"/>
                      </a:lnTo>
                      <a:lnTo>
                        <a:pt x="960427" y="1000793"/>
                      </a:lnTo>
                      <a:lnTo>
                        <a:pt x="963704" y="998396"/>
                      </a:lnTo>
                      <a:lnTo>
                        <a:pt x="963773" y="998350"/>
                      </a:lnTo>
                      <a:lnTo>
                        <a:pt x="958726" y="1006939"/>
                      </a:lnTo>
                      <a:lnTo>
                        <a:pt x="958784" y="1007865"/>
                      </a:lnTo>
                      <a:lnTo>
                        <a:pt x="958714" y="1007992"/>
                      </a:lnTo>
                      <a:lnTo>
                        <a:pt x="958807" y="1008132"/>
                      </a:lnTo>
                      <a:lnTo>
                        <a:pt x="958888" y="1009428"/>
                      </a:lnTo>
                      <a:lnTo>
                        <a:pt x="959825" y="1010123"/>
                      </a:lnTo>
                      <a:lnTo>
                        <a:pt x="962893" y="1009521"/>
                      </a:lnTo>
                      <a:lnTo>
                        <a:pt x="962558" y="1015679"/>
                      </a:lnTo>
                      <a:lnTo>
                        <a:pt x="964051" y="1019094"/>
                      </a:lnTo>
                      <a:lnTo>
                        <a:pt x="966771" y="1023006"/>
                      </a:lnTo>
                      <a:lnTo>
                        <a:pt x="961770" y="1031098"/>
                      </a:lnTo>
                      <a:lnTo>
                        <a:pt x="954211" y="1035555"/>
                      </a:lnTo>
                      <a:lnTo>
                        <a:pt x="953366" y="1034351"/>
                      </a:lnTo>
                      <a:lnTo>
                        <a:pt x="947358" y="1045429"/>
                      </a:lnTo>
                      <a:lnTo>
                        <a:pt x="941987" y="1046529"/>
                      </a:lnTo>
                      <a:lnTo>
                        <a:pt x="933398" y="1047362"/>
                      </a:lnTo>
                      <a:lnTo>
                        <a:pt x="929717" y="1048589"/>
                      </a:lnTo>
                      <a:lnTo>
                        <a:pt x="917852" y="1055026"/>
                      </a:lnTo>
                      <a:lnTo>
                        <a:pt x="917620" y="1054771"/>
                      </a:lnTo>
                      <a:lnTo>
                        <a:pt x="917574" y="1054736"/>
                      </a:lnTo>
                      <a:lnTo>
                        <a:pt x="906530" y="1062330"/>
                      </a:lnTo>
                      <a:lnTo>
                        <a:pt x="906426" y="1062399"/>
                      </a:lnTo>
                      <a:lnTo>
                        <a:pt x="897860" y="1067226"/>
                      </a:lnTo>
                      <a:lnTo>
                        <a:pt x="889884" y="1068812"/>
                      </a:lnTo>
                      <a:lnTo>
                        <a:pt x="888715" y="1069044"/>
                      </a:lnTo>
                      <a:lnTo>
                        <a:pt x="875715" y="1074774"/>
                      </a:lnTo>
                      <a:lnTo>
                        <a:pt x="869325" y="1072725"/>
                      </a:lnTo>
                      <a:lnTo>
                        <a:pt x="872474" y="1068778"/>
                      </a:lnTo>
                      <a:lnTo>
                        <a:pt x="869337" y="1072147"/>
                      </a:lnTo>
                      <a:lnTo>
                        <a:pt x="869372" y="1071012"/>
                      </a:lnTo>
                      <a:lnTo>
                        <a:pt x="867519" y="1072597"/>
                      </a:lnTo>
                      <a:lnTo>
                        <a:pt x="859926" y="1073014"/>
                      </a:lnTo>
                      <a:lnTo>
                        <a:pt x="855469" y="1072169"/>
                      </a:lnTo>
                      <a:lnTo>
                        <a:pt x="847771" y="1067030"/>
                      </a:lnTo>
                      <a:lnTo>
                        <a:pt x="853061" y="1062203"/>
                      </a:lnTo>
                      <a:lnTo>
                        <a:pt x="855272" y="1063001"/>
                      </a:lnTo>
                      <a:lnTo>
                        <a:pt x="853675" y="1062121"/>
                      </a:lnTo>
                      <a:lnTo>
                        <a:pt x="852783" y="1057364"/>
                      </a:lnTo>
                      <a:lnTo>
                        <a:pt x="847192" y="1053266"/>
                      </a:lnTo>
                      <a:lnTo>
                        <a:pt x="850931" y="1049353"/>
                      </a:lnTo>
                      <a:lnTo>
                        <a:pt x="850399" y="1046725"/>
                      </a:lnTo>
                      <a:lnTo>
                        <a:pt x="851151" y="1046807"/>
                      </a:lnTo>
                      <a:lnTo>
                        <a:pt x="848350" y="1045475"/>
                      </a:lnTo>
                      <a:lnTo>
                        <a:pt x="843882" y="1040150"/>
                      </a:lnTo>
                      <a:lnTo>
                        <a:pt x="845641" y="1036134"/>
                      </a:lnTo>
                      <a:lnTo>
                        <a:pt x="844669" y="1029686"/>
                      </a:lnTo>
                      <a:lnTo>
                        <a:pt x="847030" y="1029582"/>
                      </a:lnTo>
                      <a:lnTo>
                        <a:pt x="848790" y="1031885"/>
                      </a:lnTo>
                      <a:lnTo>
                        <a:pt x="850353" y="1031642"/>
                      </a:lnTo>
                      <a:lnTo>
                        <a:pt x="851105" y="1029477"/>
                      </a:lnTo>
                      <a:lnTo>
                        <a:pt x="852980" y="1031931"/>
                      </a:lnTo>
                      <a:lnTo>
                        <a:pt x="855631" y="1033726"/>
                      </a:lnTo>
                      <a:lnTo>
                        <a:pt x="857935" y="1033668"/>
                      </a:lnTo>
                      <a:lnTo>
                        <a:pt x="858895" y="1030693"/>
                      </a:lnTo>
                      <a:lnTo>
                        <a:pt x="858629" y="1030473"/>
                      </a:lnTo>
                      <a:lnTo>
                        <a:pt x="857367" y="1033425"/>
                      </a:lnTo>
                      <a:lnTo>
                        <a:pt x="853408" y="1031631"/>
                      </a:lnTo>
                      <a:lnTo>
                        <a:pt x="852320" y="1028772"/>
                      </a:lnTo>
                      <a:lnTo>
                        <a:pt x="850283" y="1029003"/>
                      </a:lnTo>
                      <a:lnTo>
                        <a:pt x="849380" y="1031260"/>
                      </a:lnTo>
                      <a:lnTo>
                        <a:pt x="847250" y="1028933"/>
                      </a:lnTo>
                      <a:lnTo>
                        <a:pt x="843939" y="1029061"/>
                      </a:lnTo>
                      <a:lnTo>
                        <a:pt x="844553" y="1032070"/>
                      </a:lnTo>
                      <a:lnTo>
                        <a:pt x="844182" y="1034177"/>
                      </a:lnTo>
                      <a:lnTo>
                        <a:pt x="844784" y="1033610"/>
                      </a:lnTo>
                      <a:lnTo>
                        <a:pt x="844981" y="1036377"/>
                      </a:lnTo>
                      <a:lnTo>
                        <a:pt x="843233" y="1039733"/>
                      </a:lnTo>
                      <a:lnTo>
                        <a:pt x="846695" y="1044225"/>
                      </a:lnTo>
                      <a:lnTo>
                        <a:pt x="850213" y="1048473"/>
                      </a:lnTo>
                      <a:lnTo>
                        <a:pt x="846775" y="1049793"/>
                      </a:lnTo>
                      <a:lnTo>
                        <a:pt x="846058" y="1053312"/>
                      </a:lnTo>
                      <a:lnTo>
                        <a:pt x="852251" y="1060327"/>
                      </a:lnTo>
                      <a:lnTo>
                        <a:pt x="845259" y="1064332"/>
                      </a:lnTo>
                      <a:lnTo>
                        <a:pt x="842134" y="1060073"/>
                      </a:lnTo>
                      <a:lnTo>
                        <a:pt x="841022" y="1059552"/>
                      </a:lnTo>
                      <a:lnTo>
                        <a:pt x="840478" y="1057826"/>
                      </a:lnTo>
                      <a:lnTo>
                        <a:pt x="839367" y="1058394"/>
                      </a:lnTo>
                      <a:lnTo>
                        <a:pt x="842029" y="1060408"/>
                      </a:lnTo>
                      <a:lnTo>
                        <a:pt x="842655" y="1064159"/>
                      </a:lnTo>
                      <a:lnTo>
                        <a:pt x="844680" y="1064992"/>
                      </a:lnTo>
                      <a:lnTo>
                        <a:pt x="842631" y="1072007"/>
                      </a:lnTo>
                      <a:lnTo>
                        <a:pt x="830696" y="1081117"/>
                      </a:lnTo>
                      <a:lnTo>
                        <a:pt x="825256" y="1081141"/>
                      </a:lnTo>
                      <a:lnTo>
                        <a:pt x="823612" y="1084753"/>
                      </a:lnTo>
                      <a:lnTo>
                        <a:pt x="823404" y="1085192"/>
                      </a:lnTo>
                      <a:lnTo>
                        <a:pt x="814224" y="1091072"/>
                      </a:lnTo>
                      <a:lnTo>
                        <a:pt x="812951" y="1089857"/>
                      </a:lnTo>
                      <a:lnTo>
                        <a:pt x="810335" y="1091872"/>
                      </a:lnTo>
                      <a:lnTo>
                        <a:pt x="810057" y="1092045"/>
                      </a:lnTo>
                      <a:lnTo>
                        <a:pt x="801595" y="1097520"/>
                      </a:lnTo>
                      <a:lnTo>
                        <a:pt x="798770" y="1097011"/>
                      </a:lnTo>
                      <a:lnTo>
                        <a:pt x="795876" y="1097404"/>
                      </a:lnTo>
                      <a:lnTo>
                        <a:pt x="794730" y="1098887"/>
                      </a:lnTo>
                      <a:lnTo>
                        <a:pt x="794788" y="1097266"/>
                      </a:lnTo>
                      <a:lnTo>
                        <a:pt x="792045" y="1097103"/>
                      </a:lnTo>
                      <a:lnTo>
                        <a:pt x="793631" y="1095310"/>
                      </a:lnTo>
                      <a:lnTo>
                        <a:pt x="793017" y="1095321"/>
                      </a:lnTo>
                      <a:lnTo>
                        <a:pt x="791813" y="1097254"/>
                      </a:lnTo>
                      <a:lnTo>
                        <a:pt x="794615" y="1097647"/>
                      </a:lnTo>
                      <a:lnTo>
                        <a:pt x="794383" y="1099222"/>
                      </a:lnTo>
                      <a:lnTo>
                        <a:pt x="796050" y="1098307"/>
                      </a:lnTo>
                      <a:lnTo>
                        <a:pt x="791975" y="1107904"/>
                      </a:lnTo>
                      <a:lnTo>
                        <a:pt x="788908" y="1108494"/>
                      </a:lnTo>
                      <a:lnTo>
                        <a:pt x="790540" y="1111910"/>
                      </a:lnTo>
                      <a:lnTo>
                        <a:pt x="784173" y="1118832"/>
                      </a:lnTo>
                      <a:lnTo>
                        <a:pt x="781962" y="1121239"/>
                      </a:lnTo>
                      <a:lnTo>
                        <a:pt x="781603" y="1120255"/>
                      </a:lnTo>
                      <a:lnTo>
                        <a:pt x="780886" y="1120163"/>
                      </a:lnTo>
                      <a:lnTo>
                        <a:pt x="779832" y="1120996"/>
                      </a:lnTo>
                      <a:lnTo>
                        <a:pt x="779855" y="1122721"/>
                      </a:lnTo>
                      <a:lnTo>
                        <a:pt x="779427" y="1123439"/>
                      </a:lnTo>
                      <a:lnTo>
                        <a:pt x="780029" y="1124759"/>
                      </a:lnTo>
                      <a:lnTo>
                        <a:pt x="779520" y="1123960"/>
                      </a:lnTo>
                      <a:lnTo>
                        <a:pt x="779323" y="1124168"/>
                      </a:lnTo>
                      <a:lnTo>
                        <a:pt x="778871" y="1124643"/>
                      </a:lnTo>
                      <a:lnTo>
                        <a:pt x="779786" y="1127074"/>
                      </a:lnTo>
                      <a:lnTo>
                        <a:pt x="778652" y="1130523"/>
                      </a:lnTo>
                      <a:lnTo>
                        <a:pt x="777019" y="1140420"/>
                      </a:lnTo>
                      <a:lnTo>
                        <a:pt x="777540" y="1147563"/>
                      </a:lnTo>
                      <a:lnTo>
                        <a:pt x="771069" y="1149751"/>
                      </a:lnTo>
                      <a:lnTo>
                        <a:pt x="770861" y="1151082"/>
                      </a:lnTo>
                      <a:lnTo>
                        <a:pt x="764610" y="1150850"/>
                      </a:lnTo>
                      <a:lnTo>
                        <a:pt x="757479" y="1148732"/>
                      </a:lnTo>
                      <a:lnTo>
                        <a:pt x="752779" y="1151869"/>
                      </a:lnTo>
                      <a:lnTo>
                        <a:pt x="751367" y="1152460"/>
                      </a:lnTo>
                      <a:lnTo>
                        <a:pt x="747814" y="1152668"/>
                      </a:lnTo>
                      <a:lnTo>
                        <a:pt x="746042" y="1154647"/>
                      </a:lnTo>
                      <a:lnTo>
                        <a:pt x="745718" y="1154786"/>
                      </a:lnTo>
                      <a:lnTo>
                        <a:pt x="745834" y="1154613"/>
                      </a:lnTo>
                      <a:lnTo>
                        <a:pt x="743461" y="1154011"/>
                      </a:lnTo>
                      <a:lnTo>
                        <a:pt x="744318" y="1155365"/>
                      </a:lnTo>
                      <a:lnTo>
                        <a:pt x="743576" y="1155677"/>
                      </a:lnTo>
                      <a:lnTo>
                        <a:pt x="742199" y="1155307"/>
                      </a:lnTo>
                      <a:lnTo>
                        <a:pt x="741805" y="1158005"/>
                      </a:lnTo>
                      <a:lnTo>
                        <a:pt x="737430" y="1156569"/>
                      </a:lnTo>
                      <a:lnTo>
                        <a:pt x="737129" y="1159139"/>
                      </a:lnTo>
                      <a:lnTo>
                        <a:pt x="734605" y="1156604"/>
                      </a:lnTo>
                      <a:lnTo>
                        <a:pt x="737025" y="1154914"/>
                      </a:lnTo>
                      <a:lnTo>
                        <a:pt x="735358" y="1154230"/>
                      </a:lnTo>
                      <a:lnTo>
                        <a:pt x="733251" y="1158734"/>
                      </a:lnTo>
                      <a:lnTo>
                        <a:pt x="726792" y="1154717"/>
                      </a:lnTo>
                      <a:lnTo>
                        <a:pt x="724245" y="1156279"/>
                      </a:lnTo>
                      <a:lnTo>
                        <a:pt x="719742" y="1158607"/>
                      </a:lnTo>
                      <a:lnTo>
                        <a:pt x="714301" y="1161200"/>
                      </a:lnTo>
                      <a:lnTo>
                        <a:pt x="708073" y="1159474"/>
                      </a:lnTo>
                      <a:lnTo>
                        <a:pt x="699542" y="1159753"/>
                      </a:lnTo>
                      <a:lnTo>
                        <a:pt x="699565" y="1158571"/>
                      </a:lnTo>
                      <a:lnTo>
                        <a:pt x="694912" y="1160100"/>
                      </a:lnTo>
                      <a:lnTo>
                        <a:pt x="694067" y="1156974"/>
                      </a:lnTo>
                      <a:lnTo>
                        <a:pt x="693546" y="1155064"/>
                      </a:lnTo>
                      <a:lnTo>
                        <a:pt x="693812" y="1160146"/>
                      </a:lnTo>
                      <a:lnTo>
                        <a:pt x="690663" y="1160667"/>
                      </a:lnTo>
                      <a:lnTo>
                        <a:pt x="687133" y="1156823"/>
                      </a:lnTo>
                      <a:lnTo>
                        <a:pt x="679573" y="1156175"/>
                      </a:lnTo>
                      <a:lnTo>
                        <a:pt x="678474" y="1156268"/>
                      </a:lnTo>
                      <a:lnTo>
                        <a:pt x="675105" y="1156546"/>
                      </a:lnTo>
                      <a:lnTo>
                        <a:pt x="648666" y="1148825"/>
                      </a:lnTo>
                      <a:lnTo>
                        <a:pt x="641350" y="1150110"/>
                      </a:lnTo>
                      <a:lnTo>
                        <a:pt x="634347" y="1147783"/>
                      </a:lnTo>
                      <a:lnTo>
                        <a:pt x="626475" y="1133209"/>
                      </a:lnTo>
                      <a:lnTo>
                        <a:pt x="620861" y="1124030"/>
                      </a:lnTo>
                      <a:lnTo>
                        <a:pt x="618175" y="1123671"/>
                      </a:lnTo>
                      <a:lnTo>
                        <a:pt x="617341" y="1122733"/>
                      </a:lnTo>
                      <a:lnTo>
                        <a:pt x="617515" y="1120927"/>
                      </a:lnTo>
                      <a:lnTo>
                        <a:pt x="613441" y="1118322"/>
                      </a:lnTo>
                      <a:lnTo>
                        <a:pt x="613128" y="1117975"/>
                      </a:lnTo>
                      <a:lnTo>
                        <a:pt x="611531" y="1117107"/>
                      </a:lnTo>
                      <a:lnTo>
                        <a:pt x="608775" y="1115359"/>
                      </a:lnTo>
                      <a:lnTo>
                        <a:pt x="604689" y="1110659"/>
                      </a:lnTo>
                      <a:lnTo>
                        <a:pt x="604874" y="1107950"/>
                      </a:lnTo>
                      <a:lnTo>
                        <a:pt x="613024" y="1103054"/>
                      </a:lnTo>
                      <a:lnTo>
                        <a:pt x="608926" y="1105149"/>
                      </a:lnTo>
                      <a:lnTo>
                        <a:pt x="605974" y="1106666"/>
                      </a:lnTo>
                      <a:lnTo>
                        <a:pt x="601749" y="1102174"/>
                      </a:lnTo>
                      <a:lnTo>
                        <a:pt x="595799" y="1100276"/>
                      </a:lnTo>
                      <a:lnTo>
                        <a:pt x="592465" y="1101271"/>
                      </a:lnTo>
                      <a:lnTo>
                        <a:pt x="591018" y="1104559"/>
                      </a:lnTo>
                      <a:lnTo>
                        <a:pt x="588147" y="1102220"/>
                      </a:lnTo>
                      <a:lnTo>
                        <a:pt x="587209" y="1103228"/>
                      </a:lnTo>
                      <a:lnTo>
                        <a:pt x="584084" y="1101468"/>
                      </a:lnTo>
                      <a:lnTo>
                        <a:pt x="583656" y="1104037"/>
                      </a:lnTo>
                      <a:lnTo>
                        <a:pt x="583193" y="1104211"/>
                      </a:lnTo>
                      <a:lnTo>
                        <a:pt x="577544" y="1100599"/>
                      </a:lnTo>
                      <a:lnTo>
                        <a:pt x="575912" y="1100380"/>
                      </a:lnTo>
                      <a:lnTo>
                        <a:pt x="574824" y="1095205"/>
                      </a:lnTo>
                      <a:lnTo>
                        <a:pt x="572763" y="1092045"/>
                      </a:lnTo>
                      <a:lnTo>
                        <a:pt x="570598" y="1088700"/>
                      </a:lnTo>
                      <a:lnTo>
                        <a:pt x="565783" y="1085841"/>
                      </a:lnTo>
                      <a:lnTo>
                        <a:pt x="566628" y="1084753"/>
                      </a:lnTo>
                      <a:lnTo>
                        <a:pt x="567148" y="1084093"/>
                      </a:lnTo>
                      <a:lnTo>
                        <a:pt x="561372" y="1066613"/>
                      </a:lnTo>
                      <a:lnTo>
                        <a:pt x="561905" y="1066867"/>
                      </a:lnTo>
                      <a:lnTo>
                        <a:pt x="561951" y="1066891"/>
                      </a:lnTo>
                      <a:lnTo>
                        <a:pt x="562078" y="1067215"/>
                      </a:lnTo>
                      <a:lnTo>
                        <a:pt x="561997" y="1066879"/>
                      </a:lnTo>
                      <a:lnTo>
                        <a:pt x="561916" y="1066717"/>
                      </a:lnTo>
                      <a:lnTo>
                        <a:pt x="551868" y="1046830"/>
                      </a:lnTo>
                      <a:lnTo>
                        <a:pt x="548037" y="1047258"/>
                      </a:lnTo>
                      <a:lnTo>
                        <a:pt x="542886" y="1044503"/>
                      </a:lnTo>
                      <a:lnTo>
                        <a:pt x="541925" y="1043924"/>
                      </a:lnTo>
                      <a:lnTo>
                        <a:pt x="549171" y="1047073"/>
                      </a:lnTo>
                      <a:lnTo>
                        <a:pt x="547377" y="1039653"/>
                      </a:lnTo>
                      <a:lnTo>
                        <a:pt x="542122" y="1040787"/>
                      </a:lnTo>
                      <a:lnTo>
                        <a:pt x="548789" y="1038785"/>
                      </a:lnTo>
                      <a:lnTo>
                        <a:pt x="549275" y="1036411"/>
                      </a:lnTo>
                      <a:lnTo>
                        <a:pt x="549646" y="1034663"/>
                      </a:lnTo>
                      <a:lnTo>
                        <a:pt x="550954" y="1033853"/>
                      </a:lnTo>
                      <a:lnTo>
                        <a:pt x="551915" y="1033251"/>
                      </a:lnTo>
                      <a:lnTo>
                        <a:pt x="551209" y="1033459"/>
                      </a:lnTo>
                      <a:lnTo>
                        <a:pt x="549357" y="1034490"/>
                      </a:lnTo>
                      <a:lnTo>
                        <a:pt x="548118" y="1038194"/>
                      </a:lnTo>
                      <a:lnTo>
                        <a:pt x="545085" y="1036817"/>
                      </a:lnTo>
                      <a:lnTo>
                        <a:pt x="544240" y="1038310"/>
                      </a:lnTo>
                      <a:lnTo>
                        <a:pt x="544205" y="1038241"/>
                      </a:lnTo>
                      <a:lnTo>
                        <a:pt x="544992" y="1036110"/>
                      </a:lnTo>
                      <a:lnTo>
                        <a:pt x="542029" y="1032765"/>
                      </a:lnTo>
                      <a:lnTo>
                        <a:pt x="535176" y="1026121"/>
                      </a:lnTo>
                      <a:lnTo>
                        <a:pt x="530233" y="1020020"/>
                      </a:lnTo>
                      <a:lnTo>
                        <a:pt x="535095" y="1015957"/>
                      </a:lnTo>
                      <a:lnTo>
                        <a:pt x="539992" y="1012148"/>
                      </a:lnTo>
                      <a:lnTo>
                        <a:pt x="537317" y="1013457"/>
                      </a:lnTo>
                      <a:lnTo>
                        <a:pt x="537896" y="1006986"/>
                      </a:lnTo>
                      <a:lnTo>
                        <a:pt x="536299" y="1005341"/>
                      </a:lnTo>
                      <a:lnTo>
                        <a:pt x="537839" y="1003941"/>
                      </a:lnTo>
                      <a:lnTo>
                        <a:pt x="536241" y="1004971"/>
                      </a:lnTo>
                      <a:lnTo>
                        <a:pt x="535778" y="1003744"/>
                      </a:lnTo>
                      <a:lnTo>
                        <a:pt x="535546" y="1003107"/>
                      </a:lnTo>
                      <a:lnTo>
                        <a:pt x="536229" y="998269"/>
                      </a:lnTo>
                      <a:lnTo>
                        <a:pt x="535685" y="998246"/>
                      </a:lnTo>
                      <a:lnTo>
                        <a:pt x="534991" y="1002077"/>
                      </a:lnTo>
                      <a:lnTo>
                        <a:pt x="535176" y="1003756"/>
                      </a:lnTo>
                      <a:lnTo>
                        <a:pt x="535824" y="1005932"/>
                      </a:lnTo>
                      <a:lnTo>
                        <a:pt x="532629" y="1007229"/>
                      </a:lnTo>
                      <a:lnTo>
                        <a:pt x="535790" y="1006152"/>
                      </a:lnTo>
                      <a:lnTo>
                        <a:pt x="537248" y="1007437"/>
                      </a:lnTo>
                      <a:lnTo>
                        <a:pt x="535581" y="1014603"/>
                      </a:lnTo>
                      <a:lnTo>
                        <a:pt x="532074" y="1016652"/>
                      </a:lnTo>
                      <a:lnTo>
                        <a:pt x="531287" y="1016304"/>
                      </a:lnTo>
                      <a:lnTo>
                        <a:pt x="530187" y="1017682"/>
                      </a:lnTo>
                      <a:lnTo>
                        <a:pt x="517314" y="1017878"/>
                      </a:lnTo>
                      <a:lnTo>
                        <a:pt x="517303" y="1017878"/>
                      </a:lnTo>
                      <a:lnTo>
                        <a:pt x="514687" y="1017045"/>
                      </a:lnTo>
                      <a:lnTo>
                        <a:pt x="511202" y="1020251"/>
                      </a:lnTo>
                      <a:lnTo>
                        <a:pt x="503458" y="1022335"/>
                      </a:lnTo>
                      <a:lnTo>
                        <a:pt x="502243" y="1024060"/>
                      </a:lnTo>
                      <a:lnTo>
                        <a:pt x="503794" y="1021780"/>
                      </a:lnTo>
                      <a:lnTo>
                        <a:pt x="501259" y="1018168"/>
                      </a:lnTo>
                      <a:lnTo>
                        <a:pt x="501699" y="1019869"/>
                      </a:lnTo>
                      <a:lnTo>
                        <a:pt x="501629" y="1022972"/>
                      </a:lnTo>
                      <a:lnTo>
                        <a:pt x="501386" y="1019893"/>
                      </a:lnTo>
                      <a:lnTo>
                        <a:pt x="489775" y="1020622"/>
                      </a:lnTo>
                      <a:lnTo>
                        <a:pt x="485782" y="1022115"/>
                      </a:lnTo>
                      <a:lnTo>
                        <a:pt x="477389" y="1028239"/>
                      </a:lnTo>
                      <a:lnTo>
                        <a:pt x="476232" y="1032128"/>
                      </a:lnTo>
                      <a:lnTo>
                        <a:pt x="475236" y="1039572"/>
                      </a:lnTo>
                      <a:lnTo>
                        <a:pt x="476428" y="1042176"/>
                      </a:lnTo>
                      <a:lnTo>
                        <a:pt x="483559" y="1046263"/>
                      </a:lnTo>
                      <a:lnTo>
                        <a:pt x="477204" y="1048821"/>
                      </a:lnTo>
                      <a:lnTo>
                        <a:pt x="472678" y="1046355"/>
                      </a:lnTo>
                      <a:lnTo>
                        <a:pt x="470409" y="1045822"/>
                      </a:lnTo>
                      <a:lnTo>
                        <a:pt x="470015" y="1047096"/>
                      </a:lnTo>
                      <a:lnTo>
                        <a:pt x="466867" y="1048404"/>
                      </a:lnTo>
                      <a:lnTo>
                        <a:pt x="465883" y="1048508"/>
                      </a:lnTo>
                      <a:lnTo>
                        <a:pt x="463382" y="1044353"/>
                      </a:lnTo>
                      <a:lnTo>
                        <a:pt x="453288" y="1047953"/>
                      </a:lnTo>
                      <a:lnTo>
                        <a:pt x="451193" y="1051564"/>
                      </a:lnTo>
                      <a:lnTo>
                        <a:pt x="447639" y="1048555"/>
                      </a:lnTo>
                      <a:lnTo>
                        <a:pt x="440057" y="1046980"/>
                      </a:lnTo>
                      <a:lnTo>
                        <a:pt x="436063" y="1045232"/>
                      </a:lnTo>
                      <a:lnTo>
                        <a:pt x="434119" y="1043588"/>
                      </a:lnTo>
                      <a:lnTo>
                        <a:pt x="434234" y="1041007"/>
                      </a:lnTo>
                      <a:lnTo>
                        <a:pt x="436619" y="1040741"/>
                      </a:lnTo>
                      <a:lnTo>
                        <a:pt x="437094" y="1039086"/>
                      </a:lnTo>
                      <a:lnTo>
                        <a:pt x="433065" y="1041169"/>
                      </a:lnTo>
                      <a:lnTo>
                        <a:pt x="430032" y="1044457"/>
                      </a:lnTo>
                      <a:lnTo>
                        <a:pt x="422346" y="1043831"/>
                      </a:lnTo>
                      <a:lnTo>
                        <a:pt x="417449" y="1047860"/>
                      </a:lnTo>
                      <a:lnTo>
                        <a:pt x="415690" y="1051668"/>
                      </a:lnTo>
                      <a:lnTo>
                        <a:pt x="420968" y="1057838"/>
                      </a:lnTo>
                      <a:lnTo>
                        <a:pt x="418526" y="1060154"/>
                      </a:lnTo>
                      <a:lnTo>
                        <a:pt x="407645" y="1055442"/>
                      </a:lnTo>
                      <a:lnTo>
                        <a:pt x="403199" y="1055442"/>
                      </a:lnTo>
                      <a:lnTo>
                        <a:pt x="398152" y="1057641"/>
                      </a:lnTo>
                      <a:lnTo>
                        <a:pt x="399495" y="1061438"/>
                      </a:lnTo>
                      <a:lnTo>
                        <a:pt x="396242" y="1061577"/>
                      </a:lnTo>
                      <a:lnTo>
                        <a:pt x="395247" y="1059216"/>
                      </a:lnTo>
                      <a:lnTo>
                        <a:pt x="386507" y="1057920"/>
                      </a:lnTo>
                      <a:lnTo>
                        <a:pt x="379851" y="1052143"/>
                      </a:lnTo>
                      <a:lnTo>
                        <a:pt x="379793" y="1051692"/>
                      </a:lnTo>
                      <a:lnTo>
                        <a:pt x="376610" y="1050291"/>
                      </a:lnTo>
                      <a:lnTo>
                        <a:pt x="372431" y="1048022"/>
                      </a:lnTo>
                      <a:lnTo>
                        <a:pt x="372651" y="1046725"/>
                      </a:lnTo>
                      <a:lnTo>
                        <a:pt x="368101" y="1045649"/>
                      </a:lnTo>
                      <a:lnTo>
                        <a:pt x="366481" y="1047142"/>
                      </a:lnTo>
                      <a:lnTo>
                        <a:pt x="365069" y="1047153"/>
                      </a:lnTo>
                      <a:lnTo>
                        <a:pt x="361908" y="1045499"/>
                      </a:lnTo>
                      <a:lnTo>
                        <a:pt x="368495" y="1041679"/>
                      </a:lnTo>
                      <a:lnTo>
                        <a:pt x="369178" y="1037882"/>
                      </a:lnTo>
                      <a:lnTo>
                        <a:pt x="366898" y="1026028"/>
                      </a:lnTo>
                      <a:lnTo>
                        <a:pt x="362418" y="1018087"/>
                      </a:lnTo>
                      <a:lnTo>
                        <a:pt x="366759" y="1015008"/>
                      </a:lnTo>
                      <a:lnTo>
                        <a:pt x="370914" y="1015910"/>
                      </a:lnTo>
                      <a:lnTo>
                        <a:pt x="373345" y="1014730"/>
                      </a:lnTo>
                      <a:lnTo>
                        <a:pt x="376170" y="1009544"/>
                      </a:lnTo>
                      <a:lnTo>
                        <a:pt x="382617" y="1006222"/>
                      </a:lnTo>
                      <a:lnTo>
                        <a:pt x="386287" y="996590"/>
                      </a:lnTo>
                      <a:lnTo>
                        <a:pt x="391867" y="996579"/>
                      </a:lnTo>
                      <a:lnTo>
                        <a:pt x="387503" y="997261"/>
                      </a:lnTo>
                      <a:lnTo>
                        <a:pt x="391056" y="999785"/>
                      </a:lnTo>
                      <a:lnTo>
                        <a:pt x="389714" y="1000271"/>
                      </a:lnTo>
                      <a:lnTo>
                        <a:pt x="389945" y="1002483"/>
                      </a:lnTo>
                      <a:lnTo>
                        <a:pt x="388313" y="1001348"/>
                      </a:lnTo>
                      <a:lnTo>
                        <a:pt x="388290" y="1003003"/>
                      </a:lnTo>
                      <a:lnTo>
                        <a:pt x="389714" y="1003015"/>
                      </a:lnTo>
                      <a:lnTo>
                        <a:pt x="389042" y="1003791"/>
                      </a:lnTo>
                      <a:lnTo>
                        <a:pt x="389563" y="1003501"/>
                      </a:lnTo>
                      <a:lnTo>
                        <a:pt x="389563" y="1003918"/>
                      </a:lnTo>
                      <a:lnTo>
                        <a:pt x="388903" y="1003941"/>
                      </a:lnTo>
                      <a:lnTo>
                        <a:pt x="385349" y="1008108"/>
                      </a:lnTo>
                      <a:lnTo>
                        <a:pt x="387097" y="1007680"/>
                      </a:lnTo>
                      <a:lnTo>
                        <a:pt x="385720" y="1009555"/>
                      </a:lnTo>
                      <a:lnTo>
                        <a:pt x="386947" y="1008826"/>
                      </a:lnTo>
                      <a:lnTo>
                        <a:pt x="387989" y="1011778"/>
                      </a:lnTo>
                      <a:lnTo>
                        <a:pt x="385859" y="1013896"/>
                      </a:lnTo>
                      <a:lnTo>
                        <a:pt x="388058" y="1011894"/>
                      </a:lnTo>
                      <a:lnTo>
                        <a:pt x="387283" y="1008652"/>
                      </a:lnTo>
                      <a:lnTo>
                        <a:pt x="389204" y="1010667"/>
                      </a:lnTo>
                      <a:lnTo>
                        <a:pt x="387190" y="1007043"/>
                      </a:lnTo>
                      <a:lnTo>
                        <a:pt x="388486" y="1008271"/>
                      </a:lnTo>
                      <a:lnTo>
                        <a:pt x="387375" y="1006916"/>
                      </a:lnTo>
                      <a:lnTo>
                        <a:pt x="388753" y="1006627"/>
                      </a:lnTo>
                      <a:lnTo>
                        <a:pt x="389343" y="1009463"/>
                      </a:lnTo>
                      <a:lnTo>
                        <a:pt x="388926" y="1006349"/>
                      </a:lnTo>
                      <a:lnTo>
                        <a:pt x="390489" y="1006430"/>
                      </a:lnTo>
                      <a:lnTo>
                        <a:pt x="390281" y="1008016"/>
                      </a:lnTo>
                      <a:lnTo>
                        <a:pt x="390964" y="1006106"/>
                      </a:lnTo>
                      <a:lnTo>
                        <a:pt x="390211" y="1011165"/>
                      </a:lnTo>
                      <a:lnTo>
                        <a:pt x="391184" y="1009000"/>
                      </a:lnTo>
                      <a:lnTo>
                        <a:pt x="391936" y="1011083"/>
                      </a:lnTo>
                      <a:lnTo>
                        <a:pt x="392249" y="1006812"/>
                      </a:lnTo>
                      <a:lnTo>
                        <a:pt x="393904" y="1012391"/>
                      </a:lnTo>
                      <a:lnTo>
                        <a:pt x="393395" y="1009278"/>
                      </a:lnTo>
                      <a:lnTo>
                        <a:pt x="395270" y="1009486"/>
                      </a:lnTo>
                      <a:lnTo>
                        <a:pt x="395837" y="1012299"/>
                      </a:lnTo>
                      <a:lnTo>
                        <a:pt x="397666" y="1010817"/>
                      </a:lnTo>
                      <a:lnTo>
                        <a:pt x="397620" y="1013792"/>
                      </a:lnTo>
                      <a:lnTo>
                        <a:pt x="400271" y="1013769"/>
                      </a:lnTo>
                      <a:lnTo>
                        <a:pt x="400468" y="1015263"/>
                      </a:lnTo>
                      <a:lnTo>
                        <a:pt x="400352" y="1013711"/>
                      </a:lnTo>
                      <a:lnTo>
                        <a:pt x="397759" y="1012924"/>
                      </a:lnTo>
                      <a:lnTo>
                        <a:pt x="398557" y="1010817"/>
                      </a:lnTo>
                      <a:lnTo>
                        <a:pt x="397793" y="1010713"/>
                      </a:lnTo>
                      <a:lnTo>
                        <a:pt x="397666" y="1010690"/>
                      </a:lnTo>
                      <a:lnTo>
                        <a:pt x="395930" y="1010458"/>
                      </a:lnTo>
                      <a:lnTo>
                        <a:pt x="396532" y="1009486"/>
                      </a:lnTo>
                      <a:lnTo>
                        <a:pt x="393696" y="1008456"/>
                      </a:lnTo>
                      <a:lnTo>
                        <a:pt x="394853" y="1007842"/>
                      </a:lnTo>
                      <a:lnTo>
                        <a:pt x="393418" y="1007147"/>
                      </a:lnTo>
                      <a:lnTo>
                        <a:pt x="395652" y="1007356"/>
                      </a:lnTo>
                      <a:lnTo>
                        <a:pt x="395606" y="1006210"/>
                      </a:lnTo>
                      <a:lnTo>
                        <a:pt x="397574" y="1008305"/>
                      </a:lnTo>
                      <a:lnTo>
                        <a:pt x="397238" y="1007402"/>
                      </a:lnTo>
                      <a:lnTo>
                        <a:pt x="398048" y="1007970"/>
                      </a:lnTo>
                      <a:lnTo>
                        <a:pt x="397793" y="1008536"/>
                      </a:lnTo>
                      <a:lnTo>
                        <a:pt x="399391" y="1010226"/>
                      </a:lnTo>
                      <a:lnTo>
                        <a:pt x="394274" y="1000793"/>
                      </a:lnTo>
                      <a:lnTo>
                        <a:pt x="398951" y="1000711"/>
                      </a:lnTo>
                      <a:lnTo>
                        <a:pt x="403987" y="1004219"/>
                      </a:lnTo>
                      <a:lnTo>
                        <a:pt x="407008" y="1008965"/>
                      </a:lnTo>
                      <a:lnTo>
                        <a:pt x="403454" y="1009567"/>
                      </a:lnTo>
                      <a:lnTo>
                        <a:pt x="407205" y="1009729"/>
                      </a:lnTo>
                      <a:lnTo>
                        <a:pt x="405353" y="1011245"/>
                      </a:lnTo>
                      <a:lnTo>
                        <a:pt x="406510" y="1012438"/>
                      </a:lnTo>
                      <a:lnTo>
                        <a:pt x="405920" y="1011141"/>
                      </a:lnTo>
                      <a:lnTo>
                        <a:pt x="407251" y="1009995"/>
                      </a:lnTo>
                      <a:lnTo>
                        <a:pt x="407714" y="1009752"/>
                      </a:lnTo>
                      <a:lnTo>
                        <a:pt x="410203" y="1008456"/>
                      </a:lnTo>
                      <a:lnTo>
                        <a:pt x="410492" y="1010169"/>
                      </a:lnTo>
                      <a:lnTo>
                        <a:pt x="413815" y="1011037"/>
                      </a:lnTo>
                      <a:lnTo>
                        <a:pt x="414683" y="1008490"/>
                      </a:lnTo>
                      <a:lnTo>
                        <a:pt x="415551" y="1010551"/>
                      </a:lnTo>
                      <a:lnTo>
                        <a:pt x="415018" y="1012345"/>
                      </a:lnTo>
                      <a:lnTo>
                        <a:pt x="415285" y="1012426"/>
                      </a:lnTo>
                      <a:lnTo>
                        <a:pt x="416847" y="1006569"/>
                      </a:lnTo>
                      <a:lnTo>
                        <a:pt x="420089" y="1004438"/>
                      </a:lnTo>
                      <a:lnTo>
                        <a:pt x="421177" y="1007205"/>
                      </a:lnTo>
                      <a:lnTo>
                        <a:pt x="421756" y="1004995"/>
                      </a:lnTo>
                      <a:lnTo>
                        <a:pt x="425552" y="1004809"/>
                      </a:lnTo>
                      <a:lnTo>
                        <a:pt x="426999" y="1006731"/>
                      </a:lnTo>
                      <a:lnTo>
                        <a:pt x="424870" y="1003003"/>
                      </a:lnTo>
                      <a:lnTo>
                        <a:pt x="427138" y="1001857"/>
                      </a:lnTo>
                      <a:lnTo>
                        <a:pt x="425830" y="1000897"/>
                      </a:lnTo>
                      <a:lnTo>
                        <a:pt x="430322" y="1001939"/>
                      </a:lnTo>
                      <a:lnTo>
                        <a:pt x="435172" y="1000839"/>
                      </a:lnTo>
                      <a:lnTo>
                        <a:pt x="437696" y="1000271"/>
                      </a:lnTo>
                      <a:lnTo>
                        <a:pt x="437151" y="1000098"/>
                      </a:lnTo>
                      <a:lnTo>
                        <a:pt x="433424" y="998940"/>
                      </a:lnTo>
                      <a:lnTo>
                        <a:pt x="434721" y="996695"/>
                      </a:lnTo>
                      <a:lnTo>
                        <a:pt x="442870" y="993199"/>
                      </a:lnTo>
                      <a:lnTo>
                        <a:pt x="448588" y="992632"/>
                      </a:lnTo>
                      <a:lnTo>
                        <a:pt x="450174" y="995514"/>
                      </a:lnTo>
                      <a:lnTo>
                        <a:pt x="451170" y="994507"/>
                      </a:lnTo>
                      <a:lnTo>
                        <a:pt x="450128" y="992875"/>
                      </a:lnTo>
                      <a:lnTo>
                        <a:pt x="454955" y="994599"/>
                      </a:lnTo>
                      <a:lnTo>
                        <a:pt x="455974" y="994067"/>
                      </a:lnTo>
                      <a:lnTo>
                        <a:pt x="454990" y="994483"/>
                      </a:lnTo>
                      <a:lnTo>
                        <a:pt x="452108" y="992527"/>
                      </a:lnTo>
                      <a:lnTo>
                        <a:pt x="450093" y="992527"/>
                      </a:lnTo>
                      <a:lnTo>
                        <a:pt x="449306" y="993002"/>
                      </a:lnTo>
                      <a:lnTo>
                        <a:pt x="446690" y="989807"/>
                      </a:lnTo>
                      <a:lnTo>
                        <a:pt x="450475" y="986994"/>
                      </a:lnTo>
                      <a:lnTo>
                        <a:pt x="450718" y="985871"/>
                      </a:lnTo>
                      <a:lnTo>
                        <a:pt x="450962" y="984783"/>
                      </a:lnTo>
                      <a:lnTo>
                        <a:pt x="451228" y="983614"/>
                      </a:lnTo>
                      <a:lnTo>
                        <a:pt x="449017" y="979053"/>
                      </a:lnTo>
                      <a:lnTo>
                        <a:pt x="448542" y="978069"/>
                      </a:lnTo>
                      <a:lnTo>
                        <a:pt x="450047" y="976530"/>
                      </a:lnTo>
                      <a:lnTo>
                        <a:pt x="450117" y="976460"/>
                      </a:lnTo>
                      <a:lnTo>
                        <a:pt x="450186" y="976541"/>
                      </a:lnTo>
                      <a:lnTo>
                        <a:pt x="451922" y="978764"/>
                      </a:lnTo>
                      <a:lnTo>
                        <a:pt x="453172" y="973647"/>
                      </a:lnTo>
                      <a:lnTo>
                        <a:pt x="453392" y="972733"/>
                      </a:lnTo>
                      <a:lnTo>
                        <a:pt x="453740" y="972524"/>
                      </a:lnTo>
                      <a:lnTo>
                        <a:pt x="455627" y="971424"/>
                      </a:lnTo>
                      <a:lnTo>
                        <a:pt x="454261" y="971714"/>
                      </a:lnTo>
                      <a:lnTo>
                        <a:pt x="455013" y="968889"/>
                      </a:lnTo>
                      <a:lnTo>
                        <a:pt x="458579" y="967153"/>
                      </a:lnTo>
                      <a:lnTo>
                        <a:pt x="458474" y="964421"/>
                      </a:lnTo>
                      <a:lnTo>
                        <a:pt x="458173" y="964317"/>
                      </a:lnTo>
                      <a:lnTo>
                        <a:pt x="458058" y="964896"/>
                      </a:lnTo>
                      <a:lnTo>
                        <a:pt x="457594" y="967234"/>
                      </a:lnTo>
                      <a:lnTo>
                        <a:pt x="455650" y="968310"/>
                      </a:lnTo>
                      <a:lnTo>
                        <a:pt x="453369" y="969584"/>
                      </a:lnTo>
                      <a:lnTo>
                        <a:pt x="452756" y="969931"/>
                      </a:lnTo>
                      <a:lnTo>
                        <a:pt x="452443" y="970105"/>
                      </a:lnTo>
                      <a:lnTo>
                        <a:pt x="452791" y="970105"/>
                      </a:lnTo>
                      <a:lnTo>
                        <a:pt x="453092" y="971818"/>
                      </a:lnTo>
                      <a:lnTo>
                        <a:pt x="450742" y="970915"/>
                      </a:lnTo>
                      <a:lnTo>
                        <a:pt x="452131" y="973323"/>
                      </a:lnTo>
                      <a:lnTo>
                        <a:pt x="449931" y="974284"/>
                      </a:lnTo>
                      <a:lnTo>
                        <a:pt x="448322" y="972894"/>
                      </a:lnTo>
                      <a:lnTo>
                        <a:pt x="446759" y="976379"/>
                      </a:lnTo>
                      <a:lnTo>
                        <a:pt x="446794" y="979053"/>
                      </a:lnTo>
                      <a:lnTo>
                        <a:pt x="446887" y="988256"/>
                      </a:lnTo>
                      <a:lnTo>
                        <a:pt x="445347" y="989796"/>
                      </a:lnTo>
                      <a:lnTo>
                        <a:pt x="445208" y="989946"/>
                      </a:lnTo>
                      <a:lnTo>
                        <a:pt x="444965" y="989749"/>
                      </a:lnTo>
                      <a:lnTo>
                        <a:pt x="443819" y="988846"/>
                      </a:lnTo>
                      <a:lnTo>
                        <a:pt x="437626" y="990328"/>
                      </a:lnTo>
                      <a:lnTo>
                        <a:pt x="430785" y="991370"/>
                      </a:lnTo>
                      <a:lnTo>
                        <a:pt x="430183" y="989946"/>
                      </a:lnTo>
                      <a:lnTo>
                        <a:pt x="428759" y="991647"/>
                      </a:lnTo>
                      <a:lnTo>
                        <a:pt x="426872" y="990293"/>
                      </a:lnTo>
                      <a:lnTo>
                        <a:pt x="427763" y="987272"/>
                      </a:lnTo>
                      <a:lnTo>
                        <a:pt x="426525" y="991034"/>
                      </a:lnTo>
                      <a:lnTo>
                        <a:pt x="425599" y="989969"/>
                      </a:lnTo>
                      <a:lnTo>
                        <a:pt x="423064" y="993361"/>
                      </a:lnTo>
                      <a:lnTo>
                        <a:pt x="419834" y="993036"/>
                      </a:lnTo>
                      <a:lnTo>
                        <a:pt x="419950" y="991647"/>
                      </a:lnTo>
                      <a:lnTo>
                        <a:pt x="416512" y="990177"/>
                      </a:lnTo>
                      <a:lnTo>
                        <a:pt x="416720" y="987434"/>
                      </a:lnTo>
                      <a:lnTo>
                        <a:pt x="415204" y="987723"/>
                      </a:lnTo>
                      <a:lnTo>
                        <a:pt x="416269" y="986380"/>
                      </a:lnTo>
                      <a:lnTo>
                        <a:pt x="413872" y="982248"/>
                      </a:lnTo>
                      <a:lnTo>
                        <a:pt x="414277" y="980720"/>
                      </a:lnTo>
                      <a:lnTo>
                        <a:pt x="414335" y="980037"/>
                      </a:lnTo>
                      <a:lnTo>
                        <a:pt x="414277" y="979990"/>
                      </a:lnTo>
                      <a:lnTo>
                        <a:pt x="413652" y="982248"/>
                      </a:lnTo>
                      <a:lnTo>
                        <a:pt x="413606" y="985408"/>
                      </a:lnTo>
                      <a:lnTo>
                        <a:pt x="414567" y="986658"/>
                      </a:lnTo>
                      <a:lnTo>
                        <a:pt x="411604" y="985929"/>
                      </a:lnTo>
                      <a:lnTo>
                        <a:pt x="413409" y="985455"/>
                      </a:lnTo>
                      <a:lnTo>
                        <a:pt x="410539" y="980222"/>
                      </a:lnTo>
                      <a:lnTo>
                        <a:pt x="410585" y="980176"/>
                      </a:lnTo>
                      <a:lnTo>
                        <a:pt x="411198" y="979551"/>
                      </a:lnTo>
                      <a:lnTo>
                        <a:pt x="410377" y="979053"/>
                      </a:lnTo>
                      <a:lnTo>
                        <a:pt x="404924" y="975788"/>
                      </a:lnTo>
                      <a:lnTo>
                        <a:pt x="394923" y="975442"/>
                      </a:lnTo>
                      <a:lnTo>
                        <a:pt x="394309" y="977235"/>
                      </a:lnTo>
                      <a:lnTo>
                        <a:pt x="388834" y="978370"/>
                      </a:lnTo>
                      <a:lnTo>
                        <a:pt x="387294" y="978543"/>
                      </a:lnTo>
                      <a:lnTo>
                        <a:pt x="385187" y="978486"/>
                      </a:lnTo>
                      <a:lnTo>
                        <a:pt x="385732" y="976113"/>
                      </a:lnTo>
                      <a:lnTo>
                        <a:pt x="384064" y="975743"/>
                      </a:lnTo>
                      <a:lnTo>
                        <a:pt x="384921" y="979053"/>
                      </a:lnTo>
                      <a:lnTo>
                        <a:pt x="384991" y="979308"/>
                      </a:lnTo>
                      <a:lnTo>
                        <a:pt x="384238" y="979053"/>
                      </a:lnTo>
                      <a:lnTo>
                        <a:pt x="380789" y="977837"/>
                      </a:lnTo>
                      <a:lnTo>
                        <a:pt x="380812" y="979053"/>
                      </a:lnTo>
                      <a:lnTo>
                        <a:pt x="380823" y="979678"/>
                      </a:lnTo>
                      <a:lnTo>
                        <a:pt x="379307" y="979053"/>
                      </a:lnTo>
                      <a:lnTo>
                        <a:pt x="376610" y="977930"/>
                      </a:lnTo>
                      <a:lnTo>
                        <a:pt x="371018" y="978752"/>
                      </a:lnTo>
                      <a:lnTo>
                        <a:pt x="371111" y="979053"/>
                      </a:lnTo>
                      <a:lnTo>
                        <a:pt x="371343" y="979886"/>
                      </a:lnTo>
                      <a:lnTo>
                        <a:pt x="374966" y="979053"/>
                      </a:lnTo>
                      <a:lnTo>
                        <a:pt x="377293" y="978521"/>
                      </a:lnTo>
                      <a:lnTo>
                        <a:pt x="375915" y="979053"/>
                      </a:lnTo>
                      <a:lnTo>
                        <a:pt x="375614" y="979169"/>
                      </a:lnTo>
                      <a:lnTo>
                        <a:pt x="379596" y="979713"/>
                      </a:lnTo>
                      <a:lnTo>
                        <a:pt x="379747" y="981473"/>
                      </a:lnTo>
                      <a:lnTo>
                        <a:pt x="373044" y="984320"/>
                      </a:lnTo>
                      <a:lnTo>
                        <a:pt x="363645" y="981461"/>
                      </a:lnTo>
                      <a:lnTo>
                        <a:pt x="361364" y="979366"/>
                      </a:lnTo>
                      <a:lnTo>
                        <a:pt x="361017" y="979053"/>
                      </a:lnTo>
                      <a:lnTo>
                        <a:pt x="354187" y="972791"/>
                      </a:lnTo>
                      <a:lnTo>
                        <a:pt x="341847" y="955635"/>
                      </a:lnTo>
                      <a:lnTo>
                        <a:pt x="338884" y="948076"/>
                      </a:lnTo>
                      <a:lnTo>
                        <a:pt x="339301" y="944997"/>
                      </a:lnTo>
                      <a:lnTo>
                        <a:pt x="344197" y="948515"/>
                      </a:lnTo>
                      <a:lnTo>
                        <a:pt x="343711" y="947034"/>
                      </a:lnTo>
                      <a:lnTo>
                        <a:pt x="345922" y="946571"/>
                      </a:lnTo>
                      <a:lnTo>
                        <a:pt x="344926" y="949847"/>
                      </a:lnTo>
                      <a:lnTo>
                        <a:pt x="347022" y="946953"/>
                      </a:lnTo>
                      <a:lnTo>
                        <a:pt x="345864" y="950692"/>
                      </a:lnTo>
                      <a:lnTo>
                        <a:pt x="345945" y="951097"/>
                      </a:lnTo>
                      <a:lnTo>
                        <a:pt x="348411" y="951144"/>
                      </a:lnTo>
                      <a:lnTo>
                        <a:pt x="347346" y="951595"/>
                      </a:lnTo>
                      <a:lnTo>
                        <a:pt x="348793" y="951213"/>
                      </a:lnTo>
                      <a:lnTo>
                        <a:pt x="351062" y="950020"/>
                      </a:lnTo>
                      <a:lnTo>
                        <a:pt x="349406" y="951919"/>
                      </a:lnTo>
                      <a:lnTo>
                        <a:pt x="351235" y="951051"/>
                      </a:lnTo>
                      <a:lnTo>
                        <a:pt x="350043" y="951908"/>
                      </a:lnTo>
                      <a:lnTo>
                        <a:pt x="352046" y="952660"/>
                      </a:lnTo>
                      <a:lnTo>
                        <a:pt x="352208" y="949859"/>
                      </a:lnTo>
                      <a:lnTo>
                        <a:pt x="352439" y="951815"/>
                      </a:lnTo>
                      <a:lnTo>
                        <a:pt x="352636" y="950449"/>
                      </a:lnTo>
                      <a:lnTo>
                        <a:pt x="353990" y="951166"/>
                      </a:lnTo>
                      <a:lnTo>
                        <a:pt x="352879" y="952521"/>
                      </a:lnTo>
                      <a:lnTo>
                        <a:pt x="354951" y="951097"/>
                      </a:lnTo>
                      <a:lnTo>
                        <a:pt x="352509" y="952880"/>
                      </a:lnTo>
                      <a:lnTo>
                        <a:pt x="354500" y="952301"/>
                      </a:lnTo>
                      <a:lnTo>
                        <a:pt x="354476" y="954361"/>
                      </a:lnTo>
                      <a:lnTo>
                        <a:pt x="355078" y="951560"/>
                      </a:lnTo>
                      <a:lnTo>
                        <a:pt x="355310" y="954350"/>
                      </a:lnTo>
                      <a:lnTo>
                        <a:pt x="356908" y="954223"/>
                      </a:lnTo>
                      <a:lnTo>
                        <a:pt x="355646" y="953412"/>
                      </a:lnTo>
                      <a:lnTo>
                        <a:pt x="356583" y="951340"/>
                      </a:lnTo>
                      <a:lnTo>
                        <a:pt x="357127" y="952463"/>
                      </a:lnTo>
                      <a:lnTo>
                        <a:pt x="356919" y="952753"/>
                      </a:lnTo>
                      <a:lnTo>
                        <a:pt x="357915" y="953563"/>
                      </a:lnTo>
                      <a:lnTo>
                        <a:pt x="357197" y="952359"/>
                      </a:lnTo>
                      <a:lnTo>
                        <a:pt x="357776" y="951549"/>
                      </a:lnTo>
                      <a:lnTo>
                        <a:pt x="358806" y="951537"/>
                      </a:lnTo>
                      <a:lnTo>
                        <a:pt x="358216" y="950935"/>
                      </a:lnTo>
                      <a:lnTo>
                        <a:pt x="358574" y="950426"/>
                      </a:lnTo>
                      <a:lnTo>
                        <a:pt x="359801" y="950970"/>
                      </a:lnTo>
                      <a:lnTo>
                        <a:pt x="359419" y="951352"/>
                      </a:lnTo>
                      <a:lnTo>
                        <a:pt x="359130" y="951329"/>
                      </a:lnTo>
                      <a:lnTo>
                        <a:pt x="359072" y="952069"/>
                      </a:lnTo>
                      <a:lnTo>
                        <a:pt x="358829" y="951688"/>
                      </a:lnTo>
                      <a:lnTo>
                        <a:pt x="358239" y="953598"/>
                      </a:lnTo>
                      <a:lnTo>
                        <a:pt x="359038" y="952266"/>
                      </a:lnTo>
                      <a:lnTo>
                        <a:pt x="359061" y="952220"/>
                      </a:lnTo>
                      <a:lnTo>
                        <a:pt x="359350" y="952521"/>
                      </a:lnTo>
                      <a:lnTo>
                        <a:pt x="360230" y="953968"/>
                      </a:lnTo>
                      <a:lnTo>
                        <a:pt x="359466" y="955068"/>
                      </a:lnTo>
                      <a:lnTo>
                        <a:pt x="360473" y="954361"/>
                      </a:lnTo>
                      <a:lnTo>
                        <a:pt x="360415" y="953701"/>
                      </a:lnTo>
                      <a:lnTo>
                        <a:pt x="361364" y="954350"/>
                      </a:lnTo>
                      <a:lnTo>
                        <a:pt x="361758" y="954628"/>
                      </a:lnTo>
                      <a:lnTo>
                        <a:pt x="361364" y="954234"/>
                      </a:lnTo>
                      <a:lnTo>
                        <a:pt x="359535" y="952440"/>
                      </a:lnTo>
                      <a:lnTo>
                        <a:pt x="360496" y="951294"/>
                      </a:lnTo>
                      <a:lnTo>
                        <a:pt x="359778" y="951224"/>
                      </a:lnTo>
                      <a:lnTo>
                        <a:pt x="359952" y="950356"/>
                      </a:lnTo>
                      <a:lnTo>
                        <a:pt x="361248" y="952093"/>
                      </a:lnTo>
                      <a:lnTo>
                        <a:pt x="361364" y="952243"/>
                      </a:lnTo>
                      <a:lnTo>
                        <a:pt x="363378" y="952324"/>
                      </a:lnTo>
                      <a:lnTo>
                        <a:pt x="361364" y="951236"/>
                      </a:lnTo>
                      <a:lnTo>
                        <a:pt x="361260" y="951178"/>
                      </a:lnTo>
                      <a:lnTo>
                        <a:pt x="361364" y="951178"/>
                      </a:lnTo>
                      <a:lnTo>
                        <a:pt x="363297" y="950993"/>
                      </a:lnTo>
                      <a:lnTo>
                        <a:pt x="361364" y="950854"/>
                      </a:lnTo>
                      <a:lnTo>
                        <a:pt x="360947" y="950819"/>
                      </a:lnTo>
                      <a:lnTo>
                        <a:pt x="361364" y="950461"/>
                      </a:lnTo>
                      <a:lnTo>
                        <a:pt x="362464" y="949476"/>
                      </a:lnTo>
                      <a:lnTo>
                        <a:pt x="364640" y="950542"/>
                      </a:lnTo>
                      <a:lnTo>
                        <a:pt x="364443" y="950680"/>
                      </a:lnTo>
                      <a:lnTo>
                        <a:pt x="364281" y="952359"/>
                      </a:lnTo>
                      <a:lnTo>
                        <a:pt x="364594" y="950796"/>
                      </a:lnTo>
                      <a:lnTo>
                        <a:pt x="365809" y="951722"/>
                      </a:lnTo>
                      <a:lnTo>
                        <a:pt x="365520" y="950020"/>
                      </a:lnTo>
                      <a:lnTo>
                        <a:pt x="366677" y="951387"/>
                      </a:lnTo>
                      <a:lnTo>
                        <a:pt x="367222" y="949627"/>
                      </a:lnTo>
                      <a:lnTo>
                        <a:pt x="361364" y="949257"/>
                      </a:lnTo>
                      <a:lnTo>
                        <a:pt x="359790" y="949164"/>
                      </a:lnTo>
                      <a:lnTo>
                        <a:pt x="360797" y="948794"/>
                      </a:lnTo>
                      <a:lnTo>
                        <a:pt x="358864" y="947347"/>
                      </a:lnTo>
                      <a:lnTo>
                        <a:pt x="360623" y="948169"/>
                      </a:lnTo>
                      <a:lnTo>
                        <a:pt x="358922" y="946050"/>
                      </a:lnTo>
                      <a:lnTo>
                        <a:pt x="361330" y="943480"/>
                      </a:lnTo>
                      <a:lnTo>
                        <a:pt x="361364" y="943480"/>
                      </a:lnTo>
                      <a:lnTo>
                        <a:pt x="364918" y="942925"/>
                      </a:lnTo>
                      <a:lnTo>
                        <a:pt x="361654" y="943295"/>
                      </a:lnTo>
                      <a:lnTo>
                        <a:pt x="361364" y="942983"/>
                      </a:lnTo>
                      <a:lnTo>
                        <a:pt x="360670" y="942230"/>
                      </a:lnTo>
                      <a:lnTo>
                        <a:pt x="360218" y="944533"/>
                      </a:lnTo>
                      <a:lnTo>
                        <a:pt x="358667" y="943816"/>
                      </a:lnTo>
                      <a:lnTo>
                        <a:pt x="344683" y="942450"/>
                      </a:lnTo>
                      <a:lnTo>
                        <a:pt x="340829" y="936535"/>
                      </a:lnTo>
                      <a:lnTo>
                        <a:pt x="340759" y="931511"/>
                      </a:lnTo>
                      <a:lnTo>
                        <a:pt x="342403" y="924288"/>
                      </a:lnTo>
                      <a:lnTo>
                        <a:pt x="345829" y="919588"/>
                      </a:lnTo>
                      <a:lnTo>
                        <a:pt x="344973" y="912989"/>
                      </a:lnTo>
                      <a:lnTo>
                        <a:pt x="347404" y="911913"/>
                      </a:lnTo>
                      <a:lnTo>
                        <a:pt x="347705" y="913071"/>
                      </a:lnTo>
                      <a:lnTo>
                        <a:pt x="353412" y="907606"/>
                      </a:lnTo>
                      <a:lnTo>
                        <a:pt x="355819" y="908128"/>
                      </a:lnTo>
                      <a:lnTo>
                        <a:pt x="360577" y="905118"/>
                      </a:lnTo>
                      <a:lnTo>
                        <a:pt x="361364" y="901876"/>
                      </a:lnTo>
                      <a:lnTo>
                        <a:pt x="363031" y="894977"/>
                      </a:lnTo>
                      <a:lnTo>
                        <a:pt x="361364" y="892465"/>
                      </a:lnTo>
                      <a:lnTo>
                        <a:pt x="359894" y="890255"/>
                      </a:lnTo>
                      <a:lnTo>
                        <a:pt x="361364" y="888842"/>
                      </a:lnTo>
                      <a:lnTo>
                        <a:pt x="364235" y="886087"/>
                      </a:lnTo>
                      <a:lnTo>
                        <a:pt x="363784" y="886376"/>
                      </a:lnTo>
                      <a:lnTo>
                        <a:pt x="362082" y="884246"/>
                      </a:lnTo>
                      <a:lnTo>
                        <a:pt x="364663" y="884420"/>
                      </a:lnTo>
                      <a:lnTo>
                        <a:pt x="365589" y="882383"/>
                      </a:lnTo>
                      <a:lnTo>
                        <a:pt x="363355" y="881352"/>
                      </a:lnTo>
                      <a:lnTo>
                        <a:pt x="364686" y="880449"/>
                      </a:lnTo>
                      <a:lnTo>
                        <a:pt x="364304" y="876421"/>
                      </a:lnTo>
                      <a:lnTo>
                        <a:pt x="364872" y="875819"/>
                      </a:lnTo>
                      <a:lnTo>
                        <a:pt x="364617" y="875669"/>
                      </a:lnTo>
                      <a:lnTo>
                        <a:pt x="364038" y="876213"/>
                      </a:lnTo>
                      <a:lnTo>
                        <a:pt x="364409" y="880334"/>
                      </a:lnTo>
                      <a:lnTo>
                        <a:pt x="363089" y="881341"/>
                      </a:lnTo>
                      <a:lnTo>
                        <a:pt x="365300" y="882418"/>
                      </a:lnTo>
                      <a:lnTo>
                        <a:pt x="364594" y="883807"/>
                      </a:lnTo>
                      <a:lnTo>
                        <a:pt x="362059" y="883564"/>
                      </a:lnTo>
                      <a:lnTo>
                        <a:pt x="361781" y="884385"/>
                      </a:lnTo>
                      <a:lnTo>
                        <a:pt x="363367" y="886423"/>
                      </a:lnTo>
                      <a:lnTo>
                        <a:pt x="361364" y="887720"/>
                      </a:lnTo>
                      <a:lnTo>
                        <a:pt x="359292" y="889051"/>
                      </a:lnTo>
                      <a:lnTo>
                        <a:pt x="359500" y="890324"/>
                      </a:lnTo>
                      <a:lnTo>
                        <a:pt x="361364" y="893160"/>
                      </a:lnTo>
                      <a:lnTo>
                        <a:pt x="362533" y="894954"/>
                      </a:lnTo>
                      <a:lnTo>
                        <a:pt x="361364" y="899064"/>
                      </a:lnTo>
                      <a:lnTo>
                        <a:pt x="359535" y="905465"/>
                      </a:lnTo>
                      <a:lnTo>
                        <a:pt x="356838" y="906645"/>
                      </a:lnTo>
                      <a:lnTo>
                        <a:pt x="354291" y="905708"/>
                      </a:lnTo>
                      <a:lnTo>
                        <a:pt x="348746" y="908498"/>
                      </a:lnTo>
                      <a:lnTo>
                        <a:pt x="346119" y="907676"/>
                      </a:lnTo>
                      <a:lnTo>
                        <a:pt x="342090" y="914147"/>
                      </a:lnTo>
                      <a:lnTo>
                        <a:pt x="340910" y="919680"/>
                      </a:lnTo>
                      <a:lnTo>
                        <a:pt x="336546" y="925711"/>
                      </a:lnTo>
                      <a:lnTo>
                        <a:pt x="330642" y="930214"/>
                      </a:lnTo>
                      <a:lnTo>
                        <a:pt x="322446" y="926139"/>
                      </a:lnTo>
                      <a:lnTo>
                        <a:pt x="319309" y="926197"/>
                      </a:lnTo>
                      <a:lnTo>
                        <a:pt x="314459" y="922076"/>
                      </a:lnTo>
                      <a:lnTo>
                        <a:pt x="318696" y="920444"/>
                      </a:lnTo>
                      <a:lnTo>
                        <a:pt x="319598" y="916890"/>
                      </a:lnTo>
                      <a:lnTo>
                        <a:pt x="317492" y="920039"/>
                      </a:lnTo>
                      <a:lnTo>
                        <a:pt x="318476" y="916774"/>
                      </a:lnTo>
                      <a:lnTo>
                        <a:pt x="317179" y="913985"/>
                      </a:lnTo>
                      <a:lnTo>
                        <a:pt x="312722" y="911195"/>
                      </a:lnTo>
                      <a:lnTo>
                        <a:pt x="314285" y="907641"/>
                      </a:lnTo>
                      <a:lnTo>
                        <a:pt x="312317" y="908764"/>
                      </a:lnTo>
                      <a:lnTo>
                        <a:pt x="312213" y="908834"/>
                      </a:lnTo>
                      <a:lnTo>
                        <a:pt x="312306" y="908637"/>
                      </a:lnTo>
                      <a:lnTo>
                        <a:pt x="313313" y="906414"/>
                      </a:lnTo>
                      <a:lnTo>
                        <a:pt x="311993" y="906101"/>
                      </a:lnTo>
                      <a:lnTo>
                        <a:pt x="314192" y="905025"/>
                      </a:lnTo>
                      <a:lnTo>
                        <a:pt x="313498" y="903358"/>
                      </a:lnTo>
                      <a:lnTo>
                        <a:pt x="314111" y="904967"/>
                      </a:lnTo>
                      <a:lnTo>
                        <a:pt x="311900" y="906067"/>
                      </a:lnTo>
                      <a:lnTo>
                        <a:pt x="312086" y="908857"/>
                      </a:lnTo>
                      <a:lnTo>
                        <a:pt x="312584" y="910442"/>
                      </a:lnTo>
                      <a:lnTo>
                        <a:pt x="307965" y="910697"/>
                      </a:lnTo>
                      <a:lnTo>
                        <a:pt x="304040" y="907560"/>
                      </a:lnTo>
                      <a:lnTo>
                        <a:pt x="303288" y="904110"/>
                      </a:lnTo>
                      <a:lnTo>
                        <a:pt x="298391" y="901113"/>
                      </a:lnTo>
                      <a:lnTo>
                        <a:pt x="299074" y="900059"/>
                      </a:lnTo>
                      <a:lnTo>
                        <a:pt x="298171" y="898311"/>
                      </a:lnTo>
                      <a:lnTo>
                        <a:pt x="298044" y="898450"/>
                      </a:lnTo>
                      <a:lnTo>
                        <a:pt x="298901" y="900059"/>
                      </a:lnTo>
                      <a:lnTo>
                        <a:pt x="298253" y="900997"/>
                      </a:lnTo>
                      <a:lnTo>
                        <a:pt x="298310" y="901216"/>
                      </a:lnTo>
                      <a:lnTo>
                        <a:pt x="303195" y="904296"/>
                      </a:lnTo>
                      <a:lnTo>
                        <a:pt x="303589" y="907352"/>
                      </a:lnTo>
                      <a:lnTo>
                        <a:pt x="306576" y="910558"/>
                      </a:lnTo>
                      <a:lnTo>
                        <a:pt x="311356" y="911345"/>
                      </a:lnTo>
                      <a:lnTo>
                        <a:pt x="314980" y="915640"/>
                      </a:lnTo>
                      <a:lnTo>
                        <a:pt x="310511" y="923188"/>
                      </a:lnTo>
                      <a:lnTo>
                        <a:pt x="309389" y="922562"/>
                      </a:lnTo>
                      <a:lnTo>
                        <a:pt x="311877" y="926383"/>
                      </a:lnTo>
                      <a:lnTo>
                        <a:pt x="310592" y="927633"/>
                      </a:lnTo>
                      <a:lnTo>
                        <a:pt x="314586" y="927459"/>
                      </a:lnTo>
                      <a:lnTo>
                        <a:pt x="314077" y="929126"/>
                      </a:lnTo>
                      <a:lnTo>
                        <a:pt x="315674" y="928466"/>
                      </a:lnTo>
                      <a:lnTo>
                        <a:pt x="315153" y="929833"/>
                      </a:lnTo>
                      <a:lnTo>
                        <a:pt x="316380" y="930723"/>
                      </a:lnTo>
                      <a:lnTo>
                        <a:pt x="315906" y="928698"/>
                      </a:lnTo>
                      <a:lnTo>
                        <a:pt x="317712" y="932182"/>
                      </a:lnTo>
                      <a:lnTo>
                        <a:pt x="322840" y="934961"/>
                      </a:lnTo>
                      <a:lnTo>
                        <a:pt x="320814" y="935400"/>
                      </a:lnTo>
                      <a:lnTo>
                        <a:pt x="325340" y="937102"/>
                      </a:lnTo>
                      <a:lnTo>
                        <a:pt x="324449" y="938676"/>
                      </a:lnTo>
                      <a:lnTo>
                        <a:pt x="314922" y="943677"/>
                      </a:lnTo>
                      <a:lnTo>
                        <a:pt x="308624" y="944511"/>
                      </a:lnTo>
                      <a:lnTo>
                        <a:pt x="273677" y="937264"/>
                      </a:lnTo>
                      <a:lnTo>
                        <a:pt x="266396" y="941547"/>
                      </a:lnTo>
                      <a:lnTo>
                        <a:pt x="255653" y="939046"/>
                      </a:lnTo>
                      <a:lnTo>
                        <a:pt x="254750" y="938838"/>
                      </a:lnTo>
                      <a:lnTo>
                        <a:pt x="248117" y="941130"/>
                      </a:lnTo>
                      <a:lnTo>
                        <a:pt x="246659" y="940297"/>
                      </a:lnTo>
                      <a:lnTo>
                        <a:pt x="246393" y="940343"/>
                      </a:lnTo>
                      <a:lnTo>
                        <a:pt x="236264" y="941998"/>
                      </a:lnTo>
                      <a:lnTo>
                        <a:pt x="226829" y="947068"/>
                      </a:lnTo>
                      <a:lnTo>
                        <a:pt x="222396" y="953574"/>
                      </a:lnTo>
                      <a:lnTo>
                        <a:pt x="223206" y="956098"/>
                      </a:lnTo>
                      <a:lnTo>
                        <a:pt x="225822" y="960890"/>
                      </a:lnTo>
                      <a:lnTo>
                        <a:pt x="228392" y="961701"/>
                      </a:lnTo>
                      <a:lnTo>
                        <a:pt x="222118" y="968183"/>
                      </a:lnTo>
                      <a:lnTo>
                        <a:pt x="220509" y="975673"/>
                      </a:lnTo>
                      <a:lnTo>
                        <a:pt x="223067" y="976552"/>
                      </a:lnTo>
                      <a:lnTo>
                        <a:pt x="223171" y="976657"/>
                      </a:lnTo>
                      <a:lnTo>
                        <a:pt x="220636" y="979053"/>
                      </a:lnTo>
                      <a:lnTo>
                        <a:pt x="215207" y="984181"/>
                      </a:lnTo>
                      <a:lnTo>
                        <a:pt x="214536" y="986704"/>
                      </a:lnTo>
                      <a:lnTo>
                        <a:pt x="216237" y="987966"/>
                      </a:lnTo>
                      <a:lnTo>
                        <a:pt x="216226" y="988093"/>
                      </a:lnTo>
                      <a:lnTo>
                        <a:pt x="214675" y="988175"/>
                      </a:lnTo>
                      <a:lnTo>
                        <a:pt x="211017" y="987862"/>
                      </a:lnTo>
                      <a:lnTo>
                        <a:pt x="205032" y="986450"/>
                      </a:lnTo>
                      <a:lnTo>
                        <a:pt x="201883" y="987098"/>
                      </a:lnTo>
                      <a:lnTo>
                        <a:pt x="200286" y="986971"/>
                      </a:lnTo>
                      <a:lnTo>
                        <a:pt x="199811" y="987538"/>
                      </a:lnTo>
                      <a:lnTo>
                        <a:pt x="198353" y="987839"/>
                      </a:lnTo>
                      <a:lnTo>
                        <a:pt x="197832" y="990501"/>
                      </a:lnTo>
                      <a:lnTo>
                        <a:pt x="199684" y="992168"/>
                      </a:lnTo>
                      <a:lnTo>
                        <a:pt x="199707" y="992203"/>
                      </a:lnTo>
                      <a:lnTo>
                        <a:pt x="199638" y="992215"/>
                      </a:lnTo>
                      <a:lnTo>
                        <a:pt x="194695" y="991821"/>
                      </a:lnTo>
                      <a:lnTo>
                        <a:pt x="193989" y="992689"/>
                      </a:lnTo>
                      <a:lnTo>
                        <a:pt x="191963" y="992863"/>
                      </a:lnTo>
                      <a:lnTo>
                        <a:pt x="192623" y="994356"/>
                      </a:lnTo>
                      <a:lnTo>
                        <a:pt x="190331" y="997192"/>
                      </a:lnTo>
                      <a:lnTo>
                        <a:pt x="186487" y="994576"/>
                      </a:lnTo>
                      <a:lnTo>
                        <a:pt x="181232" y="994472"/>
                      </a:lnTo>
                      <a:lnTo>
                        <a:pt x="182123" y="992030"/>
                      </a:lnTo>
                      <a:lnTo>
                        <a:pt x="178928" y="990744"/>
                      </a:lnTo>
                      <a:lnTo>
                        <a:pt x="176127" y="991705"/>
                      </a:lnTo>
                      <a:lnTo>
                        <a:pt x="174668" y="992030"/>
                      </a:lnTo>
                      <a:lnTo>
                        <a:pt x="172156" y="988835"/>
                      </a:lnTo>
                      <a:lnTo>
                        <a:pt x="170478" y="990282"/>
                      </a:lnTo>
                      <a:lnTo>
                        <a:pt x="170154" y="990409"/>
                      </a:lnTo>
                      <a:lnTo>
                        <a:pt x="167133" y="990131"/>
                      </a:lnTo>
                      <a:lnTo>
                        <a:pt x="161449" y="988916"/>
                      </a:lnTo>
                      <a:lnTo>
                        <a:pt x="158844" y="992412"/>
                      </a:lnTo>
                      <a:lnTo>
                        <a:pt x="160395" y="994217"/>
                      </a:lnTo>
                      <a:lnTo>
                        <a:pt x="155256" y="994553"/>
                      </a:lnTo>
                      <a:lnTo>
                        <a:pt x="154202" y="997493"/>
                      </a:lnTo>
                      <a:lnTo>
                        <a:pt x="150336" y="997748"/>
                      </a:lnTo>
                      <a:lnTo>
                        <a:pt x="149954" y="998037"/>
                      </a:lnTo>
                      <a:lnTo>
                        <a:pt x="147141" y="1000098"/>
                      </a:lnTo>
                      <a:lnTo>
                        <a:pt x="147164" y="1000908"/>
                      </a:lnTo>
                      <a:lnTo>
                        <a:pt x="145648" y="1005040"/>
                      </a:lnTo>
                      <a:lnTo>
                        <a:pt x="144907" y="1005863"/>
                      </a:lnTo>
                      <a:lnTo>
                        <a:pt x="147558" y="1010123"/>
                      </a:lnTo>
                      <a:lnTo>
                        <a:pt x="143263" y="1008293"/>
                      </a:lnTo>
                      <a:lnTo>
                        <a:pt x="141839" y="1009636"/>
                      </a:lnTo>
                      <a:lnTo>
                        <a:pt x="141284" y="1009590"/>
                      </a:lnTo>
                      <a:lnTo>
                        <a:pt x="139895" y="1010875"/>
                      </a:lnTo>
                      <a:lnTo>
                        <a:pt x="137822" y="1009000"/>
                      </a:lnTo>
                      <a:lnTo>
                        <a:pt x="136306" y="1017936"/>
                      </a:lnTo>
                      <a:lnTo>
                        <a:pt x="130611" y="1015829"/>
                      </a:lnTo>
                      <a:lnTo>
                        <a:pt x="130472" y="1017011"/>
                      </a:lnTo>
                      <a:lnTo>
                        <a:pt x="128249" y="1017080"/>
                      </a:lnTo>
                      <a:lnTo>
                        <a:pt x="125587" y="1012947"/>
                      </a:lnTo>
                      <a:lnTo>
                        <a:pt x="119278" y="1011396"/>
                      </a:lnTo>
                      <a:lnTo>
                        <a:pt x="118676" y="1008815"/>
                      </a:lnTo>
                      <a:lnTo>
                        <a:pt x="115863" y="1009370"/>
                      </a:lnTo>
                      <a:lnTo>
                        <a:pt x="114080" y="1007576"/>
                      </a:lnTo>
                      <a:lnTo>
                        <a:pt x="114034" y="1007587"/>
                      </a:lnTo>
                      <a:lnTo>
                        <a:pt x="113594" y="1007147"/>
                      </a:lnTo>
                      <a:lnTo>
                        <a:pt x="113467" y="1007738"/>
                      </a:lnTo>
                      <a:lnTo>
                        <a:pt x="112737" y="1007934"/>
                      </a:lnTo>
                      <a:lnTo>
                        <a:pt x="112228" y="1007298"/>
                      </a:lnTo>
                      <a:lnTo>
                        <a:pt x="106834" y="1009359"/>
                      </a:lnTo>
                      <a:lnTo>
                        <a:pt x="97851" y="1003397"/>
                      </a:lnTo>
                      <a:lnTo>
                        <a:pt x="88220" y="1001557"/>
                      </a:lnTo>
                      <a:lnTo>
                        <a:pt x="87479" y="996382"/>
                      </a:lnTo>
                      <a:lnTo>
                        <a:pt x="87676" y="996162"/>
                      </a:lnTo>
                      <a:lnTo>
                        <a:pt x="91600" y="994403"/>
                      </a:lnTo>
                      <a:lnTo>
                        <a:pt x="92074" y="991613"/>
                      </a:lnTo>
                      <a:lnTo>
                        <a:pt x="88914" y="980002"/>
                      </a:lnTo>
                      <a:lnTo>
                        <a:pt x="88393" y="979053"/>
                      </a:lnTo>
                      <a:lnTo>
                        <a:pt x="86495" y="975627"/>
                      </a:lnTo>
                      <a:lnTo>
                        <a:pt x="82166" y="975302"/>
                      </a:lnTo>
                      <a:lnTo>
                        <a:pt x="77686" y="973496"/>
                      </a:lnTo>
                      <a:lnTo>
                        <a:pt x="76470" y="972802"/>
                      </a:lnTo>
                      <a:lnTo>
                        <a:pt x="75776" y="973022"/>
                      </a:lnTo>
                      <a:lnTo>
                        <a:pt x="73785" y="973080"/>
                      </a:lnTo>
                      <a:lnTo>
                        <a:pt x="69756" y="969202"/>
                      </a:lnTo>
                      <a:lnTo>
                        <a:pt x="66376" y="970672"/>
                      </a:lnTo>
                      <a:lnTo>
                        <a:pt x="66110" y="970753"/>
                      </a:lnTo>
                      <a:lnTo>
                        <a:pt x="68321" y="968843"/>
                      </a:lnTo>
                      <a:lnTo>
                        <a:pt x="65728" y="964328"/>
                      </a:lnTo>
                      <a:lnTo>
                        <a:pt x="72511" y="962279"/>
                      </a:lnTo>
                      <a:lnTo>
                        <a:pt x="70046" y="958749"/>
                      </a:lnTo>
                      <a:lnTo>
                        <a:pt x="82432" y="960601"/>
                      </a:lnTo>
                      <a:lnTo>
                        <a:pt x="83913" y="962198"/>
                      </a:lnTo>
                      <a:lnTo>
                        <a:pt x="79804" y="963634"/>
                      </a:lnTo>
                      <a:lnTo>
                        <a:pt x="82721" y="966806"/>
                      </a:lnTo>
                      <a:lnTo>
                        <a:pt x="92561" y="969121"/>
                      </a:lnTo>
                      <a:lnTo>
                        <a:pt x="94691" y="968809"/>
                      </a:lnTo>
                      <a:lnTo>
                        <a:pt x="95941" y="966238"/>
                      </a:lnTo>
                      <a:lnTo>
                        <a:pt x="95177" y="964039"/>
                      </a:lnTo>
                      <a:lnTo>
                        <a:pt x="90871" y="962071"/>
                      </a:lnTo>
                      <a:lnTo>
                        <a:pt x="93001" y="958610"/>
                      </a:lnTo>
                      <a:lnTo>
                        <a:pt x="101613" y="958297"/>
                      </a:lnTo>
                      <a:lnTo>
                        <a:pt x="108177" y="961388"/>
                      </a:lnTo>
                      <a:lnTo>
                        <a:pt x="108836" y="963125"/>
                      </a:lnTo>
                      <a:lnTo>
                        <a:pt x="109925" y="961759"/>
                      </a:lnTo>
                      <a:lnTo>
                        <a:pt x="118398" y="962430"/>
                      </a:lnTo>
                      <a:lnTo>
                        <a:pt x="118838" y="963993"/>
                      </a:lnTo>
                      <a:lnTo>
                        <a:pt x="116766" y="965243"/>
                      </a:lnTo>
                      <a:lnTo>
                        <a:pt x="116465" y="965370"/>
                      </a:lnTo>
                      <a:lnTo>
                        <a:pt x="116569" y="965359"/>
                      </a:lnTo>
                      <a:lnTo>
                        <a:pt x="116465" y="965417"/>
                      </a:lnTo>
                      <a:lnTo>
                        <a:pt x="119127" y="969225"/>
                      </a:lnTo>
                      <a:lnTo>
                        <a:pt x="117877" y="971297"/>
                      </a:lnTo>
                      <a:lnTo>
                        <a:pt x="120169" y="971274"/>
                      </a:lnTo>
                      <a:lnTo>
                        <a:pt x="120470" y="972744"/>
                      </a:lnTo>
                      <a:lnTo>
                        <a:pt x="124290" y="970128"/>
                      </a:lnTo>
                      <a:lnTo>
                        <a:pt x="132856" y="969897"/>
                      </a:lnTo>
                      <a:lnTo>
                        <a:pt x="134384" y="973346"/>
                      </a:lnTo>
                      <a:lnTo>
                        <a:pt x="134708" y="968773"/>
                      </a:lnTo>
                      <a:lnTo>
                        <a:pt x="139860" y="969399"/>
                      </a:lnTo>
                      <a:lnTo>
                        <a:pt x="136885" y="967315"/>
                      </a:lnTo>
                      <a:lnTo>
                        <a:pt x="133447" y="968508"/>
                      </a:lnTo>
                      <a:lnTo>
                        <a:pt x="131664" y="967083"/>
                      </a:lnTo>
                      <a:lnTo>
                        <a:pt x="131317" y="968253"/>
                      </a:lnTo>
                      <a:lnTo>
                        <a:pt x="128353" y="967547"/>
                      </a:lnTo>
                      <a:lnTo>
                        <a:pt x="120100" y="963715"/>
                      </a:lnTo>
                      <a:lnTo>
                        <a:pt x="123167" y="962488"/>
                      </a:lnTo>
                      <a:lnTo>
                        <a:pt x="126200" y="960450"/>
                      </a:lnTo>
                      <a:lnTo>
                        <a:pt x="127103" y="956885"/>
                      </a:lnTo>
                      <a:lnTo>
                        <a:pt x="130877" y="958830"/>
                      </a:lnTo>
                      <a:lnTo>
                        <a:pt x="132474" y="959339"/>
                      </a:lnTo>
                      <a:lnTo>
                        <a:pt x="132787" y="956978"/>
                      </a:lnTo>
                      <a:lnTo>
                        <a:pt x="137024" y="954130"/>
                      </a:lnTo>
                      <a:lnTo>
                        <a:pt x="140890" y="956526"/>
                      </a:lnTo>
                      <a:lnTo>
                        <a:pt x="141052" y="961574"/>
                      </a:lnTo>
                      <a:lnTo>
                        <a:pt x="141943" y="960485"/>
                      </a:lnTo>
                      <a:lnTo>
                        <a:pt x="142997" y="961735"/>
                      </a:lnTo>
                      <a:lnTo>
                        <a:pt x="145520" y="960334"/>
                      </a:lnTo>
                      <a:lnTo>
                        <a:pt x="149954" y="960994"/>
                      </a:lnTo>
                      <a:lnTo>
                        <a:pt x="151980" y="961295"/>
                      </a:lnTo>
                      <a:lnTo>
                        <a:pt x="149954" y="960624"/>
                      </a:lnTo>
                      <a:lnTo>
                        <a:pt x="141515" y="957823"/>
                      </a:lnTo>
                      <a:lnTo>
                        <a:pt x="146852" y="952625"/>
                      </a:lnTo>
                      <a:lnTo>
                        <a:pt x="149954" y="953400"/>
                      </a:lnTo>
                      <a:lnTo>
                        <a:pt x="151748" y="953852"/>
                      </a:lnTo>
                      <a:lnTo>
                        <a:pt x="154538" y="947706"/>
                      </a:lnTo>
                      <a:lnTo>
                        <a:pt x="161796" y="949187"/>
                      </a:lnTo>
                      <a:lnTo>
                        <a:pt x="163972" y="953215"/>
                      </a:lnTo>
                      <a:lnTo>
                        <a:pt x="162780" y="954245"/>
                      </a:lnTo>
                      <a:lnTo>
                        <a:pt x="164227" y="953378"/>
                      </a:lnTo>
                      <a:lnTo>
                        <a:pt x="167121" y="956549"/>
                      </a:lnTo>
                      <a:lnTo>
                        <a:pt x="165500" y="960740"/>
                      </a:lnTo>
                      <a:lnTo>
                        <a:pt x="168198" y="957684"/>
                      </a:lnTo>
                      <a:lnTo>
                        <a:pt x="167989" y="959559"/>
                      </a:lnTo>
                      <a:lnTo>
                        <a:pt x="170513" y="961550"/>
                      </a:lnTo>
                      <a:lnTo>
                        <a:pt x="169043" y="958274"/>
                      </a:lnTo>
                      <a:lnTo>
                        <a:pt x="175189" y="958691"/>
                      </a:lnTo>
                      <a:lnTo>
                        <a:pt x="168290" y="957279"/>
                      </a:lnTo>
                      <a:lnTo>
                        <a:pt x="166982" y="954778"/>
                      </a:lnTo>
                      <a:lnTo>
                        <a:pt x="170108" y="953331"/>
                      </a:lnTo>
                      <a:lnTo>
                        <a:pt x="167653" y="953204"/>
                      </a:lnTo>
                      <a:lnTo>
                        <a:pt x="163012" y="946235"/>
                      </a:lnTo>
                      <a:lnTo>
                        <a:pt x="164076" y="947520"/>
                      </a:lnTo>
                      <a:lnTo>
                        <a:pt x="164921" y="946015"/>
                      </a:lnTo>
                      <a:lnTo>
                        <a:pt x="165697" y="948238"/>
                      </a:lnTo>
                      <a:lnTo>
                        <a:pt x="165327" y="946038"/>
                      </a:lnTo>
                      <a:lnTo>
                        <a:pt x="166288" y="947497"/>
                      </a:lnTo>
                      <a:lnTo>
                        <a:pt x="165639" y="945958"/>
                      </a:lnTo>
                      <a:lnTo>
                        <a:pt x="166982" y="946120"/>
                      </a:lnTo>
                      <a:lnTo>
                        <a:pt x="166554" y="947844"/>
                      </a:lnTo>
                      <a:lnTo>
                        <a:pt x="168417" y="947161"/>
                      </a:lnTo>
                      <a:lnTo>
                        <a:pt x="167028" y="946062"/>
                      </a:lnTo>
                      <a:lnTo>
                        <a:pt x="167839" y="944962"/>
                      </a:lnTo>
                      <a:lnTo>
                        <a:pt x="176312" y="943931"/>
                      </a:lnTo>
                      <a:lnTo>
                        <a:pt x="176660" y="941524"/>
                      </a:lnTo>
                      <a:lnTo>
                        <a:pt x="176127" y="943411"/>
                      </a:lnTo>
                      <a:lnTo>
                        <a:pt x="172724" y="944279"/>
                      </a:lnTo>
                      <a:lnTo>
                        <a:pt x="170721" y="943006"/>
                      </a:lnTo>
                      <a:lnTo>
                        <a:pt x="165222" y="943191"/>
                      </a:lnTo>
                      <a:lnTo>
                        <a:pt x="164898" y="944684"/>
                      </a:lnTo>
                      <a:lnTo>
                        <a:pt x="160013" y="943630"/>
                      </a:lnTo>
                      <a:lnTo>
                        <a:pt x="158011" y="946316"/>
                      </a:lnTo>
                      <a:lnTo>
                        <a:pt x="154607" y="946178"/>
                      </a:lnTo>
                      <a:lnTo>
                        <a:pt x="155267" y="938642"/>
                      </a:lnTo>
                      <a:lnTo>
                        <a:pt x="160523" y="938178"/>
                      </a:lnTo>
                      <a:lnTo>
                        <a:pt x="150486" y="933606"/>
                      </a:lnTo>
                      <a:lnTo>
                        <a:pt x="151771" y="925492"/>
                      </a:lnTo>
                      <a:lnTo>
                        <a:pt x="153346" y="921949"/>
                      </a:lnTo>
                      <a:lnTo>
                        <a:pt x="156899" y="922169"/>
                      </a:lnTo>
                      <a:lnTo>
                        <a:pt x="153612" y="920097"/>
                      </a:lnTo>
                      <a:lnTo>
                        <a:pt x="154272" y="917978"/>
                      </a:lnTo>
                      <a:lnTo>
                        <a:pt x="159817" y="915235"/>
                      </a:lnTo>
                      <a:lnTo>
                        <a:pt x="160476" y="916971"/>
                      </a:lnTo>
                      <a:lnTo>
                        <a:pt x="163394" y="908567"/>
                      </a:lnTo>
                      <a:lnTo>
                        <a:pt x="183686" y="901633"/>
                      </a:lnTo>
                      <a:lnTo>
                        <a:pt x="163035" y="907769"/>
                      </a:lnTo>
                      <a:lnTo>
                        <a:pt x="159377" y="913452"/>
                      </a:lnTo>
                      <a:lnTo>
                        <a:pt x="156124" y="913186"/>
                      </a:lnTo>
                      <a:lnTo>
                        <a:pt x="151378" y="917261"/>
                      </a:lnTo>
                      <a:lnTo>
                        <a:pt x="149954" y="915594"/>
                      </a:lnTo>
                      <a:lnTo>
                        <a:pt x="147245" y="912457"/>
                      </a:lnTo>
                      <a:lnTo>
                        <a:pt x="147014" y="905210"/>
                      </a:lnTo>
                      <a:lnTo>
                        <a:pt x="146967" y="914078"/>
                      </a:lnTo>
                      <a:lnTo>
                        <a:pt x="141886" y="912932"/>
                      </a:lnTo>
                      <a:lnTo>
                        <a:pt x="135519" y="917330"/>
                      </a:lnTo>
                      <a:lnTo>
                        <a:pt x="134396" y="912098"/>
                      </a:lnTo>
                      <a:lnTo>
                        <a:pt x="137753" y="907294"/>
                      </a:lnTo>
                      <a:lnTo>
                        <a:pt x="135368" y="905963"/>
                      </a:lnTo>
                      <a:lnTo>
                        <a:pt x="135739" y="904423"/>
                      </a:lnTo>
                      <a:lnTo>
                        <a:pt x="131965" y="903624"/>
                      </a:lnTo>
                      <a:lnTo>
                        <a:pt x="130506" y="901575"/>
                      </a:lnTo>
                      <a:lnTo>
                        <a:pt x="129974" y="899839"/>
                      </a:lnTo>
                      <a:lnTo>
                        <a:pt x="128110" y="898242"/>
                      </a:lnTo>
                      <a:lnTo>
                        <a:pt x="127601" y="898358"/>
                      </a:lnTo>
                      <a:lnTo>
                        <a:pt x="127624" y="898543"/>
                      </a:lnTo>
                      <a:lnTo>
                        <a:pt x="128075" y="898554"/>
                      </a:lnTo>
                      <a:lnTo>
                        <a:pt x="128955" y="899769"/>
                      </a:lnTo>
                      <a:lnTo>
                        <a:pt x="127381" y="900904"/>
                      </a:lnTo>
                      <a:lnTo>
                        <a:pt x="129071" y="899874"/>
                      </a:lnTo>
                      <a:lnTo>
                        <a:pt x="129789" y="899897"/>
                      </a:lnTo>
                      <a:lnTo>
                        <a:pt x="130194" y="901147"/>
                      </a:lnTo>
                      <a:lnTo>
                        <a:pt x="131270" y="904493"/>
                      </a:lnTo>
                      <a:lnTo>
                        <a:pt x="137174" y="907896"/>
                      </a:lnTo>
                      <a:lnTo>
                        <a:pt x="133366" y="911427"/>
                      </a:lnTo>
                      <a:lnTo>
                        <a:pt x="133296" y="911450"/>
                      </a:lnTo>
                      <a:lnTo>
                        <a:pt x="133181" y="911496"/>
                      </a:lnTo>
                      <a:lnTo>
                        <a:pt x="133053" y="911519"/>
                      </a:lnTo>
                      <a:lnTo>
                        <a:pt x="132440" y="911369"/>
                      </a:lnTo>
                      <a:lnTo>
                        <a:pt x="133516" y="911982"/>
                      </a:lnTo>
                      <a:lnTo>
                        <a:pt x="132069" y="915802"/>
                      </a:lnTo>
                      <a:lnTo>
                        <a:pt x="135206" y="918291"/>
                      </a:lnTo>
                      <a:lnTo>
                        <a:pt x="144687" y="914923"/>
                      </a:lnTo>
                      <a:lnTo>
                        <a:pt x="149282" y="918743"/>
                      </a:lnTo>
                      <a:lnTo>
                        <a:pt x="148657" y="921220"/>
                      </a:lnTo>
                      <a:lnTo>
                        <a:pt x="145740" y="919425"/>
                      </a:lnTo>
                      <a:lnTo>
                        <a:pt x="143587" y="920699"/>
                      </a:lnTo>
                      <a:lnTo>
                        <a:pt x="146643" y="920850"/>
                      </a:lnTo>
                      <a:lnTo>
                        <a:pt x="149352" y="925294"/>
                      </a:lnTo>
                      <a:lnTo>
                        <a:pt x="149352" y="926498"/>
                      </a:lnTo>
                      <a:lnTo>
                        <a:pt x="148889" y="929902"/>
                      </a:lnTo>
                      <a:lnTo>
                        <a:pt x="144421" y="929682"/>
                      </a:lnTo>
                      <a:lnTo>
                        <a:pt x="147893" y="931488"/>
                      </a:lnTo>
                      <a:lnTo>
                        <a:pt x="147442" y="932958"/>
                      </a:lnTo>
                      <a:lnTo>
                        <a:pt x="149954" y="935365"/>
                      </a:lnTo>
                      <a:lnTo>
                        <a:pt x="151621" y="936975"/>
                      </a:lnTo>
                      <a:lnTo>
                        <a:pt x="153635" y="939417"/>
                      </a:lnTo>
                      <a:lnTo>
                        <a:pt x="153091" y="942149"/>
                      </a:lnTo>
                      <a:lnTo>
                        <a:pt x="152362" y="944488"/>
                      </a:lnTo>
                      <a:lnTo>
                        <a:pt x="150243" y="945795"/>
                      </a:lnTo>
                      <a:lnTo>
                        <a:pt x="151459" y="946467"/>
                      </a:lnTo>
                      <a:lnTo>
                        <a:pt x="150452" y="950657"/>
                      </a:lnTo>
                      <a:lnTo>
                        <a:pt x="150382" y="950900"/>
                      </a:lnTo>
                      <a:lnTo>
                        <a:pt x="149954" y="950831"/>
                      </a:lnTo>
                      <a:lnTo>
                        <a:pt x="146296" y="950218"/>
                      </a:lnTo>
                      <a:lnTo>
                        <a:pt x="140994" y="954014"/>
                      </a:lnTo>
                      <a:lnTo>
                        <a:pt x="139999" y="953320"/>
                      </a:lnTo>
                      <a:lnTo>
                        <a:pt x="138100" y="951618"/>
                      </a:lnTo>
                      <a:lnTo>
                        <a:pt x="133331" y="951652"/>
                      </a:lnTo>
                      <a:lnTo>
                        <a:pt x="132926" y="946351"/>
                      </a:lnTo>
                      <a:lnTo>
                        <a:pt x="132683" y="953598"/>
                      </a:lnTo>
                      <a:lnTo>
                        <a:pt x="128816" y="952567"/>
                      </a:lnTo>
                      <a:lnTo>
                        <a:pt x="123526" y="952996"/>
                      </a:lnTo>
                      <a:lnTo>
                        <a:pt x="117333" y="956399"/>
                      </a:lnTo>
                      <a:lnTo>
                        <a:pt x="116338" y="956144"/>
                      </a:lnTo>
                      <a:lnTo>
                        <a:pt x="112170" y="954929"/>
                      </a:lnTo>
                      <a:lnTo>
                        <a:pt x="104391" y="951051"/>
                      </a:lnTo>
                      <a:lnTo>
                        <a:pt x="107181" y="945494"/>
                      </a:lnTo>
                      <a:lnTo>
                        <a:pt x="104681" y="947543"/>
                      </a:lnTo>
                      <a:lnTo>
                        <a:pt x="104079" y="950715"/>
                      </a:lnTo>
                      <a:lnTo>
                        <a:pt x="101289" y="949940"/>
                      </a:lnTo>
                      <a:lnTo>
                        <a:pt x="99703" y="948932"/>
                      </a:lnTo>
                      <a:lnTo>
                        <a:pt x="99113" y="949338"/>
                      </a:lnTo>
                      <a:lnTo>
                        <a:pt x="98835" y="949268"/>
                      </a:lnTo>
                      <a:lnTo>
                        <a:pt x="93626" y="950426"/>
                      </a:lnTo>
                      <a:lnTo>
                        <a:pt x="91693" y="950206"/>
                      </a:lnTo>
                      <a:lnTo>
                        <a:pt x="90072" y="948979"/>
                      </a:lnTo>
                      <a:lnTo>
                        <a:pt x="89065" y="950437"/>
                      </a:lnTo>
                      <a:lnTo>
                        <a:pt x="83532" y="950241"/>
                      </a:lnTo>
                      <a:lnTo>
                        <a:pt x="80429" y="950055"/>
                      </a:lnTo>
                      <a:lnTo>
                        <a:pt x="80267" y="948701"/>
                      </a:lnTo>
                      <a:lnTo>
                        <a:pt x="80591" y="947567"/>
                      </a:lnTo>
                      <a:lnTo>
                        <a:pt x="78948" y="945980"/>
                      </a:lnTo>
                      <a:lnTo>
                        <a:pt x="77767" y="944325"/>
                      </a:lnTo>
                      <a:lnTo>
                        <a:pt x="77801" y="941929"/>
                      </a:lnTo>
                      <a:lnTo>
                        <a:pt x="74051" y="940343"/>
                      </a:lnTo>
                      <a:lnTo>
                        <a:pt x="74815" y="935250"/>
                      </a:lnTo>
                      <a:lnTo>
                        <a:pt x="79387" y="931974"/>
                      </a:lnTo>
                      <a:lnTo>
                        <a:pt x="78832" y="930492"/>
                      </a:lnTo>
                      <a:lnTo>
                        <a:pt x="76435" y="933572"/>
                      </a:lnTo>
                      <a:lnTo>
                        <a:pt x="74444" y="933097"/>
                      </a:lnTo>
                      <a:lnTo>
                        <a:pt x="73727" y="943272"/>
                      </a:lnTo>
                      <a:lnTo>
                        <a:pt x="73657" y="943295"/>
                      </a:lnTo>
                      <a:lnTo>
                        <a:pt x="73681" y="944059"/>
                      </a:lnTo>
                      <a:lnTo>
                        <a:pt x="73669" y="944232"/>
                      </a:lnTo>
                      <a:lnTo>
                        <a:pt x="71469" y="944314"/>
                      </a:lnTo>
                      <a:lnTo>
                        <a:pt x="69756" y="947949"/>
                      </a:lnTo>
                      <a:lnTo>
                        <a:pt x="66781" y="943654"/>
                      </a:lnTo>
                      <a:lnTo>
                        <a:pt x="63042" y="944731"/>
                      </a:lnTo>
                      <a:lnTo>
                        <a:pt x="63089" y="946038"/>
                      </a:lnTo>
                      <a:lnTo>
                        <a:pt x="62903" y="946166"/>
                      </a:lnTo>
                      <a:lnTo>
                        <a:pt x="59257" y="944962"/>
                      </a:lnTo>
                      <a:lnTo>
                        <a:pt x="54974" y="945853"/>
                      </a:lnTo>
                      <a:lnTo>
                        <a:pt x="51246" y="941779"/>
                      </a:lnTo>
                      <a:lnTo>
                        <a:pt x="52751" y="938618"/>
                      </a:lnTo>
                      <a:lnTo>
                        <a:pt x="50089" y="933849"/>
                      </a:lnTo>
                      <a:lnTo>
                        <a:pt x="52508" y="938642"/>
                      </a:lnTo>
                      <a:lnTo>
                        <a:pt x="50888" y="941478"/>
                      </a:lnTo>
                      <a:lnTo>
                        <a:pt x="48897" y="944279"/>
                      </a:lnTo>
                      <a:lnTo>
                        <a:pt x="50911" y="946814"/>
                      </a:lnTo>
                      <a:lnTo>
                        <a:pt x="50482" y="949199"/>
                      </a:lnTo>
                      <a:lnTo>
                        <a:pt x="57243" y="952139"/>
                      </a:lnTo>
                      <a:lnTo>
                        <a:pt x="54129" y="952370"/>
                      </a:lnTo>
                      <a:lnTo>
                        <a:pt x="55946" y="955739"/>
                      </a:lnTo>
                      <a:lnTo>
                        <a:pt x="52925" y="957741"/>
                      </a:lnTo>
                      <a:lnTo>
                        <a:pt x="54094" y="960462"/>
                      </a:lnTo>
                      <a:lnTo>
                        <a:pt x="53897" y="960474"/>
                      </a:lnTo>
                      <a:lnTo>
                        <a:pt x="49649" y="960231"/>
                      </a:lnTo>
                      <a:lnTo>
                        <a:pt x="49209" y="963866"/>
                      </a:lnTo>
                      <a:lnTo>
                        <a:pt x="47079" y="964606"/>
                      </a:lnTo>
                      <a:lnTo>
                        <a:pt x="46836" y="962580"/>
                      </a:lnTo>
                      <a:lnTo>
                        <a:pt x="44463" y="961273"/>
                      </a:lnTo>
                      <a:lnTo>
                        <a:pt x="45123" y="959351"/>
                      </a:lnTo>
                      <a:lnTo>
                        <a:pt x="44255" y="959166"/>
                      </a:lnTo>
                      <a:lnTo>
                        <a:pt x="42796" y="958865"/>
                      </a:lnTo>
                      <a:lnTo>
                        <a:pt x="43699" y="956549"/>
                      </a:lnTo>
                      <a:lnTo>
                        <a:pt x="41963" y="953193"/>
                      </a:lnTo>
                      <a:lnTo>
                        <a:pt x="42229" y="952370"/>
                      </a:lnTo>
                      <a:lnTo>
                        <a:pt x="43745" y="949719"/>
                      </a:lnTo>
                      <a:lnTo>
                        <a:pt x="43352" y="948794"/>
                      </a:lnTo>
                      <a:lnTo>
                        <a:pt x="43699" y="947694"/>
                      </a:lnTo>
                      <a:lnTo>
                        <a:pt x="38224" y="945888"/>
                      </a:lnTo>
                      <a:lnTo>
                        <a:pt x="38177" y="944395"/>
                      </a:lnTo>
                      <a:lnTo>
                        <a:pt x="38768" y="942450"/>
                      </a:lnTo>
                      <a:lnTo>
                        <a:pt x="34021" y="938537"/>
                      </a:lnTo>
                      <a:lnTo>
                        <a:pt x="30803" y="938306"/>
                      </a:lnTo>
                      <a:lnTo>
                        <a:pt x="29067" y="940089"/>
                      </a:lnTo>
                      <a:lnTo>
                        <a:pt x="27956" y="940806"/>
                      </a:lnTo>
                      <a:lnTo>
                        <a:pt x="29264" y="938653"/>
                      </a:lnTo>
                      <a:lnTo>
                        <a:pt x="27331" y="937900"/>
                      </a:lnTo>
                      <a:lnTo>
                        <a:pt x="24807" y="936338"/>
                      </a:lnTo>
                      <a:lnTo>
                        <a:pt x="23256" y="932715"/>
                      </a:lnTo>
                      <a:lnTo>
                        <a:pt x="20188" y="932379"/>
                      </a:lnTo>
                      <a:lnTo>
                        <a:pt x="20072" y="929416"/>
                      </a:lnTo>
                      <a:lnTo>
                        <a:pt x="33871" y="931800"/>
                      </a:lnTo>
                      <a:lnTo>
                        <a:pt x="35283" y="932390"/>
                      </a:lnTo>
                      <a:lnTo>
                        <a:pt x="35492" y="932078"/>
                      </a:lnTo>
                      <a:lnTo>
                        <a:pt x="36487" y="932252"/>
                      </a:lnTo>
                      <a:lnTo>
                        <a:pt x="38108" y="928165"/>
                      </a:lnTo>
                      <a:lnTo>
                        <a:pt x="38594" y="927448"/>
                      </a:lnTo>
                      <a:lnTo>
                        <a:pt x="38629" y="926869"/>
                      </a:lnTo>
                      <a:lnTo>
                        <a:pt x="39057" y="925804"/>
                      </a:lnTo>
                      <a:lnTo>
                        <a:pt x="39057" y="920016"/>
                      </a:lnTo>
                      <a:lnTo>
                        <a:pt x="40585" y="920884"/>
                      </a:lnTo>
                      <a:lnTo>
                        <a:pt x="41372" y="920270"/>
                      </a:lnTo>
                      <a:lnTo>
                        <a:pt x="44035" y="920583"/>
                      </a:lnTo>
                      <a:lnTo>
                        <a:pt x="44255" y="920722"/>
                      </a:lnTo>
                      <a:lnTo>
                        <a:pt x="45273" y="921405"/>
                      </a:lnTo>
                      <a:lnTo>
                        <a:pt x="49452" y="914841"/>
                      </a:lnTo>
                      <a:lnTo>
                        <a:pt x="52832" y="913846"/>
                      </a:lnTo>
                      <a:lnTo>
                        <a:pt x="55090" y="911044"/>
                      </a:lnTo>
                      <a:lnTo>
                        <a:pt x="62348" y="912422"/>
                      </a:lnTo>
                      <a:lnTo>
                        <a:pt x="63853" y="910640"/>
                      </a:lnTo>
                      <a:lnTo>
                        <a:pt x="65948" y="912966"/>
                      </a:lnTo>
                      <a:lnTo>
                        <a:pt x="69316" y="913510"/>
                      </a:lnTo>
                      <a:lnTo>
                        <a:pt x="69629" y="913684"/>
                      </a:lnTo>
                      <a:lnTo>
                        <a:pt x="69768" y="913591"/>
                      </a:lnTo>
                      <a:lnTo>
                        <a:pt x="70856" y="913765"/>
                      </a:lnTo>
                      <a:lnTo>
                        <a:pt x="76030" y="907676"/>
                      </a:lnTo>
                      <a:lnTo>
                        <a:pt x="75602" y="903069"/>
                      </a:lnTo>
                      <a:lnTo>
                        <a:pt x="75637" y="902988"/>
                      </a:lnTo>
                      <a:lnTo>
                        <a:pt x="75868" y="895486"/>
                      </a:lnTo>
                      <a:lnTo>
                        <a:pt x="76736" y="892535"/>
                      </a:lnTo>
                      <a:lnTo>
                        <a:pt x="76667" y="887812"/>
                      </a:lnTo>
                      <a:lnTo>
                        <a:pt x="74838" y="884084"/>
                      </a:lnTo>
                      <a:lnTo>
                        <a:pt x="74583" y="882498"/>
                      </a:lnTo>
                      <a:lnTo>
                        <a:pt x="75683" y="881179"/>
                      </a:lnTo>
                      <a:lnTo>
                        <a:pt x="74132" y="881584"/>
                      </a:lnTo>
                      <a:lnTo>
                        <a:pt x="72963" y="880056"/>
                      </a:lnTo>
                      <a:lnTo>
                        <a:pt x="72396" y="879153"/>
                      </a:lnTo>
                      <a:lnTo>
                        <a:pt x="73692" y="873562"/>
                      </a:lnTo>
                      <a:lnTo>
                        <a:pt x="73623" y="873354"/>
                      </a:lnTo>
                      <a:lnTo>
                        <a:pt x="68946" y="860713"/>
                      </a:lnTo>
                      <a:lnTo>
                        <a:pt x="65068" y="857182"/>
                      </a:lnTo>
                      <a:lnTo>
                        <a:pt x="63980" y="857448"/>
                      </a:lnTo>
                      <a:lnTo>
                        <a:pt x="58863" y="857842"/>
                      </a:lnTo>
                      <a:lnTo>
                        <a:pt x="58435" y="857448"/>
                      </a:lnTo>
                      <a:lnTo>
                        <a:pt x="57798" y="859705"/>
                      </a:lnTo>
                      <a:lnTo>
                        <a:pt x="57683" y="857738"/>
                      </a:lnTo>
                      <a:lnTo>
                        <a:pt x="55576" y="856592"/>
                      </a:lnTo>
                      <a:lnTo>
                        <a:pt x="55367" y="856291"/>
                      </a:lnTo>
                      <a:lnTo>
                        <a:pt x="49684" y="858305"/>
                      </a:lnTo>
                      <a:lnTo>
                        <a:pt x="50783" y="856233"/>
                      </a:lnTo>
                      <a:lnTo>
                        <a:pt x="50448" y="855735"/>
                      </a:lnTo>
                      <a:lnTo>
                        <a:pt x="50726" y="854820"/>
                      </a:lnTo>
                      <a:lnTo>
                        <a:pt x="49776" y="854774"/>
                      </a:lnTo>
                      <a:lnTo>
                        <a:pt x="49684" y="854635"/>
                      </a:lnTo>
                      <a:lnTo>
                        <a:pt x="45875" y="854566"/>
                      </a:lnTo>
                      <a:lnTo>
                        <a:pt x="45100" y="854519"/>
                      </a:lnTo>
                      <a:lnTo>
                        <a:pt x="44857" y="852610"/>
                      </a:lnTo>
                      <a:lnTo>
                        <a:pt x="44255" y="853096"/>
                      </a:lnTo>
                      <a:lnTo>
                        <a:pt x="44185" y="852980"/>
                      </a:lnTo>
                      <a:lnTo>
                        <a:pt x="44139" y="853200"/>
                      </a:lnTo>
                      <a:lnTo>
                        <a:pt x="42622" y="854439"/>
                      </a:lnTo>
                      <a:lnTo>
                        <a:pt x="42182" y="854427"/>
                      </a:lnTo>
                      <a:lnTo>
                        <a:pt x="41881" y="853455"/>
                      </a:lnTo>
                      <a:lnTo>
                        <a:pt x="38756" y="854057"/>
                      </a:lnTo>
                      <a:lnTo>
                        <a:pt x="38744" y="853917"/>
                      </a:lnTo>
                      <a:lnTo>
                        <a:pt x="39312" y="852911"/>
                      </a:lnTo>
                      <a:lnTo>
                        <a:pt x="36881" y="850491"/>
                      </a:lnTo>
                      <a:lnTo>
                        <a:pt x="36070" y="850607"/>
                      </a:lnTo>
                      <a:lnTo>
                        <a:pt x="35723" y="850387"/>
                      </a:lnTo>
                      <a:lnTo>
                        <a:pt x="28453" y="851707"/>
                      </a:lnTo>
                      <a:lnTo>
                        <a:pt x="26636" y="850040"/>
                      </a:lnTo>
                      <a:lnTo>
                        <a:pt x="24506" y="852505"/>
                      </a:lnTo>
                      <a:lnTo>
                        <a:pt x="24066" y="851880"/>
                      </a:lnTo>
                      <a:lnTo>
                        <a:pt x="23684" y="850236"/>
                      </a:lnTo>
                      <a:lnTo>
                        <a:pt x="20894" y="852470"/>
                      </a:lnTo>
                      <a:lnTo>
                        <a:pt x="19262" y="850677"/>
                      </a:lnTo>
                      <a:lnTo>
                        <a:pt x="18128" y="851244"/>
                      </a:lnTo>
                      <a:lnTo>
                        <a:pt x="14458" y="852899"/>
                      </a:lnTo>
                      <a:lnTo>
                        <a:pt x="13220" y="851336"/>
                      </a:lnTo>
                      <a:lnTo>
                        <a:pt x="13335" y="853408"/>
                      </a:lnTo>
                      <a:lnTo>
                        <a:pt x="11437" y="854265"/>
                      </a:lnTo>
                      <a:lnTo>
                        <a:pt x="10233" y="854323"/>
                      </a:lnTo>
                      <a:lnTo>
                        <a:pt x="7906" y="856673"/>
                      </a:lnTo>
                      <a:lnTo>
                        <a:pt x="7466" y="853489"/>
                      </a:lnTo>
                      <a:lnTo>
                        <a:pt x="1956" y="856534"/>
                      </a:lnTo>
                      <a:lnTo>
                        <a:pt x="625" y="856164"/>
                      </a:lnTo>
                      <a:lnTo>
                        <a:pt x="0" y="854601"/>
                      </a:lnTo>
                      <a:lnTo>
                        <a:pt x="1540" y="852239"/>
                      </a:lnTo>
                      <a:lnTo>
                        <a:pt x="3044" y="851221"/>
                      </a:lnTo>
                      <a:lnTo>
                        <a:pt x="3797" y="848766"/>
                      </a:lnTo>
                      <a:lnTo>
                        <a:pt x="4190" y="848153"/>
                      </a:lnTo>
                      <a:lnTo>
                        <a:pt x="4063" y="847886"/>
                      </a:lnTo>
                      <a:lnTo>
                        <a:pt x="4387" y="846798"/>
                      </a:lnTo>
                      <a:lnTo>
                        <a:pt x="1343" y="842412"/>
                      </a:lnTo>
                      <a:lnTo>
                        <a:pt x="1308" y="842365"/>
                      </a:lnTo>
                      <a:lnTo>
                        <a:pt x="1540" y="842214"/>
                      </a:lnTo>
                      <a:lnTo>
                        <a:pt x="4827" y="841150"/>
                      </a:lnTo>
                      <a:lnTo>
                        <a:pt x="5614" y="841659"/>
                      </a:lnTo>
                      <a:lnTo>
                        <a:pt x="9064" y="836519"/>
                      </a:lnTo>
                      <a:lnTo>
                        <a:pt x="8172" y="833359"/>
                      </a:lnTo>
                      <a:lnTo>
                        <a:pt x="5834" y="833081"/>
                      </a:lnTo>
                      <a:lnTo>
                        <a:pt x="5938" y="832618"/>
                      </a:lnTo>
                      <a:lnTo>
                        <a:pt x="6378" y="831333"/>
                      </a:lnTo>
                      <a:lnTo>
                        <a:pt x="2639" y="831889"/>
                      </a:lnTo>
                      <a:lnTo>
                        <a:pt x="3021" y="831472"/>
                      </a:lnTo>
                      <a:lnTo>
                        <a:pt x="11483" y="825672"/>
                      </a:lnTo>
                      <a:lnTo>
                        <a:pt x="12039" y="825395"/>
                      </a:lnTo>
                      <a:lnTo>
                        <a:pt x="12490" y="825464"/>
                      </a:lnTo>
                      <a:lnTo>
                        <a:pt x="13023" y="826784"/>
                      </a:lnTo>
                      <a:lnTo>
                        <a:pt x="12930" y="827316"/>
                      </a:lnTo>
                      <a:lnTo>
                        <a:pt x="22839" y="825522"/>
                      </a:lnTo>
                      <a:lnTo>
                        <a:pt x="25027" y="824388"/>
                      </a:lnTo>
                      <a:lnTo>
                        <a:pt x="24680" y="822906"/>
                      </a:lnTo>
                      <a:lnTo>
                        <a:pt x="30375" y="820290"/>
                      </a:lnTo>
                      <a:lnTo>
                        <a:pt x="31591" y="817245"/>
                      </a:lnTo>
                      <a:lnTo>
                        <a:pt x="35955" y="817465"/>
                      </a:lnTo>
                      <a:lnTo>
                        <a:pt x="38687" y="816377"/>
                      </a:lnTo>
                      <a:lnTo>
                        <a:pt x="41106" y="816076"/>
                      </a:lnTo>
                      <a:lnTo>
                        <a:pt x="41500" y="815254"/>
                      </a:lnTo>
                      <a:lnTo>
                        <a:pt x="42101" y="815011"/>
                      </a:lnTo>
                      <a:lnTo>
                        <a:pt x="42507" y="813286"/>
                      </a:lnTo>
                      <a:lnTo>
                        <a:pt x="40226" y="812256"/>
                      </a:lnTo>
                      <a:lnTo>
                        <a:pt x="44810" y="810913"/>
                      </a:lnTo>
                      <a:lnTo>
                        <a:pt x="44787" y="810867"/>
                      </a:lnTo>
                      <a:lnTo>
                        <a:pt x="45655" y="810600"/>
                      </a:lnTo>
                      <a:lnTo>
                        <a:pt x="44255" y="809131"/>
                      </a:lnTo>
                      <a:lnTo>
                        <a:pt x="43676" y="808529"/>
                      </a:lnTo>
                      <a:lnTo>
                        <a:pt x="44255" y="808286"/>
                      </a:lnTo>
                      <a:lnTo>
                        <a:pt x="45493" y="807788"/>
                      </a:lnTo>
                      <a:lnTo>
                        <a:pt x="47646" y="806908"/>
                      </a:lnTo>
                      <a:lnTo>
                        <a:pt x="46593" y="805496"/>
                      </a:lnTo>
                      <a:lnTo>
                        <a:pt x="51675" y="807140"/>
                      </a:lnTo>
                      <a:lnTo>
                        <a:pt x="51652" y="806816"/>
                      </a:lnTo>
                      <a:lnTo>
                        <a:pt x="54291" y="805392"/>
                      </a:lnTo>
                      <a:lnTo>
                        <a:pt x="54650" y="806839"/>
                      </a:lnTo>
                      <a:lnTo>
                        <a:pt x="61919" y="807533"/>
                      </a:lnTo>
                      <a:lnTo>
                        <a:pt x="61283" y="804882"/>
                      </a:lnTo>
                      <a:lnTo>
                        <a:pt x="66087" y="803180"/>
                      </a:lnTo>
                      <a:lnTo>
                        <a:pt x="66110" y="803077"/>
                      </a:lnTo>
                      <a:lnTo>
                        <a:pt x="66202" y="803053"/>
                      </a:lnTo>
                      <a:lnTo>
                        <a:pt x="66631" y="801247"/>
                      </a:lnTo>
                      <a:lnTo>
                        <a:pt x="66619" y="801236"/>
                      </a:lnTo>
                      <a:lnTo>
                        <a:pt x="66608" y="801224"/>
                      </a:lnTo>
                      <a:lnTo>
                        <a:pt x="65195" y="800101"/>
                      </a:lnTo>
                      <a:lnTo>
                        <a:pt x="67545" y="799303"/>
                      </a:lnTo>
                      <a:lnTo>
                        <a:pt x="67557" y="799060"/>
                      </a:lnTo>
                      <a:lnTo>
                        <a:pt x="68402" y="798805"/>
                      </a:lnTo>
                      <a:lnTo>
                        <a:pt x="71979" y="801213"/>
                      </a:lnTo>
                      <a:lnTo>
                        <a:pt x="72986" y="799662"/>
                      </a:lnTo>
                      <a:lnTo>
                        <a:pt x="79295" y="800692"/>
                      </a:lnTo>
                      <a:lnTo>
                        <a:pt x="79329" y="800657"/>
                      </a:lnTo>
                      <a:lnTo>
                        <a:pt x="79364" y="800657"/>
                      </a:lnTo>
                      <a:lnTo>
                        <a:pt x="80996" y="798654"/>
                      </a:lnTo>
                      <a:lnTo>
                        <a:pt x="80522" y="796085"/>
                      </a:lnTo>
                      <a:lnTo>
                        <a:pt x="80707" y="795992"/>
                      </a:lnTo>
                      <a:lnTo>
                        <a:pt x="87375" y="796698"/>
                      </a:lnTo>
                      <a:lnTo>
                        <a:pt x="88625" y="793410"/>
                      </a:lnTo>
                      <a:lnTo>
                        <a:pt x="86784" y="789799"/>
                      </a:lnTo>
                      <a:lnTo>
                        <a:pt x="89748" y="786905"/>
                      </a:lnTo>
                      <a:lnTo>
                        <a:pt x="85743" y="785586"/>
                      </a:lnTo>
                      <a:lnTo>
                        <a:pt x="85812" y="785412"/>
                      </a:lnTo>
                      <a:lnTo>
                        <a:pt x="86727" y="783907"/>
                      </a:lnTo>
                      <a:lnTo>
                        <a:pt x="86507" y="783710"/>
                      </a:lnTo>
                      <a:lnTo>
                        <a:pt x="86738" y="783154"/>
                      </a:lnTo>
                      <a:lnTo>
                        <a:pt x="84261" y="781742"/>
                      </a:lnTo>
                      <a:lnTo>
                        <a:pt x="93012" y="775734"/>
                      </a:lnTo>
                      <a:lnTo>
                        <a:pt x="90489" y="774935"/>
                      </a:lnTo>
                      <a:lnTo>
                        <a:pt x="91206" y="771602"/>
                      </a:lnTo>
                      <a:lnTo>
                        <a:pt x="86993" y="769147"/>
                      </a:lnTo>
                      <a:lnTo>
                        <a:pt x="87977" y="767642"/>
                      </a:lnTo>
                      <a:lnTo>
                        <a:pt x="89945" y="764621"/>
                      </a:lnTo>
                      <a:lnTo>
                        <a:pt x="91693" y="763950"/>
                      </a:lnTo>
                      <a:lnTo>
                        <a:pt x="93857" y="763116"/>
                      </a:lnTo>
                      <a:lnTo>
                        <a:pt x="92700" y="760292"/>
                      </a:lnTo>
                      <a:lnTo>
                        <a:pt x="97434" y="759887"/>
                      </a:lnTo>
                      <a:lnTo>
                        <a:pt x="98928" y="761982"/>
                      </a:lnTo>
                      <a:lnTo>
                        <a:pt x="100212" y="763753"/>
                      </a:lnTo>
                      <a:lnTo>
                        <a:pt x="102099" y="762237"/>
                      </a:lnTo>
                      <a:lnTo>
                        <a:pt x="111302" y="764447"/>
                      </a:lnTo>
                      <a:lnTo>
                        <a:pt x="111476" y="765085"/>
                      </a:lnTo>
                      <a:lnTo>
                        <a:pt x="112066" y="767249"/>
                      </a:lnTo>
                      <a:lnTo>
                        <a:pt x="113548" y="765085"/>
                      </a:lnTo>
                      <a:lnTo>
                        <a:pt x="115840" y="766149"/>
                      </a:lnTo>
                      <a:lnTo>
                        <a:pt x="118549" y="765362"/>
                      </a:lnTo>
                      <a:lnTo>
                        <a:pt x="118433" y="765027"/>
                      </a:lnTo>
                      <a:lnTo>
                        <a:pt x="118166" y="764170"/>
                      </a:lnTo>
                      <a:lnTo>
                        <a:pt x="121906" y="766381"/>
                      </a:lnTo>
                      <a:lnTo>
                        <a:pt x="122693" y="764344"/>
                      </a:lnTo>
                      <a:lnTo>
                        <a:pt x="124522" y="766242"/>
                      </a:lnTo>
                      <a:lnTo>
                        <a:pt x="124325" y="767642"/>
                      </a:lnTo>
                      <a:lnTo>
                        <a:pt x="124012" y="769958"/>
                      </a:lnTo>
                      <a:lnTo>
                        <a:pt x="124198" y="770039"/>
                      </a:lnTo>
                      <a:lnTo>
                        <a:pt x="124198" y="770062"/>
                      </a:lnTo>
                      <a:lnTo>
                        <a:pt x="130043" y="772366"/>
                      </a:lnTo>
                      <a:lnTo>
                        <a:pt x="129638" y="772284"/>
                      </a:lnTo>
                      <a:lnTo>
                        <a:pt x="125772" y="771127"/>
                      </a:lnTo>
                      <a:lnTo>
                        <a:pt x="125575" y="771417"/>
                      </a:lnTo>
                      <a:lnTo>
                        <a:pt x="125459" y="771381"/>
                      </a:lnTo>
                      <a:lnTo>
                        <a:pt x="121720" y="776962"/>
                      </a:lnTo>
                      <a:lnTo>
                        <a:pt x="122658" y="778397"/>
                      </a:lnTo>
                      <a:lnTo>
                        <a:pt x="123943" y="777807"/>
                      </a:lnTo>
                      <a:lnTo>
                        <a:pt x="124035" y="777853"/>
                      </a:lnTo>
                      <a:lnTo>
                        <a:pt x="122623" y="778570"/>
                      </a:lnTo>
                      <a:lnTo>
                        <a:pt x="123457" y="780005"/>
                      </a:lnTo>
                      <a:lnTo>
                        <a:pt x="127751" y="779555"/>
                      </a:lnTo>
                      <a:lnTo>
                        <a:pt x="128180" y="780121"/>
                      </a:lnTo>
                      <a:lnTo>
                        <a:pt x="130148" y="782923"/>
                      </a:lnTo>
                      <a:lnTo>
                        <a:pt x="129604" y="779056"/>
                      </a:lnTo>
                      <a:lnTo>
                        <a:pt x="132972" y="780214"/>
                      </a:lnTo>
                      <a:lnTo>
                        <a:pt x="135368" y="778674"/>
                      </a:lnTo>
                      <a:lnTo>
                        <a:pt x="139327" y="777760"/>
                      </a:lnTo>
                      <a:lnTo>
                        <a:pt x="140682" y="775746"/>
                      </a:lnTo>
                      <a:lnTo>
                        <a:pt x="142418" y="776510"/>
                      </a:lnTo>
                      <a:lnTo>
                        <a:pt x="143020" y="775399"/>
                      </a:lnTo>
                      <a:lnTo>
                        <a:pt x="144513" y="775236"/>
                      </a:lnTo>
                      <a:lnTo>
                        <a:pt x="145081" y="775433"/>
                      </a:lnTo>
                      <a:lnTo>
                        <a:pt x="145590" y="773824"/>
                      </a:lnTo>
                      <a:lnTo>
                        <a:pt x="145717" y="773523"/>
                      </a:lnTo>
                      <a:lnTo>
                        <a:pt x="148495" y="774762"/>
                      </a:lnTo>
                      <a:lnTo>
                        <a:pt x="148218" y="772076"/>
                      </a:lnTo>
                      <a:lnTo>
                        <a:pt x="149954" y="770560"/>
                      </a:lnTo>
                      <a:lnTo>
                        <a:pt x="152454" y="768360"/>
                      </a:lnTo>
                      <a:lnTo>
                        <a:pt x="151771" y="767642"/>
                      </a:lnTo>
                      <a:lnTo>
                        <a:pt x="149954" y="765756"/>
                      </a:lnTo>
                      <a:lnTo>
                        <a:pt x="149479" y="765247"/>
                      </a:lnTo>
                      <a:lnTo>
                        <a:pt x="149954" y="764483"/>
                      </a:lnTo>
                      <a:lnTo>
                        <a:pt x="152559" y="760280"/>
                      </a:lnTo>
                      <a:lnTo>
                        <a:pt x="158277" y="763116"/>
                      </a:lnTo>
                      <a:lnTo>
                        <a:pt x="158115" y="766474"/>
                      </a:lnTo>
                      <a:lnTo>
                        <a:pt x="157999" y="767377"/>
                      </a:lnTo>
                      <a:lnTo>
                        <a:pt x="158543" y="767642"/>
                      </a:lnTo>
                      <a:lnTo>
                        <a:pt x="160673" y="768696"/>
                      </a:lnTo>
                      <a:lnTo>
                        <a:pt x="161044" y="768928"/>
                      </a:lnTo>
                      <a:lnTo>
                        <a:pt x="161136" y="768928"/>
                      </a:lnTo>
                      <a:lnTo>
                        <a:pt x="163347" y="770016"/>
                      </a:lnTo>
                      <a:lnTo>
                        <a:pt x="166044" y="768499"/>
                      </a:lnTo>
                      <a:lnTo>
                        <a:pt x="167156" y="770120"/>
                      </a:lnTo>
                      <a:lnTo>
                        <a:pt x="170501" y="768140"/>
                      </a:lnTo>
                      <a:lnTo>
                        <a:pt x="170756" y="768013"/>
                      </a:lnTo>
                      <a:lnTo>
                        <a:pt x="173684" y="768603"/>
                      </a:lnTo>
                      <a:lnTo>
                        <a:pt x="173916" y="768708"/>
                      </a:lnTo>
                      <a:lnTo>
                        <a:pt x="173951" y="768650"/>
                      </a:lnTo>
                      <a:lnTo>
                        <a:pt x="186846" y="771220"/>
                      </a:lnTo>
                      <a:lnTo>
                        <a:pt x="178141" y="767642"/>
                      </a:lnTo>
                      <a:lnTo>
                        <a:pt x="177250" y="767283"/>
                      </a:lnTo>
                      <a:lnTo>
                        <a:pt x="178674" y="762630"/>
                      </a:lnTo>
                      <a:lnTo>
                        <a:pt x="177215" y="761357"/>
                      </a:lnTo>
                      <a:lnTo>
                        <a:pt x="175548" y="758637"/>
                      </a:lnTo>
                      <a:lnTo>
                        <a:pt x="176011" y="757363"/>
                      </a:lnTo>
                      <a:lnTo>
                        <a:pt x="179229" y="754168"/>
                      </a:lnTo>
                      <a:lnTo>
                        <a:pt x="179773" y="753682"/>
                      </a:lnTo>
                      <a:lnTo>
                        <a:pt x="179160" y="752559"/>
                      </a:lnTo>
                      <a:lnTo>
                        <a:pt x="179044" y="752282"/>
                      </a:lnTo>
                      <a:lnTo>
                        <a:pt x="181845" y="750823"/>
                      </a:lnTo>
                      <a:lnTo>
                        <a:pt x="183408" y="750186"/>
                      </a:lnTo>
                      <a:lnTo>
                        <a:pt x="196304" y="748045"/>
                      </a:lnTo>
                      <a:lnTo>
                        <a:pt x="199163" y="743738"/>
                      </a:lnTo>
                      <a:lnTo>
                        <a:pt x="199267" y="743681"/>
                      </a:lnTo>
                      <a:lnTo>
                        <a:pt x="201397" y="743460"/>
                      </a:lnTo>
                      <a:lnTo>
                        <a:pt x="202451" y="741852"/>
                      </a:lnTo>
                      <a:lnTo>
                        <a:pt x="203736" y="741111"/>
                      </a:lnTo>
                      <a:lnTo>
                        <a:pt x="205449" y="737326"/>
                      </a:lnTo>
                      <a:lnTo>
                        <a:pt x="208227" y="737800"/>
                      </a:lnTo>
                      <a:lnTo>
                        <a:pt x="208088" y="737198"/>
                      </a:lnTo>
                      <a:lnTo>
                        <a:pt x="210704" y="729222"/>
                      </a:lnTo>
                      <a:lnTo>
                        <a:pt x="211086" y="728435"/>
                      </a:lnTo>
                      <a:lnTo>
                        <a:pt x="215091" y="725217"/>
                      </a:lnTo>
                      <a:lnTo>
                        <a:pt x="212267" y="721987"/>
                      </a:lnTo>
                      <a:lnTo>
                        <a:pt x="217001" y="719568"/>
                      </a:lnTo>
                      <a:lnTo>
                        <a:pt x="219108" y="714058"/>
                      </a:lnTo>
                      <a:lnTo>
                        <a:pt x="226494" y="720135"/>
                      </a:lnTo>
                      <a:lnTo>
                        <a:pt x="234446" y="723538"/>
                      </a:lnTo>
                      <a:lnTo>
                        <a:pt x="233219" y="724383"/>
                      </a:lnTo>
                      <a:lnTo>
                        <a:pt x="236738" y="728412"/>
                      </a:lnTo>
                      <a:lnTo>
                        <a:pt x="236761" y="728423"/>
                      </a:lnTo>
                      <a:lnTo>
                        <a:pt x="236657" y="729801"/>
                      </a:lnTo>
                      <a:lnTo>
                        <a:pt x="236321" y="734258"/>
                      </a:lnTo>
                      <a:lnTo>
                        <a:pt x="238278" y="735277"/>
                      </a:lnTo>
                      <a:lnTo>
                        <a:pt x="239528" y="735937"/>
                      </a:lnTo>
                      <a:lnTo>
                        <a:pt x="243556" y="737083"/>
                      </a:lnTo>
                      <a:lnTo>
                        <a:pt x="246196" y="736584"/>
                      </a:lnTo>
                      <a:lnTo>
                        <a:pt x="246288" y="736052"/>
                      </a:lnTo>
                      <a:lnTo>
                        <a:pt x="243788" y="736689"/>
                      </a:lnTo>
                      <a:lnTo>
                        <a:pt x="236680" y="733992"/>
                      </a:lnTo>
                      <a:lnTo>
                        <a:pt x="239088" y="728539"/>
                      </a:lnTo>
                      <a:lnTo>
                        <a:pt x="239007" y="724198"/>
                      </a:lnTo>
                      <a:lnTo>
                        <a:pt x="234400" y="722659"/>
                      </a:lnTo>
                      <a:lnTo>
                        <a:pt x="235777" y="719117"/>
                      </a:lnTo>
                      <a:lnTo>
                        <a:pt x="233462" y="713652"/>
                      </a:lnTo>
                      <a:lnTo>
                        <a:pt x="235870" y="707726"/>
                      </a:lnTo>
                      <a:lnTo>
                        <a:pt x="240211" y="708409"/>
                      </a:lnTo>
                      <a:lnTo>
                        <a:pt x="245605" y="705503"/>
                      </a:lnTo>
                      <a:lnTo>
                        <a:pt x="250328" y="705978"/>
                      </a:lnTo>
                      <a:lnTo>
                        <a:pt x="252458" y="704948"/>
                      </a:lnTo>
                      <a:lnTo>
                        <a:pt x="251683" y="704241"/>
                      </a:lnTo>
                      <a:lnTo>
                        <a:pt x="251498" y="703512"/>
                      </a:lnTo>
                      <a:lnTo>
                        <a:pt x="251995" y="703315"/>
                      </a:lnTo>
                      <a:lnTo>
                        <a:pt x="260237" y="703721"/>
                      </a:lnTo>
                      <a:lnTo>
                        <a:pt x="265169" y="702343"/>
                      </a:lnTo>
                      <a:lnTo>
                        <a:pt x="269498" y="704276"/>
                      </a:lnTo>
                      <a:lnTo>
                        <a:pt x="271616" y="704253"/>
                      </a:lnTo>
                      <a:lnTo>
                        <a:pt x="272010" y="704392"/>
                      </a:lnTo>
                      <a:lnTo>
                        <a:pt x="272265" y="704253"/>
                      </a:lnTo>
                      <a:lnTo>
                        <a:pt x="273318" y="704253"/>
                      </a:lnTo>
                      <a:lnTo>
                        <a:pt x="274291" y="703165"/>
                      </a:lnTo>
                      <a:lnTo>
                        <a:pt x="278215" y="701070"/>
                      </a:lnTo>
                      <a:lnTo>
                        <a:pt x="280009" y="700850"/>
                      </a:lnTo>
                      <a:lnTo>
                        <a:pt x="281398" y="701278"/>
                      </a:lnTo>
                      <a:lnTo>
                        <a:pt x="286700" y="707321"/>
                      </a:lnTo>
                      <a:lnTo>
                        <a:pt x="287429" y="706395"/>
                      </a:lnTo>
                      <a:lnTo>
                        <a:pt x="289559" y="706754"/>
                      </a:lnTo>
                      <a:lnTo>
                        <a:pt x="291886" y="706615"/>
                      </a:lnTo>
                      <a:lnTo>
                        <a:pt x="293032" y="706788"/>
                      </a:lnTo>
                      <a:lnTo>
                        <a:pt x="296470" y="706800"/>
                      </a:lnTo>
                      <a:lnTo>
                        <a:pt x="302235" y="703454"/>
                      </a:lnTo>
                      <a:lnTo>
                        <a:pt x="307872" y="696150"/>
                      </a:lnTo>
                      <a:lnTo>
                        <a:pt x="314181" y="692550"/>
                      </a:lnTo>
                      <a:lnTo>
                        <a:pt x="316276" y="684574"/>
                      </a:lnTo>
                      <a:lnTo>
                        <a:pt x="316369" y="687213"/>
                      </a:lnTo>
                      <a:lnTo>
                        <a:pt x="316484" y="687283"/>
                      </a:lnTo>
                      <a:lnTo>
                        <a:pt x="316508" y="687735"/>
                      </a:lnTo>
                      <a:lnTo>
                        <a:pt x="317573" y="687920"/>
                      </a:lnTo>
                      <a:lnTo>
                        <a:pt x="318279" y="688325"/>
                      </a:lnTo>
                      <a:lnTo>
                        <a:pt x="319008" y="688163"/>
                      </a:lnTo>
                      <a:lnTo>
                        <a:pt x="320397" y="688406"/>
                      </a:lnTo>
                      <a:lnTo>
                        <a:pt x="321427" y="687642"/>
                      </a:lnTo>
                      <a:lnTo>
                        <a:pt x="323870" y="687109"/>
                      </a:lnTo>
                      <a:lnTo>
                        <a:pt x="328547" y="682375"/>
                      </a:lnTo>
                      <a:lnTo>
                        <a:pt x="331938" y="679863"/>
                      </a:lnTo>
                      <a:lnTo>
                        <a:pt x="336719" y="675267"/>
                      </a:lnTo>
                      <a:lnTo>
                        <a:pt x="338074" y="674642"/>
                      </a:lnTo>
                      <a:lnTo>
                        <a:pt x="340412" y="671737"/>
                      </a:lnTo>
                      <a:lnTo>
                        <a:pt x="346443" y="665937"/>
                      </a:lnTo>
                      <a:lnTo>
                        <a:pt x="348538" y="661943"/>
                      </a:lnTo>
                      <a:lnTo>
                        <a:pt x="349024" y="661017"/>
                      </a:lnTo>
                      <a:lnTo>
                        <a:pt x="353388" y="659733"/>
                      </a:lnTo>
                      <a:lnTo>
                        <a:pt x="355333" y="660496"/>
                      </a:lnTo>
                      <a:lnTo>
                        <a:pt x="357035" y="662441"/>
                      </a:lnTo>
                      <a:lnTo>
                        <a:pt x="357174" y="664293"/>
                      </a:lnTo>
                      <a:lnTo>
                        <a:pt x="361364" y="664166"/>
                      </a:lnTo>
                      <a:lnTo>
                        <a:pt x="361688" y="664154"/>
                      </a:lnTo>
                      <a:lnTo>
                        <a:pt x="363865" y="662383"/>
                      </a:lnTo>
                      <a:lnTo>
                        <a:pt x="368020" y="662904"/>
                      </a:lnTo>
                      <a:lnTo>
                        <a:pt x="369444" y="661943"/>
                      </a:lnTo>
                      <a:lnTo>
                        <a:pt x="374827" y="658286"/>
                      </a:lnTo>
                      <a:lnTo>
                        <a:pt x="387942" y="648423"/>
                      </a:lnTo>
                      <a:lnTo>
                        <a:pt x="388151" y="648133"/>
                      </a:lnTo>
                      <a:lnTo>
                        <a:pt x="388672" y="647751"/>
                      </a:lnTo>
                      <a:lnTo>
                        <a:pt x="389274" y="646559"/>
                      </a:lnTo>
                      <a:lnTo>
                        <a:pt x="389818" y="645783"/>
                      </a:lnTo>
                      <a:lnTo>
                        <a:pt x="392191" y="647323"/>
                      </a:lnTo>
                      <a:lnTo>
                        <a:pt x="390327" y="645448"/>
                      </a:lnTo>
                      <a:lnTo>
                        <a:pt x="394402" y="643225"/>
                      </a:lnTo>
                      <a:lnTo>
                        <a:pt x="394506" y="643202"/>
                      </a:lnTo>
                      <a:lnTo>
                        <a:pt x="399750" y="642692"/>
                      </a:lnTo>
                      <a:lnTo>
                        <a:pt x="411303" y="634833"/>
                      </a:lnTo>
                      <a:lnTo>
                        <a:pt x="418167" y="625294"/>
                      </a:lnTo>
                      <a:lnTo>
                        <a:pt x="420586" y="618939"/>
                      </a:lnTo>
                      <a:lnTo>
                        <a:pt x="424325" y="616704"/>
                      </a:lnTo>
                      <a:lnTo>
                        <a:pt x="424684" y="616589"/>
                      </a:lnTo>
                      <a:lnTo>
                        <a:pt x="424742" y="616461"/>
                      </a:lnTo>
                      <a:lnTo>
                        <a:pt x="426073" y="615663"/>
                      </a:lnTo>
                      <a:lnTo>
                        <a:pt x="428250" y="610419"/>
                      </a:lnTo>
                      <a:lnTo>
                        <a:pt x="436538" y="600916"/>
                      </a:lnTo>
                      <a:lnTo>
                        <a:pt x="438703" y="595984"/>
                      </a:lnTo>
                      <a:lnTo>
                        <a:pt x="442361" y="588587"/>
                      </a:lnTo>
                      <a:lnTo>
                        <a:pt x="443020" y="586156"/>
                      </a:lnTo>
                      <a:lnTo>
                        <a:pt x="444143" y="583586"/>
                      </a:lnTo>
                      <a:lnTo>
                        <a:pt x="448044" y="570830"/>
                      </a:lnTo>
                      <a:lnTo>
                        <a:pt x="453751" y="560319"/>
                      </a:lnTo>
                      <a:lnTo>
                        <a:pt x="455858" y="556997"/>
                      </a:lnTo>
                      <a:lnTo>
                        <a:pt x="456009" y="553906"/>
                      </a:lnTo>
                      <a:lnTo>
                        <a:pt x="456066" y="553662"/>
                      </a:lnTo>
                      <a:lnTo>
                        <a:pt x="456020" y="553547"/>
                      </a:lnTo>
                      <a:lnTo>
                        <a:pt x="456055" y="552864"/>
                      </a:lnTo>
                      <a:lnTo>
                        <a:pt x="456587" y="553651"/>
                      </a:lnTo>
                      <a:lnTo>
                        <a:pt x="457155" y="556232"/>
                      </a:lnTo>
                      <a:lnTo>
                        <a:pt x="457212" y="556464"/>
                      </a:lnTo>
                      <a:lnTo>
                        <a:pt x="457178" y="556232"/>
                      </a:lnTo>
                      <a:lnTo>
                        <a:pt x="456784" y="553639"/>
                      </a:lnTo>
                      <a:lnTo>
                        <a:pt x="457270" y="549541"/>
                      </a:lnTo>
                      <a:lnTo>
                        <a:pt x="461519" y="551648"/>
                      </a:lnTo>
                      <a:lnTo>
                        <a:pt x="464123" y="554507"/>
                      </a:lnTo>
                      <a:lnTo>
                        <a:pt x="461704" y="551683"/>
                      </a:lnTo>
                      <a:lnTo>
                        <a:pt x="457212" y="549009"/>
                      </a:lnTo>
                      <a:lnTo>
                        <a:pt x="456124" y="551405"/>
                      </a:lnTo>
                      <a:lnTo>
                        <a:pt x="456194" y="549923"/>
                      </a:lnTo>
                      <a:lnTo>
                        <a:pt x="455708" y="549194"/>
                      </a:lnTo>
                      <a:lnTo>
                        <a:pt x="455557" y="547713"/>
                      </a:lnTo>
                      <a:lnTo>
                        <a:pt x="457236" y="546821"/>
                      </a:lnTo>
                      <a:lnTo>
                        <a:pt x="458000" y="545802"/>
                      </a:lnTo>
                      <a:lnTo>
                        <a:pt x="458926" y="539343"/>
                      </a:lnTo>
                      <a:lnTo>
                        <a:pt x="460280" y="537202"/>
                      </a:lnTo>
                      <a:lnTo>
                        <a:pt x="460037" y="535326"/>
                      </a:lnTo>
                      <a:lnTo>
                        <a:pt x="460407" y="529469"/>
                      </a:lnTo>
                      <a:lnTo>
                        <a:pt x="463116" y="521562"/>
                      </a:lnTo>
                      <a:lnTo>
                        <a:pt x="467064" y="512013"/>
                      </a:lnTo>
                      <a:lnTo>
                        <a:pt x="467411" y="511179"/>
                      </a:lnTo>
                      <a:lnTo>
                        <a:pt x="471057" y="508320"/>
                      </a:lnTo>
                      <a:lnTo>
                        <a:pt x="469842" y="479461"/>
                      </a:lnTo>
                      <a:lnTo>
                        <a:pt x="472053" y="477273"/>
                      </a:lnTo>
                      <a:lnTo>
                        <a:pt x="473789" y="481823"/>
                      </a:lnTo>
                      <a:lnTo>
                        <a:pt x="475549" y="482066"/>
                      </a:lnTo>
                      <a:lnTo>
                        <a:pt x="475792" y="496964"/>
                      </a:lnTo>
                      <a:lnTo>
                        <a:pt x="475954" y="483165"/>
                      </a:lnTo>
                      <a:lnTo>
                        <a:pt x="476602" y="483212"/>
                      </a:lnTo>
                      <a:lnTo>
                        <a:pt x="476382" y="481961"/>
                      </a:lnTo>
                      <a:lnTo>
                        <a:pt x="485272" y="482401"/>
                      </a:lnTo>
                      <a:lnTo>
                        <a:pt x="489961" y="478824"/>
                      </a:lnTo>
                      <a:lnTo>
                        <a:pt x="490887" y="479890"/>
                      </a:lnTo>
                      <a:lnTo>
                        <a:pt x="488514" y="480943"/>
                      </a:lnTo>
                      <a:lnTo>
                        <a:pt x="490493" y="480445"/>
                      </a:lnTo>
                      <a:lnTo>
                        <a:pt x="490632" y="480665"/>
                      </a:lnTo>
                      <a:lnTo>
                        <a:pt x="491246" y="479832"/>
                      </a:lnTo>
                      <a:lnTo>
                        <a:pt x="491604" y="477632"/>
                      </a:lnTo>
                      <a:lnTo>
                        <a:pt x="492611" y="478628"/>
                      </a:lnTo>
                      <a:lnTo>
                        <a:pt x="491987" y="477366"/>
                      </a:lnTo>
                      <a:lnTo>
                        <a:pt x="496003" y="476822"/>
                      </a:lnTo>
                      <a:lnTo>
                        <a:pt x="496362" y="476764"/>
                      </a:lnTo>
                      <a:lnTo>
                        <a:pt x="496559" y="476660"/>
                      </a:lnTo>
                      <a:lnTo>
                        <a:pt x="503076" y="472041"/>
                      </a:lnTo>
                      <a:lnTo>
                        <a:pt x="503134" y="469541"/>
                      </a:lnTo>
                      <a:lnTo>
                        <a:pt x="506491" y="466323"/>
                      </a:lnTo>
                      <a:lnTo>
                        <a:pt x="508019" y="465327"/>
                      </a:lnTo>
                      <a:lnTo>
                        <a:pt x="511735" y="464621"/>
                      </a:lnTo>
                      <a:lnTo>
                        <a:pt x="511816" y="464598"/>
                      </a:lnTo>
                      <a:lnTo>
                        <a:pt x="512001" y="464864"/>
                      </a:lnTo>
                      <a:lnTo>
                        <a:pt x="514062" y="467770"/>
                      </a:lnTo>
                      <a:lnTo>
                        <a:pt x="514895" y="467480"/>
                      </a:lnTo>
                      <a:lnTo>
                        <a:pt x="516921" y="466797"/>
                      </a:lnTo>
                      <a:lnTo>
                        <a:pt x="517465" y="463104"/>
                      </a:lnTo>
                      <a:lnTo>
                        <a:pt x="517326" y="461611"/>
                      </a:lnTo>
                      <a:lnTo>
                        <a:pt x="517106" y="461657"/>
                      </a:lnTo>
                      <a:lnTo>
                        <a:pt x="516805" y="461739"/>
                      </a:lnTo>
                      <a:lnTo>
                        <a:pt x="516550" y="465825"/>
                      </a:lnTo>
                      <a:lnTo>
                        <a:pt x="515520" y="467029"/>
                      </a:lnTo>
                      <a:lnTo>
                        <a:pt x="512534" y="463023"/>
                      </a:lnTo>
                      <a:lnTo>
                        <a:pt x="505183" y="462827"/>
                      </a:lnTo>
                      <a:lnTo>
                        <a:pt x="501236" y="465836"/>
                      </a:lnTo>
                      <a:lnTo>
                        <a:pt x="499407" y="466253"/>
                      </a:lnTo>
                      <a:lnTo>
                        <a:pt x="495320" y="467202"/>
                      </a:lnTo>
                      <a:lnTo>
                        <a:pt x="468985" y="473268"/>
                      </a:lnTo>
                      <a:lnTo>
                        <a:pt x="467064" y="472550"/>
                      </a:lnTo>
                      <a:lnTo>
                        <a:pt x="465536" y="471983"/>
                      </a:lnTo>
                      <a:lnTo>
                        <a:pt x="461773" y="462595"/>
                      </a:lnTo>
                      <a:lnTo>
                        <a:pt x="456298" y="450533"/>
                      </a:lnTo>
                      <a:lnTo>
                        <a:pt x="452061" y="441191"/>
                      </a:lnTo>
                      <a:lnTo>
                        <a:pt x="446447" y="433667"/>
                      </a:lnTo>
                      <a:lnTo>
                        <a:pt x="454515" y="438737"/>
                      </a:lnTo>
                      <a:lnTo>
                        <a:pt x="459180" y="438077"/>
                      </a:lnTo>
                      <a:lnTo>
                        <a:pt x="459146" y="436665"/>
                      </a:lnTo>
                      <a:lnTo>
                        <a:pt x="461252" y="437823"/>
                      </a:lnTo>
                      <a:lnTo>
                        <a:pt x="462479" y="437163"/>
                      </a:lnTo>
                      <a:lnTo>
                        <a:pt x="465408" y="437255"/>
                      </a:lnTo>
                      <a:lnTo>
                        <a:pt x="464968" y="433748"/>
                      </a:lnTo>
                      <a:lnTo>
                        <a:pt x="464563" y="436827"/>
                      </a:lnTo>
                      <a:lnTo>
                        <a:pt x="462792" y="436434"/>
                      </a:lnTo>
                      <a:lnTo>
                        <a:pt x="461090" y="437383"/>
                      </a:lnTo>
                      <a:lnTo>
                        <a:pt x="460419" y="436850"/>
                      </a:lnTo>
                      <a:lnTo>
                        <a:pt x="456749" y="433968"/>
                      </a:lnTo>
                      <a:lnTo>
                        <a:pt x="450035" y="435346"/>
                      </a:lnTo>
                      <a:lnTo>
                        <a:pt x="445857" y="431433"/>
                      </a:lnTo>
                      <a:lnTo>
                        <a:pt x="450406" y="414532"/>
                      </a:lnTo>
                      <a:lnTo>
                        <a:pt x="454654" y="405503"/>
                      </a:lnTo>
                      <a:lnTo>
                        <a:pt x="458845" y="398036"/>
                      </a:lnTo>
                      <a:lnTo>
                        <a:pt x="461114" y="396288"/>
                      </a:lnTo>
                      <a:lnTo>
                        <a:pt x="462954" y="395420"/>
                      </a:lnTo>
                      <a:lnTo>
                        <a:pt x="465894" y="392573"/>
                      </a:lnTo>
                      <a:lnTo>
                        <a:pt x="467064" y="391658"/>
                      </a:lnTo>
                      <a:lnTo>
                        <a:pt x="472562" y="387398"/>
                      </a:lnTo>
                      <a:lnTo>
                        <a:pt x="472446" y="375047"/>
                      </a:lnTo>
                      <a:lnTo>
                        <a:pt x="475757" y="370949"/>
                      </a:lnTo>
                      <a:lnTo>
                        <a:pt x="472852" y="376262"/>
                      </a:lnTo>
                      <a:lnTo>
                        <a:pt x="475005" y="377790"/>
                      </a:lnTo>
                      <a:lnTo>
                        <a:pt x="481950" y="375116"/>
                      </a:lnTo>
                      <a:lnTo>
                        <a:pt x="479947" y="371921"/>
                      </a:lnTo>
                      <a:lnTo>
                        <a:pt x="484728" y="371597"/>
                      </a:lnTo>
                      <a:lnTo>
                        <a:pt x="487796" y="368240"/>
                      </a:lnTo>
                      <a:lnTo>
                        <a:pt x="489393" y="372674"/>
                      </a:lnTo>
                      <a:lnTo>
                        <a:pt x="490389" y="368657"/>
                      </a:lnTo>
                      <a:lnTo>
                        <a:pt x="493769" y="366712"/>
                      </a:lnTo>
                      <a:lnTo>
                        <a:pt x="497578" y="359500"/>
                      </a:lnTo>
                      <a:lnTo>
                        <a:pt x="504315" y="357567"/>
                      </a:lnTo>
                      <a:lnTo>
                        <a:pt x="508621" y="353307"/>
                      </a:lnTo>
                      <a:lnTo>
                        <a:pt x="512105" y="351050"/>
                      </a:lnTo>
                      <a:lnTo>
                        <a:pt x="516215" y="353180"/>
                      </a:lnTo>
                      <a:lnTo>
                        <a:pt x="517199" y="352740"/>
                      </a:lnTo>
                      <a:lnTo>
                        <a:pt x="516967" y="352277"/>
                      </a:lnTo>
                      <a:lnTo>
                        <a:pt x="516574" y="352323"/>
                      </a:lnTo>
                      <a:lnTo>
                        <a:pt x="514351" y="349360"/>
                      </a:lnTo>
                      <a:lnTo>
                        <a:pt x="515729" y="351744"/>
                      </a:lnTo>
                      <a:lnTo>
                        <a:pt x="511920" y="349927"/>
                      </a:lnTo>
                      <a:lnTo>
                        <a:pt x="506051" y="351548"/>
                      </a:lnTo>
                      <a:lnTo>
                        <a:pt x="502289" y="355275"/>
                      </a:lnTo>
                      <a:lnTo>
                        <a:pt x="497612" y="356896"/>
                      </a:lnTo>
                      <a:lnTo>
                        <a:pt x="495529" y="357753"/>
                      </a:lnTo>
                      <a:lnTo>
                        <a:pt x="495181" y="356375"/>
                      </a:lnTo>
                      <a:lnTo>
                        <a:pt x="491755" y="359373"/>
                      </a:lnTo>
                      <a:lnTo>
                        <a:pt x="485573" y="359130"/>
                      </a:lnTo>
                      <a:lnTo>
                        <a:pt x="481093" y="367430"/>
                      </a:lnTo>
                      <a:lnTo>
                        <a:pt x="474194" y="368877"/>
                      </a:lnTo>
                      <a:lnTo>
                        <a:pt x="474854" y="370301"/>
                      </a:lnTo>
                      <a:lnTo>
                        <a:pt x="472493" y="369456"/>
                      </a:lnTo>
                      <a:lnTo>
                        <a:pt x="474009" y="368472"/>
                      </a:lnTo>
                      <a:lnTo>
                        <a:pt x="472099" y="367881"/>
                      </a:lnTo>
                      <a:lnTo>
                        <a:pt x="467064" y="356896"/>
                      </a:lnTo>
                      <a:lnTo>
                        <a:pt x="463741" y="349638"/>
                      </a:lnTo>
                      <a:lnTo>
                        <a:pt x="460488" y="344834"/>
                      </a:lnTo>
                      <a:lnTo>
                        <a:pt x="443507" y="319737"/>
                      </a:lnTo>
                      <a:lnTo>
                        <a:pt x="440833" y="312387"/>
                      </a:lnTo>
                      <a:lnTo>
                        <a:pt x="442801" y="309099"/>
                      </a:lnTo>
                      <a:lnTo>
                        <a:pt x="448681" y="304967"/>
                      </a:lnTo>
                      <a:lnTo>
                        <a:pt x="445440" y="309678"/>
                      </a:lnTo>
                      <a:lnTo>
                        <a:pt x="447767" y="309018"/>
                      </a:lnTo>
                      <a:lnTo>
                        <a:pt x="447778" y="307143"/>
                      </a:lnTo>
                      <a:lnTo>
                        <a:pt x="452652" y="305499"/>
                      </a:lnTo>
                      <a:lnTo>
                        <a:pt x="453115" y="302732"/>
                      </a:lnTo>
                      <a:lnTo>
                        <a:pt x="456911" y="305128"/>
                      </a:lnTo>
                      <a:lnTo>
                        <a:pt x="453832" y="301933"/>
                      </a:lnTo>
                      <a:lnTo>
                        <a:pt x="449433" y="304434"/>
                      </a:lnTo>
                      <a:lnTo>
                        <a:pt x="450626" y="300301"/>
                      </a:lnTo>
                      <a:lnTo>
                        <a:pt x="453277" y="292291"/>
                      </a:lnTo>
                      <a:lnTo>
                        <a:pt x="443611" y="269093"/>
                      </a:lnTo>
                      <a:lnTo>
                        <a:pt x="443877" y="263664"/>
                      </a:lnTo>
                      <a:lnTo>
                        <a:pt x="449190" y="261094"/>
                      </a:lnTo>
                      <a:lnTo>
                        <a:pt x="447975" y="263189"/>
                      </a:lnTo>
                      <a:lnTo>
                        <a:pt x="452779" y="264381"/>
                      </a:lnTo>
                      <a:lnTo>
                        <a:pt x="465593" y="260943"/>
                      </a:lnTo>
                      <a:lnTo>
                        <a:pt x="467006" y="263027"/>
                      </a:lnTo>
                      <a:lnTo>
                        <a:pt x="467064" y="262958"/>
                      </a:lnTo>
                      <a:lnTo>
                        <a:pt x="470386" y="258674"/>
                      </a:lnTo>
                      <a:lnTo>
                        <a:pt x="468059" y="261001"/>
                      </a:lnTo>
                      <a:lnTo>
                        <a:pt x="467064" y="260619"/>
                      </a:lnTo>
                      <a:lnTo>
                        <a:pt x="465779" y="260121"/>
                      </a:lnTo>
                      <a:lnTo>
                        <a:pt x="467064" y="258767"/>
                      </a:lnTo>
                      <a:lnTo>
                        <a:pt x="470120" y="255537"/>
                      </a:lnTo>
                      <a:lnTo>
                        <a:pt x="469506" y="254252"/>
                      </a:lnTo>
                      <a:lnTo>
                        <a:pt x="471705" y="252956"/>
                      </a:lnTo>
                      <a:lnTo>
                        <a:pt x="472354" y="254090"/>
                      </a:lnTo>
                      <a:lnTo>
                        <a:pt x="477088" y="248638"/>
                      </a:lnTo>
                      <a:lnTo>
                        <a:pt x="481244" y="246867"/>
                      </a:lnTo>
                      <a:lnTo>
                        <a:pt x="483930" y="240570"/>
                      </a:lnTo>
                      <a:lnTo>
                        <a:pt x="480769" y="245872"/>
                      </a:lnTo>
                      <a:lnTo>
                        <a:pt x="478003" y="246300"/>
                      </a:lnTo>
                      <a:lnTo>
                        <a:pt x="475329" y="249460"/>
                      </a:lnTo>
                      <a:lnTo>
                        <a:pt x="470941" y="248823"/>
                      </a:lnTo>
                      <a:lnTo>
                        <a:pt x="471983" y="248071"/>
                      </a:lnTo>
                      <a:lnTo>
                        <a:pt x="467098" y="250259"/>
                      </a:lnTo>
                      <a:lnTo>
                        <a:pt x="467064" y="250293"/>
                      </a:lnTo>
                      <a:lnTo>
                        <a:pt x="460095" y="256625"/>
                      </a:lnTo>
                      <a:lnTo>
                        <a:pt x="456819" y="254646"/>
                      </a:lnTo>
                      <a:lnTo>
                        <a:pt x="458069" y="250641"/>
                      </a:lnTo>
                      <a:lnTo>
                        <a:pt x="453994" y="248441"/>
                      </a:lnTo>
                      <a:lnTo>
                        <a:pt x="451181" y="248823"/>
                      </a:lnTo>
                      <a:lnTo>
                        <a:pt x="451714" y="247168"/>
                      </a:lnTo>
                      <a:lnTo>
                        <a:pt x="452351" y="244679"/>
                      </a:lnTo>
                      <a:lnTo>
                        <a:pt x="451552" y="247087"/>
                      </a:lnTo>
                      <a:lnTo>
                        <a:pt x="448808" y="253384"/>
                      </a:lnTo>
                      <a:lnTo>
                        <a:pt x="442963" y="255549"/>
                      </a:lnTo>
                      <a:lnTo>
                        <a:pt x="442639" y="257656"/>
                      </a:lnTo>
                      <a:lnTo>
                        <a:pt x="436272" y="257783"/>
                      </a:lnTo>
                      <a:lnTo>
                        <a:pt x="427416" y="252389"/>
                      </a:lnTo>
                      <a:lnTo>
                        <a:pt x="425518" y="252805"/>
                      </a:lnTo>
                      <a:lnTo>
                        <a:pt x="417357" y="249275"/>
                      </a:lnTo>
                      <a:lnTo>
                        <a:pt x="415250" y="249448"/>
                      </a:lnTo>
                      <a:lnTo>
                        <a:pt x="414208" y="251740"/>
                      </a:lnTo>
                      <a:lnTo>
                        <a:pt x="406232" y="252817"/>
                      </a:lnTo>
                      <a:lnTo>
                        <a:pt x="405642" y="253442"/>
                      </a:lnTo>
                      <a:lnTo>
                        <a:pt x="403801" y="253813"/>
                      </a:lnTo>
                      <a:lnTo>
                        <a:pt x="400085" y="252852"/>
                      </a:lnTo>
                      <a:lnTo>
                        <a:pt x="395420" y="250641"/>
                      </a:lnTo>
                      <a:lnTo>
                        <a:pt x="400074" y="253292"/>
                      </a:lnTo>
                      <a:lnTo>
                        <a:pt x="403014" y="253789"/>
                      </a:lnTo>
                      <a:lnTo>
                        <a:pt x="400074" y="253928"/>
                      </a:lnTo>
                      <a:lnTo>
                        <a:pt x="397886" y="254021"/>
                      </a:lnTo>
                      <a:lnTo>
                        <a:pt x="397701" y="253975"/>
                      </a:lnTo>
                      <a:lnTo>
                        <a:pt x="395895" y="254102"/>
                      </a:lnTo>
                      <a:lnTo>
                        <a:pt x="384146" y="254576"/>
                      </a:lnTo>
                      <a:lnTo>
                        <a:pt x="381055" y="256753"/>
                      </a:lnTo>
                      <a:lnTo>
                        <a:pt x="380221" y="264115"/>
                      </a:lnTo>
                      <a:lnTo>
                        <a:pt x="378936" y="263965"/>
                      </a:lnTo>
                      <a:lnTo>
                        <a:pt x="363101" y="261024"/>
                      </a:lnTo>
                      <a:lnTo>
                        <a:pt x="361364" y="261395"/>
                      </a:lnTo>
                      <a:lnTo>
                        <a:pt x="359767" y="261730"/>
                      </a:lnTo>
                      <a:lnTo>
                        <a:pt x="358574" y="261592"/>
                      </a:lnTo>
                      <a:lnTo>
                        <a:pt x="357324" y="262263"/>
                      </a:lnTo>
                      <a:lnTo>
                        <a:pt x="354951" y="262772"/>
                      </a:lnTo>
                      <a:lnTo>
                        <a:pt x="353030" y="265724"/>
                      </a:lnTo>
                      <a:lnTo>
                        <a:pt x="353875" y="267727"/>
                      </a:lnTo>
                      <a:lnTo>
                        <a:pt x="352092" y="267380"/>
                      </a:lnTo>
                      <a:lnTo>
                        <a:pt x="351687" y="263340"/>
                      </a:lnTo>
                      <a:lnTo>
                        <a:pt x="348087" y="265840"/>
                      </a:lnTo>
                      <a:lnTo>
                        <a:pt x="348654" y="267125"/>
                      </a:lnTo>
                      <a:lnTo>
                        <a:pt x="350842" y="266025"/>
                      </a:lnTo>
                      <a:lnTo>
                        <a:pt x="349649" y="268039"/>
                      </a:lnTo>
                      <a:lnTo>
                        <a:pt x="353990" y="268653"/>
                      </a:lnTo>
                      <a:lnTo>
                        <a:pt x="354882" y="267634"/>
                      </a:lnTo>
                      <a:lnTo>
                        <a:pt x="354847" y="269070"/>
                      </a:lnTo>
                      <a:lnTo>
                        <a:pt x="344000" y="270679"/>
                      </a:lnTo>
                      <a:lnTo>
                        <a:pt x="335238" y="274233"/>
                      </a:lnTo>
                      <a:lnTo>
                        <a:pt x="333466" y="274892"/>
                      </a:lnTo>
                      <a:lnTo>
                        <a:pt x="332911" y="275529"/>
                      </a:lnTo>
                      <a:lnTo>
                        <a:pt x="332424" y="275726"/>
                      </a:lnTo>
                      <a:lnTo>
                        <a:pt x="331244" y="277451"/>
                      </a:lnTo>
                      <a:lnTo>
                        <a:pt x="325421" y="284188"/>
                      </a:lnTo>
                      <a:lnTo>
                        <a:pt x="328257" y="288459"/>
                      </a:lnTo>
                      <a:lnTo>
                        <a:pt x="324055" y="290427"/>
                      </a:lnTo>
                      <a:lnTo>
                        <a:pt x="319286" y="293842"/>
                      </a:lnTo>
                      <a:lnTo>
                        <a:pt x="315338" y="300232"/>
                      </a:lnTo>
                      <a:lnTo>
                        <a:pt x="315292" y="301667"/>
                      </a:lnTo>
                      <a:lnTo>
                        <a:pt x="317920" y="301216"/>
                      </a:lnTo>
                      <a:lnTo>
                        <a:pt x="317179" y="305210"/>
                      </a:lnTo>
                      <a:lnTo>
                        <a:pt x="317492" y="305661"/>
                      </a:lnTo>
                      <a:lnTo>
                        <a:pt x="316994" y="308810"/>
                      </a:lnTo>
                      <a:lnTo>
                        <a:pt x="319436" y="310731"/>
                      </a:lnTo>
                      <a:lnTo>
                        <a:pt x="320559" y="310071"/>
                      </a:lnTo>
                      <a:lnTo>
                        <a:pt x="322076" y="312259"/>
                      </a:lnTo>
                      <a:lnTo>
                        <a:pt x="321439" y="319401"/>
                      </a:lnTo>
                      <a:lnTo>
                        <a:pt x="319541" y="321624"/>
                      </a:lnTo>
                      <a:lnTo>
                        <a:pt x="317573" y="319158"/>
                      </a:lnTo>
                      <a:lnTo>
                        <a:pt x="311322" y="320119"/>
                      </a:lnTo>
                      <a:lnTo>
                        <a:pt x="311183" y="320663"/>
                      </a:lnTo>
                      <a:lnTo>
                        <a:pt x="311090" y="320687"/>
                      </a:lnTo>
                      <a:lnTo>
                        <a:pt x="309632" y="326660"/>
                      </a:lnTo>
                      <a:lnTo>
                        <a:pt x="305985" y="328523"/>
                      </a:lnTo>
                      <a:lnTo>
                        <a:pt x="301285" y="323569"/>
                      </a:lnTo>
                      <a:lnTo>
                        <a:pt x="303844" y="315570"/>
                      </a:lnTo>
                      <a:lnTo>
                        <a:pt x="291515" y="304816"/>
                      </a:lnTo>
                      <a:lnTo>
                        <a:pt x="283829" y="300880"/>
                      </a:lnTo>
                      <a:lnTo>
                        <a:pt x="277613" y="300382"/>
                      </a:lnTo>
                      <a:lnTo>
                        <a:pt x="272566" y="308972"/>
                      </a:lnTo>
                      <a:lnTo>
                        <a:pt x="265308" y="314470"/>
                      </a:lnTo>
                      <a:lnTo>
                        <a:pt x="263432" y="314748"/>
                      </a:lnTo>
                      <a:lnTo>
                        <a:pt x="262877" y="311704"/>
                      </a:lnTo>
                      <a:lnTo>
                        <a:pt x="259462" y="310476"/>
                      </a:lnTo>
                      <a:lnTo>
                        <a:pt x="258200" y="311044"/>
                      </a:lnTo>
                      <a:lnTo>
                        <a:pt x="257934" y="310986"/>
                      </a:lnTo>
                      <a:lnTo>
                        <a:pt x="257424" y="311391"/>
                      </a:lnTo>
                      <a:lnTo>
                        <a:pt x="255653" y="312190"/>
                      </a:lnTo>
                      <a:lnTo>
                        <a:pt x="252956" y="313405"/>
                      </a:lnTo>
                      <a:lnTo>
                        <a:pt x="249576" y="317573"/>
                      </a:lnTo>
                      <a:lnTo>
                        <a:pt x="248152" y="313880"/>
                      </a:lnTo>
                      <a:lnTo>
                        <a:pt x="246057" y="313405"/>
                      </a:lnTo>
                      <a:lnTo>
                        <a:pt x="245814" y="313127"/>
                      </a:lnTo>
                      <a:lnTo>
                        <a:pt x="243545" y="312838"/>
                      </a:lnTo>
                      <a:lnTo>
                        <a:pt x="238174" y="311622"/>
                      </a:lnTo>
                      <a:lnTo>
                        <a:pt x="234990" y="320096"/>
                      </a:lnTo>
                      <a:lnTo>
                        <a:pt x="233578" y="323742"/>
                      </a:lnTo>
                      <a:lnTo>
                        <a:pt x="231483" y="321624"/>
                      </a:lnTo>
                      <a:lnTo>
                        <a:pt x="229295" y="322689"/>
                      </a:lnTo>
                      <a:lnTo>
                        <a:pt x="226100" y="318498"/>
                      </a:lnTo>
                      <a:lnTo>
                        <a:pt x="225996" y="318603"/>
                      </a:lnTo>
                      <a:lnTo>
                        <a:pt x="225973" y="318568"/>
                      </a:lnTo>
                      <a:lnTo>
                        <a:pt x="224780" y="319749"/>
                      </a:lnTo>
                      <a:lnTo>
                        <a:pt x="221284" y="314192"/>
                      </a:lnTo>
                      <a:lnTo>
                        <a:pt x="227177" y="309898"/>
                      </a:lnTo>
                      <a:lnTo>
                        <a:pt x="227315" y="306934"/>
                      </a:lnTo>
                      <a:lnTo>
                        <a:pt x="227466" y="303658"/>
                      </a:lnTo>
                      <a:lnTo>
                        <a:pt x="231552" y="300672"/>
                      </a:lnTo>
                      <a:lnTo>
                        <a:pt x="233138" y="295104"/>
                      </a:lnTo>
                      <a:lnTo>
                        <a:pt x="238324" y="291874"/>
                      </a:lnTo>
                      <a:lnTo>
                        <a:pt x="237340" y="281791"/>
                      </a:lnTo>
                      <a:lnTo>
                        <a:pt x="239887" y="280935"/>
                      </a:lnTo>
                      <a:lnTo>
                        <a:pt x="240906" y="281687"/>
                      </a:lnTo>
                      <a:lnTo>
                        <a:pt x="245420" y="279060"/>
                      </a:lnTo>
                      <a:lnTo>
                        <a:pt x="248719" y="277937"/>
                      </a:lnTo>
                      <a:lnTo>
                        <a:pt x="248766" y="277751"/>
                      </a:lnTo>
                      <a:lnTo>
                        <a:pt x="249020" y="277659"/>
                      </a:lnTo>
                      <a:lnTo>
                        <a:pt x="251602" y="269614"/>
                      </a:lnTo>
                      <a:lnTo>
                        <a:pt x="252493" y="269278"/>
                      </a:lnTo>
                      <a:lnTo>
                        <a:pt x="254542" y="269926"/>
                      </a:lnTo>
                      <a:lnTo>
                        <a:pt x="255653" y="269266"/>
                      </a:lnTo>
                      <a:lnTo>
                        <a:pt x="258547" y="267542"/>
                      </a:lnTo>
                      <a:lnTo>
                        <a:pt x="258767" y="265712"/>
                      </a:lnTo>
                      <a:lnTo>
                        <a:pt x="259612" y="263629"/>
                      </a:lnTo>
                      <a:lnTo>
                        <a:pt x="259091" y="263050"/>
                      </a:lnTo>
                      <a:lnTo>
                        <a:pt x="259276" y="261557"/>
                      </a:lnTo>
                      <a:lnTo>
                        <a:pt x="264358" y="255908"/>
                      </a:lnTo>
                      <a:lnTo>
                        <a:pt x="264555" y="255260"/>
                      </a:lnTo>
                      <a:lnTo>
                        <a:pt x="265145" y="254576"/>
                      </a:lnTo>
                      <a:lnTo>
                        <a:pt x="265852" y="251960"/>
                      </a:lnTo>
                      <a:lnTo>
                        <a:pt x="267368" y="252030"/>
                      </a:lnTo>
                      <a:lnTo>
                        <a:pt x="269510" y="252829"/>
                      </a:lnTo>
                      <a:lnTo>
                        <a:pt x="270864" y="252215"/>
                      </a:lnTo>
                      <a:lnTo>
                        <a:pt x="271848" y="252273"/>
                      </a:lnTo>
                      <a:lnTo>
                        <a:pt x="275506" y="245999"/>
                      </a:lnTo>
                      <a:lnTo>
                        <a:pt x="277566" y="242827"/>
                      </a:lnTo>
                      <a:lnTo>
                        <a:pt x="279754" y="242156"/>
                      </a:lnTo>
                      <a:lnTo>
                        <a:pt x="285890" y="240431"/>
                      </a:lnTo>
                      <a:lnTo>
                        <a:pt x="287591" y="239123"/>
                      </a:lnTo>
                      <a:lnTo>
                        <a:pt x="290682" y="236761"/>
                      </a:lnTo>
                      <a:lnTo>
                        <a:pt x="291214" y="234157"/>
                      </a:lnTo>
                      <a:lnTo>
                        <a:pt x="294537" y="233647"/>
                      </a:lnTo>
                      <a:lnTo>
                        <a:pt x="295775" y="228241"/>
                      </a:lnTo>
                      <a:lnTo>
                        <a:pt x="295845" y="227998"/>
                      </a:lnTo>
                      <a:lnTo>
                        <a:pt x="297060" y="229688"/>
                      </a:lnTo>
                      <a:lnTo>
                        <a:pt x="295810" y="232606"/>
                      </a:lnTo>
                      <a:lnTo>
                        <a:pt x="297396" y="234180"/>
                      </a:lnTo>
                      <a:lnTo>
                        <a:pt x="303554" y="234597"/>
                      </a:lnTo>
                      <a:lnTo>
                        <a:pt x="306645" y="232629"/>
                      </a:lnTo>
                      <a:lnTo>
                        <a:pt x="306900" y="234666"/>
                      </a:lnTo>
                      <a:lnTo>
                        <a:pt x="309296" y="235036"/>
                      </a:lnTo>
                      <a:lnTo>
                        <a:pt x="313093" y="232582"/>
                      </a:lnTo>
                      <a:lnTo>
                        <a:pt x="313440" y="232443"/>
                      </a:lnTo>
                      <a:lnTo>
                        <a:pt x="314019" y="231980"/>
                      </a:lnTo>
                      <a:lnTo>
                        <a:pt x="315767" y="230858"/>
                      </a:lnTo>
                      <a:lnTo>
                        <a:pt x="319112" y="227952"/>
                      </a:lnTo>
                      <a:lnTo>
                        <a:pt x="320883" y="226551"/>
                      </a:lnTo>
                      <a:lnTo>
                        <a:pt x="321138" y="226192"/>
                      </a:lnTo>
                      <a:lnTo>
                        <a:pt x="323048" y="224537"/>
                      </a:lnTo>
                      <a:lnTo>
                        <a:pt x="326521" y="218761"/>
                      </a:lnTo>
                      <a:lnTo>
                        <a:pt x="330156" y="218564"/>
                      </a:lnTo>
                      <a:lnTo>
                        <a:pt x="334161" y="209836"/>
                      </a:lnTo>
                      <a:lnTo>
                        <a:pt x="340655" y="205020"/>
                      </a:lnTo>
                      <a:lnTo>
                        <a:pt x="343086" y="200239"/>
                      </a:lnTo>
                      <a:lnTo>
                        <a:pt x="343943" y="199996"/>
                      </a:lnTo>
                      <a:lnTo>
                        <a:pt x="347508" y="199487"/>
                      </a:lnTo>
                      <a:lnTo>
                        <a:pt x="349140" y="199823"/>
                      </a:lnTo>
                      <a:lnTo>
                        <a:pt x="351536" y="201339"/>
                      </a:lnTo>
                      <a:lnTo>
                        <a:pt x="355646" y="197126"/>
                      </a:lnTo>
                      <a:lnTo>
                        <a:pt x="361364" y="191835"/>
                      </a:lnTo>
                      <a:lnTo>
                        <a:pt x="373426" y="180688"/>
                      </a:lnTo>
                      <a:lnTo>
                        <a:pt x="375105" y="174159"/>
                      </a:lnTo>
                      <a:lnTo>
                        <a:pt x="377559" y="172978"/>
                      </a:lnTo>
                      <a:lnTo>
                        <a:pt x="378983" y="168880"/>
                      </a:lnTo>
                      <a:lnTo>
                        <a:pt x="379608" y="161113"/>
                      </a:lnTo>
                      <a:lnTo>
                        <a:pt x="380430" y="151053"/>
                      </a:lnTo>
                      <a:lnTo>
                        <a:pt x="377258" y="138991"/>
                      </a:lnTo>
                      <a:lnTo>
                        <a:pt x="377431" y="133424"/>
                      </a:lnTo>
                      <a:lnTo>
                        <a:pt x="377443" y="133250"/>
                      </a:lnTo>
                      <a:lnTo>
                        <a:pt x="381043" y="128562"/>
                      </a:lnTo>
                      <a:lnTo>
                        <a:pt x="381460" y="128284"/>
                      </a:lnTo>
                      <a:lnTo>
                        <a:pt x="382490" y="128191"/>
                      </a:lnTo>
                      <a:lnTo>
                        <a:pt x="383833" y="128642"/>
                      </a:lnTo>
                      <a:lnTo>
                        <a:pt x="383914" y="129893"/>
                      </a:lnTo>
                      <a:lnTo>
                        <a:pt x="387121" y="129349"/>
                      </a:lnTo>
                      <a:lnTo>
                        <a:pt x="382166" y="133424"/>
                      </a:lnTo>
                      <a:lnTo>
                        <a:pt x="381958" y="133597"/>
                      </a:lnTo>
                      <a:lnTo>
                        <a:pt x="384979" y="137464"/>
                      </a:lnTo>
                      <a:lnTo>
                        <a:pt x="386657" y="146238"/>
                      </a:lnTo>
                      <a:lnTo>
                        <a:pt x="386507" y="143089"/>
                      </a:lnTo>
                      <a:lnTo>
                        <a:pt x="391739" y="137452"/>
                      </a:lnTo>
                      <a:lnTo>
                        <a:pt x="388903" y="138204"/>
                      </a:lnTo>
                      <a:lnTo>
                        <a:pt x="388961" y="133424"/>
                      </a:lnTo>
                      <a:lnTo>
                        <a:pt x="389031" y="128122"/>
                      </a:lnTo>
                      <a:lnTo>
                        <a:pt x="394263" y="123179"/>
                      </a:lnTo>
                      <a:lnTo>
                        <a:pt x="398430" y="120331"/>
                      </a:lnTo>
                      <a:lnTo>
                        <a:pt x="401382" y="119289"/>
                      </a:lnTo>
                      <a:lnTo>
                        <a:pt x="403929" y="121211"/>
                      </a:lnTo>
                      <a:lnTo>
                        <a:pt x="403558" y="123260"/>
                      </a:lnTo>
                      <a:lnTo>
                        <a:pt x="404600" y="121199"/>
                      </a:lnTo>
                      <a:lnTo>
                        <a:pt x="402053" y="118514"/>
                      </a:lnTo>
                      <a:lnTo>
                        <a:pt x="407158" y="110989"/>
                      </a:lnTo>
                      <a:lnTo>
                        <a:pt x="410180" y="106926"/>
                      </a:lnTo>
                      <a:lnTo>
                        <a:pt x="414868" y="101439"/>
                      </a:lnTo>
                      <a:lnTo>
                        <a:pt x="418966" y="98997"/>
                      </a:lnTo>
                      <a:lnTo>
                        <a:pt x="422913" y="97063"/>
                      </a:lnTo>
                      <a:lnTo>
                        <a:pt x="423990" y="96010"/>
                      </a:lnTo>
                      <a:lnTo>
                        <a:pt x="425518" y="95096"/>
                      </a:lnTo>
                      <a:lnTo>
                        <a:pt x="425888" y="94135"/>
                      </a:lnTo>
                      <a:lnTo>
                        <a:pt x="426930" y="93116"/>
                      </a:lnTo>
                      <a:lnTo>
                        <a:pt x="427046" y="91171"/>
                      </a:lnTo>
                      <a:lnTo>
                        <a:pt x="427208" y="90743"/>
                      </a:lnTo>
                      <a:lnTo>
                        <a:pt x="427509" y="83439"/>
                      </a:lnTo>
                      <a:lnTo>
                        <a:pt x="431213" y="78681"/>
                      </a:lnTo>
                      <a:lnTo>
                        <a:pt x="436005" y="76053"/>
                      </a:lnTo>
                      <a:lnTo>
                        <a:pt x="443171" y="73877"/>
                      </a:lnTo>
                      <a:lnTo>
                        <a:pt x="444201" y="73854"/>
                      </a:lnTo>
                      <a:lnTo>
                        <a:pt x="444687" y="73414"/>
                      </a:lnTo>
                      <a:lnTo>
                        <a:pt x="444757" y="73391"/>
                      </a:lnTo>
                      <a:lnTo>
                        <a:pt x="445232" y="72940"/>
                      </a:lnTo>
                      <a:lnTo>
                        <a:pt x="446679" y="71678"/>
                      </a:lnTo>
                      <a:lnTo>
                        <a:pt x="454596" y="66353"/>
                      </a:lnTo>
                      <a:lnTo>
                        <a:pt x="458822" y="63494"/>
                      </a:lnTo>
                      <a:lnTo>
                        <a:pt x="459991" y="65334"/>
                      </a:lnTo>
                      <a:lnTo>
                        <a:pt x="462804" y="66955"/>
                      </a:lnTo>
                      <a:lnTo>
                        <a:pt x="462109" y="63737"/>
                      </a:lnTo>
                      <a:lnTo>
                        <a:pt x="464424" y="66515"/>
                      </a:lnTo>
                      <a:lnTo>
                        <a:pt x="467064" y="65369"/>
                      </a:lnTo>
                      <a:lnTo>
                        <a:pt x="469911" y="64130"/>
                      </a:lnTo>
                      <a:lnTo>
                        <a:pt x="472655" y="69015"/>
                      </a:lnTo>
                      <a:lnTo>
                        <a:pt x="471659" y="70659"/>
                      </a:lnTo>
                      <a:lnTo>
                        <a:pt x="478744" y="66133"/>
                      </a:lnTo>
                      <a:lnTo>
                        <a:pt x="491095" y="64304"/>
                      </a:lnTo>
                      <a:lnTo>
                        <a:pt x="492727" y="61329"/>
                      </a:lnTo>
                      <a:lnTo>
                        <a:pt x="499615" y="58990"/>
                      </a:lnTo>
                      <a:lnTo>
                        <a:pt x="502312" y="57729"/>
                      </a:lnTo>
                      <a:lnTo>
                        <a:pt x="502057" y="56999"/>
                      </a:lnTo>
                      <a:lnTo>
                        <a:pt x="501652" y="57335"/>
                      </a:lnTo>
                      <a:lnTo>
                        <a:pt x="501733" y="55552"/>
                      </a:lnTo>
                      <a:lnTo>
                        <a:pt x="516817" y="48653"/>
                      </a:lnTo>
                      <a:lnTo>
                        <a:pt x="526332" y="46708"/>
                      </a:lnTo>
                      <a:lnTo>
                        <a:pt x="533856" y="42808"/>
                      </a:lnTo>
                      <a:lnTo>
                        <a:pt x="545768" y="35422"/>
                      </a:lnTo>
                      <a:lnTo>
                        <a:pt x="550676" y="36186"/>
                      </a:lnTo>
                      <a:lnTo>
                        <a:pt x="555480" y="31521"/>
                      </a:lnTo>
                      <a:lnTo>
                        <a:pt x="557610" y="31347"/>
                      </a:lnTo>
                      <a:lnTo>
                        <a:pt x="560250" y="34056"/>
                      </a:lnTo>
                      <a:lnTo>
                        <a:pt x="558502" y="34091"/>
                      </a:lnTo>
                      <a:lnTo>
                        <a:pt x="560863" y="35144"/>
                      </a:lnTo>
                      <a:lnTo>
                        <a:pt x="559821" y="36730"/>
                      </a:lnTo>
                      <a:lnTo>
                        <a:pt x="562159" y="37181"/>
                      </a:lnTo>
                      <a:lnTo>
                        <a:pt x="564011" y="40353"/>
                      </a:lnTo>
                      <a:lnTo>
                        <a:pt x="563942" y="39751"/>
                      </a:lnTo>
                      <a:lnTo>
                        <a:pt x="564521" y="40828"/>
                      </a:lnTo>
                      <a:lnTo>
                        <a:pt x="562981" y="41905"/>
                      </a:lnTo>
                      <a:lnTo>
                        <a:pt x="566940" y="42958"/>
                      </a:lnTo>
                      <a:lnTo>
                        <a:pt x="569580" y="49441"/>
                      </a:lnTo>
                      <a:lnTo>
                        <a:pt x="564868" y="52809"/>
                      </a:lnTo>
                      <a:lnTo>
                        <a:pt x="562970" y="58087"/>
                      </a:lnTo>
                      <a:lnTo>
                        <a:pt x="569128" y="63621"/>
                      </a:lnTo>
                      <a:lnTo>
                        <a:pt x="569753" y="67198"/>
                      </a:lnTo>
                      <a:lnTo>
                        <a:pt x="565181" y="70891"/>
                      </a:lnTo>
                      <a:lnTo>
                        <a:pt x="565771" y="71493"/>
                      </a:lnTo>
                      <a:lnTo>
                        <a:pt x="569811" y="69073"/>
                      </a:lnTo>
                      <a:lnTo>
                        <a:pt x="570459" y="64443"/>
                      </a:lnTo>
                      <a:lnTo>
                        <a:pt x="565273" y="58018"/>
                      </a:lnTo>
                      <a:lnTo>
                        <a:pt x="566720" y="54731"/>
                      </a:lnTo>
                      <a:lnTo>
                        <a:pt x="572763" y="49927"/>
                      </a:lnTo>
                      <a:lnTo>
                        <a:pt x="573573" y="49290"/>
                      </a:lnTo>
                      <a:lnTo>
                        <a:pt x="573979" y="45389"/>
                      </a:lnTo>
                      <a:lnTo>
                        <a:pt x="572763" y="45261"/>
                      </a:lnTo>
                      <a:lnTo>
                        <a:pt x="572103" y="45180"/>
                      </a:lnTo>
                      <a:lnTo>
                        <a:pt x="570865" y="42680"/>
                      </a:lnTo>
                      <a:lnTo>
                        <a:pt x="568075" y="41141"/>
                      </a:lnTo>
                      <a:lnTo>
                        <a:pt x="567137" y="40018"/>
                      </a:lnTo>
                      <a:lnTo>
                        <a:pt x="568538" y="40689"/>
                      </a:lnTo>
                      <a:lnTo>
                        <a:pt x="568619" y="40608"/>
                      </a:lnTo>
                      <a:lnTo>
                        <a:pt x="567079" y="39914"/>
                      </a:lnTo>
                      <a:lnTo>
                        <a:pt x="565077" y="40863"/>
                      </a:lnTo>
                      <a:lnTo>
                        <a:pt x="566963" y="39370"/>
                      </a:lnTo>
                      <a:lnTo>
                        <a:pt x="565354" y="35665"/>
                      </a:lnTo>
                      <a:lnTo>
                        <a:pt x="561697" y="33072"/>
                      </a:lnTo>
                      <a:lnTo>
                        <a:pt x="559891" y="30826"/>
                      </a:lnTo>
                      <a:lnTo>
                        <a:pt x="559578" y="27724"/>
                      </a:lnTo>
                      <a:lnTo>
                        <a:pt x="559509" y="26983"/>
                      </a:lnTo>
                      <a:lnTo>
                        <a:pt x="558675" y="24610"/>
                      </a:lnTo>
                      <a:lnTo>
                        <a:pt x="557402" y="24853"/>
                      </a:lnTo>
                      <a:lnTo>
                        <a:pt x="557980" y="18556"/>
                      </a:lnTo>
                      <a:lnTo>
                        <a:pt x="546798" y="9735"/>
                      </a:lnTo>
                      <a:lnTo>
                        <a:pt x="546544" y="5823"/>
                      </a:lnTo>
                      <a:lnTo>
                        <a:pt x="547609" y="5163"/>
                      </a:lnTo>
                      <a:lnTo>
                        <a:pt x="550005" y="3936"/>
                      </a:lnTo>
                      <a:lnTo>
                        <a:pt x="559717" y="7582"/>
                      </a:lnTo>
                      <a:lnTo>
                        <a:pt x="562368" y="7061"/>
                      </a:lnTo>
                      <a:lnTo>
                        <a:pt x="562460" y="7084"/>
                      </a:lnTo>
                      <a:lnTo>
                        <a:pt x="563884" y="14516"/>
                      </a:lnTo>
                      <a:lnTo>
                        <a:pt x="565655" y="15535"/>
                      </a:lnTo>
                      <a:lnTo>
                        <a:pt x="569070" y="16299"/>
                      </a:lnTo>
                      <a:lnTo>
                        <a:pt x="572763" y="15326"/>
                      </a:lnTo>
                      <a:lnTo>
                        <a:pt x="574523" y="14875"/>
                      </a:lnTo>
                      <a:lnTo>
                        <a:pt x="578481" y="14551"/>
                      </a:lnTo>
                      <a:lnTo>
                        <a:pt x="580461" y="13347"/>
                      </a:lnTo>
                      <a:lnTo>
                        <a:pt x="582151" y="13289"/>
                      </a:lnTo>
                      <a:lnTo>
                        <a:pt x="583366" y="14458"/>
                      </a:lnTo>
                      <a:lnTo>
                        <a:pt x="585728" y="18567"/>
                      </a:lnTo>
                      <a:lnTo>
                        <a:pt x="589062" y="20107"/>
                      </a:lnTo>
                      <a:lnTo>
                        <a:pt x="595151" y="21890"/>
                      </a:lnTo>
                      <a:lnTo>
                        <a:pt x="595579" y="27724"/>
                      </a:lnTo>
                      <a:lnTo>
                        <a:pt x="595602" y="27967"/>
                      </a:lnTo>
                      <a:lnTo>
                        <a:pt x="599387" y="31729"/>
                      </a:lnTo>
                      <a:lnTo>
                        <a:pt x="600973" y="31208"/>
                      </a:lnTo>
                      <a:lnTo>
                        <a:pt x="600487" y="32285"/>
                      </a:lnTo>
                      <a:lnTo>
                        <a:pt x="605974" y="34114"/>
                      </a:lnTo>
                      <a:lnTo>
                        <a:pt x="609806" y="34531"/>
                      </a:lnTo>
                      <a:lnTo>
                        <a:pt x="618545" y="34971"/>
                      </a:lnTo>
                      <a:lnTo>
                        <a:pt x="624623" y="35538"/>
                      </a:lnTo>
                      <a:lnTo>
                        <a:pt x="631754" y="34299"/>
                      </a:lnTo>
                      <a:lnTo>
                        <a:pt x="636060" y="36753"/>
                      </a:lnTo>
                      <a:lnTo>
                        <a:pt x="640447" y="36904"/>
                      </a:lnTo>
                      <a:lnTo>
                        <a:pt x="647613" y="34809"/>
                      </a:lnTo>
                      <a:lnTo>
                        <a:pt x="656618" y="31486"/>
                      </a:lnTo>
                      <a:lnTo>
                        <a:pt x="660288" y="29576"/>
                      </a:lnTo>
                      <a:lnTo>
                        <a:pt x="664328" y="27724"/>
                      </a:lnTo>
                      <a:lnTo>
                        <a:pt x="676379" y="22179"/>
                      </a:lnTo>
                      <a:lnTo>
                        <a:pt x="675406" y="24517"/>
                      </a:lnTo>
                      <a:lnTo>
                        <a:pt x="677455" y="27724"/>
                      </a:lnTo>
                      <a:lnTo>
                        <a:pt x="678474" y="29298"/>
                      </a:lnTo>
                      <a:lnTo>
                        <a:pt x="680002" y="31694"/>
                      </a:lnTo>
                      <a:lnTo>
                        <a:pt x="680118" y="31729"/>
                      </a:lnTo>
                      <a:lnTo>
                        <a:pt x="683637" y="32840"/>
                      </a:lnTo>
                      <a:lnTo>
                        <a:pt x="684157" y="33003"/>
                      </a:lnTo>
                      <a:lnTo>
                        <a:pt x="685315" y="34670"/>
                      </a:lnTo>
                      <a:lnTo>
                        <a:pt x="685848" y="35225"/>
                      </a:lnTo>
                      <a:lnTo>
                        <a:pt x="688672" y="37679"/>
                      </a:lnTo>
                      <a:lnTo>
                        <a:pt x="688753" y="37517"/>
                      </a:lnTo>
                      <a:lnTo>
                        <a:pt x="685419" y="34577"/>
                      </a:lnTo>
                      <a:lnTo>
                        <a:pt x="684273" y="32794"/>
                      </a:lnTo>
                      <a:lnTo>
                        <a:pt x="681032" y="30282"/>
                      </a:lnTo>
                      <a:lnTo>
                        <a:pt x="681437" y="27724"/>
                      </a:lnTo>
                      <a:lnTo>
                        <a:pt x="681530" y="27088"/>
                      </a:lnTo>
                      <a:lnTo>
                        <a:pt x="681032" y="27724"/>
                      </a:lnTo>
                      <a:lnTo>
                        <a:pt x="680071" y="28928"/>
                      </a:lnTo>
                      <a:lnTo>
                        <a:pt x="678879" y="27724"/>
                      </a:lnTo>
                      <a:lnTo>
                        <a:pt x="678474" y="27296"/>
                      </a:lnTo>
                      <a:lnTo>
                        <a:pt x="677559" y="26370"/>
                      </a:lnTo>
                      <a:lnTo>
                        <a:pt x="676066" y="24274"/>
                      </a:lnTo>
                      <a:lnTo>
                        <a:pt x="678474" y="21890"/>
                      </a:lnTo>
                      <a:lnTo>
                        <a:pt x="682919" y="17503"/>
                      </a:lnTo>
                      <a:lnTo>
                        <a:pt x="698234" y="13023"/>
                      </a:lnTo>
                      <a:lnTo>
                        <a:pt x="710365" y="7698"/>
                      </a:lnTo>
                      <a:lnTo>
                        <a:pt x="727845" y="2500"/>
                      </a:lnTo>
                      <a:lnTo>
                        <a:pt x="740590" y="0"/>
                      </a:lnTo>
                      <a:lnTo>
                        <a:pt x="746795" y="66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0" name="Freeform: Shape 199">
                  <a:extLst>
                    <a:ext uri="{FF2B5EF4-FFF2-40B4-BE49-F238E27FC236}">
                      <a16:creationId xmlns:a16="http://schemas.microsoft.com/office/drawing/2014/main" id="{16B626AB-0617-F3B0-5780-B234D8506066}"/>
                    </a:ext>
                  </a:extLst>
                </p:cNvPr>
                <p:cNvSpPr/>
                <p:nvPr/>
              </p:nvSpPr>
              <p:spPr>
                <a:xfrm>
                  <a:off x="8567513" y="5666860"/>
                  <a:ext cx="193664" cy="179183"/>
                </a:xfrm>
                <a:custGeom>
                  <a:avLst/>
                  <a:gdLst>
                    <a:gd name="connsiteX0" fmla="*/ 60507 w 193664"/>
                    <a:gd name="connsiteY0" fmla="*/ 0 h 179183"/>
                    <a:gd name="connsiteX1" fmla="*/ 62301 w 193664"/>
                    <a:gd name="connsiteY1" fmla="*/ 2176 h 179183"/>
                    <a:gd name="connsiteX2" fmla="*/ 67406 w 193664"/>
                    <a:gd name="connsiteY2" fmla="*/ 1586 h 179183"/>
                    <a:gd name="connsiteX3" fmla="*/ 66793 w 193664"/>
                    <a:gd name="connsiteY3" fmla="*/ 4237 h 179183"/>
                    <a:gd name="connsiteX4" fmla="*/ 68274 w 193664"/>
                    <a:gd name="connsiteY4" fmla="*/ 5417 h 179183"/>
                    <a:gd name="connsiteX5" fmla="*/ 70798 w 193664"/>
                    <a:gd name="connsiteY5" fmla="*/ 2500 h 179183"/>
                    <a:gd name="connsiteX6" fmla="*/ 80313 w 193664"/>
                    <a:gd name="connsiteY6" fmla="*/ 3959 h 179183"/>
                    <a:gd name="connsiteX7" fmla="*/ 81124 w 193664"/>
                    <a:gd name="connsiteY7" fmla="*/ 7709 h 179183"/>
                    <a:gd name="connsiteX8" fmla="*/ 84330 w 193664"/>
                    <a:gd name="connsiteY8" fmla="*/ 9886 h 179183"/>
                    <a:gd name="connsiteX9" fmla="*/ 90709 w 193664"/>
                    <a:gd name="connsiteY9" fmla="*/ 6969 h 179183"/>
                    <a:gd name="connsiteX10" fmla="*/ 93082 w 193664"/>
                    <a:gd name="connsiteY10" fmla="*/ 8670 h 179183"/>
                    <a:gd name="connsiteX11" fmla="*/ 92306 w 193664"/>
                    <a:gd name="connsiteY11" fmla="*/ 9677 h 179183"/>
                    <a:gd name="connsiteX12" fmla="*/ 92688 w 193664"/>
                    <a:gd name="connsiteY12" fmla="*/ 9434 h 179183"/>
                    <a:gd name="connsiteX13" fmla="*/ 92040 w 193664"/>
                    <a:gd name="connsiteY13" fmla="*/ 10719 h 179183"/>
                    <a:gd name="connsiteX14" fmla="*/ 95304 w 193664"/>
                    <a:gd name="connsiteY14" fmla="*/ 7802 h 179183"/>
                    <a:gd name="connsiteX15" fmla="*/ 102863 w 193664"/>
                    <a:gd name="connsiteY15" fmla="*/ 11171 h 179183"/>
                    <a:gd name="connsiteX16" fmla="*/ 103639 w 193664"/>
                    <a:gd name="connsiteY16" fmla="*/ 10974 h 179183"/>
                    <a:gd name="connsiteX17" fmla="*/ 106128 w 193664"/>
                    <a:gd name="connsiteY17" fmla="*/ 11923 h 179183"/>
                    <a:gd name="connsiteX18" fmla="*/ 106544 w 193664"/>
                    <a:gd name="connsiteY18" fmla="*/ 12456 h 179183"/>
                    <a:gd name="connsiteX19" fmla="*/ 106614 w 193664"/>
                    <a:gd name="connsiteY19" fmla="*/ 12108 h 179183"/>
                    <a:gd name="connsiteX20" fmla="*/ 106649 w 193664"/>
                    <a:gd name="connsiteY20" fmla="*/ 12120 h 179183"/>
                    <a:gd name="connsiteX21" fmla="*/ 107239 w 193664"/>
                    <a:gd name="connsiteY21" fmla="*/ 8682 h 179183"/>
                    <a:gd name="connsiteX22" fmla="*/ 108570 w 193664"/>
                    <a:gd name="connsiteY22" fmla="*/ 9006 h 179183"/>
                    <a:gd name="connsiteX23" fmla="*/ 109392 w 193664"/>
                    <a:gd name="connsiteY23" fmla="*/ 14933 h 179183"/>
                    <a:gd name="connsiteX24" fmla="*/ 113027 w 193664"/>
                    <a:gd name="connsiteY24" fmla="*/ 17804 h 179183"/>
                    <a:gd name="connsiteX25" fmla="*/ 114462 w 193664"/>
                    <a:gd name="connsiteY25" fmla="*/ 24818 h 179183"/>
                    <a:gd name="connsiteX26" fmla="*/ 111372 w 193664"/>
                    <a:gd name="connsiteY26" fmla="*/ 32019 h 179183"/>
                    <a:gd name="connsiteX27" fmla="*/ 109589 w 193664"/>
                    <a:gd name="connsiteY27" fmla="*/ 33096 h 179183"/>
                    <a:gd name="connsiteX28" fmla="*/ 105190 w 193664"/>
                    <a:gd name="connsiteY28" fmla="*/ 38733 h 179183"/>
                    <a:gd name="connsiteX29" fmla="*/ 104773 w 193664"/>
                    <a:gd name="connsiteY29" fmla="*/ 39844 h 179183"/>
                    <a:gd name="connsiteX30" fmla="*/ 106533 w 193664"/>
                    <a:gd name="connsiteY30" fmla="*/ 38096 h 179183"/>
                    <a:gd name="connsiteX31" fmla="*/ 107644 w 193664"/>
                    <a:gd name="connsiteY31" fmla="*/ 39566 h 179183"/>
                    <a:gd name="connsiteX32" fmla="*/ 111615 w 193664"/>
                    <a:gd name="connsiteY32" fmla="*/ 36233 h 179183"/>
                    <a:gd name="connsiteX33" fmla="*/ 110411 w 193664"/>
                    <a:gd name="connsiteY33" fmla="*/ 33176 h 179183"/>
                    <a:gd name="connsiteX34" fmla="*/ 115006 w 193664"/>
                    <a:gd name="connsiteY34" fmla="*/ 37008 h 179183"/>
                    <a:gd name="connsiteX35" fmla="*/ 115562 w 193664"/>
                    <a:gd name="connsiteY35" fmla="*/ 42344 h 179183"/>
                    <a:gd name="connsiteX36" fmla="*/ 127636 w 193664"/>
                    <a:gd name="connsiteY36" fmla="*/ 44532 h 179183"/>
                    <a:gd name="connsiteX37" fmla="*/ 127254 w 193664"/>
                    <a:gd name="connsiteY37" fmla="*/ 45505 h 179183"/>
                    <a:gd name="connsiteX38" fmla="*/ 125668 w 193664"/>
                    <a:gd name="connsiteY38" fmla="*/ 48352 h 179183"/>
                    <a:gd name="connsiteX39" fmla="*/ 125969 w 193664"/>
                    <a:gd name="connsiteY39" fmla="*/ 48781 h 179183"/>
                    <a:gd name="connsiteX40" fmla="*/ 125471 w 193664"/>
                    <a:gd name="connsiteY40" fmla="*/ 50054 h 179183"/>
                    <a:gd name="connsiteX41" fmla="*/ 127925 w 193664"/>
                    <a:gd name="connsiteY41" fmla="*/ 52670 h 179183"/>
                    <a:gd name="connsiteX42" fmla="*/ 127902 w 193664"/>
                    <a:gd name="connsiteY42" fmla="*/ 52832 h 179183"/>
                    <a:gd name="connsiteX43" fmla="*/ 125992 w 193664"/>
                    <a:gd name="connsiteY43" fmla="*/ 54511 h 179183"/>
                    <a:gd name="connsiteX44" fmla="*/ 127254 w 193664"/>
                    <a:gd name="connsiteY44" fmla="*/ 56884 h 179183"/>
                    <a:gd name="connsiteX45" fmla="*/ 129187 w 193664"/>
                    <a:gd name="connsiteY45" fmla="*/ 56073 h 179183"/>
                    <a:gd name="connsiteX46" fmla="*/ 130842 w 193664"/>
                    <a:gd name="connsiteY46" fmla="*/ 67372 h 179183"/>
                    <a:gd name="connsiteX47" fmla="*/ 135878 w 193664"/>
                    <a:gd name="connsiteY47" fmla="*/ 70520 h 179183"/>
                    <a:gd name="connsiteX48" fmla="*/ 132069 w 193664"/>
                    <a:gd name="connsiteY48" fmla="*/ 79410 h 179183"/>
                    <a:gd name="connsiteX49" fmla="*/ 135102 w 193664"/>
                    <a:gd name="connsiteY49" fmla="*/ 80776 h 179183"/>
                    <a:gd name="connsiteX50" fmla="*/ 136653 w 193664"/>
                    <a:gd name="connsiteY50" fmla="*/ 81471 h 179183"/>
                    <a:gd name="connsiteX51" fmla="*/ 135635 w 193664"/>
                    <a:gd name="connsiteY51" fmla="*/ 83289 h 179183"/>
                    <a:gd name="connsiteX52" fmla="*/ 137406 w 193664"/>
                    <a:gd name="connsiteY52" fmla="*/ 80776 h 179183"/>
                    <a:gd name="connsiteX53" fmla="*/ 137475 w 193664"/>
                    <a:gd name="connsiteY53" fmla="*/ 80684 h 179183"/>
                    <a:gd name="connsiteX54" fmla="*/ 146666 w 193664"/>
                    <a:gd name="connsiteY54" fmla="*/ 77790 h 179183"/>
                    <a:gd name="connsiteX55" fmla="*/ 157108 w 193664"/>
                    <a:gd name="connsiteY55" fmla="*/ 76331 h 179183"/>
                    <a:gd name="connsiteX56" fmla="*/ 160303 w 193664"/>
                    <a:gd name="connsiteY56" fmla="*/ 70856 h 179183"/>
                    <a:gd name="connsiteX57" fmla="*/ 166067 w 193664"/>
                    <a:gd name="connsiteY57" fmla="*/ 68356 h 179183"/>
                    <a:gd name="connsiteX58" fmla="*/ 171624 w 193664"/>
                    <a:gd name="connsiteY58" fmla="*/ 69907 h 179183"/>
                    <a:gd name="connsiteX59" fmla="*/ 179310 w 193664"/>
                    <a:gd name="connsiteY59" fmla="*/ 72037 h 179183"/>
                    <a:gd name="connsiteX60" fmla="*/ 179519 w 193664"/>
                    <a:gd name="connsiteY60" fmla="*/ 72141 h 179183"/>
                    <a:gd name="connsiteX61" fmla="*/ 179646 w 193664"/>
                    <a:gd name="connsiteY61" fmla="*/ 72129 h 179183"/>
                    <a:gd name="connsiteX62" fmla="*/ 182679 w 193664"/>
                    <a:gd name="connsiteY62" fmla="*/ 72974 h 179183"/>
                    <a:gd name="connsiteX63" fmla="*/ 187691 w 193664"/>
                    <a:gd name="connsiteY63" fmla="*/ 71585 h 179183"/>
                    <a:gd name="connsiteX64" fmla="*/ 187911 w 193664"/>
                    <a:gd name="connsiteY64" fmla="*/ 71573 h 179183"/>
                    <a:gd name="connsiteX65" fmla="*/ 193664 w 193664"/>
                    <a:gd name="connsiteY65" fmla="*/ 74224 h 179183"/>
                    <a:gd name="connsiteX66" fmla="*/ 192924 w 193664"/>
                    <a:gd name="connsiteY66" fmla="*/ 75394 h 179183"/>
                    <a:gd name="connsiteX67" fmla="*/ 191396 w 193664"/>
                    <a:gd name="connsiteY67" fmla="*/ 77443 h 179183"/>
                    <a:gd name="connsiteX68" fmla="*/ 187911 w 193664"/>
                    <a:gd name="connsiteY68" fmla="*/ 78507 h 179183"/>
                    <a:gd name="connsiteX69" fmla="*/ 187367 w 193664"/>
                    <a:gd name="connsiteY69" fmla="*/ 80776 h 179183"/>
                    <a:gd name="connsiteX70" fmla="*/ 186846 w 193664"/>
                    <a:gd name="connsiteY70" fmla="*/ 82976 h 179183"/>
                    <a:gd name="connsiteX71" fmla="*/ 182308 w 193664"/>
                    <a:gd name="connsiteY71" fmla="*/ 85638 h 179183"/>
                    <a:gd name="connsiteX72" fmla="*/ 180584 w 193664"/>
                    <a:gd name="connsiteY72" fmla="*/ 91229 h 179183"/>
                    <a:gd name="connsiteX73" fmla="*/ 176937 w 193664"/>
                    <a:gd name="connsiteY73" fmla="*/ 94702 h 179183"/>
                    <a:gd name="connsiteX74" fmla="*/ 176289 w 193664"/>
                    <a:gd name="connsiteY74" fmla="*/ 101567 h 179183"/>
                    <a:gd name="connsiteX75" fmla="*/ 172620 w 193664"/>
                    <a:gd name="connsiteY75" fmla="*/ 102608 h 179183"/>
                    <a:gd name="connsiteX76" fmla="*/ 171624 w 193664"/>
                    <a:gd name="connsiteY76" fmla="*/ 105850 h 179183"/>
                    <a:gd name="connsiteX77" fmla="*/ 171439 w 193664"/>
                    <a:gd name="connsiteY77" fmla="*/ 106440 h 179183"/>
                    <a:gd name="connsiteX78" fmla="*/ 162965 w 193664"/>
                    <a:gd name="connsiteY78" fmla="*/ 110549 h 179183"/>
                    <a:gd name="connsiteX79" fmla="*/ 158393 w 193664"/>
                    <a:gd name="connsiteY79" fmla="*/ 114439 h 179183"/>
                    <a:gd name="connsiteX80" fmla="*/ 155221 w 193664"/>
                    <a:gd name="connsiteY80" fmla="*/ 116893 h 179183"/>
                    <a:gd name="connsiteX81" fmla="*/ 151644 w 193664"/>
                    <a:gd name="connsiteY81" fmla="*/ 118919 h 179183"/>
                    <a:gd name="connsiteX82" fmla="*/ 150267 w 193664"/>
                    <a:gd name="connsiteY82" fmla="*/ 117981 h 179183"/>
                    <a:gd name="connsiteX83" fmla="*/ 149942 w 193664"/>
                    <a:gd name="connsiteY83" fmla="*/ 122334 h 179183"/>
                    <a:gd name="connsiteX84" fmla="*/ 151158 w 193664"/>
                    <a:gd name="connsiteY84" fmla="*/ 122195 h 179183"/>
                    <a:gd name="connsiteX85" fmla="*/ 148785 w 193664"/>
                    <a:gd name="connsiteY85" fmla="*/ 125402 h 179183"/>
                    <a:gd name="connsiteX86" fmla="*/ 146527 w 193664"/>
                    <a:gd name="connsiteY86" fmla="*/ 125019 h 179183"/>
                    <a:gd name="connsiteX87" fmla="*/ 145926 w 193664"/>
                    <a:gd name="connsiteY87" fmla="*/ 124765 h 179183"/>
                    <a:gd name="connsiteX88" fmla="*/ 146238 w 193664"/>
                    <a:gd name="connsiteY88" fmla="*/ 123110 h 179183"/>
                    <a:gd name="connsiteX89" fmla="*/ 143541 w 193664"/>
                    <a:gd name="connsiteY89" fmla="*/ 123839 h 179183"/>
                    <a:gd name="connsiteX90" fmla="*/ 141145 w 193664"/>
                    <a:gd name="connsiteY90" fmla="*/ 126837 h 179183"/>
                    <a:gd name="connsiteX91" fmla="*/ 141295 w 193664"/>
                    <a:gd name="connsiteY91" fmla="*/ 127045 h 179183"/>
                    <a:gd name="connsiteX92" fmla="*/ 141156 w 193664"/>
                    <a:gd name="connsiteY92" fmla="*/ 127173 h 179183"/>
                    <a:gd name="connsiteX93" fmla="*/ 141029 w 193664"/>
                    <a:gd name="connsiteY93" fmla="*/ 127253 h 179183"/>
                    <a:gd name="connsiteX94" fmla="*/ 141064 w 193664"/>
                    <a:gd name="connsiteY94" fmla="*/ 126953 h 179183"/>
                    <a:gd name="connsiteX95" fmla="*/ 140577 w 193664"/>
                    <a:gd name="connsiteY95" fmla="*/ 127554 h 179183"/>
                    <a:gd name="connsiteX96" fmla="*/ 134732 w 193664"/>
                    <a:gd name="connsiteY96" fmla="*/ 129233 h 179183"/>
                    <a:gd name="connsiteX97" fmla="*/ 134234 w 193664"/>
                    <a:gd name="connsiteY97" fmla="*/ 129823 h 179183"/>
                    <a:gd name="connsiteX98" fmla="*/ 133678 w 193664"/>
                    <a:gd name="connsiteY98" fmla="*/ 130009 h 179183"/>
                    <a:gd name="connsiteX99" fmla="*/ 132405 w 193664"/>
                    <a:gd name="connsiteY99" fmla="*/ 132000 h 179183"/>
                    <a:gd name="connsiteX100" fmla="*/ 130391 w 193664"/>
                    <a:gd name="connsiteY100" fmla="*/ 134407 h 179183"/>
                    <a:gd name="connsiteX101" fmla="*/ 128573 w 193664"/>
                    <a:gd name="connsiteY101" fmla="*/ 145833 h 179183"/>
                    <a:gd name="connsiteX102" fmla="*/ 119116 w 193664"/>
                    <a:gd name="connsiteY102" fmla="*/ 149317 h 179183"/>
                    <a:gd name="connsiteX103" fmla="*/ 107980 w 193664"/>
                    <a:gd name="connsiteY103" fmla="*/ 158323 h 179183"/>
                    <a:gd name="connsiteX104" fmla="*/ 105456 w 193664"/>
                    <a:gd name="connsiteY104" fmla="*/ 162630 h 179183"/>
                    <a:gd name="connsiteX105" fmla="*/ 92630 w 193664"/>
                    <a:gd name="connsiteY105" fmla="*/ 169135 h 179183"/>
                    <a:gd name="connsiteX106" fmla="*/ 90245 w 193664"/>
                    <a:gd name="connsiteY106" fmla="*/ 168197 h 179183"/>
                    <a:gd name="connsiteX107" fmla="*/ 92584 w 193664"/>
                    <a:gd name="connsiteY107" fmla="*/ 165685 h 179183"/>
                    <a:gd name="connsiteX108" fmla="*/ 89250 w 193664"/>
                    <a:gd name="connsiteY108" fmla="*/ 167283 h 179183"/>
                    <a:gd name="connsiteX109" fmla="*/ 85048 w 193664"/>
                    <a:gd name="connsiteY109" fmla="*/ 166114 h 179183"/>
                    <a:gd name="connsiteX110" fmla="*/ 89424 w 193664"/>
                    <a:gd name="connsiteY110" fmla="*/ 159736 h 179183"/>
                    <a:gd name="connsiteX111" fmla="*/ 88521 w 193664"/>
                    <a:gd name="connsiteY111" fmla="*/ 156321 h 179183"/>
                    <a:gd name="connsiteX112" fmla="*/ 89227 w 193664"/>
                    <a:gd name="connsiteY112" fmla="*/ 159817 h 179183"/>
                    <a:gd name="connsiteX113" fmla="*/ 84678 w 193664"/>
                    <a:gd name="connsiteY113" fmla="*/ 165709 h 179183"/>
                    <a:gd name="connsiteX114" fmla="*/ 84735 w 193664"/>
                    <a:gd name="connsiteY114" fmla="*/ 166195 h 179183"/>
                    <a:gd name="connsiteX115" fmla="*/ 86321 w 193664"/>
                    <a:gd name="connsiteY115" fmla="*/ 167515 h 179183"/>
                    <a:gd name="connsiteX116" fmla="*/ 85731 w 193664"/>
                    <a:gd name="connsiteY116" fmla="*/ 169679 h 179183"/>
                    <a:gd name="connsiteX117" fmla="*/ 82351 w 193664"/>
                    <a:gd name="connsiteY117" fmla="*/ 174090 h 179183"/>
                    <a:gd name="connsiteX118" fmla="*/ 82837 w 193664"/>
                    <a:gd name="connsiteY118" fmla="*/ 174032 h 179183"/>
                    <a:gd name="connsiteX119" fmla="*/ 85708 w 193664"/>
                    <a:gd name="connsiteY119" fmla="*/ 177180 h 179183"/>
                    <a:gd name="connsiteX120" fmla="*/ 88382 w 193664"/>
                    <a:gd name="connsiteY120" fmla="*/ 177493 h 179183"/>
                    <a:gd name="connsiteX121" fmla="*/ 88544 w 193664"/>
                    <a:gd name="connsiteY121" fmla="*/ 178489 h 179183"/>
                    <a:gd name="connsiteX122" fmla="*/ 88463 w 193664"/>
                    <a:gd name="connsiteY122" fmla="*/ 179183 h 179183"/>
                    <a:gd name="connsiteX123" fmla="*/ 78160 w 193664"/>
                    <a:gd name="connsiteY123" fmla="*/ 176104 h 179183"/>
                    <a:gd name="connsiteX124" fmla="*/ 70566 w 193664"/>
                    <a:gd name="connsiteY124" fmla="*/ 169934 h 179183"/>
                    <a:gd name="connsiteX125" fmla="*/ 65925 w 193664"/>
                    <a:gd name="connsiteY125" fmla="*/ 168290 h 179183"/>
                    <a:gd name="connsiteX126" fmla="*/ 64153 w 193664"/>
                    <a:gd name="connsiteY126" fmla="*/ 167665 h 179183"/>
                    <a:gd name="connsiteX127" fmla="*/ 61028 w 193664"/>
                    <a:gd name="connsiteY127" fmla="*/ 168545 h 179183"/>
                    <a:gd name="connsiteX128" fmla="*/ 61294 w 193664"/>
                    <a:gd name="connsiteY128" fmla="*/ 169725 h 179183"/>
                    <a:gd name="connsiteX129" fmla="*/ 58516 w 193664"/>
                    <a:gd name="connsiteY129" fmla="*/ 173638 h 179183"/>
                    <a:gd name="connsiteX130" fmla="*/ 58238 w 193664"/>
                    <a:gd name="connsiteY130" fmla="*/ 173522 h 179183"/>
                    <a:gd name="connsiteX131" fmla="*/ 58748 w 193664"/>
                    <a:gd name="connsiteY131" fmla="*/ 171879 h 179183"/>
                    <a:gd name="connsiteX132" fmla="*/ 61016 w 193664"/>
                    <a:gd name="connsiteY132" fmla="*/ 167977 h 179183"/>
                    <a:gd name="connsiteX133" fmla="*/ 57127 w 193664"/>
                    <a:gd name="connsiteY133" fmla="*/ 156263 h 179183"/>
                    <a:gd name="connsiteX134" fmla="*/ 62024 w 193664"/>
                    <a:gd name="connsiteY134" fmla="*/ 153450 h 179183"/>
                    <a:gd name="connsiteX135" fmla="*/ 65925 w 193664"/>
                    <a:gd name="connsiteY135" fmla="*/ 153415 h 179183"/>
                    <a:gd name="connsiteX136" fmla="*/ 68726 w 193664"/>
                    <a:gd name="connsiteY136" fmla="*/ 153403 h 179183"/>
                    <a:gd name="connsiteX137" fmla="*/ 71435 w 193664"/>
                    <a:gd name="connsiteY137" fmla="*/ 145867 h 179183"/>
                    <a:gd name="connsiteX138" fmla="*/ 69432 w 193664"/>
                    <a:gd name="connsiteY138" fmla="*/ 140774 h 179183"/>
                    <a:gd name="connsiteX139" fmla="*/ 75243 w 193664"/>
                    <a:gd name="connsiteY139" fmla="*/ 136862 h 179183"/>
                    <a:gd name="connsiteX140" fmla="*/ 83636 w 193664"/>
                    <a:gd name="connsiteY140" fmla="*/ 134454 h 179183"/>
                    <a:gd name="connsiteX141" fmla="*/ 83508 w 193664"/>
                    <a:gd name="connsiteY141" fmla="*/ 134257 h 179183"/>
                    <a:gd name="connsiteX142" fmla="*/ 75035 w 193664"/>
                    <a:gd name="connsiteY142" fmla="*/ 136827 h 179183"/>
                    <a:gd name="connsiteX143" fmla="*/ 65925 w 193664"/>
                    <a:gd name="connsiteY143" fmla="*/ 142325 h 179183"/>
                    <a:gd name="connsiteX144" fmla="*/ 65681 w 193664"/>
                    <a:gd name="connsiteY144" fmla="*/ 142464 h 179183"/>
                    <a:gd name="connsiteX145" fmla="*/ 63563 w 193664"/>
                    <a:gd name="connsiteY145" fmla="*/ 146423 h 179183"/>
                    <a:gd name="connsiteX146" fmla="*/ 60345 w 193664"/>
                    <a:gd name="connsiteY146" fmla="*/ 147835 h 179183"/>
                    <a:gd name="connsiteX147" fmla="*/ 59766 w 193664"/>
                    <a:gd name="connsiteY147" fmla="*/ 151354 h 179183"/>
                    <a:gd name="connsiteX148" fmla="*/ 53770 w 193664"/>
                    <a:gd name="connsiteY148" fmla="*/ 158439 h 179183"/>
                    <a:gd name="connsiteX149" fmla="*/ 48514 w 193664"/>
                    <a:gd name="connsiteY149" fmla="*/ 161240 h 179183"/>
                    <a:gd name="connsiteX150" fmla="*/ 49522 w 193664"/>
                    <a:gd name="connsiteY150" fmla="*/ 159562 h 179183"/>
                    <a:gd name="connsiteX151" fmla="*/ 49255 w 193664"/>
                    <a:gd name="connsiteY151" fmla="*/ 159180 h 179183"/>
                    <a:gd name="connsiteX152" fmla="*/ 49487 w 193664"/>
                    <a:gd name="connsiteY152" fmla="*/ 158532 h 179183"/>
                    <a:gd name="connsiteX153" fmla="*/ 48132 w 193664"/>
                    <a:gd name="connsiteY153" fmla="*/ 157571 h 179183"/>
                    <a:gd name="connsiteX154" fmla="*/ 47982 w 193664"/>
                    <a:gd name="connsiteY154" fmla="*/ 157351 h 179183"/>
                    <a:gd name="connsiteX155" fmla="*/ 46917 w 193664"/>
                    <a:gd name="connsiteY155" fmla="*/ 156703 h 179183"/>
                    <a:gd name="connsiteX156" fmla="*/ 45539 w 193664"/>
                    <a:gd name="connsiteY156" fmla="*/ 155730 h 179183"/>
                    <a:gd name="connsiteX157" fmla="*/ 45389 w 193664"/>
                    <a:gd name="connsiteY157" fmla="*/ 154874 h 179183"/>
                    <a:gd name="connsiteX158" fmla="*/ 45898 w 193664"/>
                    <a:gd name="connsiteY158" fmla="*/ 154029 h 179183"/>
                    <a:gd name="connsiteX159" fmla="*/ 44926 w 193664"/>
                    <a:gd name="connsiteY159" fmla="*/ 152339 h 179183"/>
                    <a:gd name="connsiteX160" fmla="*/ 43907 w 193664"/>
                    <a:gd name="connsiteY160" fmla="*/ 146817 h 179183"/>
                    <a:gd name="connsiteX161" fmla="*/ 41198 w 193664"/>
                    <a:gd name="connsiteY161" fmla="*/ 144119 h 179183"/>
                    <a:gd name="connsiteX162" fmla="*/ 40897 w 193664"/>
                    <a:gd name="connsiteY162" fmla="*/ 144965 h 179183"/>
                    <a:gd name="connsiteX163" fmla="*/ 35839 w 193664"/>
                    <a:gd name="connsiteY163" fmla="*/ 145636 h 179183"/>
                    <a:gd name="connsiteX164" fmla="*/ 34739 w 193664"/>
                    <a:gd name="connsiteY164" fmla="*/ 146736 h 179183"/>
                    <a:gd name="connsiteX165" fmla="*/ 33813 w 193664"/>
                    <a:gd name="connsiteY165" fmla="*/ 147419 h 179183"/>
                    <a:gd name="connsiteX166" fmla="*/ 33408 w 193664"/>
                    <a:gd name="connsiteY166" fmla="*/ 142186 h 179183"/>
                    <a:gd name="connsiteX167" fmla="*/ 31718 w 193664"/>
                    <a:gd name="connsiteY167" fmla="*/ 143240 h 179183"/>
                    <a:gd name="connsiteX168" fmla="*/ 31834 w 193664"/>
                    <a:gd name="connsiteY168" fmla="*/ 142615 h 179183"/>
                    <a:gd name="connsiteX169" fmla="*/ 32250 w 193664"/>
                    <a:gd name="connsiteY169" fmla="*/ 141492 h 179183"/>
                    <a:gd name="connsiteX170" fmla="*/ 30884 w 193664"/>
                    <a:gd name="connsiteY170" fmla="*/ 142071 h 179183"/>
                    <a:gd name="connsiteX171" fmla="*/ 28303 w 193664"/>
                    <a:gd name="connsiteY171" fmla="*/ 141642 h 179183"/>
                    <a:gd name="connsiteX172" fmla="*/ 27435 w 193664"/>
                    <a:gd name="connsiteY172" fmla="*/ 141145 h 179183"/>
                    <a:gd name="connsiteX173" fmla="*/ 27342 w 193664"/>
                    <a:gd name="connsiteY173" fmla="*/ 137984 h 179183"/>
                    <a:gd name="connsiteX174" fmla="*/ 29125 w 193664"/>
                    <a:gd name="connsiteY174" fmla="*/ 132729 h 179183"/>
                    <a:gd name="connsiteX175" fmla="*/ 30595 w 193664"/>
                    <a:gd name="connsiteY175" fmla="*/ 130147 h 179183"/>
                    <a:gd name="connsiteX176" fmla="*/ 27944 w 193664"/>
                    <a:gd name="connsiteY176" fmla="*/ 130159 h 179183"/>
                    <a:gd name="connsiteX177" fmla="*/ 29275 w 193664"/>
                    <a:gd name="connsiteY177" fmla="*/ 127416 h 179183"/>
                    <a:gd name="connsiteX178" fmla="*/ 27643 w 193664"/>
                    <a:gd name="connsiteY178" fmla="*/ 123955 h 179183"/>
                    <a:gd name="connsiteX179" fmla="*/ 24275 w 193664"/>
                    <a:gd name="connsiteY179" fmla="*/ 120250 h 179183"/>
                    <a:gd name="connsiteX180" fmla="*/ 22098 w 193664"/>
                    <a:gd name="connsiteY180" fmla="*/ 121037 h 179183"/>
                    <a:gd name="connsiteX181" fmla="*/ 21624 w 193664"/>
                    <a:gd name="connsiteY181" fmla="*/ 118317 h 179183"/>
                    <a:gd name="connsiteX182" fmla="*/ 22446 w 193664"/>
                    <a:gd name="connsiteY182" fmla="*/ 115029 h 179183"/>
                    <a:gd name="connsiteX183" fmla="*/ 22226 w 193664"/>
                    <a:gd name="connsiteY183" fmla="*/ 111695 h 179183"/>
                    <a:gd name="connsiteX184" fmla="*/ 25826 w 193664"/>
                    <a:gd name="connsiteY184" fmla="*/ 111279 h 179183"/>
                    <a:gd name="connsiteX185" fmla="*/ 22168 w 193664"/>
                    <a:gd name="connsiteY185" fmla="*/ 111545 h 179183"/>
                    <a:gd name="connsiteX186" fmla="*/ 21902 w 193664"/>
                    <a:gd name="connsiteY186" fmla="*/ 114555 h 179183"/>
                    <a:gd name="connsiteX187" fmla="*/ 12548 w 193664"/>
                    <a:gd name="connsiteY187" fmla="*/ 106382 h 179183"/>
                    <a:gd name="connsiteX188" fmla="*/ 10939 w 193664"/>
                    <a:gd name="connsiteY188" fmla="*/ 104218 h 179183"/>
                    <a:gd name="connsiteX189" fmla="*/ 13567 w 193664"/>
                    <a:gd name="connsiteY189" fmla="*/ 101520 h 179183"/>
                    <a:gd name="connsiteX190" fmla="*/ 9492 w 193664"/>
                    <a:gd name="connsiteY190" fmla="*/ 98545 h 179183"/>
                    <a:gd name="connsiteX191" fmla="*/ 11645 w 193664"/>
                    <a:gd name="connsiteY191" fmla="*/ 94899 h 179183"/>
                    <a:gd name="connsiteX192" fmla="*/ 12953 w 193664"/>
                    <a:gd name="connsiteY192" fmla="*/ 95559 h 179183"/>
                    <a:gd name="connsiteX193" fmla="*/ 11587 w 193664"/>
                    <a:gd name="connsiteY193" fmla="*/ 93475 h 179183"/>
                    <a:gd name="connsiteX194" fmla="*/ 9515 w 193664"/>
                    <a:gd name="connsiteY194" fmla="*/ 95385 h 179183"/>
                    <a:gd name="connsiteX195" fmla="*/ 7490 w 193664"/>
                    <a:gd name="connsiteY195" fmla="*/ 93001 h 179183"/>
                    <a:gd name="connsiteX196" fmla="*/ 7779 w 193664"/>
                    <a:gd name="connsiteY196" fmla="*/ 90014 h 179183"/>
                    <a:gd name="connsiteX197" fmla="*/ 2743 w 193664"/>
                    <a:gd name="connsiteY197" fmla="*/ 89181 h 179183"/>
                    <a:gd name="connsiteX198" fmla="*/ 2142 w 193664"/>
                    <a:gd name="connsiteY198" fmla="*/ 85673 h 179183"/>
                    <a:gd name="connsiteX199" fmla="*/ 428 w 193664"/>
                    <a:gd name="connsiteY199" fmla="*/ 86865 h 179183"/>
                    <a:gd name="connsiteX200" fmla="*/ 0 w 193664"/>
                    <a:gd name="connsiteY200" fmla="*/ 85152 h 179183"/>
                    <a:gd name="connsiteX201" fmla="*/ 2037 w 193664"/>
                    <a:gd name="connsiteY201" fmla="*/ 85349 h 179183"/>
                    <a:gd name="connsiteX202" fmla="*/ 4434 w 193664"/>
                    <a:gd name="connsiteY202" fmla="*/ 82559 h 179183"/>
                    <a:gd name="connsiteX203" fmla="*/ 2234 w 193664"/>
                    <a:gd name="connsiteY203" fmla="*/ 80776 h 179183"/>
                    <a:gd name="connsiteX204" fmla="*/ 1817 w 193664"/>
                    <a:gd name="connsiteY204" fmla="*/ 80441 h 179183"/>
                    <a:gd name="connsiteX205" fmla="*/ 1956 w 193664"/>
                    <a:gd name="connsiteY205" fmla="*/ 80198 h 179183"/>
                    <a:gd name="connsiteX206" fmla="*/ 1979 w 193664"/>
                    <a:gd name="connsiteY206" fmla="*/ 80152 h 179183"/>
                    <a:gd name="connsiteX207" fmla="*/ 1887 w 193664"/>
                    <a:gd name="connsiteY207" fmla="*/ 80036 h 179183"/>
                    <a:gd name="connsiteX208" fmla="*/ 2060 w 193664"/>
                    <a:gd name="connsiteY208" fmla="*/ 79989 h 179183"/>
                    <a:gd name="connsiteX209" fmla="*/ 3542 w 193664"/>
                    <a:gd name="connsiteY209" fmla="*/ 80776 h 179183"/>
                    <a:gd name="connsiteX210" fmla="*/ 4943 w 193664"/>
                    <a:gd name="connsiteY210" fmla="*/ 81506 h 179183"/>
                    <a:gd name="connsiteX211" fmla="*/ 5765 w 193664"/>
                    <a:gd name="connsiteY211" fmla="*/ 80776 h 179183"/>
                    <a:gd name="connsiteX212" fmla="*/ 10048 w 193664"/>
                    <a:gd name="connsiteY212" fmla="*/ 76887 h 179183"/>
                    <a:gd name="connsiteX213" fmla="*/ 10546 w 193664"/>
                    <a:gd name="connsiteY213" fmla="*/ 74132 h 179183"/>
                    <a:gd name="connsiteX214" fmla="*/ 11645 w 193664"/>
                    <a:gd name="connsiteY214" fmla="*/ 75741 h 179183"/>
                    <a:gd name="connsiteX215" fmla="*/ 14979 w 193664"/>
                    <a:gd name="connsiteY215" fmla="*/ 74919 h 179183"/>
                    <a:gd name="connsiteX216" fmla="*/ 16669 w 193664"/>
                    <a:gd name="connsiteY216" fmla="*/ 70775 h 179183"/>
                    <a:gd name="connsiteX217" fmla="*/ 18139 w 193664"/>
                    <a:gd name="connsiteY217" fmla="*/ 70601 h 179183"/>
                    <a:gd name="connsiteX218" fmla="*/ 21276 w 193664"/>
                    <a:gd name="connsiteY218" fmla="*/ 69386 h 179183"/>
                    <a:gd name="connsiteX219" fmla="*/ 18475 w 193664"/>
                    <a:gd name="connsiteY219" fmla="*/ 68055 h 179183"/>
                    <a:gd name="connsiteX220" fmla="*/ 18035 w 193664"/>
                    <a:gd name="connsiteY220" fmla="*/ 70370 h 179183"/>
                    <a:gd name="connsiteX221" fmla="*/ 17989 w 193664"/>
                    <a:gd name="connsiteY221" fmla="*/ 70370 h 179183"/>
                    <a:gd name="connsiteX222" fmla="*/ 15755 w 193664"/>
                    <a:gd name="connsiteY222" fmla="*/ 70266 h 179183"/>
                    <a:gd name="connsiteX223" fmla="*/ 13810 w 193664"/>
                    <a:gd name="connsiteY223" fmla="*/ 72905 h 179183"/>
                    <a:gd name="connsiteX224" fmla="*/ 11240 w 193664"/>
                    <a:gd name="connsiteY224" fmla="*/ 73148 h 179183"/>
                    <a:gd name="connsiteX225" fmla="*/ 11148 w 193664"/>
                    <a:gd name="connsiteY225" fmla="*/ 71967 h 179183"/>
                    <a:gd name="connsiteX226" fmla="*/ 9122 w 193664"/>
                    <a:gd name="connsiteY226" fmla="*/ 74734 h 179183"/>
                    <a:gd name="connsiteX227" fmla="*/ 8115 w 193664"/>
                    <a:gd name="connsiteY227" fmla="*/ 73900 h 179183"/>
                    <a:gd name="connsiteX228" fmla="*/ 10025 w 193664"/>
                    <a:gd name="connsiteY228" fmla="*/ 64848 h 179183"/>
                    <a:gd name="connsiteX229" fmla="*/ 7177 w 193664"/>
                    <a:gd name="connsiteY229" fmla="*/ 63598 h 179183"/>
                    <a:gd name="connsiteX230" fmla="*/ 6540 w 193664"/>
                    <a:gd name="connsiteY230" fmla="*/ 60079 h 179183"/>
                    <a:gd name="connsiteX231" fmla="*/ 2894 w 193664"/>
                    <a:gd name="connsiteY231" fmla="*/ 59188 h 179183"/>
                    <a:gd name="connsiteX232" fmla="*/ 3044 w 193664"/>
                    <a:gd name="connsiteY232" fmla="*/ 58042 h 179183"/>
                    <a:gd name="connsiteX233" fmla="*/ 3299 w 193664"/>
                    <a:gd name="connsiteY233" fmla="*/ 57486 h 179183"/>
                    <a:gd name="connsiteX234" fmla="*/ 3137 w 193664"/>
                    <a:gd name="connsiteY234" fmla="*/ 57324 h 179183"/>
                    <a:gd name="connsiteX235" fmla="*/ 3415 w 193664"/>
                    <a:gd name="connsiteY235" fmla="*/ 55148 h 179183"/>
                    <a:gd name="connsiteX236" fmla="*/ 4387 w 193664"/>
                    <a:gd name="connsiteY236" fmla="*/ 54453 h 179183"/>
                    <a:gd name="connsiteX237" fmla="*/ 5985 w 193664"/>
                    <a:gd name="connsiteY237" fmla="*/ 54893 h 179183"/>
                    <a:gd name="connsiteX238" fmla="*/ 7791 w 193664"/>
                    <a:gd name="connsiteY238" fmla="*/ 52682 h 179183"/>
                    <a:gd name="connsiteX239" fmla="*/ 7258 w 193664"/>
                    <a:gd name="connsiteY239" fmla="*/ 51223 h 179183"/>
                    <a:gd name="connsiteX240" fmla="*/ 7246 w 193664"/>
                    <a:gd name="connsiteY240" fmla="*/ 50679 h 179183"/>
                    <a:gd name="connsiteX241" fmla="*/ 8890 w 193664"/>
                    <a:gd name="connsiteY241" fmla="*/ 48526 h 179183"/>
                    <a:gd name="connsiteX242" fmla="*/ 7837 w 193664"/>
                    <a:gd name="connsiteY242" fmla="*/ 46998 h 179183"/>
                    <a:gd name="connsiteX243" fmla="*/ 9469 w 193664"/>
                    <a:gd name="connsiteY243" fmla="*/ 44220 h 179183"/>
                    <a:gd name="connsiteX244" fmla="*/ 8242 w 193664"/>
                    <a:gd name="connsiteY244" fmla="*/ 42946 h 179183"/>
                    <a:gd name="connsiteX245" fmla="*/ 11240 w 193664"/>
                    <a:gd name="connsiteY245" fmla="*/ 39844 h 179183"/>
                    <a:gd name="connsiteX246" fmla="*/ 13694 w 193664"/>
                    <a:gd name="connsiteY246" fmla="*/ 31185 h 179183"/>
                    <a:gd name="connsiteX247" fmla="*/ 12317 w 193664"/>
                    <a:gd name="connsiteY247" fmla="*/ 30028 h 179183"/>
                    <a:gd name="connsiteX248" fmla="*/ 10094 w 193664"/>
                    <a:gd name="connsiteY248" fmla="*/ 26312 h 179183"/>
                    <a:gd name="connsiteX249" fmla="*/ 9585 w 193664"/>
                    <a:gd name="connsiteY249" fmla="*/ 24633 h 179183"/>
                    <a:gd name="connsiteX250" fmla="*/ 9747 w 193664"/>
                    <a:gd name="connsiteY250" fmla="*/ 24055 h 179183"/>
                    <a:gd name="connsiteX251" fmla="*/ 10765 w 193664"/>
                    <a:gd name="connsiteY251" fmla="*/ 22133 h 179183"/>
                    <a:gd name="connsiteX252" fmla="*/ 9446 w 193664"/>
                    <a:gd name="connsiteY252" fmla="*/ 21358 h 179183"/>
                    <a:gd name="connsiteX253" fmla="*/ 8265 w 193664"/>
                    <a:gd name="connsiteY253" fmla="*/ 19795 h 179183"/>
                    <a:gd name="connsiteX254" fmla="*/ 8751 w 193664"/>
                    <a:gd name="connsiteY254" fmla="*/ 17734 h 179183"/>
                    <a:gd name="connsiteX255" fmla="*/ 8937 w 193664"/>
                    <a:gd name="connsiteY255" fmla="*/ 17561 h 179183"/>
                    <a:gd name="connsiteX256" fmla="*/ 8821 w 193664"/>
                    <a:gd name="connsiteY256" fmla="*/ 17456 h 179183"/>
                    <a:gd name="connsiteX257" fmla="*/ 8971 w 193664"/>
                    <a:gd name="connsiteY257" fmla="*/ 16820 h 179183"/>
                    <a:gd name="connsiteX258" fmla="*/ 7316 w 193664"/>
                    <a:gd name="connsiteY258" fmla="*/ 14539 h 179183"/>
                    <a:gd name="connsiteX259" fmla="*/ 7443 w 193664"/>
                    <a:gd name="connsiteY259" fmla="*/ 14065 h 179183"/>
                    <a:gd name="connsiteX260" fmla="*/ 9793 w 193664"/>
                    <a:gd name="connsiteY260" fmla="*/ 12282 h 179183"/>
                    <a:gd name="connsiteX261" fmla="*/ 10985 w 193664"/>
                    <a:gd name="connsiteY261" fmla="*/ 11645 h 179183"/>
                    <a:gd name="connsiteX262" fmla="*/ 14551 w 193664"/>
                    <a:gd name="connsiteY262" fmla="*/ 13590 h 179183"/>
                    <a:gd name="connsiteX263" fmla="*/ 17017 w 193664"/>
                    <a:gd name="connsiteY263" fmla="*/ 12132 h 179183"/>
                    <a:gd name="connsiteX264" fmla="*/ 23233 w 193664"/>
                    <a:gd name="connsiteY264" fmla="*/ 12606 h 179183"/>
                    <a:gd name="connsiteX265" fmla="*/ 23904 w 193664"/>
                    <a:gd name="connsiteY265" fmla="*/ 9550 h 179183"/>
                    <a:gd name="connsiteX266" fmla="*/ 29889 w 193664"/>
                    <a:gd name="connsiteY266" fmla="*/ 6703 h 179183"/>
                    <a:gd name="connsiteX267" fmla="*/ 29820 w 193664"/>
                    <a:gd name="connsiteY267" fmla="*/ 7316 h 179183"/>
                    <a:gd name="connsiteX268" fmla="*/ 28465 w 193664"/>
                    <a:gd name="connsiteY268" fmla="*/ 9423 h 179183"/>
                    <a:gd name="connsiteX269" fmla="*/ 31139 w 193664"/>
                    <a:gd name="connsiteY269" fmla="*/ 11147 h 179183"/>
                    <a:gd name="connsiteX270" fmla="*/ 31533 w 193664"/>
                    <a:gd name="connsiteY270" fmla="*/ 10789 h 179183"/>
                    <a:gd name="connsiteX271" fmla="*/ 31996 w 193664"/>
                    <a:gd name="connsiteY271" fmla="*/ 10997 h 179183"/>
                    <a:gd name="connsiteX272" fmla="*/ 33558 w 193664"/>
                    <a:gd name="connsiteY272" fmla="*/ 8902 h 179183"/>
                    <a:gd name="connsiteX273" fmla="*/ 33929 w 193664"/>
                    <a:gd name="connsiteY273" fmla="*/ 8566 h 179183"/>
                    <a:gd name="connsiteX274" fmla="*/ 36638 w 193664"/>
                    <a:gd name="connsiteY274" fmla="*/ 10048 h 179183"/>
                    <a:gd name="connsiteX275" fmla="*/ 37691 w 193664"/>
                    <a:gd name="connsiteY275" fmla="*/ 9099 h 179183"/>
                    <a:gd name="connsiteX276" fmla="*/ 37899 w 193664"/>
                    <a:gd name="connsiteY276" fmla="*/ 9226 h 179183"/>
                    <a:gd name="connsiteX277" fmla="*/ 37980 w 193664"/>
                    <a:gd name="connsiteY277" fmla="*/ 8844 h 179183"/>
                    <a:gd name="connsiteX278" fmla="*/ 38281 w 193664"/>
                    <a:gd name="connsiteY278" fmla="*/ 8566 h 179183"/>
                    <a:gd name="connsiteX279" fmla="*/ 38976 w 193664"/>
                    <a:gd name="connsiteY279" fmla="*/ 5475 h 179183"/>
                    <a:gd name="connsiteX280" fmla="*/ 40886 w 193664"/>
                    <a:gd name="connsiteY280" fmla="*/ 5938 h 179183"/>
                    <a:gd name="connsiteX281" fmla="*/ 41824 w 193664"/>
                    <a:gd name="connsiteY281" fmla="*/ 3727 h 179183"/>
                    <a:gd name="connsiteX282" fmla="*/ 44046 w 193664"/>
                    <a:gd name="connsiteY282" fmla="*/ 4133 h 179183"/>
                    <a:gd name="connsiteX283" fmla="*/ 42576 w 193664"/>
                    <a:gd name="connsiteY283" fmla="*/ 5961 h 179183"/>
                    <a:gd name="connsiteX284" fmla="*/ 45285 w 193664"/>
                    <a:gd name="connsiteY284" fmla="*/ 8288 h 179183"/>
                    <a:gd name="connsiteX285" fmla="*/ 49522 w 193664"/>
                    <a:gd name="connsiteY285" fmla="*/ 7466 h 179183"/>
                    <a:gd name="connsiteX286" fmla="*/ 51374 w 193664"/>
                    <a:gd name="connsiteY286" fmla="*/ 9539 h 179183"/>
                    <a:gd name="connsiteX287" fmla="*/ 52404 w 193664"/>
                    <a:gd name="connsiteY287" fmla="*/ 7987 h 179183"/>
                    <a:gd name="connsiteX288" fmla="*/ 51003 w 193664"/>
                    <a:gd name="connsiteY288" fmla="*/ 6899 h 179183"/>
                    <a:gd name="connsiteX289" fmla="*/ 50888 w 193664"/>
                    <a:gd name="connsiteY289" fmla="*/ 6367 h 179183"/>
                    <a:gd name="connsiteX290" fmla="*/ 53180 w 193664"/>
                    <a:gd name="connsiteY290" fmla="*/ 4746 h 179183"/>
                    <a:gd name="connsiteX291" fmla="*/ 51304 w 193664"/>
                    <a:gd name="connsiteY291" fmla="*/ 3693 h 179183"/>
                    <a:gd name="connsiteX292" fmla="*/ 57984 w 193664"/>
                    <a:gd name="connsiteY292" fmla="*/ 1007 h 179183"/>
                    <a:gd name="connsiteX293" fmla="*/ 59488 w 193664"/>
                    <a:gd name="connsiteY293" fmla="*/ 1262 h 179183"/>
                    <a:gd name="connsiteX294" fmla="*/ 60067 w 193664"/>
                    <a:gd name="connsiteY294" fmla="*/ 173 h 179183"/>
                    <a:gd name="connsiteX295" fmla="*/ 60507 w 193664"/>
                    <a:gd name="connsiteY295" fmla="*/ 0 h 1791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</a:cxnLst>
                  <a:rect l="l" t="t" r="r" b="b"/>
                  <a:pathLst>
                    <a:path w="193664" h="179183">
                      <a:moveTo>
                        <a:pt x="60507" y="0"/>
                      </a:moveTo>
                      <a:lnTo>
                        <a:pt x="62301" y="2176"/>
                      </a:lnTo>
                      <a:lnTo>
                        <a:pt x="67406" y="1586"/>
                      </a:lnTo>
                      <a:lnTo>
                        <a:pt x="66793" y="4237"/>
                      </a:lnTo>
                      <a:lnTo>
                        <a:pt x="68274" y="5417"/>
                      </a:lnTo>
                      <a:lnTo>
                        <a:pt x="70798" y="2500"/>
                      </a:lnTo>
                      <a:lnTo>
                        <a:pt x="80313" y="3959"/>
                      </a:lnTo>
                      <a:lnTo>
                        <a:pt x="81124" y="7709"/>
                      </a:lnTo>
                      <a:lnTo>
                        <a:pt x="84330" y="9886"/>
                      </a:lnTo>
                      <a:lnTo>
                        <a:pt x="90709" y="6969"/>
                      </a:lnTo>
                      <a:lnTo>
                        <a:pt x="93082" y="8670"/>
                      </a:lnTo>
                      <a:lnTo>
                        <a:pt x="92306" y="9677"/>
                      </a:lnTo>
                      <a:lnTo>
                        <a:pt x="92688" y="9434"/>
                      </a:lnTo>
                      <a:lnTo>
                        <a:pt x="92040" y="10719"/>
                      </a:lnTo>
                      <a:lnTo>
                        <a:pt x="95304" y="7802"/>
                      </a:lnTo>
                      <a:lnTo>
                        <a:pt x="102863" y="11171"/>
                      </a:lnTo>
                      <a:lnTo>
                        <a:pt x="103639" y="10974"/>
                      </a:lnTo>
                      <a:lnTo>
                        <a:pt x="106128" y="11923"/>
                      </a:lnTo>
                      <a:lnTo>
                        <a:pt x="106544" y="12456"/>
                      </a:lnTo>
                      <a:lnTo>
                        <a:pt x="106614" y="12108"/>
                      </a:lnTo>
                      <a:lnTo>
                        <a:pt x="106649" y="12120"/>
                      </a:lnTo>
                      <a:lnTo>
                        <a:pt x="107239" y="8682"/>
                      </a:lnTo>
                      <a:lnTo>
                        <a:pt x="108570" y="9006"/>
                      </a:lnTo>
                      <a:lnTo>
                        <a:pt x="109392" y="14933"/>
                      </a:lnTo>
                      <a:lnTo>
                        <a:pt x="113027" y="17804"/>
                      </a:lnTo>
                      <a:lnTo>
                        <a:pt x="114462" y="24818"/>
                      </a:lnTo>
                      <a:lnTo>
                        <a:pt x="111372" y="32019"/>
                      </a:lnTo>
                      <a:lnTo>
                        <a:pt x="109589" y="33096"/>
                      </a:lnTo>
                      <a:lnTo>
                        <a:pt x="105190" y="38733"/>
                      </a:lnTo>
                      <a:lnTo>
                        <a:pt x="104773" y="39844"/>
                      </a:lnTo>
                      <a:lnTo>
                        <a:pt x="106533" y="38096"/>
                      </a:lnTo>
                      <a:lnTo>
                        <a:pt x="107644" y="39566"/>
                      </a:lnTo>
                      <a:lnTo>
                        <a:pt x="111615" y="36233"/>
                      </a:lnTo>
                      <a:lnTo>
                        <a:pt x="110411" y="33176"/>
                      </a:lnTo>
                      <a:lnTo>
                        <a:pt x="115006" y="37008"/>
                      </a:lnTo>
                      <a:lnTo>
                        <a:pt x="115562" y="42344"/>
                      </a:lnTo>
                      <a:lnTo>
                        <a:pt x="127636" y="44532"/>
                      </a:lnTo>
                      <a:lnTo>
                        <a:pt x="127254" y="45505"/>
                      </a:lnTo>
                      <a:lnTo>
                        <a:pt x="125668" y="48352"/>
                      </a:lnTo>
                      <a:lnTo>
                        <a:pt x="125969" y="48781"/>
                      </a:lnTo>
                      <a:lnTo>
                        <a:pt x="125471" y="50054"/>
                      </a:lnTo>
                      <a:lnTo>
                        <a:pt x="127925" y="52670"/>
                      </a:lnTo>
                      <a:lnTo>
                        <a:pt x="127902" y="52832"/>
                      </a:lnTo>
                      <a:lnTo>
                        <a:pt x="125992" y="54511"/>
                      </a:lnTo>
                      <a:lnTo>
                        <a:pt x="127254" y="56884"/>
                      </a:lnTo>
                      <a:lnTo>
                        <a:pt x="129187" y="56073"/>
                      </a:lnTo>
                      <a:lnTo>
                        <a:pt x="130842" y="67372"/>
                      </a:lnTo>
                      <a:lnTo>
                        <a:pt x="135878" y="70520"/>
                      </a:lnTo>
                      <a:lnTo>
                        <a:pt x="132069" y="79410"/>
                      </a:lnTo>
                      <a:lnTo>
                        <a:pt x="135102" y="80776"/>
                      </a:lnTo>
                      <a:lnTo>
                        <a:pt x="136653" y="81471"/>
                      </a:lnTo>
                      <a:lnTo>
                        <a:pt x="135635" y="83289"/>
                      </a:lnTo>
                      <a:lnTo>
                        <a:pt x="137406" y="80776"/>
                      </a:lnTo>
                      <a:lnTo>
                        <a:pt x="137475" y="80684"/>
                      </a:lnTo>
                      <a:lnTo>
                        <a:pt x="146666" y="77790"/>
                      </a:lnTo>
                      <a:lnTo>
                        <a:pt x="157108" y="76331"/>
                      </a:lnTo>
                      <a:lnTo>
                        <a:pt x="160303" y="70856"/>
                      </a:lnTo>
                      <a:lnTo>
                        <a:pt x="166067" y="68356"/>
                      </a:lnTo>
                      <a:lnTo>
                        <a:pt x="171624" y="69907"/>
                      </a:lnTo>
                      <a:lnTo>
                        <a:pt x="179310" y="72037"/>
                      </a:lnTo>
                      <a:lnTo>
                        <a:pt x="179519" y="72141"/>
                      </a:lnTo>
                      <a:lnTo>
                        <a:pt x="179646" y="72129"/>
                      </a:lnTo>
                      <a:lnTo>
                        <a:pt x="182679" y="72974"/>
                      </a:lnTo>
                      <a:lnTo>
                        <a:pt x="187691" y="71585"/>
                      </a:lnTo>
                      <a:lnTo>
                        <a:pt x="187911" y="71573"/>
                      </a:lnTo>
                      <a:lnTo>
                        <a:pt x="193664" y="74224"/>
                      </a:lnTo>
                      <a:lnTo>
                        <a:pt x="192924" y="75394"/>
                      </a:lnTo>
                      <a:lnTo>
                        <a:pt x="191396" y="77443"/>
                      </a:lnTo>
                      <a:lnTo>
                        <a:pt x="187911" y="78507"/>
                      </a:lnTo>
                      <a:lnTo>
                        <a:pt x="187367" y="80776"/>
                      </a:lnTo>
                      <a:lnTo>
                        <a:pt x="186846" y="82976"/>
                      </a:lnTo>
                      <a:lnTo>
                        <a:pt x="182308" y="85638"/>
                      </a:lnTo>
                      <a:lnTo>
                        <a:pt x="180584" y="91229"/>
                      </a:lnTo>
                      <a:lnTo>
                        <a:pt x="176937" y="94702"/>
                      </a:lnTo>
                      <a:lnTo>
                        <a:pt x="176289" y="101567"/>
                      </a:lnTo>
                      <a:lnTo>
                        <a:pt x="172620" y="102608"/>
                      </a:lnTo>
                      <a:lnTo>
                        <a:pt x="171624" y="105850"/>
                      </a:lnTo>
                      <a:lnTo>
                        <a:pt x="171439" y="106440"/>
                      </a:lnTo>
                      <a:lnTo>
                        <a:pt x="162965" y="110549"/>
                      </a:lnTo>
                      <a:lnTo>
                        <a:pt x="158393" y="114439"/>
                      </a:lnTo>
                      <a:lnTo>
                        <a:pt x="155221" y="116893"/>
                      </a:lnTo>
                      <a:lnTo>
                        <a:pt x="151644" y="118919"/>
                      </a:lnTo>
                      <a:lnTo>
                        <a:pt x="150267" y="117981"/>
                      </a:lnTo>
                      <a:lnTo>
                        <a:pt x="149942" y="122334"/>
                      </a:lnTo>
                      <a:lnTo>
                        <a:pt x="151158" y="122195"/>
                      </a:lnTo>
                      <a:lnTo>
                        <a:pt x="148785" y="125402"/>
                      </a:lnTo>
                      <a:lnTo>
                        <a:pt x="146527" y="125019"/>
                      </a:lnTo>
                      <a:lnTo>
                        <a:pt x="145926" y="124765"/>
                      </a:lnTo>
                      <a:lnTo>
                        <a:pt x="146238" y="123110"/>
                      </a:lnTo>
                      <a:lnTo>
                        <a:pt x="143541" y="123839"/>
                      </a:lnTo>
                      <a:lnTo>
                        <a:pt x="141145" y="126837"/>
                      </a:lnTo>
                      <a:lnTo>
                        <a:pt x="141295" y="127045"/>
                      </a:lnTo>
                      <a:lnTo>
                        <a:pt x="141156" y="127173"/>
                      </a:lnTo>
                      <a:lnTo>
                        <a:pt x="141029" y="127253"/>
                      </a:lnTo>
                      <a:lnTo>
                        <a:pt x="141064" y="126953"/>
                      </a:lnTo>
                      <a:lnTo>
                        <a:pt x="140577" y="127554"/>
                      </a:lnTo>
                      <a:lnTo>
                        <a:pt x="134732" y="129233"/>
                      </a:lnTo>
                      <a:lnTo>
                        <a:pt x="134234" y="129823"/>
                      </a:lnTo>
                      <a:lnTo>
                        <a:pt x="133678" y="130009"/>
                      </a:lnTo>
                      <a:lnTo>
                        <a:pt x="132405" y="132000"/>
                      </a:lnTo>
                      <a:lnTo>
                        <a:pt x="130391" y="134407"/>
                      </a:lnTo>
                      <a:lnTo>
                        <a:pt x="128573" y="145833"/>
                      </a:lnTo>
                      <a:lnTo>
                        <a:pt x="119116" y="149317"/>
                      </a:lnTo>
                      <a:lnTo>
                        <a:pt x="107980" y="158323"/>
                      </a:lnTo>
                      <a:lnTo>
                        <a:pt x="105456" y="162630"/>
                      </a:lnTo>
                      <a:lnTo>
                        <a:pt x="92630" y="169135"/>
                      </a:lnTo>
                      <a:lnTo>
                        <a:pt x="90245" y="168197"/>
                      </a:lnTo>
                      <a:lnTo>
                        <a:pt x="92584" y="165685"/>
                      </a:lnTo>
                      <a:lnTo>
                        <a:pt x="89250" y="167283"/>
                      </a:lnTo>
                      <a:lnTo>
                        <a:pt x="85048" y="166114"/>
                      </a:lnTo>
                      <a:lnTo>
                        <a:pt x="89424" y="159736"/>
                      </a:lnTo>
                      <a:lnTo>
                        <a:pt x="88521" y="156321"/>
                      </a:lnTo>
                      <a:lnTo>
                        <a:pt x="89227" y="159817"/>
                      </a:lnTo>
                      <a:lnTo>
                        <a:pt x="84678" y="165709"/>
                      </a:lnTo>
                      <a:lnTo>
                        <a:pt x="84735" y="166195"/>
                      </a:lnTo>
                      <a:lnTo>
                        <a:pt x="86321" y="167515"/>
                      </a:lnTo>
                      <a:lnTo>
                        <a:pt x="85731" y="169679"/>
                      </a:lnTo>
                      <a:lnTo>
                        <a:pt x="82351" y="174090"/>
                      </a:lnTo>
                      <a:lnTo>
                        <a:pt x="82837" y="174032"/>
                      </a:lnTo>
                      <a:lnTo>
                        <a:pt x="85708" y="177180"/>
                      </a:lnTo>
                      <a:lnTo>
                        <a:pt x="88382" y="177493"/>
                      </a:lnTo>
                      <a:lnTo>
                        <a:pt x="88544" y="178489"/>
                      </a:lnTo>
                      <a:lnTo>
                        <a:pt x="88463" y="179183"/>
                      </a:lnTo>
                      <a:lnTo>
                        <a:pt x="78160" y="176104"/>
                      </a:lnTo>
                      <a:lnTo>
                        <a:pt x="70566" y="169934"/>
                      </a:lnTo>
                      <a:lnTo>
                        <a:pt x="65925" y="168290"/>
                      </a:lnTo>
                      <a:lnTo>
                        <a:pt x="64153" y="167665"/>
                      </a:lnTo>
                      <a:lnTo>
                        <a:pt x="61028" y="168545"/>
                      </a:lnTo>
                      <a:lnTo>
                        <a:pt x="61294" y="169725"/>
                      </a:lnTo>
                      <a:lnTo>
                        <a:pt x="58516" y="173638"/>
                      </a:lnTo>
                      <a:lnTo>
                        <a:pt x="58238" y="173522"/>
                      </a:lnTo>
                      <a:lnTo>
                        <a:pt x="58748" y="171879"/>
                      </a:lnTo>
                      <a:lnTo>
                        <a:pt x="61016" y="167977"/>
                      </a:lnTo>
                      <a:lnTo>
                        <a:pt x="57127" y="156263"/>
                      </a:lnTo>
                      <a:lnTo>
                        <a:pt x="62024" y="153450"/>
                      </a:lnTo>
                      <a:lnTo>
                        <a:pt x="65925" y="153415"/>
                      </a:lnTo>
                      <a:lnTo>
                        <a:pt x="68726" y="153403"/>
                      </a:lnTo>
                      <a:lnTo>
                        <a:pt x="71435" y="145867"/>
                      </a:lnTo>
                      <a:lnTo>
                        <a:pt x="69432" y="140774"/>
                      </a:lnTo>
                      <a:lnTo>
                        <a:pt x="75243" y="136862"/>
                      </a:lnTo>
                      <a:lnTo>
                        <a:pt x="83636" y="134454"/>
                      </a:lnTo>
                      <a:lnTo>
                        <a:pt x="83508" y="134257"/>
                      </a:lnTo>
                      <a:lnTo>
                        <a:pt x="75035" y="136827"/>
                      </a:lnTo>
                      <a:lnTo>
                        <a:pt x="65925" y="142325"/>
                      </a:lnTo>
                      <a:lnTo>
                        <a:pt x="65681" y="142464"/>
                      </a:lnTo>
                      <a:lnTo>
                        <a:pt x="63563" y="146423"/>
                      </a:lnTo>
                      <a:lnTo>
                        <a:pt x="60345" y="147835"/>
                      </a:lnTo>
                      <a:lnTo>
                        <a:pt x="59766" y="151354"/>
                      </a:lnTo>
                      <a:lnTo>
                        <a:pt x="53770" y="158439"/>
                      </a:lnTo>
                      <a:lnTo>
                        <a:pt x="48514" y="161240"/>
                      </a:lnTo>
                      <a:lnTo>
                        <a:pt x="49522" y="159562"/>
                      </a:lnTo>
                      <a:lnTo>
                        <a:pt x="49255" y="159180"/>
                      </a:lnTo>
                      <a:lnTo>
                        <a:pt x="49487" y="158532"/>
                      </a:lnTo>
                      <a:lnTo>
                        <a:pt x="48132" y="157571"/>
                      </a:lnTo>
                      <a:lnTo>
                        <a:pt x="47982" y="157351"/>
                      </a:lnTo>
                      <a:lnTo>
                        <a:pt x="46917" y="156703"/>
                      </a:lnTo>
                      <a:lnTo>
                        <a:pt x="45539" y="155730"/>
                      </a:lnTo>
                      <a:lnTo>
                        <a:pt x="45389" y="154874"/>
                      </a:lnTo>
                      <a:lnTo>
                        <a:pt x="45898" y="154029"/>
                      </a:lnTo>
                      <a:lnTo>
                        <a:pt x="44926" y="152339"/>
                      </a:lnTo>
                      <a:lnTo>
                        <a:pt x="43907" y="146817"/>
                      </a:lnTo>
                      <a:lnTo>
                        <a:pt x="41198" y="144119"/>
                      </a:lnTo>
                      <a:lnTo>
                        <a:pt x="40897" y="144965"/>
                      </a:lnTo>
                      <a:lnTo>
                        <a:pt x="35839" y="145636"/>
                      </a:lnTo>
                      <a:lnTo>
                        <a:pt x="34739" y="146736"/>
                      </a:lnTo>
                      <a:lnTo>
                        <a:pt x="33813" y="147419"/>
                      </a:lnTo>
                      <a:lnTo>
                        <a:pt x="33408" y="142186"/>
                      </a:lnTo>
                      <a:lnTo>
                        <a:pt x="31718" y="143240"/>
                      </a:lnTo>
                      <a:lnTo>
                        <a:pt x="31834" y="142615"/>
                      </a:lnTo>
                      <a:lnTo>
                        <a:pt x="32250" y="141492"/>
                      </a:lnTo>
                      <a:lnTo>
                        <a:pt x="30884" y="142071"/>
                      </a:lnTo>
                      <a:lnTo>
                        <a:pt x="28303" y="141642"/>
                      </a:lnTo>
                      <a:lnTo>
                        <a:pt x="27435" y="141145"/>
                      </a:lnTo>
                      <a:lnTo>
                        <a:pt x="27342" y="137984"/>
                      </a:lnTo>
                      <a:lnTo>
                        <a:pt x="29125" y="132729"/>
                      </a:lnTo>
                      <a:lnTo>
                        <a:pt x="30595" y="130147"/>
                      </a:lnTo>
                      <a:lnTo>
                        <a:pt x="27944" y="130159"/>
                      </a:lnTo>
                      <a:lnTo>
                        <a:pt x="29275" y="127416"/>
                      </a:lnTo>
                      <a:lnTo>
                        <a:pt x="27643" y="123955"/>
                      </a:lnTo>
                      <a:lnTo>
                        <a:pt x="24275" y="120250"/>
                      </a:lnTo>
                      <a:lnTo>
                        <a:pt x="22098" y="121037"/>
                      </a:lnTo>
                      <a:lnTo>
                        <a:pt x="21624" y="118317"/>
                      </a:lnTo>
                      <a:lnTo>
                        <a:pt x="22446" y="115029"/>
                      </a:lnTo>
                      <a:lnTo>
                        <a:pt x="22226" y="111695"/>
                      </a:lnTo>
                      <a:lnTo>
                        <a:pt x="25826" y="111279"/>
                      </a:lnTo>
                      <a:lnTo>
                        <a:pt x="22168" y="111545"/>
                      </a:lnTo>
                      <a:lnTo>
                        <a:pt x="21902" y="114555"/>
                      </a:lnTo>
                      <a:lnTo>
                        <a:pt x="12548" y="106382"/>
                      </a:lnTo>
                      <a:lnTo>
                        <a:pt x="10939" y="104218"/>
                      </a:lnTo>
                      <a:lnTo>
                        <a:pt x="13567" y="101520"/>
                      </a:lnTo>
                      <a:lnTo>
                        <a:pt x="9492" y="98545"/>
                      </a:lnTo>
                      <a:lnTo>
                        <a:pt x="11645" y="94899"/>
                      </a:lnTo>
                      <a:lnTo>
                        <a:pt x="12953" y="95559"/>
                      </a:lnTo>
                      <a:lnTo>
                        <a:pt x="11587" y="93475"/>
                      </a:lnTo>
                      <a:lnTo>
                        <a:pt x="9515" y="95385"/>
                      </a:lnTo>
                      <a:lnTo>
                        <a:pt x="7490" y="93001"/>
                      </a:lnTo>
                      <a:lnTo>
                        <a:pt x="7779" y="90014"/>
                      </a:lnTo>
                      <a:lnTo>
                        <a:pt x="2743" y="89181"/>
                      </a:lnTo>
                      <a:lnTo>
                        <a:pt x="2142" y="85673"/>
                      </a:lnTo>
                      <a:lnTo>
                        <a:pt x="428" y="86865"/>
                      </a:lnTo>
                      <a:lnTo>
                        <a:pt x="0" y="85152"/>
                      </a:lnTo>
                      <a:lnTo>
                        <a:pt x="2037" y="85349"/>
                      </a:lnTo>
                      <a:lnTo>
                        <a:pt x="4434" y="82559"/>
                      </a:lnTo>
                      <a:lnTo>
                        <a:pt x="2234" y="80776"/>
                      </a:lnTo>
                      <a:lnTo>
                        <a:pt x="1817" y="80441"/>
                      </a:lnTo>
                      <a:lnTo>
                        <a:pt x="1956" y="80198"/>
                      </a:lnTo>
                      <a:lnTo>
                        <a:pt x="1979" y="80152"/>
                      </a:lnTo>
                      <a:lnTo>
                        <a:pt x="1887" y="80036"/>
                      </a:lnTo>
                      <a:lnTo>
                        <a:pt x="2060" y="79989"/>
                      </a:lnTo>
                      <a:lnTo>
                        <a:pt x="3542" y="80776"/>
                      </a:lnTo>
                      <a:lnTo>
                        <a:pt x="4943" y="81506"/>
                      </a:lnTo>
                      <a:lnTo>
                        <a:pt x="5765" y="80776"/>
                      </a:lnTo>
                      <a:lnTo>
                        <a:pt x="10048" y="76887"/>
                      </a:lnTo>
                      <a:lnTo>
                        <a:pt x="10546" y="74132"/>
                      </a:lnTo>
                      <a:lnTo>
                        <a:pt x="11645" y="75741"/>
                      </a:lnTo>
                      <a:lnTo>
                        <a:pt x="14979" y="74919"/>
                      </a:lnTo>
                      <a:lnTo>
                        <a:pt x="16669" y="70775"/>
                      </a:lnTo>
                      <a:lnTo>
                        <a:pt x="18139" y="70601"/>
                      </a:lnTo>
                      <a:lnTo>
                        <a:pt x="21276" y="69386"/>
                      </a:lnTo>
                      <a:lnTo>
                        <a:pt x="18475" y="68055"/>
                      </a:lnTo>
                      <a:lnTo>
                        <a:pt x="18035" y="70370"/>
                      </a:lnTo>
                      <a:lnTo>
                        <a:pt x="17989" y="70370"/>
                      </a:lnTo>
                      <a:lnTo>
                        <a:pt x="15755" y="70266"/>
                      </a:lnTo>
                      <a:lnTo>
                        <a:pt x="13810" y="72905"/>
                      </a:lnTo>
                      <a:lnTo>
                        <a:pt x="11240" y="73148"/>
                      </a:lnTo>
                      <a:lnTo>
                        <a:pt x="11148" y="71967"/>
                      </a:lnTo>
                      <a:lnTo>
                        <a:pt x="9122" y="74734"/>
                      </a:lnTo>
                      <a:lnTo>
                        <a:pt x="8115" y="73900"/>
                      </a:lnTo>
                      <a:lnTo>
                        <a:pt x="10025" y="64848"/>
                      </a:lnTo>
                      <a:lnTo>
                        <a:pt x="7177" y="63598"/>
                      </a:lnTo>
                      <a:lnTo>
                        <a:pt x="6540" y="60079"/>
                      </a:lnTo>
                      <a:lnTo>
                        <a:pt x="2894" y="59188"/>
                      </a:lnTo>
                      <a:lnTo>
                        <a:pt x="3044" y="58042"/>
                      </a:lnTo>
                      <a:lnTo>
                        <a:pt x="3299" y="57486"/>
                      </a:lnTo>
                      <a:lnTo>
                        <a:pt x="3137" y="57324"/>
                      </a:lnTo>
                      <a:lnTo>
                        <a:pt x="3415" y="55148"/>
                      </a:lnTo>
                      <a:lnTo>
                        <a:pt x="4387" y="54453"/>
                      </a:lnTo>
                      <a:lnTo>
                        <a:pt x="5985" y="54893"/>
                      </a:lnTo>
                      <a:lnTo>
                        <a:pt x="7791" y="52682"/>
                      </a:lnTo>
                      <a:lnTo>
                        <a:pt x="7258" y="51223"/>
                      </a:lnTo>
                      <a:lnTo>
                        <a:pt x="7246" y="50679"/>
                      </a:lnTo>
                      <a:lnTo>
                        <a:pt x="8890" y="48526"/>
                      </a:lnTo>
                      <a:lnTo>
                        <a:pt x="7837" y="46998"/>
                      </a:lnTo>
                      <a:lnTo>
                        <a:pt x="9469" y="44220"/>
                      </a:lnTo>
                      <a:lnTo>
                        <a:pt x="8242" y="42946"/>
                      </a:lnTo>
                      <a:lnTo>
                        <a:pt x="11240" y="39844"/>
                      </a:lnTo>
                      <a:lnTo>
                        <a:pt x="13694" y="31185"/>
                      </a:lnTo>
                      <a:lnTo>
                        <a:pt x="12317" y="30028"/>
                      </a:lnTo>
                      <a:lnTo>
                        <a:pt x="10094" y="26312"/>
                      </a:lnTo>
                      <a:lnTo>
                        <a:pt x="9585" y="24633"/>
                      </a:lnTo>
                      <a:lnTo>
                        <a:pt x="9747" y="24055"/>
                      </a:lnTo>
                      <a:lnTo>
                        <a:pt x="10765" y="22133"/>
                      </a:lnTo>
                      <a:lnTo>
                        <a:pt x="9446" y="21358"/>
                      </a:lnTo>
                      <a:lnTo>
                        <a:pt x="8265" y="19795"/>
                      </a:lnTo>
                      <a:lnTo>
                        <a:pt x="8751" y="17734"/>
                      </a:lnTo>
                      <a:lnTo>
                        <a:pt x="8937" y="17561"/>
                      </a:lnTo>
                      <a:lnTo>
                        <a:pt x="8821" y="17456"/>
                      </a:lnTo>
                      <a:lnTo>
                        <a:pt x="8971" y="16820"/>
                      </a:lnTo>
                      <a:lnTo>
                        <a:pt x="7316" y="14539"/>
                      </a:lnTo>
                      <a:lnTo>
                        <a:pt x="7443" y="14065"/>
                      </a:lnTo>
                      <a:lnTo>
                        <a:pt x="9793" y="12282"/>
                      </a:lnTo>
                      <a:lnTo>
                        <a:pt x="10985" y="11645"/>
                      </a:lnTo>
                      <a:lnTo>
                        <a:pt x="14551" y="13590"/>
                      </a:lnTo>
                      <a:lnTo>
                        <a:pt x="17017" y="12132"/>
                      </a:lnTo>
                      <a:lnTo>
                        <a:pt x="23233" y="12606"/>
                      </a:lnTo>
                      <a:lnTo>
                        <a:pt x="23904" y="9550"/>
                      </a:lnTo>
                      <a:lnTo>
                        <a:pt x="29889" y="6703"/>
                      </a:lnTo>
                      <a:lnTo>
                        <a:pt x="29820" y="7316"/>
                      </a:lnTo>
                      <a:lnTo>
                        <a:pt x="28465" y="9423"/>
                      </a:lnTo>
                      <a:lnTo>
                        <a:pt x="31139" y="11147"/>
                      </a:lnTo>
                      <a:lnTo>
                        <a:pt x="31533" y="10789"/>
                      </a:lnTo>
                      <a:lnTo>
                        <a:pt x="31996" y="10997"/>
                      </a:lnTo>
                      <a:lnTo>
                        <a:pt x="33558" y="8902"/>
                      </a:lnTo>
                      <a:lnTo>
                        <a:pt x="33929" y="8566"/>
                      </a:lnTo>
                      <a:lnTo>
                        <a:pt x="36638" y="10048"/>
                      </a:lnTo>
                      <a:lnTo>
                        <a:pt x="37691" y="9099"/>
                      </a:lnTo>
                      <a:lnTo>
                        <a:pt x="37899" y="9226"/>
                      </a:lnTo>
                      <a:lnTo>
                        <a:pt x="37980" y="8844"/>
                      </a:lnTo>
                      <a:lnTo>
                        <a:pt x="38281" y="8566"/>
                      </a:lnTo>
                      <a:lnTo>
                        <a:pt x="38976" y="5475"/>
                      </a:lnTo>
                      <a:lnTo>
                        <a:pt x="40886" y="5938"/>
                      </a:lnTo>
                      <a:lnTo>
                        <a:pt x="41824" y="3727"/>
                      </a:lnTo>
                      <a:lnTo>
                        <a:pt x="44046" y="4133"/>
                      </a:lnTo>
                      <a:lnTo>
                        <a:pt x="42576" y="5961"/>
                      </a:lnTo>
                      <a:lnTo>
                        <a:pt x="45285" y="8288"/>
                      </a:lnTo>
                      <a:lnTo>
                        <a:pt x="49522" y="7466"/>
                      </a:lnTo>
                      <a:lnTo>
                        <a:pt x="51374" y="9539"/>
                      </a:lnTo>
                      <a:lnTo>
                        <a:pt x="52404" y="7987"/>
                      </a:lnTo>
                      <a:lnTo>
                        <a:pt x="51003" y="6899"/>
                      </a:lnTo>
                      <a:lnTo>
                        <a:pt x="50888" y="6367"/>
                      </a:lnTo>
                      <a:lnTo>
                        <a:pt x="53180" y="4746"/>
                      </a:lnTo>
                      <a:lnTo>
                        <a:pt x="51304" y="3693"/>
                      </a:lnTo>
                      <a:lnTo>
                        <a:pt x="57984" y="1007"/>
                      </a:lnTo>
                      <a:lnTo>
                        <a:pt x="59488" y="1262"/>
                      </a:lnTo>
                      <a:lnTo>
                        <a:pt x="60067" y="173"/>
                      </a:lnTo>
                      <a:lnTo>
                        <a:pt x="6050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1" name="Freeform: Shape 200">
                  <a:extLst>
                    <a:ext uri="{FF2B5EF4-FFF2-40B4-BE49-F238E27FC236}">
                      <a16:creationId xmlns:a16="http://schemas.microsoft.com/office/drawing/2014/main" id="{0951817D-A68A-4B51-836B-E7571BD3CE14}"/>
                    </a:ext>
                  </a:extLst>
                </p:cNvPr>
                <p:cNvSpPr/>
                <p:nvPr/>
              </p:nvSpPr>
              <p:spPr>
                <a:xfrm>
                  <a:off x="8528814" y="5723917"/>
                  <a:ext cx="50331" cy="52473"/>
                </a:xfrm>
                <a:custGeom>
                  <a:avLst/>
                  <a:gdLst>
                    <a:gd name="connsiteX0" fmla="*/ 18846 w 50331"/>
                    <a:gd name="connsiteY0" fmla="*/ 4179 h 52473"/>
                    <a:gd name="connsiteX1" fmla="*/ 18984 w 50331"/>
                    <a:gd name="connsiteY1" fmla="*/ 4503 h 52473"/>
                    <a:gd name="connsiteX2" fmla="*/ 18498 w 50331"/>
                    <a:gd name="connsiteY2" fmla="*/ 5418 h 52473"/>
                    <a:gd name="connsiteX3" fmla="*/ 19447 w 50331"/>
                    <a:gd name="connsiteY3" fmla="*/ 5580 h 52473"/>
                    <a:gd name="connsiteX4" fmla="*/ 19656 w 50331"/>
                    <a:gd name="connsiteY4" fmla="*/ 6078 h 52473"/>
                    <a:gd name="connsiteX5" fmla="*/ 19957 w 50331"/>
                    <a:gd name="connsiteY5" fmla="*/ 5661 h 52473"/>
                    <a:gd name="connsiteX6" fmla="*/ 22272 w 50331"/>
                    <a:gd name="connsiteY6" fmla="*/ 6066 h 52473"/>
                    <a:gd name="connsiteX7" fmla="*/ 24448 w 50331"/>
                    <a:gd name="connsiteY7" fmla="*/ 7339 h 52473"/>
                    <a:gd name="connsiteX8" fmla="*/ 25212 w 50331"/>
                    <a:gd name="connsiteY8" fmla="*/ 8150 h 52473"/>
                    <a:gd name="connsiteX9" fmla="*/ 25363 w 50331"/>
                    <a:gd name="connsiteY9" fmla="*/ 7860 h 52473"/>
                    <a:gd name="connsiteX10" fmla="*/ 25664 w 50331"/>
                    <a:gd name="connsiteY10" fmla="*/ 8034 h 52473"/>
                    <a:gd name="connsiteX11" fmla="*/ 26196 w 50331"/>
                    <a:gd name="connsiteY11" fmla="*/ 6413 h 52473"/>
                    <a:gd name="connsiteX12" fmla="*/ 26821 w 50331"/>
                    <a:gd name="connsiteY12" fmla="*/ 5314 h 52473"/>
                    <a:gd name="connsiteX13" fmla="*/ 28361 w 50331"/>
                    <a:gd name="connsiteY13" fmla="*/ 6506 h 52473"/>
                    <a:gd name="connsiteX14" fmla="*/ 28257 w 50331"/>
                    <a:gd name="connsiteY14" fmla="*/ 8451 h 52473"/>
                    <a:gd name="connsiteX15" fmla="*/ 27470 w 50331"/>
                    <a:gd name="connsiteY15" fmla="*/ 8601 h 52473"/>
                    <a:gd name="connsiteX16" fmla="*/ 25143 w 50331"/>
                    <a:gd name="connsiteY16" fmla="*/ 8647 h 52473"/>
                    <a:gd name="connsiteX17" fmla="*/ 24194 w 50331"/>
                    <a:gd name="connsiteY17" fmla="*/ 12039 h 52473"/>
                    <a:gd name="connsiteX18" fmla="*/ 27701 w 50331"/>
                    <a:gd name="connsiteY18" fmla="*/ 9481 h 52473"/>
                    <a:gd name="connsiteX19" fmla="*/ 28210 w 50331"/>
                    <a:gd name="connsiteY19" fmla="*/ 9735 h 52473"/>
                    <a:gd name="connsiteX20" fmla="*/ 31162 w 50331"/>
                    <a:gd name="connsiteY20" fmla="*/ 15234 h 52473"/>
                    <a:gd name="connsiteX21" fmla="*/ 34531 w 50331"/>
                    <a:gd name="connsiteY21" fmla="*/ 14169 h 52473"/>
                    <a:gd name="connsiteX22" fmla="*/ 36823 w 50331"/>
                    <a:gd name="connsiteY22" fmla="*/ 14493 h 52473"/>
                    <a:gd name="connsiteX23" fmla="*/ 38235 w 50331"/>
                    <a:gd name="connsiteY23" fmla="*/ 16229 h 52473"/>
                    <a:gd name="connsiteX24" fmla="*/ 39844 w 50331"/>
                    <a:gd name="connsiteY24" fmla="*/ 15917 h 52473"/>
                    <a:gd name="connsiteX25" fmla="*/ 38768 w 50331"/>
                    <a:gd name="connsiteY25" fmla="*/ 21149 h 52473"/>
                    <a:gd name="connsiteX26" fmla="*/ 40562 w 50331"/>
                    <a:gd name="connsiteY26" fmla="*/ 22967 h 52473"/>
                    <a:gd name="connsiteX27" fmla="*/ 36256 w 50331"/>
                    <a:gd name="connsiteY27" fmla="*/ 23719 h 52473"/>
                    <a:gd name="connsiteX28" fmla="*/ 34137 w 50331"/>
                    <a:gd name="connsiteY28" fmla="*/ 24078 h 52473"/>
                    <a:gd name="connsiteX29" fmla="*/ 35677 w 50331"/>
                    <a:gd name="connsiteY29" fmla="*/ 26694 h 52473"/>
                    <a:gd name="connsiteX30" fmla="*/ 31625 w 50331"/>
                    <a:gd name="connsiteY30" fmla="*/ 26659 h 52473"/>
                    <a:gd name="connsiteX31" fmla="*/ 32737 w 50331"/>
                    <a:gd name="connsiteY31" fmla="*/ 27435 h 52473"/>
                    <a:gd name="connsiteX32" fmla="*/ 31081 w 50331"/>
                    <a:gd name="connsiteY32" fmla="*/ 29056 h 52473"/>
                    <a:gd name="connsiteX33" fmla="*/ 35387 w 50331"/>
                    <a:gd name="connsiteY33" fmla="*/ 27227 h 52473"/>
                    <a:gd name="connsiteX34" fmla="*/ 37402 w 50331"/>
                    <a:gd name="connsiteY34" fmla="*/ 28732 h 52473"/>
                    <a:gd name="connsiteX35" fmla="*/ 35515 w 50331"/>
                    <a:gd name="connsiteY35" fmla="*/ 31741 h 52473"/>
                    <a:gd name="connsiteX36" fmla="*/ 36672 w 50331"/>
                    <a:gd name="connsiteY36" fmla="*/ 33142 h 52473"/>
                    <a:gd name="connsiteX37" fmla="*/ 37170 w 50331"/>
                    <a:gd name="connsiteY37" fmla="*/ 31614 h 52473"/>
                    <a:gd name="connsiteX38" fmla="*/ 42449 w 50331"/>
                    <a:gd name="connsiteY38" fmla="*/ 33176 h 52473"/>
                    <a:gd name="connsiteX39" fmla="*/ 42078 w 50331"/>
                    <a:gd name="connsiteY39" fmla="*/ 36788 h 52473"/>
                    <a:gd name="connsiteX40" fmla="*/ 39069 w 50331"/>
                    <a:gd name="connsiteY40" fmla="*/ 38652 h 52473"/>
                    <a:gd name="connsiteX41" fmla="*/ 45551 w 50331"/>
                    <a:gd name="connsiteY41" fmla="*/ 37147 h 52473"/>
                    <a:gd name="connsiteX42" fmla="*/ 47704 w 50331"/>
                    <a:gd name="connsiteY42" fmla="*/ 38629 h 52473"/>
                    <a:gd name="connsiteX43" fmla="*/ 43873 w 50331"/>
                    <a:gd name="connsiteY43" fmla="*/ 39914 h 52473"/>
                    <a:gd name="connsiteX44" fmla="*/ 48619 w 50331"/>
                    <a:gd name="connsiteY44" fmla="*/ 44521 h 52473"/>
                    <a:gd name="connsiteX45" fmla="*/ 48410 w 50331"/>
                    <a:gd name="connsiteY45" fmla="*/ 46338 h 52473"/>
                    <a:gd name="connsiteX46" fmla="*/ 46465 w 50331"/>
                    <a:gd name="connsiteY46" fmla="*/ 45320 h 52473"/>
                    <a:gd name="connsiteX47" fmla="*/ 47646 w 50331"/>
                    <a:gd name="connsiteY47" fmla="*/ 47947 h 52473"/>
                    <a:gd name="connsiteX48" fmla="*/ 50332 w 50331"/>
                    <a:gd name="connsiteY48" fmla="*/ 48677 h 52473"/>
                    <a:gd name="connsiteX49" fmla="*/ 41511 w 50331"/>
                    <a:gd name="connsiteY49" fmla="*/ 50355 h 52473"/>
                    <a:gd name="connsiteX50" fmla="*/ 39728 w 50331"/>
                    <a:gd name="connsiteY50" fmla="*/ 52474 h 52473"/>
                    <a:gd name="connsiteX51" fmla="*/ 38143 w 50331"/>
                    <a:gd name="connsiteY51" fmla="*/ 49545 h 52473"/>
                    <a:gd name="connsiteX52" fmla="*/ 37737 w 50331"/>
                    <a:gd name="connsiteY52" fmla="*/ 50147 h 52473"/>
                    <a:gd name="connsiteX53" fmla="*/ 37680 w 50331"/>
                    <a:gd name="connsiteY53" fmla="*/ 50077 h 52473"/>
                    <a:gd name="connsiteX54" fmla="*/ 36198 w 50331"/>
                    <a:gd name="connsiteY54" fmla="*/ 52231 h 52473"/>
                    <a:gd name="connsiteX55" fmla="*/ 35943 w 50331"/>
                    <a:gd name="connsiteY55" fmla="*/ 52115 h 52473"/>
                    <a:gd name="connsiteX56" fmla="*/ 36001 w 50331"/>
                    <a:gd name="connsiteY56" fmla="*/ 51501 h 52473"/>
                    <a:gd name="connsiteX57" fmla="*/ 30387 w 50331"/>
                    <a:gd name="connsiteY57" fmla="*/ 49498 h 52473"/>
                    <a:gd name="connsiteX58" fmla="*/ 28789 w 50331"/>
                    <a:gd name="connsiteY58" fmla="*/ 47126 h 52473"/>
                    <a:gd name="connsiteX59" fmla="*/ 30653 w 50331"/>
                    <a:gd name="connsiteY59" fmla="*/ 45759 h 52473"/>
                    <a:gd name="connsiteX60" fmla="*/ 29796 w 50331"/>
                    <a:gd name="connsiteY60" fmla="*/ 44880 h 52473"/>
                    <a:gd name="connsiteX61" fmla="*/ 30491 w 50331"/>
                    <a:gd name="connsiteY61" fmla="*/ 43329 h 52473"/>
                    <a:gd name="connsiteX62" fmla="*/ 31000 w 50331"/>
                    <a:gd name="connsiteY62" fmla="*/ 42530 h 52473"/>
                    <a:gd name="connsiteX63" fmla="*/ 25351 w 50331"/>
                    <a:gd name="connsiteY63" fmla="*/ 34716 h 52473"/>
                    <a:gd name="connsiteX64" fmla="*/ 27620 w 50331"/>
                    <a:gd name="connsiteY64" fmla="*/ 32783 h 52473"/>
                    <a:gd name="connsiteX65" fmla="*/ 26995 w 50331"/>
                    <a:gd name="connsiteY65" fmla="*/ 31556 h 52473"/>
                    <a:gd name="connsiteX66" fmla="*/ 27354 w 50331"/>
                    <a:gd name="connsiteY66" fmla="*/ 30861 h 52473"/>
                    <a:gd name="connsiteX67" fmla="*/ 28720 w 50331"/>
                    <a:gd name="connsiteY67" fmla="*/ 30479 h 52473"/>
                    <a:gd name="connsiteX68" fmla="*/ 28453 w 50331"/>
                    <a:gd name="connsiteY68" fmla="*/ 29021 h 52473"/>
                    <a:gd name="connsiteX69" fmla="*/ 22017 w 50331"/>
                    <a:gd name="connsiteY69" fmla="*/ 27956 h 52473"/>
                    <a:gd name="connsiteX70" fmla="*/ 21184 w 50331"/>
                    <a:gd name="connsiteY70" fmla="*/ 25780 h 52473"/>
                    <a:gd name="connsiteX71" fmla="*/ 20582 w 50331"/>
                    <a:gd name="connsiteY71" fmla="*/ 25803 h 52473"/>
                    <a:gd name="connsiteX72" fmla="*/ 20466 w 50331"/>
                    <a:gd name="connsiteY72" fmla="*/ 25282 h 52473"/>
                    <a:gd name="connsiteX73" fmla="*/ 16878 w 50331"/>
                    <a:gd name="connsiteY73" fmla="*/ 25919 h 52473"/>
                    <a:gd name="connsiteX74" fmla="*/ 16634 w 50331"/>
                    <a:gd name="connsiteY74" fmla="*/ 23719 h 52473"/>
                    <a:gd name="connsiteX75" fmla="*/ 16611 w 50331"/>
                    <a:gd name="connsiteY75" fmla="*/ 23453 h 52473"/>
                    <a:gd name="connsiteX76" fmla="*/ 16218 w 50331"/>
                    <a:gd name="connsiteY76" fmla="*/ 23719 h 52473"/>
                    <a:gd name="connsiteX77" fmla="*/ 11078 w 50331"/>
                    <a:gd name="connsiteY77" fmla="*/ 27099 h 52473"/>
                    <a:gd name="connsiteX78" fmla="*/ 8080 w 50331"/>
                    <a:gd name="connsiteY78" fmla="*/ 24472 h 52473"/>
                    <a:gd name="connsiteX79" fmla="*/ 6957 w 50331"/>
                    <a:gd name="connsiteY79" fmla="*/ 25479 h 52473"/>
                    <a:gd name="connsiteX80" fmla="*/ 5452 w 50331"/>
                    <a:gd name="connsiteY80" fmla="*/ 26509 h 52473"/>
                    <a:gd name="connsiteX81" fmla="*/ 5140 w 50331"/>
                    <a:gd name="connsiteY81" fmla="*/ 26208 h 52473"/>
                    <a:gd name="connsiteX82" fmla="*/ 4538 w 50331"/>
                    <a:gd name="connsiteY82" fmla="*/ 24796 h 52473"/>
                    <a:gd name="connsiteX83" fmla="*/ 5232 w 50331"/>
                    <a:gd name="connsiteY83" fmla="*/ 23881 h 52473"/>
                    <a:gd name="connsiteX84" fmla="*/ 5012 w 50331"/>
                    <a:gd name="connsiteY84" fmla="*/ 23719 h 52473"/>
                    <a:gd name="connsiteX85" fmla="*/ 3681 w 50331"/>
                    <a:gd name="connsiteY85" fmla="*/ 22735 h 52473"/>
                    <a:gd name="connsiteX86" fmla="*/ 7119 w 50331"/>
                    <a:gd name="connsiteY86" fmla="*/ 20003 h 52473"/>
                    <a:gd name="connsiteX87" fmla="*/ 7628 w 50331"/>
                    <a:gd name="connsiteY87" fmla="*/ 16982 h 52473"/>
                    <a:gd name="connsiteX88" fmla="*/ 7200 w 50331"/>
                    <a:gd name="connsiteY88" fmla="*/ 16855 h 52473"/>
                    <a:gd name="connsiteX89" fmla="*/ 7200 w 50331"/>
                    <a:gd name="connsiteY89" fmla="*/ 16623 h 52473"/>
                    <a:gd name="connsiteX90" fmla="*/ 5174 w 50331"/>
                    <a:gd name="connsiteY90" fmla="*/ 16241 h 52473"/>
                    <a:gd name="connsiteX91" fmla="*/ 3091 w 50331"/>
                    <a:gd name="connsiteY91" fmla="*/ 15616 h 52473"/>
                    <a:gd name="connsiteX92" fmla="*/ 1736 w 50331"/>
                    <a:gd name="connsiteY92" fmla="*/ 11877 h 52473"/>
                    <a:gd name="connsiteX93" fmla="*/ 0 w 50331"/>
                    <a:gd name="connsiteY93" fmla="*/ 11831 h 52473"/>
                    <a:gd name="connsiteX94" fmla="*/ 6008 w 50331"/>
                    <a:gd name="connsiteY94" fmla="*/ 8138 h 52473"/>
                    <a:gd name="connsiteX95" fmla="*/ 6922 w 50331"/>
                    <a:gd name="connsiteY95" fmla="*/ 2165 h 52473"/>
                    <a:gd name="connsiteX96" fmla="*/ 11819 w 50331"/>
                    <a:gd name="connsiteY96" fmla="*/ 4816 h 52473"/>
                    <a:gd name="connsiteX97" fmla="*/ 12513 w 50331"/>
                    <a:gd name="connsiteY97" fmla="*/ 4526 h 52473"/>
                    <a:gd name="connsiteX98" fmla="*/ 13521 w 50331"/>
                    <a:gd name="connsiteY98" fmla="*/ 4978 h 52473"/>
                    <a:gd name="connsiteX99" fmla="*/ 15280 w 50331"/>
                    <a:gd name="connsiteY99" fmla="*/ 3415 h 52473"/>
                    <a:gd name="connsiteX100" fmla="*/ 16611 w 50331"/>
                    <a:gd name="connsiteY100" fmla="*/ 2883 h 52473"/>
                    <a:gd name="connsiteX101" fmla="*/ 18012 w 50331"/>
                    <a:gd name="connsiteY101" fmla="*/ 3971 h 52473"/>
                    <a:gd name="connsiteX102" fmla="*/ 18232 w 50331"/>
                    <a:gd name="connsiteY102" fmla="*/ 4190 h 52473"/>
                    <a:gd name="connsiteX103" fmla="*/ 20072 w 50331"/>
                    <a:gd name="connsiteY103" fmla="*/ 1887 h 52473"/>
                    <a:gd name="connsiteX104" fmla="*/ 20709 w 50331"/>
                    <a:gd name="connsiteY104" fmla="*/ 1551 h 52473"/>
                    <a:gd name="connsiteX105" fmla="*/ 25594 w 50331"/>
                    <a:gd name="connsiteY105" fmla="*/ 1493 h 52473"/>
                    <a:gd name="connsiteX106" fmla="*/ 27284 w 50331"/>
                    <a:gd name="connsiteY106" fmla="*/ 0 h 52473"/>
                    <a:gd name="connsiteX107" fmla="*/ 25583 w 50331"/>
                    <a:gd name="connsiteY107" fmla="*/ 1621 h 52473"/>
                    <a:gd name="connsiteX108" fmla="*/ 20431 w 50331"/>
                    <a:gd name="connsiteY108" fmla="*/ 1841 h 52473"/>
                    <a:gd name="connsiteX109" fmla="*/ 20304 w 50331"/>
                    <a:gd name="connsiteY109" fmla="*/ 1852 h 52473"/>
                    <a:gd name="connsiteX110" fmla="*/ 18846 w 50331"/>
                    <a:gd name="connsiteY110" fmla="*/ 4179 h 5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</a:cxnLst>
                  <a:rect l="l" t="t" r="r" b="b"/>
                  <a:pathLst>
                    <a:path w="50331" h="52473">
                      <a:moveTo>
                        <a:pt x="18846" y="4179"/>
                      </a:moveTo>
                      <a:lnTo>
                        <a:pt x="18984" y="4503"/>
                      </a:lnTo>
                      <a:lnTo>
                        <a:pt x="18498" y="5418"/>
                      </a:lnTo>
                      <a:lnTo>
                        <a:pt x="19447" y="5580"/>
                      </a:lnTo>
                      <a:lnTo>
                        <a:pt x="19656" y="6078"/>
                      </a:lnTo>
                      <a:lnTo>
                        <a:pt x="19957" y="5661"/>
                      </a:lnTo>
                      <a:lnTo>
                        <a:pt x="22272" y="6066"/>
                      </a:lnTo>
                      <a:lnTo>
                        <a:pt x="24448" y="7339"/>
                      </a:lnTo>
                      <a:lnTo>
                        <a:pt x="25212" y="8150"/>
                      </a:lnTo>
                      <a:lnTo>
                        <a:pt x="25363" y="7860"/>
                      </a:lnTo>
                      <a:lnTo>
                        <a:pt x="25664" y="8034"/>
                      </a:lnTo>
                      <a:lnTo>
                        <a:pt x="26196" y="6413"/>
                      </a:lnTo>
                      <a:lnTo>
                        <a:pt x="26821" y="5314"/>
                      </a:lnTo>
                      <a:lnTo>
                        <a:pt x="28361" y="6506"/>
                      </a:lnTo>
                      <a:lnTo>
                        <a:pt x="28257" y="8451"/>
                      </a:lnTo>
                      <a:lnTo>
                        <a:pt x="27470" y="8601"/>
                      </a:lnTo>
                      <a:lnTo>
                        <a:pt x="25143" y="8647"/>
                      </a:lnTo>
                      <a:lnTo>
                        <a:pt x="24194" y="12039"/>
                      </a:lnTo>
                      <a:lnTo>
                        <a:pt x="27701" y="9481"/>
                      </a:lnTo>
                      <a:lnTo>
                        <a:pt x="28210" y="9735"/>
                      </a:lnTo>
                      <a:lnTo>
                        <a:pt x="31162" y="15234"/>
                      </a:lnTo>
                      <a:lnTo>
                        <a:pt x="34531" y="14169"/>
                      </a:lnTo>
                      <a:lnTo>
                        <a:pt x="36823" y="14493"/>
                      </a:lnTo>
                      <a:lnTo>
                        <a:pt x="38235" y="16229"/>
                      </a:lnTo>
                      <a:lnTo>
                        <a:pt x="39844" y="15917"/>
                      </a:lnTo>
                      <a:lnTo>
                        <a:pt x="38768" y="21149"/>
                      </a:lnTo>
                      <a:lnTo>
                        <a:pt x="40562" y="22967"/>
                      </a:lnTo>
                      <a:lnTo>
                        <a:pt x="36256" y="23719"/>
                      </a:lnTo>
                      <a:lnTo>
                        <a:pt x="34137" y="24078"/>
                      </a:lnTo>
                      <a:lnTo>
                        <a:pt x="35677" y="26694"/>
                      </a:lnTo>
                      <a:lnTo>
                        <a:pt x="31625" y="26659"/>
                      </a:lnTo>
                      <a:lnTo>
                        <a:pt x="32737" y="27435"/>
                      </a:lnTo>
                      <a:lnTo>
                        <a:pt x="31081" y="29056"/>
                      </a:lnTo>
                      <a:lnTo>
                        <a:pt x="35387" y="27227"/>
                      </a:lnTo>
                      <a:lnTo>
                        <a:pt x="37402" y="28732"/>
                      </a:lnTo>
                      <a:lnTo>
                        <a:pt x="35515" y="31741"/>
                      </a:lnTo>
                      <a:lnTo>
                        <a:pt x="36672" y="33142"/>
                      </a:lnTo>
                      <a:lnTo>
                        <a:pt x="37170" y="31614"/>
                      </a:lnTo>
                      <a:lnTo>
                        <a:pt x="42449" y="33176"/>
                      </a:lnTo>
                      <a:lnTo>
                        <a:pt x="42078" y="36788"/>
                      </a:lnTo>
                      <a:lnTo>
                        <a:pt x="39069" y="38652"/>
                      </a:lnTo>
                      <a:lnTo>
                        <a:pt x="45551" y="37147"/>
                      </a:lnTo>
                      <a:lnTo>
                        <a:pt x="47704" y="38629"/>
                      </a:lnTo>
                      <a:lnTo>
                        <a:pt x="43873" y="39914"/>
                      </a:lnTo>
                      <a:lnTo>
                        <a:pt x="48619" y="44521"/>
                      </a:lnTo>
                      <a:lnTo>
                        <a:pt x="48410" y="46338"/>
                      </a:lnTo>
                      <a:lnTo>
                        <a:pt x="46465" y="45320"/>
                      </a:lnTo>
                      <a:lnTo>
                        <a:pt x="47646" y="47947"/>
                      </a:lnTo>
                      <a:lnTo>
                        <a:pt x="50332" y="48677"/>
                      </a:lnTo>
                      <a:lnTo>
                        <a:pt x="41511" y="50355"/>
                      </a:lnTo>
                      <a:lnTo>
                        <a:pt x="39728" y="52474"/>
                      </a:lnTo>
                      <a:lnTo>
                        <a:pt x="38143" y="49545"/>
                      </a:lnTo>
                      <a:lnTo>
                        <a:pt x="37737" y="50147"/>
                      </a:lnTo>
                      <a:lnTo>
                        <a:pt x="37680" y="50077"/>
                      </a:lnTo>
                      <a:lnTo>
                        <a:pt x="36198" y="52231"/>
                      </a:lnTo>
                      <a:lnTo>
                        <a:pt x="35943" y="52115"/>
                      </a:lnTo>
                      <a:lnTo>
                        <a:pt x="36001" y="51501"/>
                      </a:lnTo>
                      <a:lnTo>
                        <a:pt x="30387" y="49498"/>
                      </a:lnTo>
                      <a:lnTo>
                        <a:pt x="28789" y="47126"/>
                      </a:lnTo>
                      <a:lnTo>
                        <a:pt x="30653" y="45759"/>
                      </a:lnTo>
                      <a:lnTo>
                        <a:pt x="29796" y="44880"/>
                      </a:lnTo>
                      <a:lnTo>
                        <a:pt x="30491" y="43329"/>
                      </a:lnTo>
                      <a:lnTo>
                        <a:pt x="31000" y="42530"/>
                      </a:lnTo>
                      <a:lnTo>
                        <a:pt x="25351" y="34716"/>
                      </a:lnTo>
                      <a:lnTo>
                        <a:pt x="27620" y="32783"/>
                      </a:lnTo>
                      <a:lnTo>
                        <a:pt x="26995" y="31556"/>
                      </a:lnTo>
                      <a:lnTo>
                        <a:pt x="27354" y="30861"/>
                      </a:lnTo>
                      <a:lnTo>
                        <a:pt x="28720" y="30479"/>
                      </a:lnTo>
                      <a:lnTo>
                        <a:pt x="28453" y="29021"/>
                      </a:lnTo>
                      <a:lnTo>
                        <a:pt x="22017" y="27956"/>
                      </a:lnTo>
                      <a:lnTo>
                        <a:pt x="21184" y="25780"/>
                      </a:lnTo>
                      <a:lnTo>
                        <a:pt x="20582" y="25803"/>
                      </a:lnTo>
                      <a:lnTo>
                        <a:pt x="20466" y="25282"/>
                      </a:lnTo>
                      <a:lnTo>
                        <a:pt x="16878" y="25919"/>
                      </a:lnTo>
                      <a:lnTo>
                        <a:pt x="16634" y="23719"/>
                      </a:lnTo>
                      <a:lnTo>
                        <a:pt x="16611" y="23453"/>
                      </a:lnTo>
                      <a:lnTo>
                        <a:pt x="16218" y="23719"/>
                      </a:lnTo>
                      <a:lnTo>
                        <a:pt x="11078" y="27099"/>
                      </a:lnTo>
                      <a:lnTo>
                        <a:pt x="8080" y="24472"/>
                      </a:lnTo>
                      <a:lnTo>
                        <a:pt x="6957" y="25479"/>
                      </a:lnTo>
                      <a:lnTo>
                        <a:pt x="5452" y="26509"/>
                      </a:lnTo>
                      <a:lnTo>
                        <a:pt x="5140" y="26208"/>
                      </a:lnTo>
                      <a:lnTo>
                        <a:pt x="4538" y="24796"/>
                      </a:lnTo>
                      <a:lnTo>
                        <a:pt x="5232" y="23881"/>
                      </a:lnTo>
                      <a:lnTo>
                        <a:pt x="5012" y="23719"/>
                      </a:lnTo>
                      <a:lnTo>
                        <a:pt x="3681" y="22735"/>
                      </a:lnTo>
                      <a:lnTo>
                        <a:pt x="7119" y="20003"/>
                      </a:lnTo>
                      <a:lnTo>
                        <a:pt x="7628" y="16982"/>
                      </a:lnTo>
                      <a:lnTo>
                        <a:pt x="7200" y="16855"/>
                      </a:lnTo>
                      <a:lnTo>
                        <a:pt x="7200" y="16623"/>
                      </a:lnTo>
                      <a:lnTo>
                        <a:pt x="5174" y="16241"/>
                      </a:lnTo>
                      <a:lnTo>
                        <a:pt x="3091" y="15616"/>
                      </a:lnTo>
                      <a:lnTo>
                        <a:pt x="1736" y="11877"/>
                      </a:lnTo>
                      <a:lnTo>
                        <a:pt x="0" y="11831"/>
                      </a:lnTo>
                      <a:lnTo>
                        <a:pt x="6008" y="8138"/>
                      </a:lnTo>
                      <a:lnTo>
                        <a:pt x="6922" y="2165"/>
                      </a:lnTo>
                      <a:lnTo>
                        <a:pt x="11819" y="4816"/>
                      </a:lnTo>
                      <a:lnTo>
                        <a:pt x="12513" y="4526"/>
                      </a:lnTo>
                      <a:lnTo>
                        <a:pt x="13521" y="4978"/>
                      </a:lnTo>
                      <a:lnTo>
                        <a:pt x="15280" y="3415"/>
                      </a:lnTo>
                      <a:lnTo>
                        <a:pt x="16611" y="2883"/>
                      </a:lnTo>
                      <a:lnTo>
                        <a:pt x="18012" y="3971"/>
                      </a:lnTo>
                      <a:lnTo>
                        <a:pt x="18232" y="4190"/>
                      </a:lnTo>
                      <a:lnTo>
                        <a:pt x="20072" y="1887"/>
                      </a:lnTo>
                      <a:lnTo>
                        <a:pt x="20709" y="1551"/>
                      </a:lnTo>
                      <a:lnTo>
                        <a:pt x="25594" y="1493"/>
                      </a:lnTo>
                      <a:lnTo>
                        <a:pt x="27284" y="0"/>
                      </a:lnTo>
                      <a:lnTo>
                        <a:pt x="25583" y="1621"/>
                      </a:lnTo>
                      <a:lnTo>
                        <a:pt x="20431" y="1841"/>
                      </a:lnTo>
                      <a:lnTo>
                        <a:pt x="20304" y="1852"/>
                      </a:lnTo>
                      <a:lnTo>
                        <a:pt x="18846" y="417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2" name="Freeform: Shape 201">
                  <a:extLst>
                    <a:ext uri="{FF2B5EF4-FFF2-40B4-BE49-F238E27FC236}">
                      <a16:creationId xmlns:a16="http://schemas.microsoft.com/office/drawing/2014/main" id="{2682ECA5-AA2E-E072-24B2-DD5686B43865}"/>
                    </a:ext>
                  </a:extLst>
                </p:cNvPr>
                <p:cNvSpPr/>
                <p:nvPr/>
              </p:nvSpPr>
              <p:spPr>
                <a:xfrm>
                  <a:off x="8270719" y="6644570"/>
                  <a:ext cx="15720" cy="9885"/>
                </a:xfrm>
                <a:custGeom>
                  <a:avLst/>
                  <a:gdLst>
                    <a:gd name="connsiteX0" fmla="*/ 11518 w 15720"/>
                    <a:gd name="connsiteY0" fmla="*/ 2535 h 9885"/>
                    <a:gd name="connsiteX1" fmla="*/ 11472 w 15720"/>
                    <a:gd name="connsiteY1" fmla="*/ 4850 h 9885"/>
                    <a:gd name="connsiteX2" fmla="*/ 11726 w 15720"/>
                    <a:gd name="connsiteY2" fmla="*/ 4758 h 9885"/>
                    <a:gd name="connsiteX3" fmla="*/ 11726 w 15720"/>
                    <a:gd name="connsiteY3" fmla="*/ 4792 h 9885"/>
                    <a:gd name="connsiteX4" fmla="*/ 11784 w 15720"/>
                    <a:gd name="connsiteY4" fmla="*/ 4734 h 9885"/>
                    <a:gd name="connsiteX5" fmla="*/ 13428 w 15720"/>
                    <a:gd name="connsiteY5" fmla="*/ 4144 h 9885"/>
                    <a:gd name="connsiteX6" fmla="*/ 15222 w 15720"/>
                    <a:gd name="connsiteY6" fmla="*/ 5962 h 9885"/>
                    <a:gd name="connsiteX7" fmla="*/ 15720 w 15720"/>
                    <a:gd name="connsiteY7" fmla="*/ 6540 h 9885"/>
                    <a:gd name="connsiteX8" fmla="*/ 12294 w 15720"/>
                    <a:gd name="connsiteY8" fmla="*/ 6448 h 9885"/>
                    <a:gd name="connsiteX9" fmla="*/ 11703 w 15720"/>
                    <a:gd name="connsiteY9" fmla="*/ 8069 h 9885"/>
                    <a:gd name="connsiteX10" fmla="*/ 11414 w 15720"/>
                    <a:gd name="connsiteY10" fmla="*/ 5128 h 9885"/>
                    <a:gd name="connsiteX11" fmla="*/ 6957 w 15720"/>
                    <a:gd name="connsiteY11" fmla="*/ 9886 h 9885"/>
                    <a:gd name="connsiteX12" fmla="*/ 4989 w 15720"/>
                    <a:gd name="connsiteY12" fmla="*/ 9168 h 9885"/>
                    <a:gd name="connsiteX13" fmla="*/ 5580 w 15720"/>
                    <a:gd name="connsiteY13" fmla="*/ 8613 h 9885"/>
                    <a:gd name="connsiteX14" fmla="*/ 6714 w 15720"/>
                    <a:gd name="connsiteY14" fmla="*/ 8057 h 9885"/>
                    <a:gd name="connsiteX15" fmla="*/ 1331 w 15720"/>
                    <a:gd name="connsiteY15" fmla="*/ 7131 h 9885"/>
                    <a:gd name="connsiteX16" fmla="*/ 405 w 15720"/>
                    <a:gd name="connsiteY16" fmla="*/ 5880 h 9885"/>
                    <a:gd name="connsiteX17" fmla="*/ 0 w 15720"/>
                    <a:gd name="connsiteY17" fmla="*/ 3380 h 9885"/>
                    <a:gd name="connsiteX18" fmla="*/ 1216 w 15720"/>
                    <a:gd name="connsiteY18" fmla="*/ 2084 h 9885"/>
                    <a:gd name="connsiteX19" fmla="*/ 4966 w 15720"/>
                    <a:gd name="connsiteY19" fmla="*/ 0 h 9885"/>
                    <a:gd name="connsiteX20" fmla="*/ 11518 w 15720"/>
                    <a:gd name="connsiteY20" fmla="*/ 2535 h 98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20" h="9885">
                      <a:moveTo>
                        <a:pt x="11518" y="2535"/>
                      </a:moveTo>
                      <a:lnTo>
                        <a:pt x="11472" y="4850"/>
                      </a:lnTo>
                      <a:lnTo>
                        <a:pt x="11726" y="4758"/>
                      </a:lnTo>
                      <a:lnTo>
                        <a:pt x="11726" y="4792"/>
                      </a:lnTo>
                      <a:lnTo>
                        <a:pt x="11784" y="4734"/>
                      </a:lnTo>
                      <a:lnTo>
                        <a:pt x="13428" y="4144"/>
                      </a:lnTo>
                      <a:lnTo>
                        <a:pt x="15222" y="5962"/>
                      </a:lnTo>
                      <a:lnTo>
                        <a:pt x="15720" y="6540"/>
                      </a:lnTo>
                      <a:lnTo>
                        <a:pt x="12294" y="6448"/>
                      </a:lnTo>
                      <a:lnTo>
                        <a:pt x="11703" y="8069"/>
                      </a:lnTo>
                      <a:lnTo>
                        <a:pt x="11414" y="5128"/>
                      </a:lnTo>
                      <a:lnTo>
                        <a:pt x="6957" y="9886"/>
                      </a:lnTo>
                      <a:lnTo>
                        <a:pt x="4989" y="9168"/>
                      </a:lnTo>
                      <a:lnTo>
                        <a:pt x="5580" y="8613"/>
                      </a:lnTo>
                      <a:lnTo>
                        <a:pt x="6714" y="8057"/>
                      </a:lnTo>
                      <a:lnTo>
                        <a:pt x="1331" y="7131"/>
                      </a:lnTo>
                      <a:lnTo>
                        <a:pt x="405" y="5880"/>
                      </a:lnTo>
                      <a:lnTo>
                        <a:pt x="0" y="3380"/>
                      </a:lnTo>
                      <a:lnTo>
                        <a:pt x="1216" y="2084"/>
                      </a:lnTo>
                      <a:lnTo>
                        <a:pt x="4966" y="0"/>
                      </a:lnTo>
                      <a:lnTo>
                        <a:pt x="11518" y="25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3" name="Freeform: Shape 202">
                  <a:extLst>
                    <a:ext uri="{FF2B5EF4-FFF2-40B4-BE49-F238E27FC236}">
                      <a16:creationId xmlns:a16="http://schemas.microsoft.com/office/drawing/2014/main" id="{72C9ADCF-DBA4-D455-991D-F26DFB2416FA}"/>
                    </a:ext>
                  </a:extLst>
                </p:cNvPr>
                <p:cNvSpPr/>
                <p:nvPr/>
              </p:nvSpPr>
              <p:spPr>
                <a:xfrm>
                  <a:off x="8259316" y="6565078"/>
                  <a:ext cx="8948" cy="15002"/>
                </a:xfrm>
                <a:custGeom>
                  <a:avLst/>
                  <a:gdLst>
                    <a:gd name="connsiteX0" fmla="*/ 7872 w 8948"/>
                    <a:gd name="connsiteY0" fmla="*/ 9701 h 15002"/>
                    <a:gd name="connsiteX1" fmla="*/ 7015 w 8948"/>
                    <a:gd name="connsiteY1" fmla="*/ 15003 h 15002"/>
                    <a:gd name="connsiteX2" fmla="*/ 5128 w 8948"/>
                    <a:gd name="connsiteY2" fmla="*/ 13625 h 15002"/>
                    <a:gd name="connsiteX3" fmla="*/ 3751 w 8948"/>
                    <a:gd name="connsiteY3" fmla="*/ 14863 h 15002"/>
                    <a:gd name="connsiteX4" fmla="*/ 3936 w 8948"/>
                    <a:gd name="connsiteY4" fmla="*/ 12097 h 15002"/>
                    <a:gd name="connsiteX5" fmla="*/ 3843 w 8948"/>
                    <a:gd name="connsiteY5" fmla="*/ 12109 h 15002"/>
                    <a:gd name="connsiteX6" fmla="*/ 3843 w 8948"/>
                    <a:gd name="connsiteY6" fmla="*/ 11993 h 15002"/>
                    <a:gd name="connsiteX7" fmla="*/ 1713 w 8948"/>
                    <a:gd name="connsiteY7" fmla="*/ 12305 h 15002"/>
                    <a:gd name="connsiteX8" fmla="*/ 1088 w 8948"/>
                    <a:gd name="connsiteY8" fmla="*/ 12375 h 15002"/>
                    <a:gd name="connsiteX9" fmla="*/ 0 w 8948"/>
                    <a:gd name="connsiteY9" fmla="*/ 8786 h 15002"/>
                    <a:gd name="connsiteX10" fmla="*/ 359 w 8948"/>
                    <a:gd name="connsiteY10" fmla="*/ 7235 h 15002"/>
                    <a:gd name="connsiteX11" fmla="*/ 4283 w 8948"/>
                    <a:gd name="connsiteY11" fmla="*/ 5823 h 15002"/>
                    <a:gd name="connsiteX12" fmla="*/ 2199 w 8948"/>
                    <a:gd name="connsiteY12" fmla="*/ 1632 h 15002"/>
                    <a:gd name="connsiteX13" fmla="*/ 5823 w 8948"/>
                    <a:gd name="connsiteY13" fmla="*/ 0 h 15002"/>
                    <a:gd name="connsiteX14" fmla="*/ 8948 w 8948"/>
                    <a:gd name="connsiteY14" fmla="*/ 996 h 15002"/>
                    <a:gd name="connsiteX15" fmla="*/ 6726 w 8948"/>
                    <a:gd name="connsiteY15" fmla="*/ 5799 h 15002"/>
                    <a:gd name="connsiteX16" fmla="*/ 7999 w 8948"/>
                    <a:gd name="connsiteY16" fmla="*/ 8705 h 15002"/>
                    <a:gd name="connsiteX17" fmla="*/ 7872 w 8948"/>
                    <a:gd name="connsiteY17" fmla="*/ 9701 h 15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8948" h="15002">
                      <a:moveTo>
                        <a:pt x="7872" y="9701"/>
                      </a:moveTo>
                      <a:lnTo>
                        <a:pt x="7015" y="15003"/>
                      </a:lnTo>
                      <a:lnTo>
                        <a:pt x="5128" y="13625"/>
                      </a:lnTo>
                      <a:lnTo>
                        <a:pt x="3751" y="14863"/>
                      </a:lnTo>
                      <a:lnTo>
                        <a:pt x="3936" y="12097"/>
                      </a:lnTo>
                      <a:lnTo>
                        <a:pt x="3843" y="12109"/>
                      </a:lnTo>
                      <a:lnTo>
                        <a:pt x="3843" y="11993"/>
                      </a:lnTo>
                      <a:lnTo>
                        <a:pt x="1713" y="12305"/>
                      </a:lnTo>
                      <a:lnTo>
                        <a:pt x="1088" y="12375"/>
                      </a:lnTo>
                      <a:lnTo>
                        <a:pt x="0" y="8786"/>
                      </a:lnTo>
                      <a:lnTo>
                        <a:pt x="359" y="7235"/>
                      </a:lnTo>
                      <a:lnTo>
                        <a:pt x="4283" y="5823"/>
                      </a:lnTo>
                      <a:lnTo>
                        <a:pt x="2199" y="1632"/>
                      </a:lnTo>
                      <a:lnTo>
                        <a:pt x="5823" y="0"/>
                      </a:lnTo>
                      <a:lnTo>
                        <a:pt x="8948" y="996"/>
                      </a:lnTo>
                      <a:lnTo>
                        <a:pt x="6726" y="5799"/>
                      </a:lnTo>
                      <a:lnTo>
                        <a:pt x="7999" y="8705"/>
                      </a:lnTo>
                      <a:lnTo>
                        <a:pt x="7872" y="97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4" name="Freeform: Shape 203">
                  <a:extLst>
                    <a:ext uri="{FF2B5EF4-FFF2-40B4-BE49-F238E27FC236}">
                      <a16:creationId xmlns:a16="http://schemas.microsoft.com/office/drawing/2014/main" id="{C6E88ED1-3B25-3A88-9CD7-1EEF9D239A9C}"/>
                    </a:ext>
                  </a:extLst>
                </p:cNvPr>
                <p:cNvSpPr/>
                <p:nvPr/>
              </p:nvSpPr>
              <p:spPr>
                <a:xfrm>
                  <a:off x="8480091" y="6050751"/>
                  <a:ext cx="8242" cy="13648"/>
                </a:xfrm>
                <a:custGeom>
                  <a:avLst/>
                  <a:gdLst>
                    <a:gd name="connsiteX0" fmla="*/ 7964 w 8242"/>
                    <a:gd name="connsiteY0" fmla="*/ 5776 h 13648"/>
                    <a:gd name="connsiteX1" fmla="*/ 5823 w 8242"/>
                    <a:gd name="connsiteY1" fmla="*/ 9122 h 13648"/>
                    <a:gd name="connsiteX2" fmla="*/ 1956 w 8242"/>
                    <a:gd name="connsiteY2" fmla="*/ 8670 h 13648"/>
                    <a:gd name="connsiteX3" fmla="*/ 2257 w 8242"/>
                    <a:gd name="connsiteY3" fmla="*/ 11194 h 13648"/>
                    <a:gd name="connsiteX4" fmla="*/ 0 w 8242"/>
                    <a:gd name="connsiteY4" fmla="*/ 13648 h 13648"/>
                    <a:gd name="connsiteX5" fmla="*/ 3473 w 8242"/>
                    <a:gd name="connsiteY5" fmla="*/ 0 h 13648"/>
                    <a:gd name="connsiteX6" fmla="*/ 5985 w 8242"/>
                    <a:gd name="connsiteY6" fmla="*/ 845 h 13648"/>
                    <a:gd name="connsiteX7" fmla="*/ 8242 w 8242"/>
                    <a:gd name="connsiteY7" fmla="*/ 1597 h 13648"/>
                    <a:gd name="connsiteX8" fmla="*/ 7964 w 8242"/>
                    <a:gd name="connsiteY8" fmla="*/ 5776 h 13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242" h="13648">
                      <a:moveTo>
                        <a:pt x="7964" y="5776"/>
                      </a:moveTo>
                      <a:lnTo>
                        <a:pt x="5823" y="9122"/>
                      </a:lnTo>
                      <a:lnTo>
                        <a:pt x="1956" y="8670"/>
                      </a:lnTo>
                      <a:lnTo>
                        <a:pt x="2257" y="11194"/>
                      </a:lnTo>
                      <a:lnTo>
                        <a:pt x="0" y="13648"/>
                      </a:lnTo>
                      <a:lnTo>
                        <a:pt x="3473" y="0"/>
                      </a:lnTo>
                      <a:lnTo>
                        <a:pt x="5985" y="845"/>
                      </a:lnTo>
                      <a:lnTo>
                        <a:pt x="8242" y="1597"/>
                      </a:lnTo>
                      <a:lnTo>
                        <a:pt x="7964" y="577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5" name="Freeform: Shape 204">
                  <a:extLst>
                    <a:ext uri="{FF2B5EF4-FFF2-40B4-BE49-F238E27FC236}">
                      <a16:creationId xmlns:a16="http://schemas.microsoft.com/office/drawing/2014/main" id="{BB6631E4-87EC-7A50-D6F1-F33307E03745}"/>
                    </a:ext>
                  </a:extLst>
                </p:cNvPr>
                <p:cNvSpPr/>
                <p:nvPr/>
              </p:nvSpPr>
              <p:spPr>
                <a:xfrm>
                  <a:off x="8488727" y="6713840"/>
                  <a:ext cx="12640" cy="7547"/>
                </a:xfrm>
                <a:custGeom>
                  <a:avLst/>
                  <a:gdLst>
                    <a:gd name="connsiteX0" fmla="*/ 3947 w 12640"/>
                    <a:gd name="connsiteY0" fmla="*/ 729 h 7547"/>
                    <a:gd name="connsiteX1" fmla="*/ 5695 w 12640"/>
                    <a:gd name="connsiteY1" fmla="*/ 1667 h 7547"/>
                    <a:gd name="connsiteX2" fmla="*/ 10140 w 12640"/>
                    <a:gd name="connsiteY2" fmla="*/ 613 h 7547"/>
                    <a:gd name="connsiteX3" fmla="*/ 12641 w 12640"/>
                    <a:gd name="connsiteY3" fmla="*/ 3090 h 7547"/>
                    <a:gd name="connsiteX4" fmla="*/ 9041 w 12640"/>
                    <a:gd name="connsiteY4" fmla="*/ 7547 h 7547"/>
                    <a:gd name="connsiteX5" fmla="*/ 5360 w 12640"/>
                    <a:gd name="connsiteY5" fmla="*/ 4711 h 7547"/>
                    <a:gd name="connsiteX6" fmla="*/ 1991 w 12640"/>
                    <a:gd name="connsiteY6" fmla="*/ 6042 h 7547"/>
                    <a:gd name="connsiteX7" fmla="*/ 2905 w 12640"/>
                    <a:gd name="connsiteY7" fmla="*/ 2350 h 7547"/>
                    <a:gd name="connsiteX8" fmla="*/ 0 w 12640"/>
                    <a:gd name="connsiteY8" fmla="*/ 0 h 7547"/>
                    <a:gd name="connsiteX9" fmla="*/ 1887 w 12640"/>
                    <a:gd name="connsiteY9" fmla="*/ 23 h 7547"/>
                    <a:gd name="connsiteX10" fmla="*/ 3947 w 12640"/>
                    <a:gd name="connsiteY10" fmla="*/ 729 h 75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640" h="7547">
                      <a:moveTo>
                        <a:pt x="3947" y="729"/>
                      </a:moveTo>
                      <a:lnTo>
                        <a:pt x="5695" y="1667"/>
                      </a:lnTo>
                      <a:lnTo>
                        <a:pt x="10140" y="613"/>
                      </a:lnTo>
                      <a:lnTo>
                        <a:pt x="12641" y="3090"/>
                      </a:lnTo>
                      <a:lnTo>
                        <a:pt x="9041" y="7547"/>
                      </a:lnTo>
                      <a:lnTo>
                        <a:pt x="5360" y="4711"/>
                      </a:lnTo>
                      <a:lnTo>
                        <a:pt x="1991" y="6042"/>
                      </a:lnTo>
                      <a:lnTo>
                        <a:pt x="2905" y="2350"/>
                      </a:lnTo>
                      <a:lnTo>
                        <a:pt x="0" y="0"/>
                      </a:lnTo>
                      <a:lnTo>
                        <a:pt x="1887" y="23"/>
                      </a:lnTo>
                      <a:lnTo>
                        <a:pt x="3947" y="72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6" name="Freeform: Shape 205">
                  <a:extLst>
                    <a:ext uri="{FF2B5EF4-FFF2-40B4-BE49-F238E27FC236}">
                      <a16:creationId xmlns:a16="http://schemas.microsoft.com/office/drawing/2014/main" id="{32A430CA-01A4-621C-C76F-D12B08D4586C}"/>
                    </a:ext>
                  </a:extLst>
                </p:cNvPr>
                <p:cNvSpPr/>
                <p:nvPr/>
              </p:nvSpPr>
              <p:spPr>
                <a:xfrm>
                  <a:off x="8278173" y="6669389"/>
                  <a:ext cx="9156" cy="5614"/>
                </a:xfrm>
                <a:custGeom>
                  <a:avLst/>
                  <a:gdLst>
                    <a:gd name="connsiteX0" fmla="*/ 6320 w 9156"/>
                    <a:gd name="connsiteY0" fmla="*/ 4584 h 5614"/>
                    <a:gd name="connsiteX1" fmla="*/ 347 w 9156"/>
                    <a:gd name="connsiteY1" fmla="*/ 5614 h 5614"/>
                    <a:gd name="connsiteX2" fmla="*/ 0 w 9156"/>
                    <a:gd name="connsiteY2" fmla="*/ 3924 h 5614"/>
                    <a:gd name="connsiteX3" fmla="*/ 3797 w 9156"/>
                    <a:gd name="connsiteY3" fmla="*/ 1331 h 5614"/>
                    <a:gd name="connsiteX4" fmla="*/ 5904 w 9156"/>
                    <a:gd name="connsiteY4" fmla="*/ 0 h 5614"/>
                    <a:gd name="connsiteX5" fmla="*/ 9157 w 9156"/>
                    <a:gd name="connsiteY5" fmla="*/ 1100 h 5614"/>
                    <a:gd name="connsiteX6" fmla="*/ 6946 w 9156"/>
                    <a:gd name="connsiteY6" fmla="*/ 2455 h 5614"/>
                    <a:gd name="connsiteX7" fmla="*/ 7015 w 9156"/>
                    <a:gd name="connsiteY7" fmla="*/ 4457 h 5614"/>
                    <a:gd name="connsiteX8" fmla="*/ 6320 w 9156"/>
                    <a:gd name="connsiteY8" fmla="*/ 4584 h 56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56" h="5614">
                      <a:moveTo>
                        <a:pt x="6320" y="4584"/>
                      </a:moveTo>
                      <a:lnTo>
                        <a:pt x="347" y="5614"/>
                      </a:lnTo>
                      <a:lnTo>
                        <a:pt x="0" y="3924"/>
                      </a:lnTo>
                      <a:lnTo>
                        <a:pt x="3797" y="1331"/>
                      </a:lnTo>
                      <a:lnTo>
                        <a:pt x="5904" y="0"/>
                      </a:lnTo>
                      <a:lnTo>
                        <a:pt x="9157" y="1100"/>
                      </a:lnTo>
                      <a:lnTo>
                        <a:pt x="6946" y="2455"/>
                      </a:lnTo>
                      <a:lnTo>
                        <a:pt x="7015" y="4457"/>
                      </a:lnTo>
                      <a:lnTo>
                        <a:pt x="6320" y="458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7" name="Freeform: Shape 206">
                  <a:extLst>
                    <a:ext uri="{FF2B5EF4-FFF2-40B4-BE49-F238E27FC236}">
                      <a16:creationId xmlns:a16="http://schemas.microsoft.com/office/drawing/2014/main" id="{9E30A0BF-85FC-FA44-F8CC-C6C844896577}"/>
                    </a:ext>
                  </a:extLst>
                </p:cNvPr>
                <p:cNvSpPr/>
                <p:nvPr/>
              </p:nvSpPr>
              <p:spPr>
                <a:xfrm>
                  <a:off x="8618180" y="6666565"/>
                  <a:ext cx="6528" cy="4352"/>
                </a:xfrm>
                <a:custGeom>
                  <a:avLst/>
                  <a:gdLst>
                    <a:gd name="connsiteX0" fmla="*/ 4758 w 6528"/>
                    <a:gd name="connsiteY0" fmla="*/ 1597 h 4352"/>
                    <a:gd name="connsiteX1" fmla="*/ 6251 w 6528"/>
                    <a:gd name="connsiteY1" fmla="*/ 1713 h 4352"/>
                    <a:gd name="connsiteX2" fmla="*/ 6529 w 6528"/>
                    <a:gd name="connsiteY2" fmla="*/ 1540 h 4352"/>
                    <a:gd name="connsiteX3" fmla="*/ 5915 w 6528"/>
                    <a:gd name="connsiteY3" fmla="*/ 2963 h 4352"/>
                    <a:gd name="connsiteX4" fmla="*/ 880 w 6528"/>
                    <a:gd name="connsiteY4" fmla="*/ 4144 h 4352"/>
                    <a:gd name="connsiteX5" fmla="*/ 0 w 6528"/>
                    <a:gd name="connsiteY5" fmla="*/ 4352 h 4352"/>
                    <a:gd name="connsiteX6" fmla="*/ 1574 w 6528"/>
                    <a:gd name="connsiteY6" fmla="*/ 1018 h 4352"/>
                    <a:gd name="connsiteX7" fmla="*/ 2801 w 6528"/>
                    <a:gd name="connsiteY7" fmla="*/ 903 h 4352"/>
                    <a:gd name="connsiteX8" fmla="*/ 3913 w 6528"/>
                    <a:gd name="connsiteY8" fmla="*/ 798 h 4352"/>
                    <a:gd name="connsiteX9" fmla="*/ 1412 w 6528"/>
                    <a:gd name="connsiteY9" fmla="*/ 2026 h 4352"/>
                    <a:gd name="connsiteX10" fmla="*/ 1516 w 6528"/>
                    <a:gd name="connsiteY10" fmla="*/ 3600 h 4352"/>
                    <a:gd name="connsiteX11" fmla="*/ 1516 w 6528"/>
                    <a:gd name="connsiteY11" fmla="*/ 2049 h 4352"/>
                    <a:gd name="connsiteX12" fmla="*/ 2442 w 6528"/>
                    <a:gd name="connsiteY12" fmla="*/ 3160 h 4352"/>
                    <a:gd name="connsiteX13" fmla="*/ 1829 w 6528"/>
                    <a:gd name="connsiteY13" fmla="*/ 1933 h 4352"/>
                    <a:gd name="connsiteX14" fmla="*/ 4109 w 6528"/>
                    <a:gd name="connsiteY14" fmla="*/ 2280 h 4352"/>
                    <a:gd name="connsiteX15" fmla="*/ 3380 w 6528"/>
                    <a:gd name="connsiteY15" fmla="*/ 1308 h 4352"/>
                    <a:gd name="connsiteX16" fmla="*/ 4364 w 6528"/>
                    <a:gd name="connsiteY16" fmla="*/ 1041 h 4352"/>
                    <a:gd name="connsiteX17" fmla="*/ 6193 w 6528"/>
                    <a:gd name="connsiteY17" fmla="*/ 833 h 4352"/>
                    <a:gd name="connsiteX18" fmla="*/ 5811 w 6528"/>
                    <a:gd name="connsiteY18" fmla="*/ 278 h 4352"/>
                    <a:gd name="connsiteX19" fmla="*/ 6482 w 6528"/>
                    <a:gd name="connsiteY19" fmla="*/ 0 h 4352"/>
                    <a:gd name="connsiteX20" fmla="*/ 6274 w 6528"/>
                    <a:gd name="connsiteY20" fmla="*/ 1551 h 4352"/>
                    <a:gd name="connsiteX21" fmla="*/ 4758 w 6528"/>
                    <a:gd name="connsiteY21" fmla="*/ 1597 h 4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6528" h="4352">
                      <a:moveTo>
                        <a:pt x="4758" y="1597"/>
                      </a:moveTo>
                      <a:lnTo>
                        <a:pt x="6251" y="1713"/>
                      </a:lnTo>
                      <a:lnTo>
                        <a:pt x="6529" y="1540"/>
                      </a:lnTo>
                      <a:lnTo>
                        <a:pt x="5915" y="2963"/>
                      </a:lnTo>
                      <a:lnTo>
                        <a:pt x="880" y="4144"/>
                      </a:lnTo>
                      <a:lnTo>
                        <a:pt x="0" y="4352"/>
                      </a:lnTo>
                      <a:lnTo>
                        <a:pt x="1574" y="1018"/>
                      </a:lnTo>
                      <a:lnTo>
                        <a:pt x="2801" y="903"/>
                      </a:lnTo>
                      <a:lnTo>
                        <a:pt x="3913" y="798"/>
                      </a:lnTo>
                      <a:lnTo>
                        <a:pt x="1412" y="2026"/>
                      </a:lnTo>
                      <a:lnTo>
                        <a:pt x="1516" y="3600"/>
                      </a:lnTo>
                      <a:lnTo>
                        <a:pt x="1516" y="2049"/>
                      </a:lnTo>
                      <a:lnTo>
                        <a:pt x="2442" y="3160"/>
                      </a:lnTo>
                      <a:lnTo>
                        <a:pt x="1829" y="1933"/>
                      </a:lnTo>
                      <a:lnTo>
                        <a:pt x="4109" y="2280"/>
                      </a:lnTo>
                      <a:lnTo>
                        <a:pt x="3380" y="1308"/>
                      </a:lnTo>
                      <a:lnTo>
                        <a:pt x="4364" y="1041"/>
                      </a:lnTo>
                      <a:lnTo>
                        <a:pt x="6193" y="833"/>
                      </a:lnTo>
                      <a:lnTo>
                        <a:pt x="5811" y="278"/>
                      </a:lnTo>
                      <a:lnTo>
                        <a:pt x="6482" y="0"/>
                      </a:lnTo>
                      <a:lnTo>
                        <a:pt x="6274" y="1551"/>
                      </a:lnTo>
                      <a:lnTo>
                        <a:pt x="4758" y="15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8" name="Freeform: Shape 207">
                  <a:extLst>
                    <a:ext uri="{FF2B5EF4-FFF2-40B4-BE49-F238E27FC236}">
                      <a16:creationId xmlns:a16="http://schemas.microsoft.com/office/drawing/2014/main" id="{55E07E3A-8980-ACFE-9C67-9EE59A323B4B}"/>
                    </a:ext>
                  </a:extLst>
                </p:cNvPr>
                <p:cNvSpPr/>
                <p:nvPr/>
              </p:nvSpPr>
              <p:spPr>
                <a:xfrm>
                  <a:off x="9091344" y="5773833"/>
                  <a:ext cx="3137" cy="4375"/>
                </a:xfrm>
                <a:custGeom>
                  <a:avLst/>
                  <a:gdLst>
                    <a:gd name="connsiteX0" fmla="*/ 128 w 3137"/>
                    <a:gd name="connsiteY0" fmla="*/ 0 h 4375"/>
                    <a:gd name="connsiteX1" fmla="*/ 3137 w 3137"/>
                    <a:gd name="connsiteY1" fmla="*/ 3635 h 4375"/>
                    <a:gd name="connsiteX2" fmla="*/ 2778 w 3137"/>
                    <a:gd name="connsiteY2" fmla="*/ 3959 h 4375"/>
                    <a:gd name="connsiteX3" fmla="*/ 1482 w 3137"/>
                    <a:gd name="connsiteY3" fmla="*/ 4376 h 4375"/>
                    <a:gd name="connsiteX4" fmla="*/ 2165 w 3137"/>
                    <a:gd name="connsiteY4" fmla="*/ 3253 h 4375"/>
                    <a:gd name="connsiteX5" fmla="*/ 2130 w 3137"/>
                    <a:gd name="connsiteY5" fmla="*/ 3207 h 4375"/>
                    <a:gd name="connsiteX6" fmla="*/ 278 w 3137"/>
                    <a:gd name="connsiteY6" fmla="*/ 3311 h 4375"/>
                    <a:gd name="connsiteX7" fmla="*/ 0 w 3137"/>
                    <a:gd name="connsiteY7" fmla="*/ 220 h 4375"/>
                    <a:gd name="connsiteX8" fmla="*/ 128 w 3137"/>
                    <a:gd name="connsiteY8" fmla="*/ 0 h 4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37" h="4375">
                      <a:moveTo>
                        <a:pt x="128" y="0"/>
                      </a:moveTo>
                      <a:lnTo>
                        <a:pt x="3137" y="3635"/>
                      </a:lnTo>
                      <a:lnTo>
                        <a:pt x="2778" y="3959"/>
                      </a:lnTo>
                      <a:lnTo>
                        <a:pt x="1482" y="4376"/>
                      </a:lnTo>
                      <a:lnTo>
                        <a:pt x="2165" y="3253"/>
                      </a:lnTo>
                      <a:lnTo>
                        <a:pt x="2130" y="3207"/>
                      </a:lnTo>
                      <a:lnTo>
                        <a:pt x="278" y="3311"/>
                      </a:lnTo>
                      <a:lnTo>
                        <a:pt x="0" y="220"/>
                      </a:lnTo>
                      <a:lnTo>
                        <a:pt x="128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9" name="Freeform: Shape 208">
                  <a:extLst>
                    <a:ext uri="{FF2B5EF4-FFF2-40B4-BE49-F238E27FC236}">
                      <a16:creationId xmlns:a16="http://schemas.microsoft.com/office/drawing/2014/main" id="{5913A967-F019-AA54-8950-6BBA03201C06}"/>
                    </a:ext>
                  </a:extLst>
                </p:cNvPr>
                <p:cNvSpPr/>
                <p:nvPr/>
              </p:nvSpPr>
              <p:spPr>
                <a:xfrm>
                  <a:off x="8624917" y="6763605"/>
                  <a:ext cx="6702" cy="1933"/>
                </a:xfrm>
                <a:custGeom>
                  <a:avLst/>
                  <a:gdLst>
                    <a:gd name="connsiteX0" fmla="*/ 3114 w 6702"/>
                    <a:gd name="connsiteY0" fmla="*/ 0 h 1933"/>
                    <a:gd name="connsiteX1" fmla="*/ 6702 w 6702"/>
                    <a:gd name="connsiteY1" fmla="*/ 1933 h 1933"/>
                    <a:gd name="connsiteX2" fmla="*/ 23 w 6702"/>
                    <a:gd name="connsiteY2" fmla="*/ 497 h 1933"/>
                    <a:gd name="connsiteX3" fmla="*/ 0 w 6702"/>
                    <a:gd name="connsiteY3" fmla="*/ 474 h 1933"/>
                    <a:gd name="connsiteX4" fmla="*/ 3114 w 6702"/>
                    <a:gd name="connsiteY4" fmla="*/ 0 h 1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02" h="1933">
                      <a:moveTo>
                        <a:pt x="3114" y="0"/>
                      </a:moveTo>
                      <a:lnTo>
                        <a:pt x="6702" y="1933"/>
                      </a:lnTo>
                      <a:lnTo>
                        <a:pt x="23" y="497"/>
                      </a:lnTo>
                      <a:lnTo>
                        <a:pt x="0" y="474"/>
                      </a:lnTo>
                      <a:lnTo>
                        <a:pt x="3114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0" name="Freeform: Shape 209">
                  <a:extLst>
                    <a:ext uri="{FF2B5EF4-FFF2-40B4-BE49-F238E27FC236}">
                      <a16:creationId xmlns:a16="http://schemas.microsoft.com/office/drawing/2014/main" id="{BAC060B8-BEEE-4F2F-A197-2E09C2EA6B38}"/>
                    </a:ext>
                  </a:extLst>
                </p:cNvPr>
                <p:cNvSpPr/>
                <p:nvPr/>
              </p:nvSpPr>
              <p:spPr>
                <a:xfrm>
                  <a:off x="9065692" y="6883207"/>
                  <a:ext cx="2650" cy="2882"/>
                </a:xfrm>
                <a:custGeom>
                  <a:avLst/>
                  <a:gdLst>
                    <a:gd name="connsiteX0" fmla="*/ 1609 w 2650"/>
                    <a:gd name="connsiteY0" fmla="*/ 0 h 2882"/>
                    <a:gd name="connsiteX1" fmla="*/ 2651 w 2650"/>
                    <a:gd name="connsiteY1" fmla="*/ 2883 h 2882"/>
                    <a:gd name="connsiteX2" fmla="*/ 0 w 2650"/>
                    <a:gd name="connsiteY2" fmla="*/ 1725 h 2882"/>
                    <a:gd name="connsiteX3" fmla="*/ 1400 w 2650"/>
                    <a:gd name="connsiteY3" fmla="*/ 47 h 2882"/>
                    <a:gd name="connsiteX4" fmla="*/ 1609 w 2650"/>
                    <a:gd name="connsiteY4" fmla="*/ 0 h 28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50" h="2882">
                      <a:moveTo>
                        <a:pt x="1609" y="0"/>
                      </a:moveTo>
                      <a:lnTo>
                        <a:pt x="2651" y="2883"/>
                      </a:lnTo>
                      <a:lnTo>
                        <a:pt x="0" y="1725"/>
                      </a:lnTo>
                      <a:lnTo>
                        <a:pt x="1400" y="47"/>
                      </a:lnTo>
                      <a:lnTo>
                        <a:pt x="1609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1" name="Freeform: Shape 210">
                  <a:extLst>
                    <a:ext uri="{FF2B5EF4-FFF2-40B4-BE49-F238E27FC236}">
                      <a16:creationId xmlns:a16="http://schemas.microsoft.com/office/drawing/2014/main" id="{ECEF54E2-B3B7-204A-AD46-2AD1A7B71F5B}"/>
                    </a:ext>
                  </a:extLst>
                </p:cNvPr>
                <p:cNvSpPr/>
                <p:nvPr/>
              </p:nvSpPr>
              <p:spPr>
                <a:xfrm>
                  <a:off x="9096924" y="5780188"/>
                  <a:ext cx="3912" cy="2639"/>
                </a:xfrm>
                <a:custGeom>
                  <a:avLst/>
                  <a:gdLst>
                    <a:gd name="connsiteX0" fmla="*/ 3762 w 3912"/>
                    <a:gd name="connsiteY0" fmla="*/ 1771 h 2639"/>
                    <a:gd name="connsiteX1" fmla="*/ 2385 w 3912"/>
                    <a:gd name="connsiteY1" fmla="*/ 2639 h 2639"/>
                    <a:gd name="connsiteX2" fmla="*/ 996 w 3912"/>
                    <a:gd name="connsiteY2" fmla="*/ 683 h 2639"/>
                    <a:gd name="connsiteX3" fmla="*/ 0 w 3912"/>
                    <a:gd name="connsiteY3" fmla="*/ 0 h 2639"/>
                    <a:gd name="connsiteX4" fmla="*/ 3912 w 3912"/>
                    <a:gd name="connsiteY4" fmla="*/ 1540 h 2639"/>
                    <a:gd name="connsiteX5" fmla="*/ 3762 w 3912"/>
                    <a:gd name="connsiteY5" fmla="*/ 1771 h 2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12" h="2639">
                      <a:moveTo>
                        <a:pt x="3762" y="1771"/>
                      </a:moveTo>
                      <a:lnTo>
                        <a:pt x="2385" y="2639"/>
                      </a:lnTo>
                      <a:lnTo>
                        <a:pt x="996" y="683"/>
                      </a:lnTo>
                      <a:lnTo>
                        <a:pt x="0" y="0"/>
                      </a:lnTo>
                      <a:lnTo>
                        <a:pt x="3912" y="1540"/>
                      </a:lnTo>
                      <a:lnTo>
                        <a:pt x="3762" y="177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2" name="Freeform: Shape 211">
                  <a:extLst>
                    <a:ext uri="{FF2B5EF4-FFF2-40B4-BE49-F238E27FC236}">
                      <a16:creationId xmlns:a16="http://schemas.microsoft.com/office/drawing/2014/main" id="{C274BD03-1A41-8EC4-EA11-CE39681B4DA6}"/>
                    </a:ext>
                  </a:extLst>
                </p:cNvPr>
                <p:cNvSpPr/>
                <p:nvPr/>
              </p:nvSpPr>
              <p:spPr>
                <a:xfrm>
                  <a:off x="8764187" y="5734741"/>
                  <a:ext cx="3947" cy="3553"/>
                </a:xfrm>
                <a:custGeom>
                  <a:avLst/>
                  <a:gdLst>
                    <a:gd name="connsiteX0" fmla="*/ 3947 w 3947"/>
                    <a:gd name="connsiteY0" fmla="*/ 0 h 3553"/>
                    <a:gd name="connsiteX1" fmla="*/ 0 w 3947"/>
                    <a:gd name="connsiteY1" fmla="*/ 3554 h 3553"/>
                    <a:gd name="connsiteX2" fmla="*/ 394 w 3947"/>
                    <a:gd name="connsiteY2" fmla="*/ 2408 h 3553"/>
                    <a:gd name="connsiteX3" fmla="*/ 787 w 3947"/>
                    <a:gd name="connsiteY3" fmla="*/ 1412 h 3553"/>
                    <a:gd name="connsiteX4" fmla="*/ 3947 w 3947"/>
                    <a:gd name="connsiteY4" fmla="*/ 0 h 3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47" h="3553">
                      <a:moveTo>
                        <a:pt x="3947" y="0"/>
                      </a:moveTo>
                      <a:lnTo>
                        <a:pt x="0" y="3554"/>
                      </a:lnTo>
                      <a:lnTo>
                        <a:pt x="394" y="2408"/>
                      </a:lnTo>
                      <a:lnTo>
                        <a:pt x="787" y="1412"/>
                      </a:lnTo>
                      <a:lnTo>
                        <a:pt x="394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3" name="Freeform: Shape 212">
                  <a:extLst>
                    <a:ext uri="{FF2B5EF4-FFF2-40B4-BE49-F238E27FC236}">
                      <a16:creationId xmlns:a16="http://schemas.microsoft.com/office/drawing/2014/main" id="{7AA8D1D0-F861-1DC2-D7FE-4FAF87B17205}"/>
                    </a:ext>
                  </a:extLst>
                </p:cNvPr>
                <p:cNvSpPr/>
                <p:nvPr/>
              </p:nvSpPr>
              <p:spPr>
                <a:xfrm>
                  <a:off x="8504308" y="6425011"/>
                  <a:ext cx="2755" cy="1886"/>
                </a:xfrm>
                <a:custGeom>
                  <a:avLst/>
                  <a:gdLst>
                    <a:gd name="connsiteX0" fmla="*/ 2697 w 2755"/>
                    <a:gd name="connsiteY0" fmla="*/ 0 h 1886"/>
                    <a:gd name="connsiteX1" fmla="*/ 2755 w 2755"/>
                    <a:gd name="connsiteY1" fmla="*/ 1886 h 1886"/>
                    <a:gd name="connsiteX2" fmla="*/ 0 w 2755"/>
                    <a:gd name="connsiteY2" fmla="*/ 1678 h 1886"/>
                    <a:gd name="connsiteX3" fmla="*/ 2697 w 2755"/>
                    <a:gd name="connsiteY3" fmla="*/ 0 h 1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55" h="1886">
                      <a:moveTo>
                        <a:pt x="2697" y="0"/>
                      </a:moveTo>
                      <a:lnTo>
                        <a:pt x="2755" y="1886"/>
                      </a:lnTo>
                      <a:lnTo>
                        <a:pt x="0" y="1678"/>
                      </a:lnTo>
                      <a:lnTo>
                        <a:pt x="269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4" name="Freeform: Shape 213">
                  <a:extLst>
                    <a:ext uri="{FF2B5EF4-FFF2-40B4-BE49-F238E27FC236}">
                      <a16:creationId xmlns:a16="http://schemas.microsoft.com/office/drawing/2014/main" id="{4B1E4C19-7A9D-48D9-1FB6-370A2124ECC9}"/>
                    </a:ext>
                  </a:extLst>
                </p:cNvPr>
                <p:cNvSpPr/>
                <p:nvPr/>
              </p:nvSpPr>
              <p:spPr>
                <a:xfrm>
                  <a:off x="8624443" y="6668717"/>
                  <a:ext cx="3044" cy="2489"/>
                </a:xfrm>
                <a:custGeom>
                  <a:avLst/>
                  <a:gdLst>
                    <a:gd name="connsiteX0" fmla="*/ 1493 w 3044"/>
                    <a:gd name="connsiteY0" fmla="*/ 1111 h 2489"/>
                    <a:gd name="connsiteX1" fmla="*/ 2211 w 3044"/>
                    <a:gd name="connsiteY1" fmla="*/ 2489 h 2489"/>
                    <a:gd name="connsiteX2" fmla="*/ 0 w 3044"/>
                    <a:gd name="connsiteY2" fmla="*/ 1181 h 2489"/>
                    <a:gd name="connsiteX3" fmla="*/ 3044 w 3044"/>
                    <a:gd name="connsiteY3" fmla="*/ 0 h 2489"/>
                    <a:gd name="connsiteX4" fmla="*/ 1493 w 3044"/>
                    <a:gd name="connsiteY4" fmla="*/ 1111 h 2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4" h="2489">
                      <a:moveTo>
                        <a:pt x="1493" y="1111"/>
                      </a:moveTo>
                      <a:lnTo>
                        <a:pt x="2211" y="2489"/>
                      </a:lnTo>
                      <a:lnTo>
                        <a:pt x="0" y="1181"/>
                      </a:lnTo>
                      <a:lnTo>
                        <a:pt x="3044" y="0"/>
                      </a:lnTo>
                      <a:lnTo>
                        <a:pt x="1493" y="111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5" name="Freeform: Shape 214">
                  <a:extLst>
                    <a:ext uri="{FF2B5EF4-FFF2-40B4-BE49-F238E27FC236}">
                      <a16:creationId xmlns:a16="http://schemas.microsoft.com/office/drawing/2014/main" id="{8C1680E1-A707-8000-F5B9-3CBDE11127B9}"/>
                    </a:ext>
                  </a:extLst>
                </p:cNvPr>
                <p:cNvSpPr/>
                <p:nvPr/>
              </p:nvSpPr>
              <p:spPr>
                <a:xfrm>
                  <a:off x="8624906" y="6667016"/>
                  <a:ext cx="2523" cy="1620"/>
                </a:xfrm>
                <a:custGeom>
                  <a:avLst/>
                  <a:gdLst>
                    <a:gd name="connsiteX0" fmla="*/ 2524 w 2523"/>
                    <a:gd name="connsiteY0" fmla="*/ 810 h 1620"/>
                    <a:gd name="connsiteX1" fmla="*/ 0 w 2523"/>
                    <a:gd name="connsiteY1" fmla="*/ 1620 h 1620"/>
                    <a:gd name="connsiteX2" fmla="*/ 1077 w 2523"/>
                    <a:gd name="connsiteY2" fmla="*/ 0 h 1620"/>
                    <a:gd name="connsiteX3" fmla="*/ 2524 w 2523"/>
                    <a:gd name="connsiteY3" fmla="*/ 810 h 1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23" h="1620">
                      <a:moveTo>
                        <a:pt x="2524" y="810"/>
                      </a:moveTo>
                      <a:lnTo>
                        <a:pt x="0" y="1620"/>
                      </a:lnTo>
                      <a:lnTo>
                        <a:pt x="1077" y="0"/>
                      </a:lnTo>
                      <a:lnTo>
                        <a:pt x="2524" y="81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6" name="Freeform: Shape 215">
                  <a:extLst>
                    <a:ext uri="{FF2B5EF4-FFF2-40B4-BE49-F238E27FC236}">
                      <a16:creationId xmlns:a16="http://schemas.microsoft.com/office/drawing/2014/main" id="{3C789EC1-F620-04F7-E122-213A9FD3F9DB}"/>
                    </a:ext>
                  </a:extLst>
                </p:cNvPr>
                <p:cNvSpPr/>
                <p:nvPr/>
              </p:nvSpPr>
              <p:spPr>
                <a:xfrm>
                  <a:off x="8601349" y="6032171"/>
                  <a:ext cx="1527" cy="2349"/>
                </a:xfrm>
                <a:custGeom>
                  <a:avLst/>
                  <a:gdLst>
                    <a:gd name="connsiteX0" fmla="*/ 891 w 1527"/>
                    <a:gd name="connsiteY0" fmla="*/ 0 h 2349"/>
                    <a:gd name="connsiteX1" fmla="*/ 1528 w 1527"/>
                    <a:gd name="connsiteY1" fmla="*/ 2350 h 2349"/>
                    <a:gd name="connsiteX2" fmla="*/ 590 w 1527"/>
                    <a:gd name="connsiteY2" fmla="*/ 1609 h 2349"/>
                    <a:gd name="connsiteX3" fmla="*/ 0 w 1527"/>
                    <a:gd name="connsiteY3" fmla="*/ 1135 h 2349"/>
                    <a:gd name="connsiteX4" fmla="*/ 891 w 1527"/>
                    <a:gd name="connsiteY4" fmla="*/ 0 h 2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7" h="2349">
                      <a:moveTo>
                        <a:pt x="891" y="0"/>
                      </a:moveTo>
                      <a:lnTo>
                        <a:pt x="1528" y="2350"/>
                      </a:lnTo>
                      <a:lnTo>
                        <a:pt x="590" y="1609"/>
                      </a:lnTo>
                      <a:lnTo>
                        <a:pt x="0" y="1135"/>
                      </a:lnTo>
                      <a:lnTo>
                        <a:pt x="891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7" name="Freeform: Shape 216">
                  <a:extLst>
                    <a:ext uri="{FF2B5EF4-FFF2-40B4-BE49-F238E27FC236}">
                      <a16:creationId xmlns:a16="http://schemas.microsoft.com/office/drawing/2014/main" id="{23A2DC4A-F203-32C5-0F32-361AF32351F3}"/>
                    </a:ext>
                  </a:extLst>
                </p:cNvPr>
                <p:cNvSpPr/>
                <p:nvPr/>
              </p:nvSpPr>
              <p:spPr>
                <a:xfrm>
                  <a:off x="8628761" y="6669817"/>
                  <a:ext cx="1944" cy="1574"/>
                </a:xfrm>
                <a:custGeom>
                  <a:avLst/>
                  <a:gdLst>
                    <a:gd name="connsiteX0" fmla="*/ 81 w 1944"/>
                    <a:gd name="connsiteY0" fmla="*/ 0 h 1574"/>
                    <a:gd name="connsiteX1" fmla="*/ 1945 w 1944"/>
                    <a:gd name="connsiteY1" fmla="*/ 1575 h 1574"/>
                    <a:gd name="connsiteX2" fmla="*/ 0 w 1944"/>
                    <a:gd name="connsiteY2" fmla="*/ 1412 h 1574"/>
                    <a:gd name="connsiteX3" fmla="*/ 81 w 1944"/>
                    <a:gd name="connsiteY3" fmla="*/ 0 h 1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44" h="1574">
                      <a:moveTo>
                        <a:pt x="81" y="0"/>
                      </a:moveTo>
                      <a:lnTo>
                        <a:pt x="1945" y="1575"/>
                      </a:lnTo>
                      <a:lnTo>
                        <a:pt x="0" y="1412"/>
                      </a:lnTo>
                      <a:lnTo>
                        <a:pt x="81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8" name="Freeform: Shape 217">
                  <a:extLst>
                    <a:ext uri="{FF2B5EF4-FFF2-40B4-BE49-F238E27FC236}">
                      <a16:creationId xmlns:a16="http://schemas.microsoft.com/office/drawing/2014/main" id="{9BA35F15-0F0E-D153-E285-513CDC5B5CF6}"/>
                    </a:ext>
                  </a:extLst>
                </p:cNvPr>
                <p:cNvSpPr/>
                <p:nvPr/>
              </p:nvSpPr>
              <p:spPr>
                <a:xfrm>
                  <a:off x="8263113" y="6581516"/>
                  <a:ext cx="2604" cy="2211"/>
                </a:xfrm>
                <a:custGeom>
                  <a:avLst/>
                  <a:gdLst>
                    <a:gd name="connsiteX0" fmla="*/ 2605 w 2604"/>
                    <a:gd name="connsiteY0" fmla="*/ 0 h 2211"/>
                    <a:gd name="connsiteX1" fmla="*/ 0 w 2604"/>
                    <a:gd name="connsiteY1" fmla="*/ 2211 h 2211"/>
                    <a:gd name="connsiteX2" fmla="*/ 1181 w 2604"/>
                    <a:gd name="connsiteY2" fmla="*/ 174 h 2211"/>
                    <a:gd name="connsiteX3" fmla="*/ 2605 w 2604"/>
                    <a:gd name="connsiteY3" fmla="*/ 0 h 2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04" h="2211">
                      <a:moveTo>
                        <a:pt x="2605" y="0"/>
                      </a:moveTo>
                      <a:lnTo>
                        <a:pt x="0" y="2211"/>
                      </a:lnTo>
                      <a:lnTo>
                        <a:pt x="1181" y="174"/>
                      </a:lnTo>
                      <a:lnTo>
                        <a:pt x="260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9" name="Freeform: Shape 218">
                  <a:extLst>
                    <a:ext uri="{FF2B5EF4-FFF2-40B4-BE49-F238E27FC236}">
                      <a16:creationId xmlns:a16="http://schemas.microsoft.com/office/drawing/2014/main" id="{0839790D-BAF8-91BD-CAD8-DCC980CBF30D}"/>
                    </a:ext>
                  </a:extLst>
                </p:cNvPr>
                <p:cNvSpPr/>
                <p:nvPr/>
              </p:nvSpPr>
              <p:spPr>
                <a:xfrm>
                  <a:off x="8660305" y="6723980"/>
                  <a:ext cx="1620" cy="1794"/>
                </a:xfrm>
                <a:custGeom>
                  <a:avLst/>
                  <a:gdLst>
                    <a:gd name="connsiteX0" fmla="*/ 1621 w 1620"/>
                    <a:gd name="connsiteY0" fmla="*/ 1412 h 1794"/>
                    <a:gd name="connsiteX1" fmla="*/ 0 w 1620"/>
                    <a:gd name="connsiteY1" fmla="*/ 1795 h 1794"/>
                    <a:gd name="connsiteX2" fmla="*/ 1574 w 1620"/>
                    <a:gd name="connsiteY2" fmla="*/ 0 h 1794"/>
                    <a:gd name="connsiteX3" fmla="*/ 1621 w 1620"/>
                    <a:gd name="connsiteY3" fmla="*/ 1412 h 17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20" h="1794">
                      <a:moveTo>
                        <a:pt x="1621" y="1412"/>
                      </a:moveTo>
                      <a:lnTo>
                        <a:pt x="0" y="1795"/>
                      </a:lnTo>
                      <a:lnTo>
                        <a:pt x="1574" y="0"/>
                      </a:lnTo>
                      <a:lnTo>
                        <a:pt x="1621" y="14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0" name="Freeform: Shape 219">
                  <a:extLst>
                    <a:ext uri="{FF2B5EF4-FFF2-40B4-BE49-F238E27FC236}">
                      <a16:creationId xmlns:a16="http://schemas.microsoft.com/office/drawing/2014/main" id="{B66D32C2-FBE2-210E-4170-5E954E050C2E}"/>
                    </a:ext>
                  </a:extLst>
                </p:cNvPr>
                <p:cNvSpPr/>
                <p:nvPr/>
              </p:nvSpPr>
              <p:spPr>
                <a:xfrm>
                  <a:off x="8631944" y="6737559"/>
                  <a:ext cx="2095" cy="1146"/>
                </a:xfrm>
                <a:custGeom>
                  <a:avLst/>
                  <a:gdLst>
                    <a:gd name="connsiteX0" fmla="*/ 1540 w 2095"/>
                    <a:gd name="connsiteY0" fmla="*/ 0 h 1146"/>
                    <a:gd name="connsiteX1" fmla="*/ 2095 w 2095"/>
                    <a:gd name="connsiteY1" fmla="*/ 1146 h 1146"/>
                    <a:gd name="connsiteX2" fmla="*/ 1493 w 2095"/>
                    <a:gd name="connsiteY2" fmla="*/ 1018 h 1146"/>
                    <a:gd name="connsiteX3" fmla="*/ 0 w 2095"/>
                    <a:gd name="connsiteY3" fmla="*/ 729 h 1146"/>
                    <a:gd name="connsiteX4" fmla="*/ 1493 w 2095"/>
                    <a:gd name="connsiteY4" fmla="*/ 35 h 1146"/>
                    <a:gd name="connsiteX5" fmla="*/ 1540 w 2095"/>
                    <a:gd name="connsiteY5" fmla="*/ 0 h 11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" h="1146">
                      <a:moveTo>
                        <a:pt x="1540" y="0"/>
                      </a:moveTo>
                      <a:lnTo>
                        <a:pt x="2095" y="1146"/>
                      </a:lnTo>
                      <a:lnTo>
                        <a:pt x="1493" y="1018"/>
                      </a:lnTo>
                      <a:lnTo>
                        <a:pt x="0" y="729"/>
                      </a:lnTo>
                      <a:lnTo>
                        <a:pt x="1493" y="35"/>
                      </a:lnTo>
                      <a:lnTo>
                        <a:pt x="154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1" name="Freeform: Shape 220">
                  <a:extLst>
                    <a:ext uri="{FF2B5EF4-FFF2-40B4-BE49-F238E27FC236}">
                      <a16:creationId xmlns:a16="http://schemas.microsoft.com/office/drawing/2014/main" id="{8CD1BE34-93EB-B25D-140E-4F89DEBE6E47}"/>
                    </a:ext>
                  </a:extLst>
                </p:cNvPr>
                <p:cNvSpPr/>
                <p:nvPr/>
              </p:nvSpPr>
              <p:spPr>
                <a:xfrm>
                  <a:off x="8622174" y="6666344"/>
                  <a:ext cx="1991" cy="1158"/>
                </a:xfrm>
                <a:custGeom>
                  <a:avLst/>
                  <a:gdLst>
                    <a:gd name="connsiteX0" fmla="*/ 312 w 1991"/>
                    <a:gd name="connsiteY0" fmla="*/ 1135 h 1158"/>
                    <a:gd name="connsiteX1" fmla="*/ 0 w 1991"/>
                    <a:gd name="connsiteY1" fmla="*/ 1158 h 1158"/>
                    <a:gd name="connsiteX2" fmla="*/ 637 w 1991"/>
                    <a:gd name="connsiteY2" fmla="*/ 533 h 1158"/>
                    <a:gd name="connsiteX3" fmla="*/ 1157 w 1991"/>
                    <a:gd name="connsiteY3" fmla="*/ 0 h 1158"/>
                    <a:gd name="connsiteX4" fmla="*/ 1991 w 1991"/>
                    <a:gd name="connsiteY4" fmla="*/ 996 h 1158"/>
                    <a:gd name="connsiteX5" fmla="*/ 312 w 1991"/>
                    <a:gd name="connsiteY5" fmla="*/ 1135 h 1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91" h="1158">
                      <a:moveTo>
                        <a:pt x="312" y="1135"/>
                      </a:moveTo>
                      <a:lnTo>
                        <a:pt x="0" y="1158"/>
                      </a:lnTo>
                      <a:lnTo>
                        <a:pt x="637" y="533"/>
                      </a:lnTo>
                      <a:lnTo>
                        <a:pt x="1157" y="0"/>
                      </a:lnTo>
                      <a:lnTo>
                        <a:pt x="1991" y="996"/>
                      </a:lnTo>
                      <a:lnTo>
                        <a:pt x="312" y="11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2" name="Freeform: Shape 221">
                  <a:extLst>
                    <a:ext uri="{FF2B5EF4-FFF2-40B4-BE49-F238E27FC236}">
                      <a16:creationId xmlns:a16="http://schemas.microsoft.com/office/drawing/2014/main" id="{5B445E46-9744-997F-D6D5-A05E016A4156}"/>
                    </a:ext>
                  </a:extLst>
                </p:cNvPr>
                <p:cNvSpPr/>
                <p:nvPr/>
              </p:nvSpPr>
              <p:spPr>
                <a:xfrm>
                  <a:off x="8620889" y="6665985"/>
                  <a:ext cx="2072" cy="1111"/>
                </a:xfrm>
                <a:custGeom>
                  <a:avLst/>
                  <a:gdLst>
                    <a:gd name="connsiteX0" fmla="*/ 1760 w 2072"/>
                    <a:gd name="connsiteY0" fmla="*/ 950 h 1111"/>
                    <a:gd name="connsiteX1" fmla="*/ 1516 w 2072"/>
                    <a:gd name="connsiteY1" fmla="*/ 1111 h 1111"/>
                    <a:gd name="connsiteX2" fmla="*/ 0 w 2072"/>
                    <a:gd name="connsiteY2" fmla="*/ 752 h 1111"/>
                    <a:gd name="connsiteX3" fmla="*/ 2072 w 2072"/>
                    <a:gd name="connsiteY3" fmla="*/ 0 h 1111"/>
                    <a:gd name="connsiteX4" fmla="*/ 1760 w 2072"/>
                    <a:gd name="connsiteY4" fmla="*/ 950 h 11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72" h="1111">
                      <a:moveTo>
                        <a:pt x="1760" y="950"/>
                      </a:moveTo>
                      <a:lnTo>
                        <a:pt x="1516" y="1111"/>
                      </a:lnTo>
                      <a:lnTo>
                        <a:pt x="0" y="752"/>
                      </a:lnTo>
                      <a:lnTo>
                        <a:pt x="2072" y="0"/>
                      </a:lnTo>
                      <a:lnTo>
                        <a:pt x="1760" y="95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3" name="Freeform: Shape 222">
                  <a:extLst>
                    <a:ext uri="{FF2B5EF4-FFF2-40B4-BE49-F238E27FC236}">
                      <a16:creationId xmlns:a16="http://schemas.microsoft.com/office/drawing/2014/main" id="{4428FE80-B5DB-EFB1-B270-ED3E6FDD636B}"/>
                    </a:ext>
                  </a:extLst>
                </p:cNvPr>
                <p:cNvSpPr/>
                <p:nvPr/>
              </p:nvSpPr>
              <p:spPr>
                <a:xfrm>
                  <a:off x="8244360" y="6563620"/>
                  <a:ext cx="2430" cy="1168"/>
                </a:xfrm>
                <a:custGeom>
                  <a:avLst/>
                  <a:gdLst>
                    <a:gd name="connsiteX0" fmla="*/ 2072 w 2430"/>
                    <a:gd name="connsiteY0" fmla="*/ 996 h 1168"/>
                    <a:gd name="connsiteX1" fmla="*/ 0 w 2430"/>
                    <a:gd name="connsiteY1" fmla="*/ 1169 h 1168"/>
                    <a:gd name="connsiteX2" fmla="*/ 2431 w 2430"/>
                    <a:gd name="connsiteY2" fmla="*/ 0 h 1168"/>
                    <a:gd name="connsiteX3" fmla="*/ 2072 w 2430"/>
                    <a:gd name="connsiteY3" fmla="*/ 996 h 11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0" h="1168">
                      <a:moveTo>
                        <a:pt x="2072" y="996"/>
                      </a:moveTo>
                      <a:lnTo>
                        <a:pt x="0" y="1169"/>
                      </a:lnTo>
                      <a:lnTo>
                        <a:pt x="2431" y="0"/>
                      </a:lnTo>
                      <a:lnTo>
                        <a:pt x="2072" y="99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4" name="Freeform: Shape 223">
                  <a:extLst>
                    <a:ext uri="{FF2B5EF4-FFF2-40B4-BE49-F238E27FC236}">
                      <a16:creationId xmlns:a16="http://schemas.microsoft.com/office/drawing/2014/main" id="{D103BF69-0693-D68B-60EF-B237A180BB51}"/>
                    </a:ext>
                  </a:extLst>
                </p:cNvPr>
                <p:cNvSpPr/>
                <p:nvPr/>
              </p:nvSpPr>
              <p:spPr>
                <a:xfrm>
                  <a:off x="8246861" y="6550018"/>
                  <a:ext cx="2465" cy="1493"/>
                </a:xfrm>
                <a:custGeom>
                  <a:avLst/>
                  <a:gdLst>
                    <a:gd name="connsiteX0" fmla="*/ 2466 w 2465"/>
                    <a:gd name="connsiteY0" fmla="*/ 0 h 1493"/>
                    <a:gd name="connsiteX1" fmla="*/ 0 w 2465"/>
                    <a:gd name="connsiteY1" fmla="*/ 1494 h 1493"/>
                    <a:gd name="connsiteX2" fmla="*/ 914 w 2465"/>
                    <a:gd name="connsiteY2" fmla="*/ 139 h 1493"/>
                    <a:gd name="connsiteX3" fmla="*/ 2466 w 2465"/>
                    <a:gd name="connsiteY3" fmla="*/ 0 h 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65" h="1493">
                      <a:moveTo>
                        <a:pt x="2466" y="0"/>
                      </a:moveTo>
                      <a:lnTo>
                        <a:pt x="0" y="1494"/>
                      </a:lnTo>
                      <a:lnTo>
                        <a:pt x="914" y="139"/>
                      </a:lnTo>
                      <a:lnTo>
                        <a:pt x="2466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5" name="Freeform: Shape 224">
                  <a:extLst>
                    <a:ext uri="{FF2B5EF4-FFF2-40B4-BE49-F238E27FC236}">
                      <a16:creationId xmlns:a16="http://schemas.microsoft.com/office/drawing/2014/main" id="{642394E1-DCCB-9525-C584-6F88B098BC40}"/>
                    </a:ext>
                  </a:extLst>
                </p:cNvPr>
                <p:cNvSpPr/>
                <p:nvPr/>
              </p:nvSpPr>
              <p:spPr>
                <a:xfrm>
                  <a:off x="8287399" y="6650404"/>
                  <a:ext cx="1389" cy="1331"/>
                </a:xfrm>
                <a:custGeom>
                  <a:avLst/>
                  <a:gdLst>
                    <a:gd name="connsiteX0" fmla="*/ 1215 w 1389"/>
                    <a:gd name="connsiteY0" fmla="*/ 0 h 1331"/>
                    <a:gd name="connsiteX1" fmla="*/ 1389 w 1389"/>
                    <a:gd name="connsiteY1" fmla="*/ 1332 h 1331"/>
                    <a:gd name="connsiteX2" fmla="*/ 0 w 1389"/>
                    <a:gd name="connsiteY2" fmla="*/ 1181 h 1331"/>
                    <a:gd name="connsiteX3" fmla="*/ 139 w 1389"/>
                    <a:gd name="connsiteY3" fmla="*/ 984 h 1331"/>
                    <a:gd name="connsiteX4" fmla="*/ 1215 w 1389"/>
                    <a:gd name="connsiteY4" fmla="*/ 0 h 1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89" h="1331">
                      <a:moveTo>
                        <a:pt x="1215" y="0"/>
                      </a:moveTo>
                      <a:lnTo>
                        <a:pt x="1389" y="1332"/>
                      </a:lnTo>
                      <a:lnTo>
                        <a:pt x="0" y="1181"/>
                      </a:lnTo>
                      <a:lnTo>
                        <a:pt x="139" y="984"/>
                      </a:lnTo>
                      <a:lnTo>
                        <a:pt x="121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6" name="Freeform: Shape 225">
                  <a:extLst>
                    <a:ext uri="{FF2B5EF4-FFF2-40B4-BE49-F238E27FC236}">
                      <a16:creationId xmlns:a16="http://schemas.microsoft.com/office/drawing/2014/main" id="{136BD403-C089-C3FB-4FBD-9D31B93ACAB1}"/>
                    </a:ext>
                  </a:extLst>
                </p:cNvPr>
                <p:cNvSpPr/>
                <p:nvPr/>
              </p:nvSpPr>
              <p:spPr>
                <a:xfrm>
                  <a:off x="8598420" y="6036698"/>
                  <a:ext cx="949" cy="2060"/>
                </a:xfrm>
                <a:custGeom>
                  <a:avLst/>
                  <a:gdLst>
                    <a:gd name="connsiteX0" fmla="*/ 949 w 949"/>
                    <a:gd name="connsiteY0" fmla="*/ 116 h 2060"/>
                    <a:gd name="connsiteX1" fmla="*/ 776 w 949"/>
                    <a:gd name="connsiteY1" fmla="*/ 2060 h 2060"/>
                    <a:gd name="connsiteX2" fmla="*/ 243 w 949"/>
                    <a:gd name="connsiteY2" fmla="*/ 637 h 2060"/>
                    <a:gd name="connsiteX3" fmla="*/ 0 w 949"/>
                    <a:gd name="connsiteY3" fmla="*/ 0 h 2060"/>
                    <a:gd name="connsiteX4" fmla="*/ 949 w 949"/>
                    <a:gd name="connsiteY4" fmla="*/ 116 h 20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9" h="2060">
                      <a:moveTo>
                        <a:pt x="949" y="116"/>
                      </a:moveTo>
                      <a:lnTo>
                        <a:pt x="776" y="2060"/>
                      </a:lnTo>
                      <a:lnTo>
                        <a:pt x="243" y="637"/>
                      </a:lnTo>
                      <a:lnTo>
                        <a:pt x="0" y="0"/>
                      </a:lnTo>
                      <a:lnTo>
                        <a:pt x="949" y="11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7" name="Freeform: Shape 226">
                  <a:extLst>
                    <a:ext uri="{FF2B5EF4-FFF2-40B4-BE49-F238E27FC236}">
                      <a16:creationId xmlns:a16="http://schemas.microsoft.com/office/drawing/2014/main" id="{B3B1F527-CC3A-A9A4-B675-6381EDC311BD}"/>
                    </a:ext>
                  </a:extLst>
                </p:cNvPr>
                <p:cNvSpPr/>
                <p:nvPr/>
              </p:nvSpPr>
              <p:spPr>
                <a:xfrm>
                  <a:off x="8739727" y="5973748"/>
                  <a:ext cx="937" cy="2118"/>
                </a:xfrm>
                <a:custGeom>
                  <a:avLst/>
                  <a:gdLst>
                    <a:gd name="connsiteX0" fmla="*/ 938 w 937"/>
                    <a:gd name="connsiteY0" fmla="*/ 776 h 2118"/>
                    <a:gd name="connsiteX1" fmla="*/ 0 w 937"/>
                    <a:gd name="connsiteY1" fmla="*/ 2119 h 2118"/>
                    <a:gd name="connsiteX2" fmla="*/ 116 w 937"/>
                    <a:gd name="connsiteY2" fmla="*/ 0 h 2118"/>
                    <a:gd name="connsiteX3" fmla="*/ 938 w 937"/>
                    <a:gd name="connsiteY3" fmla="*/ 776 h 2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7" h="2118">
                      <a:moveTo>
                        <a:pt x="938" y="776"/>
                      </a:moveTo>
                      <a:lnTo>
                        <a:pt x="0" y="2119"/>
                      </a:lnTo>
                      <a:lnTo>
                        <a:pt x="116" y="0"/>
                      </a:lnTo>
                      <a:lnTo>
                        <a:pt x="938" y="77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8" name="Freeform: Shape 227">
                  <a:extLst>
                    <a:ext uri="{FF2B5EF4-FFF2-40B4-BE49-F238E27FC236}">
                      <a16:creationId xmlns:a16="http://schemas.microsoft.com/office/drawing/2014/main" id="{6DB12065-4678-81D9-38F7-CE696F60B995}"/>
                    </a:ext>
                  </a:extLst>
                </p:cNvPr>
                <p:cNvSpPr/>
                <p:nvPr/>
              </p:nvSpPr>
              <p:spPr>
                <a:xfrm>
                  <a:off x="8627823" y="6669956"/>
                  <a:ext cx="752" cy="2500"/>
                </a:xfrm>
                <a:custGeom>
                  <a:avLst/>
                  <a:gdLst>
                    <a:gd name="connsiteX0" fmla="*/ 752 w 752"/>
                    <a:gd name="connsiteY0" fmla="*/ 1285 h 2500"/>
                    <a:gd name="connsiteX1" fmla="*/ 127 w 752"/>
                    <a:gd name="connsiteY1" fmla="*/ 2500 h 2500"/>
                    <a:gd name="connsiteX2" fmla="*/ 0 w 752"/>
                    <a:gd name="connsiteY2" fmla="*/ 0 h 2500"/>
                    <a:gd name="connsiteX3" fmla="*/ 752 w 752"/>
                    <a:gd name="connsiteY3" fmla="*/ 1285 h 2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2" h="2500">
                      <a:moveTo>
                        <a:pt x="752" y="1285"/>
                      </a:moveTo>
                      <a:lnTo>
                        <a:pt x="127" y="2500"/>
                      </a:lnTo>
                      <a:lnTo>
                        <a:pt x="0" y="0"/>
                      </a:lnTo>
                      <a:lnTo>
                        <a:pt x="752" y="12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43FBE915-1EC0-5DE8-694F-D7C77BBFDB2A}"/>
                    </a:ext>
                  </a:extLst>
                </p:cNvPr>
                <p:cNvSpPr/>
                <p:nvPr/>
              </p:nvSpPr>
              <p:spPr>
                <a:xfrm>
                  <a:off x="8718682" y="5786682"/>
                  <a:ext cx="1065" cy="1632"/>
                </a:xfrm>
                <a:custGeom>
                  <a:avLst/>
                  <a:gdLst>
                    <a:gd name="connsiteX0" fmla="*/ 1065 w 1065"/>
                    <a:gd name="connsiteY0" fmla="*/ 185 h 1632"/>
                    <a:gd name="connsiteX1" fmla="*/ 463 w 1065"/>
                    <a:gd name="connsiteY1" fmla="*/ 1632 h 1632"/>
                    <a:gd name="connsiteX2" fmla="*/ 0 w 1065"/>
                    <a:gd name="connsiteY2" fmla="*/ 0 h 1632"/>
                    <a:gd name="connsiteX3" fmla="*/ 1065 w 1065"/>
                    <a:gd name="connsiteY3" fmla="*/ 185 h 1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65" h="1632">
                      <a:moveTo>
                        <a:pt x="1065" y="185"/>
                      </a:moveTo>
                      <a:lnTo>
                        <a:pt x="463" y="1632"/>
                      </a:lnTo>
                      <a:lnTo>
                        <a:pt x="0" y="0"/>
                      </a:lnTo>
                      <a:lnTo>
                        <a:pt x="1065" y="1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0" name="Freeform: Shape 229">
                  <a:extLst>
                    <a:ext uri="{FF2B5EF4-FFF2-40B4-BE49-F238E27FC236}">
                      <a16:creationId xmlns:a16="http://schemas.microsoft.com/office/drawing/2014/main" id="{014E0958-D631-2EBA-0C51-FEFBDB27482F}"/>
                    </a:ext>
                  </a:extLst>
                </p:cNvPr>
                <p:cNvSpPr/>
                <p:nvPr/>
              </p:nvSpPr>
              <p:spPr>
                <a:xfrm>
                  <a:off x="8721935" y="6713053"/>
                  <a:ext cx="914" cy="2060"/>
                </a:xfrm>
                <a:custGeom>
                  <a:avLst/>
                  <a:gdLst>
                    <a:gd name="connsiteX0" fmla="*/ 914 w 914"/>
                    <a:gd name="connsiteY0" fmla="*/ 1389 h 2060"/>
                    <a:gd name="connsiteX1" fmla="*/ 336 w 914"/>
                    <a:gd name="connsiteY1" fmla="*/ 2060 h 2060"/>
                    <a:gd name="connsiteX2" fmla="*/ 312 w 914"/>
                    <a:gd name="connsiteY2" fmla="*/ 1910 h 2060"/>
                    <a:gd name="connsiteX3" fmla="*/ 0 w 914"/>
                    <a:gd name="connsiteY3" fmla="*/ 0 h 2060"/>
                    <a:gd name="connsiteX4" fmla="*/ 278 w 914"/>
                    <a:gd name="connsiteY4" fmla="*/ 417 h 2060"/>
                    <a:gd name="connsiteX5" fmla="*/ 914 w 914"/>
                    <a:gd name="connsiteY5" fmla="*/ 1389 h 20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14" h="2060">
                      <a:moveTo>
                        <a:pt x="914" y="1389"/>
                      </a:moveTo>
                      <a:lnTo>
                        <a:pt x="336" y="2060"/>
                      </a:lnTo>
                      <a:lnTo>
                        <a:pt x="312" y="1910"/>
                      </a:lnTo>
                      <a:lnTo>
                        <a:pt x="0" y="0"/>
                      </a:lnTo>
                      <a:lnTo>
                        <a:pt x="278" y="417"/>
                      </a:lnTo>
                      <a:lnTo>
                        <a:pt x="914" y="138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1" name="Freeform: Shape 230">
                  <a:extLst>
                    <a:ext uri="{FF2B5EF4-FFF2-40B4-BE49-F238E27FC236}">
                      <a16:creationId xmlns:a16="http://schemas.microsoft.com/office/drawing/2014/main" id="{99CCD40D-EC3F-EC79-669B-0A48500267A0}"/>
                    </a:ext>
                  </a:extLst>
                </p:cNvPr>
                <p:cNvSpPr/>
                <p:nvPr/>
              </p:nvSpPr>
              <p:spPr>
                <a:xfrm>
                  <a:off x="9038153" y="6872939"/>
                  <a:ext cx="1863" cy="1030"/>
                </a:xfrm>
                <a:custGeom>
                  <a:avLst/>
                  <a:gdLst>
                    <a:gd name="connsiteX0" fmla="*/ 1829 w 1863"/>
                    <a:gd name="connsiteY0" fmla="*/ 949 h 1030"/>
                    <a:gd name="connsiteX1" fmla="*/ 1864 w 1863"/>
                    <a:gd name="connsiteY1" fmla="*/ 1030 h 1030"/>
                    <a:gd name="connsiteX2" fmla="*/ 1296 w 1863"/>
                    <a:gd name="connsiteY2" fmla="*/ 996 h 1030"/>
                    <a:gd name="connsiteX3" fmla="*/ 0 w 1863"/>
                    <a:gd name="connsiteY3" fmla="*/ 463 h 1030"/>
                    <a:gd name="connsiteX4" fmla="*/ 255 w 1863"/>
                    <a:gd name="connsiteY4" fmla="*/ 0 h 1030"/>
                    <a:gd name="connsiteX5" fmla="*/ 1829 w 1863"/>
                    <a:gd name="connsiteY5" fmla="*/ 949 h 1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63" h="1030">
                      <a:moveTo>
                        <a:pt x="1829" y="949"/>
                      </a:moveTo>
                      <a:lnTo>
                        <a:pt x="1864" y="1030"/>
                      </a:lnTo>
                      <a:lnTo>
                        <a:pt x="1296" y="996"/>
                      </a:lnTo>
                      <a:lnTo>
                        <a:pt x="0" y="463"/>
                      </a:lnTo>
                      <a:lnTo>
                        <a:pt x="255" y="0"/>
                      </a:lnTo>
                      <a:lnTo>
                        <a:pt x="1829" y="94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2" name="Freeform: Shape 231">
                  <a:extLst>
                    <a:ext uri="{FF2B5EF4-FFF2-40B4-BE49-F238E27FC236}">
                      <a16:creationId xmlns:a16="http://schemas.microsoft.com/office/drawing/2014/main" id="{E18B5DFF-2A2A-AF7F-AED4-A80954DF1856}"/>
                    </a:ext>
                  </a:extLst>
                </p:cNvPr>
                <p:cNvSpPr/>
                <p:nvPr/>
              </p:nvSpPr>
              <p:spPr>
                <a:xfrm>
                  <a:off x="9094643" y="5778023"/>
                  <a:ext cx="1863" cy="1886"/>
                </a:xfrm>
                <a:custGeom>
                  <a:avLst/>
                  <a:gdLst>
                    <a:gd name="connsiteX0" fmla="*/ 301 w 1863"/>
                    <a:gd name="connsiteY0" fmla="*/ 0 h 1886"/>
                    <a:gd name="connsiteX1" fmla="*/ 1864 w 1863"/>
                    <a:gd name="connsiteY1" fmla="*/ 1887 h 1886"/>
                    <a:gd name="connsiteX2" fmla="*/ 1308 w 1863"/>
                    <a:gd name="connsiteY2" fmla="*/ 1505 h 1886"/>
                    <a:gd name="connsiteX3" fmla="*/ 0 w 1863"/>
                    <a:gd name="connsiteY3" fmla="*/ 289 h 1886"/>
                    <a:gd name="connsiteX4" fmla="*/ 301 w 1863"/>
                    <a:gd name="connsiteY4" fmla="*/ 0 h 1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3" h="1886">
                      <a:moveTo>
                        <a:pt x="301" y="0"/>
                      </a:moveTo>
                      <a:lnTo>
                        <a:pt x="1864" y="1887"/>
                      </a:lnTo>
                      <a:lnTo>
                        <a:pt x="1308" y="1505"/>
                      </a:lnTo>
                      <a:lnTo>
                        <a:pt x="0" y="289"/>
                      </a:lnTo>
                      <a:lnTo>
                        <a:pt x="301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8FBD1BA4-9FB8-63E1-C05D-4EB7A24077E2}"/>
                    </a:ext>
                  </a:extLst>
                </p:cNvPr>
                <p:cNvSpPr/>
                <p:nvPr/>
              </p:nvSpPr>
              <p:spPr>
                <a:xfrm>
                  <a:off x="8719805" y="6025932"/>
                  <a:ext cx="1493" cy="1076"/>
                </a:xfrm>
                <a:custGeom>
                  <a:avLst/>
                  <a:gdLst>
                    <a:gd name="connsiteX0" fmla="*/ 1493 w 1493"/>
                    <a:gd name="connsiteY0" fmla="*/ 313 h 1076"/>
                    <a:gd name="connsiteX1" fmla="*/ 0 w 1493"/>
                    <a:gd name="connsiteY1" fmla="*/ 1077 h 1076"/>
                    <a:gd name="connsiteX2" fmla="*/ 671 w 1493"/>
                    <a:gd name="connsiteY2" fmla="*/ 0 h 1076"/>
                    <a:gd name="connsiteX3" fmla="*/ 1493 w 1493"/>
                    <a:gd name="connsiteY3" fmla="*/ 313 h 1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3" h="1076">
                      <a:moveTo>
                        <a:pt x="1493" y="313"/>
                      </a:moveTo>
                      <a:lnTo>
                        <a:pt x="0" y="1077"/>
                      </a:lnTo>
                      <a:lnTo>
                        <a:pt x="671" y="0"/>
                      </a:lnTo>
                      <a:lnTo>
                        <a:pt x="1493" y="31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4" name="Freeform: Shape 233">
                  <a:extLst>
                    <a:ext uri="{FF2B5EF4-FFF2-40B4-BE49-F238E27FC236}">
                      <a16:creationId xmlns:a16="http://schemas.microsoft.com/office/drawing/2014/main" id="{3A76EE1D-4806-B831-1C57-C379C6D473D8}"/>
                    </a:ext>
                  </a:extLst>
                </p:cNvPr>
                <p:cNvSpPr/>
                <p:nvPr/>
              </p:nvSpPr>
              <p:spPr>
                <a:xfrm>
                  <a:off x="8208730" y="6648957"/>
                  <a:ext cx="1273" cy="1354"/>
                </a:xfrm>
                <a:custGeom>
                  <a:avLst/>
                  <a:gdLst>
                    <a:gd name="connsiteX0" fmla="*/ 1273 w 1273"/>
                    <a:gd name="connsiteY0" fmla="*/ 0 h 1354"/>
                    <a:gd name="connsiteX1" fmla="*/ 648 w 1273"/>
                    <a:gd name="connsiteY1" fmla="*/ 1354 h 1354"/>
                    <a:gd name="connsiteX2" fmla="*/ 23 w 1273"/>
                    <a:gd name="connsiteY2" fmla="*/ 1193 h 1354"/>
                    <a:gd name="connsiteX3" fmla="*/ 0 w 1273"/>
                    <a:gd name="connsiteY3" fmla="*/ 1135 h 1354"/>
                    <a:gd name="connsiteX4" fmla="*/ 1273 w 1273"/>
                    <a:gd name="connsiteY4" fmla="*/ 0 h 1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73" h="1354">
                      <a:moveTo>
                        <a:pt x="1273" y="0"/>
                      </a:moveTo>
                      <a:lnTo>
                        <a:pt x="648" y="1354"/>
                      </a:lnTo>
                      <a:lnTo>
                        <a:pt x="23" y="1193"/>
                      </a:lnTo>
                      <a:lnTo>
                        <a:pt x="0" y="1135"/>
                      </a:lnTo>
                      <a:lnTo>
                        <a:pt x="127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5" name="Freeform: Shape 234">
                  <a:extLst>
                    <a:ext uri="{FF2B5EF4-FFF2-40B4-BE49-F238E27FC236}">
                      <a16:creationId xmlns:a16="http://schemas.microsoft.com/office/drawing/2014/main" id="{7001A20E-B498-7D75-8A4A-DF87491825EF}"/>
                    </a:ext>
                  </a:extLst>
                </p:cNvPr>
                <p:cNvSpPr/>
                <p:nvPr/>
              </p:nvSpPr>
              <p:spPr>
                <a:xfrm>
                  <a:off x="8619650" y="6666645"/>
                  <a:ext cx="1296" cy="764"/>
                </a:xfrm>
                <a:custGeom>
                  <a:avLst/>
                  <a:gdLst>
                    <a:gd name="connsiteX0" fmla="*/ 1296 w 1296"/>
                    <a:gd name="connsiteY0" fmla="*/ 683 h 764"/>
                    <a:gd name="connsiteX1" fmla="*/ 521 w 1296"/>
                    <a:gd name="connsiteY1" fmla="*/ 764 h 764"/>
                    <a:gd name="connsiteX2" fmla="*/ 0 w 1296"/>
                    <a:gd name="connsiteY2" fmla="*/ 729 h 764"/>
                    <a:gd name="connsiteX3" fmla="*/ 1169 w 1296"/>
                    <a:gd name="connsiteY3" fmla="*/ 0 h 764"/>
                    <a:gd name="connsiteX4" fmla="*/ 1296 w 1296"/>
                    <a:gd name="connsiteY4" fmla="*/ 683 h 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96" h="764">
                      <a:moveTo>
                        <a:pt x="1296" y="683"/>
                      </a:moveTo>
                      <a:lnTo>
                        <a:pt x="521" y="764"/>
                      </a:lnTo>
                      <a:lnTo>
                        <a:pt x="0" y="729"/>
                      </a:lnTo>
                      <a:lnTo>
                        <a:pt x="1169" y="0"/>
                      </a:lnTo>
                      <a:lnTo>
                        <a:pt x="1296" y="68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6" name="Freeform: Shape 235">
                  <a:extLst>
                    <a:ext uri="{FF2B5EF4-FFF2-40B4-BE49-F238E27FC236}">
                      <a16:creationId xmlns:a16="http://schemas.microsoft.com/office/drawing/2014/main" id="{5F0544AD-5343-7934-2629-7FDF5A7193DF}"/>
                    </a:ext>
                  </a:extLst>
                </p:cNvPr>
                <p:cNvSpPr/>
                <p:nvPr/>
              </p:nvSpPr>
              <p:spPr>
                <a:xfrm>
                  <a:off x="8563947" y="5668098"/>
                  <a:ext cx="1169" cy="868"/>
                </a:xfrm>
                <a:custGeom>
                  <a:avLst/>
                  <a:gdLst>
                    <a:gd name="connsiteX0" fmla="*/ 1169 w 1169"/>
                    <a:gd name="connsiteY0" fmla="*/ 70 h 868"/>
                    <a:gd name="connsiteX1" fmla="*/ 0 w 1169"/>
                    <a:gd name="connsiteY1" fmla="*/ 868 h 868"/>
                    <a:gd name="connsiteX2" fmla="*/ 58 w 1169"/>
                    <a:gd name="connsiteY2" fmla="*/ 301 h 868"/>
                    <a:gd name="connsiteX3" fmla="*/ 370 w 1169"/>
                    <a:gd name="connsiteY3" fmla="*/ 0 h 868"/>
                    <a:gd name="connsiteX4" fmla="*/ 1169 w 1169"/>
                    <a:gd name="connsiteY4" fmla="*/ 70 h 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69" h="868">
                      <a:moveTo>
                        <a:pt x="1169" y="70"/>
                      </a:moveTo>
                      <a:lnTo>
                        <a:pt x="0" y="868"/>
                      </a:lnTo>
                      <a:lnTo>
                        <a:pt x="58" y="301"/>
                      </a:lnTo>
                      <a:lnTo>
                        <a:pt x="370" y="0"/>
                      </a:lnTo>
                      <a:lnTo>
                        <a:pt x="1169" y="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7" name="Freeform: Shape 236">
                  <a:extLst>
                    <a:ext uri="{FF2B5EF4-FFF2-40B4-BE49-F238E27FC236}">
                      <a16:creationId xmlns:a16="http://schemas.microsoft.com/office/drawing/2014/main" id="{617C3397-3C2A-53C5-626E-705B1E07F1D3}"/>
                    </a:ext>
                  </a:extLst>
                </p:cNvPr>
                <p:cNvSpPr/>
                <p:nvPr/>
              </p:nvSpPr>
              <p:spPr>
                <a:xfrm>
                  <a:off x="9228981" y="6718968"/>
                  <a:ext cx="1805" cy="1249"/>
                </a:xfrm>
                <a:custGeom>
                  <a:avLst/>
                  <a:gdLst>
                    <a:gd name="connsiteX0" fmla="*/ 1806 w 1805"/>
                    <a:gd name="connsiteY0" fmla="*/ 1239 h 1249"/>
                    <a:gd name="connsiteX1" fmla="*/ 1343 w 1805"/>
                    <a:gd name="connsiteY1" fmla="*/ 1250 h 1249"/>
                    <a:gd name="connsiteX2" fmla="*/ 0 w 1805"/>
                    <a:gd name="connsiteY2" fmla="*/ 116 h 1249"/>
                    <a:gd name="connsiteX3" fmla="*/ 46 w 1805"/>
                    <a:gd name="connsiteY3" fmla="*/ 0 h 1249"/>
                    <a:gd name="connsiteX4" fmla="*/ 1806 w 1805"/>
                    <a:gd name="connsiteY4" fmla="*/ 1239 h 1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05" h="1249">
                      <a:moveTo>
                        <a:pt x="1806" y="1239"/>
                      </a:moveTo>
                      <a:lnTo>
                        <a:pt x="1343" y="1250"/>
                      </a:lnTo>
                      <a:lnTo>
                        <a:pt x="0" y="116"/>
                      </a:lnTo>
                      <a:lnTo>
                        <a:pt x="46" y="0"/>
                      </a:lnTo>
                      <a:lnTo>
                        <a:pt x="1806" y="12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8" name="Freeform: Shape 237">
                  <a:extLst>
                    <a:ext uri="{FF2B5EF4-FFF2-40B4-BE49-F238E27FC236}">
                      <a16:creationId xmlns:a16="http://schemas.microsoft.com/office/drawing/2014/main" id="{760F7CD2-DFB5-5C08-CB57-1695C1FCBD3D}"/>
                    </a:ext>
                  </a:extLst>
                </p:cNvPr>
                <p:cNvSpPr/>
                <p:nvPr/>
              </p:nvSpPr>
              <p:spPr>
                <a:xfrm>
                  <a:off x="8518882" y="6040170"/>
                  <a:ext cx="1180" cy="1203"/>
                </a:xfrm>
                <a:custGeom>
                  <a:avLst/>
                  <a:gdLst>
                    <a:gd name="connsiteX0" fmla="*/ 949 w 1180"/>
                    <a:gd name="connsiteY0" fmla="*/ 313 h 1203"/>
                    <a:gd name="connsiteX1" fmla="*/ 243 w 1180"/>
                    <a:gd name="connsiteY1" fmla="*/ 1204 h 1203"/>
                    <a:gd name="connsiteX2" fmla="*/ 0 w 1180"/>
                    <a:gd name="connsiteY2" fmla="*/ 660 h 1203"/>
                    <a:gd name="connsiteX3" fmla="*/ 938 w 1180"/>
                    <a:gd name="connsiteY3" fmla="*/ 139 h 1203"/>
                    <a:gd name="connsiteX4" fmla="*/ 1181 w 1180"/>
                    <a:gd name="connsiteY4" fmla="*/ 0 h 1203"/>
                    <a:gd name="connsiteX5" fmla="*/ 949 w 1180"/>
                    <a:gd name="connsiteY5" fmla="*/ 313 h 1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80" h="1203">
                      <a:moveTo>
                        <a:pt x="949" y="313"/>
                      </a:moveTo>
                      <a:lnTo>
                        <a:pt x="243" y="1204"/>
                      </a:lnTo>
                      <a:lnTo>
                        <a:pt x="0" y="660"/>
                      </a:lnTo>
                      <a:lnTo>
                        <a:pt x="938" y="139"/>
                      </a:lnTo>
                      <a:lnTo>
                        <a:pt x="1181" y="0"/>
                      </a:lnTo>
                      <a:lnTo>
                        <a:pt x="949" y="31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9" name="Freeform: Shape 238">
                  <a:extLst>
                    <a:ext uri="{FF2B5EF4-FFF2-40B4-BE49-F238E27FC236}">
                      <a16:creationId xmlns:a16="http://schemas.microsoft.com/office/drawing/2014/main" id="{46DF51E1-2A03-CB95-C42A-390D212E4CB7}"/>
                    </a:ext>
                  </a:extLst>
                </p:cNvPr>
                <p:cNvSpPr/>
                <p:nvPr/>
              </p:nvSpPr>
              <p:spPr>
                <a:xfrm>
                  <a:off x="8722919" y="5969303"/>
                  <a:ext cx="659" cy="1366"/>
                </a:xfrm>
                <a:custGeom>
                  <a:avLst/>
                  <a:gdLst>
                    <a:gd name="connsiteX0" fmla="*/ 532 w 659"/>
                    <a:gd name="connsiteY0" fmla="*/ 1354 h 1366"/>
                    <a:gd name="connsiteX1" fmla="*/ 0 w 659"/>
                    <a:gd name="connsiteY1" fmla="*/ 1366 h 1366"/>
                    <a:gd name="connsiteX2" fmla="*/ 660 w 659"/>
                    <a:gd name="connsiteY2" fmla="*/ 0 h 1366"/>
                    <a:gd name="connsiteX3" fmla="*/ 532 w 659"/>
                    <a:gd name="connsiteY3" fmla="*/ 1354 h 1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9" h="1366">
                      <a:moveTo>
                        <a:pt x="532" y="1354"/>
                      </a:moveTo>
                      <a:lnTo>
                        <a:pt x="0" y="1366"/>
                      </a:lnTo>
                      <a:lnTo>
                        <a:pt x="660" y="0"/>
                      </a:lnTo>
                      <a:lnTo>
                        <a:pt x="532" y="135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0" name="Freeform: Shape 239">
                  <a:extLst>
                    <a:ext uri="{FF2B5EF4-FFF2-40B4-BE49-F238E27FC236}">
                      <a16:creationId xmlns:a16="http://schemas.microsoft.com/office/drawing/2014/main" id="{69DE3133-2F74-178F-B266-D823373054E1}"/>
                    </a:ext>
                  </a:extLst>
                </p:cNvPr>
                <p:cNvSpPr/>
                <p:nvPr/>
              </p:nvSpPr>
              <p:spPr>
                <a:xfrm>
                  <a:off x="8248331" y="6562705"/>
                  <a:ext cx="1284" cy="1134"/>
                </a:xfrm>
                <a:custGeom>
                  <a:avLst/>
                  <a:gdLst>
                    <a:gd name="connsiteX0" fmla="*/ 1285 w 1284"/>
                    <a:gd name="connsiteY0" fmla="*/ 0 h 1134"/>
                    <a:gd name="connsiteX1" fmla="*/ 11 w 1284"/>
                    <a:gd name="connsiteY1" fmla="*/ 1135 h 1134"/>
                    <a:gd name="connsiteX2" fmla="*/ 0 w 1284"/>
                    <a:gd name="connsiteY2" fmla="*/ 602 h 1134"/>
                    <a:gd name="connsiteX3" fmla="*/ 1285 w 1284"/>
                    <a:gd name="connsiteY3" fmla="*/ 0 h 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4" h="1134">
                      <a:moveTo>
                        <a:pt x="1285" y="0"/>
                      </a:moveTo>
                      <a:lnTo>
                        <a:pt x="11" y="1135"/>
                      </a:lnTo>
                      <a:lnTo>
                        <a:pt x="0" y="602"/>
                      </a:lnTo>
                      <a:lnTo>
                        <a:pt x="128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1" name="Freeform: Shape 240">
                  <a:extLst>
                    <a:ext uri="{FF2B5EF4-FFF2-40B4-BE49-F238E27FC236}">
                      <a16:creationId xmlns:a16="http://schemas.microsoft.com/office/drawing/2014/main" id="{35F209E3-71CF-82E8-85CC-D24C46D20105}"/>
                    </a:ext>
                  </a:extLst>
                </p:cNvPr>
                <p:cNvSpPr/>
                <p:nvPr/>
              </p:nvSpPr>
              <p:spPr>
                <a:xfrm>
                  <a:off x="8245391" y="6551430"/>
                  <a:ext cx="1146" cy="1111"/>
                </a:xfrm>
                <a:custGeom>
                  <a:avLst/>
                  <a:gdLst>
                    <a:gd name="connsiteX0" fmla="*/ 1146 w 1146"/>
                    <a:gd name="connsiteY0" fmla="*/ 567 h 1111"/>
                    <a:gd name="connsiteX1" fmla="*/ 0 w 1146"/>
                    <a:gd name="connsiteY1" fmla="*/ 1111 h 1111"/>
                    <a:gd name="connsiteX2" fmla="*/ 1134 w 1146"/>
                    <a:gd name="connsiteY2" fmla="*/ 0 h 1111"/>
                    <a:gd name="connsiteX3" fmla="*/ 1146 w 1146"/>
                    <a:gd name="connsiteY3" fmla="*/ 567 h 11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" h="1111">
                      <a:moveTo>
                        <a:pt x="1146" y="567"/>
                      </a:moveTo>
                      <a:lnTo>
                        <a:pt x="0" y="1111"/>
                      </a:lnTo>
                      <a:lnTo>
                        <a:pt x="1134" y="0"/>
                      </a:lnTo>
                      <a:lnTo>
                        <a:pt x="1146" y="56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2" name="Freeform: Shape 241">
                  <a:extLst>
                    <a:ext uri="{FF2B5EF4-FFF2-40B4-BE49-F238E27FC236}">
                      <a16:creationId xmlns:a16="http://schemas.microsoft.com/office/drawing/2014/main" id="{912358CA-1FB7-1C42-E381-FA992D61000F}"/>
                    </a:ext>
                  </a:extLst>
                </p:cNvPr>
                <p:cNvSpPr/>
                <p:nvPr/>
              </p:nvSpPr>
              <p:spPr>
                <a:xfrm>
                  <a:off x="8631203" y="6671276"/>
                  <a:ext cx="1180" cy="810"/>
                </a:xfrm>
                <a:custGeom>
                  <a:avLst/>
                  <a:gdLst>
                    <a:gd name="connsiteX0" fmla="*/ 533 w 1180"/>
                    <a:gd name="connsiteY0" fmla="*/ 475 h 810"/>
                    <a:gd name="connsiteX1" fmla="*/ 0 w 1180"/>
                    <a:gd name="connsiteY1" fmla="*/ 810 h 810"/>
                    <a:gd name="connsiteX2" fmla="*/ 185 w 1180"/>
                    <a:gd name="connsiteY2" fmla="*/ 417 h 810"/>
                    <a:gd name="connsiteX3" fmla="*/ 440 w 1180"/>
                    <a:gd name="connsiteY3" fmla="*/ 0 h 810"/>
                    <a:gd name="connsiteX4" fmla="*/ 1181 w 1180"/>
                    <a:gd name="connsiteY4" fmla="*/ 46 h 810"/>
                    <a:gd name="connsiteX5" fmla="*/ 533 w 1180"/>
                    <a:gd name="connsiteY5" fmla="*/ 475 h 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80" h="810">
                      <a:moveTo>
                        <a:pt x="533" y="475"/>
                      </a:moveTo>
                      <a:lnTo>
                        <a:pt x="0" y="810"/>
                      </a:lnTo>
                      <a:lnTo>
                        <a:pt x="185" y="417"/>
                      </a:lnTo>
                      <a:lnTo>
                        <a:pt x="440" y="0"/>
                      </a:lnTo>
                      <a:lnTo>
                        <a:pt x="1181" y="46"/>
                      </a:lnTo>
                      <a:lnTo>
                        <a:pt x="533" y="47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2AD1B862-7EA7-CFA9-23B9-06D2EFC818B1}"/>
                    </a:ext>
                  </a:extLst>
                </p:cNvPr>
                <p:cNvSpPr/>
                <p:nvPr/>
              </p:nvSpPr>
              <p:spPr>
                <a:xfrm>
                  <a:off x="8563241" y="5668805"/>
                  <a:ext cx="613" cy="1331"/>
                </a:xfrm>
                <a:custGeom>
                  <a:avLst/>
                  <a:gdLst>
                    <a:gd name="connsiteX0" fmla="*/ 613 w 613"/>
                    <a:gd name="connsiteY0" fmla="*/ 0 h 1331"/>
                    <a:gd name="connsiteX1" fmla="*/ 139 w 613"/>
                    <a:gd name="connsiteY1" fmla="*/ 1331 h 1331"/>
                    <a:gd name="connsiteX2" fmla="*/ 0 w 613"/>
                    <a:gd name="connsiteY2" fmla="*/ 440 h 1331"/>
                    <a:gd name="connsiteX3" fmla="*/ 613 w 613"/>
                    <a:gd name="connsiteY3" fmla="*/ 0 h 1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13" h="1331">
                      <a:moveTo>
                        <a:pt x="613" y="0"/>
                      </a:moveTo>
                      <a:lnTo>
                        <a:pt x="139" y="1331"/>
                      </a:lnTo>
                      <a:lnTo>
                        <a:pt x="0" y="440"/>
                      </a:lnTo>
                      <a:lnTo>
                        <a:pt x="61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4" name="Freeform: Shape 243">
                  <a:extLst>
                    <a:ext uri="{FF2B5EF4-FFF2-40B4-BE49-F238E27FC236}">
                      <a16:creationId xmlns:a16="http://schemas.microsoft.com/office/drawing/2014/main" id="{477E3F22-F2AA-7533-9DDA-55A7AEBD6A65}"/>
                    </a:ext>
                  </a:extLst>
                </p:cNvPr>
                <p:cNvSpPr/>
                <p:nvPr/>
              </p:nvSpPr>
              <p:spPr>
                <a:xfrm>
                  <a:off x="8572363" y="5757337"/>
                  <a:ext cx="1122" cy="925"/>
                </a:xfrm>
                <a:custGeom>
                  <a:avLst/>
                  <a:gdLst>
                    <a:gd name="connsiteX0" fmla="*/ 1123 w 1122"/>
                    <a:gd name="connsiteY0" fmla="*/ 706 h 925"/>
                    <a:gd name="connsiteX1" fmla="*/ 602 w 1122"/>
                    <a:gd name="connsiteY1" fmla="*/ 926 h 925"/>
                    <a:gd name="connsiteX2" fmla="*/ 0 w 1122"/>
                    <a:gd name="connsiteY2" fmla="*/ 0 h 925"/>
                    <a:gd name="connsiteX3" fmla="*/ 1123 w 1122"/>
                    <a:gd name="connsiteY3" fmla="*/ 706 h 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2" h="925">
                      <a:moveTo>
                        <a:pt x="1123" y="706"/>
                      </a:moveTo>
                      <a:lnTo>
                        <a:pt x="602" y="926"/>
                      </a:lnTo>
                      <a:lnTo>
                        <a:pt x="0" y="0"/>
                      </a:lnTo>
                      <a:lnTo>
                        <a:pt x="1123" y="70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5" name="Freeform: Shape 244">
                  <a:extLst>
                    <a:ext uri="{FF2B5EF4-FFF2-40B4-BE49-F238E27FC236}">
                      <a16:creationId xmlns:a16="http://schemas.microsoft.com/office/drawing/2014/main" id="{D3F71308-7EC6-ADE6-85C0-27F58016CAA1}"/>
                    </a:ext>
                  </a:extLst>
                </p:cNvPr>
                <p:cNvSpPr/>
                <p:nvPr/>
              </p:nvSpPr>
              <p:spPr>
                <a:xfrm>
                  <a:off x="8712257" y="5791416"/>
                  <a:ext cx="567" cy="1088"/>
                </a:xfrm>
                <a:custGeom>
                  <a:avLst/>
                  <a:gdLst>
                    <a:gd name="connsiteX0" fmla="*/ 185 w 567"/>
                    <a:gd name="connsiteY0" fmla="*/ 1042 h 1088"/>
                    <a:gd name="connsiteX1" fmla="*/ 162 w 567"/>
                    <a:gd name="connsiteY1" fmla="*/ 1088 h 1088"/>
                    <a:gd name="connsiteX2" fmla="*/ 150 w 567"/>
                    <a:gd name="connsiteY2" fmla="*/ 1053 h 1088"/>
                    <a:gd name="connsiteX3" fmla="*/ 0 w 567"/>
                    <a:gd name="connsiteY3" fmla="*/ 0 h 1088"/>
                    <a:gd name="connsiteX4" fmla="*/ 567 w 567"/>
                    <a:gd name="connsiteY4" fmla="*/ 208 h 1088"/>
                    <a:gd name="connsiteX5" fmla="*/ 185 w 567"/>
                    <a:gd name="connsiteY5" fmla="*/ 1042 h 1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67" h="1088">
                      <a:moveTo>
                        <a:pt x="185" y="1042"/>
                      </a:moveTo>
                      <a:lnTo>
                        <a:pt x="162" y="1088"/>
                      </a:lnTo>
                      <a:lnTo>
                        <a:pt x="150" y="1053"/>
                      </a:lnTo>
                      <a:lnTo>
                        <a:pt x="0" y="0"/>
                      </a:lnTo>
                      <a:lnTo>
                        <a:pt x="567" y="208"/>
                      </a:lnTo>
                      <a:lnTo>
                        <a:pt x="185" y="104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6" name="Freeform: Shape 245">
                  <a:extLst>
                    <a:ext uri="{FF2B5EF4-FFF2-40B4-BE49-F238E27FC236}">
                      <a16:creationId xmlns:a16="http://schemas.microsoft.com/office/drawing/2014/main" id="{7AD7D12D-9D2C-13FF-EE19-A13A8F24B30A}"/>
                    </a:ext>
                  </a:extLst>
                </p:cNvPr>
                <p:cNvSpPr/>
                <p:nvPr/>
              </p:nvSpPr>
              <p:spPr>
                <a:xfrm>
                  <a:off x="8668894" y="6726400"/>
                  <a:ext cx="648" cy="949"/>
                </a:xfrm>
                <a:custGeom>
                  <a:avLst/>
                  <a:gdLst>
                    <a:gd name="connsiteX0" fmla="*/ 648 w 648"/>
                    <a:gd name="connsiteY0" fmla="*/ 788 h 949"/>
                    <a:gd name="connsiteX1" fmla="*/ 116 w 648"/>
                    <a:gd name="connsiteY1" fmla="*/ 950 h 949"/>
                    <a:gd name="connsiteX2" fmla="*/ 0 w 648"/>
                    <a:gd name="connsiteY2" fmla="*/ 0 h 949"/>
                    <a:gd name="connsiteX3" fmla="*/ 648 w 648"/>
                    <a:gd name="connsiteY3" fmla="*/ 788 h 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8" h="949">
                      <a:moveTo>
                        <a:pt x="648" y="788"/>
                      </a:moveTo>
                      <a:lnTo>
                        <a:pt x="116" y="950"/>
                      </a:lnTo>
                      <a:lnTo>
                        <a:pt x="0" y="0"/>
                      </a:lnTo>
                      <a:lnTo>
                        <a:pt x="648" y="78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7" name="Freeform: Shape 246">
                  <a:extLst>
                    <a:ext uri="{FF2B5EF4-FFF2-40B4-BE49-F238E27FC236}">
                      <a16:creationId xmlns:a16="http://schemas.microsoft.com/office/drawing/2014/main" id="{9B426647-07C9-2F8D-441B-E8D804F45F1F}"/>
                    </a:ext>
                  </a:extLst>
                </p:cNvPr>
                <p:cNvSpPr/>
                <p:nvPr/>
              </p:nvSpPr>
              <p:spPr>
                <a:xfrm>
                  <a:off x="8562153" y="5669696"/>
                  <a:ext cx="613" cy="787"/>
                </a:xfrm>
                <a:custGeom>
                  <a:avLst/>
                  <a:gdLst>
                    <a:gd name="connsiteX0" fmla="*/ 613 w 613"/>
                    <a:gd name="connsiteY0" fmla="*/ 0 h 787"/>
                    <a:gd name="connsiteX1" fmla="*/ 463 w 613"/>
                    <a:gd name="connsiteY1" fmla="*/ 787 h 787"/>
                    <a:gd name="connsiteX2" fmla="*/ 220 w 613"/>
                    <a:gd name="connsiteY2" fmla="*/ 718 h 787"/>
                    <a:gd name="connsiteX3" fmla="*/ 0 w 613"/>
                    <a:gd name="connsiteY3" fmla="*/ 463 h 787"/>
                    <a:gd name="connsiteX4" fmla="*/ 428 w 613"/>
                    <a:gd name="connsiteY4" fmla="*/ 58 h 787"/>
                    <a:gd name="connsiteX5" fmla="*/ 613 w 613"/>
                    <a:gd name="connsiteY5" fmla="*/ 0 h 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13" h="787">
                      <a:moveTo>
                        <a:pt x="613" y="0"/>
                      </a:moveTo>
                      <a:lnTo>
                        <a:pt x="463" y="787"/>
                      </a:lnTo>
                      <a:lnTo>
                        <a:pt x="220" y="718"/>
                      </a:lnTo>
                      <a:lnTo>
                        <a:pt x="0" y="463"/>
                      </a:lnTo>
                      <a:lnTo>
                        <a:pt x="428" y="58"/>
                      </a:lnTo>
                      <a:lnTo>
                        <a:pt x="61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8" name="Freeform: Shape 247">
                  <a:extLst>
                    <a:ext uri="{FF2B5EF4-FFF2-40B4-BE49-F238E27FC236}">
                      <a16:creationId xmlns:a16="http://schemas.microsoft.com/office/drawing/2014/main" id="{0E8E9CA1-E31C-CA6E-79C2-BB5966D68F83}"/>
                    </a:ext>
                  </a:extLst>
                </p:cNvPr>
                <p:cNvSpPr/>
                <p:nvPr/>
              </p:nvSpPr>
              <p:spPr>
                <a:xfrm>
                  <a:off x="8565799" y="5753841"/>
                  <a:ext cx="636" cy="983"/>
                </a:xfrm>
                <a:custGeom>
                  <a:avLst/>
                  <a:gdLst>
                    <a:gd name="connsiteX0" fmla="*/ 637 w 636"/>
                    <a:gd name="connsiteY0" fmla="*/ 0 h 983"/>
                    <a:gd name="connsiteX1" fmla="*/ 93 w 636"/>
                    <a:gd name="connsiteY1" fmla="*/ 984 h 983"/>
                    <a:gd name="connsiteX2" fmla="*/ 0 w 636"/>
                    <a:gd name="connsiteY2" fmla="*/ 243 h 983"/>
                    <a:gd name="connsiteX3" fmla="*/ 637 w 636"/>
                    <a:gd name="connsiteY3" fmla="*/ 0 h 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6" h="983">
                      <a:moveTo>
                        <a:pt x="637" y="0"/>
                      </a:moveTo>
                      <a:lnTo>
                        <a:pt x="93" y="984"/>
                      </a:lnTo>
                      <a:lnTo>
                        <a:pt x="0" y="243"/>
                      </a:lnTo>
                      <a:lnTo>
                        <a:pt x="63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9" name="Freeform: Shape 248">
                  <a:extLst>
                    <a:ext uri="{FF2B5EF4-FFF2-40B4-BE49-F238E27FC236}">
                      <a16:creationId xmlns:a16="http://schemas.microsoft.com/office/drawing/2014/main" id="{5F2D3D3C-5787-2F5A-DD41-8BDDC7BD2A4E}"/>
                    </a:ext>
                  </a:extLst>
                </p:cNvPr>
                <p:cNvSpPr/>
                <p:nvPr/>
              </p:nvSpPr>
              <p:spPr>
                <a:xfrm>
                  <a:off x="8266042" y="6580127"/>
                  <a:ext cx="486" cy="984"/>
                </a:xfrm>
                <a:custGeom>
                  <a:avLst/>
                  <a:gdLst>
                    <a:gd name="connsiteX0" fmla="*/ 451 w 486"/>
                    <a:gd name="connsiteY0" fmla="*/ 278 h 984"/>
                    <a:gd name="connsiteX1" fmla="*/ 243 w 486"/>
                    <a:gd name="connsiteY1" fmla="*/ 984 h 984"/>
                    <a:gd name="connsiteX2" fmla="*/ 150 w 486"/>
                    <a:gd name="connsiteY2" fmla="*/ 880 h 984"/>
                    <a:gd name="connsiteX3" fmla="*/ 0 w 486"/>
                    <a:gd name="connsiteY3" fmla="*/ 255 h 984"/>
                    <a:gd name="connsiteX4" fmla="*/ 486 w 486"/>
                    <a:gd name="connsiteY4" fmla="*/ 0 h 984"/>
                    <a:gd name="connsiteX5" fmla="*/ 451 w 486"/>
                    <a:gd name="connsiteY5" fmla="*/ 278 h 9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6" h="984">
                      <a:moveTo>
                        <a:pt x="451" y="278"/>
                      </a:moveTo>
                      <a:lnTo>
                        <a:pt x="243" y="984"/>
                      </a:lnTo>
                      <a:lnTo>
                        <a:pt x="150" y="880"/>
                      </a:lnTo>
                      <a:lnTo>
                        <a:pt x="0" y="255"/>
                      </a:lnTo>
                      <a:lnTo>
                        <a:pt x="486" y="0"/>
                      </a:lnTo>
                      <a:lnTo>
                        <a:pt x="451" y="2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0" name="Freeform: Shape 249">
                  <a:extLst>
                    <a:ext uri="{FF2B5EF4-FFF2-40B4-BE49-F238E27FC236}">
                      <a16:creationId xmlns:a16="http://schemas.microsoft.com/office/drawing/2014/main" id="{4C911A73-A852-D004-AEE3-34BAED67A9A2}"/>
                    </a:ext>
                  </a:extLst>
                </p:cNvPr>
                <p:cNvSpPr/>
                <p:nvPr/>
              </p:nvSpPr>
              <p:spPr>
                <a:xfrm>
                  <a:off x="8242844" y="6573483"/>
                  <a:ext cx="1030" cy="532"/>
                </a:xfrm>
                <a:custGeom>
                  <a:avLst/>
                  <a:gdLst>
                    <a:gd name="connsiteX0" fmla="*/ 1030 w 1030"/>
                    <a:gd name="connsiteY0" fmla="*/ 509 h 532"/>
                    <a:gd name="connsiteX1" fmla="*/ 625 w 1030"/>
                    <a:gd name="connsiteY1" fmla="*/ 532 h 532"/>
                    <a:gd name="connsiteX2" fmla="*/ 116 w 1030"/>
                    <a:gd name="connsiteY2" fmla="*/ 497 h 532"/>
                    <a:gd name="connsiteX3" fmla="*/ 0 w 1030"/>
                    <a:gd name="connsiteY3" fmla="*/ 0 h 532"/>
                    <a:gd name="connsiteX4" fmla="*/ 1030 w 1030"/>
                    <a:gd name="connsiteY4" fmla="*/ 509 h 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30" h="532">
                      <a:moveTo>
                        <a:pt x="1030" y="509"/>
                      </a:moveTo>
                      <a:lnTo>
                        <a:pt x="625" y="532"/>
                      </a:lnTo>
                      <a:lnTo>
                        <a:pt x="116" y="497"/>
                      </a:lnTo>
                      <a:lnTo>
                        <a:pt x="0" y="0"/>
                      </a:lnTo>
                      <a:lnTo>
                        <a:pt x="1030" y="50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1" name="Freeform: Shape 250">
                  <a:extLst>
                    <a:ext uri="{FF2B5EF4-FFF2-40B4-BE49-F238E27FC236}">
                      <a16:creationId xmlns:a16="http://schemas.microsoft.com/office/drawing/2014/main" id="{F84B2F9F-0865-5259-732B-729448DBC32F}"/>
                    </a:ext>
                  </a:extLst>
                </p:cNvPr>
                <p:cNvSpPr/>
                <p:nvPr/>
              </p:nvSpPr>
              <p:spPr>
                <a:xfrm>
                  <a:off x="8660050" y="6724409"/>
                  <a:ext cx="659" cy="1030"/>
                </a:xfrm>
                <a:custGeom>
                  <a:avLst/>
                  <a:gdLst>
                    <a:gd name="connsiteX0" fmla="*/ 660 w 659"/>
                    <a:gd name="connsiteY0" fmla="*/ 0 h 1030"/>
                    <a:gd name="connsiteX1" fmla="*/ 451 w 659"/>
                    <a:gd name="connsiteY1" fmla="*/ 1031 h 1030"/>
                    <a:gd name="connsiteX2" fmla="*/ 0 w 659"/>
                    <a:gd name="connsiteY2" fmla="*/ 1031 h 1030"/>
                    <a:gd name="connsiteX3" fmla="*/ 660 w 659"/>
                    <a:gd name="connsiteY3" fmla="*/ 0 h 1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9" h="1030">
                      <a:moveTo>
                        <a:pt x="660" y="0"/>
                      </a:moveTo>
                      <a:lnTo>
                        <a:pt x="451" y="1031"/>
                      </a:lnTo>
                      <a:lnTo>
                        <a:pt x="0" y="1031"/>
                      </a:lnTo>
                      <a:lnTo>
                        <a:pt x="66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2" name="Freeform: Shape 251">
                  <a:extLst>
                    <a:ext uri="{FF2B5EF4-FFF2-40B4-BE49-F238E27FC236}">
                      <a16:creationId xmlns:a16="http://schemas.microsoft.com/office/drawing/2014/main" id="{2D43DAA0-0465-2395-7C6E-178251C22CE3}"/>
                    </a:ext>
                  </a:extLst>
                </p:cNvPr>
                <p:cNvSpPr/>
                <p:nvPr/>
              </p:nvSpPr>
              <p:spPr>
                <a:xfrm>
                  <a:off x="8479432" y="6057245"/>
                  <a:ext cx="613" cy="845"/>
                </a:xfrm>
                <a:custGeom>
                  <a:avLst/>
                  <a:gdLst>
                    <a:gd name="connsiteX0" fmla="*/ 614 w 613"/>
                    <a:gd name="connsiteY0" fmla="*/ 336 h 845"/>
                    <a:gd name="connsiteX1" fmla="*/ 0 w 613"/>
                    <a:gd name="connsiteY1" fmla="*/ 845 h 845"/>
                    <a:gd name="connsiteX2" fmla="*/ 81 w 613"/>
                    <a:gd name="connsiteY2" fmla="*/ 324 h 845"/>
                    <a:gd name="connsiteX3" fmla="*/ 127 w 613"/>
                    <a:gd name="connsiteY3" fmla="*/ 0 h 845"/>
                    <a:gd name="connsiteX4" fmla="*/ 614 w 613"/>
                    <a:gd name="connsiteY4" fmla="*/ 336 h 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3" h="845">
                      <a:moveTo>
                        <a:pt x="614" y="336"/>
                      </a:moveTo>
                      <a:lnTo>
                        <a:pt x="0" y="845"/>
                      </a:lnTo>
                      <a:lnTo>
                        <a:pt x="81" y="324"/>
                      </a:lnTo>
                      <a:lnTo>
                        <a:pt x="127" y="0"/>
                      </a:lnTo>
                      <a:lnTo>
                        <a:pt x="614" y="33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3" name="Freeform: Shape 252">
                  <a:extLst>
                    <a:ext uri="{FF2B5EF4-FFF2-40B4-BE49-F238E27FC236}">
                      <a16:creationId xmlns:a16="http://schemas.microsoft.com/office/drawing/2014/main" id="{AE05D9EF-206A-A15E-63C5-A23B9EE2C915}"/>
                    </a:ext>
                  </a:extLst>
                </p:cNvPr>
                <p:cNvSpPr/>
                <p:nvPr/>
              </p:nvSpPr>
              <p:spPr>
                <a:xfrm>
                  <a:off x="9094180" y="5777537"/>
                  <a:ext cx="682" cy="659"/>
                </a:xfrm>
                <a:custGeom>
                  <a:avLst/>
                  <a:gdLst>
                    <a:gd name="connsiteX0" fmla="*/ 683 w 682"/>
                    <a:gd name="connsiteY0" fmla="*/ 394 h 659"/>
                    <a:gd name="connsiteX1" fmla="*/ 336 w 682"/>
                    <a:gd name="connsiteY1" fmla="*/ 660 h 659"/>
                    <a:gd name="connsiteX2" fmla="*/ 0 w 682"/>
                    <a:gd name="connsiteY2" fmla="*/ 336 h 659"/>
                    <a:gd name="connsiteX3" fmla="*/ 359 w 682"/>
                    <a:gd name="connsiteY3" fmla="*/ 0 h 659"/>
                    <a:gd name="connsiteX4" fmla="*/ 683 w 682"/>
                    <a:gd name="connsiteY4" fmla="*/ 394 h 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2" h="659">
                      <a:moveTo>
                        <a:pt x="683" y="394"/>
                      </a:moveTo>
                      <a:lnTo>
                        <a:pt x="336" y="660"/>
                      </a:lnTo>
                      <a:lnTo>
                        <a:pt x="0" y="336"/>
                      </a:lnTo>
                      <a:lnTo>
                        <a:pt x="359" y="0"/>
                      </a:lnTo>
                      <a:lnTo>
                        <a:pt x="683" y="3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4" name="Freeform: Shape 253">
                  <a:extLst>
                    <a:ext uri="{FF2B5EF4-FFF2-40B4-BE49-F238E27FC236}">
                      <a16:creationId xmlns:a16="http://schemas.microsoft.com/office/drawing/2014/main" id="{EFFC6DB9-3774-B8F2-32E5-B565D0F57FCF}"/>
                    </a:ext>
                  </a:extLst>
                </p:cNvPr>
                <p:cNvSpPr/>
                <p:nvPr/>
              </p:nvSpPr>
              <p:spPr>
                <a:xfrm>
                  <a:off x="8709653" y="5793303"/>
                  <a:ext cx="879" cy="486"/>
                </a:xfrm>
                <a:custGeom>
                  <a:avLst/>
                  <a:gdLst>
                    <a:gd name="connsiteX0" fmla="*/ 428 w 879"/>
                    <a:gd name="connsiteY0" fmla="*/ 150 h 486"/>
                    <a:gd name="connsiteX1" fmla="*/ 880 w 879"/>
                    <a:gd name="connsiteY1" fmla="*/ 486 h 486"/>
                    <a:gd name="connsiteX2" fmla="*/ 0 w 879"/>
                    <a:gd name="connsiteY2" fmla="*/ 486 h 486"/>
                    <a:gd name="connsiteX3" fmla="*/ 232 w 879"/>
                    <a:gd name="connsiteY3" fmla="*/ 0 h 486"/>
                    <a:gd name="connsiteX4" fmla="*/ 428 w 879"/>
                    <a:gd name="connsiteY4" fmla="*/ 150 h 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79" h="486">
                      <a:moveTo>
                        <a:pt x="428" y="150"/>
                      </a:moveTo>
                      <a:lnTo>
                        <a:pt x="880" y="486"/>
                      </a:lnTo>
                      <a:lnTo>
                        <a:pt x="0" y="486"/>
                      </a:lnTo>
                      <a:lnTo>
                        <a:pt x="232" y="0"/>
                      </a:lnTo>
                      <a:lnTo>
                        <a:pt x="428" y="15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5" name="Freeform: Shape 254">
                  <a:extLst>
                    <a:ext uri="{FF2B5EF4-FFF2-40B4-BE49-F238E27FC236}">
                      <a16:creationId xmlns:a16="http://schemas.microsoft.com/office/drawing/2014/main" id="{3171333D-BB33-4C95-C718-EDF51783869A}"/>
                    </a:ext>
                  </a:extLst>
                </p:cNvPr>
                <p:cNvSpPr/>
                <p:nvPr/>
              </p:nvSpPr>
              <p:spPr>
                <a:xfrm>
                  <a:off x="8517528" y="6041965"/>
                  <a:ext cx="636" cy="752"/>
                </a:xfrm>
                <a:custGeom>
                  <a:avLst/>
                  <a:gdLst>
                    <a:gd name="connsiteX0" fmla="*/ 637 w 636"/>
                    <a:gd name="connsiteY0" fmla="*/ 0 h 752"/>
                    <a:gd name="connsiteX1" fmla="*/ 567 w 636"/>
                    <a:gd name="connsiteY1" fmla="*/ 752 h 752"/>
                    <a:gd name="connsiteX2" fmla="*/ 336 w 636"/>
                    <a:gd name="connsiteY2" fmla="*/ 729 h 752"/>
                    <a:gd name="connsiteX3" fmla="*/ 0 w 636"/>
                    <a:gd name="connsiteY3" fmla="*/ 706 h 752"/>
                    <a:gd name="connsiteX4" fmla="*/ 486 w 636"/>
                    <a:gd name="connsiteY4" fmla="*/ 162 h 752"/>
                    <a:gd name="connsiteX5" fmla="*/ 637 w 636"/>
                    <a:gd name="connsiteY5" fmla="*/ 0 h 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36" h="752">
                      <a:moveTo>
                        <a:pt x="637" y="0"/>
                      </a:moveTo>
                      <a:lnTo>
                        <a:pt x="567" y="752"/>
                      </a:lnTo>
                      <a:lnTo>
                        <a:pt x="336" y="729"/>
                      </a:lnTo>
                      <a:lnTo>
                        <a:pt x="0" y="706"/>
                      </a:lnTo>
                      <a:lnTo>
                        <a:pt x="486" y="162"/>
                      </a:lnTo>
                      <a:lnTo>
                        <a:pt x="63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6" name="Freeform: Shape 255">
                  <a:extLst>
                    <a:ext uri="{FF2B5EF4-FFF2-40B4-BE49-F238E27FC236}">
                      <a16:creationId xmlns:a16="http://schemas.microsoft.com/office/drawing/2014/main" id="{55A4DEB9-791F-350D-EE4E-B1AEB879AD6A}"/>
                    </a:ext>
                  </a:extLst>
                </p:cNvPr>
                <p:cNvSpPr/>
                <p:nvPr/>
              </p:nvSpPr>
              <p:spPr>
                <a:xfrm>
                  <a:off x="8576877" y="5767119"/>
                  <a:ext cx="995" cy="1076"/>
                </a:xfrm>
                <a:custGeom>
                  <a:avLst/>
                  <a:gdLst>
                    <a:gd name="connsiteX0" fmla="*/ 637 w 995"/>
                    <a:gd name="connsiteY0" fmla="*/ 266 h 1076"/>
                    <a:gd name="connsiteX1" fmla="*/ 996 w 995"/>
                    <a:gd name="connsiteY1" fmla="*/ 1076 h 1076"/>
                    <a:gd name="connsiteX2" fmla="*/ 0 w 995"/>
                    <a:gd name="connsiteY2" fmla="*/ 0 h 1076"/>
                    <a:gd name="connsiteX3" fmla="*/ 637 w 995"/>
                    <a:gd name="connsiteY3" fmla="*/ 266 h 1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5" h="1076">
                      <a:moveTo>
                        <a:pt x="637" y="266"/>
                      </a:moveTo>
                      <a:lnTo>
                        <a:pt x="996" y="1076"/>
                      </a:lnTo>
                      <a:lnTo>
                        <a:pt x="0" y="0"/>
                      </a:lnTo>
                      <a:lnTo>
                        <a:pt x="637" y="26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7" name="Freeform: Shape 256">
                  <a:extLst>
                    <a:ext uri="{FF2B5EF4-FFF2-40B4-BE49-F238E27FC236}">
                      <a16:creationId xmlns:a16="http://schemas.microsoft.com/office/drawing/2014/main" id="{EDF2887C-DB18-50D9-4665-3D446ADB47C1}"/>
                    </a:ext>
                  </a:extLst>
                </p:cNvPr>
                <p:cNvSpPr/>
                <p:nvPr/>
              </p:nvSpPr>
              <p:spPr>
                <a:xfrm>
                  <a:off x="8755933" y="6766221"/>
                  <a:ext cx="671" cy="486"/>
                </a:xfrm>
                <a:custGeom>
                  <a:avLst/>
                  <a:gdLst>
                    <a:gd name="connsiteX0" fmla="*/ 671 w 671"/>
                    <a:gd name="connsiteY0" fmla="*/ 290 h 486"/>
                    <a:gd name="connsiteX1" fmla="*/ 0 w 671"/>
                    <a:gd name="connsiteY1" fmla="*/ 487 h 486"/>
                    <a:gd name="connsiteX2" fmla="*/ 197 w 671"/>
                    <a:gd name="connsiteY2" fmla="*/ 0 h 486"/>
                    <a:gd name="connsiteX3" fmla="*/ 671 w 671"/>
                    <a:gd name="connsiteY3" fmla="*/ 290 h 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1" h="486">
                      <a:moveTo>
                        <a:pt x="671" y="290"/>
                      </a:moveTo>
                      <a:lnTo>
                        <a:pt x="0" y="487"/>
                      </a:lnTo>
                      <a:lnTo>
                        <a:pt x="197" y="0"/>
                      </a:lnTo>
                      <a:lnTo>
                        <a:pt x="671" y="2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8" name="Freeform: Shape 257">
                  <a:extLst>
                    <a:ext uri="{FF2B5EF4-FFF2-40B4-BE49-F238E27FC236}">
                      <a16:creationId xmlns:a16="http://schemas.microsoft.com/office/drawing/2014/main" id="{6BCE1AE8-C806-6F24-FF65-F6FFB4B91A89}"/>
                    </a:ext>
                  </a:extLst>
                </p:cNvPr>
                <p:cNvSpPr/>
                <p:nvPr/>
              </p:nvSpPr>
              <p:spPr>
                <a:xfrm>
                  <a:off x="8313781" y="6579108"/>
                  <a:ext cx="798" cy="382"/>
                </a:xfrm>
                <a:custGeom>
                  <a:avLst/>
                  <a:gdLst>
                    <a:gd name="connsiteX0" fmla="*/ 752 w 798"/>
                    <a:gd name="connsiteY0" fmla="*/ 197 h 382"/>
                    <a:gd name="connsiteX1" fmla="*/ 208 w 798"/>
                    <a:gd name="connsiteY1" fmla="*/ 382 h 382"/>
                    <a:gd name="connsiteX2" fmla="*/ 0 w 798"/>
                    <a:gd name="connsiteY2" fmla="*/ 313 h 382"/>
                    <a:gd name="connsiteX3" fmla="*/ 625 w 798"/>
                    <a:gd name="connsiteY3" fmla="*/ 0 h 382"/>
                    <a:gd name="connsiteX4" fmla="*/ 799 w 798"/>
                    <a:gd name="connsiteY4" fmla="*/ 47 h 382"/>
                    <a:gd name="connsiteX5" fmla="*/ 752 w 798"/>
                    <a:gd name="connsiteY5" fmla="*/ 197 h 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98" h="382">
                      <a:moveTo>
                        <a:pt x="752" y="197"/>
                      </a:moveTo>
                      <a:lnTo>
                        <a:pt x="208" y="382"/>
                      </a:lnTo>
                      <a:lnTo>
                        <a:pt x="0" y="313"/>
                      </a:lnTo>
                      <a:lnTo>
                        <a:pt x="625" y="0"/>
                      </a:lnTo>
                      <a:lnTo>
                        <a:pt x="799" y="47"/>
                      </a:lnTo>
                      <a:lnTo>
                        <a:pt x="752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9" name="Freeform: Shape 258">
                  <a:extLst>
                    <a:ext uri="{FF2B5EF4-FFF2-40B4-BE49-F238E27FC236}">
                      <a16:creationId xmlns:a16="http://schemas.microsoft.com/office/drawing/2014/main" id="{AF122DD0-DF0C-7702-3064-B6DE16AF3AD4}"/>
                    </a:ext>
                  </a:extLst>
                </p:cNvPr>
                <p:cNvSpPr/>
                <p:nvPr/>
              </p:nvSpPr>
              <p:spPr>
                <a:xfrm>
                  <a:off x="9235325" y="6693606"/>
                  <a:ext cx="127" cy="497"/>
                </a:xfrm>
                <a:custGeom>
                  <a:avLst/>
                  <a:gdLst>
                    <a:gd name="connsiteX0" fmla="*/ 127 w 127"/>
                    <a:gd name="connsiteY0" fmla="*/ 104 h 497"/>
                    <a:gd name="connsiteX1" fmla="*/ 0 w 127"/>
                    <a:gd name="connsiteY1" fmla="*/ 497 h 497"/>
                    <a:gd name="connsiteX2" fmla="*/ 46 w 127"/>
                    <a:gd name="connsiteY2" fmla="*/ 0 h 497"/>
                    <a:gd name="connsiteX3" fmla="*/ 127 w 127"/>
                    <a:gd name="connsiteY3" fmla="*/ 104 h 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" h="497">
                      <a:moveTo>
                        <a:pt x="127" y="104"/>
                      </a:moveTo>
                      <a:lnTo>
                        <a:pt x="0" y="497"/>
                      </a:lnTo>
                      <a:lnTo>
                        <a:pt x="46" y="0"/>
                      </a:lnTo>
                      <a:lnTo>
                        <a:pt x="127" y="10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0" name="Freeform: Shape 259">
                  <a:extLst>
                    <a:ext uri="{FF2B5EF4-FFF2-40B4-BE49-F238E27FC236}">
                      <a16:creationId xmlns:a16="http://schemas.microsoft.com/office/drawing/2014/main" id="{C4F3CCF8-9093-AE57-EF31-741DDB9B42AA}"/>
                    </a:ext>
                  </a:extLst>
                </p:cNvPr>
                <p:cNvSpPr/>
                <p:nvPr/>
              </p:nvSpPr>
              <p:spPr>
                <a:xfrm>
                  <a:off x="9233947" y="6707438"/>
                  <a:ext cx="115" cy="358"/>
                </a:xfrm>
                <a:custGeom>
                  <a:avLst/>
                  <a:gdLst>
                    <a:gd name="connsiteX0" fmla="*/ 116 w 115"/>
                    <a:gd name="connsiteY0" fmla="*/ 0 h 358"/>
                    <a:gd name="connsiteX1" fmla="*/ 58 w 115"/>
                    <a:gd name="connsiteY1" fmla="*/ 359 h 358"/>
                    <a:gd name="connsiteX2" fmla="*/ 0 w 115"/>
                    <a:gd name="connsiteY2" fmla="*/ 324 h 358"/>
                    <a:gd name="connsiteX3" fmla="*/ 116 w 115"/>
                    <a:gd name="connsiteY3" fmla="*/ 0 h 3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" h="358">
                      <a:moveTo>
                        <a:pt x="116" y="0"/>
                      </a:moveTo>
                      <a:lnTo>
                        <a:pt x="58" y="359"/>
                      </a:lnTo>
                      <a:lnTo>
                        <a:pt x="0" y="324"/>
                      </a:lnTo>
                      <a:lnTo>
                        <a:pt x="116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1" name="Freeform: Shape 260">
                  <a:extLst>
                    <a:ext uri="{FF2B5EF4-FFF2-40B4-BE49-F238E27FC236}">
                      <a16:creationId xmlns:a16="http://schemas.microsoft.com/office/drawing/2014/main" id="{13F1D072-1CA7-D7DD-FD80-935F42AE6A16}"/>
                    </a:ext>
                  </a:extLst>
                </p:cNvPr>
                <p:cNvSpPr/>
                <p:nvPr/>
              </p:nvSpPr>
              <p:spPr>
                <a:xfrm>
                  <a:off x="8397613" y="6496723"/>
                  <a:ext cx="567" cy="288"/>
                </a:xfrm>
                <a:custGeom>
                  <a:avLst/>
                  <a:gdLst>
                    <a:gd name="connsiteX0" fmla="*/ 567 w 567"/>
                    <a:gd name="connsiteY0" fmla="*/ 0 h 288"/>
                    <a:gd name="connsiteX1" fmla="*/ 0 w 567"/>
                    <a:gd name="connsiteY1" fmla="*/ 289 h 288"/>
                    <a:gd name="connsiteX2" fmla="*/ 255 w 567"/>
                    <a:gd name="connsiteY2" fmla="*/ 150 h 288"/>
                    <a:gd name="connsiteX3" fmla="*/ 567 w 567"/>
                    <a:gd name="connsiteY3" fmla="*/ 0 h 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7" h="288">
                      <a:moveTo>
                        <a:pt x="567" y="0"/>
                      </a:moveTo>
                      <a:lnTo>
                        <a:pt x="0" y="289"/>
                      </a:lnTo>
                      <a:lnTo>
                        <a:pt x="255" y="150"/>
                      </a:lnTo>
                      <a:lnTo>
                        <a:pt x="56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2" name="Freeform: Shape 261">
                  <a:extLst>
                    <a:ext uri="{FF2B5EF4-FFF2-40B4-BE49-F238E27FC236}">
                      <a16:creationId xmlns:a16="http://schemas.microsoft.com/office/drawing/2014/main" id="{103F036E-5464-7E6A-3541-F0324C08B667}"/>
                    </a:ext>
                  </a:extLst>
                </p:cNvPr>
                <p:cNvSpPr/>
                <p:nvPr/>
              </p:nvSpPr>
              <p:spPr>
                <a:xfrm>
                  <a:off x="9235047" y="6729074"/>
                  <a:ext cx="57" cy="81"/>
                </a:xfrm>
                <a:custGeom>
                  <a:avLst/>
                  <a:gdLst>
                    <a:gd name="connsiteX0" fmla="*/ 58 w 57"/>
                    <a:gd name="connsiteY0" fmla="*/ 0 h 81"/>
                    <a:gd name="connsiteX1" fmla="*/ 58 w 57"/>
                    <a:gd name="connsiteY1" fmla="*/ 81 h 81"/>
                    <a:gd name="connsiteX2" fmla="*/ 0 w 57"/>
                    <a:gd name="connsiteY2" fmla="*/ 0 h 81"/>
                    <a:gd name="connsiteX3" fmla="*/ 58 w 57"/>
                    <a:gd name="connsiteY3" fmla="*/ 0 h 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" h="81">
                      <a:moveTo>
                        <a:pt x="58" y="0"/>
                      </a:moveTo>
                      <a:lnTo>
                        <a:pt x="58" y="81"/>
                      </a:lnTo>
                      <a:lnTo>
                        <a:pt x="0" y="0"/>
                      </a:lnTo>
                      <a:lnTo>
                        <a:pt x="58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3" name="Freeform: Shape 262">
                  <a:extLst>
                    <a:ext uri="{FF2B5EF4-FFF2-40B4-BE49-F238E27FC236}">
                      <a16:creationId xmlns:a16="http://schemas.microsoft.com/office/drawing/2014/main" id="{8CD6E6D3-6F00-5F3E-1F4D-89316F47143B}"/>
                    </a:ext>
                  </a:extLst>
                </p:cNvPr>
                <p:cNvSpPr/>
                <p:nvPr/>
              </p:nvSpPr>
              <p:spPr>
                <a:xfrm>
                  <a:off x="9236089" y="6718089"/>
                  <a:ext cx="57" cy="69"/>
                </a:xfrm>
                <a:custGeom>
                  <a:avLst/>
                  <a:gdLst>
                    <a:gd name="connsiteX0" fmla="*/ 58 w 57"/>
                    <a:gd name="connsiteY0" fmla="*/ 0 h 69"/>
                    <a:gd name="connsiteX1" fmla="*/ 23 w 57"/>
                    <a:gd name="connsiteY1" fmla="*/ 69 h 69"/>
                    <a:gd name="connsiteX2" fmla="*/ 0 w 57"/>
                    <a:gd name="connsiteY2" fmla="*/ 35 h 69"/>
                    <a:gd name="connsiteX3" fmla="*/ 58 w 57"/>
                    <a:gd name="connsiteY3" fmla="*/ 0 h 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" h="69">
                      <a:moveTo>
                        <a:pt x="58" y="0"/>
                      </a:moveTo>
                      <a:lnTo>
                        <a:pt x="23" y="69"/>
                      </a:lnTo>
                      <a:lnTo>
                        <a:pt x="0" y="35"/>
                      </a:lnTo>
                      <a:lnTo>
                        <a:pt x="58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4" name="Freeform: Shape 263">
                  <a:extLst>
                    <a:ext uri="{FF2B5EF4-FFF2-40B4-BE49-F238E27FC236}">
                      <a16:creationId xmlns:a16="http://schemas.microsoft.com/office/drawing/2014/main" id="{CC27EF6E-2D8A-3EB2-B4DB-D82188C4F812}"/>
                    </a:ext>
                  </a:extLst>
                </p:cNvPr>
                <p:cNvSpPr/>
                <p:nvPr/>
              </p:nvSpPr>
              <p:spPr>
                <a:xfrm>
                  <a:off x="9229919" y="6696337"/>
                  <a:ext cx="57" cy="115"/>
                </a:xfrm>
                <a:custGeom>
                  <a:avLst/>
                  <a:gdLst>
                    <a:gd name="connsiteX0" fmla="*/ 58 w 57"/>
                    <a:gd name="connsiteY0" fmla="*/ 0 h 115"/>
                    <a:gd name="connsiteX1" fmla="*/ 12 w 57"/>
                    <a:gd name="connsiteY1" fmla="*/ 116 h 115"/>
                    <a:gd name="connsiteX2" fmla="*/ 0 w 57"/>
                    <a:gd name="connsiteY2" fmla="*/ 105 h 115"/>
                    <a:gd name="connsiteX3" fmla="*/ 58 w 57"/>
                    <a:gd name="connsiteY3" fmla="*/ 0 h 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" h="115">
                      <a:moveTo>
                        <a:pt x="58" y="0"/>
                      </a:moveTo>
                      <a:lnTo>
                        <a:pt x="12" y="116"/>
                      </a:lnTo>
                      <a:lnTo>
                        <a:pt x="0" y="105"/>
                      </a:lnTo>
                      <a:lnTo>
                        <a:pt x="58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5" name="Freeform: Shape 264">
                  <a:extLst>
                    <a:ext uri="{FF2B5EF4-FFF2-40B4-BE49-F238E27FC236}">
                      <a16:creationId xmlns:a16="http://schemas.microsoft.com/office/drawing/2014/main" id="{0D3C56E9-7F1B-3366-BD61-4F5E2F8DE16A}"/>
                    </a:ext>
                  </a:extLst>
                </p:cNvPr>
                <p:cNvSpPr/>
                <p:nvPr/>
              </p:nvSpPr>
              <p:spPr>
                <a:xfrm>
                  <a:off x="8112754" y="2593105"/>
                  <a:ext cx="1440502" cy="2360402"/>
                </a:xfrm>
                <a:custGeom>
                  <a:avLst/>
                  <a:gdLst>
                    <a:gd name="connsiteX0" fmla="*/ 1010609 w 1440502"/>
                    <a:gd name="connsiteY0" fmla="*/ 2166321 h 2360402"/>
                    <a:gd name="connsiteX1" fmla="*/ 1009602 w 1440502"/>
                    <a:gd name="connsiteY1" fmla="*/ 2166727 h 2360402"/>
                    <a:gd name="connsiteX2" fmla="*/ 1009417 w 1440502"/>
                    <a:gd name="connsiteY2" fmla="*/ 2166796 h 2360402"/>
                    <a:gd name="connsiteX3" fmla="*/ 1009162 w 1440502"/>
                    <a:gd name="connsiteY3" fmla="*/ 2166889 h 2360402"/>
                    <a:gd name="connsiteX4" fmla="*/ 1009023 w 1440502"/>
                    <a:gd name="connsiteY4" fmla="*/ 2166947 h 2360402"/>
                    <a:gd name="connsiteX5" fmla="*/ 1009000 w 1440502"/>
                    <a:gd name="connsiteY5" fmla="*/ 2166970 h 2360402"/>
                    <a:gd name="connsiteX6" fmla="*/ 1008826 w 1440502"/>
                    <a:gd name="connsiteY6" fmla="*/ 2167051 h 2360402"/>
                    <a:gd name="connsiteX7" fmla="*/ 1009266 w 1440502"/>
                    <a:gd name="connsiteY7" fmla="*/ 2169574 h 2360402"/>
                    <a:gd name="connsiteX8" fmla="*/ 1006673 w 1440502"/>
                    <a:gd name="connsiteY8" fmla="*/ 2170952 h 2360402"/>
                    <a:gd name="connsiteX9" fmla="*/ 1006048 w 1440502"/>
                    <a:gd name="connsiteY9" fmla="*/ 2171091 h 2360402"/>
                    <a:gd name="connsiteX10" fmla="*/ 1005342 w 1440502"/>
                    <a:gd name="connsiteY10" fmla="*/ 2171600 h 2360402"/>
                    <a:gd name="connsiteX11" fmla="*/ 1005284 w 1440502"/>
                    <a:gd name="connsiteY11" fmla="*/ 2171681 h 2360402"/>
                    <a:gd name="connsiteX12" fmla="*/ 1003224 w 1440502"/>
                    <a:gd name="connsiteY12" fmla="*/ 2172769 h 2360402"/>
                    <a:gd name="connsiteX13" fmla="*/ 1000943 w 1440502"/>
                    <a:gd name="connsiteY13" fmla="*/ 2170396 h 2360402"/>
                    <a:gd name="connsiteX14" fmla="*/ 1002807 w 1440502"/>
                    <a:gd name="connsiteY14" fmla="*/ 2173001 h 2360402"/>
                    <a:gd name="connsiteX15" fmla="*/ 999531 w 1440502"/>
                    <a:gd name="connsiteY15" fmla="*/ 2174517 h 2360402"/>
                    <a:gd name="connsiteX16" fmla="*/ 998894 w 1440502"/>
                    <a:gd name="connsiteY16" fmla="*/ 2174645 h 2360402"/>
                    <a:gd name="connsiteX17" fmla="*/ 998744 w 1440502"/>
                    <a:gd name="connsiteY17" fmla="*/ 2174888 h 2360402"/>
                    <a:gd name="connsiteX18" fmla="*/ 998003 w 1440502"/>
                    <a:gd name="connsiteY18" fmla="*/ 2175223 h 2360402"/>
                    <a:gd name="connsiteX19" fmla="*/ 997540 w 1440502"/>
                    <a:gd name="connsiteY19" fmla="*/ 2176311 h 2360402"/>
                    <a:gd name="connsiteX20" fmla="*/ 992030 w 1440502"/>
                    <a:gd name="connsiteY20" fmla="*/ 2174517 h 2360402"/>
                    <a:gd name="connsiteX21" fmla="*/ 978937 w 1440502"/>
                    <a:gd name="connsiteY21" fmla="*/ 2182609 h 2360402"/>
                    <a:gd name="connsiteX22" fmla="*/ 976437 w 1440502"/>
                    <a:gd name="connsiteY22" fmla="*/ 2182470 h 2360402"/>
                    <a:gd name="connsiteX23" fmla="*/ 972860 w 1440502"/>
                    <a:gd name="connsiteY23" fmla="*/ 2179622 h 2360402"/>
                    <a:gd name="connsiteX24" fmla="*/ 958518 w 1440502"/>
                    <a:gd name="connsiteY24" fmla="*/ 2175316 h 2360402"/>
                    <a:gd name="connsiteX25" fmla="*/ 959281 w 1440502"/>
                    <a:gd name="connsiteY25" fmla="*/ 2174019 h 2360402"/>
                    <a:gd name="connsiteX26" fmla="*/ 948261 w 1440502"/>
                    <a:gd name="connsiteY26" fmla="*/ 2177955 h 2360402"/>
                    <a:gd name="connsiteX27" fmla="*/ 946918 w 1440502"/>
                    <a:gd name="connsiteY27" fmla="*/ 2179842 h 2360402"/>
                    <a:gd name="connsiteX28" fmla="*/ 944557 w 1440502"/>
                    <a:gd name="connsiteY28" fmla="*/ 2176948 h 2360402"/>
                    <a:gd name="connsiteX29" fmla="*/ 943492 w 1440502"/>
                    <a:gd name="connsiteY29" fmla="*/ 2177191 h 2360402"/>
                    <a:gd name="connsiteX30" fmla="*/ 937889 w 1440502"/>
                    <a:gd name="connsiteY30" fmla="*/ 2178499 h 2360402"/>
                    <a:gd name="connsiteX31" fmla="*/ 935343 w 1440502"/>
                    <a:gd name="connsiteY31" fmla="*/ 2172943 h 2360402"/>
                    <a:gd name="connsiteX32" fmla="*/ 939024 w 1440502"/>
                    <a:gd name="connsiteY32" fmla="*/ 2168174 h 2360402"/>
                    <a:gd name="connsiteX33" fmla="*/ 938156 w 1440502"/>
                    <a:gd name="connsiteY33" fmla="*/ 2166229 h 2360402"/>
                    <a:gd name="connsiteX34" fmla="*/ 940633 w 1440502"/>
                    <a:gd name="connsiteY34" fmla="*/ 2163126 h 2360402"/>
                    <a:gd name="connsiteX35" fmla="*/ 939869 w 1440502"/>
                    <a:gd name="connsiteY35" fmla="*/ 2161656 h 2360402"/>
                    <a:gd name="connsiteX36" fmla="*/ 940482 w 1440502"/>
                    <a:gd name="connsiteY36" fmla="*/ 2163034 h 2360402"/>
                    <a:gd name="connsiteX37" fmla="*/ 937843 w 1440502"/>
                    <a:gd name="connsiteY37" fmla="*/ 2166229 h 2360402"/>
                    <a:gd name="connsiteX38" fmla="*/ 938781 w 1440502"/>
                    <a:gd name="connsiteY38" fmla="*/ 2168185 h 2360402"/>
                    <a:gd name="connsiteX39" fmla="*/ 934278 w 1440502"/>
                    <a:gd name="connsiteY39" fmla="*/ 2173337 h 2360402"/>
                    <a:gd name="connsiteX40" fmla="*/ 937635 w 1440502"/>
                    <a:gd name="connsiteY40" fmla="*/ 2178650 h 2360402"/>
                    <a:gd name="connsiteX41" fmla="*/ 939128 w 1440502"/>
                    <a:gd name="connsiteY41" fmla="*/ 2180282 h 2360402"/>
                    <a:gd name="connsiteX42" fmla="*/ 937391 w 1440502"/>
                    <a:gd name="connsiteY42" fmla="*/ 2181162 h 2360402"/>
                    <a:gd name="connsiteX43" fmla="*/ 916682 w 1440502"/>
                    <a:gd name="connsiteY43" fmla="*/ 2172572 h 2360402"/>
                    <a:gd name="connsiteX44" fmla="*/ 913638 w 1440502"/>
                    <a:gd name="connsiteY44" fmla="*/ 2175709 h 2360402"/>
                    <a:gd name="connsiteX45" fmla="*/ 903092 w 1440502"/>
                    <a:gd name="connsiteY45" fmla="*/ 2177492 h 2360402"/>
                    <a:gd name="connsiteX46" fmla="*/ 890324 w 1440502"/>
                    <a:gd name="connsiteY46" fmla="*/ 2175015 h 2360402"/>
                    <a:gd name="connsiteX47" fmla="*/ 889919 w 1440502"/>
                    <a:gd name="connsiteY47" fmla="*/ 2172804 h 2360402"/>
                    <a:gd name="connsiteX48" fmla="*/ 886886 w 1440502"/>
                    <a:gd name="connsiteY48" fmla="*/ 2172005 h 2360402"/>
                    <a:gd name="connsiteX49" fmla="*/ 882591 w 1440502"/>
                    <a:gd name="connsiteY49" fmla="*/ 2163960 h 2360402"/>
                    <a:gd name="connsiteX50" fmla="*/ 874789 w 1440502"/>
                    <a:gd name="connsiteY50" fmla="*/ 2164956 h 2360402"/>
                    <a:gd name="connsiteX51" fmla="*/ 872845 w 1440502"/>
                    <a:gd name="connsiteY51" fmla="*/ 2170767 h 2360402"/>
                    <a:gd name="connsiteX52" fmla="*/ 869349 w 1440502"/>
                    <a:gd name="connsiteY52" fmla="*/ 2166622 h 2360402"/>
                    <a:gd name="connsiteX53" fmla="*/ 869071 w 1440502"/>
                    <a:gd name="connsiteY53" fmla="*/ 2167120 h 2360402"/>
                    <a:gd name="connsiteX54" fmla="*/ 868087 w 1440502"/>
                    <a:gd name="connsiteY54" fmla="*/ 2168822 h 2360402"/>
                    <a:gd name="connsiteX55" fmla="*/ 867207 w 1440502"/>
                    <a:gd name="connsiteY55" fmla="*/ 2170350 h 2360402"/>
                    <a:gd name="connsiteX56" fmla="*/ 865644 w 1440502"/>
                    <a:gd name="connsiteY56" fmla="*/ 2168891 h 2360402"/>
                    <a:gd name="connsiteX57" fmla="*/ 864278 w 1440502"/>
                    <a:gd name="connsiteY57" fmla="*/ 2169609 h 2360402"/>
                    <a:gd name="connsiteX58" fmla="*/ 863838 w 1440502"/>
                    <a:gd name="connsiteY58" fmla="*/ 2169841 h 2360402"/>
                    <a:gd name="connsiteX59" fmla="*/ 863051 w 1440502"/>
                    <a:gd name="connsiteY59" fmla="*/ 2168289 h 2360402"/>
                    <a:gd name="connsiteX60" fmla="*/ 861477 w 1440502"/>
                    <a:gd name="connsiteY60" fmla="*/ 2165233 h 2360402"/>
                    <a:gd name="connsiteX61" fmla="*/ 859324 w 1440502"/>
                    <a:gd name="connsiteY61" fmla="*/ 2164203 h 2360402"/>
                    <a:gd name="connsiteX62" fmla="*/ 857344 w 1440502"/>
                    <a:gd name="connsiteY62" fmla="*/ 2165500 h 2360402"/>
                    <a:gd name="connsiteX63" fmla="*/ 857032 w 1440502"/>
                    <a:gd name="connsiteY63" fmla="*/ 2163914 h 2360402"/>
                    <a:gd name="connsiteX64" fmla="*/ 856766 w 1440502"/>
                    <a:gd name="connsiteY64" fmla="*/ 2164330 h 2360402"/>
                    <a:gd name="connsiteX65" fmla="*/ 856696 w 1440502"/>
                    <a:gd name="connsiteY65" fmla="*/ 2164458 h 2360402"/>
                    <a:gd name="connsiteX66" fmla="*/ 856279 w 1440502"/>
                    <a:gd name="connsiteY66" fmla="*/ 2165129 h 2360402"/>
                    <a:gd name="connsiteX67" fmla="*/ 856187 w 1440502"/>
                    <a:gd name="connsiteY67" fmla="*/ 2165280 h 2360402"/>
                    <a:gd name="connsiteX68" fmla="*/ 856279 w 1440502"/>
                    <a:gd name="connsiteY68" fmla="*/ 2164539 h 2360402"/>
                    <a:gd name="connsiteX69" fmla="*/ 855469 w 1440502"/>
                    <a:gd name="connsiteY69" fmla="*/ 2164029 h 2360402"/>
                    <a:gd name="connsiteX70" fmla="*/ 855897 w 1440502"/>
                    <a:gd name="connsiteY70" fmla="*/ 2163694 h 2360402"/>
                    <a:gd name="connsiteX71" fmla="*/ 855504 w 1440502"/>
                    <a:gd name="connsiteY71" fmla="*/ 2163277 h 2360402"/>
                    <a:gd name="connsiteX72" fmla="*/ 855272 w 1440502"/>
                    <a:gd name="connsiteY72" fmla="*/ 2163439 h 2360402"/>
                    <a:gd name="connsiteX73" fmla="*/ 855446 w 1440502"/>
                    <a:gd name="connsiteY73" fmla="*/ 2163381 h 2360402"/>
                    <a:gd name="connsiteX74" fmla="*/ 855724 w 1440502"/>
                    <a:gd name="connsiteY74" fmla="*/ 2163636 h 2360402"/>
                    <a:gd name="connsiteX75" fmla="*/ 855539 w 1440502"/>
                    <a:gd name="connsiteY75" fmla="*/ 2163821 h 2360402"/>
                    <a:gd name="connsiteX76" fmla="*/ 855481 w 1440502"/>
                    <a:gd name="connsiteY76" fmla="*/ 2163868 h 2360402"/>
                    <a:gd name="connsiteX77" fmla="*/ 855365 w 1440502"/>
                    <a:gd name="connsiteY77" fmla="*/ 2164099 h 2360402"/>
                    <a:gd name="connsiteX78" fmla="*/ 855689 w 1440502"/>
                    <a:gd name="connsiteY78" fmla="*/ 2164284 h 2360402"/>
                    <a:gd name="connsiteX79" fmla="*/ 856025 w 1440502"/>
                    <a:gd name="connsiteY79" fmla="*/ 2164504 h 2360402"/>
                    <a:gd name="connsiteX80" fmla="*/ 856221 w 1440502"/>
                    <a:gd name="connsiteY80" fmla="*/ 2164655 h 2360402"/>
                    <a:gd name="connsiteX81" fmla="*/ 856048 w 1440502"/>
                    <a:gd name="connsiteY81" fmla="*/ 2164956 h 2360402"/>
                    <a:gd name="connsiteX82" fmla="*/ 856117 w 1440502"/>
                    <a:gd name="connsiteY82" fmla="*/ 2165511 h 2360402"/>
                    <a:gd name="connsiteX83" fmla="*/ 856974 w 1440502"/>
                    <a:gd name="connsiteY83" fmla="*/ 2164793 h 2360402"/>
                    <a:gd name="connsiteX84" fmla="*/ 856846 w 1440502"/>
                    <a:gd name="connsiteY84" fmla="*/ 2164492 h 2360402"/>
                    <a:gd name="connsiteX85" fmla="*/ 856986 w 1440502"/>
                    <a:gd name="connsiteY85" fmla="*/ 2164215 h 2360402"/>
                    <a:gd name="connsiteX86" fmla="*/ 857344 w 1440502"/>
                    <a:gd name="connsiteY86" fmla="*/ 2165569 h 2360402"/>
                    <a:gd name="connsiteX87" fmla="*/ 859347 w 1440502"/>
                    <a:gd name="connsiteY87" fmla="*/ 2164736 h 2360402"/>
                    <a:gd name="connsiteX88" fmla="*/ 860169 w 1440502"/>
                    <a:gd name="connsiteY88" fmla="*/ 2165187 h 2360402"/>
                    <a:gd name="connsiteX89" fmla="*/ 861269 w 1440502"/>
                    <a:gd name="connsiteY89" fmla="*/ 2166102 h 2360402"/>
                    <a:gd name="connsiteX90" fmla="*/ 863537 w 1440502"/>
                    <a:gd name="connsiteY90" fmla="*/ 2170327 h 2360402"/>
                    <a:gd name="connsiteX91" fmla="*/ 865135 w 1440502"/>
                    <a:gd name="connsiteY91" fmla="*/ 2169458 h 2360402"/>
                    <a:gd name="connsiteX92" fmla="*/ 866455 w 1440502"/>
                    <a:gd name="connsiteY92" fmla="*/ 2171195 h 2360402"/>
                    <a:gd name="connsiteX93" fmla="*/ 867358 w 1440502"/>
                    <a:gd name="connsiteY93" fmla="*/ 2170385 h 2360402"/>
                    <a:gd name="connsiteX94" fmla="*/ 868029 w 1440502"/>
                    <a:gd name="connsiteY94" fmla="*/ 2169181 h 2360402"/>
                    <a:gd name="connsiteX95" fmla="*/ 869372 w 1440502"/>
                    <a:gd name="connsiteY95" fmla="*/ 2167444 h 2360402"/>
                    <a:gd name="connsiteX96" fmla="*/ 872879 w 1440502"/>
                    <a:gd name="connsiteY96" fmla="*/ 2171102 h 2360402"/>
                    <a:gd name="connsiteX97" fmla="*/ 875241 w 1440502"/>
                    <a:gd name="connsiteY97" fmla="*/ 2166252 h 2360402"/>
                    <a:gd name="connsiteX98" fmla="*/ 880774 w 1440502"/>
                    <a:gd name="connsiteY98" fmla="*/ 2166229 h 2360402"/>
                    <a:gd name="connsiteX99" fmla="*/ 878296 w 1440502"/>
                    <a:gd name="connsiteY99" fmla="*/ 2170107 h 2360402"/>
                    <a:gd name="connsiteX100" fmla="*/ 876479 w 1440502"/>
                    <a:gd name="connsiteY100" fmla="*/ 2170084 h 2360402"/>
                    <a:gd name="connsiteX101" fmla="*/ 877498 w 1440502"/>
                    <a:gd name="connsiteY101" fmla="*/ 2170778 h 2360402"/>
                    <a:gd name="connsiteX102" fmla="*/ 875796 w 1440502"/>
                    <a:gd name="connsiteY102" fmla="*/ 2173684 h 2360402"/>
                    <a:gd name="connsiteX103" fmla="*/ 871073 w 1440502"/>
                    <a:gd name="connsiteY103" fmla="*/ 2176902 h 2360402"/>
                    <a:gd name="connsiteX104" fmla="*/ 869707 w 1440502"/>
                    <a:gd name="connsiteY104" fmla="*/ 2175733 h 2360402"/>
                    <a:gd name="connsiteX105" fmla="*/ 870170 w 1440502"/>
                    <a:gd name="connsiteY105" fmla="*/ 2177469 h 2360402"/>
                    <a:gd name="connsiteX106" fmla="*/ 867381 w 1440502"/>
                    <a:gd name="connsiteY106" fmla="*/ 2179043 h 2360402"/>
                    <a:gd name="connsiteX107" fmla="*/ 866142 w 1440502"/>
                    <a:gd name="connsiteY107" fmla="*/ 2177770 h 2360402"/>
                    <a:gd name="connsiteX108" fmla="*/ 867057 w 1440502"/>
                    <a:gd name="connsiteY108" fmla="*/ 2178986 h 2360402"/>
                    <a:gd name="connsiteX109" fmla="*/ 863757 w 1440502"/>
                    <a:gd name="connsiteY109" fmla="*/ 2179657 h 2360402"/>
                    <a:gd name="connsiteX110" fmla="*/ 861778 w 1440502"/>
                    <a:gd name="connsiteY110" fmla="*/ 2178094 h 2360402"/>
                    <a:gd name="connsiteX111" fmla="*/ 862345 w 1440502"/>
                    <a:gd name="connsiteY111" fmla="*/ 2179472 h 2360402"/>
                    <a:gd name="connsiteX112" fmla="*/ 858930 w 1440502"/>
                    <a:gd name="connsiteY112" fmla="*/ 2179761 h 2360402"/>
                    <a:gd name="connsiteX113" fmla="*/ 858861 w 1440502"/>
                    <a:gd name="connsiteY113" fmla="*/ 2178001 h 2360402"/>
                    <a:gd name="connsiteX114" fmla="*/ 855446 w 1440502"/>
                    <a:gd name="connsiteY114" fmla="*/ 2178534 h 2360402"/>
                    <a:gd name="connsiteX115" fmla="*/ 855921 w 1440502"/>
                    <a:gd name="connsiteY115" fmla="*/ 2179819 h 2360402"/>
                    <a:gd name="connsiteX116" fmla="*/ 851660 w 1440502"/>
                    <a:gd name="connsiteY116" fmla="*/ 2179495 h 2360402"/>
                    <a:gd name="connsiteX117" fmla="*/ 850179 w 1440502"/>
                    <a:gd name="connsiteY117" fmla="*/ 2178372 h 2360402"/>
                    <a:gd name="connsiteX118" fmla="*/ 851232 w 1440502"/>
                    <a:gd name="connsiteY118" fmla="*/ 2177643 h 2360402"/>
                    <a:gd name="connsiteX119" fmla="*/ 847945 w 1440502"/>
                    <a:gd name="connsiteY119" fmla="*/ 2178083 h 2360402"/>
                    <a:gd name="connsiteX120" fmla="*/ 839784 w 1440502"/>
                    <a:gd name="connsiteY120" fmla="*/ 2172468 h 2360402"/>
                    <a:gd name="connsiteX121" fmla="*/ 838707 w 1440502"/>
                    <a:gd name="connsiteY121" fmla="*/ 2170628 h 2360402"/>
                    <a:gd name="connsiteX122" fmla="*/ 839020 w 1440502"/>
                    <a:gd name="connsiteY122" fmla="*/ 2170616 h 2360402"/>
                    <a:gd name="connsiteX123" fmla="*/ 837793 w 1440502"/>
                    <a:gd name="connsiteY123" fmla="*/ 2167618 h 2360402"/>
                    <a:gd name="connsiteX124" fmla="*/ 834864 w 1440502"/>
                    <a:gd name="connsiteY124" fmla="*/ 2160499 h 2360402"/>
                    <a:gd name="connsiteX125" fmla="*/ 833660 w 1440502"/>
                    <a:gd name="connsiteY125" fmla="*/ 2149930 h 2360402"/>
                    <a:gd name="connsiteX126" fmla="*/ 829863 w 1440502"/>
                    <a:gd name="connsiteY126" fmla="*/ 2142764 h 2360402"/>
                    <a:gd name="connsiteX127" fmla="*/ 828335 w 1440502"/>
                    <a:gd name="connsiteY127" fmla="*/ 2141723 h 2360402"/>
                    <a:gd name="connsiteX128" fmla="*/ 830847 w 1440502"/>
                    <a:gd name="connsiteY128" fmla="*/ 2145624 h 2360402"/>
                    <a:gd name="connsiteX129" fmla="*/ 825024 w 1440502"/>
                    <a:gd name="connsiteY129" fmla="*/ 2139014 h 2360402"/>
                    <a:gd name="connsiteX130" fmla="*/ 824700 w 1440502"/>
                    <a:gd name="connsiteY130" fmla="*/ 2130957 h 2360402"/>
                    <a:gd name="connsiteX131" fmla="*/ 822674 w 1440502"/>
                    <a:gd name="connsiteY131" fmla="*/ 2127774 h 2360402"/>
                    <a:gd name="connsiteX132" fmla="*/ 825650 w 1440502"/>
                    <a:gd name="connsiteY132" fmla="*/ 2124104 h 2360402"/>
                    <a:gd name="connsiteX133" fmla="*/ 823959 w 1440502"/>
                    <a:gd name="connsiteY133" fmla="*/ 2120909 h 2360402"/>
                    <a:gd name="connsiteX134" fmla="*/ 823230 w 1440502"/>
                    <a:gd name="connsiteY134" fmla="*/ 2119867 h 2360402"/>
                    <a:gd name="connsiteX135" fmla="*/ 821807 w 1440502"/>
                    <a:gd name="connsiteY135" fmla="*/ 2119022 h 2360402"/>
                    <a:gd name="connsiteX136" fmla="*/ 823184 w 1440502"/>
                    <a:gd name="connsiteY136" fmla="*/ 2120273 h 2360402"/>
                    <a:gd name="connsiteX137" fmla="*/ 823763 w 1440502"/>
                    <a:gd name="connsiteY137" fmla="*/ 2121176 h 2360402"/>
                    <a:gd name="connsiteX138" fmla="*/ 824295 w 1440502"/>
                    <a:gd name="connsiteY138" fmla="*/ 2122310 h 2360402"/>
                    <a:gd name="connsiteX139" fmla="*/ 825279 w 1440502"/>
                    <a:gd name="connsiteY139" fmla="*/ 2124486 h 2360402"/>
                    <a:gd name="connsiteX140" fmla="*/ 823543 w 1440502"/>
                    <a:gd name="connsiteY140" fmla="*/ 2125713 h 2360402"/>
                    <a:gd name="connsiteX141" fmla="*/ 823427 w 1440502"/>
                    <a:gd name="connsiteY141" fmla="*/ 2125841 h 2360402"/>
                    <a:gd name="connsiteX142" fmla="*/ 822929 w 1440502"/>
                    <a:gd name="connsiteY142" fmla="*/ 2126466 h 2360402"/>
                    <a:gd name="connsiteX143" fmla="*/ 822918 w 1440502"/>
                    <a:gd name="connsiteY143" fmla="*/ 2126500 h 2360402"/>
                    <a:gd name="connsiteX144" fmla="*/ 822373 w 1440502"/>
                    <a:gd name="connsiteY144" fmla="*/ 2127843 h 2360402"/>
                    <a:gd name="connsiteX145" fmla="*/ 823925 w 1440502"/>
                    <a:gd name="connsiteY145" fmla="*/ 2130957 h 2360402"/>
                    <a:gd name="connsiteX146" fmla="*/ 824307 w 1440502"/>
                    <a:gd name="connsiteY146" fmla="*/ 2138100 h 2360402"/>
                    <a:gd name="connsiteX147" fmla="*/ 820788 w 1440502"/>
                    <a:gd name="connsiteY147" fmla="*/ 2136386 h 2360402"/>
                    <a:gd name="connsiteX148" fmla="*/ 824365 w 1440502"/>
                    <a:gd name="connsiteY148" fmla="*/ 2138505 h 2360402"/>
                    <a:gd name="connsiteX149" fmla="*/ 825823 w 1440502"/>
                    <a:gd name="connsiteY149" fmla="*/ 2141491 h 2360402"/>
                    <a:gd name="connsiteX150" fmla="*/ 824955 w 1440502"/>
                    <a:gd name="connsiteY150" fmla="*/ 2143482 h 2360402"/>
                    <a:gd name="connsiteX151" fmla="*/ 825869 w 1440502"/>
                    <a:gd name="connsiteY151" fmla="*/ 2141561 h 2360402"/>
                    <a:gd name="connsiteX152" fmla="*/ 828636 w 1440502"/>
                    <a:gd name="connsiteY152" fmla="*/ 2144258 h 2360402"/>
                    <a:gd name="connsiteX153" fmla="*/ 827699 w 1440502"/>
                    <a:gd name="connsiteY153" fmla="*/ 2145057 h 2360402"/>
                    <a:gd name="connsiteX154" fmla="*/ 829180 w 1440502"/>
                    <a:gd name="connsiteY154" fmla="*/ 2144860 h 2360402"/>
                    <a:gd name="connsiteX155" fmla="*/ 828705 w 1440502"/>
                    <a:gd name="connsiteY155" fmla="*/ 2147013 h 2360402"/>
                    <a:gd name="connsiteX156" fmla="*/ 829400 w 1440502"/>
                    <a:gd name="connsiteY156" fmla="*/ 2145925 h 2360402"/>
                    <a:gd name="connsiteX157" fmla="*/ 830396 w 1440502"/>
                    <a:gd name="connsiteY157" fmla="*/ 2147221 h 2360402"/>
                    <a:gd name="connsiteX158" fmla="*/ 829099 w 1440502"/>
                    <a:gd name="connsiteY158" fmla="*/ 2148552 h 2360402"/>
                    <a:gd name="connsiteX159" fmla="*/ 830778 w 1440502"/>
                    <a:gd name="connsiteY159" fmla="*/ 2147360 h 2360402"/>
                    <a:gd name="connsiteX160" fmla="*/ 831808 w 1440502"/>
                    <a:gd name="connsiteY160" fmla="*/ 2149467 h 2360402"/>
                    <a:gd name="connsiteX161" fmla="*/ 830442 w 1440502"/>
                    <a:gd name="connsiteY161" fmla="*/ 2149212 h 2360402"/>
                    <a:gd name="connsiteX162" fmla="*/ 832294 w 1440502"/>
                    <a:gd name="connsiteY162" fmla="*/ 2149976 h 2360402"/>
                    <a:gd name="connsiteX163" fmla="*/ 833822 w 1440502"/>
                    <a:gd name="connsiteY163" fmla="*/ 2154236 h 2360402"/>
                    <a:gd name="connsiteX164" fmla="*/ 830975 w 1440502"/>
                    <a:gd name="connsiteY164" fmla="*/ 2154410 h 2360402"/>
                    <a:gd name="connsiteX165" fmla="*/ 828926 w 1440502"/>
                    <a:gd name="connsiteY165" fmla="*/ 2159619 h 2360402"/>
                    <a:gd name="connsiteX166" fmla="*/ 833660 w 1440502"/>
                    <a:gd name="connsiteY166" fmla="*/ 2170998 h 2360402"/>
                    <a:gd name="connsiteX167" fmla="*/ 830754 w 1440502"/>
                    <a:gd name="connsiteY167" fmla="*/ 2172989 h 2360402"/>
                    <a:gd name="connsiteX168" fmla="*/ 829991 w 1440502"/>
                    <a:gd name="connsiteY168" fmla="*/ 2172630 h 2360402"/>
                    <a:gd name="connsiteX169" fmla="*/ 827571 w 1440502"/>
                    <a:gd name="connsiteY169" fmla="*/ 2171484 h 2360402"/>
                    <a:gd name="connsiteX170" fmla="*/ 827351 w 1440502"/>
                    <a:gd name="connsiteY170" fmla="*/ 2172295 h 2360402"/>
                    <a:gd name="connsiteX171" fmla="*/ 827270 w 1440502"/>
                    <a:gd name="connsiteY171" fmla="*/ 2174286 h 2360402"/>
                    <a:gd name="connsiteX172" fmla="*/ 825869 w 1440502"/>
                    <a:gd name="connsiteY172" fmla="*/ 2174228 h 2360402"/>
                    <a:gd name="connsiteX173" fmla="*/ 827363 w 1440502"/>
                    <a:gd name="connsiteY173" fmla="*/ 2175165 h 2360402"/>
                    <a:gd name="connsiteX174" fmla="*/ 827479 w 1440502"/>
                    <a:gd name="connsiteY174" fmla="*/ 2172306 h 2360402"/>
                    <a:gd name="connsiteX175" fmla="*/ 830025 w 1440502"/>
                    <a:gd name="connsiteY175" fmla="*/ 2172723 h 2360402"/>
                    <a:gd name="connsiteX176" fmla="*/ 832873 w 1440502"/>
                    <a:gd name="connsiteY176" fmla="*/ 2181034 h 2360402"/>
                    <a:gd name="connsiteX177" fmla="*/ 829076 w 1440502"/>
                    <a:gd name="connsiteY177" fmla="*/ 2192031 h 2360402"/>
                    <a:gd name="connsiteX178" fmla="*/ 828382 w 1440502"/>
                    <a:gd name="connsiteY178" fmla="*/ 2202091 h 2360402"/>
                    <a:gd name="connsiteX179" fmla="*/ 829064 w 1440502"/>
                    <a:gd name="connsiteY179" fmla="*/ 2203191 h 2360402"/>
                    <a:gd name="connsiteX180" fmla="*/ 829296 w 1440502"/>
                    <a:gd name="connsiteY180" fmla="*/ 2203561 h 2360402"/>
                    <a:gd name="connsiteX181" fmla="*/ 829377 w 1440502"/>
                    <a:gd name="connsiteY181" fmla="*/ 2203191 h 2360402"/>
                    <a:gd name="connsiteX182" fmla="*/ 829886 w 1440502"/>
                    <a:gd name="connsiteY182" fmla="*/ 2201072 h 2360402"/>
                    <a:gd name="connsiteX183" fmla="*/ 833371 w 1440502"/>
                    <a:gd name="connsiteY183" fmla="*/ 2203191 h 2360402"/>
                    <a:gd name="connsiteX184" fmla="*/ 834158 w 1440502"/>
                    <a:gd name="connsiteY184" fmla="*/ 2203665 h 2360402"/>
                    <a:gd name="connsiteX185" fmla="*/ 837202 w 1440502"/>
                    <a:gd name="connsiteY185" fmla="*/ 2213435 h 2360402"/>
                    <a:gd name="connsiteX186" fmla="*/ 832688 w 1440502"/>
                    <a:gd name="connsiteY186" fmla="*/ 2221897 h 2360402"/>
                    <a:gd name="connsiteX187" fmla="*/ 826055 w 1440502"/>
                    <a:gd name="connsiteY187" fmla="*/ 2226863 h 2360402"/>
                    <a:gd name="connsiteX188" fmla="*/ 825904 w 1440502"/>
                    <a:gd name="connsiteY188" fmla="*/ 2233450 h 2360402"/>
                    <a:gd name="connsiteX189" fmla="*/ 821667 w 1440502"/>
                    <a:gd name="connsiteY189" fmla="*/ 2234064 h 2360402"/>
                    <a:gd name="connsiteX190" fmla="*/ 820661 w 1440502"/>
                    <a:gd name="connsiteY190" fmla="*/ 2232061 h 2360402"/>
                    <a:gd name="connsiteX191" fmla="*/ 808367 w 1440502"/>
                    <a:gd name="connsiteY191" fmla="*/ 2229144 h 2360402"/>
                    <a:gd name="connsiteX192" fmla="*/ 794302 w 1440502"/>
                    <a:gd name="connsiteY192" fmla="*/ 2228738 h 2360402"/>
                    <a:gd name="connsiteX193" fmla="*/ 793920 w 1440502"/>
                    <a:gd name="connsiteY193" fmla="*/ 2226192 h 2360402"/>
                    <a:gd name="connsiteX194" fmla="*/ 792253 w 1440502"/>
                    <a:gd name="connsiteY194" fmla="*/ 2224965 h 2360402"/>
                    <a:gd name="connsiteX195" fmla="*/ 793654 w 1440502"/>
                    <a:gd name="connsiteY195" fmla="*/ 2224537 h 2360402"/>
                    <a:gd name="connsiteX196" fmla="*/ 795680 w 1440502"/>
                    <a:gd name="connsiteY196" fmla="*/ 2223911 h 2360402"/>
                    <a:gd name="connsiteX197" fmla="*/ 794580 w 1440502"/>
                    <a:gd name="connsiteY197" fmla="*/ 2223356 h 2360402"/>
                    <a:gd name="connsiteX198" fmla="*/ 793573 w 1440502"/>
                    <a:gd name="connsiteY198" fmla="*/ 2224455 h 2360402"/>
                    <a:gd name="connsiteX199" fmla="*/ 792728 w 1440502"/>
                    <a:gd name="connsiteY199" fmla="*/ 2223634 h 2360402"/>
                    <a:gd name="connsiteX200" fmla="*/ 784775 w 1440502"/>
                    <a:gd name="connsiteY200" fmla="*/ 2228334 h 2360402"/>
                    <a:gd name="connsiteX201" fmla="*/ 781071 w 1440502"/>
                    <a:gd name="connsiteY201" fmla="*/ 2227789 h 2360402"/>
                    <a:gd name="connsiteX202" fmla="*/ 780180 w 1440502"/>
                    <a:gd name="connsiteY202" fmla="*/ 2230081 h 2360402"/>
                    <a:gd name="connsiteX203" fmla="*/ 781464 w 1440502"/>
                    <a:gd name="connsiteY203" fmla="*/ 2230475 h 2360402"/>
                    <a:gd name="connsiteX204" fmla="*/ 776672 w 1440502"/>
                    <a:gd name="connsiteY204" fmla="*/ 2234376 h 2360402"/>
                    <a:gd name="connsiteX205" fmla="*/ 775734 w 1440502"/>
                    <a:gd name="connsiteY205" fmla="*/ 2237444 h 2360402"/>
                    <a:gd name="connsiteX206" fmla="*/ 770919 w 1440502"/>
                    <a:gd name="connsiteY206" fmla="*/ 2240372 h 2360402"/>
                    <a:gd name="connsiteX207" fmla="*/ 770641 w 1440502"/>
                    <a:gd name="connsiteY207" fmla="*/ 2240396 h 2360402"/>
                    <a:gd name="connsiteX208" fmla="*/ 769090 w 1440502"/>
                    <a:gd name="connsiteY208" fmla="*/ 2241449 h 2360402"/>
                    <a:gd name="connsiteX209" fmla="*/ 759980 w 1440502"/>
                    <a:gd name="connsiteY209" fmla="*/ 2243370 h 2360402"/>
                    <a:gd name="connsiteX210" fmla="*/ 758290 w 1440502"/>
                    <a:gd name="connsiteY210" fmla="*/ 2236703 h 2360402"/>
                    <a:gd name="connsiteX211" fmla="*/ 752189 w 1440502"/>
                    <a:gd name="connsiteY211" fmla="*/ 2232466 h 2360402"/>
                    <a:gd name="connsiteX212" fmla="*/ 750325 w 1440502"/>
                    <a:gd name="connsiteY212" fmla="*/ 2225544 h 2360402"/>
                    <a:gd name="connsiteX213" fmla="*/ 751136 w 1440502"/>
                    <a:gd name="connsiteY213" fmla="*/ 2219466 h 2360402"/>
                    <a:gd name="connsiteX214" fmla="*/ 748184 w 1440502"/>
                    <a:gd name="connsiteY214" fmla="*/ 2221689 h 2360402"/>
                    <a:gd name="connsiteX215" fmla="*/ 744410 w 1440502"/>
                    <a:gd name="connsiteY215" fmla="*/ 2219443 h 2360402"/>
                    <a:gd name="connsiteX216" fmla="*/ 745324 w 1440502"/>
                    <a:gd name="connsiteY216" fmla="*/ 2215438 h 2360402"/>
                    <a:gd name="connsiteX217" fmla="*/ 749747 w 1440502"/>
                    <a:gd name="connsiteY217" fmla="*/ 2214037 h 2360402"/>
                    <a:gd name="connsiteX218" fmla="*/ 748809 w 1440502"/>
                    <a:gd name="connsiteY218" fmla="*/ 2208330 h 2360402"/>
                    <a:gd name="connsiteX219" fmla="*/ 750511 w 1440502"/>
                    <a:gd name="connsiteY219" fmla="*/ 2204719 h 2360402"/>
                    <a:gd name="connsiteX220" fmla="*/ 748670 w 1440502"/>
                    <a:gd name="connsiteY220" fmla="*/ 2208238 h 2360402"/>
                    <a:gd name="connsiteX221" fmla="*/ 749584 w 1440502"/>
                    <a:gd name="connsiteY221" fmla="*/ 2213760 h 2360402"/>
                    <a:gd name="connsiteX222" fmla="*/ 746633 w 1440502"/>
                    <a:gd name="connsiteY222" fmla="*/ 2213864 h 2360402"/>
                    <a:gd name="connsiteX223" fmla="*/ 745197 w 1440502"/>
                    <a:gd name="connsiteY223" fmla="*/ 2214894 h 2360402"/>
                    <a:gd name="connsiteX224" fmla="*/ 743241 w 1440502"/>
                    <a:gd name="connsiteY224" fmla="*/ 2217950 h 2360402"/>
                    <a:gd name="connsiteX225" fmla="*/ 743982 w 1440502"/>
                    <a:gd name="connsiteY225" fmla="*/ 2219628 h 2360402"/>
                    <a:gd name="connsiteX226" fmla="*/ 747026 w 1440502"/>
                    <a:gd name="connsiteY226" fmla="*/ 2222742 h 2360402"/>
                    <a:gd name="connsiteX227" fmla="*/ 749805 w 1440502"/>
                    <a:gd name="connsiteY227" fmla="*/ 2223391 h 2360402"/>
                    <a:gd name="connsiteX228" fmla="*/ 748496 w 1440502"/>
                    <a:gd name="connsiteY228" fmla="*/ 2226771 h 2360402"/>
                    <a:gd name="connsiteX229" fmla="*/ 750429 w 1440502"/>
                    <a:gd name="connsiteY229" fmla="*/ 2231783 h 2360402"/>
                    <a:gd name="connsiteX230" fmla="*/ 748589 w 1440502"/>
                    <a:gd name="connsiteY230" fmla="*/ 2228878 h 2360402"/>
                    <a:gd name="connsiteX231" fmla="*/ 746459 w 1440502"/>
                    <a:gd name="connsiteY231" fmla="*/ 2230185 h 2360402"/>
                    <a:gd name="connsiteX232" fmla="*/ 748311 w 1440502"/>
                    <a:gd name="connsiteY232" fmla="*/ 2234573 h 2360402"/>
                    <a:gd name="connsiteX233" fmla="*/ 747304 w 1440502"/>
                    <a:gd name="connsiteY233" fmla="*/ 2238173 h 2360402"/>
                    <a:gd name="connsiteX234" fmla="*/ 750568 w 1440502"/>
                    <a:gd name="connsiteY234" fmla="*/ 2240558 h 2360402"/>
                    <a:gd name="connsiteX235" fmla="*/ 751344 w 1440502"/>
                    <a:gd name="connsiteY235" fmla="*/ 2243521 h 2360402"/>
                    <a:gd name="connsiteX236" fmla="*/ 753057 w 1440502"/>
                    <a:gd name="connsiteY236" fmla="*/ 2243197 h 2360402"/>
                    <a:gd name="connsiteX237" fmla="*/ 753497 w 1440502"/>
                    <a:gd name="connsiteY237" fmla="*/ 2247839 h 2360402"/>
                    <a:gd name="connsiteX238" fmla="*/ 751425 w 1440502"/>
                    <a:gd name="connsiteY238" fmla="*/ 2248672 h 2360402"/>
                    <a:gd name="connsiteX239" fmla="*/ 748172 w 1440502"/>
                    <a:gd name="connsiteY239" fmla="*/ 2246716 h 2360402"/>
                    <a:gd name="connsiteX240" fmla="*/ 743877 w 1440502"/>
                    <a:gd name="connsiteY240" fmla="*/ 2239377 h 2360402"/>
                    <a:gd name="connsiteX241" fmla="*/ 743553 w 1440502"/>
                    <a:gd name="connsiteY241" fmla="*/ 2235939 h 2360402"/>
                    <a:gd name="connsiteX242" fmla="*/ 741655 w 1440502"/>
                    <a:gd name="connsiteY242" fmla="*/ 2234932 h 2360402"/>
                    <a:gd name="connsiteX243" fmla="*/ 739016 w 1440502"/>
                    <a:gd name="connsiteY243" fmla="*/ 2236818 h 2360402"/>
                    <a:gd name="connsiteX244" fmla="*/ 737384 w 1440502"/>
                    <a:gd name="connsiteY244" fmla="*/ 2235672 h 2360402"/>
                    <a:gd name="connsiteX245" fmla="*/ 742523 w 1440502"/>
                    <a:gd name="connsiteY245" fmla="*/ 2242792 h 2360402"/>
                    <a:gd name="connsiteX246" fmla="*/ 740370 w 1440502"/>
                    <a:gd name="connsiteY246" fmla="*/ 2241322 h 2360402"/>
                    <a:gd name="connsiteX247" fmla="*/ 739988 w 1440502"/>
                    <a:gd name="connsiteY247" fmla="*/ 2242549 h 2360402"/>
                    <a:gd name="connsiteX248" fmla="*/ 743982 w 1440502"/>
                    <a:gd name="connsiteY248" fmla="*/ 2247191 h 2360402"/>
                    <a:gd name="connsiteX249" fmla="*/ 740856 w 1440502"/>
                    <a:gd name="connsiteY249" fmla="*/ 2246855 h 2360402"/>
                    <a:gd name="connsiteX250" fmla="*/ 738066 w 1440502"/>
                    <a:gd name="connsiteY250" fmla="*/ 2244169 h 2360402"/>
                    <a:gd name="connsiteX251" fmla="*/ 734339 w 1440502"/>
                    <a:gd name="connsiteY251" fmla="*/ 2247029 h 2360402"/>
                    <a:gd name="connsiteX252" fmla="*/ 741863 w 1440502"/>
                    <a:gd name="connsiteY252" fmla="*/ 2254136 h 2360402"/>
                    <a:gd name="connsiteX253" fmla="*/ 743403 w 1440502"/>
                    <a:gd name="connsiteY253" fmla="*/ 2258292 h 2360402"/>
                    <a:gd name="connsiteX254" fmla="*/ 746251 w 1440502"/>
                    <a:gd name="connsiteY254" fmla="*/ 2258223 h 2360402"/>
                    <a:gd name="connsiteX255" fmla="*/ 747327 w 1440502"/>
                    <a:gd name="connsiteY255" fmla="*/ 2260422 h 2360402"/>
                    <a:gd name="connsiteX256" fmla="*/ 747177 w 1440502"/>
                    <a:gd name="connsiteY256" fmla="*/ 2260572 h 2360402"/>
                    <a:gd name="connsiteX257" fmla="*/ 743206 w 1440502"/>
                    <a:gd name="connsiteY257" fmla="*/ 2264635 h 2360402"/>
                    <a:gd name="connsiteX258" fmla="*/ 743044 w 1440502"/>
                    <a:gd name="connsiteY258" fmla="*/ 2264659 h 2360402"/>
                    <a:gd name="connsiteX259" fmla="*/ 736145 w 1440502"/>
                    <a:gd name="connsiteY259" fmla="*/ 2264462 h 2360402"/>
                    <a:gd name="connsiteX260" fmla="*/ 732718 w 1440502"/>
                    <a:gd name="connsiteY260" fmla="*/ 2266233 h 2360402"/>
                    <a:gd name="connsiteX261" fmla="*/ 732082 w 1440502"/>
                    <a:gd name="connsiteY261" fmla="*/ 2270122 h 2360402"/>
                    <a:gd name="connsiteX262" fmla="*/ 732070 w 1440502"/>
                    <a:gd name="connsiteY262" fmla="*/ 2270238 h 2360402"/>
                    <a:gd name="connsiteX263" fmla="*/ 730114 w 1440502"/>
                    <a:gd name="connsiteY263" fmla="*/ 2271847 h 2360402"/>
                    <a:gd name="connsiteX264" fmla="*/ 719823 w 1440502"/>
                    <a:gd name="connsiteY264" fmla="*/ 2275332 h 2360402"/>
                    <a:gd name="connsiteX265" fmla="*/ 717890 w 1440502"/>
                    <a:gd name="connsiteY265" fmla="*/ 2277299 h 2360402"/>
                    <a:gd name="connsiteX266" fmla="*/ 713769 w 1440502"/>
                    <a:gd name="connsiteY266" fmla="*/ 2278723 h 2360402"/>
                    <a:gd name="connsiteX267" fmla="*/ 707402 w 1440502"/>
                    <a:gd name="connsiteY267" fmla="*/ 2280043 h 2360402"/>
                    <a:gd name="connsiteX268" fmla="*/ 704658 w 1440502"/>
                    <a:gd name="connsiteY268" fmla="*/ 2283377 h 2360402"/>
                    <a:gd name="connsiteX269" fmla="*/ 704415 w 1440502"/>
                    <a:gd name="connsiteY269" fmla="*/ 2283573 h 2360402"/>
                    <a:gd name="connsiteX270" fmla="*/ 701244 w 1440502"/>
                    <a:gd name="connsiteY270" fmla="*/ 2284673 h 2360402"/>
                    <a:gd name="connsiteX271" fmla="*/ 699299 w 1440502"/>
                    <a:gd name="connsiteY271" fmla="*/ 2289512 h 2360402"/>
                    <a:gd name="connsiteX272" fmla="*/ 698570 w 1440502"/>
                    <a:gd name="connsiteY272" fmla="*/ 2289732 h 2360402"/>
                    <a:gd name="connsiteX273" fmla="*/ 691948 w 1440502"/>
                    <a:gd name="connsiteY273" fmla="*/ 2291364 h 2360402"/>
                    <a:gd name="connsiteX274" fmla="*/ 684864 w 1440502"/>
                    <a:gd name="connsiteY274" fmla="*/ 2287602 h 2360402"/>
                    <a:gd name="connsiteX275" fmla="*/ 683394 w 1440502"/>
                    <a:gd name="connsiteY275" fmla="*/ 2289408 h 2360402"/>
                    <a:gd name="connsiteX276" fmla="*/ 681078 w 1440502"/>
                    <a:gd name="connsiteY276" fmla="*/ 2289523 h 2360402"/>
                    <a:gd name="connsiteX277" fmla="*/ 677085 w 1440502"/>
                    <a:gd name="connsiteY277" fmla="*/ 2288192 h 2360402"/>
                    <a:gd name="connsiteX278" fmla="*/ 671401 w 1440502"/>
                    <a:gd name="connsiteY278" fmla="*/ 2289940 h 2360402"/>
                    <a:gd name="connsiteX279" fmla="*/ 665115 w 1440502"/>
                    <a:gd name="connsiteY279" fmla="*/ 2283365 h 2360402"/>
                    <a:gd name="connsiteX280" fmla="*/ 664895 w 1440502"/>
                    <a:gd name="connsiteY280" fmla="*/ 2282011 h 2360402"/>
                    <a:gd name="connsiteX281" fmla="*/ 665289 w 1440502"/>
                    <a:gd name="connsiteY281" fmla="*/ 2276767 h 2360402"/>
                    <a:gd name="connsiteX282" fmla="*/ 672084 w 1440502"/>
                    <a:gd name="connsiteY282" fmla="*/ 2263188 h 2360402"/>
                    <a:gd name="connsiteX283" fmla="*/ 669016 w 1440502"/>
                    <a:gd name="connsiteY283" fmla="*/ 2257146 h 2360402"/>
                    <a:gd name="connsiteX284" fmla="*/ 664409 w 1440502"/>
                    <a:gd name="connsiteY284" fmla="*/ 2263999 h 2360402"/>
                    <a:gd name="connsiteX285" fmla="*/ 662707 w 1440502"/>
                    <a:gd name="connsiteY285" fmla="*/ 2263953 h 2360402"/>
                    <a:gd name="connsiteX286" fmla="*/ 663147 w 1440502"/>
                    <a:gd name="connsiteY286" fmla="*/ 2261603 h 2360402"/>
                    <a:gd name="connsiteX287" fmla="*/ 667442 w 1440502"/>
                    <a:gd name="connsiteY287" fmla="*/ 2256139 h 2360402"/>
                    <a:gd name="connsiteX288" fmla="*/ 666991 w 1440502"/>
                    <a:gd name="connsiteY288" fmla="*/ 2249934 h 2360402"/>
                    <a:gd name="connsiteX289" fmla="*/ 671158 w 1440502"/>
                    <a:gd name="connsiteY289" fmla="*/ 2249598 h 2360402"/>
                    <a:gd name="connsiteX290" fmla="*/ 673797 w 1440502"/>
                    <a:gd name="connsiteY290" fmla="*/ 2244817 h 2360402"/>
                    <a:gd name="connsiteX291" fmla="*/ 671679 w 1440502"/>
                    <a:gd name="connsiteY291" fmla="*/ 2240639 h 2360402"/>
                    <a:gd name="connsiteX292" fmla="*/ 676529 w 1440502"/>
                    <a:gd name="connsiteY292" fmla="*/ 2237467 h 2360402"/>
                    <a:gd name="connsiteX293" fmla="*/ 672188 w 1440502"/>
                    <a:gd name="connsiteY293" fmla="*/ 2237316 h 2360402"/>
                    <a:gd name="connsiteX294" fmla="*/ 671239 w 1440502"/>
                    <a:gd name="connsiteY294" fmla="*/ 2233022 h 2360402"/>
                    <a:gd name="connsiteX295" fmla="*/ 670880 w 1440502"/>
                    <a:gd name="connsiteY295" fmla="*/ 2243243 h 2360402"/>
                    <a:gd name="connsiteX296" fmla="*/ 672697 w 1440502"/>
                    <a:gd name="connsiteY296" fmla="*/ 2245003 h 2360402"/>
                    <a:gd name="connsiteX297" fmla="*/ 670533 w 1440502"/>
                    <a:gd name="connsiteY297" fmla="*/ 2249205 h 2360402"/>
                    <a:gd name="connsiteX298" fmla="*/ 668137 w 1440502"/>
                    <a:gd name="connsiteY298" fmla="*/ 2247364 h 2360402"/>
                    <a:gd name="connsiteX299" fmla="*/ 666551 w 1440502"/>
                    <a:gd name="connsiteY299" fmla="*/ 2248730 h 2360402"/>
                    <a:gd name="connsiteX300" fmla="*/ 659999 w 1440502"/>
                    <a:gd name="connsiteY300" fmla="*/ 2260746 h 2360402"/>
                    <a:gd name="connsiteX301" fmla="*/ 656549 w 1440502"/>
                    <a:gd name="connsiteY301" fmla="*/ 2263362 h 2360402"/>
                    <a:gd name="connsiteX302" fmla="*/ 656491 w 1440502"/>
                    <a:gd name="connsiteY302" fmla="*/ 2276084 h 2360402"/>
                    <a:gd name="connsiteX303" fmla="*/ 656271 w 1440502"/>
                    <a:gd name="connsiteY303" fmla="*/ 2276431 h 2360402"/>
                    <a:gd name="connsiteX304" fmla="*/ 655912 w 1440502"/>
                    <a:gd name="connsiteY304" fmla="*/ 2282659 h 2360402"/>
                    <a:gd name="connsiteX305" fmla="*/ 650854 w 1440502"/>
                    <a:gd name="connsiteY305" fmla="*/ 2284338 h 2360402"/>
                    <a:gd name="connsiteX306" fmla="*/ 655693 w 1440502"/>
                    <a:gd name="connsiteY306" fmla="*/ 2286306 h 2360402"/>
                    <a:gd name="connsiteX307" fmla="*/ 655565 w 1440502"/>
                    <a:gd name="connsiteY307" fmla="*/ 2288609 h 2360402"/>
                    <a:gd name="connsiteX308" fmla="*/ 654489 w 1440502"/>
                    <a:gd name="connsiteY308" fmla="*/ 2291839 h 2360402"/>
                    <a:gd name="connsiteX309" fmla="*/ 651525 w 1440502"/>
                    <a:gd name="connsiteY309" fmla="*/ 2290866 h 2360402"/>
                    <a:gd name="connsiteX310" fmla="*/ 649650 w 1440502"/>
                    <a:gd name="connsiteY310" fmla="*/ 2290056 h 2360402"/>
                    <a:gd name="connsiteX311" fmla="*/ 649013 w 1440502"/>
                    <a:gd name="connsiteY311" fmla="*/ 2284824 h 2360402"/>
                    <a:gd name="connsiteX312" fmla="*/ 644545 w 1440502"/>
                    <a:gd name="connsiteY312" fmla="*/ 2284523 h 2360402"/>
                    <a:gd name="connsiteX313" fmla="*/ 646559 w 1440502"/>
                    <a:gd name="connsiteY313" fmla="*/ 2279800 h 2360402"/>
                    <a:gd name="connsiteX314" fmla="*/ 645541 w 1440502"/>
                    <a:gd name="connsiteY314" fmla="*/ 2278608 h 2360402"/>
                    <a:gd name="connsiteX315" fmla="*/ 639729 w 1440502"/>
                    <a:gd name="connsiteY315" fmla="*/ 2285484 h 2360402"/>
                    <a:gd name="connsiteX316" fmla="*/ 633953 w 1440502"/>
                    <a:gd name="connsiteY316" fmla="*/ 2283180 h 2360402"/>
                    <a:gd name="connsiteX317" fmla="*/ 632425 w 1440502"/>
                    <a:gd name="connsiteY317" fmla="*/ 2281617 h 2360402"/>
                    <a:gd name="connsiteX318" fmla="*/ 631418 w 1440502"/>
                    <a:gd name="connsiteY318" fmla="*/ 2277901 h 2360402"/>
                    <a:gd name="connsiteX319" fmla="*/ 629543 w 1440502"/>
                    <a:gd name="connsiteY319" fmla="*/ 2278688 h 2360402"/>
                    <a:gd name="connsiteX320" fmla="*/ 626186 w 1440502"/>
                    <a:gd name="connsiteY320" fmla="*/ 2275274 h 2360402"/>
                    <a:gd name="connsiteX321" fmla="*/ 624449 w 1440502"/>
                    <a:gd name="connsiteY321" fmla="*/ 2269451 h 2360402"/>
                    <a:gd name="connsiteX322" fmla="*/ 624276 w 1440502"/>
                    <a:gd name="connsiteY322" fmla="*/ 2268629 h 2360402"/>
                    <a:gd name="connsiteX323" fmla="*/ 626162 w 1440502"/>
                    <a:gd name="connsiteY323" fmla="*/ 2265816 h 2360402"/>
                    <a:gd name="connsiteX324" fmla="*/ 624611 w 1440502"/>
                    <a:gd name="connsiteY324" fmla="*/ 2266904 h 2360402"/>
                    <a:gd name="connsiteX325" fmla="*/ 622736 w 1440502"/>
                    <a:gd name="connsiteY325" fmla="*/ 2264948 h 2360402"/>
                    <a:gd name="connsiteX326" fmla="*/ 621405 w 1440502"/>
                    <a:gd name="connsiteY326" fmla="*/ 2265897 h 2360402"/>
                    <a:gd name="connsiteX327" fmla="*/ 618684 w 1440502"/>
                    <a:gd name="connsiteY327" fmla="*/ 2264068 h 2360402"/>
                    <a:gd name="connsiteX328" fmla="*/ 618626 w 1440502"/>
                    <a:gd name="connsiteY328" fmla="*/ 2263304 h 2360402"/>
                    <a:gd name="connsiteX329" fmla="*/ 618187 w 1440502"/>
                    <a:gd name="connsiteY329" fmla="*/ 2263721 h 2360402"/>
                    <a:gd name="connsiteX330" fmla="*/ 616508 w 1440502"/>
                    <a:gd name="connsiteY330" fmla="*/ 2262598 h 2360402"/>
                    <a:gd name="connsiteX331" fmla="*/ 617365 w 1440502"/>
                    <a:gd name="connsiteY331" fmla="*/ 2258442 h 2360402"/>
                    <a:gd name="connsiteX332" fmla="*/ 613221 w 1440502"/>
                    <a:gd name="connsiteY332" fmla="*/ 2255537 h 2360402"/>
                    <a:gd name="connsiteX333" fmla="*/ 614413 w 1440502"/>
                    <a:gd name="connsiteY333" fmla="*/ 2252955 h 2360402"/>
                    <a:gd name="connsiteX334" fmla="*/ 612792 w 1440502"/>
                    <a:gd name="connsiteY334" fmla="*/ 2253291 h 2360402"/>
                    <a:gd name="connsiteX335" fmla="*/ 615814 w 1440502"/>
                    <a:gd name="connsiteY335" fmla="*/ 2248823 h 2360402"/>
                    <a:gd name="connsiteX336" fmla="*/ 611727 w 1440502"/>
                    <a:gd name="connsiteY336" fmla="*/ 2247075 h 2360402"/>
                    <a:gd name="connsiteX337" fmla="*/ 613741 w 1440502"/>
                    <a:gd name="connsiteY337" fmla="*/ 2244494 h 2360402"/>
                    <a:gd name="connsiteX338" fmla="*/ 612399 w 1440502"/>
                    <a:gd name="connsiteY338" fmla="*/ 2241611 h 2360402"/>
                    <a:gd name="connsiteX339" fmla="*/ 625294 w 1440502"/>
                    <a:gd name="connsiteY339" fmla="*/ 2225544 h 2360402"/>
                    <a:gd name="connsiteX340" fmla="*/ 624171 w 1440502"/>
                    <a:gd name="connsiteY340" fmla="*/ 2224502 h 2360402"/>
                    <a:gd name="connsiteX341" fmla="*/ 626035 w 1440502"/>
                    <a:gd name="connsiteY341" fmla="*/ 2224421 h 2360402"/>
                    <a:gd name="connsiteX342" fmla="*/ 625804 w 1440502"/>
                    <a:gd name="connsiteY342" fmla="*/ 2220068 h 2360402"/>
                    <a:gd name="connsiteX343" fmla="*/ 625723 w 1440502"/>
                    <a:gd name="connsiteY343" fmla="*/ 2224143 h 2360402"/>
                    <a:gd name="connsiteX344" fmla="*/ 623870 w 1440502"/>
                    <a:gd name="connsiteY344" fmla="*/ 2224224 h 2360402"/>
                    <a:gd name="connsiteX345" fmla="*/ 619587 w 1440502"/>
                    <a:gd name="connsiteY345" fmla="*/ 2230845 h 2360402"/>
                    <a:gd name="connsiteX346" fmla="*/ 611137 w 1440502"/>
                    <a:gd name="connsiteY346" fmla="*/ 2232628 h 2360402"/>
                    <a:gd name="connsiteX347" fmla="*/ 609956 w 1440502"/>
                    <a:gd name="connsiteY347" fmla="*/ 2238022 h 2360402"/>
                    <a:gd name="connsiteX348" fmla="*/ 601506 w 1440502"/>
                    <a:gd name="connsiteY348" fmla="*/ 2243880 h 2360402"/>
                    <a:gd name="connsiteX349" fmla="*/ 600580 w 1440502"/>
                    <a:gd name="connsiteY349" fmla="*/ 2248128 h 2360402"/>
                    <a:gd name="connsiteX350" fmla="*/ 597524 w 1440502"/>
                    <a:gd name="connsiteY350" fmla="*/ 2249135 h 2360402"/>
                    <a:gd name="connsiteX351" fmla="*/ 592500 w 1440502"/>
                    <a:gd name="connsiteY351" fmla="*/ 2245118 h 2360402"/>
                    <a:gd name="connsiteX352" fmla="*/ 589409 w 1440502"/>
                    <a:gd name="connsiteY352" fmla="*/ 2244864 h 2360402"/>
                    <a:gd name="connsiteX353" fmla="*/ 583540 w 1440502"/>
                    <a:gd name="connsiteY353" fmla="*/ 2243000 h 2360402"/>
                    <a:gd name="connsiteX354" fmla="*/ 565366 w 1440502"/>
                    <a:gd name="connsiteY354" fmla="*/ 2231725 h 2360402"/>
                    <a:gd name="connsiteX355" fmla="*/ 561777 w 1440502"/>
                    <a:gd name="connsiteY355" fmla="*/ 2223194 h 2360402"/>
                    <a:gd name="connsiteX356" fmla="*/ 558640 w 1440502"/>
                    <a:gd name="connsiteY356" fmla="*/ 2222939 h 2360402"/>
                    <a:gd name="connsiteX357" fmla="*/ 559393 w 1440502"/>
                    <a:gd name="connsiteY357" fmla="*/ 2217232 h 2360402"/>
                    <a:gd name="connsiteX358" fmla="*/ 556233 w 1440502"/>
                    <a:gd name="connsiteY358" fmla="*/ 2210761 h 2360402"/>
                    <a:gd name="connsiteX359" fmla="*/ 557054 w 1440502"/>
                    <a:gd name="connsiteY359" fmla="*/ 2210923 h 2360402"/>
                    <a:gd name="connsiteX360" fmla="*/ 553779 w 1440502"/>
                    <a:gd name="connsiteY360" fmla="*/ 2208157 h 2360402"/>
                    <a:gd name="connsiteX361" fmla="*/ 555341 w 1440502"/>
                    <a:gd name="connsiteY361" fmla="*/ 2208029 h 2360402"/>
                    <a:gd name="connsiteX362" fmla="*/ 553478 w 1440502"/>
                    <a:gd name="connsiteY362" fmla="*/ 2207092 h 2360402"/>
                    <a:gd name="connsiteX363" fmla="*/ 555098 w 1440502"/>
                    <a:gd name="connsiteY363" fmla="*/ 2203191 h 2360402"/>
                    <a:gd name="connsiteX364" fmla="*/ 555295 w 1440502"/>
                    <a:gd name="connsiteY364" fmla="*/ 2202704 h 2360402"/>
                    <a:gd name="connsiteX365" fmla="*/ 554473 w 1440502"/>
                    <a:gd name="connsiteY365" fmla="*/ 2198780 h 2360402"/>
                    <a:gd name="connsiteX366" fmla="*/ 547053 w 1440502"/>
                    <a:gd name="connsiteY366" fmla="*/ 2196210 h 2360402"/>
                    <a:gd name="connsiteX367" fmla="*/ 547655 w 1440502"/>
                    <a:gd name="connsiteY367" fmla="*/ 2190399 h 2360402"/>
                    <a:gd name="connsiteX368" fmla="*/ 547782 w 1440502"/>
                    <a:gd name="connsiteY368" fmla="*/ 2189172 h 2360402"/>
                    <a:gd name="connsiteX369" fmla="*/ 548940 w 1440502"/>
                    <a:gd name="connsiteY369" fmla="*/ 2190562 h 2360402"/>
                    <a:gd name="connsiteX370" fmla="*/ 550584 w 1440502"/>
                    <a:gd name="connsiteY370" fmla="*/ 2189820 h 2360402"/>
                    <a:gd name="connsiteX371" fmla="*/ 551162 w 1440502"/>
                    <a:gd name="connsiteY371" fmla="*/ 2188212 h 2360402"/>
                    <a:gd name="connsiteX372" fmla="*/ 549877 w 1440502"/>
                    <a:gd name="connsiteY372" fmla="*/ 2187806 h 2360402"/>
                    <a:gd name="connsiteX373" fmla="*/ 549692 w 1440502"/>
                    <a:gd name="connsiteY373" fmla="*/ 2185908 h 2360402"/>
                    <a:gd name="connsiteX374" fmla="*/ 550491 w 1440502"/>
                    <a:gd name="connsiteY374" fmla="*/ 2183396 h 2360402"/>
                    <a:gd name="connsiteX375" fmla="*/ 552297 w 1440502"/>
                    <a:gd name="connsiteY375" fmla="*/ 2177782 h 2360402"/>
                    <a:gd name="connsiteX376" fmla="*/ 550294 w 1440502"/>
                    <a:gd name="connsiteY376" fmla="*/ 2183396 h 2360402"/>
                    <a:gd name="connsiteX377" fmla="*/ 549542 w 1440502"/>
                    <a:gd name="connsiteY377" fmla="*/ 2183408 h 2360402"/>
                    <a:gd name="connsiteX378" fmla="*/ 549657 w 1440502"/>
                    <a:gd name="connsiteY378" fmla="*/ 2185364 h 2360402"/>
                    <a:gd name="connsiteX379" fmla="*/ 549634 w 1440502"/>
                    <a:gd name="connsiteY379" fmla="*/ 2186081 h 2360402"/>
                    <a:gd name="connsiteX380" fmla="*/ 549785 w 1440502"/>
                    <a:gd name="connsiteY380" fmla="*/ 2187876 h 2360402"/>
                    <a:gd name="connsiteX381" fmla="*/ 550838 w 1440502"/>
                    <a:gd name="connsiteY381" fmla="*/ 2188304 h 2360402"/>
                    <a:gd name="connsiteX382" fmla="*/ 550653 w 1440502"/>
                    <a:gd name="connsiteY382" fmla="*/ 2189519 h 2360402"/>
                    <a:gd name="connsiteX383" fmla="*/ 548986 w 1440502"/>
                    <a:gd name="connsiteY383" fmla="*/ 2190341 h 2360402"/>
                    <a:gd name="connsiteX384" fmla="*/ 547678 w 1440502"/>
                    <a:gd name="connsiteY384" fmla="*/ 2188975 h 2360402"/>
                    <a:gd name="connsiteX385" fmla="*/ 547504 w 1440502"/>
                    <a:gd name="connsiteY385" fmla="*/ 2190318 h 2360402"/>
                    <a:gd name="connsiteX386" fmla="*/ 545293 w 1440502"/>
                    <a:gd name="connsiteY386" fmla="*/ 2189126 h 2360402"/>
                    <a:gd name="connsiteX387" fmla="*/ 538903 w 1440502"/>
                    <a:gd name="connsiteY387" fmla="*/ 2189971 h 2360402"/>
                    <a:gd name="connsiteX388" fmla="*/ 537017 w 1440502"/>
                    <a:gd name="connsiteY388" fmla="*/ 2187019 h 2360402"/>
                    <a:gd name="connsiteX389" fmla="*/ 539864 w 1440502"/>
                    <a:gd name="connsiteY389" fmla="*/ 2186880 h 2360402"/>
                    <a:gd name="connsiteX390" fmla="*/ 539494 w 1440502"/>
                    <a:gd name="connsiteY390" fmla="*/ 2183072 h 2360402"/>
                    <a:gd name="connsiteX391" fmla="*/ 535570 w 1440502"/>
                    <a:gd name="connsiteY391" fmla="*/ 2181729 h 2360402"/>
                    <a:gd name="connsiteX392" fmla="*/ 535269 w 1440502"/>
                    <a:gd name="connsiteY392" fmla="*/ 2182215 h 2360402"/>
                    <a:gd name="connsiteX393" fmla="*/ 535072 w 1440502"/>
                    <a:gd name="connsiteY393" fmla="*/ 2184403 h 2360402"/>
                    <a:gd name="connsiteX394" fmla="*/ 533011 w 1440502"/>
                    <a:gd name="connsiteY394" fmla="*/ 2185236 h 2360402"/>
                    <a:gd name="connsiteX395" fmla="*/ 533382 w 1440502"/>
                    <a:gd name="connsiteY395" fmla="*/ 2183847 h 2360402"/>
                    <a:gd name="connsiteX396" fmla="*/ 533509 w 1440502"/>
                    <a:gd name="connsiteY396" fmla="*/ 2181706 h 2360402"/>
                    <a:gd name="connsiteX397" fmla="*/ 529284 w 1440502"/>
                    <a:gd name="connsiteY397" fmla="*/ 2181729 h 2360402"/>
                    <a:gd name="connsiteX398" fmla="*/ 533370 w 1440502"/>
                    <a:gd name="connsiteY398" fmla="*/ 2181880 h 2360402"/>
                    <a:gd name="connsiteX399" fmla="*/ 533208 w 1440502"/>
                    <a:gd name="connsiteY399" fmla="*/ 2183836 h 2360402"/>
                    <a:gd name="connsiteX400" fmla="*/ 532004 w 1440502"/>
                    <a:gd name="connsiteY400" fmla="*/ 2184183 h 2360402"/>
                    <a:gd name="connsiteX401" fmla="*/ 533000 w 1440502"/>
                    <a:gd name="connsiteY401" fmla="*/ 2185503 h 2360402"/>
                    <a:gd name="connsiteX402" fmla="*/ 535280 w 1440502"/>
                    <a:gd name="connsiteY402" fmla="*/ 2184542 h 2360402"/>
                    <a:gd name="connsiteX403" fmla="*/ 535465 w 1440502"/>
                    <a:gd name="connsiteY403" fmla="*/ 2182308 h 2360402"/>
                    <a:gd name="connsiteX404" fmla="*/ 536368 w 1440502"/>
                    <a:gd name="connsiteY404" fmla="*/ 2183604 h 2360402"/>
                    <a:gd name="connsiteX405" fmla="*/ 539008 w 1440502"/>
                    <a:gd name="connsiteY405" fmla="*/ 2183083 h 2360402"/>
                    <a:gd name="connsiteX406" fmla="*/ 539424 w 1440502"/>
                    <a:gd name="connsiteY406" fmla="*/ 2186602 h 2360402"/>
                    <a:gd name="connsiteX407" fmla="*/ 536195 w 1440502"/>
                    <a:gd name="connsiteY407" fmla="*/ 2186290 h 2360402"/>
                    <a:gd name="connsiteX408" fmla="*/ 535211 w 1440502"/>
                    <a:gd name="connsiteY408" fmla="*/ 2188362 h 2360402"/>
                    <a:gd name="connsiteX409" fmla="*/ 538799 w 1440502"/>
                    <a:gd name="connsiteY409" fmla="*/ 2191430 h 2360402"/>
                    <a:gd name="connsiteX410" fmla="*/ 545768 w 1440502"/>
                    <a:gd name="connsiteY410" fmla="*/ 2190261 h 2360402"/>
                    <a:gd name="connsiteX411" fmla="*/ 546428 w 1440502"/>
                    <a:gd name="connsiteY411" fmla="*/ 2197356 h 2360402"/>
                    <a:gd name="connsiteX412" fmla="*/ 552042 w 1440502"/>
                    <a:gd name="connsiteY412" fmla="*/ 2199810 h 2360402"/>
                    <a:gd name="connsiteX413" fmla="*/ 548708 w 1440502"/>
                    <a:gd name="connsiteY413" fmla="*/ 2199000 h 2360402"/>
                    <a:gd name="connsiteX414" fmla="*/ 549542 w 1440502"/>
                    <a:gd name="connsiteY414" fmla="*/ 2200829 h 2360402"/>
                    <a:gd name="connsiteX415" fmla="*/ 552795 w 1440502"/>
                    <a:gd name="connsiteY415" fmla="*/ 2199938 h 2360402"/>
                    <a:gd name="connsiteX416" fmla="*/ 554033 w 1440502"/>
                    <a:gd name="connsiteY416" fmla="*/ 2201130 h 2360402"/>
                    <a:gd name="connsiteX417" fmla="*/ 553188 w 1440502"/>
                    <a:gd name="connsiteY417" fmla="*/ 2203191 h 2360402"/>
                    <a:gd name="connsiteX418" fmla="*/ 551359 w 1440502"/>
                    <a:gd name="connsiteY418" fmla="*/ 2207659 h 2360402"/>
                    <a:gd name="connsiteX419" fmla="*/ 551845 w 1440502"/>
                    <a:gd name="connsiteY419" fmla="*/ 2210298 h 2360402"/>
                    <a:gd name="connsiteX420" fmla="*/ 545525 w 1440502"/>
                    <a:gd name="connsiteY420" fmla="*/ 2215912 h 2360402"/>
                    <a:gd name="connsiteX421" fmla="*/ 551637 w 1440502"/>
                    <a:gd name="connsiteY421" fmla="*/ 2210588 h 2360402"/>
                    <a:gd name="connsiteX422" fmla="*/ 554600 w 1440502"/>
                    <a:gd name="connsiteY422" fmla="*/ 2213343 h 2360402"/>
                    <a:gd name="connsiteX423" fmla="*/ 549877 w 1440502"/>
                    <a:gd name="connsiteY423" fmla="*/ 2216353 h 2360402"/>
                    <a:gd name="connsiteX424" fmla="*/ 549183 w 1440502"/>
                    <a:gd name="connsiteY424" fmla="*/ 2215102 h 2360402"/>
                    <a:gd name="connsiteX425" fmla="*/ 549275 w 1440502"/>
                    <a:gd name="connsiteY425" fmla="*/ 2216654 h 2360402"/>
                    <a:gd name="connsiteX426" fmla="*/ 546243 w 1440502"/>
                    <a:gd name="connsiteY426" fmla="*/ 2217140 h 2360402"/>
                    <a:gd name="connsiteX427" fmla="*/ 544390 w 1440502"/>
                    <a:gd name="connsiteY427" fmla="*/ 2219767 h 2360402"/>
                    <a:gd name="connsiteX428" fmla="*/ 544414 w 1440502"/>
                    <a:gd name="connsiteY428" fmla="*/ 2222279 h 2360402"/>
                    <a:gd name="connsiteX429" fmla="*/ 543025 w 1440502"/>
                    <a:gd name="connsiteY429" fmla="*/ 2222221 h 2360402"/>
                    <a:gd name="connsiteX430" fmla="*/ 544842 w 1440502"/>
                    <a:gd name="connsiteY430" fmla="*/ 2222974 h 2360402"/>
                    <a:gd name="connsiteX431" fmla="*/ 542862 w 1440502"/>
                    <a:gd name="connsiteY431" fmla="*/ 2224826 h 2360402"/>
                    <a:gd name="connsiteX432" fmla="*/ 545073 w 1440502"/>
                    <a:gd name="connsiteY432" fmla="*/ 2224259 h 2360402"/>
                    <a:gd name="connsiteX433" fmla="*/ 543453 w 1440502"/>
                    <a:gd name="connsiteY433" fmla="*/ 2225370 h 2360402"/>
                    <a:gd name="connsiteX434" fmla="*/ 545687 w 1440502"/>
                    <a:gd name="connsiteY434" fmla="*/ 2225891 h 2360402"/>
                    <a:gd name="connsiteX435" fmla="*/ 542388 w 1440502"/>
                    <a:gd name="connsiteY435" fmla="*/ 2228380 h 2360402"/>
                    <a:gd name="connsiteX436" fmla="*/ 544877 w 1440502"/>
                    <a:gd name="connsiteY436" fmla="*/ 2227662 h 2360402"/>
                    <a:gd name="connsiteX437" fmla="*/ 540860 w 1440502"/>
                    <a:gd name="connsiteY437" fmla="*/ 2231459 h 2360402"/>
                    <a:gd name="connsiteX438" fmla="*/ 529214 w 1440502"/>
                    <a:gd name="connsiteY438" fmla="*/ 2234712 h 2360402"/>
                    <a:gd name="connsiteX439" fmla="*/ 541334 w 1440502"/>
                    <a:gd name="connsiteY439" fmla="*/ 2231864 h 2360402"/>
                    <a:gd name="connsiteX440" fmla="*/ 545178 w 1440502"/>
                    <a:gd name="connsiteY440" fmla="*/ 2230579 h 2360402"/>
                    <a:gd name="connsiteX441" fmla="*/ 545965 w 1440502"/>
                    <a:gd name="connsiteY441" fmla="*/ 2243579 h 2360402"/>
                    <a:gd name="connsiteX442" fmla="*/ 549056 w 1440502"/>
                    <a:gd name="connsiteY442" fmla="*/ 2253581 h 2360402"/>
                    <a:gd name="connsiteX443" fmla="*/ 567137 w 1440502"/>
                    <a:gd name="connsiteY443" fmla="*/ 2261093 h 2360402"/>
                    <a:gd name="connsiteX444" fmla="*/ 570552 w 1440502"/>
                    <a:gd name="connsiteY444" fmla="*/ 2266245 h 2360402"/>
                    <a:gd name="connsiteX445" fmla="*/ 570679 w 1440502"/>
                    <a:gd name="connsiteY445" fmla="*/ 2266615 h 2360402"/>
                    <a:gd name="connsiteX446" fmla="*/ 570147 w 1440502"/>
                    <a:gd name="connsiteY446" fmla="*/ 2274243 h 2360402"/>
                    <a:gd name="connsiteX447" fmla="*/ 567079 w 1440502"/>
                    <a:gd name="connsiteY447" fmla="*/ 2274475 h 2360402"/>
                    <a:gd name="connsiteX448" fmla="*/ 564208 w 1440502"/>
                    <a:gd name="connsiteY448" fmla="*/ 2271361 h 2360402"/>
                    <a:gd name="connsiteX449" fmla="*/ 561812 w 1440502"/>
                    <a:gd name="connsiteY449" fmla="*/ 2272681 h 2360402"/>
                    <a:gd name="connsiteX450" fmla="*/ 561893 w 1440502"/>
                    <a:gd name="connsiteY450" fmla="*/ 2276674 h 2360402"/>
                    <a:gd name="connsiteX451" fmla="*/ 563931 w 1440502"/>
                    <a:gd name="connsiteY451" fmla="*/ 2275667 h 2360402"/>
                    <a:gd name="connsiteX452" fmla="*/ 564521 w 1440502"/>
                    <a:gd name="connsiteY452" fmla="*/ 2282046 h 2360402"/>
                    <a:gd name="connsiteX453" fmla="*/ 560689 w 1440502"/>
                    <a:gd name="connsiteY453" fmla="*/ 2284558 h 2360402"/>
                    <a:gd name="connsiteX454" fmla="*/ 566165 w 1440502"/>
                    <a:gd name="connsiteY454" fmla="*/ 2288297 h 2360402"/>
                    <a:gd name="connsiteX455" fmla="*/ 565158 w 1440502"/>
                    <a:gd name="connsiteY455" fmla="*/ 2295404 h 2360402"/>
                    <a:gd name="connsiteX456" fmla="*/ 563676 w 1440502"/>
                    <a:gd name="connsiteY456" fmla="*/ 2299305 h 2360402"/>
                    <a:gd name="connsiteX457" fmla="*/ 561534 w 1440502"/>
                    <a:gd name="connsiteY457" fmla="*/ 2303056 h 2360402"/>
                    <a:gd name="connsiteX458" fmla="*/ 562958 w 1440502"/>
                    <a:gd name="connsiteY458" fmla="*/ 2305823 h 2360402"/>
                    <a:gd name="connsiteX459" fmla="*/ 562715 w 1440502"/>
                    <a:gd name="connsiteY459" fmla="*/ 2306980 h 2360402"/>
                    <a:gd name="connsiteX460" fmla="*/ 561592 w 1440502"/>
                    <a:gd name="connsiteY460" fmla="*/ 2310430 h 2360402"/>
                    <a:gd name="connsiteX461" fmla="*/ 561777 w 1440502"/>
                    <a:gd name="connsiteY461" fmla="*/ 2311263 h 2360402"/>
                    <a:gd name="connsiteX462" fmla="*/ 561141 w 1440502"/>
                    <a:gd name="connsiteY462" fmla="*/ 2314180 h 2360402"/>
                    <a:gd name="connsiteX463" fmla="*/ 562680 w 1440502"/>
                    <a:gd name="connsiteY463" fmla="*/ 2317514 h 2360402"/>
                    <a:gd name="connsiteX464" fmla="*/ 566419 w 1440502"/>
                    <a:gd name="connsiteY464" fmla="*/ 2317584 h 2360402"/>
                    <a:gd name="connsiteX465" fmla="*/ 566165 w 1440502"/>
                    <a:gd name="connsiteY465" fmla="*/ 2323314 h 2360402"/>
                    <a:gd name="connsiteX466" fmla="*/ 564776 w 1440502"/>
                    <a:gd name="connsiteY466" fmla="*/ 2325409 h 2360402"/>
                    <a:gd name="connsiteX467" fmla="*/ 562437 w 1440502"/>
                    <a:gd name="connsiteY467" fmla="*/ 2327168 h 2360402"/>
                    <a:gd name="connsiteX468" fmla="*/ 562970 w 1440502"/>
                    <a:gd name="connsiteY468" fmla="*/ 2329935 h 2360402"/>
                    <a:gd name="connsiteX469" fmla="*/ 562449 w 1440502"/>
                    <a:gd name="connsiteY469" fmla="*/ 2329460 h 2360402"/>
                    <a:gd name="connsiteX470" fmla="*/ 561083 w 1440502"/>
                    <a:gd name="connsiteY470" fmla="*/ 2327342 h 2360402"/>
                    <a:gd name="connsiteX471" fmla="*/ 561199 w 1440502"/>
                    <a:gd name="connsiteY471" fmla="*/ 2331995 h 2360402"/>
                    <a:gd name="connsiteX472" fmla="*/ 561152 w 1440502"/>
                    <a:gd name="connsiteY472" fmla="*/ 2332933 h 2360402"/>
                    <a:gd name="connsiteX473" fmla="*/ 557819 w 1440502"/>
                    <a:gd name="connsiteY473" fmla="*/ 2336151 h 2360402"/>
                    <a:gd name="connsiteX474" fmla="*/ 552193 w 1440502"/>
                    <a:gd name="connsiteY474" fmla="*/ 2340261 h 2360402"/>
                    <a:gd name="connsiteX475" fmla="*/ 551660 w 1440502"/>
                    <a:gd name="connsiteY475" fmla="*/ 2340562 h 2360402"/>
                    <a:gd name="connsiteX476" fmla="*/ 550722 w 1440502"/>
                    <a:gd name="connsiteY476" fmla="*/ 2340504 h 2360402"/>
                    <a:gd name="connsiteX477" fmla="*/ 547007 w 1440502"/>
                    <a:gd name="connsiteY477" fmla="*/ 2340145 h 2360402"/>
                    <a:gd name="connsiteX478" fmla="*/ 544819 w 1440502"/>
                    <a:gd name="connsiteY478" fmla="*/ 2338582 h 2360402"/>
                    <a:gd name="connsiteX479" fmla="*/ 544691 w 1440502"/>
                    <a:gd name="connsiteY479" fmla="*/ 2338698 h 2360402"/>
                    <a:gd name="connsiteX480" fmla="*/ 544691 w 1440502"/>
                    <a:gd name="connsiteY480" fmla="*/ 2338570 h 2360402"/>
                    <a:gd name="connsiteX481" fmla="*/ 544761 w 1440502"/>
                    <a:gd name="connsiteY481" fmla="*/ 2338536 h 2360402"/>
                    <a:gd name="connsiteX482" fmla="*/ 534227 w 1440502"/>
                    <a:gd name="connsiteY482" fmla="*/ 2331000 h 2360402"/>
                    <a:gd name="connsiteX483" fmla="*/ 520683 w 1440502"/>
                    <a:gd name="connsiteY483" fmla="*/ 2325409 h 2360402"/>
                    <a:gd name="connsiteX484" fmla="*/ 516851 w 1440502"/>
                    <a:gd name="connsiteY484" fmla="*/ 2323835 h 2360402"/>
                    <a:gd name="connsiteX485" fmla="*/ 510010 w 1440502"/>
                    <a:gd name="connsiteY485" fmla="*/ 2318660 h 2360402"/>
                    <a:gd name="connsiteX486" fmla="*/ 505530 w 1440502"/>
                    <a:gd name="connsiteY486" fmla="*/ 2312456 h 2360402"/>
                    <a:gd name="connsiteX487" fmla="*/ 501178 w 1440502"/>
                    <a:gd name="connsiteY487" fmla="*/ 2311286 h 2360402"/>
                    <a:gd name="connsiteX488" fmla="*/ 502208 w 1440502"/>
                    <a:gd name="connsiteY488" fmla="*/ 2308890 h 2360402"/>
                    <a:gd name="connsiteX489" fmla="*/ 499349 w 1440502"/>
                    <a:gd name="connsiteY489" fmla="*/ 2305035 h 2360402"/>
                    <a:gd name="connsiteX490" fmla="*/ 491824 w 1440502"/>
                    <a:gd name="connsiteY490" fmla="*/ 2302766 h 2360402"/>
                    <a:gd name="connsiteX491" fmla="*/ 487646 w 1440502"/>
                    <a:gd name="connsiteY491" fmla="*/ 2291156 h 2360402"/>
                    <a:gd name="connsiteX492" fmla="*/ 487680 w 1440502"/>
                    <a:gd name="connsiteY492" fmla="*/ 2289373 h 2360402"/>
                    <a:gd name="connsiteX493" fmla="*/ 488236 w 1440502"/>
                    <a:gd name="connsiteY493" fmla="*/ 2289628 h 2360402"/>
                    <a:gd name="connsiteX494" fmla="*/ 487680 w 1440502"/>
                    <a:gd name="connsiteY494" fmla="*/ 2288841 h 2360402"/>
                    <a:gd name="connsiteX495" fmla="*/ 487715 w 1440502"/>
                    <a:gd name="connsiteY495" fmla="*/ 2286595 h 2360402"/>
                    <a:gd name="connsiteX496" fmla="*/ 482888 w 1440502"/>
                    <a:gd name="connsiteY496" fmla="*/ 2279707 h 2360402"/>
                    <a:gd name="connsiteX497" fmla="*/ 474449 w 1440502"/>
                    <a:gd name="connsiteY497" fmla="*/ 2275910 h 2360402"/>
                    <a:gd name="connsiteX498" fmla="*/ 458949 w 1440502"/>
                    <a:gd name="connsiteY498" fmla="*/ 2264913 h 2360402"/>
                    <a:gd name="connsiteX499" fmla="*/ 447199 w 1440502"/>
                    <a:gd name="connsiteY499" fmla="*/ 2250582 h 2360402"/>
                    <a:gd name="connsiteX500" fmla="*/ 433019 w 1440502"/>
                    <a:gd name="connsiteY500" fmla="*/ 2246531 h 2360402"/>
                    <a:gd name="connsiteX501" fmla="*/ 429882 w 1440502"/>
                    <a:gd name="connsiteY501" fmla="*/ 2247619 h 2360402"/>
                    <a:gd name="connsiteX502" fmla="*/ 426907 w 1440502"/>
                    <a:gd name="connsiteY502" fmla="*/ 2246913 h 2360402"/>
                    <a:gd name="connsiteX503" fmla="*/ 424777 w 1440502"/>
                    <a:gd name="connsiteY503" fmla="*/ 2245744 h 2360402"/>
                    <a:gd name="connsiteX504" fmla="*/ 422230 w 1440502"/>
                    <a:gd name="connsiteY504" fmla="*/ 2243729 h 2360402"/>
                    <a:gd name="connsiteX505" fmla="*/ 419394 w 1440502"/>
                    <a:gd name="connsiteY505" fmla="*/ 2236240 h 2360402"/>
                    <a:gd name="connsiteX506" fmla="*/ 415678 w 1440502"/>
                    <a:gd name="connsiteY506" fmla="*/ 2233763 h 2360402"/>
                    <a:gd name="connsiteX507" fmla="*/ 414972 w 1440502"/>
                    <a:gd name="connsiteY507" fmla="*/ 2231459 h 2360402"/>
                    <a:gd name="connsiteX508" fmla="*/ 413039 w 1440502"/>
                    <a:gd name="connsiteY508" fmla="*/ 2225185 h 2360402"/>
                    <a:gd name="connsiteX509" fmla="*/ 412286 w 1440502"/>
                    <a:gd name="connsiteY509" fmla="*/ 2226007 h 2360402"/>
                    <a:gd name="connsiteX510" fmla="*/ 411059 w 1440502"/>
                    <a:gd name="connsiteY510" fmla="*/ 2223888 h 2360402"/>
                    <a:gd name="connsiteX511" fmla="*/ 410955 w 1440502"/>
                    <a:gd name="connsiteY511" fmla="*/ 2223715 h 2360402"/>
                    <a:gd name="connsiteX512" fmla="*/ 409612 w 1440502"/>
                    <a:gd name="connsiteY512" fmla="*/ 2224780 h 2360402"/>
                    <a:gd name="connsiteX513" fmla="*/ 411059 w 1440502"/>
                    <a:gd name="connsiteY513" fmla="*/ 2223969 h 2360402"/>
                    <a:gd name="connsiteX514" fmla="*/ 410886 w 1440502"/>
                    <a:gd name="connsiteY514" fmla="*/ 2226481 h 2360402"/>
                    <a:gd name="connsiteX515" fmla="*/ 405642 w 1440502"/>
                    <a:gd name="connsiteY515" fmla="*/ 2225544 h 2360402"/>
                    <a:gd name="connsiteX516" fmla="*/ 398222 w 1440502"/>
                    <a:gd name="connsiteY516" fmla="*/ 2221284 h 2360402"/>
                    <a:gd name="connsiteX517" fmla="*/ 397215 w 1440502"/>
                    <a:gd name="connsiteY517" fmla="*/ 2222476 h 2360402"/>
                    <a:gd name="connsiteX518" fmla="*/ 399623 w 1440502"/>
                    <a:gd name="connsiteY518" fmla="*/ 2225451 h 2360402"/>
                    <a:gd name="connsiteX519" fmla="*/ 399217 w 1440502"/>
                    <a:gd name="connsiteY519" fmla="*/ 2228287 h 2360402"/>
                    <a:gd name="connsiteX520" fmla="*/ 384227 w 1440502"/>
                    <a:gd name="connsiteY520" fmla="*/ 2234920 h 2360402"/>
                    <a:gd name="connsiteX521" fmla="*/ 375684 w 1440502"/>
                    <a:gd name="connsiteY521" fmla="*/ 2240835 h 2360402"/>
                    <a:gd name="connsiteX522" fmla="*/ 370162 w 1440502"/>
                    <a:gd name="connsiteY522" fmla="*/ 2242329 h 2360402"/>
                    <a:gd name="connsiteX523" fmla="*/ 363795 w 1440502"/>
                    <a:gd name="connsiteY523" fmla="*/ 2251474 h 2360402"/>
                    <a:gd name="connsiteX524" fmla="*/ 360959 w 1440502"/>
                    <a:gd name="connsiteY524" fmla="*/ 2258790 h 2360402"/>
                    <a:gd name="connsiteX525" fmla="*/ 364652 w 1440502"/>
                    <a:gd name="connsiteY525" fmla="*/ 2263501 h 2360402"/>
                    <a:gd name="connsiteX526" fmla="*/ 367951 w 1440502"/>
                    <a:gd name="connsiteY526" fmla="*/ 2275146 h 2360402"/>
                    <a:gd name="connsiteX527" fmla="*/ 367233 w 1440502"/>
                    <a:gd name="connsiteY527" fmla="*/ 2282474 h 2360402"/>
                    <a:gd name="connsiteX528" fmla="*/ 369166 w 1440502"/>
                    <a:gd name="connsiteY528" fmla="*/ 2283539 h 2360402"/>
                    <a:gd name="connsiteX529" fmla="*/ 369907 w 1440502"/>
                    <a:gd name="connsiteY529" fmla="*/ 2284963 h 2360402"/>
                    <a:gd name="connsiteX530" fmla="*/ 371042 w 1440502"/>
                    <a:gd name="connsiteY530" fmla="*/ 2291306 h 2360402"/>
                    <a:gd name="connsiteX531" fmla="*/ 374283 w 1440502"/>
                    <a:gd name="connsiteY531" fmla="*/ 2295149 h 2360402"/>
                    <a:gd name="connsiteX532" fmla="*/ 373033 w 1440502"/>
                    <a:gd name="connsiteY532" fmla="*/ 2298576 h 2360402"/>
                    <a:gd name="connsiteX533" fmla="*/ 375116 w 1440502"/>
                    <a:gd name="connsiteY533" fmla="*/ 2300208 h 2360402"/>
                    <a:gd name="connsiteX534" fmla="*/ 375105 w 1440502"/>
                    <a:gd name="connsiteY534" fmla="*/ 2300382 h 2360402"/>
                    <a:gd name="connsiteX535" fmla="*/ 374364 w 1440502"/>
                    <a:gd name="connsiteY535" fmla="*/ 2303438 h 2360402"/>
                    <a:gd name="connsiteX536" fmla="*/ 376089 w 1440502"/>
                    <a:gd name="connsiteY536" fmla="*/ 2308902 h 2360402"/>
                    <a:gd name="connsiteX537" fmla="*/ 377698 w 1440502"/>
                    <a:gd name="connsiteY537" fmla="*/ 2313949 h 2360402"/>
                    <a:gd name="connsiteX538" fmla="*/ 377235 w 1440502"/>
                    <a:gd name="connsiteY538" fmla="*/ 2320026 h 2360402"/>
                    <a:gd name="connsiteX539" fmla="*/ 379330 w 1440502"/>
                    <a:gd name="connsiteY539" fmla="*/ 2321311 h 2360402"/>
                    <a:gd name="connsiteX540" fmla="*/ 380557 w 1440502"/>
                    <a:gd name="connsiteY540" fmla="*/ 2325559 h 2360402"/>
                    <a:gd name="connsiteX541" fmla="*/ 383671 w 1440502"/>
                    <a:gd name="connsiteY541" fmla="*/ 2325629 h 2360402"/>
                    <a:gd name="connsiteX542" fmla="*/ 384921 w 1440502"/>
                    <a:gd name="connsiteY542" fmla="*/ 2329379 h 2360402"/>
                    <a:gd name="connsiteX543" fmla="*/ 390015 w 1440502"/>
                    <a:gd name="connsiteY543" fmla="*/ 2331845 h 2360402"/>
                    <a:gd name="connsiteX544" fmla="*/ 384539 w 1440502"/>
                    <a:gd name="connsiteY544" fmla="*/ 2339103 h 2360402"/>
                    <a:gd name="connsiteX545" fmla="*/ 383601 w 1440502"/>
                    <a:gd name="connsiteY545" fmla="*/ 2348352 h 2360402"/>
                    <a:gd name="connsiteX546" fmla="*/ 385454 w 1440502"/>
                    <a:gd name="connsiteY546" fmla="*/ 2356884 h 2360402"/>
                    <a:gd name="connsiteX547" fmla="*/ 393788 w 1440502"/>
                    <a:gd name="connsiteY547" fmla="*/ 2358388 h 2360402"/>
                    <a:gd name="connsiteX548" fmla="*/ 392700 w 1440502"/>
                    <a:gd name="connsiteY548" fmla="*/ 2360345 h 2360402"/>
                    <a:gd name="connsiteX549" fmla="*/ 386137 w 1440502"/>
                    <a:gd name="connsiteY549" fmla="*/ 2360403 h 2360402"/>
                    <a:gd name="connsiteX550" fmla="*/ 383254 w 1440502"/>
                    <a:gd name="connsiteY550" fmla="*/ 2356884 h 2360402"/>
                    <a:gd name="connsiteX551" fmla="*/ 383428 w 1440502"/>
                    <a:gd name="connsiteY551" fmla="*/ 2356467 h 2360402"/>
                    <a:gd name="connsiteX552" fmla="*/ 380268 w 1440502"/>
                    <a:gd name="connsiteY552" fmla="*/ 2357115 h 2360402"/>
                    <a:gd name="connsiteX553" fmla="*/ 374815 w 1440502"/>
                    <a:gd name="connsiteY553" fmla="*/ 2353770 h 2360402"/>
                    <a:gd name="connsiteX554" fmla="*/ 370139 w 1440502"/>
                    <a:gd name="connsiteY554" fmla="*/ 2353747 h 2360402"/>
                    <a:gd name="connsiteX555" fmla="*/ 359906 w 1440502"/>
                    <a:gd name="connsiteY555" fmla="*/ 2342437 h 2360402"/>
                    <a:gd name="connsiteX556" fmla="*/ 359327 w 1440502"/>
                    <a:gd name="connsiteY556" fmla="*/ 2342217 h 2360402"/>
                    <a:gd name="connsiteX557" fmla="*/ 359223 w 1440502"/>
                    <a:gd name="connsiteY557" fmla="*/ 2342101 h 2360402"/>
                    <a:gd name="connsiteX558" fmla="*/ 357428 w 1440502"/>
                    <a:gd name="connsiteY558" fmla="*/ 2341476 h 2360402"/>
                    <a:gd name="connsiteX559" fmla="*/ 356201 w 1440502"/>
                    <a:gd name="connsiteY559" fmla="*/ 2341001 h 2360402"/>
                    <a:gd name="connsiteX560" fmla="*/ 355403 w 1440502"/>
                    <a:gd name="connsiteY560" fmla="*/ 2335873 h 2360402"/>
                    <a:gd name="connsiteX561" fmla="*/ 355472 w 1440502"/>
                    <a:gd name="connsiteY561" fmla="*/ 2335781 h 2360402"/>
                    <a:gd name="connsiteX562" fmla="*/ 357208 w 1440502"/>
                    <a:gd name="connsiteY562" fmla="*/ 2333778 h 2360402"/>
                    <a:gd name="connsiteX563" fmla="*/ 353470 w 1440502"/>
                    <a:gd name="connsiteY563" fmla="*/ 2329032 h 2360402"/>
                    <a:gd name="connsiteX564" fmla="*/ 354210 w 1440502"/>
                    <a:gd name="connsiteY564" fmla="*/ 2325826 h 2360402"/>
                    <a:gd name="connsiteX565" fmla="*/ 362892 w 1440502"/>
                    <a:gd name="connsiteY565" fmla="*/ 2320095 h 2360402"/>
                    <a:gd name="connsiteX566" fmla="*/ 362128 w 1440502"/>
                    <a:gd name="connsiteY566" fmla="*/ 2319343 h 2360402"/>
                    <a:gd name="connsiteX567" fmla="*/ 356838 w 1440502"/>
                    <a:gd name="connsiteY567" fmla="*/ 2309515 h 2360402"/>
                    <a:gd name="connsiteX568" fmla="*/ 357486 w 1440502"/>
                    <a:gd name="connsiteY568" fmla="*/ 2308902 h 2360402"/>
                    <a:gd name="connsiteX569" fmla="*/ 360577 w 1440502"/>
                    <a:gd name="connsiteY569" fmla="*/ 2305950 h 2360402"/>
                    <a:gd name="connsiteX570" fmla="*/ 360346 w 1440502"/>
                    <a:gd name="connsiteY570" fmla="*/ 2303195 h 2360402"/>
                    <a:gd name="connsiteX571" fmla="*/ 352358 w 1440502"/>
                    <a:gd name="connsiteY571" fmla="*/ 2300486 h 2360402"/>
                    <a:gd name="connsiteX572" fmla="*/ 348781 w 1440502"/>
                    <a:gd name="connsiteY572" fmla="*/ 2299097 h 2360402"/>
                    <a:gd name="connsiteX573" fmla="*/ 350900 w 1440502"/>
                    <a:gd name="connsiteY573" fmla="*/ 2290218 h 2360402"/>
                    <a:gd name="connsiteX574" fmla="*/ 345042 w 1440502"/>
                    <a:gd name="connsiteY574" fmla="*/ 2286908 h 2360402"/>
                    <a:gd name="connsiteX575" fmla="*/ 344510 w 1440502"/>
                    <a:gd name="connsiteY575" fmla="*/ 2283053 h 2360402"/>
                    <a:gd name="connsiteX576" fmla="*/ 345563 w 1440502"/>
                    <a:gd name="connsiteY576" fmla="*/ 2282208 h 2360402"/>
                    <a:gd name="connsiteX577" fmla="*/ 347172 w 1440502"/>
                    <a:gd name="connsiteY577" fmla="*/ 2281339 h 2360402"/>
                    <a:gd name="connsiteX578" fmla="*/ 346582 w 1440502"/>
                    <a:gd name="connsiteY578" fmla="*/ 2276524 h 2360402"/>
                    <a:gd name="connsiteX579" fmla="*/ 342854 w 1440502"/>
                    <a:gd name="connsiteY579" fmla="*/ 2271975 h 2360402"/>
                    <a:gd name="connsiteX580" fmla="*/ 343711 w 1440502"/>
                    <a:gd name="connsiteY580" fmla="*/ 2270354 h 2360402"/>
                    <a:gd name="connsiteX581" fmla="*/ 340597 w 1440502"/>
                    <a:gd name="connsiteY581" fmla="*/ 2270875 h 2360402"/>
                    <a:gd name="connsiteX582" fmla="*/ 336731 w 1440502"/>
                    <a:gd name="connsiteY582" fmla="*/ 2265805 h 2360402"/>
                    <a:gd name="connsiteX583" fmla="*/ 333073 w 1440502"/>
                    <a:gd name="connsiteY583" fmla="*/ 2264566 h 2360402"/>
                    <a:gd name="connsiteX584" fmla="*/ 334184 w 1440502"/>
                    <a:gd name="connsiteY584" fmla="*/ 2260433 h 2360402"/>
                    <a:gd name="connsiteX585" fmla="*/ 333084 w 1440502"/>
                    <a:gd name="connsiteY585" fmla="*/ 2259357 h 2360402"/>
                    <a:gd name="connsiteX586" fmla="*/ 329785 w 1440502"/>
                    <a:gd name="connsiteY586" fmla="*/ 2254518 h 2360402"/>
                    <a:gd name="connsiteX587" fmla="*/ 329693 w 1440502"/>
                    <a:gd name="connsiteY587" fmla="*/ 2253997 h 2360402"/>
                    <a:gd name="connsiteX588" fmla="*/ 321937 w 1440502"/>
                    <a:gd name="connsiteY588" fmla="*/ 2250409 h 2360402"/>
                    <a:gd name="connsiteX589" fmla="*/ 319749 w 1440502"/>
                    <a:gd name="connsiteY589" fmla="*/ 2244459 h 2360402"/>
                    <a:gd name="connsiteX590" fmla="*/ 316728 w 1440502"/>
                    <a:gd name="connsiteY590" fmla="*/ 2243255 h 2360402"/>
                    <a:gd name="connsiteX591" fmla="*/ 313209 w 1440502"/>
                    <a:gd name="connsiteY591" fmla="*/ 2241565 h 2360402"/>
                    <a:gd name="connsiteX592" fmla="*/ 312097 w 1440502"/>
                    <a:gd name="connsiteY592" fmla="*/ 2238914 h 2360402"/>
                    <a:gd name="connsiteX593" fmla="*/ 311900 w 1440502"/>
                    <a:gd name="connsiteY593" fmla="*/ 2238706 h 2360402"/>
                    <a:gd name="connsiteX594" fmla="*/ 305499 w 1440502"/>
                    <a:gd name="connsiteY594" fmla="*/ 2232258 h 2360402"/>
                    <a:gd name="connsiteX595" fmla="*/ 305291 w 1440502"/>
                    <a:gd name="connsiteY595" fmla="*/ 2228519 h 2360402"/>
                    <a:gd name="connsiteX596" fmla="*/ 304237 w 1440502"/>
                    <a:gd name="connsiteY596" fmla="*/ 2228773 h 2360402"/>
                    <a:gd name="connsiteX597" fmla="*/ 302292 w 1440502"/>
                    <a:gd name="connsiteY597" fmla="*/ 2228137 h 2360402"/>
                    <a:gd name="connsiteX598" fmla="*/ 301517 w 1440502"/>
                    <a:gd name="connsiteY598" fmla="*/ 2225127 h 2360402"/>
                    <a:gd name="connsiteX599" fmla="*/ 299966 w 1440502"/>
                    <a:gd name="connsiteY599" fmla="*/ 2224861 h 2360402"/>
                    <a:gd name="connsiteX600" fmla="*/ 299792 w 1440502"/>
                    <a:gd name="connsiteY600" fmla="*/ 2224548 h 2360402"/>
                    <a:gd name="connsiteX601" fmla="*/ 298843 w 1440502"/>
                    <a:gd name="connsiteY601" fmla="*/ 2222175 h 2360402"/>
                    <a:gd name="connsiteX602" fmla="*/ 299016 w 1440502"/>
                    <a:gd name="connsiteY602" fmla="*/ 2220821 h 2360402"/>
                    <a:gd name="connsiteX603" fmla="*/ 300278 w 1440502"/>
                    <a:gd name="connsiteY603" fmla="*/ 2216630 h 2360402"/>
                    <a:gd name="connsiteX604" fmla="*/ 294004 w 1440502"/>
                    <a:gd name="connsiteY604" fmla="*/ 2203191 h 2360402"/>
                    <a:gd name="connsiteX605" fmla="*/ 287881 w 1440502"/>
                    <a:gd name="connsiteY605" fmla="*/ 2190075 h 2360402"/>
                    <a:gd name="connsiteX606" fmla="*/ 288158 w 1440502"/>
                    <a:gd name="connsiteY606" fmla="*/ 2168857 h 2360402"/>
                    <a:gd name="connsiteX607" fmla="*/ 291747 w 1440502"/>
                    <a:gd name="connsiteY607" fmla="*/ 2159793 h 2360402"/>
                    <a:gd name="connsiteX608" fmla="*/ 291515 w 1440502"/>
                    <a:gd name="connsiteY608" fmla="*/ 2156146 h 2360402"/>
                    <a:gd name="connsiteX609" fmla="*/ 290068 w 1440502"/>
                    <a:gd name="connsiteY609" fmla="*/ 2155544 h 2360402"/>
                    <a:gd name="connsiteX610" fmla="*/ 289108 w 1440502"/>
                    <a:gd name="connsiteY610" fmla="*/ 2154954 h 2360402"/>
                    <a:gd name="connsiteX611" fmla="*/ 294791 w 1440502"/>
                    <a:gd name="connsiteY611" fmla="*/ 2145138 h 2360402"/>
                    <a:gd name="connsiteX612" fmla="*/ 294467 w 1440502"/>
                    <a:gd name="connsiteY612" fmla="*/ 2144188 h 2360402"/>
                    <a:gd name="connsiteX613" fmla="*/ 297060 w 1440502"/>
                    <a:gd name="connsiteY613" fmla="*/ 2138701 h 2360402"/>
                    <a:gd name="connsiteX614" fmla="*/ 299445 w 1440502"/>
                    <a:gd name="connsiteY614" fmla="*/ 2136051 h 2360402"/>
                    <a:gd name="connsiteX615" fmla="*/ 303739 w 1440502"/>
                    <a:gd name="connsiteY615" fmla="*/ 2136352 h 2360402"/>
                    <a:gd name="connsiteX616" fmla="*/ 306286 w 1440502"/>
                    <a:gd name="connsiteY616" fmla="*/ 2136849 h 2360402"/>
                    <a:gd name="connsiteX617" fmla="*/ 309273 w 1440502"/>
                    <a:gd name="connsiteY617" fmla="*/ 2134905 h 2360402"/>
                    <a:gd name="connsiteX618" fmla="*/ 315153 w 1440502"/>
                    <a:gd name="connsiteY618" fmla="*/ 2131096 h 2360402"/>
                    <a:gd name="connsiteX619" fmla="*/ 320559 w 1440502"/>
                    <a:gd name="connsiteY619" fmla="*/ 2131490 h 2360402"/>
                    <a:gd name="connsiteX620" fmla="*/ 320941 w 1440502"/>
                    <a:gd name="connsiteY620" fmla="*/ 2131987 h 2360402"/>
                    <a:gd name="connsiteX621" fmla="*/ 323268 w 1440502"/>
                    <a:gd name="connsiteY621" fmla="*/ 2141480 h 2360402"/>
                    <a:gd name="connsiteX622" fmla="*/ 326880 w 1440502"/>
                    <a:gd name="connsiteY622" fmla="*/ 2144177 h 2360402"/>
                    <a:gd name="connsiteX623" fmla="*/ 327458 w 1440502"/>
                    <a:gd name="connsiteY623" fmla="*/ 2145647 h 2360402"/>
                    <a:gd name="connsiteX624" fmla="*/ 328338 w 1440502"/>
                    <a:gd name="connsiteY624" fmla="*/ 2150023 h 2360402"/>
                    <a:gd name="connsiteX625" fmla="*/ 327840 w 1440502"/>
                    <a:gd name="connsiteY625" fmla="*/ 2152720 h 2360402"/>
                    <a:gd name="connsiteX626" fmla="*/ 331302 w 1440502"/>
                    <a:gd name="connsiteY626" fmla="*/ 2161112 h 2360402"/>
                    <a:gd name="connsiteX627" fmla="*/ 326393 w 1440502"/>
                    <a:gd name="connsiteY627" fmla="*/ 2163231 h 2360402"/>
                    <a:gd name="connsiteX628" fmla="*/ 327065 w 1440502"/>
                    <a:gd name="connsiteY628" fmla="*/ 2165430 h 2360402"/>
                    <a:gd name="connsiteX629" fmla="*/ 327875 w 1440502"/>
                    <a:gd name="connsiteY629" fmla="*/ 2172804 h 2360402"/>
                    <a:gd name="connsiteX630" fmla="*/ 327192 w 1440502"/>
                    <a:gd name="connsiteY630" fmla="*/ 2179576 h 2360402"/>
                    <a:gd name="connsiteX631" fmla="*/ 330179 w 1440502"/>
                    <a:gd name="connsiteY631" fmla="*/ 2186950 h 2360402"/>
                    <a:gd name="connsiteX632" fmla="*/ 340180 w 1440502"/>
                    <a:gd name="connsiteY632" fmla="*/ 2196940 h 2360402"/>
                    <a:gd name="connsiteX633" fmla="*/ 340366 w 1440502"/>
                    <a:gd name="connsiteY633" fmla="*/ 2196998 h 2360402"/>
                    <a:gd name="connsiteX634" fmla="*/ 340088 w 1440502"/>
                    <a:gd name="connsiteY634" fmla="*/ 2197692 h 2360402"/>
                    <a:gd name="connsiteX635" fmla="*/ 341419 w 1440502"/>
                    <a:gd name="connsiteY635" fmla="*/ 2197322 h 2360402"/>
                    <a:gd name="connsiteX636" fmla="*/ 342658 w 1440502"/>
                    <a:gd name="connsiteY636" fmla="*/ 2197704 h 2360402"/>
                    <a:gd name="connsiteX637" fmla="*/ 341546 w 1440502"/>
                    <a:gd name="connsiteY637" fmla="*/ 2195296 h 2360402"/>
                    <a:gd name="connsiteX638" fmla="*/ 343074 w 1440502"/>
                    <a:gd name="connsiteY638" fmla="*/ 2197102 h 2360402"/>
                    <a:gd name="connsiteX639" fmla="*/ 343109 w 1440502"/>
                    <a:gd name="connsiteY639" fmla="*/ 2197079 h 2360402"/>
                    <a:gd name="connsiteX640" fmla="*/ 344186 w 1440502"/>
                    <a:gd name="connsiteY640" fmla="*/ 2198340 h 2360402"/>
                    <a:gd name="connsiteX641" fmla="*/ 349742 w 1440502"/>
                    <a:gd name="connsiteY641" fmla="*/ 2195794 h 2360402"/>
                    <a:gd name="connsiteX642" fmla="*/ 352983 w 1440502"/>
                    <a:gd name="connsiteY642" fmla="*/ 2192726 h 2360402"/>
                    <a:gd name="connsiteX643" fmla="*/ 353851 w 1440502"/>
                    <a:gd name="connsiteY643" fmla="*/ 2189242 h 2360402"/>
                    <a:gd name="connsiteX644" fmla="*/ 352439 w 1440502"/>
                    <a:gd name="connsiteY644" fmla="*/ 2180514 h 2360402"/>
                    <a:gd name="connsiteX645" fmla="*/ 349001 w 1440502"/>
                    <a:gd name="connsiteY645" fmla="*/ 2175594 h 2360402"/>
                    <a:gd name="connsiteX646" fmla="*/ 349395 w 1440502"/>
                    <a:gd name="connsiteY646" fmla="*/ 2169817 h 2360402"/>
                    <a:gd name="connsiteX647" fmla="*/ 345459 w 1440502"/>
                    <a:gd name="connsiteY647" fmla="*/ 2160140 h 2360402"/>
                    <a:gd name="connsiteX648" fmla="*/ 341454 w 1440502"/>
                    <a:gd name="connsiteY648" fmla="*/ 2157639 h 2360402"/>
                    <a:gd name="connsiteX649" fmla="*/ 342021 w 1440502"/>
                    <a:gd name="connsiteY649" fmla="*/ 2154445 h 2360402"/>
                    <a:gd name="connsiteX650" fmla="*/ 340157 w 1440502"/>
                    <a:gd name="connsiteY650" fmla="*/ 2152106 h 2360402"/>
                    <a:gd name="connsiteX651" fmla="*/ 339196 w 1440502"/>
                    <a:gd name="connsiteY651" fmla="*/ 2143737 h 2360402"/>
                    <a:gd name="connsiteX652" fmla="*/ 338629 w 1440502"/>
                    <a:gd name="connsiteY652" fmla="*/ 2142741 h 2360402"/>
                    <a:gd name="connsiteX653" fmla="*/ 336546 w 1440502"/>
                    <a:gd name="connsiteY653" fmla="*/ 2137486 h 2360402"/>
                    <a:gd name="connsiteX654" fmla="*/ 336650 w 1440502"/>
                    <a:gd name="connsiteY654" fmla="*/ 2135703 h 2360402"/>
                    <a:gd name="connsiteX655" fmla="*/ 334439 w 1440502"/>
                    <a:gd name="connsiteY655" fmla="*/ 2135032 h 2360402"/>
                    <a:gd name="connsiteX656" fmla="*/ 333189 w 1440502"/>
                    <a:gd name="connsiteY656" fmla="*/ 2125760 h 2360402"/>
                    <a:gd name="connsiteX657" fmla="*/ 333756 w 1440502"/>
                    <a:gd name="connsiteY657" fmla="*/ 2123178 h 2360402"/>
                    <a:gd name="connsiteX658" fmla="*/ 336360 w 1440502"/>
                    <a:gd name="connsiteY658" fmla="*/ 2117332 h 2360402"/>
                    <a:gd name="connsiteX659" fmla="*/ 336268 w 1440502"/>
                    <a:gd name="connsiteY659" fmla="*/ 2112123 h 2360402"/>
                    <a:gd name="connsiteX660" fmla="*/ 343931 w 1440502"/>
                    <a:gd name="connsiteY660" fmla="*/ 2097491 h 2360402"/>
                    <a:gd name="connsiteX661" fmla="*/ 344498 w 1440502"/>
                    <a:gd name="connsiteY661" fmla="*/ 2096392 h 2360402"/>
                    <a:gd name="connsiteX662" fmla="*/ 349036 w 1440502"/>
                    <a:gd name="connsiteY662" fmla="*/ 2091773 h 2360402"/>
                    <a:gd name="connsiteX663" fmla="*/ 350112 w 1440502"/>
                    <a:gd name="connsiteY663" fmla="*/ 2090858 h 2360402"/>
                    <a:gd name="connsiteX664" fmla="*/ 350136 w 1440502"/>
                    <a:gd name="connsiteY664" fmla="*/ 2090638 h 2360402"/>
                    <a:gd name="connsiteX665" fmla="*/ 350228 w 1440502"/>
                    <a:gd name="connsiteY665" fmla="*/ 2090546 h 2360402"/>
                    <a:gd name="connsiteX666" fmla="*/ 352949 w 1440502"/>
                    <a:gd name="connsiteY666" fmla="*/ 2087779 h 2360402"/>
                    <a:gd name="connsiteX667" fmla="*/ 351872 w 1440502"/>
                    <a:gd name="connsiteY667" fmla="*/ 2088335 h 2360402"/>
                    <a:gd name="connsiteX668" fmla="*/ 351860 w 1440502"/>
                    <a:gd name="connsiteY668" fmla="*/ 2081667 h 2360402"/>
                    <a:gd name="connsiteX669" fmla="*/ 354511 w 1440502"/>
                    <a:gd name="connsiteY669" fmla="*/ 2079583 h 2360402"/>
                    <a:gd name="connsiteX670" fmla="*/ 357232 w 1440502"/>
                    <a:gd name="connsiteY670" fmla="*/ 2070195 h 2360402"/>
                    <a:gd name="connsiteX671" fmla="*/ 357359 w 1440502"/>
                    <a:gd name="connsiteY671" fmla="*/ 2061733 h 2360402"/>
                    <a:gd name="connsiteX672" fmla="*/ 362927 w 1440502"/>
                    <a:gd name="connsiteY672" fmla="*/ 2055841 h 2360402"/>
                    <a:gd name="connsiteX673" fmla="*/ 371655 w 1440502"/>
                    <a:gd name="connsiteY673" fmla="*/ 2049741 h 2360402"/>
                    <a:gd name="connsiteX674" fmla="*/ 371690 w 1440502"/>
                    <a:gd name="connsiteY674" fmla="*/ 2049231 h 2360402"/>
                    <a:gd name="connsiteX675" fmla="*/ 373577 w 1440502"/>
                    <a:gd name="connsiteY675" fmla="*/ 2047831 h 2360402"/>
                    <a:gd name="connsiteX676" fmla="*/ 376517 w 1440502"/>
                    <a:gd name="connsiteY676" fmla="*/ 2047426 h 2360402"/>
                    <a:gd name="connsiteX677" fmla="*/ 387688 w 1440502"/>
                    <a:gd name="connsiteY677" fmla="*/ 2027677 h 2360402"/>
                    <a:gd name="connsiteX678" fmla="*/ 398754 w 1440502"/>
                    <a:gd name="connsiteY678" fmla="*/ 2016426 h 2360402"/>
                    <a:gd name="connsiteX679" fmla="*/ 400769 w 1440502"/>
                    <a:gd name="connsiteY679" fmla="*/ 2017016 h 2360402"/>
                    <a:gd name="connsiteX680" fmla="*/ 403605 w 1440502"/>
                    <a:gd name="connsiteY680" fmla="*/ 2014562 h 2360402"/>
                    <a:gd name="connsiteX681" fmla="*/ 405920 w 1440502"/>
                    <a:gd name="connsiteY681" fmla="*/ 2008496 h 2360402"/>
                    <a:gd name="connsiteX682" fmla="*/ 404253 w 1440502"/>
                    <a:gd name="connsiteY682" fmla="*/ 2000682 h 2360402"/>
                    <a:gd name="connsiteX683" fmla="*/ 406417 w 1440502"/>
                    <a:gd name="connsiteY683" fmla="*/ 2001250 h 2360402"/>
                    <a:gd name="connsiteX684" fmla="*/ 405758 w 1440502"/>
                    <a:gd name="connsiteY684" fmla="*/ 2000844 h 2360402"/>
                    <a:gd name="connsiteX685" fmla="*/ 406209 w 1440502"/>
                    <a:gd name="connsiteY685" fmla="*/ 1997383 h 2360402"/>
                    <a:gd name="connsiteX686" fmla="*/ 409068 w 1440502"/>
                    <a:gd name="connsiteY686" fmla="*/ 1992556 h 2360402"/>
                    <a:gd name="connsiteX687" fmla="*/ 409705 w 1440502"/>
                    <a:gd name="connsiteY687" fmla="*/ 1989454 h 2360402"/>
                    <a:gd name="connsiteX688" fmla="*/ 411962 w 1440502"/>
                    <a:gd name="connsiteY688" fmla="*/ 1984488 h 2360402"/>
                    <a:gd name="connsiteX689" fmla="*/ 414173 w 1440502"/>
                    <a:gd name="connsiteY689" fmla="*/ 1981987 h 2360402"/>
                    <a:gd name="connsiteX690" fmla="*/ 414972 w 1440502"/>
                    <a:gd name="connsiteY690" fmla="*/ 1974961 h 2360402"/>
                    <a:gd name="connsiteX691" fmla="*/ 415250 w 1440502"/>
                    <a:gd name="connsiteY691" fmla="*/ 1972599 h 2360402"/>
                    <a:gd name="connsiteX692" fmla="*/ 415065 w 1440502"/>
                    <a:gd name="connsiteY692" fmla="*/ 1962436 h 2360402"/>
                    <a:gd name="connsiteX693" fmla="*/ 414972 w 1440502"/>
                    <a:gd name="connsiteY693" fmla="*/ 1962123 h 2360402"/>
                    <a:gd name="connsiteX694" fmla="*/ 412726 w 1440502"/>
                    <a:gd name="connsiteY694" fmla="*/ 1953800 h 2360402"/>
                    <a:gd name="connsiteX695" fmla="*/ 413062 w 1440502"/>
                    <a:gd name="connsiteY695" fmla="*/ 1953418 h 2360402"/>
                    <a:gd name="connsiteX696" fmla="*/ 414972 w 1440502"/>
                    <a:gd name="connsiteY696" fmla="*/ 1952353 h 2360402"/>
                    <a:gd name="connsiteX697" fmla="*/ 423990 w 1440502"/>
                    <a:gd name="connsiteY697" fmla="*/ 1947329 h 2360402"/>
                    <a:gd name="connsiteX698" fmla="*/ 426583 w 1440502"/>
                    <a:gd name="connsiteY698" fmla="*/ 1940025 h 2360402"/>
                    <a:gd name="connsiteX699" fmla="*/ 437290 w 1440502"/>
                    <a:gd name="connsiteY699" fmla="*/ 1934480 h 2360402"/>
                    <a:gd name="connsiteX700" fmla="*/ 439386 w 1440502"/>
                    <a:gd name="connsiteY700" fmla="*/ 1927187 h 2360402"/>
                    <a:gd name="connsiteX701" fmla="*/ 439907 w 1440502"/>
                    <a:gd name="connsiteY701" fmla="*/ 1910668 h 2360402"/>
                    <a:gd name="connsiteX702" fmla="*/ 443831 w 1440502"/>
                    <a:gd name="connsiteY702" fmla="*/ 1907334 h 2360402"/>
                    <a:gd name="connsiteX703" fmla="*/ 445637 w 1440502"/>
                    <a:gd name="connsiteY703" fmla="*/ 1901743 h 2360402"/>
                    <a:gd name="connsiteX704" fmla="*/ 447408 w 1440502"/>
                    <a:gd name="connsiteY704" fmla="*/ 1900273 h 2360402"/>
                    <a:gd name="connsiteX705" fmla="*/ 452652 w 1440502"/>
                    <a:gd name="connsiteY705" fmla="*/ 1896661 h 2360402"/>
                    <a:gd name="connsiteX706" fmla="*/ 456645 w 1440502"/>
                    <a:gd name="connsiteY706" fmla="*/ 1896002 h 2360402"/>
                    <a:gd name="connsiteX707" fmla="*/ 459632 w 1440502"/>
                    <a:gd name="connsiteY707" fmla="*/ 1892448 h 2360402"/>
                    <a:gd name="connsiteX708" fmla="*/ 466045 w 1440502"/>
                    <a:gd name="connsiteY708" fmla="*/ 1893351 h 2360402"/>
                    <a:gd name="connsiteX709" fmla="*/ 469633 w 1440502"/>
                    <a:gd name="connsiteY709" fmla="*/ 1891348 h 2360402"/>
                    <a:gd name="connsiteX710" fmla="*/ 471555 w 1440502"/>
                    <a:gd name="connsiteY710" fmla="*/ 1889693 h 2360402"/>
                    <a:gd name="connsiteX711" fmla="*/ 480167 w 1440502"/>
                    <a:gd name="connsiteY711" fmla="*/ 1888443 h 2360402"/>
                    <a:gd name="connsiteX712" fmla="*/ 481441 w 1440502"/>
                    <a:gd name="connsiteY712" fmla="*/ 1890816 h 2360402"/>
                    <a:gd name="connsiteX713" fmla="*/ 480515 w 1440502"/>
                    <a:gd name="connsiteY713" fmla="*/ 1888593 h 2360402"/>
                    <a:gd name="connsiteX714" fmla="*/ 481175 w 1440502"/>
                    <a:gd name="connsiteY714" fmla="*/ 1886081 h 2360402"/>
                    <a:gd name="connsiteX715" fmla="*/ 484207 w 1440502"/>
                    <a:gd name="connsiteY715" fmla="*/ 1874343 h 2360402"/>
                    <a:gd name="connsiteX716" fmla="*/ 482888 w 1440502"/>
                    <a:gd name="connsiteY716" fmla="*/ 1871762 h 2360402"/>
                    <a:gd name="connsiteX717" fmla="*/ 490250 w 1440502"/>
                    <a:gd name="connsiteY717" fmla="*/ 1877804 h 2360402"/>
                    <a:gd name="connsiteX718" fmla="*/ 490447 w 1440502"/>
                    <a:gd name="connsiteY718" fmla="*/ 1878128 h 2360402"/>
                    <a:gd name="connsiteX719" fmla="*/ 490493 w 1440502"/>
                    <a:gd name="connsiteY719" fmla="*/ 1877608 h 2360402"/>
                    <a:gd name="connsiteX720" fmla="*/ 488363 w 1440502"/>
                    <a:gd name="connsiteY720" fmla="*/ 1874783 h 2360402"/>
                    <a:gd name="connsiteX721" fmla="*/ 487020 w 1440502"/>
                    <a:gd name="connsiteY721" fmla="*/ 1873915 h 2360402"/>
                    <a:gd name="connsiteX722" fmla="*/ 486662 w 1440502"/>
                    <a:gd name="connsiteY722" fmla="*/ 1873637 h 2360402"/>
                    <a:gd name="connsiteX723" fmla="*/ 486291 w 1440502"/>
                    <a:gd name="connsiteY723" fmla="*/ 1873359 h 2360402"/>
                    <a:gd name="connsiteX724" fmla="*/ 485851 w 1440502"/>
                    <a:gd name="connsiteY724" fmla="*/ 1873024 h 2360402"/>
                    <a:gd name="connsiteX725" fmla="*/ 485226 w 1440502"/>
                    <a:gd name="connsiteY725" fmla="*/ 1872456 h 2360402"/>
                    <a:gd name="connsiteX726" fmla="*/ 484879 w 1440502"/>
                    <a:gd name="connsiteY726" fmla="*/ 1872190 h 2360402"/>
                    <a:gd name="connsiteX727" fmla="*/ 485747 w 1440502"/>
                    <a:gd name="connsiteY727" fmla="*/ 1870720 h 2360402"/>
                    <a:gd name="connsiteX728" fmla="*/ 483525 w 1440502"/>
                    <a:gd name="connsiteY728" fmla="*/ 1871171 h 2360402"/>
                    <a:gd name="connsiteX729" fmla="*/ 487622 w 1440502"/>
                    <a:gd name="connsiteY729" fmla="*/ 1869435 h 2360402"/>
                    <a:gd name="connsiteX730" fmla="*/ 488016 w 1440502"/>
                    <a:gd name="connsiteY730" fmla="*/ 1867884 h 2360402"/>
                    <a:gd name="connsiteX731" fmla="*/ 488178 w 1440502"/>
                    <a:gd name="connsiteY731" fmla="*/ 1867780 h 2360402"/>
                    <a:gd name="connsiteX732" fmla="*/ 488166 w 1440502"/>
                    <a:gd name="connsiteY732" fmla="*/ 1867270 h 2360402"/>
                    <a:gd name="connsiteX733" fmla="*/ 489382 w 1440502"/>
                    <a:gd name="connsiteY733" fmla="*/ 1862466 h 2360402"/>
                    <a:gd name="connsiteX734" fmla="*/ 491987 w 1440502"/>
                    <a:gd name="connsiteY734" fmla="*/ 1855961 h 2360402"/>
                    <a:gd name="connsiteX735" fmla="*/ 489000 w 1440502"/>
                    <a:gd name="connsiteY735" fmla="*/ 1843621 h 2360402"/>
                    <a:gd name="connsiteX736" fmla="*/ 490991 w 1440502"/>
                    <a:gd name="connsiteY736" fmla="*/ 1845924 h 2360402"/>
                    <a:gd name="connsiteX737" fmla="*/ 490736 w 1440502"/>
                    <a:gd name="connsiteY737" fmla="*/ 1844072 h 2360402"/>
                    <a:gd name="connsiteX738" fmla="*/ 483177 w 1440502"/>
                    <a:gd name="connsiteY738" fmla="*/ 1838203 h 2360402"/>
                    <a:gd name="connsiteX739" fmla="*/ 478396 w 1440502"/>
                    <a:gd name="connsiteY739" fmla="*/ 1828977 h 2360402"/>
                    <a:gd name="connsiteX740" fmla="*/ 475005 w 1440502"/>
                    <a:gd name="connsiteY740" fmla="*/ 1829811 h 2360402"/>
                    <a:gd name="connsiteX741" fmla="*/ 474345 w 1440502"/>
                    <a:gd name="connsiteY741" fmla="*/ 1829220 h 2360402"/>
                    <a:gd name="connsiteX742" fmla="*/ 471405 w 1440502"/>
                    <a:gd name="connsiteY742" fmla="*/ 1826222 h 2360402"/>
                    <a:gd name="connsiteX743" fmla="*/ 472053 w 1440502"/>
                    <a:gd name="connsiteY743" fmla="*/ 1823317 h 2360402"/>
                    <a:gd name="connsiteX744" fmla="*/ 474484 w 1440502"/>
                    <a:gd name="connsiteY744" fmla="*/ 1827426 h 2360402"/>
                    <a:gd name="connsiteX745" fmla="*/ 475699 w 1440502"/>
                    <a:gd name="connsiteY745" fmla="*/ 1827299 h 2360402"/>
                    <a:gd name="connsiteX746" fmla="*/ 472412 w 1440502"/>
                    <a:gd name="connsiteY746" fmla="*/ 1823814 h 2360402"/>
                    <a:gd name="connsiteX747" fmla="*/ 476081 w 1440502"/>
                    <a:gd name="connsiteY747" fmla="*/ 1826836 h 2360402"/>
                    <a:gd name="connsiteX748" fmla="*/ 480156 w 1440502"/>
                    <a:gd name="connsiteY748" fmla="*/ 1825470 h 2360402"/>
                    <a:gd name="connsiteX749" fmla="*/ 480989 w 1440502"/>
                    <a:gd name="connsiteY749" fmla="*/ 1812435 h 2360402"/>
                    <a:gd name="connsiteX750" fmla="*/ 480897 w 1440502"/>
                    <a:gd name="connsiteY750" fmla="*/ 1812192 h 2360402"/>
                    <a:gd name="connsiteX751" fmla="*/ 477227 w 1440502"/>
                    <a:gd name="connsiteY751" fmla="*/ 1801403 h 2360402"/>
                    <a:gd name="connsiteX752" fmla="*/ 469298 w 1440502"/>
                    <a:gd name="connsiteY752" fmla="*/ 1792004 h 2360402"/>
                    <a:gd name="connsiteX753" fmla="*/ 474900 w 1440502"/>
                    <a:gd name="connsiteY753" fmla="*/ 1788589 h 2360402"/>
                    <a:gd name="connsiteX754" fmla="*/ 473523 w 1440502"/>
                    <a:gd name="connsiteY754" fmla="*/ 1782396 h 2360402"/>
                    <a:gd name="connsiteX755" fmla="*/ 474299 w 1440502"/>
                    <a:gd name="connsiteY755" fmla="*/ 1781528 h 2360402"/>
                    <a:gd name="connsiteX756" fmla="*/ 473407 w 1440502"/>
                    <a:gd name="connsiteY756" fmla="*/ 1781296 h 2360402"/>
                    <a:gd name="connsiteX757" fmla="*/ 473315 w 1440502"/>
                    <a:gd name="connsiteY757" fmla="*/ 1782373 h 2360402"/>
                    <a:gd name="connsiteX758" fmla="*/ 474090 w 1440502"/>
                    <a:gd name="connsiteY758" fmla="*/ 1787952 h 2360402"/>
                    <a:gd name="connsiteX759" fmla="*/ 472169 w 1440502"/>
                    <a:gd name="connsiteY759" fmla="*/ 1789179 h 2360402"/>
                    <a:gd name="connsiteX760" fmla="*/ 472192 w 1440502"/>
                    <a:gd name="connsiteY760" fmla="*/ 1785452 h 2360402"/>
                    <a:gd name="connsiteX761" fmla="*/ 468233 w 1440502"/>
                    <a:gd name="connsiteY761" fmla="*/ 1782847 h 2360402"/>
                    <a:gd name="connsiteX762" fmla="*/ 467098 w 1440502"/>
                    <a:gd name="connsiteY762" fmla="*/ 1780382 h 2360402"/>
                    <a:gd name="connsiteX763" fmla="*/ 464031 w 1440502"/>
                    <a:gd name="connsiteY763" fmla="*/ 1773679 h 2360402"/>
                    <a:gd name="connsiteX764" fmla="*/ 468742 w 1440502"/>
                    <a:gd name="connsiteY764" fmla="*/ 1770334 h 2360402"/>
                    <a:gd name="connsiteX765" fmla="*/ 472435 w 1440502"/>
                    <a:gd name="connsiteY765" fmla="*/ 1770843 h 2360402"/>
                    <a:gd name="connsiteX766" fmla="*/ 468684 w 1440502"/>
                    <a:gd name="connsiteY766" fmla="*/ 1770160 h 2360402"/>
                    <a:gd name="connsiteX767" fmla="*/ 464771 w 1440502"/>
                    <a:gd name="connsiteY767" fmla="*/ 1771457 h 2360402"/>
                    <a:gd name="connsiteX768" fmla="*/ 463625 w 1440502"/>
                    <a:gd name="connsiteY768" fmla="*/ 1773668 h 2360402"/>
                    <a:gd name="connsiteX769" fmla="*/ 465443 w 1440502"/>
                    <a:gd name="connsiteY769" fmla="*/ 1780382 h 2360402"/>
                    <a:gd name="connsiteX770" fmla="*/ 465755 w 1440502"/>
                    <a:gd name="connsiteY770" fmla="*/ 1781516 h 2360402"/>
                    <a:gd name="connsiteX771" fmla="*/ 470860 w 1440502"/>
                    <a:gd name="connsiteY771" fmla="*/ 1789191 h 2360402"/>
                    <a:gd name="connsiteX772" fmla="*/ 468487 w 1440502"/>
                    <a:gd name="connsiteY772" fmla="*/ 1790974 h 2360402"/>
                    <a:gd name="connsiteX773" fmla="*/ 463174 w 1440502"/>
                    <a:gd name="connsiteY773" fmla="*/ 1786528 h 2360402"/>
                    <a:gd name="connsiteX774" fmla="*/ 462827 w 1440502"/>
                    <a:gd name="connsiteY774" fmla="*/ 1786135 h 2360402"/>
                    <a:gd name="connsiteX775" fmla="*/ 462422 w 1440502"/>
                    <a:gd name="connsiteY775" fmla="*/ 1785892 h 2360402"/>
                    <a:gd name="connsiteX776" fmla="*/ 456541 w 1440502"/>
                    <a:gd name="connsiteY776" fmla="*/ 1780972 h 2360402"/>
                    <a:gd name="connsiteX777" fmla="*/ 455407 w 1440502"/>
                    <a:gd name="connsiteY777" fmla="*/ 1780382 h 2360402"/>
                    <a:gd name="connsiteX778" fmla="*/ 452999 w 1440502"/>
                    <a:gd name="connsiteY778" fmla="*/ 1779120 h 2360402"/>
                    <a:gd name="connsiteX779" fmla="*/ 452096 w 1440502"/>
                    <a:gd name="connsiteY779" fmla="*/ 1779745 h 2360402"/>
                    <a:gd name="connsiteX780" fmla="*/ 451737 w 1440502"/>
                    <a:gd name="connsiteY780" fmla="*/ 1779537 h 2360402"/>
                    <a:gd name="connsiteX781" fmla="*/ 452119 w 1440502"/>
                    <a:gd name="connsiteY781" fmla="*/ 1777325 h 2360402"/>
                    <a:gd name="connsiteX782" fmla="*/ 449734 w 1440502"/>
                    <a:gd name="connsiteY782" fmla="*/ 1775300 h 2360402"/>
                    <a:gd name="connsiteX783" fmla="*/ 441400 w 1440502"/>
                    <a:gd name="connsiteY783" fmla="*/ 1773737 h 2360402"/>
                    <a:gd name="connsiteX784" fmla="*/ 438761 w 1440502"/>
                    <a:gd name="connsiteY784" fmla="*/ 1775809 h 2360402"/>
                    <a:gd name="connsiteX785" fmla="*/ 439050 w 1440502"/>
                    <a:gd name="connsiteY785" fmla="*/ 1774466 h 2360402"/>
                    <a:gd name="connsiteX786" fmla="*/ 436885 w 1440502"/>
                    <a:gd name="connsiteY786" fmla="*/ 1775045 h 2360402"/>
                    <a:gd name="connsiteX787" fmla="*/ 436700 w 1440502"/>
                    <a:gd name="connsiteY787" fmla="*/ 1774837 h 2360402"/>
                    <a:gd name="connsiteX788" fmla="*/ 435867 w 1440502"/>
                    <a:gd name="connsiteY788" fmla="*/ 1770264 h 2360402"/>
                    <a:gd name="connsiteX789" fmla="*/ 428122 w 1440502"/>
                    <a:gd name="connsiteY789" fmla="*/ 1770750 h 2360402"/>
                    <a:gd name="connsiteX790" fmla="*/ 426722 w 1440502"/>
                    <a:gd name="connsiteY790" fmla="*/ 1768505 h 2360402"/>
                    <a:gd name="connsiteX791" fmla="*/ 429280 w 1440502"/>
                    <a:gd name="connsiteY791" fmla="*/ 1769581 h 2360402"/>
                    <a:gd name="connsiteX792" fmla="*/ 429951 w 1440502"/>
                    <a:gd name="connsiteY792" fmla="*/ 1768343 h 2360402"/>
                    <a:gd name="connsiteX793" fmla="*/ 428111 w 1440502"/>
                    <a:gd name="connsiteY793" fmla="*/ 1767914 h 2360402"/>
                    <a:gd name="connsiteX794" fmla="*/ 429210 w 1440502"/>
                    <a:gd name="connsiteY794" fmla="*/ 1767451 h 2360402"/>
                    <a:gd name="connsiteX795" fmla="*/ 428817 w 1440502"/>
                    <a:gd name="connsiteY795" fmla="*/ 1767023 h 2360402"/>
                    <a:gd name="connsiteX796" fmla="*/ 430495 w 1440502"/>
                    <a:gd name="connsiteY796" fmla="*/ 1764916 h 2360402"/>
                    <a:gd name="connsiteX797" fmla="*/ 427648 w 1440502"/>
                    <a:gd name="connsiteY797" fmla="*/ 1761154 h 2360402"/>
                    <a:gd name="connsiteX798" fmla="*/ 419220 w 1440502"/>
                    <a:gd name="connsiteY798" fmla="*/ 1748918 h 2360402"/>
                    <a:gd name="connsiteX799" fmla="*/ 416326 w 1440502"/>
                    <a:gd name="connsiteY799" fmla="*/ 1747367 h 2360402"/>
                    <a:gd name="connsiteX800" fmla="*/ 415713 w 1440502"/>
                    <a:gd name="connsiteY800" fmla="*/ 1742760 h 2360402"/>
                    <a:gd name="connsiteX801" fmla="*/ 414972 w 1440502"/>
                    <a:gd name="connsiteY801" fmla="*/ 1742089 h 2360402"/>
                    <a:gd name="connsiteX802" fmla="*/ 408814 w 1440502"/>
                    <a:gd name="connsiteY802" fmla="*/ 1736486 h 2360402"/>
                    <a:gd name="connsiteX803" fmla="*/ 403373 w 1440502"/>
                    <a:gd name="connsiteY803" fmla="*/ 1735664 h 2360402"/>
                    <a:gd name="connsiteX804" fmla="*/ 401880 w 1440502"/>
                    <a:gd name="connsiteY804" fmla="*/ 1733337 h 2360402"/>
                    <a:gd name="connsiteX805" fmla="*/ 402169 w 1440502"/>
                    <a:gd name="connsiteY805" fmla="*/ 1730304 h 2360402"/>
                    <a:gd name="connsiteX806" fmla="*/ 403246 w 1440502"/>
                    <a:gd name="connsiteY806" fmla="*/ 1723000 h 2360402"/>
                    <a:gd name="connsiteX807" fmla="*/ 402945 w 1440502"/>
                    <a:gd name="connsiteY807" fmla="*/ 1722213 h 2360402"/>
                    <a:gd name="connsiteX808" fmla="*/ 403165 w 1440502"/>
                    <a:gd name="connsiteY808" fmla="*/ 1719794 h 2360402"/>
                    <a:gd name="connsiteX809" fmla="*/ 405955 w 1440502"/>
                    <a:gd name="connsiteY809" fmla="*/ 1716818 h 2360402"/>
                    <a:gd name="connsiteX810" fmla="*/ 409450 w 1440502"/>
                    <a:gd name="connsiteY810" fmla="*/ 1716309 h 2360402"/>
                    <a:gd name="connsiteX811" fmla="*/ 409589 w 1440502"/>
                    <a:gd name="connsiteY811" fmla="*/ 1713554 h 2360402"/>
                    <a:gd name="connsiteX812" fmla="*/ 406429 w 1440502"/>
                    <a:gd name="connsiteY812" fmla="*/ 1711528 h 2360402"/>
                    <a:gd name="connsiteX813" fmla="*/ 409439 w 1440502"/>
                    <a:gd name="connsiteY813" fmla="*/ 1710475 h 2360402"/>
                    <a:gd name="connsiteX814" fmla="*/ 410423 w 1440502"/>
                    <a:gd name="connsiteY814" fmla="*/ 1711135 h 2360402"/>
                    <a:gd name="connsiteX815" fmla="*/ 409994 w 1440502"/>
                    <a:gd name="connsiteY815" fmla="*/ 1716182 h 2360402"/>
                    <a:gd name="connsiteX816" fmla="*/ 410052 w 1440502"/>
                    <a:gd name="connsiteY816" fmla="*/ 1716159 h 2360402"/>
                    <a:gd name="connsiteX817" fmla="*/ 410238 w 1440502"/>
                    <a:gd name="connsiteY817" fmla="*/ 1715997 h 2360402"/>
                    <a:gd name="connsiteX818" fmla="*/ 410284 w 1440502"/>
                    <a:gd name="connsiteY818" fmla="*/ 1715997 h 2360402"/>
                    <a:gd name="connsiteX819" fmla="*/ 410388 w 1440502"/>
                    <a:gd name="connsiteY819" fmla="*/ 1715973 h 2360402"/>
                    <a:gd name="connsiteX820" fmla="*/ 410481 w 1440502"/>
                    <a:gd name="connsiteY820" fmla="*/ 1715916 h 2360402"/>
                    <a:gd name="connsiteX821" fmla="*/ 410481 w 1440502"/>
                    <a:gd name="connsiteY821" fmla="*/ 1715893 h 2360402"/>
                    <a:gd name="connsiteX822" fmla="*/ 410469 w 1440502"/>
                    <a:gd name="connsiteY822" fmla="*/ 1715881 h 2360402"/>
                    <a:gd name="connsiteX823" fmla="*/ 410458 w 1440502"/>
                    <a:gd name="connsiteY823" fmla="*/ 1715684 h 2360402"/>
                    <a:gd name="connsiteX824" fmla="*/ 410434 w 1440502"/>
                    <a:gd name="connsiteY824" fmla="*/ 1715615 h 2360402"/>
                    <a:gd name="connsiteX825" fmla="*/ 410539 w 1440502"/>
                    <a:gd name="connsiteY825" fmla="*/ 1715661 h 2360402"/>
                    <a:gd name="connsiteX826" fmla="*/ 410562 w 1440502"/>
                    <a:gd name="connsiteY826" fmla="*/ 1715707 h 2360402"/>
                    <a:gd name="connsiteX827" fmla="*/ 410596 w 1440502"/>
                    <a:gd name="connsiteY827" fmla="*/ 1715730 h 2360402"/>
                    <a:gd name="connsiteX828" fmla="*/ 410851 w 1440502"/>
                    <a:gd name="connsiteY828" fmla="*/ 1715835 h 2360402"/>
                    <a:gd name="connsiteX829" fmla="*/ 411036 w 1440502"/>
                    <a:gd name="connsiteY829" fmla="*/ 1715823 h 2360402"/>
                    <a:gd name="connsiteX830" fmla="*/ 411407 w 1440502"/>
                    <a:gd name="connsiteY830" fmla="*/ 1715765 h 2360402"/>
                    <a:gd name="connsiteX831" fmla="*/ 411465 w 1440502"/>
                    <a:gd name="connsiteY831" fmla="*/ 1715800 h 2360402"/>
                    <a:gd name="connsiteX832" fmla="*/ 411534 w 1440502"/>
                    <a:gd name="connsiteY832" fmla="*/ 1715788 h 2360402"/>
                    <a:gd name="connsiteX833" fmla="*/ 411685 w 1440502"/>
                    <a:gd name="connsiteY833" fmla="*/ 1715800 h 2360402"/>
                    <a:gd name="connsiteX834" fmla="*/ 411858 w 1440502"/>
                    <a:gd name="connsiteY834" fmla="*/ 1715846 h 2360402"/>
                    <a:gd name="connsiteX835" fmla="*/ 411916 w 1440502"/>
                    <a:gd name="connsiteY835" fmla="*/ 1715835 h 2360402"/>
                    <a:gd name="connsiteX836" fmla="*/ 411985 w 1440502"/>
                    <a:gd name="connsiteY836" fmla="*/ 1715881 h 2360402"/>
                    <a:gd name="connsiteX837" fmla="*/ 412171 w 1440502"/>
                    <a:gd name="connsiteY837" fmla="*/ 1715869 h 2360402"/>
                    <a:gd name="connsiteX838" fmla="*/ 412252 w 1440502"/>
                    <a:gd name="connsiteY838" fmla="*/ 1715869 h 2360402"/>
                    <a:gd name="connsiteX839" fmla="*/ 412472 w 1440502"/>
                    <a:gd name="connsiteY839" fmla="*/ 1715846 h 2360402"/>
                    <a:gd name="connsiteX840" fmla="*/ 412541 w 1440502"/>
                    <a:gd name="connsiteY840" fmla="*/ 1715788 h 2360402"/>
                    <a:gd name="connsiteX841" fmla="*/ 413224 w 1440502"/>
                    <a:gd name="connsiteY841" fmla="*/ 1715418 h 2360402"/>
                    <a:gd name="connsiteX842" fmla="*/ 414972 w 1440502"/>
                    <a:gd name="connsiteY842" fmla="*/ 1708183 h 2360402"/>
                    <a:gd name="connsiteX843" fmla="*/ 415053 w 1440502"/>
                    <a:gd name="connsiteY843" fmla="*/ 1707847 h 2360402"/>
                    <a:gd name="connsiteX844" fmla="*/ 414972 w 1440502"/>
                    <a:gd name="connsiteY844" fmla="*/ 1707755 h 2360402"/>
                    <a:gd name="connsiteX845" fmla="*/ 413282 w 1440502"/>
                    <a:gd name="connsiteY845" fmla="*/ 1705613 h 2360402"/>
                    <a:gd name="connsiteX846" fmla="*/ 413479 w 1440502"/>
                    <a:gd name="connsiteY846" fmla="*/ 1705567 h 2360402"/>
                    <a:gd name="connsiteX847" fmla="*/ 412599 w 1440502"/>
                    <a:gd name="connsiteY847" fmla="*/ 1704733 h 2360402"/>
                    <a:gd name="connsiteX848" fmla="*/ 411083 w 1440502"/>
                    <a:gd name="connsiteY848" fmla="*/ 1702812 h 2360402"/>
                    <a:gd name="connsiteX849" fmla="*/ 412101 w 1440502"/>
                    <a:gd name="connsiteY849" fmla="*/ 1701446 h 2360402"/>
                    <a:gd name="connsiteX850" fmla="*/ 411928 w 1440502"/>
                    <a:gd name="connsiteY850" fmla="*/ 1701851 h 2360402"/>
                    <a:gd name="connsiteX851" fmla="*/ 411337 w 1440502"/>
                    <a:gd name="connsiteY851" fmla="*/ 1702765 h 2360402"/>
                    <a:gd name="connsiteX852" fmla="*/ 411465 w 1440502"/>
                    <a:gd name="connsiteY852" fmla="*/ 1702904 h 2360402"/>
                    <a:gd name="connsiteX853" fmla="*/ 411418 w 1440502"/>
                    <a:gd name="connsiteY853" fmla="*/ 1703009 h 2360402"/>
                    <a:gd name="connsiteX854" fmla="*/ 411812 w 1440502"/>
                    <a:gd name="connsiteY854" fmla="*/ 1703286 h 2360402"/>
                    <a:gd name="connsiteX855" fmla="*/ 412831 w 1440502"/>
                    <a:gd name="connsiteY855" fmla="*/ 1704398 h 2360402"/>
                    <a:gd name="connsiteX856" fmla="*/ 414498 w 1440502"/>
                    <a:gd name="connsiteY856" fmla="*/ 1705764 h 2360402"/>
                    <a:gd name="connsiteX857" fmla="*/ 414972 w 1440502"/>
                    <a:gd name="connsiteY857" fmla="*/ 1705497 h 2360402"/>
                    <a:gd name="connsiteX858" fmla="*/ 416986 w 1440502"/>
                    <a:gd name="connsiteY858" fmla="*/ 1704340 h 2360402"/>
                    <a:gd name="connsiteX859" fmla="*/ 418919 w 1440502"/>
                    <a:gd name="connsiteY859" fmla="*/ 1705914 h 2360402"/>
                    <a:gd name="connsiteX860" fmla="*/ 419788 w 1440502"/>
                    <a:gd name="connsiteY860" fmla="*/ 1697903 h 2360402"/>
                    <a:gd name="connsiteX861" fmla="*/ 418341 w 1440502"/>
                    <a:gd name="connsiteY861" fmla="*/ 1696248 h 2360402"/>
                    <a:gd name="connsiteX862" fmla="*/ 419209 w 1440502"/>
                    <a:gd name="connsiteY862" fmla="*/ 1693562 h 2360402"/>
                    <a:gd name="connsiteX863" fmla="*/ 419336 w 1440502"/>
                    <a:gd name="connsiteY863" fmla="*/ 1693447 h 2360402"/>
                    <a:gd name="connsiteX864" fmla="*/ 419290 w 1440502"/>
                    <a:gd name="connsiteY864" fmla="*/ 1693331 h 2360402"/>
                    <a:gd name="connsiteX865" fmla="*/ 420447 w 1440502"/>
                    <a:gd name="connsiteY865" fmla="*/ 1689743 h 2360402"/>
                    <a:gd name="connsiteX866" fmla="*/ 419464 w 1440502"/>
                    <a:gd name="connsiteY866" fmla="*/ 1689430 h 2360402"/>
                    <a:gd name="connsiteX867" fmla="*/ 419464 w 1440502"/>
                    <a:gd name="connsiteY867" fmla="*/ 1689360 h 2360402"/>
                    <a:gd name="connsiteX868" fmla="*/ 419406 w 1440502"/>
                    <a:gd name="connsiteY868" fmla="*/ 1689418 h 2360402"/>
                    <a:gd name="connsiteX869" fmla="*/ 419024 w 1440502"/>
                    <a:gd name="connsiteY869" fmla="*/ 1689291 h 2360402"/>
                    <a:gd name="connsiteX870" fmla="*/ 418294 w 1440502"/>
                    <a:gd name="connsiteY870" fmla="*/ 1690622 h 2360402"/>
                    <a:gd name="connsiteX871" fmla="*/ 418688 w 1440502"/>
                    <a:gd name="connsiteY871" fmla="*/ 1689187 h 2360402"/>
                    <a:gd name="connsiteX872" fmla="*/ 418896 w 1440502"/>
                    <a:gd name="connsiteY872" fmla="*/ 1688481 h 2360402"/>
                    <a:gd name="connsiteX873" fmla="*/ 419869 w 1440502"/>
                    <a:gd name="connsiteY873" fmla="*/ 1687740 h 2360402"/>
                    <a:gd name="connsiteX874" fmla="*/ 415505 w 1440502"/>
                    <a:gd name="connsiteY874" fmla="*/ 1680065 h 2360402"/>
                    <a:gd name="connsiteX875" fmla="*/ 416072 w 1440502"/>
                    <a:gd name="connsiteY875" fmla="*/ 1675377 h 2360402"/>
                    <a:gd name="connsiteX876" fmla="*/ 415736 w 1440502"/>
                    <a:gd name="connsiteY876" fmla="*/ 1674671 h 2360402"/>
                    <a:gd name="connsiteX877" fmla="*/ 414972 w 1440502"/>
                    <a:gd name="connsiteY877" fmla="*/ 1673050 h 2360402"/>
                    <a:gd name="connsiteX878" fmla="*/ 410400 w 1440502"/>
                    <a:gd name="connsiteY878" fmla="*/ 1663303 h 2360402"/>
                    <a:gd name="connsiteX879" fmla="*/ 409693 w 1440502"/>
                    <a:gd name="connsiteY879" fmla="*/ 1651519 h 2360402"/>
                    <a:gd name="connsiteX880" fmla="*/ 411499 w 1440502"/>
                    <a:gd name="connsiteY880" fmla="*/ 1646761 h 2360402"/>
                    <a:gd name="connsiteX881" fmla="*/ 411604 w 1440502"/>
                    <a:gd name="connsiteY881" fmla="*/ 1630358 h 2360402"/>
                    <a:gd name="connsiteX882" fmla="*/ 411604 w 1440502"/>
                    <a:gd name="connsiteY882" fmla="*/ 1630347 h 2360402"/>
                    <a:gd name="connsiteX883" fmla="*/ 411638 w 1440502"/>
                    <a:gd name="connsiteY883" fmla="*/ 1625913 h 2360402"/>
                    <a:gd name="connsiteX884" fmla="*/ 410481 w 1440502"/>
                    <a:gd name="connsiteY884" fmla="*/ 1623714 h 2360402"/>
                    <a:gd name="connsiteX885" fmla="*/ 409045 w 1440502"/>
                    <a:gd name="connsiteY885" fmla="*/ 1620206 h 2360402"/>
                    <a:gd name="connsiteX886" fmla="*/ 414972 w 1440502"/>
                    <a:gd name="connsiteY886" fmla="*/ 1613573 h 2360402"/>
                    <a:gd name="connsiteX887" fmla="*/ 418329 w 1440502"/>
                    <a:gd name="connsiteY887" fmla="*/ 1609846 h 2360402"/>
                    <a:gd name="connsiteX888" fmla="*/ 416709 w 1440502"/>
                    <a:gd name="connsiteY888" fmla="*/ 1608874 h 2360402"/>
                    <a:gd name="connsiteX889" fmla="*/ 415829 w 1440502"/>
                    <a:gd name="connsiteY889" fmla="*/ 1610332 h 2360402"/>
                    <a:gd name="connsiteX890" fmla="*/ 414972 w 1440502"/>
                    <a:gd name="connsiteY890" fmla="*/ 1607415 h 2360402"/>
                    <a:gd name="connsiteX891" fmla="*/ 414752 w 1440502"/>
                    <a:gd name="connsiteY891" fmla="*/ 1606663 h 2360402"/>
                    <a:gd name="connsiteX892" fmla="*/ 414972 w 1440502"/>
                    <a:gd name="connsiteY892" fmla="*/ 1606419 h 2360402"/>
                    <a:gd name="connsiteX893" fmla="*/ 417357 w 1440502"/>
                    <a:gd name="connsiteY893" fmla="*/ 1603803 h 2360402"/>
                    <a:gd name="connsiteX894" fmla="*/ 417102 w 1440502"/>
                    <a:gd name="connsiteY894" fmla="*/ 1598930 h 2360402"/>
                    <a:gd name="connsiteX895" fmla="*/ 415644 w 1440502"/>
                    <a:gd name="connsiteY895" fmla="*/ 1595932 h 2360402"/>
                    <a:gd name="connsiteX896" fmla="*/ 417229 w 1440502"/>
                    <a:gd name="connsiteY896" fmla="*/ 1590086 h 2360402"/>
                    <a:gd name="connsiteX897" fmla="*/ 419764 w 1440502"/>
                    <a:gd name="connsiteY897" fmla="*/ 1588523 h 2360402"/>
                    <a:gd name="connsiteX898" fmla="*/ 425020 w 1440502"/>
                    <a:gd name="connsiteY898" fmla="*/ 1585548 h 2360402"/>
                    <a:gd name="connsiteX899" fmla="*/ 432614 w 1440502"/>
                    <a:gd name="connsiteY899" fmla="*/ 1583730 h 2360402"/>
                    <a:gd name="connsiteX900" fmla="*/ 437371 w 1440502"/>
                    <a:gd name="connsiteY900" fmla="*/ 1579425 h 2360402"/>
                    <a:gd name="connsiteX901" fmla="*/ 438957 w 1440502"/>
                    <a:gd name="connsiteY901" fmla="*/ 1582608 h 2360402"/>
                    <a:gd name="connsiteX902" fmla="*/ 439062 w 1440502"/>
                    <a:gd name="connsiteY902" fmla="*/ 1582596 h 2360402"/>
                    <a:gd name="connsiteX903" fmla="*/ 439131 w 1440502"/>
                    <a:gd name="connsiteY903" fmla="*/ 1582735 h 2360402"/>
                    <a:gd name="connsiteX904" fmla="*/ 442395 w 1440502"/>
                    <a:gd name="connsiteY904" fmla="*/ 1582978 h 2360402"/>
                    <a:gd name="connsiteX905" fmla="*/ 442407 w 1440502"/>
                    <a:gd name="connsiteY905" fmla="*/ 1582943 h 2360402"/>
                    <a:gd name="connsiteX906" fmla="*/ 442442 w 1440502"/>
                    <a:gd name="connsiteY906" fmla="*/ 1582897 h 2360402"/>
                    <a:gd name="connsiteX907" fmla="*/ 442442 w 1440502"/>
                    <a:gd name="connsiteY907" fmla="*/ 1582851 h 2360402"/>
                    <a:gd name="connsiteX908" fmla="*/ 443507 w 1440502"/>
                    <a:gd name="connsiteY908" fmla="*/ 1579864 h 2360402"/>
                    <a:gd name="connsiteX909" fmla="*/ 448519 w 1440502"/>
                    <a:gd name="connsiteY909" fmla="*/ 1580258 h 2360402"/>
                    <a:gd name="connsiteX910" fmla="*/ 455071 w 1440502"/>
                    <a:gd name="connsiteY910" fmla="*/ 1583696 h 2360402"/>
                    <a:gd name="connsiteX911" fmla="*/ 460604 w 1440502"/>
                    <a:gd name="connsiteY911" fmla="*/ 1590005 h 2360402"/>
                    <a:gd name="connsiteX912" fmla="*/ 460697 w 1440502"/>
                    <a:gd name="connsiteY912" fmla="*/ 1591359 h 2360402"/>
                    <a:gd name="connsiteX913" fmla="*/ 467828 w 1440502"/>
                    <a:gd name="connsiteY913" fmla="*/ 1590317 h 2360402"/>
                    <a:gd name="connsiteX914" fmla="*/ 471023 w 1440502"/>
                    <a:gd name="connsiteY914" fmla="*/ 1592343 h 2360402"/>
                    <a:gd name="connsiteX915" fmla="*/ 467318 w 1440502"/>
                    <a:gd name="connsiteY915" fmla="*/ 1590445 h 2360402"/>
                    <a:gd name="connsiteX916" fmla="*/ 464598 w 1440502"/>
                    <a:gd name="connsiteY916" fmla="*/ 1591232 h 2360402"/>
                    <a:gd name="connsiteX917" fmla="*/ 473905 w 1440502"/>
                    <a:gd name="connsiteY917" fmla="*/ 1594658 h 2360402"/>
                    <a:gd name="connsiteX918" fmla="*/ 473731 w 1440502"/>
                    <a:gd name="connsiteY918" fmla="*/ 1595098 h 2360402"/>
                    <a:gd name="connsiteX919" fmla="*/ 474044 w 1440502"/>
                    <a:gd name="connsiteY919" fmla="*/ 1594705 h 2360402"/>
                    <a:gd name="connsiteX920" fmla="*/ 482587 w 1440502"/>
                    <a:gd name="connsiteY920" fmla="*/ 1597853 h 2360402"/>
                    <a:gd name="connsiteX921" fmla="*/ 492311 w 1440502"/>
                    <a:gd name="connsiteY921" fmla="*/ 1599046 h 2360402"/>
                    <a:gd name="connsiteX922" fmla="*/ 493445 w 1440502"/>
                    <a:gd name="connsiteY922" fmla="*/ 1600400 h 2360402"/>
                    <a:gd name="connsiteX923" fmla="*/ 500495 w 1440502"/>
                    <a:gd name="connsiteY923" fmla="*/ 1599416 h 2360402"/>
                    <a:gd name="connsiteX924" fmla="*/ 503597 w 1440502"/>
                    <a:gd name="connsiteY924" fmla="*/ 1601291 h 2360402"/>
                    <a:gd name="connsiteX925" fmla="*/ 503632 w 1440502"/>
                    <a:gd name="connsiteY925" fmla="*/ 1601245 h 2360402"/>
                    <a:gd name="connsiteX926" fmla="*/ 503690 w 1440502"/>
                    <a:gd name="connsiteY926" fmla="*/ 1601245 h 2360402"/>
                    <a:gd name="connsiteX927" fmla="*/ 503829 w 1440502"/>
                    <a:gd name="connsiteY927" fmla="*/ 1601291 h 2360402"/>
                    <a:gd name="connsiteX928" fmla="*/ 517465 w 1440502"/>
                    <a:gd name="connsiteY928" fmla="*/ 1605968 h 2360402"/>
                    <a:gd name="connsiteX929" fmla="*/ 520683 w 1440502"/>
                    <a:gd name="connsiteY929" fmla="*/ 1606153 h 2360402"/>
                    <a:gd name="connsiteX930" fmla="*/ 530986 w 1440502"/>
                    <a:gd name="connsiteY930" fmla="*/ 1606767 h 2360402"/>
                    <a:gd name="connsiteX931" fmla="*/ 535928 w 1440502"/>
                    <a:gd name="connsiteY931" fmla="*/ 1605238 h 2360402"/>
                    <a:gd name="connsiteX932" fmla="*/ 539633 w 1440502"/>
                    <a:gd name="connsiteY932" fmla="*/ 1607183 h 2360402"/>
                    <a:gd name="connsiteX933" fmla="*/ 545536 w 1440502"/>
                    <a:gd name="connsiteY933" fmla="*/ 1605077 h 2360402"/>
                    <a:gd name="connsiteX934" fmla="*/ 552795 w 1440502"/>
                    <a:gd name="connsiteY934" fmla="*/ 1609406 h 2360402"/>
                    <a:gd name="connsiteX935" fmla="*/ 558062 w 1440502"/>
                    <a:gd name="connsiteY935" fmla="*/ 1616745 h 2360402"/>
                    <a:gd name="connsiteX936" fmla="*/ 565042 w 1440502"/>
                    <a:gd name="connsiteY936" fmla="*/ 1622244 h 2360402"/>
                    <a:gd name="connsiteX937" fmla="*/ 562379 w 1440502"/>
                    <a:gd name="connsiteY937" fmla="*/ 1618782 h 2360402"/>
                    <a:gd name="connsiteX938" fmla="*/ 567264 w 1440502"/>
                    <a:gd name="connsiteY938" fmla="*/ 1620623 h 2360402"/>
                    <a:gd name="connsiteX939" fmla="*/ 571374 w 1440502"/>
                    <a:gd name="connsiteY939" fmla="*/ 1626689 h 2360402"/>
                    <a:gd name="connsiteX940" fmla="*/ 571061 w 1440502"/>
                    <a:gd name="connsiteY940" fmla="*/ 1631030 h 2360402"/>
                    <a:gd name="connsiteX941" fmla="*/ 569475 w 1440502"/>
                    <a:gd name="connsiteY941" fmla="*/ 1632245 h 2360402"/>
                    <a:gd name="connsiteX942" fmla="*/ 569568 w 1440502"/>
                    <a:gd name="connsiteY942" fmla="*/ 1632812 h 2360402"/>
                    <a:gd name="connsiteX943" fmla="*/ 570749 w 1440502"/>
                    <a:gd name="connsiteY943" fmla="*/ 1631910 h 2360402"/>
                    <a:gd name="connsiteX944" fmla="*/ 570228 w 1440502"/>
                    <a:gd name="connsiteY944" fmla="*/ 1633275 h 2360402"/>
                    <a:gd name="connsiteX945" fmla="*/ 570425 w 1440502"/>
                    <a:gd name="connsiteY945" fmla="*/ 1633322 h 2360402"/>
                    <a:gd name="connsiteX946" fmla="*/ 571605 w 1440502"/>
                    <a:gd name="connsiteY946" fmla="*/ 1631597 h 2360402"/>
                    <a:gd name="connsiteX947" fmla="*/ 572369 w 1440502"/>
                    <a:gd name="connsiteY947" fmla="*/ 1626700 h 2360402"/>
                    <a:gd name="connsiteX948" fmla="*/ 577035 w 1440502"/>
                    <a:gd name="connsiteY948" fmla="*/ 1629027 h 2360402"/>
                    <a:gd name="connsiteX949" fmla="*/ 579245 w 1440502"/>
                    <a:gd name="connsiteY949" fmla="*/ 1630127 h 2360402"/>
                    <a:gd name="connsiteX950" fmla="*/ 579072 w 1440502"/>
                    <a:gd name="connsiteY950" fmla="*/ 1630532 h 2360402"/>
                    <a:gd name="connsiteX951" fmla="*/ 578701 w 1440502"/>
                    <a:gd name="connsiteY951" fmla="*/ 1631388 h 2360402"/>
                    <a:gd name="connsiteX952" fmla="*/ 579836 w 1440502"/>
                    <a:gd name="connsiteY952" fmla="*/ 1631099 h 2360402"/>
                    <a:gd name="connsiteX953" fmla="*/ 580241 w 1440502"/>
                    <a:gd name="connsiteY953" fmla="*/ 1630995 h 2360402"/>
                    <a:gd name="connsiteX954" fmla="*/ 583031 w 1440502"/>
                    <a:gd name="connsiteY954" fmla="*/ 1633449 h 2360402"/>
                    <a:gd name="connsiteX955" fmla="*/ 588170 w 1440502"/>
                    <a:gd name="connsiteY955" fmla="*/ 1637987 h 2360402"/>
                    <a:gd name="connsiteX956" fmla="*/ 588413 w 1440502"/>
                    <a:gd name="connsiteY956" fmla="*/ 1640012 h 2360402"/>
                    <a:gd name="connsiteX957" fmla="*/ 588738 w 1440502"/>
                    <a:gd name="connsiteY957" fmla="*/ 1642548 h 2360402"/>
                    <a:gd name="connsiteX958" fmla="*/ 589062 w 1440502"/>
                    <a:gd name="connsiteY958" fmla="*/ 1638647 h 2360402"/>
                    <a:gd name="connsiteX959" fmla="*/ 593831 w 1440502"/>
                    <a:gd name="connsiteY959" fmla="*/ 1640915 h 2360402"/>
                    <a:gd name="connsiteX960" fmla="*/ 597732 w 1440502"/>
                    <a:gd name="connsiteY960" fmla="*/ 1641425 h 2360402"/>
                    <a:gd name="connsiteX961" fmla="*/ 597674 w 1440502"/>
                    <a:gd name="connsiteY961" fmla="*/ 1642964 h 2360402"/>
                    <a:gd name="connsiteX962" fmla="*/ 598566 w 1440502"/>
                    <a:gd name="connsiteY962" fmla="*/ 1641471 h 2360402"/>
                    <a:gd name="connsiteX963" fmla="*/ 606287 w 1440502"/>
                    <a:gd name="connsiteY963" fmla="*/ 1645569 h 2360402"/>
                    <a:gd name="connsiteX964" fmla="*/ 606726 w 1440502"/>
                    <a:gd name="connsiteY964" fmla="*/ 1648428 h 2360402"/>
                    <a:gd name="connsiteX965" fmla="*/ 607120 w 1440502"/>
                    <a:gd name="connsiteY965" fmla="*/ 1646518 h 2360402"/>
                    <a:gd name="connsiteX966" fmla="*/ 615628 w 1440502"/>
                    <a:gd name="connsiteY966" fmla="*/ 1649343 h 2360402"/>
                    <a:gd name="connsiteX967" fmla="*/ 615640 w 1440502"/>
                    <a:gd name="connsiteY967" fmla="*/ 1648729 h 2360402"/>
                    <a:gd name="connsiteX968" fmla="*/ 607687 w 1440502"/>
                    <a:gd name="connsiteY968" fmla="*/ 1645986 h 2360402"/>
                    <a:gd name="connsiteX969" fmla="*/ 603416 w 1440502"/>
                    <a:gd name="connsiteY969" fmla="*/ 1643173 h 2360402"/>
                    <a:gd name="connsiteX970" fmla="*/ 604342 w 1440502"/>
                    <a:gd name="connsiteY970" fmla="*/ 1641818 h 2360402"/>
                    <a:gd name="connsiteX971" fmla="*/ 603184 w 1440502"/>
                    <a:gd name="connsiteY971" fmla="*/ 1642964 h 2360402"/>
                    <a:gd name="connsiteX972" fmla="*/ 599353 w 1440502"/>
                    <a:gd name="connsiteY972" fmla="*/ 1640962 h 2360402"/>
                    <a:gd name="connsiteX973" fmla="*/ 592430 w 1440502"/>
                    <a:gd name="connsiteY973" fmla="*/ 1639515 h 2360402"/>
                    <a:gd name="connsiteX974" fmla="*/ 579674 w 1440502"/>
                    <a:gd name="connsiteY974" fmla="*/ 1629560 h 2360402"/>
                    <a:gd name="connsiteX975" fmla="*/ 576340 w 1440502"/>
                    <a:gd name="connsiteY975" fmla="*/ 1627985 h 2360402"/>
                    <a:gd name="connsiteX976" fmla="*/ 576050 w 1440502"/>
                    <a:gd name="connsiteY976" fmla="*/ 1627858 h 2360402"/>
                    <a:gd name="connsiteX977" fmla="*/ 574349 w 1440502"/>
                    <a:gd name="connsiteY977" fmla="*/ 1626712 h 2360402"/>
                    <a:gd name="connsiteX978" fmla="*/ 572381 w 1440502"/>
                    <a:gd name="connsiteY978" fmla="*/ 1625381 h 2360402"/>
                    <a:gd name="connsiteX979" fmla="*/ 571420 w 1440502"/>
                    <a:gd name="connsiteY979" fmla="*/ 1623853 h 2360402"/>
                    <a:gd name="connsiteX980" fmla="*/ 568897 w 1440502"/>
                    <a:gd name="connsiteY980" fmla="*/ 1619859 h 2360402"/>
                    <a:gd name="connsiteX981" fmla="*/ 559427 w 1440502"/>
                    <a:gd name="connsiteY981" fmla="*/ 1616201 h 2360402"/>
                    <a:gd name="connsiteX982" fmla="*/ 552274 w 1440502"/>
                    <a:gd name="connsiteY982" fmla="*/ 1606281 h 2360402"/>
                    <a:gd name="connsiteX983" fmla="*/ 549299 w 1440502"/>
                    <a:gd name="connsiteY983" fmla="*/ 1604533 h 2360402"/>
                    <a:gd name="connsiteX984" fmla="*/ 544877 w 1440502"/>
                    <a:gd name="connsiteY984" fmla="*/ 1602426 h 2360402"/>
                    <a:gd name="connsiteX985" fmla="*/ 540524 w 1440502"/>
                    <a:gd name="connsiteY985" fmla="*/ 1603387 h 2360402"/>
                    <a:gd name="connsiteX986" fmla="*/ 534563 w 1440502"/>
                    <a:gd name="connsiteY986" fmla="*/ 1600933 h 2360402"/>
                    <a:gd name="connsiteX987" fmla="*/ 527906 w 1440502"/>
                    <a:gd name="connsiteY987" fmla="*/ 1600597 h 2360402"/>
                    <a:gd name="connsiteX988" fmla="*/ 522628 w 1440502"/>
                    <a:gd name="connsiteY988" fmla="*/ 1597656 h 2360402"/>
                    <a:gd name="connsiteX989" fmla="*/ 520683 w 1440502"/>
                    <a:gd name="connsiteY989" fmla="*/ 1598907 h 2360402"/>
                    <a:gd name="connsiteX990" fmla="*/ 520579 w 1440502"/>
                    <a:gd name="connsiteY990" fmla="*/ 1598964 h 2360402"/>
                    <a:gd name="connsiteX991" fmla="*/ 520486 w 1440502"/>
                    <a:gd name="connsiteY991" fmla="*/ 1594670 h 2360402"/>
                    <a:gd name="connsiteX992" fmla="*/ 516933 w 1440502"/>
                    <a:gd name="connsiteY992" fmla="*/ 1593142 h 2360402"/>
                    <a:gd name="connsiteX993" fmla="*/ 517789 w 1440502"/>
                    <a:gd name="connsiteY993" fmla="*/ 1589600 h 2360402"/>
                    <a:gd name="connsiteX994" fmla="*/ 516168 w 1440502"/>
                    <a:gd name="connsiteY994" fmla="*/ 1588454 h 2360402"/>
                    <a:gd name="connsiteX995" fmla="*/ 517523 w 1440502"/>
                    <a:gd name="connsiteY995" fmla="*/ 1586416 h 2360402"/>
                    <a:gd name="connsiteX996" fmla="*/ 517268 w 1440502"/>
                    <a:gd name="connsiteY996" fmla="*/ 1585259 h 2360402"/>
                    <a:gd name="connsiteX997" fmla="*/ 517465 w 1440502"/>
                    <a:gd name="connsiteY997" fmla="*/ 1584703 h 2360402"/>
                    <a:gd name="connsiteX998" fmla="*/ 517280 w 1440502"/>
                    <a:gd name="connsiteY998" fmla="*/ 1584599 h 2360402"/>
                    <a:gd name="connsiteX999" fmla="*/ 517176 w 1440502"/>
                    <a:gd name="connsiteY999" fmla="*/ 1585120 h 2360402"/>
                    <a:gd name="connsiteX1000" fmla="*/ 517361 w 1440502"/>
                    <a:gd name="connsiteY1000" fmla="*/ 1586277 h 2360402"/>
                    <a:gd name="connsiteX1001" fmla="*/ 517268 w 1440502"/>
                    <a:gd name="connsiteY1001" fmla="*/ 1586347 h 2360402"/>
                    <a:gd name="connsiteX1002" fmla="*/ 515428 w 1440502"/>
                    <a:gd name="connsiteY1002" fmla="*/ 1588292 h 2360402"/>
                    <a:gd name="connsiteX1003" fmla="*/ 517222 w 1440502"/>
                    <a:gd name="connsiteY1003" fmla="*/ 1590398 h 2360402"/>
                    <a:gd name="connsiteX1004" fmla="*/ 516516 w 1440502"/>
                    <a:gd name="connsiteY1004" fmla="*/ 1593558 h 2360402"/>
                    <a:gd name="connsiteX1005" fmla="*/ 519954 w 1440502"/>
                    <a:gd name="connsiteY1005" fmla="*/ 1596753 h 2360402"/>
                    <a:gd name="connsiteX1006" fmla="*/ 514397 w 1440502"/>
                    <a:gd name="connsiteY1006" fmla="*/ 1596869 h 2360402"/>
                    <a:gd name="connsiteX1007" fmla="*/ 505519 w 1440502"/>
                    <a:gd name="connsiteY1007" fmla="*/ 1591741 h 2360402"/>
                    <a:gd name="connsiteX1008" fmla="*/ 505507 w 1440502"/>
                    <a:gd name="connsiteY1008" fmla="*/ 1591730 h 2360402"/>
                    <a:gd name="connsiteX1009" fmla="*/ 490979 w 1440502"/>
                    <a:gd name="connsiteY1009" fmla="*/ 1583140 h 2360402"/>
                    <a:gd name="connsiteX1010" fmla="*/ 487044 w 1440502"/>
                    <a:gd name="connsiteY1010" fmla="*/ 1584089 h 2360402"/>
                    <a:gd name="connsiteX1011" fmla="*/ 481661 w 1440502"/>
                    <a:gd name="connsiteY1011" fmla="*/ 1576507 h 2360402"/>
                    <a:gd name="connsiteX1012" fmla="*/ 475826 w 1440502"/>
                    <a:gd name="connsiteY1012" fmla="*/ 1578348 h 2360402"/>
                    <a:gd name="connsiteX1013" fmla="*/ 475607 w 1440502"/>
                    <a:gd name="connsiteY1013" fmla="*/ 1578336 h 2360402"/>
                    <a:gd name="connsiteX1014" fmla="*/ 475178 w 1440502"/>
                    <a:gd name="connsiteY1014" fmla="*/ 1577040 h 2360402"/>
                    <a:gd name="connsiteX1015" fmla="*/ 474947 w 1440502"/>
                    <a:gd name="connsiteY1015" fmla="*/ 1575014 h 2360402"/>
                    <a:gd name="connsiteX1016" fmla="*/ 476139 w 1440502"/>
                    <a:gd name="connsiteY1016" fmla="*/ 1573717 h 2360402"/>
                    <a:gd name="connsiteX1017" fmla="*/ 479218 w 1440502"/>
                    <a:gd name="connsiteY1017" fmla="*/ 1575095 h 2360402"/>
                    <a:gd name="connsiteX1018" fmla="*/ 481290 w 1440502"/>
                    <a:gd name="connsiteY1018" fmla="*/ 1573671 h 2360402"/>
                    <a:gd name="connsiteX1019" fmla="*/ 477817 w 1440502"/>
                    <a:gd name="connsiteY1019" fmla="*/ 1570754 h 2360402"/>
                    <a:gd name="connsiteX1020" fmla="*/ 478234 w 1440502"/>
                    <a:gd name="connsiteY1020" fmla="*/ 1568971 h 2360402"/>
                    <a:gd name="connsiteX1021" fmla="*/ 478477 w 1440502"/>
                    <a:gd name="connsiteY1021" fmla="*/ 1567872 h 2360402"/>
                    <a:gd name="connsiteX1022" fmla="*/ 476683 w 1440502"/>
                    <a:gd name="connsiteY1022" fmla="*/ 1564063 h 2360402"/>
                    <a:gd name="connsiteX1023" fmla="*/ 473245 w 1440502"/>
                    <a:gd name="connsiteY1023" fmla="*/ 1563045 h 2360402"/>
                    <a:gd name="connsiteX1024" fmla="*/ 471405 w 1440502"/>
                    <a:gd name="connsiteY1024" fmla="*/ 1561227 h 2360402"/>
                    <a:gd name="connsiteX1025" fmla="*/ 471312 w 1440502"/>
                    <a:gd name="connsiteY1025" fmla="*/ 1560706 h 2360402"/>
                    <a:gd name="connsiteX1026" fmla="*/ 468846 w 1440502"/>
                    <a:gd name="connsiteY1026" fmla="*/ 1558171 h 2360402"/>
                    <a:gd name="connsiteX1027" fmla="*/ 465871 w 1440502"/>
                    <a:gd name="connsiteY1027" fmla="*/ 1558171 h 2360402"/>
                    <a:gd name="connsiteX1028" fmla="*/ 464771 w 1440502"/>
                    <a:gd name="connsiteY1028" fmla="*/ 1557754 h 2360402"/>
                    <a:gd name="connsiteX1029" fmla="*/ 465026 w 1440502"/>
                    <a:gd name="connsiteY1029" fmla="*/ 1556967 h 2360402"/>
                    <a:gd name="connsiteX1030" fmla="*/ 456923 w 1440502"/>
                    <a:gd name="connsiteY1030" fmla="*/ 1553842 h 2360402"/>
                    <a:gd name="connsiteX1031" fmla="*/ 456229 w 1440502"/>
                    <a:gd name="connsiteY1031" fmla="*/ 1551006 h 2360402"/>
                    <a:gd name="connsiteX1032" fmla="*/ 454828 w 1440502"/>
                    <a:gd name="connsiteY1032" fmla="*/ 1550959 h 2360402"/>
                    <a:gd name="connsiteX1033" fmla="*/ 454504 w 1440502"/>
                    <a:gd name="connsiteY1033" fmla="*/ 1550288 h 2360402"/>
                    <a:gd name="connsiteX1034" fmla="*/ 452374 w 1440502"/>
                    <a:gd name="connsiteY1034" fmla="*/ 1550299 h 2360402"/>
                    <a:gd name="connsiteX1035" fmla="*/ 450799 w 1440502"/>
                    <a:gd name="connsiteY1035" fmla="*/ 1548355 h 2360402"/>
                    <a:gd name="connsiteX1036" fmla="*/ 448438 w 1440502"/>
                    <a:gd name="connsiteY1036" fmla="*/ 1549165 h 2360402"/>
                    <a:gd name="connsiteX1037" fmla="*/ 449619 w 1440502"/>
                    <a:gd name="connsiteY1037" fmla="*/ 1546757 h 2360402"/>
                    <a:gd name="connsiteX1038" fmla="*/ 448577 w 1440502"/>
                    <a:gd name="connsiteY1038" fmla="*/ 1542926 h 2360402"/>
                    <a:gd name="connsiteX1039" fmla="*/ 438957 w 1440502"/>
                    <a:gd name="connsiteY1039" fmla="*/ 1526534 h 2360402"/>
                    <a:gd name="connsiteX1040" fmla="*/ 439860 w 1440502"/>
                    <a:gd name="connsiteY1040" fmla="*/ 1519311 h 2360402"/>
                    <a:gd name="connsiteX1041" fmla="*/ 437047 w 1440502"/>
                    <a:gd name="connsiteY1041" fmla="*/ 1517621 h 2360402"/>
                    <a:gd name="connsiteX1042" fmla="*/ 436376 w 1440502"/>
                    <a:gd name="connsiteY1042" fmla="*/ 1511092 h 2360402"/>
                    <a:gd name="connsiteX1043" fmla="*/ 434095 w 1440502"/>
                    <a:gd name="connsiteY1043" fmla="*/ 1510004 h 2360402"/>
                    <a:gd name="connsiteX1044" fmla="*/ 433702 w 1440502"/>
                    <a:gd name="connsiteY1044" fmla="*/ 1512030 h 2360402"/>
                    <a:gd name="connsiteX1045" fmla="*/ 433470 w 1440502"/>
                    <a:gd name="connsiteY1045" fmla="*/ 1512064 h 2360402"/>
                    <a:gd name="connsiteX1046" fmla="*/ 432359 w 1440502"/>
                    <a:gd name="connsiteY1046" fmla="*/ 1518963 h 2360402"/>
                    <a:gd name="connsiteX1047" fmla="*/ 431630 w 1440502"/>
                    <a:gd name="connsiteY1047" fmla="*/ 1522726 h 2360402"/>
                    <a:gd name="connsiteX1048" fmla="*/ 436283 w 1440502"/>
                    <a:gd name="connsiteY1048" fmla="*/ 1537774 h 2360402"/>
                    <a:gd name="connsiteX1049" fmla="*/ 442245 w 1440502"/>
                    <a:gd name="connsiteY1049" fmla="*/ 1550207 h 2360402"/>
                    <a:gd name="connsiteX1050" fmla="*/ 445729 w 1440502"/>
                    <a:gd name="connsiteY1050" fmla="*/ 1550554 h 2360402"/>
                    <a:gd name="connsiteX1051" fmla="*/ 446366 w 1440502"/>
                    <a:gd name="connsiteY1051" fmla="*/ 1557477 h 2360402"/>
                    <a:gd name="connsiteX1052" fmla="*/ 449028 w 1440502"/>
                    <a:gd name="connsiteY1052" fmla="*/ 1558021 h 2360402"/>
                    <a:gd name="connsiteX1053" fmla="*/ 452327 w 1440502"/>
                    <a:gd name="connsiteY1053" fmla="*/ 1556203 h 2360402"/>
                    <a:gd name="connsiteX1054" fmla="*/ 453589 w 1440502"/>
                    <a:gd name="connsiteY1054" fmla="*/ 1557604 h 2360402"/>
                    <a:gd name="connsiteX1055" fmla="*/ 454145 w 1440502"/>
                    <a:gd name="connsiteY1055" fmla="*/ 1559225 h 2360402"/>
                    <a:gd name="connsiteX1056" fmla="*/ 454272 w 1440502"/>
                    <a:gd name="connsiteY1056" fmla="*/ 1560417 h 2360402"/>
                    <a:gd name="connsiteX1057" fmla="*/ 453068 w 1440502"/>
                    <a:gd name="connsiteY1057" fmla="*/ 1562373 h 2360402"/>
                    <a:gd name="connsiteX1058" fmla="*/ 454631 w 1440502"/>
                    <a:gd name="connsiteY1058" fmla="*/ 1564422 h 2360402"/>
                    <a:gd name="connsiteX1059" fmla="*/ 454110 w 1440502"/>
                    <a:gd name="connsiteY1059" fmla="*/ 1565533 h 2360402"/>
                    <a:gd name="connsiteX1060" fmla="*/ 453462 w 1440502"/>
                    <a:gd name="connsiteY1060" fmla="*/ 1565522 h 2360402"/>
                    <a:gd name="connsiteX1061" fmla="*/ 450255 w 1440502"/>
                    <a:gd name="connsiteY1061" fmla="*/ 1564769 h 2360402"/>
                    <a:gd name="connsiteX1062" fmla="*/ 443993 w 1440502"/>
                    <a:gd name="connsiteY1062" fmla="*/ 1566483 h 2360402"/>
                    <a:gd name="connsiteX1063" fmla="*/ 442476 w 1440502"/>
                    <a:gd name="connsiteY1063" fmla="*/ 1568045 h 2360402"/>
                    <a:gd name="connsiteX1064" fmla="*/ 439698 w 1440502"/>
                    <a:gd name="connsiteY1064" fmla="*/ 1567490 h 2360402"/>
                    <a:gd name="connsiteX1065" fmla="*/ 437545 w 1440502"/>
                    <a:gd name="connsiteY1065" fmla="*/ 1566761 h 2360402"/>
                    <a:gd name="connsiteX1066" fmla="*/ 436411 w 1440502"/>
                    <a:gd name="connsiteY1066" fmla="*/ 1566841 h 2360402"/>
                    <a:gd name="connsiteX1067" fmla="*/ 428446 w 1440502"/>
                    <a:gd name="connsiteY1067" fmla="*/ 1565267 h 2360402"/>
                    <a:gd name="connsiteX1068" fmla="*/ 426606 w 1440502"/>
                    <a:gd name="connsiteY1068" fmla="*/ 1562929 h 2360402"/>
                    <a:gd name="connsiteX1069" fmla="*/ 426293 w 1440502"/>
                    <a:gd name="connsiteY1069" fmla="*/ 1555590 h 2360402"/>
                    <a:gd name="connsiteX1070" fmla="*/ 426259 w 1440502"/>
                    <a:gd name="connsiteY1070" fmla="*/ 1555509 h 2360402"/>
                    <a:gd name="connsiteX1071" fmla="*/ 426293 w 1440502"/>
                    <a:gd name="connsiteY1071" fmla="*/ 1554652 h 2360402"/>
                    <a:gd name="connsiteX1072" fmla="*/ 424071 w 1440502"/>
                    <a:gd name="connsiteY1072" fmla="*/ 1551573 h 2360402"/>
                    <a:gd name="connsiteX1073" fmla="*/ 422242 w 1440502"/>
                    <a:gd name="connsiteY1073" fmla="*/ 1548274 h 2360402"/>
                    <a:gd name="connsiteX1074" fmla="*/ 422670 w 1440502"/>
                    <a:gd name="connsiteY1074" fmla="*/ 1534661 h 2360402"/>
                    <a:gd name="connsiteX1075" fmla="*/ 418422 w 1440502"/>
                    <a:gd name="connsiteY1075" fmla="*/ 1527703 h 2360402"/>
                    <a:gd name="connsiteX1076" fmla="*/ 419047 w 1440502"/>
                    <a:gd name="connsiteY1076" fmla="*/ 1522587 h 2360402"/>
                    <a:gd name="connsiteX1077" fmla="*/ 431387 w 1440502"/>
                    <a:gd name="connsiteY1077" fmla="*/ 1498636 h 2360402"/>
                    <a:gd name="connsiteX1078" fmla="*/ 433876 w 1440502"/>
                    <a:gd name="connsiteY1078" fmla="*/ 1490626 h 2360402"/>
                    <a:gd name="connsiteX1079" fmla="*/ 434165 w 1440502"/>
                    <a:gd name="connsiteY1079" fmla="*/ 1490348 h 2360402"/>
                    <a:gd name="connsiteX1080" fmla="*/ 439200 w 1440502"/>
                    <a:gd name="connsiteY1080" fmla="*/ 1486123 h 2360402"/>
                    <a:gd name="connsiteX1081" fmla="*/ 439582 w 1440502"/>
                    <a:gd name="connsiteY1081" fmla="*/ 1485046 h 2360402"/>
                    <a:gd name="connsiteX1082" fmla="*/ 440462 w 1440502"/>
                    <a:gd name="connsiteY1082" fmla="*/ 1484190 h 2360402"/>
                    <a:gd name="connsiteX1083" fmla="*/ 443865 w 1440502"/>
                    <a:gd name="connsiteY1083" fmla="*/ 1473598 h 2360402"/>
                    <a:gd name="connsiteX1084" fmla="*/ 449862 w 1440502"/>
                    <a:gd name="connsiteY1084" fmla="*/ 1463261 h 2360402"/>
                    <a:gd name="connsiteX1085" fmla="*/ 458521 w 1440502"/>
                    <a:gd name="connsiteY1085" fmla="*/ 1448351 h 2360402"/>
                    <a:gd name="connsiteX1086" fmla="*/ 465559 w 1440502"/>
                    <a:gd name="connsiteY1086" fmla="*/ 1443431 h 2360402"/>
                    <a:gd name="connsiteX1087" fmla="*/ 467226 w 1440502"/>
                    <a:gd name="connsiteY1087" fmla="*/ 1438071 h 2360402"/>
                    <a:gd name="connsiteX1088" fmla="*/ 466392 w 1440502"/>
                    <a:gd name="connsiteY1088" fmla="*/ 1437597 h 2360402"/>
                    <a:gd name="connsiteX1089" fmla="*/ 465362 w 1440502"/>
                    <a:gd name="connsiteY1089" fmla="*/ 1437006 h 2360402"/>
                    <a:gd name="connsiteX1090" fmla="*/ 463313 w 1440502"/>
                    <a:gd name="connsiteY1090" fmla="*/ 1440572 h 2360402"/>
                    <a:gd name="connsiteX1091" fmla="*/ 458497 w 1440502"/>
                    <a:gd name="connsiteY1091" fmla="*/ 1443744 h 2360402"/>
                    <a:gd name="connsiteX1092" fmla="*/ 456611 w 1440502"/>
                    <a:gd name="connsiteY1092" fmla="*/ 1444809 h 2360402"/>
                    <a:gd name="connsiteX1093" fmla="*/ 454805 w 1440502"/>
                    <a:gd name="connsiteY1093" fmla="*/ 1448397 h 2360402"/>
                    <a:gd name="connsiteX1094" fmla="*/ 454249 w 1440502"/>
                    <a:gd name="connsiteY1094" fmla="*/ 1447841 h 2360402"/>
                    <a:gd name="connsiteX1095" fmla="*/ 454550 w 1440502"/>
                    <a:gd name="connsiteY1095" fmla="*/ 1448895 h 2360402"/>
                    <a:gd name="connsiteX1096" fmla="*/ 454539 w 1440502"/>
                    <a:gd name="connsiteY1096" fmla="*/ 1448907 h 2360402"/>
                    <a:gd name="connsiteX1097" fmla="*/ 452941 w 1440502"/>
                    <a:gd name="connsiteY1097" fmla="*/ 1448779 h 2360402"/>
                    <a:gd name="connsiteX1098" fmla="*/ 452026 w 1440502"/>
                    <a:gd name="connsiteY1098" fmla="*/ 1450585 h 2360402"/>
                    <a:gd name="connsiteX1099" fmla="*/ 451714 w 1440502"/>
                    <a:gd name="connsiteY1099" fmla="*/ 1450990 h 2360402"/>
                    <a:gd name="connsiteX1100" fmla="*/ 441643 w 1440502"/>
                    <a:gd name="connsiteY1100" fmla="*/ 1469268 h 2360402"/>
                    <a:gd name="connsiteX1101" fmla="*/ 438656 w 1440502"/>
                    <a:gd name="connsiteY1101" fmla="*/ 1474373 h 2360402"/>
                    <a:gd name="connsiteX1102" fmla="*/ 436376 w 1440502"/>
                    <a:gd name="connsiteY1102" fmla="*/ 1484791 h 2360402"/>
                    <a:gd name="connsiteX1103" fmla="*/ 434153 w 1440502"/>
                    <a:gd name="connsiteY1103" fmla="*/ 1484676 h 2360402"/>
                    <a:gd name="connsiteX1104" fmla="*/ 431248 w 1440502"/>
                    <a:gd name="connsiteY1104" fmla="*/ 1487871 h 2360402"/>
                    <a:gd name="connsiteX1105" fmla="*/ 425819 w 1440502"/>
                    <a:gd name="connsiteY1105" fmla="*/ 1498081 h 2360402"/>
                    <a:gd name="connsiteX1106" fmla="*/ 424626 w 1440502"/>
                    <a:gd name="connsiteY1106" fmla="*/ 1497109 h 2360402"/>
                    <a:gd name="connsiteX1107" fmla="*/ 422670 w 1440502"/>
                    <a:gd name="connsiteY1107" fmla="*/ 1495453 h 2360402"/>
                    <a:gd name="connsiteX1108" fmla="*/ 419186 w 1440502"/>
                    <a:gd name="connsiteY1108" fmla="*/ 1495557 h 2360402"/>
                    <a:gd name="connsiteX1109" fmla="*/ 418051 w 1440502"/>
                    <a:gd name="connsiteY1109" fmla="*/ 1492524 h 2360402"/>
                    <a:gd name="connsiteX1110" fmla="*/ 417426 w 1440502"/>
                    <a:gd name="connsiteY1110" fmla="*/ 1488218 h 2360402"/>
                    <a:gd name="connsiteX1111" fmla="*/ 416870 w 1440502"/>
                    <a:gd name="connsiteY1111" fmla="*/ 1484236 h 2360402"/>
                    <a:gd name="connsiteX1112" fmla="*/ 418503 w 1440502"/>
                    <a:gd name="connsiteY1112" fmla="*/ 1478622 h 2360402"/>
                    <a:gd name="connsiteX1113" fmla="*/ 420135 w 1440502"/>
                    <a:gd name="connsiteY1113" fmla="*/ 1473331 h 2360402"/>
                    <a:gd name="connsiteX1114" fmla="*/ 420089 w 1440502"/>
                    <a:gd name="connsiteY1114" fmla="*/ 1473169 h 2360402"/>
                    <a:gd name="connsiteX1115" fmla="*/ 420204 w 1440502"/>
                    <a:gd name="connsiteY1115" fmla="*/ 1472764 h 2360402"/>
                    <a:gd name="connsiteX1116" fmla="*/ 418781 w 1440502"/>
                    <a:gd name="connsiteY1116" fmla="*/ 1469326 h 2360402"/>
                    <a:gd name="connsiteX1117" fmla="*/ 414868 w 1440502"/>
                    <a:gd name="connsiteY1117" fmla="*/ 1457808 h 2360402"/>
                    <a:gd name="connsiteX1118" fmla="*/ 414972 w 1440502"/>
                    <a:gd name="connsiteY1118" fmla="*/ 1456558 h 2360402"/>
                    <a:gd name="connsiteX1119" fmla="*/ 413189 w 1440502"/>
                    <a:gd name="connsiteY1119" fmla="*/ 1454312 h 2360402"/>
                    <a:gd name="connsiteX1120" fmla="*/ 409288 w 1440502"/>
                    <a:gd name="connsiteY1120" fmla="*/ 1459823 h 2360402"/>
                    <a:gd name="connsiteX1121" fmla="*/ 411002 w 1440502"/>
                    <a:gd name="connsiteY1121" fmla="*/ 1463261 h 2360402"/>
                    <a:gd name="connsiteX1122" fmla="*/ 414648 w 1440502"/>
                    <a:gd name="connsiteY1122" fmla="*/ 1470623 h 2360402"/>
                    <a:gd name="connsiteX1123" fmla="*/ 413745 w 1440502"/>
                    <a:gd name="connsiteY1123" fmla="*/ 1478159 h 2360402"/>
                    <a:gd name="connsiteX1124" fmla="*/ 411627 w 1440502"/>
                    <a:gd name="connsiteY1124" fmla="*/ 1480080 h 2360402"/>
                    <a:gd name="connsiteX1125" fmla="*/ 410226 w 1440502"/>
                    <a:gd name="connsiteY1125" fmla="*/ 1486412 h 2360402"/>
                    <a:gd name="connsiteX1126" fmla="*/ 410747 w 1440502"/>
                    <a:gd name="connsiteY1126" fmla="*/ 1490429 h 2360402"/>
                    <a:gd name="connsiteX1127" fmla="*/ 413641 w 1440502"/>
                    <a:gd name="connsiteY1127" fmla="*/ 1495546 h 2360402"/>
                    <a:gd name="connsiteX1128" fmla="*/ 414972 w 1440502"/>
                    <a:gd name="connsiteY1128" fmla="*/ 1496576 h 2360402"/>
                    <a:gd name="connsiteX1129" fmla="*/ 421350 w 1440502"/>
                    <a:gd name="connsiteY1129" fmla="*/ 1501542 h 2360402"/>
                    <a:gd name="connsiteX1130" fmla="*/ 421536 w 1440502"/>
                    <a:gd name="connsiteY1130" fmla="*/ 1503047 h 2360402"/>
                    <a:gd name="connsiteX1131" fmla="*/ 421628 w 1440502"/>
                    <a:gd name="connsiteY1131" fmla="*/ 1504575 h 2360402"/>
                    <a:gd name="connsiteX1132" fmla="*/ 414972 w 1440502"/>
                    <a:gd name="connsiteY1132" fmla="*/ 1518987 h 2360402"/>
                    <a:gd name="connsiteX1133" fmla="*/ 414567 w 1440502"/>
                    <a:gd name="connsiteY1133" fmla="*/ 1519866 h 2360402"/>
                    <a:gd name="connsiteX1134" fmla="*/ 407552 w 1440502"/>
                    <a:gd name="connsiteY1134" fmla="*/ 1526175 h 2360402"/>
                    <a:gd name="connsiteX1135" fmla="*/ 408872 w 1440502"/>
                    <a:gd name="connsiteY1135" fmla="*/ 1528618 h 2360402"/>
                    <a:gd name="connsiteX1136" fmla="*/ 409636 w 1440502"/>
                    <a:gd name="connsiteY1136" fmla="*/ 1532531 h 2360402"/>
                    <a:gd name="connsiteX1137" fmla="*/ 409532 w 1440502"/>
                    <a:gd name="connsiteY1137" fmla="*/ 1537311 h 2360402"/>
                    <a:gd name="connsiteX1138" fmla="*/ 411742 w 1440502"/>
                    <a:gd name="connsiteY1138" fmla="*/ 1544743 h 2360402"/>
                    <a:gd name="connsiteX1139" fmla="*/ 410330 w 1440502"/>
                    <a:gd name="connsiteY1139" fmla="*/ 1548297 h 2360402"/>
                    <a:gd name="connsiteX1140" fmla="*/ 412171 w 1440502"/>
                    <a:gd name="connsiteY1140" fmla="*/ 1563125 h 2360402"/>
                    <a:gd name="connsiteX1141" fmla="*/ 412090 w 1440502"/>
                    <a:gd name="connsiteY1141" fmla="*/ 1563762 h 2360402"/>
                    <a:gd name="connsiteX1142" fmla="*/ 410295 w 1440502"/>
                    <a:gd name="connsiteY1142" fmla="*/ 1566390 h 2360402"/>
                    <a:gd name="connsiteX1143" fmla="*/ 407668 w 1440502"/>
                    <a:gd name="connsiteY1143" fmla="*/ 1565279 h 2360402"/>
                    <a:gd name="connsiteX1144" fmla="*/ 404230 w 1440502"/>
                    <a:gd name="connsiteY1144" fmla="*/ 1562987 h 2360402"/>
                    <a:gd name="connsiteX1145" fmla="*/ 401984 w 1440502"/>
                    <a:gd name="connsiteY1145" fmla="*/ 1562882 h 2360402"/>
                    <a:gd name="connsiteX1146" fmla="*/ 401521 w 1440502"/>
                    <a:gd name="connsiteY1146" fmla="*/ 1562686 h 2360402"/>
                    <a:gd name="connsiteX1147" fmla="*/ 391103 w 1440502"/>
                    <a:gd name="connsiteY1147" fmla="*/ 1552534 h 2360402"/>
                    <a:gd name="connsiteX1148" fmla="*/ 392040 w 1440502"/>
                    <a:gd name="connsiteY1148" fmla="*/ 1554282 h 2360402"/>
                    <a:gd name="connsiteX1149" fmla="*/ 390304 w 1440502"/>
                    <a:gd name="connsiteY1149" fmla="*/ 1555335 h 2360402"/>
                    <a:gd name="connsiteX1150" fmla="*/ 392619 w 1440502"/>
                    <a:gd name="connsiteY1150" fmla="*/ 1554745 h 2360402"/>
                    <a:gd name="connsiteX1151" fmla="*/ 392908 w 1440502"/>
                    <a:gd name="connsiteY1151" fmla="*/ 1558738 h 2360402"/>
                    <a:gd name="connsiteX1152" fmla="*/ 389876 w 1440502"/>
                    <a:gd name="connsiteY1152" fmla="*/ 1560486 h 2360402"/>
                    <a:gd name="connsiteX1153" fmla="*/ 394517 w 1440502"/>
                    <a:gd name="connsiteY1153" fmla="*/ 1566216 h 2360402"/>
                    <a:gd name="connsiteX1154" fmla="*/ 398812 w 1440502"/>
                    <a:gd name="connsiteY1154" fmla="*/ 1567513 h 2360402"/>
                    <a:gd name="connsiteX1155" fmla="*/ 400398 w 1440502"/>
                    <a:gd name="connsiteY1155" fmla="*/ 1566471 h 2360402"/>
                    <a:gd name="connsiteX1156" fmla="*/ 403523 w 1440502"/>
                    <a:gd name="connsiteY1156" fmla="*/ 1568971 h 2360402"/>
                    <a:gd name="connsiteX1157" fmla="*/ 405978 w 1440502"/>
                    <a:gd name="connsiteY1157" fmla="*/ 1570939 h 2360402"/>
                    <a:gd name="connsiteX1158" fmla="*/ 406638 w 1440502"/>
                    <a:gd name="connsiteY1158" fmla="*/ 1572514 h 2360402"/>
                    <a:gd name="connsiteX1159" fmla="*/ 407517 w 1440502"/>
                    <a:gd name="connsiteY1159" fmla="*/ 1575338 h 2360402"/>
                    <a:gd name="connsiteX1160" fmla="*/ 405167 w 1440502"/>
                    <a:gd name="connsiteY1160" fmla="*/ 1581809 h 2360402"/>
                    <a:gd name="connsiteX1161" fmla="*/ 401695 w 1440502"/>
                    <a:gd name="connsiteY1161" fmla="*/ 1585328 h 2360402"/>
                    <a:gd name="connsiteX1162" fmla="*/ 402968 w 1440502"/>
                    <a:gd name="connsiteY1162" fmla="*/ 1588315 h 2360402"/>
                    <a:gd name="connsiteX1163" fmla="*/ 398523 w 1440502"/>
                    <a:gd name="connsiteY1163" fmla="*/ 1589530 h 2360402"/>
                    <a:gd name="connsiteX1164" fmla="*/ 391751 w 1440502"/>
                    <a:gd name="connsiteY1164" fmla="*/ 1615449 h 2360402"/>
                    <a:gd name="connsiteX1165" fmla="*/ 391485 w 1440502"/>
                    <a:gd name="connsiteY1165" fmla="*/ 1616097 h 2360402"/>
                    <a:gd name="connsiteX1166" fmla="*/ 384389 w 1440502"/>
                    <a:gd name="connsiteY1166" fmla="*/ 1624976 h 2360402"/>
                    <a:gd name="connsiteX1167" fmla="*/ 383879 w 1440502"/>
                    <a:gd name="connsiteY1167" fmla="*/ 1627071 h 2360402"/>
                    <a:gd name="connsiteX1168" fmla="*/ 383648 w 1440502"/>
                    <a:gd name="connsiteY1168" fmla="*/ 1627105 h 2360402"/>
                    <a:gd name="connsiteX1169" fmla="*/ 381194 w 1440502"/>
                    <a:gd name="connsiteY1169" fmla="*/ 1636748 h 2360402"/>
                    <a:gd name="connsiteX1170" fmla="*/ 379886 w 1440502"/>
                    <a:gd name="connsiteY1170" fmla="*/ 1637015 h 2360402"/>
                    <a:gd name="connsiteX1171" fmla="*/ 378554 w 1440502"/>
                    <a:gd name="connsiteY1171" fmla="*/ 1635000 h 2360402"/>
                    <a:gd name="connsiteX1172" fmla="*/ 367870 w 1440502"/>
                    <a:gd name="connsiteY1172" fmla="*/ 1633947 h 2360402"/>
                    <a:gd name="connsiteX1173" fmla="*/ 367476 w 1440502"/>
                    <a:gd name="connsiteY1173" fmla="*/ 1632176 h 2360402"/>
                    <a:gd name="connsiteX1174" fmla="*/ 363344 w 1440502"/>
                    <a:gd name="connsiteY1174" fmla="*/ 1631400 h 2360402"/>
                    <a:gd name="connsiteX1175" fmla="*/ 361978 w 1440502"/>
                    <a:gd name="connsiteY1175" fmla="*/ 1632650 h 2360402"/>
                    <a:gd name="connsiteX1176" fmla="*/ 361735 w 1440502"/>
                    <a:gd name="connsiteY1176" fmla="*/ 1630485 h 2360402"/>
                    <a:gd name="connsiteX1177" fmla="*/ 361654 w 1440502"/>
                    <a:gd name="connsiteY1177" fmla="*/ 1630485 h 2360402"/>
                    <a:gd name="connsiteX1178" fmla="*/ 361654 w 1440502"/>
                    <a:gd name="connsiteY1178" fmla="*/ 1630474 h 2360402"/>
                    <a:gd name="connsiteX1179" fmla="*/ 360010 w 1440502"/>
                    <a:gd name="connsiteY1179" fmla="*/ 1630324 h 2360402"/>
                    <a:gd name="connsiteX1180" fmla="*/ 361573 w 1440502"/>
                    <a:gd name="connsiteY1180" fmla="*/ 1624420 h 2360402"/>
                    <a:gd name="connsiteX1181" fmla="*/ 361642 w 1440502"/>
                    <a:gd name="connsiteY1181" fmla="*/ 1624131 h 2360402"/>
                    <a:gd name="connsiteX1182" fmla="*/ 361677 w 1440502"/>
                    <a:gd name="connsiteY1182" fmla="*/ 1624003 h 2360402"/>
                    <a:gd name="connsiteX1183" fmla="*/ 359524 w 1440502"/>
                    <a:gd name="connsiteY1183" fmla="*/ 1618644 h 2360402"/>
                    <a:gd name="connsiteX1184" fmla="*/ 359327 w 1440502"/>
                    <a:gd name="connsiteY1184" fmla="*/ 1608723 h 2360402"/>
                    <a:gd name="connsiteX1185" fmla="*/ 357220 w 1440502"/>
                    <a:gd name="connsiteY1185" fmla="*/ 1600921 h 2360402"/>
                    <a:gd name="connsiteX1186" fmla="*/ 358054 w 1440502"/>
                    <a:gd name="connsiteY1186" fmla="*/ 1596835 h 2360402"/>
                    <a:gd name="connsiteX1187" fmla="*/ 354280 w 1440502"/>
                    <a:gd name="connsiteY1187" fmla="*/ 1582226 h 2360402"/>
                    <a:gd name="connsiteX1188" fmla="*/ 343109 w 1440502"/>
                    <a:gd name="connsiteY1188" fmla="*/ 1570893 h 2360402"/>
                    <a:gd name="connsiteX1189" fmla="*/ 342658 w 1440502"/>
                    <a:gd name="connsiteY1189" fmla="*/ 1568971 h 2360402"/>
                    <a:gd name="connsiteX1190" fmla="*/ 339787 w 1440502"/>
                    <a:gd name="connsiteY1190" fmla="*/ 1556574 h 2360402"/>
                    <a:gd name="connsiteX1191" fmla="*/ 337587 w 1440502"/>
                    <a:gd name="connsiteY1191" fmla="*/ 1553668 h 2360402"/>
                    <a:gd name="connsiteX1192" fmla="*/ 338977 w 1440502"/>
                    <a:gd name="connsiteY1192" fmla="*/ 1553830 h 2360402"/>
                    <a:gd name="connsiteX1193" fmla="*/ 338398 w 1440502"/>
                    <a:gd name="connsiteY1193" fmla="*/ 1547764 h 2360402"/>
                    <a:gd name="connsiteX1194" fmla="*/ 336430 w 1440502"/>
                    <a:gd name="connsiteY1194" fmla="*/ 1549049 h 2360402"/>
                    <a:gd name="connsiteX1195" fmla="*/ 335353 w 1440502"/>
                    <a:gd name="connsiteY1195" fmla="*/ 1554189 h 2360402"/>
                    <a:gd name="connsiteX1196" fmla="*/ 335596 w 1440502"/>
                    <a:gd name="connsiteY1196" fmla="*/ 1555404 h 2360402"/>
                    <a:gd name="connsiteX1197" fmla="*/ 335608 w 1440502"/>
                    <a:gd name="connsiteY1197" fmla="*/ 1555474 h 2360402"/>
                    <a:gd name="connsiteX1198" fmla="*/ 338305 w 1440502"/>
                    <a:gd name="connsiteY1198" fmla="*/ 1568971 h 2360402"/>
                    <a:gd name="connsiteX1199" fmla="*/ 338444 w 1440502"/>
                    <a:gd name="connsiteY1199" fmla="*/ 1569643 h 2360402"/>
                    <a:gd name="connsiteX1200" fmla="*/ 342970 w 1440502"/>
                    <a:gd name="connsiteY1200" fmla="*/ 1578105 h 2360402"/>
                    <a:gd name="connsiteX1201" fmla="*/ 346223 w 1440502"/>
                    <a:gd name="connsiteY1201" fmla="*/ 1580964 h 2360402"/>
                    <a:gd name="connsiteX1202" fmla="*/ 349314 w 1440502"/>
                    <a:gd name="connsiteY1202" fmla="*/ 1590051 h 2360402"/>
                    <a:gd name="connsiteX1203" fmla="*/ 351363 w 1440502"/>
                    <a:gd name="connsiteY1203" fmla="*/ 1609151 h 2360402"/>
                    <a:gd name="connsiteX1204" fmla="*/ 349684 w 1440502"/>
                    <a:gd name="connsiteY1204" fmla="*/ 1613840 h 2360402"/>
                    <a:gd name="connsiteX1205" fmla="*/ 340528 w 1440502"/>
                    <a:gd name="connsiteY1205" fmla="*/ 1612011 h 2360402"/>
                    <a:gd name="connsiteX1206" fmla="*/ 327308 w 1440502"/>
                    <a:gd name="connsiteY1206" fmla="*/ 1598444 h 2360402"/>
                    <a:gd name="connsiteX1207" fmla="*/ 325630 w 1440502"/>
                    <a:gd name="connsiteY1207" fmla="*/ 1598513 h 2360402"/>
                    <a:gd name="connsiteX1208" fmla="*/ 321416 w 1440502"/>
                    <a:gd name="connsiteY1208" fmla="*/ 1592389 h 2360402"/>
                    <a:gd name="connsiteX1209" fmla="*/ 317411 w 1440502"/>
                    <a:gd name="connsiteY1209" fmla="*/ 1591915 h 2360402"/>
                    <a:gd name="connsiteX1210" fmla="*/ 317700 w 1440502"/>
                    <a:gd name="connsiteY1210" fmla="*/ 1588928 h 2360402"/>
                    <a:gd name="connsiteX1211" fmla="*/ 317665 w 1440502"/>
                    <a:gd name="connsiteY1211" fmla="*/ 1588928 h 2360402"/>
                    <a:gd name="connsiteX1212" fmla="*/ 317665 w 1440502"/>
                    <a:gd name="connsiteY1212" fmla="*/ 1588870 h 2360402"/>
                    <a:gd name="connsiteX1213" fmla="*/ 315478 w 1440502"/>
                    <a:gd name="connsiteY1213" fmla="*/ 1588708 h 2360402"/>
                    <a:gd name="connsiteX1214" fmla="*/ 314054 w 1440502"/>
                    <a:gd name="connsiteY1214" fmla="*/ 1583291 h 2360402"/>
                    <a:gd name="connsiteX1215" fmla="*/ 315883 w 1440502"/>
                    <a:gd name="connsiteY1215" fmla="*/ 1577920 h 2360402"/>
                    <a:gd name="connsiteX1216" fmla="*/ 315593 w 1440502"/>
                    <a:gd name="connsiteY1216" fmla="*/ 1575847 h 2360402"/>
                    <a:gd name="connsiteX1217" fmla="*/ 315628 w 1440502"/>
                    <a:gd name="connsiteY1217" fmla="*/ 1575662 h 2360402"/>
                    <a:gd name="connsiteX1218" fmla="*/ 315570 w 1440502"/>
                    <a:gd name="connsiteY1218" fmla="*/ 1575708 h 2360402"/>
                    <a:gd name="connsiteX1219" fmla="*/ 314852 w 1440502"/>
                    <a:gd name="connsiteY1219" fmla="*/ 1570615 h 2360402"/>
                    <a:gd name="connsiteX1220" fmla="*/ 316554 w 1440502"/>
                    <a:gd name="connsiteY1220" fmla="*/ 1568971 h 2360402"/>
                    <a:gd name="connsiteX1221" fmla="*/ 316878 w 1440502"/>
                    <a:gd name="connsiteY1221" fmla="*/ 1568670 h 2360402"/>
                    <a:gd name="connsiteX1222" fmla="*/ 315107 w 1440502"/>
                    <a:gd name="connsiteY1222" fmla="*/ 1565128 h 2360402"/>
                    <a:gd name="connsiteX1223" fmla="*/ 316357 w 1440502"/>
                    <a:gd name="connsiteY1223" fmla="*/ 1560787 h 2360402"/>
                    <a:gd name="connsiteX1224" fmla="*/ 315501 w 1440502"/>
                    <a:gd name="connsiteY1224" fmla="*/ 1562061 h 2360402"/>
                    <a:gd name="connsiteX1225" fmla="*/ 314656 w 1440502"/>
                    <a:gd name="connsiteY1225" fmla="*/ 1561320 h 2360402"/>
                    <a:gd name="connsiteX1226" fmla="*/ 315431 w 1440502"/>
                    <a:gd name="connsiteY1226" fmla="*/ 1562697 h 2360402"/>
                    <a:gd name="connsiteX1227" fmla="*/ 313625 w 1440502"/>
                    <a:gd name="connsiteY1227" fmla="*/ 1563670 h 2360402"/>
                    <a:gd name="connsiteX1228" fmla="*/ 311866 w 1440502"/>
                    <a:gd name="connsiteY1228" fmla="*/ 1568971 h 2360402"/>
                    <a:gd name="connsiteX1229" fmla="*/ 311681 w 1440502"/>
                    <a:gd name="connsiteY1229" fmla="*/ 1569504 h 2360402"/>
                    <a:gd name="connsiteX1230" fmla="*/ 309828 w 1440502"/>
                    <a:gd name="connsiteY1230" fmla="*/ 1584830 h 2360402"/>
                    <a:gd name="connsiteX1231" fmla="*/ 311021 w 1440502"/>
                    <a:gd name="connsiteY1231" fmla="*/ 1587111 h 2360402"/>
                    <a:gd name="connsiteX1232" fmla="*/ 312201 w 1440502"/>
                    <a:gd name="connsiteY1232" fmla="*/ 1590028 h 2360402"/>
                    <a:gd name="connsiteX1233" fmla="*/ 312028 w 1440502"/>
                    <a:gd name="connsiteY1233" fmla="*/ 1590734 h 2360402"/>
                    <a:gd name="connsiteX1234" fmla="*/ 311472 w 1440502"/>
                    <a:gd name="connsiteY1234" fmla="*/ 1592100 h 2360402"/>
                    <a:gd name="connsiteX1235" fmla="*/ 310546 w 1440502"/>
                    <a:gd name="connsiteY1235" fmla="*/ 1591915 h 2360402"/>
                    <a:gd name="connsiteX1236" fmla="*/ 309273 w 1440502"/>
                    <a:gd name="connsiteY1236" fmla="*/ 1595712 h 2360402"/>
                    <a:gd name="connsiteX1237" fmla="*/ 307455 w 1440502"/>
                    <a:gd name="connsiteY1237" fmla="*/ 1601152 h 2360402"/>
                    <a:gd name="connsiteX1238" fmla="*/ 304492 w 1440502"/>
                    <a:gd name="connsiteY1238" fmla="*/ 1601118 h 2360402"/>
                    <a:gd name="connsiteX1239" fmla="*/ 297419 w 1440502"/>
                    <a:gd name="connsiteY1239" fmla="*/ 1607762 h 2360402"/>
                    <a:gd name="connsiteX1240" fmla="*/ 295382 w 1440502"/>
                    <a:gd name="connsiteY1240" fmla="*/ 1613562 h 2360402"/>
                    <a:gd name="connsiteX1241" fmla="*/ 303855 w 1440502"/>
                    <a:gd name="connsiteY1241" fmla="*/ 1636343 h 2360402"/>
                    <a:gd name="connsiteX1242" fmla="*/ 305418 w 1440502"/>
                    <a:gd name="connsiteY1242" fmla="*/ 1636482 h 2360402"/>
                    <a:gd name="connsiteX1243" fmla="*/ 305129 w 1440502"/>
                    <a:gd name="connsiteY1243" fmla="*/ 1643404 h 2360402"/>
                    <a:gd name="connsiteX1244" fmla="*/ 307201 w 1440502"/>
                    <a:gd name="connsiteY1244" fmla="*/ 1646252 h 2360402"/>
                    <a:gd name="connsiteX1245" fmla="*/ 306113 w 1440502"/>
                    <a:gd name="connsiteY1245" fmla="*/ 1653776 h 2360402"/>
                    <a:gd name="connsiteX1246" fmla="*/ 306055 w 1440502"/>
                    <a:gd name="connsiteY1246" fmla="*/ 1653823 h 2360402"/>
                    <a:gd name="connsiteX1247" fmla="*/ 302362 w 1440502"/>
                    <a:gd name="connsiteY1247" fmla="*/ 1653915 h 2360402"/>
                    <a:gd name="connsiteX1248" fmla="*/ 299375 w 1440502"/>
                    <a:gd name="connsiteY1248" fmla="*/ 1647062 h 2360402"/>
                    <a:gd name="connsiteX1249" fmla="*/ 291758 w 1440502"/>
                    <a:gd name="connsiteY1249" fmla="*/ 1645129 h 2360402"/>
                    <a:gd name="connsiteX1250" fmla="*/ 291400 w 1440502"/>
                    <a:gd name="connsiteY1250" fmla="*/ 1643856 h 2360402"/>
                    <a:gd name="connsiteX1251" fmla="*/ 291064 w 1440502"/>
                    <a:gd name="connsiteY1251" fmla="*/ 1639989 h 2360402"/>
                    <a:gd name="connsiteX1252" fmla="*/ 289432 w 1440502"/>
                    <a:gd name="connsiteY1252" fmla="*/ 1638357 h 2360402"/>
                    <a:gd name="connsiteX1253" fmla="*/ 285241 w 1440502"/>
                    <a:gd name="connsiteY1253" fmla="*/ 1637281 h 2360402"/>
                    <a:gd name="connsiteX1254" fmla="*/ 285623 w 1440502"/>
                    <a:gd name="connsiteY1254" fmla="*/ 1640082 h 2360402"/>
                    <a:gd name="connsiteX1255" fmla="*/ 279384 w 1440502"/>
                    <a:gd name="connsiteY1255" fmla="*/ 1639492 h 2360402"/>
                    <a:gd name="connsiteX1256" fmla="*/ 278666 w 1440502"/>
                    <a:gd name="connsiteY1256" fmla="*/ 1638843 h 2360402"/>
                    <a:gd name="connsiteX1257" fmla="*/ 278631 w 1440502"/>
                    <a:gd name="connsiteY1257" fmla="*/ 1638346 h 2360402"/>
                    <a:gd name="connsiteX1258" fmla="*/ 279268 w 1440502"/>
                    <a:gd name="connsiteY1258" fmla="*/ 1634838 h 2360402"/>
                    <a:gd name="connsiteX1259" fmla="*/ 277902 w 1440502"/>
                    <a:gd name="connsiteY1259" fmla="*/ 1634422 h 2360402"/>
                    <a:gd name="connsiteX1260" fmla="*/ 276606 w 1440502"/>
                    <a:gd name="connsiteY1260" fmla="*/ 1635648 h 2360402"/>
                    <a:gd name="connsiteX1261" fmla="*/ 275645 w 1440502"/>
                    <a:gd name="connsiteY1261" fmla="*/ 1635822 h 2360402"/>
                    <a:gd name="connsiteX1262" fmla="*/ 273990 w 1440502"/>
                    <a:gd name="connsiteY1262" fmla="*/ 1635463 h 2360402"/>
                    <a:gd name="connsiteX1263" fmla="*/ 274892 w 1440502"/>
                    <a:gd name="connsiteY1263" fmla="*/ 1636181 h 2360402"/>
                    <a:gd name="connsiteX1264" fmla="*/ 274534 w 1440502"/>
                    <a:gd name="connsiteY1264" fmla="*/ 1637697 h 2360402"/>
                    <a:gd name="connsiteX1265" fmla="*/ 270991 w 1440502"/>
                    <a:gd name="connsiteY1265" fmla="*/ 1637107 h 2360402"/>
                    <a:gd name="connsiteX1266" fmla="*/ 273735 w 1440502"/>
                    <a:gd name="connsiteY1266" fmla="*/ 1635498 h 2360402"/>
                    <a:gd name="connsiteX1267" fmla="*/ 269556 w 1440502"/>
                    <a:gd name="connsiteY1267" fmla="*/ 1634202 h 2360402"/>
                    <a:gd name="connsiteX1268" fmla="*/ 272600 w 1440502"/>
                    <a:gd name="connsiteY1268" fmla="*/ 1627140 h 2360402"/>
                    <a:gd name="connsiteX1269" fmla="*/ 272045 w 1440502"/>
                    <a:gd name="connsiteY1269" fmla="*/ 1625740 h 2360402"/>
                    <a:gd name="connsiteX1270" fmla="*/ 270239 w 1440502"/>
                    <a:gd name="connsiteY1270" fmla="*/ 1626318 h 2360402"/>
                    <a:gd name="connsiteX1271" fmla="*/ 270216 w 1440502"/>
                    <a:gd name="connsiteY1271" fmla="*/ 1626307 h 2360402"/>
                    <a:gd name="connsiteX1272" fmla="*/ 272068 w 1440502"/>
                    <a:gd name="connsiteY1272" fmla="*/ 1623424 h 2360402"/>
                    <a:gd name="connsiteX1273" fmla="*/ 270065 w 1440502"/>
                    <a:gd name="connsiteY1273" fmla="*/ 1626295 h 2360402"/>
                    <a:gd name="connsiteX1274" fmla="*/ 268896 w 1440502"/>
                    <a:gd name="connsiteY1274" fmla="*/ 1623540 h 2360402"/>
                    <a:gd name="connsiteX1275" fmla="*/ 271327 w 1440502"/>
                    <a:gd name="connsiteY1275" fmla="*/ 1622232 h 2360402"/>
                    <a:gd name="connsiteX1276" fmla="*/ 268283 w 1440502"/>
                    <a:gd name="connsiteY1276" fmla="*/ 1620936 h 2360402"/>
                    <a:gd name="connsiteX1277" fmla="*/ 267206 w 1440502"/>
                    <a:gd name="connsiteY1277" fmla="*/ 1621699 h 2360402"/>
                    <a:gd name="connsiteX1278" fmla="*/ 267507 w 1440502"/>
                    <a:gd name="connsiteY1278" fmla="*/ 1621237 h 2360402"/>
                    <a:gd name="connsiteX1279" fmla="*/ 268225 w 1440502"/>
                    <a:gd name="connsiteY1279" fmla="*/ 1620461 h 2360402"/>
                    <a:gd name="connsiteX1280" fmla="*/ 267218 w 1440502"/>
                    <a:gd name="connsiteY1280" fmla="*/ 1618053 h 2360402"/>
                    <a:gd name="connsiteX1281" fmla="*/ 265909 w 1440502"/>
                    <a:gd name="connsiteY1281" fmla="*/ 1617115 h 2360402"/>
                    <a:gd name="connsiteX1282" fmla="*/ 263768 w 1440502"/>
                    <a:gd name="connsiteY1282" fmla="*/ 1618620 h 2360402"/>
                    <a:gd name="connsiteX1283" fmla="*/ 264370 w 1440502"/>
                    <a:gd name="connsiteY1283" fmla="*/ 1616166 h 2360402"/>
                    <a:gd name="connsiteX1284" fmla="*/ 262911 w 1440502"/>
                    <a:gd name="connsiteY1284" fmla="*/ 1614789 h 2360402"/>
                    <a:gd name="connsiteX1285" fmla="*/ 260284 w 1440502"/>
                    <a:gd name="connsiteY1285" fmla="*/ 1615750 h 2360402"/>
                    <a:gd name="connsiteX1286" fmla="*/ 261256 w 1440502"/>
                    <a:gd name="connsiteY1286" fmla="*/ 1610482 h 2360402"/>
                    <a:gd name="connsiteX1287" fmla="*/ 259890 w 1440502"/>
                    <a:gd name="connsiteY1287" fmla="*/ 1609614 h 2360402"/>
                    <a:gd name="connsiteX1288" fmla="*/ 259149 w 1440502"/>
                    <a:gd name="connsiteY1288" fmla="*/ 1609568 h 2360402"/>
                    <a:gd name="connsiteX1289" fmla="*/ 262043 w 1440502"/>
                    <a:gd name="connsiteY1289" fmla="*/ 1606442 h 2360402"/>
                    <a:gd name="connsiteX1290" fmla="*/ 259913 w 1440502"/>
                    <a:gd name="connsiteY1290" fmla="*/ 1602761 h 2360402"/>
                    <a:gd name="connsiteX1291" fmla="*/ 262379 w 1440502"/>
                    <a:gd name="connsiteY1291" fmla="*/ 1598420 h 2360402"/>
                    <a:gd name="connsiteX1292" fmla="*/ 264845 w 1440502"/>
                    <a:gd name="connsiteY1292" fmla="*/ 1597182 h 2360402"/>
                    <a:gd name="connsiteX1293" fmla="*/ 261858 w 1440502"/>
                    <a:gd name="connsiteY1293" fmla="*/ 1595885 h 2360402"/>
                    <a:gd name="connsiteX1294" fmla="*/ 261661 w 1440502"/>
                    <a:gd name="connsiteY1294" fmla="*/ 1595306 h 2360402"/>
                    <a:gd name="connsiteX1295" fmla="*/ 261476 w 1440502"/>
                    <a:gd name="connsiteY1295" fmla="*/ 1593154 h 2360402"/>
                    <a:gd name="connsiteX1296" fmla="*/ 262553 w 1440502"/>
                    <a:gd name="connsiteY1296" fmla="*/ 1591220 h 2360402"/>
                    <a:gd name="connsiteX1297" fmla="*/ 263814 w 1440502"/>
                    <a:gd name="connsiteY1297" fmla="*/ 1589912 h 2360402"/>
                    <a:gd name="connsiteX1298" fmla="*/ 264243 w 1440502"/>
                    <a:gd name="connsiteY1298" fmla="*/ 1583360 h 2360402"/>
                    <a:gd name="connsiteX1299" fmla="*/ 269093 w 1440502"/>
                    <a:gd name="connsiteY1299" fmla="*/ 1576125 h 2360402"/>
                    <a:gd name="connsiteX1300" fmla="*/ 268213 w 1440502"/>
                    <a:gd name="connsiteY1300" fmla="*/ 1574447 h 2360402"/>
                    <a:gd name="connsiteX1301" fmla="*/ 268225 w 1440502"/>
                    <a:gd name="connsiteY1301" fmla="*/ 1576993 h 2360402"/>
                    <a:gd name="connsiteX1302" fmla="*/ 267877 w 1440502"/>
                    <a:gd name="connsiteY1302" fmla="*/ 1575546 h 2360402"/>
                    <a:gd name="connsiteX1303" fmla="*/ 267935 w 1440502"/>
                    <a:gd name="connsiteY1303" fmla="*/ 1575408 h 2360402"/>
                    <a:gd name="connsiteX1304" fmla="*/ 267669 w 1440502"/>
                    <a:gd name="connsiteY1304" fmla="*/ 1574690 h 2360402"/>
                    <a:gd name="connsiteX1305" fmla="*/ 267137 w 1440502"/>
                    <a:gd name="connsiteY1305" fmla="*/ 1572479 h 2360402"/>
                    <a:gd name="connsiteX1306" fmla="*/ 266685 w 1440502"/>
                    <a:gd name="connsiteY1306" fmla="*/ 1572340 h 2360402"/>
                    <a:gd name="connsiteX1307" fmla="*/ 264023 w 1440502"/>
                    <a:gd name="connsiteY1307" fmla="*/ 1570546 h 2360402"/>
                    <a:gd name="connsiteX1308" fmla="*/ 263351 w 1440502"/>
                    <a:gd name="connsiteY1308" fmla="*/ 1568971 h 2360402"/>
                    <a:gd name="connsiteX1309" fmla="*/ 262958 w 1440502"/>
                    <a:gd name="connsiteY1309" fmla="*/ 1568068 h 2360402"/>
                    <a:gd name="connsiteX1310" fmla="*/ 263027 w 1440502"/>
                    <a:gd name="connsiteY1310" fmla="*/ 1564862 h 2360402"/>
                    <a:gd name="connsiteX1311" fmla="*/ 266002 w 1440502"/>
                    <a:gd name="connsiteY1311" fmla="*/ 1560579 h 2360402"/>
                    <a:gd name="connsiteX1312" fmla="*/ 265308 w 1440502"/>
                    <a:gd name="connsiteY1312" fmla="*/ 1552823 h 2360402"/>
                    <a:gd name="connsiteX1313" fmla="*/ 267785 w 1440502"/>
                    <a:gd name="connsiteY1313" fmla="*/ 1551422 h 2360402"/>
                    <a:gd name="connsiteX1314" fmla="*/ 270285 w 1440502"/>
                    <a:gd name="connsiteY1314" fmla="*/ 1545357 h 2360402"/>
                    <a:gd name="connsiteX1315" fmla="*/ 270748 w 1440502"/>
                    <a:gd name="connsiteY1315" fmla="*/ 1545160 h 2360402"/>
                    <a:gd name="connsiteX1316" fmla="*/ 271477 w 1440502"/>
                    <a:gd name="connsiteY1316" fmla="*/ 1545287 h 2360402"/>
                    <a:gd name="connsiteX1317" fmla="*/ 273596 w 1440502"/>
                    <a:gd name="connsiteY1317" fmla="*/ 1543944 h 2360402"/>
                    <a:gd name="connsiteX1318" fmla="*/ 274672 w 1440502"/>
                    <a:gd name="connsiteY1318" fmla="*/ 1543481 h 2360402"/>
                    <a:gd name="connsiteX1319" fmla="*/ 279419 w 1440502"/>
                    <a:gd name="connsiteY1319" fmla="*/ 1536663 h 2360402"/>
                    <a:gd name="connsiteX1320" fmla="*/ 282671 w 1440502"/>
                    <a:gd name="connsiteY1320" fmla="*/ 1525759 h 2360402"/>
                    <a:gd name="connsiteX1321" fmla="*/ 284396 w 1440502"/>
                    <a:gd name="connsiteY1321" fmla="*/ 1521788 h 2360402"/>
                    <a:gd name="connsiteX1322" fmla="*/ 291272 w 1440502"/>
                    <a:gd name="connsiteY1322" fmla="*/ 1514264 h 2360402"/>
                    <a:gd name="connsiteX1323" fmla="*/ 293009 w 1440502"/>
                    <a:gd name="connsiteY1323" fmla="*/ 1509275 h 2360402"/>
                    <a:gd name="connsiteX1324" fmla="*/ 298507 w 1440502"/>
                    <a:gd name="connsiteY1324" fmla="*/ 1504042 h 2360402"/>
                    <a:gd name="connsiteX1325" fmla="*/ 308335 w 1440502"/>
                    <a:gd name="connsiteY1325" fmla="*/ 1495221 h 2360402"/>
                    <a:gd name="connsiteX1326" fmla="*/ 309284 w 1440502"/>
                    <a:gd name="connsiteY1326" fmla="*/ 1493809 h 2360402"/>
                    <a:gd name="connsiteX1327" fmla="*/ 314192 w 1440502"/>
                    <a:gd name="connsiteY1327" fmla="*/ 1489144 h 2360402"/>
                    <a:gd name="connsiteX1328" fmla="*/ 311738 w 1440502"/>
                    <a:gd name="connsiteY1328" fmla="*/ 1488230 h 2360402"/>
                    <a:gd name="connsiteX1329" fmla="*/ 311738 w 1440502"/>
                    <a:gd name="connsiteY1329" fmla="*/ 1488195 h 2360402"/>
                    <a:gd name="connsiteX1330" fmla="*/ 312780 w 1440502"/>
                    <a:gd name="connsiteY1330" fmla="*/ 1484931 h 2360402"/>
                    <a:gd name="connsiteX1331" fmla="*/ 311819 w 1440502"/>
                    <a:gd name="connsiteY1331" fmla="*/ 1484225 h 2360402"/>
                    <a:gd name="connsiteX1332" fmla="*/ 311843 w 1440502"/>
                    <a:gd name="connsiteY1332" fmla="*/ 1483426 h 2360402"/>
                    <a:gd name="connsiteX1333" fmla="*/ 314609 w 1440502"/>
                    <a:gd name="connsiteY1333" fmla="*/ 1476642 h 2360402"/>
                    <a:gd name="connsiteX1334" fmla="*/ 327320 w 1440502"/>
                    <a:gd name="connsiteY1334" fmla="*/ 1470959 h 2360402"/>
                    <a:gd name="connsiteX1335" fmla="*/ 331487 w 1440502"/>
                    <a:gd name="connsiteY1335" fmla="*/ 1471965 h 2360402"/>
                    <a:gd name="connsiteX1336" fmla="*/ 346362 w 1440502"/>
                    <a:gd name="connsiteY1336" fmla="*/ 1463261 h 2360402"/>
                    <a:gd name="connsiteX1337" fmla="*/ 348677 w 1440502"/>
                    <a:gd name="connsiteY1337" fmla="*/ 1461906 h 2360402"/>
                    <a:gd name="connsiteX1338" fmla="*/ 356201 w 1440502"/>
                    <a:gd name="connsiteY1338" fmla="*/ 1455412 h 2360402"/>
                    <a:gd name="connsiteX1339" fmla="*/ 355090 w 1440502"/>
                    <a:gd name="connsiteY1339" fmla="*/ 1451071 h 2360402"/>
                    <a:gd name="connsiteX1340" fmla="*/ 355090 w 1440502"/>
                    <a:gd name="connsiteY1340" fmla="*/ 1450492 h 2360402"/>
                    <a:gd name="connsiteX1341" fmla="*/ 356144 w 1440502"/>
                    <a:gd name="connsiteY1341" fmla="*/ 1447853 h 2360402"/>
                    <a:gd name="connsiteX1342" fmla="*/ 361885 w 1440502"/>
                    <a:gd name="connsiteY1342" fmla="*/ 1435479 h 2360402"/>
                    <a:gd name="connsiteX1343" fmla="*/ 365404 w 1440502"/>
                    <a:gd name="connsiteY1343" fmla="*/ 1430293 h 2360402"/>
                    <a:gd name="connsiteX1344" fmla="*/ 365937 w 1440502"/>
                    <a:gd name="connsiteY1344" fmla="*/ 1429818 h 2360402"/>
                    <a:gd name="connsiteX1345" fmla="*/ 373357 w 1440502"/>
                    <a:gd name="connsiteY1345" fmla="*/ 1423150 h 2360402"/>
                    <a:gd name="connsiteX1346" fmla="*/ 388996 w 1440502"/>
                    <a:gd name="connsiteY1346" fmla="*/ 1417571 h 2360402"/>
                    <a:gd name="connsiteX1347" fmla="*/ 390142 w 1440502"/>
                    <a:gd name="connsiteY1347" fmla="*/ 1416471 h 2360402"/>
                    <a:gd name="connsiteX1348" fmla="*/ 390269 w 1440502"/>
                    <a:gd name="connsiteY1348" fmla="*/ 1416425 h 2360402"/>
                    <a:gd name="connsiteX1349" fmla="*/ 391543 w 1440502"/>
                    <a:gd name="connsiteY1349" fmla="*/ 1415151 h 2360402"/>
                    <a:gd name="connsiteX1350" fmla="*/ 396300 w 1440502"/>
                    <a:gd name="connsiteY1350" fmla="*/ 1410637 h 2360402"/>
                    <a:gd name="connsiteX1351" fmla="*/ 401104 w 1440502"/>
                    <a:gd name="connsiteY1351" fmla="*/ 1408622 h 2360402"/>
                    <a:gd name="connsiteX1352" fmla="*/ 403396 w 1440502"/>
                    <a:gd name="connsiteY1352" fmla="*/ 1404802 h 2360402"/>
                    <a:gd name="connsiteX1353" fmla="*/ 404450 w 1440502"/>
                    <a:gd name="connsiteY1353" fmla="*/ 1406272 h 2360402"/>
                    <a:gd name="connsiteX1354" fmla="*/ 409520 w 1440502"/>
                    <a:gd name="connsiteY1354" fmla="*/ 1399732 h 2360402"/>
                    <a:gd name="connsiteX1355" fmla="*/ 409543 w 1440502"/>
                    <a:gd name="connsiteY1355" fmla="*/ 1399744 h 2360402"/>
                    <a:gd name="connsiteX1356" fmla="*/ 409856 w 1440502"/>
                    <a:gd name="connsiteY1356" fmla="*/ 1399304 h 2360402"/>
                    <a:gd name="connsiteX1357" fmla="*/ 412286 w 1440502"/>
                    <a:gd name="connsiteY1357" fmla="*/ 1396167 h 2360402"/>
                    <a:gd name="connsiteX1358" fmla="*/ 411546 w 1440502"/>
                    <a:gd name="connsiteY1358" fmla="*/ 1396966 h 2360402"/>
                    <a:gd name="connsiteX1359" fmla="*/ 412217 w 1440502"/>
                    <a:gd name="connsiteY1359" fmla="*/ 1396051 h 2360402"/>
                    <a:gd name="connsiteX1360" fmla="*/ 410978 w 1440502"/>
                    <a:gd name="connsiteY1360" fmla="*/ 1397591 h 2360402"/>
                    <a:gd name="connsiteX1361" fmla="*/ 410238 w 1440502"/>
                    <a:gd name="connsiteY1361" fmla="*/ 1398389 h 2360402"/>
                    <a:gd name="connsiteX1362" fmla="*/ 410782 w 1440502"/>
                    <a:gd name="connsiteY1362" fmla="*/ 1396722 h 2360402"/>
                    <a:gd name="connsiteX1363" fmla="*/ 408918 w 1440502"/>
                    <a:gd name="connsiteY1363" fmla="*/ 1396502 h 2360402"/>
                    <a:gd name="connsiteX1364" fmla="*/ 407483 w 1440502"/>
                    <a:gd name="connsiteY1364" fmla="*/ 1397868 h 2360402"/>
                    <a:gd name="connsiteX1365" fmla="*/ 407355 w 1440502"/>
                    <a:gd name="connsiteY1365" fmla="*/ 1397741 h 2360402"/>
                    <a:gd name="connsiteX1366" fmla="*/ 403269 w 1440502"/>
                    <a:gd name="connsiteY1366" fmla="*/ 1401874 h 2360402"/>
                    <a:gd name="connsiteX1367" fmla="*/ 401590 w 1440502"/>
                    <a:gd name="connsiteY1367" fmla="*/ 1403459 h 2360402"/>
                    <a:gd name="connsiteX1368" fmla="*/ 385060 w 1440502"/>
                    <a:gd name="connsiteY1368" fmla="*/ 1412662 h 2360402"/>
                    <a:gd name="connsiteX1369" fmla="*/ 381391 w 1440502"/>
                    <a:gd name="connsiteY1369" fmla="*/ 1412327 h 2360402"/>
                    <a:gd name="connsiteX1370" fmla="*/ 369120 w 1440502"/>
                    <a:gd name="connsiteY1370" fmla="*/ 1416610 h 2360402"/>
                    <a:gd name="connsiteX1371" fmla="*/ 369097 w 1440502"/>
                    <a:gd name="connsiteY1371" fmla="*/ 1416193 h 2360402"/>
                    <a:gd name="connsiteX1372" fmla="*/ 370278 w 1440502"/>
                    <a:gd name="connsiteY1372" fmla="*/ 1408611 h 2360402"/>
                    <a:gd name="connsiteX1373" fmla="*/ 369247 w 1440502"/>
                    <a:gd name="connsiteY1373" fmla="*/ 1407094 h 2360402"/>
                    <a:gd name="connsiteX1374" fmla="*/ 372049 w 1440502"/>
                    <a:gd name="connsiteY1374" fmla="*/ 1403355 h 2360402"/>
                    <a:gd name="connsiteX1375" fmla="*/ 371018 w 1440502"/>
                    <a:gd name="connsiteY1375" fmla="*/ 1401897 h 2360402"/>
                    <a:gd name="connsiteX1376" fmla="*/ 368842 w 1440502"/>
                    <a:gd name="connsiteY1376" fmla="*/ 1405624 h 2360402"/>
                    <a:gd name="connsiteX1377" fmla="*/ 369641 w 1440502"/>
                    <a:gd name="connsiteY1377" fmla="*/ 1409548 h 2360402"/>
                    <a:gd name="connsiteX1378" fmla="*/ 366816 w 1440502"/>
                    <a:gd name="connsiteY1378" fmla="*/ 1409386 h 2360402"/>
                    <a:gd name="connsiteX1379" fmla="*/ 361410 w 1440502"/>
                    <a:gd name="connsiteY1379" fmla="*/ 1415209 h 2360402"/>
                    <a:gd name="connsiteX1380" fmla="*/ 360774 w 1440502"/>
                    <a:gd name="connsiteY1380" fmla="*/ 1413901 h 2360402"/>
                    <a:gd name="connsiteX1381" fmla="*/ 360994 w 1440502"/>
                    <a:gd name="connsiteY1381" fmla="*/ 1417941 h 2360402"/>
                    <a:gd name="connsiteX1382" fmla="*/ 358412 w 1440502"/>
                    <a:gd name="connsiteY1382" fmla="*/ 1422664 h 2360402"/>
                    <a:gd name="connsiteX1383" fmla="*/ 354014 w 1440502"/>
                    <a:gd name="connsiteY1383" fmla="*/ 1425766 h 2360402"/>
                    <a:gd name="connsiteX1384" fmla="*/ 352404 w 1440502"/>
                    <a:gd name="connsiteY1384" fmla="*/ 1431589 h 2360402"/>
                    <a:gd name="connsiteX1385" fmla="*/ 351444 w 1440502"/>
                    <a:gd name="connsiteY1385" fmla="*/ 1432990 h 2360402"/>
                    <a:gd name="connsiteX1386" fmla="*/ 349105 w 1440502"/>
                    <a:gd name="connsiteY1386" fmla="*/ 1434934 h 2360402"/>
                    <a:gd name="connsiteX1387" fmla="*/ 348862 w 1440502"/>
                    <a:gd name="connsiteY1387" fmla="*/ 1436752 h 2360402"/>
                    <a:gd name="connsiteX1388" fmla="*/ 348029 w 1440502"/>
                    <a:gd name="connsiteY1388" fmla="*/ 1437979 h 2360402"/>
                    <a:gd name="connsiteX1389" fmla="*/ 346906 w 1440502"/>
                    <a:gd name="connsiteY1389" fmla="*/ 1436208 h 2360402"/>
                    <a:gd name="connsiteX1390" fmla="*/ 348168 w 1440502"/>
                    <a:gd name="connsiteY1390" fmla="*/ 1443720 h 2360402"/>
                    <a:gd name="connsiteX1391" fmla="*/ 343908 w 1440502"/>
                    <a:gd name="connsiteY1391" fmla="*/ 1453016 h 2360402"/>
                    <a:gd name="connsiteX1392" fmla="*/ 334254 w 1440502"/>
                    <a:gd name="connsiteY1392" fmla="*/ 1460783 h 2360402"/>
                    <a:gd name="connsiteX1393" fmla="*/ 328280 w 1440502"/>
                    <a:gd name="connsiteY1393" fmla="*/ 1460969 h 2360402"/>
                    <a:gd name="connsiteX1394" fmla="*/ 325618 w 1440502"/>
                    <a:gd name="connsiteY1394" fmla="*/ 1463261 h 2360402"/>
                    <a:gd name="connsiteX1395" fmla="*/ 324785 w 1440502"/>
                    <a:gd name="connsiteY1395" fmla="*/ 1463978 h 2360402"/>
                    <a:gd name="connsiteX1396" fmla="*/ 324518 w 1440502"/>
                    <a:gd name="connsiteY1396" fmla="*/ 1464001 h 2360402"/>
                    <a:gd name="connsiteX1397" fmla="*/ 318869 w 1440502"/>
                    <a:gd name="connsiteY1397" fmla="*/ 1464140 h 2360402"/>
                    <a:gd name="connsiteX1398" fmla="*/ 309273 w 1440502"/>
                    <a:gd name="connsiteY1398" fmla="*/ 1471664 h 2360402"/>
                    <a:gd name="connsiteX1399" fmla="*/ 303682 w 1440502"/>
                    <a:gd name="connsiteY1399" fmla="*/ 1476040 h 2360402"/>
                    <a:gd name="connsiteX1400" fmla="*/ 303485 w 1440502"/>
                    <a:gd name="connsiteY1400" fmla="*/ 1478552 h 2360402"/>
                    <a:gd name="connsiteX1401" fmla="*/ 300973 w 1440502"/>
                    <a:gd name="connsiteY1401" fmla="*/ 1479119 h 2360402"/>
                    <a:gd name="connsiteX1402" fmla="*/ 297164 w 1440502"/>
                    <a:gd name="connsiteY1402" fmla="*/ 1484583 h 2360402"/>
                    <a:gd name="connsiteX1403" fmla="*/ 297245 w 1440502"/>
                    <a:gd name="connsiteY1403" fmla="*/ 1486007 h 2360402"/>
                    <a:gd name="connsiteX1404" fmla="*/ 296759 w 1440502"/>
                    <a:gd name="connsiteY1404" fmla="*/ 1489827 h 2360402"/>
                    <a:gd name="connsiteX1405" fmla="*/ 295092 w 1440502"/>
                    <a:gd name="connsiteY1405" fmla="*/ 1491795 h 2360402"/>
                    <a:gd name="connsiteX1406" fmla="*/ 296076 w 1440502"/>
                    <a:gd name="connsiteY1406" fmla="*/ 1493994 h 2360402"/>
                    <a:gd name="connsiteX1407" fmla="*/ 287255 w 1440502"/>
                    <a:gd name="connsiteY1407" fmla="*/ 1498358 h 2360402"/>
                    <a:gd name="connsiteX1408" fmla="*/ 284003 w 1440502"/>
                    <a:gd name="connsiteY1408" fmla="*/ 1503730 h 2360402"/>
                    <a:gd name="connsiteX1409" fmla="*/ 282741 w 1440502"/>
                    <a:gd name="connsiteY1409" fmla="*/ 1508881 h 2360402"/>
                    <a:gd name="connsiteX1410" fmla="*/ 281757 w 1440502"/>
                    <a:gd name="connsiteY1410" fmla="*/ 1512354 h 2360402"/>
                    <a:gd name="connsiteX1411" fmla="*/ 279245 w 1440502"/>
                    <a:gd name="connsiteY1411" fmla="*/ 1514333 h 2360402"/>
                    <a:gd name="connsiteX1412" fmla="*/ 276409 w 1440502"/>
                    <a:gd name="connsiteY1412" fmla="*/ 1516081 h 2360402"/>
                    <a:gd name="connsiteX1413" fmla="*/ 275946 w 1440502"/>
                    <a:gd name="connsiteY1413" fmla="*/ 1516370 h 2360402"/>
                    <a:gd name="connsiteX1414" fmla="*/ 274464 w 1440502"/>
                    <a:gd name="connsiteY1414" fmla="*/ 1515815 h 2360402"/>
                    <a:gd name="connsiteX1415" fmla="*/ 274036 w 1440502"/>
                    <a:gd name="connsiteY1415" fmla="*/ 1515572 h 2360402"/>
                    <a:gd name="connsiteX1416" fmla="*/ 272959 w 1440502"/>
                    <a:gd name="connsiteY1416" fmla="*/ 1513153 h 2360402"/>
                    <a:gd name="connsiteX1417" fmla="*/ 274163 w 1440502"/>
                    <a:gd name="connsiteY1417" fmla="*/ 1509900 h 2360402"/>
                    <a:gd name="connsiteX1418" fmla="*/ 270019 w 1440502"/>
                    <a:gd name="connsiteY1418" fmla="*/ 1509946 h 2360402"/>
                    <a:gd name="connsiteX1419" fmla="*/ 268989 w 1440502"/>
                    <a:gd name="connsiteY1419" fmla="*/ 1513118 h 2360402"/>
                    <a:gd name="connsiteX1420" fmla="*/ 272253 w 1440502"/>
                    <a:gd name="connsiteY1420" fmla="*/ 1516069 h 2360402"/>
                    <a:gd name="connsiteX1421" fmla="*/ 266893 w 1440502"/>
                    <a:gd name="connsiteY1421" fmla="*/ 1520897 h 2360402"/>
                    <a:gd name="connsiteX1422" fmla="*/ 267669 w 1440502"/>
                    <a:gd name="connsiteY1422" fmla="*/ 1522830 h 2360402"/>
                    <a:gd name="connsiteX1423" fmla="*/ 267588 w 1440502"/>
                    <a:gd name="connsiteY1423" fmla="*/ 1531581 h 2360402"/>
                    <a:gd name="connsiteX1424" fmla="*/ 264671 w 1440502"/>
                    <a:gd name="connsiteY1424" fmla="*/ 1536790 h 2360402"/>
                    <a:gd name="connsiteX1425" fmla="*/ 261869 w 1440502"/>
                    <a:gd name="connsiteY1425" fmla="*/ 1536362 h 2360402"/>
                    <a:gd name="connsiteX1426" fmla="*/ 261082 w 1440502"/>
                    <a:gd name="connsiteY1426" fmla="*/ 1534614 h 2360402"/>
                    <a:gd name="connsiteX1427" fmla="*/ 258721 w 1440502"/>
                    <a:gd name="connsiteY1427" fmla="*/ 1536281 h 2360402"/>
                    <a:gd name="connsiteX1428" fmla="*/ 257749 w 1440502"/>
                    <a:gd name="connsiteY1428" fmla="*/ 1540182 h 2360402"/>
                    <a:gd name="connsiteX1429" fmla="*/ 251474 w 1440502"/>
                    <a:gd name="connsiteY1429" fmla="*/ 1547683 h 2360402"/>
                    <a:gd name="connsiteX1430" fmla="*/ 251694 w 1440502"/>
                    <a:gd name="connsiteY1430" fmla="*/ 1544755 h 2360402"/>
                    <a:gd name="connsiteX1431" fmla="*/ 250456 w 1440502"/>
                    <a:gd name="connsiteY1431" fmla="*/ 1545785 h 2360402"/>
                    <a:gd name="connsiteX1432" fmla="*/ 249159 w 1440502"/>
                    <a:gd name="connsiteY1432" fmla="*/ 1545785 h 2360402"/>
                    <a:gd name="connsiteX1433" fmla="*/ 248407 w 1440502"/>
                    <a:gd name="connsiteY1433" fmla="*/ 1544755 h 2360402"/>
                    <a:gd name="connsiteX1434" fmla="*/ 246393 w 1440502"/>
                    <a:gd name="connsiteY1434" fmla="*/ 1546734 h 2360402"/>
                    <a:gd name="connsiteX1435" fmla="*/ 244436 w 1440502"/>
                    <a:gd name="connsiteY1435" fmla="*/ 1548019 h 2360402"/>
                    <a:gd name="connsiteX1436" fmla="*/ 244112 w 1440502"/>
                    <a:gd name="connsiteY1436" fmla="*/ 1545229 h 2360402"/>
                    <a:gd name="connsiteX1437" fmla="*/ 237560 w 1440502"/>
                    <a:gd name="connsiteY1437" fmla="*/ 1541861 h 2360402"/>
                    <a:gd name="connsiteX1438" fmla="*/ 237282 w 1440502"/>
                    <a:gd name="connsiteY1438" fmla="*/ 1528051 h 2360402"/>
                    <a:gd name="connsiteX1439" fmla="*/ 234145 w 1440502"/>
                    <a:gd name="connsiteY1439" fmla="*/ 1525863 h 2360402"/>
                    <a:gd name="connsiteX1440" fmla="*/ 235187 w 1440502"/>
                    <a:gd name="connsiteY1440" fmla="*/ 1527101 h 2360402"/>
                    <a:gd name="connsiteX1441" fmla="*/ 230950 w 1440502"/>
                    <a:gd name="connsiteY1441" fmla="*/ 1538018 h 2360402"/>
                    <a:gd name="connsiteX1442" fmla="*/ 232478 w 1440502"/>
                    <a:gd name="connsiteY1442" fmla="*/ 1540912 h 2360402"/>
                    <a:gd name="connsiteX1443" fmla="*/ 229874 w 1440502"/>
                    <a:gd name="connsiteY1443" fmla="*/ 1543412 h 2360402"/>
                    <a:gd name="connsiteX1444" fmla="*/ 231078 w 1440502"/>
                    <a:gd name="connsiteY1444" fmla="*/ 1558148 h 2360402"/>
                    <a:gd name="connsiteX1445" fmla="*/ 229156 w 1440502"/>
                    <a:gd name="connsiteY1445" fmla="*/ 1561169 h 2360402"/>
                    <a:gd name="connsiteX1446" fmla="*/ 229874 w 1440502"/>
                    <a:gd name="connsiteY1446" fmla="*/ 1562327 h 2360402"/>
                    <a:gd name="connsiteX1447" fmla="*/ 229735 w 1440502"/>
                    <a:gd name="connsiteY1447" fmla="*/ 1562628 h 2360402"/>
                    <a:gd name="connsiteX1448" fmla="*/ 230163 w 1440502"/>
                    <a:gd name="connsiteY1448" fmla="*/ 1562801 h 2360402"/>
                    <a:gd name="connsiteX1449" fmla="*/ 230418 w 1440502"/>
                    <a:gd name="connsiteY1449" fmla="*/ 1563218 h 2360402"/>
                    <a:gd name="connsiteX1450" fmla="*/ 228647 w 1440502"/>
                    <a:gd name="connsiteY1450" fmla="*/ 1564665 h 2360402"/>
                    <a:gd name="connsiteX1451" fmla="*/ 229469 w 1440502"/>
                    <a:gd name="connsiteY1451" fmla="*/ 1568971 h 2360402"/>
                    <a:gd name="connsiteX1452" fmla="*/ 230233 w 1440502"/>
                    <a:gd name="connsiteY1452" fmla="*/ 1572942 h 2360402"/>
                    <a:gd name="connsiteX1453" fmla="*/ 234099 w 1440502"/>
                    <a:gd name="connsiteY1453" fmla="*/ 1576137 h 2360402"/>
                    <a:gd name="connsiteX1454" fmla="*/ 234423 w 1440502"/>
                    <a:gd name="connsiteY1454" fmla="*/ 1577109 h 2360402"/>
                    <a:gd name="connsiteX1455" fmla="*/ 234990 w 1440502"/>
                    <a:gd name="connsiteY1455" fmla="*/ 1583870 h 2360402"/>
                    <a:gd name="connsiteX1456" fmla="*/ 237722 w 1440502"/>
                    <a:gd name="connsiteY1456" fmla="*/ 1603213 h 2360402"/>
                    <a:gd name="connsiteX1457" fmla="*/ 236866 w 1440502"/>
                    <a:gd name="connsiteY1457" fmla="*/ 1609533 h 2360402"/>
                    <a:gd name="connsiteX1458" fmla="*/ 238058 w 1440502"/>
                    <a:gd name="connsiteY1458" fmla="*/ 1613110 h 2360402"/>
                    <a:gd name="connsiteX1459" fmla="*/ 240570 w 1440502"/>
                    <a:gd name="connsiteY1459" fmla="*/ 1612126 h 2360402"/>
                    <a:gd name="connsiteX1460" fmla="*/ 242248 w 1440502"/>
                    <a:gd name="connsiteY1460" fmla="*/ 1614638 h 2360402"/>
                    <a:gd name="connsiteX1461" fmla="*/ 238810 w 1440502"/>
                    <a:gd name="connsiteY1461" fmla="*/ 1613504 h 2360402"/>
                    <a:gd name="connsiteX1462" fmla="*/ 242237 w 1440502"/>
                    <a:gd name="connsiteY1462" fmla="*/ 1621329 h 2360402"/>
                    <a:gd name="connsiteX1463" fmla="*/ 242202 w 1440502"/>
                    <a:gd name="connsiteY1463" fmla="*/ 1621329 h 2360402"/>
                    <a:gd name="connsiteX1464" fmla="*/ 242283 w 1440502"/>
                    <a:gd name="connsiteY1464" fmla="*/ 1621422 h 2360402"/>
                    <a:gd name="connsiteX1465" fmla="*/ 242295 w 1440502"/>
                    <a:gd name="connsiteY1465" fmla="*/ 1621445 h 2360402"/>
                    <a:gd name="connsiteX1466" fmla="*/ 244066 w 1440502"/>
                    <a:gd name="connsiteY1466" fmla="*/ 1625161 h 2360402"/>
                    <a:gd name="connsiteX1467" fmla="*/ 243927 w 1440502"/>
                    <a:gd name="connsiteY1467" fmla="*/ 1625253 h 2360402"/>
                    <a:gd name="connsiteX1468" fmla="*/ 241392 w 1440502"/>
                    <a:gd name="connsiteY1468" fmla="*/ 1626191 h 2360402"/>
                    <a:gd name="connsiteX1469" fmla="*/ 240500 w 1440502"/>
                    <a:gd name="connsiteY1469" fmla="*/ 1625253 h 2360402"/>
                    <a:gd name="connsiteX1470" fmla="*/ 240466 w 1440502"/>
                    <a:gd name="connsiteY1470" fmla="*/ 1624698 h 2360402"/>
                    <a:gd name="connsiteX1471" fmla="*/ 239215 w 1440502"/>
                    <a:gd name="connsiteY1471" fmla="*/ 1626411 h 2360402"/>
                    <a:gd name="connsiteX1472" fmla="*/ 237780 w 1440502"/>
                    <a:gd name="connsiteY1472" fmla="*/ 1628193 h 2360402"/>
                    <a:gd name="connsiteX1473" fmla="*/ 237954 w 1440502"/>
                    <a:gd name="connsiteY1473" fmla="*/ 1628147 h 2360402"/>
                    <a:gd name="connsiteX1474" fmla="*/ 237375 w 1440502"/>
                    <a:gd name="connsiteY1474" fmla="*/ 1628934 h 2360402"/>
                    <a:gd name="connsiteX1475" fmla="*/ 241207 w 1440502"/>
                    <a:gd name="connsiteY1475" fmla="*/ 1627418 h 2360402"/>
                    <a:gd name="connsiteX1476" fmla="*/ 247226 w 1440502"/>
                    <a:gd name="connsiteY1476" fmla="*/ 1630069 h 2360402"/>
                    <a:gd name="connsiteX1477" fmla="*/ 249275 w 1440502"/>
                    <a:gd name="connsiteY1477" fmla="*/ 1634537 h 2360402"/>
                    <a:gd name="connsiteX1478" fmla="*/ 256139 w 1440502"/>
                    <a:gd name="connsiteY1478" fmla="*/ 1647039 h 2360402"/>
                    <a:gd name="connsiteX1479" fmla="*/ 261221 w 1440502"/>
                    <a:gd name="connsiteY1479" fmla="*/ 1651554 h 2360402"/>
                    <a:gd name="connsiteX1480" fmla="*/ 263745 w 1440502"/>
                    <a:gd name="connsiteY1480" fmla="*/ 1661266 h 2360402"/>
                    <a:gd name="connsiteX1481" fmla="*/ 265597 w 1440502"/>
                    <a:gd name="connsiteY1481" fmla="*/ 1663651 h 2360402"/>
                    <a:gd name="connsiteX1482" fmla="*/ 266338 w 1440502"/>
                    <a:gd name="connsiteY1482" fmla="*/ 1665838 h 2360402"/>
                    <a:gd name="connsiteX1483" fmla="*/ 267808 w 1440502"/>
                    <a:gd name="connsiteY1483" fmla="*/ 1674671 h 2360402"/>
                    <a:gd name="connsiteX1484" fmla="*/ 268329 w 1440502"/>
                    <a:gd name="connsiteY1484" fmla="*/ 1677842 h 2360402"/>
                    <a:gd name="connsiteX1485" fmla="*/ 268271 w 1440502"/>
                    <a:gd name="connsiteY1485" fmla="*/ 1678190 h 2360402"/>
                    <a:gd name="connsiteX1486" fmla="*/ 264949 w 1440502"/>
                    <a:gd name="connsiteY1486" fmla="*/ 1686374 h 2360402"/>
                    <a:gd name="connsiteX1487" fmla="*/ 263490 w 1440502"/>
                    <a:gd name="connsiteY1487" fmla="*/ 1688550 h 2360402"/>
                    <a:gd name="connsiteX1488" fmla="*/ 255873 w 1440502"/>
                    <a:gd name="connsiteY1488" fmla="*/ 1687265 h 2360402"/>
                    <a:gd name="connsiteX1489" fmla="*/ 250305 w 1440502"/>
                    <a:gd name="connsiteY1489" fmla="*/ 1692717 h 2360402"/>
                    <a:gd name="connsiteX1490" fmla="*/ 247897 w 1440502"/>
                    <a:gd name="connsiteY1490" fmla="*/ 1693771 h 2360402"/>
                    <a:gd name="connsiteX1491" fmla="*/ 242434 w 1440502"/>
                    <a:gd name="connsiteY1491" fmla="*/ 1695519 h 2360402"/>
                    <a:gd name="connsiteX1492" fmla="*/ 241033 w 1440502"/>
                    <a:gd name="connsiteY1492" fmla="*/ 1694836 h 2360402"/>
                    <a:gd name="connsiteX1493" fmla="*/ 238382 w 1440502"/>
                    <a:gd name="connsiteY1493" fmla="*/ 1699038 h 2360402"/>
                    <a:gd name="connsiteX1494" fmla="*/ 233786 w 1440502"/>
                    <a:gd name="connsiteY1494" fmla="*/ 1704791 h 2360402"/>
                    <a:gd name="connsiteX1495" fmla="*/ 231367 w 1440502"/>
                    <a:gd name="connsiteY1495" fmla="*/ 1705717 h 2360402"/>
                    <a:gd name="connsiteX1496" fmla="*/ 220903 w 1440502"/>
                    <a:gd name="connsiteY1496" fmla="*/ 1720338 h 2360402"/>
                    <a:gd name="connsiteX1497" fmla="*/ 221516 w 1440502"/>
                    <a:gd name="connsiteY1497" fmla="*/ 1722861 h 2360402"/>
                    <a:gd name="connsiteX1498" fmla="*/ 221076 w 1440502"/>
                    <a:gd name="connsiteY1498" fmla="*/ 1731786 h 2360402"/>
                    <a:gd name="connsiteX1499" fmla="*/ 217129 w 1440502"/>
                    <a:gd name="connsiteY1499" fmla="*/ 1734472 h 2360402"/>
                    <a:gd name="connsiteX1500" fmla="*/ 218275 w 1440502"/>
                    <a:gd name="connsiteY1500" fmla="*/ 1736602 h 2360402"/>
                    <a:gd name="connsiteX1501" fmla="*/ 213019 w 1440502"/>
                    <a:gd name="connsiteY1501" fmla="*/ 1753375 h 2360402"/>
                    <a:gd name="connsiteX1502" fmla="*/ 208181 w 1440502"/>
                    <a:gd name="connsiteY1502" fmla="*/ 1757716 h 2360402"/>
                    <a:gd name="connsiteX1503" fmla="*/ 210322 w 1440502"/>
                    <a:gd name="connsiteY1503" fmla="*/ 1762925 h 2360402"/>
                    <a:gd name="connsiteX1504" fmla="*/ 209651 w 1440502"/>
                    <a:gd name="connsiteY1504" fmla="*/ 1780081 h 2360402"/>
                    <a:gd name="connsiteX1505" fmla="*/ 209732 w 1440502"/>
                    <a:gd name="connsiteY1505" fmla="*/ 1780382 h 2360402"/>
                    <a:gd name="connsiteX1506" fmla="*/ 211051 w 1440502"/>
                    <a:gd name="connsiteY1506" fmla="*/ 1785325 h 2360402"/>
                    <a:gd name="connsiteX1507" fmla="*/ 214837 w 1440502"/>
                    <a:gd name="connsiteY1507" fmla="*/ 1788612 h 2360402"/>
                    <a:gd name="connsiteX1508" fmla="*/ 214617 w 1440502"/>
                    <a:gd name="connsiteY1508" fmla="*/ 1790962 h 2360402"/>
                    <a:gd name="connsiteX1509" fmla="*/ 212718 w 1440502"/>
                    <a:gd name="connsiteY1509" fmla="*/ 1791645 h 2360402"/>
                    <a:gd name="connsiteX1510" fmla="*/ 214466 w 1440502"/>
                    <a:gd name="connsiteY1510" fmla="*/ 1796588 h 2360402"/>
                    <a:gd name="connsiteX1511" fmla="*/ 214605 w 1440502"/>
                    <a:gd name="connsiteY1511" fmla="*/ 1797028 h 2360402"/>
                    <a:gd name="connsiteX1512" fmla="*/ 211468 w 1440502"/>
                    <a:gd name="connsiteY1512" fmla="*/ 1797873 h 2360402"/>
                    <a:gd name="connsiteX1513" fmla="*/ 211572 w 1440502"/>
                    <a:gd name="connsiteY1513" fmla="*/ 1798973 h 2360402"/>
                    <a:gd name="connsiteX1514" fmla="*/ 211491 w 1440502"/>
                    <a:gd name="connsiteY1514" fmla="*/ 1798625 h 2360402"/>
                    <a:gd name="connsiteX1515" fmla="*/ 210866 w 1440502"/>
                    <a:gd name="connsiteY1515" fmla="*/ 1793335 h 2360402"/>
                    <a:gd name="connsiteX1516" fmla="*/ 204893 w 1440502"/>
                    <a:gd name="connsiteY1516" fmla="*/ 1795037 h 2360402"/>
                    <a:gd name="connsiteX1517" fmla="*/ 206132 w 1440502"/>
                    <a:gd name="connsiteY1517" fmla="*/ 1791830 h 2360402"/>
                    <a:gd name="connsiteX1518" fmla="*/ 204835 w 1440502"/>
                    <a:gd name="connsiteY1518" fmla="*/ 1791599 h 2360402"/>
                    <a:gd name="connsiteX1519" fmla="*/ 206062 w 1440502"/>
                    <a:gd name="connsiteY1519" fmla="*/ 1791865 h 2360402"/>
                    <a:gd name="connsiteX1520" fmla="*/ 204303 w 1440502"/>
                    <a:gd name="connsiteY1520" fmla="*/ 1794539 h 2360402"/>
                    <a:gd name="connsiteX1521" fmla="*/ 204789 w 1440502"/>
                    <a:gd name="connsiteY1521" fmla="*/ 1797167 h 2360402"/>
                    <a:gd name="connsiteX1522" fmla="*/ 202995 w 1440502"/>
                    <a:gd name="connsiteY1522" fmla="*/ 1799945 h 2360402"/>
                    <a:gd name="connsiteX1523" fmla="*/ 202520 w 1440502"/>
                    <a:gd name="connsiteY1523" fmla="*/ 1801508 h 2360402"/>
                    <a:gd name="connsiteX1524" fmla="*/ 201930 w 1440502"/>
                    <a:gd name="connsiteY1524" fmla="*/ 1802306 h 2360402"/>
                    <a:gd name="connsiteX1525" fmla="*/ 203573 w 1440502"/>
                    <a:gd name="connsiteY1525" fmla="*/ 1803811 h 2360402"/>
                    <a:gd name="connsiteX1526" fmla="*/ 204094 w 1440502"/>
                    <a:gd name="connsiteY1526" fmla="*/ 1804297 h 2360402"/>
                    <a:gd name="connsiteX1527" fmla="*/ 203573 w 1440502"/>
                    <a:gd name="connsiteY1527" fmla="*/ 1804865 h 2360402"/>
                    <a:gd name="connsiteX1528" fmla="*/ 203377 w 1440502"/>
                    <a:gd name="connsiteY1528" fmla="*/ 1805073 h 2360402"/>
                    <a:gd name="connsiteX1529" fmla="*/ 202103 w 1440502"/>
                    <a:gd name="connsiteY1529" fmla="*/ 1810317 h 2360402"/>
                    <a:gd name="connsiteX1530" fmla="*/ 202289 w 1440502"/>
                    <a:gd name="connsiteY1530" fmla="*/ 1813303 h 2360402"/>
                    <a:gd name="connsiteX1531" fmla="*/ 202346 w 1440502"/>
                    <a:gd name="connsiteY1531" fmla="*/ 1814693 h 2360402"/>
                    <a:gd name="connsiteX1532" fmla="*/ 202034 w 1440502"/>
                    <a:gd name="connsiteY1532" fmla="*/ 1815213 h 2360402"/>
                    <a:gd name="connsiteX1533" fmla="*/ 202404 w 1440502"/>
                    <a:gd name="connsiteY1533" fmla="*/ 1816012 h 2360402"/>
                    <a:gd name="connsiteX1534" fmla="*/ 202740 w 1440502"/>
                    <a:gd name="connsiteY1534" fmla="*/ 1823791 h 2360402"/>
                    <a:gd name="connsiteX1535" fmla="*/ 201397 w 1440502"/>
                    <a:gd name="connsiteY1535" fmla="*/ 1824185 h 2360402"/>
                    <a:gd name="connsiteX1536" fmla="*/ 198144 w 1440502"/>
                    <a:gd name="connsiteY1536" fmla="*/ 1824682 h 2360402"/>
                    <a:gd name="connsiteX1537" fmla="*/ 198121 w 1440502"/>
                    <a:gd name="connsiteY1537" fmla="*/ 1825146 h 2360402"/>
                    <a:gd name="connsiteX1538" fmla="*/ 197901 w 1440502"/>
                    <a:gd name="connsiteY1538" fmla="*/ 1825215 h 2360402"/>
                    <a:gd name="connsiteX1539" fmla="*/ 197357 w 1440502"/>
                    <a:gd name="connsiteY1539" fmla="*/ 1832577 h 2360402"/>
                    <a:gd name="connsiteX1540" fmla="*/ 194382 w 1440502"/>
                    <a:gd name="connsiteY1540" fmla="*/ 1837995 h 2360402"/>
                    <a:gd name="connsiteX1541" fmla="*/ 196165 w 1440502"/>
                    <a:gd name="connsiteY1541" fmla="*/ 1841132 h 2360402"/>
                    <a:gd name="connsiteX1542" fmla="*/ 193155 w 1440502"/>
                    <a:gd name="connsiteY1542" fmla="*/ 1843111 h 2360402"/>
                    <a:gd name="connsiteX1543" fmla="*/ 193051 w 1440502"/>
                    <a:gd name="connsiteY1543" fmla="*/ 1847533 h 2360402"/>
                    <a:gd name="connsiteX1544" fmla="*/ 194625 w 1440502"/>
                    <a:gd name="connsiteY1544" fmla="*/ 1848402 h 2360402"/>
                    <a:gd name="connsiteX1545" fmla="*/ 194533 w 1440502"/>
                    <a:gd name="connsiteY1545" fmla="*/ 1848494 h 2360402"/>
                    <a:gd name="connsiteX1546" fmla="*/ 190307 w 1440502"/>
                    <a:gd name="connsiteY1546" fmla="*/ 1850473 h 2360402"/>
                    <a:gd name="connsiteX1547" fmla="*/ 190608 w 1440502"/>
                    <a:gd name="connsiteY1547" fmla="*/ 1852233 h 2360402"/>
                    <a:gd name="connsiteX1548" fmla="*/ 189671 w 1440502"/>
                    <a:gd name="connsiteY1548" fmla="*/ 1853124 h 2360402"/>
                    <a:gd name="connsiteX1549" fmla="*/ 187784 w 1440502"/>
                    <a:gd name="connsiteY1549" fmla="*/ 1853773 h 2360402"/>
                    <a:gd name="connsiteX1550" fmla="*/ 186163 w 1440502"/>
                    <a:gd name="connsiteY1550" fmla="*/ 1856470 h 2360402"/>
                    <a:gd name="connsiteX1551" fmla="*/ 185735 w 1440502"/>
                    <a:gd name="connsiteY1551" fmla="*/ 1856875 h 2360402"/>
                    <a:gd name="connsiteX1552" fmla="*/ 184462 w 1440502"/>
                    <a:gd name="connsiteY1552" fmla="*/ 1856401 h 2360402"/>
                    <a:gd name="connsiteX1553" fmla="*/ 182690 w 1440502"/>
                    <a:gd name="connsiteY1553" fmla="*/ 1859468 h 2360402"/>
                    <a:gd name="connsiteX1554" fmla="*/ 181811 w 1440502"/>
                    <a:gd name="connsiteY1554" fmla="*/ 1870072 h 2360402"/>
                    <a:gd name="connsiteX1555" fmla="*/ 180792 w 1440502"/>
                    <a:gd name="connsiteY1555" fmla="*/ 1872861 h 2360402"/>
                    <a:gd name="connsiteX1556" fmla="*/ 180410 w 1440502"/>
                    <a:gd name="connsiteY1556" fmla="*/ 1873452 h 2360402"/>
                    <a:gd name="connsiteX1557" fmla="*/ 179183 w 1440502"/>
                    <a:gd name="connsiteY1557" fmla="*/ 1872919 h 2360402"/>
                    <a:gd name="connsiteX1558" fmla="*/ 178361 w 1440502"/>
                    <a:gd name="connsiteY1558" fmla="*/ 1874424 h 2360402"/>
                    <a:gd name="connsiteX1559" fmla="*/ 178790 w 1440502"/>
                    <a:gd name="connsiteY1559" fmla="*/ 1875941 h 2360402"/>
                    <a:gd name="connsiteX1560" fmla="*/ 178500 w 1440502"/>
                    <a:gd name="connsiteY1560" fmla="*/ 1876380 h 2360402"/>
                    <a:gd name="connsiteX1561" fmla="*/ 179461 w 1440502"/>
                    <a:gd name="connsiteY1561" fmla="*/ 1878290 h 2360402"/>
                    <a:gd name="connsiteX1562" fmla="*/ 179669 w 1440502"/>
                    <a:gd name="connsiteY1562" fmla="*/ 1879031 h 2360402"/>
                    <a:gd name="connsiteX1563" fmla="*/ 179530 w 1440502"/>
                    <a:gd name="connsiteY1563" fmla="*/ 1879008 h 2360402"/>
                    <a:gd name="connsiteX1564" fmla="*/ 177146 w 1440502"/>
                    <a:gd name="connsiteY1564" fmla="*/ 1878406 h 2360402"/>
                    <a:gd name="connsiteX1565" fmla="*/ 169332 w 1440502"/>
                    <a:gd name="connsiteY1565" fmla="*/ 1884484 h 2360402"/>
                    <a:gd name="connsiteX1566" fmla="*/ 167098 w 1440502"/>
                    <a:gd name="connsiteY1566" fmla="*/ 1882110 h 2360402"/>
                    <a:gd name="connsiteX1567" fmla="*/ 163093 w 1440502"/>
                    <a:gd name="connsiteY1567" fmla="*/ 1881439 h 2360402"/>
                    <a:gd name="connsiteX1568" fmla="*/ 161507 w 1440502"/>
                    <a:gd name="connsiteY1568" fmla="*/ 1883025 h 2360402"/>
                    <a:gd name="connsiteX1569" fmla="*/ 161761 w 1440502"/>
                    <a:gd name="connsiteY1569" fmla="*/ 1883326 h 2360402"/>
                    <a:gd name="connsiteX1570" fmla="*/ 161622 w 1440502"/>
                    <a:gd name="connsiteY1570" fmla="*/ 1883465 h 2360402"/>
                    <a:gd name="connsiteX1571" fmla="*/ 162687 w 1440502"/>
                    <a:gd name="connsiteY1571" fmla="*/ 1884414 h 2360402"/>
                    <a:gd name="connsiteX1572" fmla="*/ 164111 w 1440502"/>
                    <a:gd name="connsiteY1572" fmla="*/ 1886081 h 2360402"/>
                    <a:gd name="connsiteX1573" fmla="*/ 167897 w 1440502"/>
                    <a:gd name="connsiteY1573" fmla="*/ 1890538 h 2360402"/>
                    <a:gd name="connsiteX1574" fmla="*/ 169529 w 1440502"/>
                    <a:gd name="connsiteY1574" fmla="*/ 1890515 h 2360402"/>
                    <a:gd name="connsiteX1575" fmla="*/ 169552 w 1440502"/>
                    <a:gd name="connsiteY1575" fmla="*/ 1890538 h 2360402"/>
                    <a:gd name="connsiteX1576" fmla="*/ 169760 w 1440502"/>
                    <a:gd name="connsiteY1576" fmla="*/ 1890503 h 2360402"/>
                    <a:gd name="connsiteX1577" fmla="*/ 172967 w 1440502"/>
                    <a:gd name="connsiteY1577" fmla="*/ 1890457 h 2360402"/>
                    <a:gd name="connsiteX1578" fmla="*/ 173372 w 1440502"/>
                    <a:gd name="connsiteY1578" fmla="*/ 1889959 h 2360402"/>
                    <a:gd name="connsiteX1579" fmla="*/ 173615 w 1440502"/>
                    <a:gd name="connsiteY1579" fmla="*/ 1889924 h 2360402"/>
                    <a:gd name="connsiteX1580" fmla="*/ 173684 w 1440502"/>
                    <a:gd name="connsiteY1580" fmla="*/ 1889589 h 2360402"/>
                    <a:gd name="connsiteX1581" fmla="*/ 174842 w 1440502"/>
                    <a:gd name="connsiteY1581" fmla="*/ 1888199 h 2360402"/>
                    <a:gd name="connsiteX1582" fmla="*/ 178859 w 1440502"/>
                    <a:gd name="connsiteY1582" fmla="*/ 1888709 h 2360402"/>
                    <a:gd name="connsiteX1583" fmla="*/ 180549 w 1440502"/>
                    <a:gd name="connsiteY1583" fmla="*/ 1895353 h 2360402"/>
                    <a:gd name="connsiteX1584" fmla="*/ 186429 w 1440502"/>
                    <a:gd name="connsiteY1584" fmla="*/ 1904290 h 2360402"/>
                    <a:gd name="connsiteX1585" fmla="*/ 189080 w 1440502"/>
                    <a:gd name="connsiteY1585" fmla="*/ 1917868 h 2360402"/>
                    <a:gd name="connsiteX1586" fmla="*/ 187159 w 1440502"/>
                    <a:gd name="connsiteY1586" fmla="*/ 1923297 h 2360402"/>
                    <a:gd name="connsiteX1587" fmla="*/ 172944 w 1440502"/>
                    <a:gd name="connsiteY1587" fmla="*/ 1939955 h 2360402"/>
                    <a:gd name="connsiteX1588" fmla="*/ 172550 w 1440502"/>
                    <a:gd name="connsiteY1588" fmla="*/ 1943856 h 2360402"/>
                    <a:gd name="connsiteX1589" fmla="*/ 158103 w 1440502"/>
                    <a:gd name="connsiteY1589" fmla="*/ 1952619 h 2360402"/>
                    <a:gd name="connsiteX1590" fmla="*/ 153021 w 1440502"/>
                    <a:gd name="connsiteY1590" fmla="*/ 1953059 h 2360402"/>
                    <a:gd name="connsiteX1591" fmla="*/ 145324 w 1440502"/>
                    <a:gd name="connsiteY1591" fmla="*/ 1950084 h 2360402"/>
                    <a:gd name="connsiteX1592" fmla="*/ 144398 w 1440502"/>
                    <a:gd name="connsiteY1592" fmla="*/ 1952388 h 2360402"/>
                    <a:gd name="connsiteX1593" fmla="*/ 141700 w 1440502"/>
                    <a:gd name="connsiteY1593" fmla="*/ 1949725 h 2360402"/>
                    <a:gd name="connsiteX1594" fmla="*/ 131641 w 1440502"/>
                    <a:gd name="connsiteY1594" fmla="*/ 1951149 h 2360402"/>
                    <a:gd name="connsiteX1595" fmla="*/ 130425 w 1440502"/>
                    <a:gd name="connsiteY1595" fmla="*/ 1951010 h 2360402"/>
                    <a:gd name="connsiteX1596" fmla="*/ 129881 w 1440502"/>
                    <a:gd name="connsiteY1596" fmla="*/ 1951392 h 2360402"/>
                    <a:gd name="connsiteX1597" fmla="*/ 128863 w 1440502"/>
                    <a:gd name="connsiteY1597" fmla="*/ 1951543 h 2360402"/>
                    <a:gd name="connsiteX1598" fmla="*/ 118595 w 1440502"/>
                    <a:gd name="connsiteY1598" fmla="*/ 1958963 h 2360402"/>
                    <a:gd name="connsiteX1599" fmla="*/ 104530 w 1440502"/>
                    <a:gd name="connsiteY1599" fmla="*/ 1960780 h 2360402"/>
                    <a:gd name="connsiteX1600" fmla="*/ 104484 w 1440502"/>
                    <a:gd name="connsiteY1600" fmla="*/ 1960769 h 2360402"/>
                    <a:gd name="connsiteX1601" fmla="*/ 97862 w 1440502"/>
                    <a:gd name="connsiteY1601" fmla="*/ 1957018 h 2360402"/>
                    <a:gd name="connsiteX1602" fmla="*/ 92399 w 1440502"/>
                    <a:gd name="connsiteY1602" fmla="*/ 1953927 h 2360402"/>
                    <a:gd name="connsiteX1603" fmla="*/ 91588 w 1440502"/>
                    <a:gd name="connsiteY1603" fmla="*/ 1951925 h 2360402"/>
                    <a:gd name="connsiteX1604" fmla="*/ 91033 w 1440502"/>
                    <a:gd name="connsiteY1604" fmla="*/ 1949297 h 2360402"/>
                    <a:gd name="connsiteX1605" fmla="*/ 94193 w 1440502"/>
                    <a:gd name="connsiteY1605" fmla="*/ 1933368 h 2360402"/>
                    <a:gd name="connsiteX1606" fmla="*/ 93938 w 1440502"/>
                    <a:gd name="connsiteY1606" fmla="*/ 1928148 h 2360402"/>
                    <a:gd name="connsiteX1607" fmla="*/ 91947 w 1440502"/>
                    <a:gd name="connsiteY1607" fmla="*/ 1925045 h 2360402"/>
                    <a:gd name="connsiteX1608" fmla="*/ 93985 w 1440502"/>
                    <a:gd name="connsiteY1608" fmla="*/ 1922221 h 2360402"/>
                    <a:gd name="connsiteX1609" fmla="*/ 94089 w 1440502"/>
                    <a:gd name="connsiteY1609" fmla="*/ 1917046 h 2360402"/>
                    <a:gd name="connsiteX1610" fmla="*/ 92676 w 1440502"/>
                    <a:gd name="connsiteY1610" fmla="*/ 1915472 h 2360402"/>
                    <a:gd name="connsiteX1611" fmla="*/ 92815 w 1440502"/>
                    <a:gd name="connsiteY1611" fmla="*/ 1915322 h 2360402"/>
                    <a:gd name="connsiteX1612" fmla="*/ 95362 w 1440502"/>
                    <a:gd name="connsiteY1612" fmla="*/ 1913041 h 2360402"/>
                    <a:gd name="connsiteX1613" fmla="*/ 94749 w 1440502"/>
                    <a:gd name="connsiteY1613" fmla="*/ 1909209 h 2360402"/>
                    <a:gd name="connsiteX1614" fmla="*/ 96902 w 1440502"/>
                    <a:gd name="connsiteY1614" fmla="*/ 1904660 h 2360402"/>
                    <a:gd name="connsiteX1615" fmla="*/ 96161 w 1440502"/>
                    <a:gd name="connsiteY1615" fmla="*/ 1901732 h 2360402"/>
                    <a:gd name="connsiteX1616" fmla="*/ 95987 w 1440502"/>
                    <a:gd name="connsiteY1616" fmla="*/ 1900840 h 2360402"/>
                    <a:gd name="connsiteX1617" fmla="*/ 97075 w 1440502"/>
                    <a:gd name="connsiteY1617" fmla="*/ 1898861 h 2360402"/>
                    <a:gd name="connsiteX1618" fmla="*/ 98962 w 1440502"/>
                    <a:gd name="connsiteY1618" fmla="*/ 1896650 h 2360402"/>
                    <a:gd name="connsiteX1619" fmla="*/ 102273 w 1440502"/>
                    <a:gd name="connsiteY1619" fmla="*/ 1894381 h 2360402"/>
                    <a:gd name="connsiteX1620" fmla="*/ 104345 w 1440502"/>
                    <a:gd name="connsiteY1620" fmla="*/ 1890341 h 2360402"/>
                    <a:gd name="connsiteX1621" fmla="*/ 110596 w 1440502"/>
                    <a:gd name="connsiteY1621" fmla="*/ 1887250 h 2360402"/>
                    <a:gd name="connsiteX1622" fmla="*/ 110989 w 1440502"/>
                    <a:gd name="connsiteY1622" fmla="*/ 1886081 h 2360402"/>
                    <a:gd name="connsiteX1623" fmla="*/ 112668 w 1440502"/>
                    <a:gd name="connsiteY1623" fmla="*/ 1881161 h 2360402"/>
                    <a:gd name="connsiteX1624" fmla="*/ 114069 w 1440502"/>
                    <a:gd name="connsiteY1624" fmla="*/ 1882284 h 2360402"/>
                    <a:gd name="connsiteX1625" fmla="*/ 115631 w 1440502"/>
                    <a:gd name="connsiteY1625" fmla="*/ 1881879 h 2360402"/>
                    <a:gd name="connsiteX1626" fmla="*/ 117379 w 1440502"/>
                    <a:gd name="connsiteY1626" fmla="*/ 1882319 h 2360402"/>
                    <a:gd name="connsiteX1627" fmla="*/ 122033 w 1440502"/>
                    <a:gd name="connsiteY1627" fmla="*/ 1880490 h 2360402"/>
                    <a:gd name="connsiteX1628" fmla="*/ 123966 w 1440502"/>
                    <a:gd name="connsiteY1628" fmla="*/ 1871820 h 2360402"/>
                    <a:gd name="connsiteX1629" fmla="*/ 124429 w 1440502"/>
                    <a:gd name="connsiteY1629" fmla="*/ 1870743 h 2360402"/>
                    <a:gd name="connsiteX1630" fmla="*/ 124707 w 1440502"/>
                    <a:gd name="connsiteY1630" fmla="*/ 1868555 h 2360402"/>
                    <a:gd name="connsiteX1631" fmla="*/ 126154 w 1440502"/>
                    <a:gd name="connsiteY1631" fmla="*/ 1862073 h 2360402"/>
                    <a:gd name="connsiteX1632" fmla="*/ 126536 w 1440502"/>
                    <a:gd name="connsiteY1632" fmla="*/ 1853877 h 2360402"/>
                    <a:gd name="connsiteX1633" fmla="*/ 127184 w 1440502"/>
                    <a:gd name="connsiteY1633" fmla="*/ 1848714 h 2360402"/>
                    <a:gd name="connsiteX1634" fmla="*/ 127393 w 1440502"/>
                    <a:gd name="connsiteY1634" fmla="*/ 1835402 h 2360402"/>
                    <a:gd name="connsiteX1635" fmla="*/ 127856 w 1440502"/>
                    <a:gd name="connsiteY1635" fmla="*/ 1825389 h 2360402"/>
                    <a:gd name="connsiteX1636" fmla="*/ 131525 w 1440502"/>
                    <a:gd name="connsiteY1636" fmla="*/ 1818559 h 2360402"/>
                    <a:gd name="connsiteX1637" fmla="*/ 131618 w 1440502"/>
                    <a:gd name="connsiteY1637" fmla="*/ 1813477 h 2360402"/>
                    <a:gd name="connsiteX1638" fmla="*/ 129453 w 1440502"/>
                    <a:gd name="connsiteY1638" fmla="*/ 1801450 h 2360402"/>
                    <a:gd name="connsiteX1639" fmla="*/ 128770 w 1440502"/>
                    <a:gd name="connsiteY1639" fmla="*/ 1796576 h 2360402"/>
                    <a:gd name="connsiteX1640" fmla="*/ 129117 w 1440502"/>
                    <a:gd name="connsiteY1640" fmla="*/ 1791691 h 2360402"/>
                    <a:gd name="connsiteX1641" fmla="*/ 129233 w 1440502"/>
                    <a:gd name="connsiteY1641" fmla="*/ 1791298 h 2360402"/>
                    <a:gd name="connsiteX1642" fmla="*/ 136931 w 1440502"/>
                    <a:gd name="connsiteY1642" fmla="*/ 1786575 h 2360402"/>
                    <a:gd name="connsiteX1643" fmla="*/ 138992 w 1440502"/>
                    <a:gd name="connsiteY1643" fmla="*/ 1780382 h 2360402"/>
                    <a:gd name="connsiteX1644" fmla="*/ 140647 w 1440502"/>
                    <a:gd name="connsiteY1644" fmla="*/ 1775392 h 2360402"/>
                    <a:gd name="connsiteX1645" fmla="*/ 140265 w 1440502"/>
                    <a:gd name="connsiteY1645" fmla="*/ 1770473 h 2360402"/>
                    <a:gd name="connsiteX1646" fmla="*/ 141967 w 1440502"/>
                    <a:gd name="connsiteY1646" fmla="*/ 1769975 h 2360402"/>
                    <a:gd name="connsiteX1647" fmla="*/ 142349 w 1440502"/>
                    <a:gd name="connsiteY1647" fmla="*/ 1768806 h 2360402"/>
                    <a:gd name="connsiteX1648" fmla="*/ 142383 w 1440502"/>
                    <a:gd name="connsiteY1648" fmla="*/ 1768783 h 2360402"/>
                    <a:gd name="connsiteX1649" fmla="*/ 142372 w 1440502"/>
                    <a:gd name="connsiteY1649" fmla="*/ 1768701 h 2360402"/>
                    <a:gd name="connsiteX1650" fmla="*/ 145138 w 1440502"/>
                    <a:gd name="connsiteY1650" fmla="*/ 1760193 h 2360402"/>
                    <a:gd name="connsiteX1651" fmla="*/ 146122 w 1440502"/>
                    <a:gd name="connsiteY1651" fmla="*/ 1746569 h 2360402"/>
                    <a:gd name="connsiteX1652" fmla="*/ 146585 w 1440502"/>
                    <a:gd name="connsiteY1652" fmla="*/ 1745006 h 2360402"/>
                    <a:gd name="connsiteX1653" fmla="*/ 149306 w 1440502"/>
                    <a:gd name="connsiteY1653" fmla="*/ 1739797 h 2360402"/>
                    <a:gd name="connsiteX1654" fmla="*/ 145289 w 1440502"/>
                    <a:gd name="connsiteY1654" fmla="*/ 1730976 h 2360402"/>
                    <a:gd name="connsiteX1655" fmla="*/ 158717 w 1440502"/>
                    <a:gd name="connsiteY1655" fmla="*/ 1723255 h 2360402"/>
                    <a:gd name="connsiteX1656" fmla="*/ 164898 w 1440502"/>
                    <a:gd name="connsiteY1656" fmla="*/ 1715927 h 2360402"/>
                    <a:gd name="connsiteX1657" fmla="*/ 165361 w 1440502"/>
                    <a:gd name="connsiteY1657" fmla="*/ 1715082 h 2360402"/>
                    <a:gd name="connsiteX1658" fmla="*/ 165396 w 1440502"/>
                    <a:gd name="connsiteY1658" fmla="*/ 1715048 h 2360402"/>
                    <a:gd name="connsiteX1659" fmla="*/ 166334 w 1440502"/>
                    <a:gd name="connsiteY1659" fmla="*/ 1713288 h 2360402"/>
                    <a:gd name="connsiteX1660" fmla="*/ 173187 w 1440502"/>
                    <a:gd name="connsiteY1660" fmla="*/ 1700624 h 2360402"/>
                    <a:gd name="connsiteX1661" fmla="*/ 172006 w 1440502"/>
                    <a:gd name="connsiteY1661" fmla="*/ 1698286 h 2360402"/>
                    <a:gd name="connsiteX1662" fmla="*/ 177933 w 1440502"/>
                    <a:gd name="connsiteY1662" fmla="*/ 1694026 h 2360402"/>
                    <a:gd name="connsiteX1663" fmla="*/ 178465 w 1440502"/>
                    <a:gd name="connsiteY1663" fmla="*/ 1689766 h 2360402"/>
                    <a:gd name="connsiteX1664" fmla="*/ 178500 w 1440502"/>
                    <a:gd name="connsiteY1664" fmla="*/ 1689731 h 2360402"/>
                    <a:gd name="connsiteX1665" fmla="*/ 183281 w 1440502"/>
                    <a:gd name="connsiteY1665" fmla="*/ 1683168 h 2360402"/>
                    <a:gd name="connsiteX1666" fmla="*/ 188721 w 1440502"/>
                    <a:gd name="connsiteY1666" fmla="*/ 1683376 h 2360402"/>
                    <a:gd name="connsiteX1667" fmla="*/ 200216 w 1440502"/>
                    <a:gd name="connsiteY1667" fmla="*/ 1674671 h 2360402"/>
                    <a:gd name="connsiteX1668" fmla="*/ 201663 w 1440502"/>
                    <a:gd name="connsiteY1668" fmla="*/ 1673571 h 2360402"/>
                    <a:gd name="connsiteX1669" fmla="*/ 203573 w 1440502"/>
                    <a:gd name="connsiteY1669" fmla="*/ 1669091 h 2360402"/>
                    <a:gd name="connsiteX1670" fmla="*/ 203944 w 1440502"/>
                    <a:gd name="connsiteY1670" fmla="*/ 1668211 h 2360402"/>
                    <a:gd name="connsiteX1671" fmla="*/ 207590 w 1440502"/>
                    <a:gd name="connsiteY1671" fmla="*/ 1667308 h 2360402"/>
                    <a:gd name="connsiteX1672" fmla="*/ 210241 w 1440502"/>
                    <a:gd name="connsiteY1672" fmla="*/ 1664380 h 2360402"/>
                    <a:gd name="connsiteX1673" fmla="*/ 211781 w 1440502"/>
                    <a:gd name="connsiteY1673" fmla="*/ 1663512 h 2360402"/>
                    <a:gd name="connsiteX1674" fmla="*/ 212545 w 1440502"/>
                    <a:gd name="connsiteY1674" fmla="*/ 1664391 h 2360402"/>
                    <a:gd name="connsiteX1675" fmla="*/ 214478 w 1440502"/>
                    <a:gd name="connsiteY1675" fmla="*/ 1662898 h 2360402"/>
                    <a:gd name="connsiteX1676" fmla="*/ 212776 w 1440502"/>
                    <a:gd name="connsiteY1676" fmla="*/ 1661254 h 2360402"/>
                    <a:gd name="connsiteX1677" fmla="*/ 214026 w 1440502"/>
                    <a:gd name="connsiteY1677" fmla="*/ 1660213 h 2360402"/>
                    <a:gd name="connsiteX1678" fmla="*/ 214895 w 1440502"/>
                    <a:gd name="connsiteY1678" fmla="*/ 1661740 h 2360402"/>
                    <a:gd name="connsiteX1679" fmla="*/ 214617 w 1440502"/>
                    <a:gd name="connsiteY1679" fmla="*/ 1659923 h 2360402"/>
                    <a:gd name="connsiteX1680" fmla="*/ 215381 w 1440502"/>
                    <a:gd name="connsiteY1680" fmla="*/ 1659067 h 2360402"/>
                    <a:gd name="connsiteX1681" fmla="*/ 217696 w 1440502"/>
                    <a:gd name="connsiteY1681" fmla="*/ 1657122 h 2360402"/>
                    <a:gd name="connsiteX1682" fmla="*/ 217592 w 1440502"/>
                    <a:gd name="connsiteY1682" fmla="*/ 1656543 h 2360402"/>
                    <a:gd name="connsiteX1683" fmla="*/ 218854 w 1440502"/>
                    <a:gd name="connsiteY1683" fmla="*/ 1655108 h 2360402"/>
                    <a:gd name="connsiteX1684" fmla="*/ 217256 w 1440502"/>
                    <a:gd name="connsiteY1684" fmla="*/ 1654297 h 2360402"/>
                    <a:gd name="connsiteX1685" fmla="*/ 217673 w 1440502"/>
                    <a:gd name="connsiteY1685" fmla="*/ 1653012 h 2360402"/>
                    <a:gd name="connsiteX1686" fmla="*/ 218159 w 1440502"/>
                    <a:gd name="connsiteY1686" fmla="*/ 1652121 h 2360402"/>
                    <a:gd name="connsiteX1687" fmla="*/ 222002 w 1440502"/>
                    <a:gd name="connsiteY1687" fmla="*/ 1646889 h 2360402"/>
                    <a:gd name="connsiteX1688" fmla="*/ 224456 w 1440502"/>
                    <a:gd name="connsiteY1688" fmla="*/ 1644342 h 2360402"/>
                    <a:gd name="connsiteX1689" fmla="*/ 226019 w 1440502"/>
                    <a:gd name="connsiteY1689" fmla="*/ 1643960 h 2360402"/>
                    <a:gd name="connsiteX1690" fmla="*/ 225151 w 1440502"/>
                    <a:gd name="connsiteY1690" fmla="*/ 1638091 h 2360402"/>
                    <a:gd name="connsiteX1691" fmla="*/ 230441 w 1440502"/>
                    <a:gd name="connsiteY1691" fmla="*/ 1632349 h 2360402"/>
                    <a:gd name="connsiteX1692" fmla="*/ 228878 w 1440502"/>
                    <a:gd name="connsiteY1692" fmla="*/ 1630439 h 2360402"/>
                    <a:gd name="connsiteX1693" fmla="*/ 226991 w 1440502"/>
                    <a:gd name="connsiteY1693" fmla="*/ 1632199 h 2360402"/>
                    <a:gd name="connsiteX1694" fmla="*/ 225128 w 1440502"/>
                    <a:gd name="connsiteY1694" fmla="*/ 1635764 h 2360402"/>
                    <a:gd name="connsiteX1695" fmla="*/ 223403 w 1440502"/>
                    <a:gd name="connsiteY1695" fmla="*/ 1637940 h 2360402"/>
                    <a:gd name="connsiteX1696" fmla="*/ 220868 w 1440502"/>
                    <a:gd name="connsiteY1696" fmla="*/ 1643891 h 2360402"/>
                    <a:gd name="connsiteX1697" fmla="*/ 220822 w 1440502"/>
                    <a:gd name="connsiteY1697" fmla="*/ 1643971 h 2360402"/>
                    <a:gd name="connsiteX1698" fmla="*/ 220393 w 1440502"/>
                    <a:gd name="connsiteY1698" fmla="*/ 1644365 h 2360402"/>
                    <a:gd name="connsiteX1699" fmla="*/ 219583 w 1440502"/>
                    <a:gd name="connsiteY1699" fmla="*/ 1644296 h 2360402"/>
                    <a:gd name="connsiteX1700" fmla="*/ 219189 w 1440502"/>
                    <a:gd name="connsiteY1700" fmla="*/ 1642999 h 2360402"/>
                    <a:gd name="connsiteX1701" fmla="*/ 217418 w 1440502"/>
                    <a:gd name="connsiteY1701" fmla="*/ 1644122 h 2360402"/>
                    <a:gd name="connsiteX1702" fmla="*/ 217314 w 1440502"/>
                    <a:gd name="connsiteY1702" fmla="*/ 1644110 h 2360402"/>
                    <a:gd name="connsiteX1703" fmla="*/ 217268 w 1440502"/>
                    <a:gd name="connsiteY1703" fmla="*/ 1644215 h 2360402"/>
                    <a:gd name="connsiteX1704" fmla="*/ 216608 w 1440502"/>
                    <a:gd name="connsiteY1704" fmla="*/ 1644631 h 2360402"/>
                    <a:gd name="connsiteX1705" fmla="*/ 213100 w 1440502"/>
                    <a:gd name="connsiteY1705" fmla="*/ 1653684 h 2360402"/>
                    <a:gd name="connsiteX1706" fmla="*/ 208945 w 1440502"/>
                    <a:gd name="connsiteY1706" fmla="*/ 1654702 h 2360402"/>
                    <a:gd name="connsiteX1707" fmla="*/ 203573 w 1440502"/>
                    <a:gd name="connsiteY1707" fmla="*/ 1662400 h 2360402"/>
                    <a:gd name="connsiteX1708" fmla="*/ 200946 w 1440502"/>
                    <a:gd name="connsiteY1708" fmla="*/ 1666162 h 2360402"/>
                    <a:gd name="connsiteX1709" fmla="*/ 194116 w 1440502"/>
                    <a:gd name="connsiteY1709" fmla="*/ 1672333 h 2360402"/>
                    <a:gd name="connsiteX1710" fmla="*/ 189694 w 1440502"/>
                    <a:gd name="connsiteY1710" fmla="*/ 1674671 h 2360402"/>
                    <a:gd name="connsiteX1711" fmla="*/ 182714 w 1440502"/>
                    <a:gd name="connsiteY1711" fmla="*/ 1678364 h 2360402"/>
                    <a:gd name="connsiteX1712" fmla="*/ 182447 w 1440502"/>
                    <a:gd name="connsiteY1712" fmla="*/ 1678213 h 2360402"/>
                    <a:gd name="connsiteX1713" fmla="*/ 183397 w 1440502"/>
                    <a:gd name="connsiteY1713" fmla="*/ 1674740 h 2360402"/>
                    <a:gd name="connsiteX1714" fmla="*/ 181672 w 1440502"/>
                    <a:gd name="connsiteY1714" fmla="*/ 1675365 h 2360402"/>
                    <a:gd name="connsiteX1715" fmla="*/ 177910 w 1440502"/>
                    <a:gd name="connsiteY1715" fmla="*/ 1681014 h 2360402"/>
                    <a:gd name="connsiteX1716" fmla="*/ 176092 w 1440502"/>
                    <a:gd name="connsiteY1716" fmla="*/ 1682797 h 2360402"/>
                    <a:gd name="connsiteX1717" fmla="*/ 176115 w 1440502"/>
                    <a:gd name="connsiteY1717" fmla="*/ 1682994 h 2360402"/>
                    <a:gd name="connsiteX1718" fmla="*/ 172990 w 1440502"/>
                    <a:gd name="connsiteY1718" fmla="*/ 1684325 h 2360402"/>
                    <a:gd name="connsiteX1719" fmla="*/ 168533 w 1440502"/>
                    <a:gd name="connsiteY1719" fmla="*/ 1685888 h 2360402"/>
                    <a:gd name="connsiteX1720" fmla="*/ 168637 w 1440502"/>
                    <a:gd name="connsiteY1720" fmla="*/ 1679521 h 2360402"/>
                    <a:gd name="connsiteX1721" fmla="*/ 169691 w 1440502"/>
                    <a:gd name="connsiteY1721" fmla="*/ 1678664 h 2360402"/>
                    <a:gd name="connsiteX1722" fmla="*/ 173499 w 1440502"/>
                    <a:gd name="connsiteY1722" fmla="*/ 1676430 h 2360402"/>
                    <a:gd name="connsiteX1723" fmla="*/ 169077 w 1440502"/>
                    <a:gd name="connsiteY1723" fmla="*/ 1676917 h 2360402"/>
                    <a:gd name="connsiteX1724" fmla="*/ 167642 w 1440502"/>
                    <a:gd name="connsiteY1724" fmla="*/ 1674671 h 2360402"/>
                    <a:gd name="connsiteX1725" fmla="*/ 166797 w 1440502"/>
                    <a:gd name="connsiteY1725" fmla="*/ 1673374 h 2360402"/>
                    <a:gd name="connsiteX1726" fmla="*/ 171219 w 1440502"/>
                    <a:gd name="connsiteY1726" fmla="*/ 1669300 h 2360402"/>
                    <a:gd name="connsiteX1727" fmla="*/ 170895 w 1440502"/>
                    <a:gd name="connsiteY1727" fmla="*/ 1667714 h 2360402"/>
                    <a:gd name="connsiteX1728" fmla="*/ 172492 w 1440502"/>
                    <a:gd name="connsiteY1728" fmla="*/ 1668258 h 2360402"/>
                    <a:gd name="connsiteX1729" fmla="*/ 171508 w 1440502"/>
                    <a:gd name="connsiteY1729" fmla="*/ 1665989 h 2360402"/>
                    <a:gd name="connsiteX1730" fmla="*/ 160662 w 1440502"/>
                    <a:gd name="connsiteY1730" fmla="*/ 1670237 h 2360402"/>
                    <a:gd name="connsiteX1731" fmla="*/ 160604 w 1440502"/>
                    <a:gd name="connsiteY1731" fmla="*/ 1670249 h 2360402"/>
                    <a:gd name="connsiteX1732" fmla="*/ 152964 w 1440502"/>
                    <a:gd name="connsiteY1732" fmla="*/ 1662516 h 2360402"/>
                    <a:gd name="connsiteX1733" fmla="*/ 152744 w 1440502"/>
                    <a:gd name="connsiteY1733" fmla="*/ 1658847 h 2360402"/>
                    <a:gd name="connsiteX1734" fmla="*/ 152767 w 1440502"/>
                    <a:gd name="connsiteY1734" fmla="*/ 1656439 h 2360402"/>
                    <a:gd name="connsiteX1735" fmla="*/ 152582 w 1440502"/>
                    <a:gd name="connsiteY1735" fmla="*/ 1656115 h 2360402"/>
                    <a:gd name="connsiteX1736" fmla="*/ 152501 w 1440502"/>
                    <a:gd name="connsiteY1736" fmla="*/ 1654760 h 2360402"/>
                    <a:gd name="connsiteX1737" fmla="*/ 151366 w 1440502"/>
                    <a:gd name="connsiteY1737" fmla="*/ 1654054 h 2360402"/>
                    <a:gd name="connsiteX1738" fmla="*/ 151181 w 1440502"/>
                    <a:gd name="connsiteY1738" fmla="*/ 1653730 h 2360402"/>
                    <a:gd name="connsiteX1739" fmla="*/ 154376 w 1440502"/>
                    <a:gd name="connsiteY1739" fmla="*/ 1645893 h 2360402"/>
                    <a:gd name="connsiteX1740" fmla="*/ 154955 w 1440502"/>
                    <a:gd name="connsiteY1740" fmla="*/ 1634271 h 2360402"/>
                    <a:gd name="connsiteX1741" fmla="*/ 155036 w 1440502"/>
                    <a:gd name="connsiteY1741" fmla="*/ 1634132 h 2360402"/>
                    <a:gd name="connsiteX1742" fmla="*/ 157432 w 1440502"/>
                    <a:gd name="connsiteY1742" fmla="*/ 1631180 h 2360402"/>
                    <a:gd name="connsiteX1743" fmla="*/ 158022 w 1440502"/>
                    <a:gd name="connsiteY1743" fmla="*/ 1628853 h 2360402"/>
                    <a:gd name="connsiteX1744" fmla="*/ 162004 w 1440502"/>
                    <a:gd name="connsiteY1744" fmla="*/ 1621827 h 2360402"/>
                    <a:gd name="connsiteX1745" fmla="*/ 162039 w 1440502"/>
                    <a:gd name="connsiteY1745" fmla="*/ 1621827 h 2360402"/>
                    <a:gd name="connsiteX1746" fmla="*/ 162120 w 1440502"/>
                    <a:gd name="connsiteY1746" fmla="*/ 1621792 h 2360402"/>
                    <a:gd name="connsiteX1747" fmla="*/ 168452 w 1440502"/>
                    <a:gd name="connsiteY1747" fmla="*/ 1613747 h 2360402"/>
                    <a:gd name="connsiteX1748" fmla="*/ 169170 w 1440502"/>
                    <a:gd name="connsiteY1748" fmla="*/ 1611038 h 2360402"/>
                    <a:gd name="connsiteX1749" fmla="*/ 167457 w 1440502"/>
                    <a:gd name="connsiteY1749" fmla="*/ 1611084 h 2360402"/>
                    <a:gd name="connsiteX1750" fmla="*/ 170721 w 1440502"/>
                    <a:gd name="connsiteY1750" fmla="*/ 1608619 h 2360402"/>
                    <a:gd name="connsiteX1751" fmla="*/ 170061 w 1440502"/>
                    <a:gd name="connsiteY1751" fmla="*/ 1605424 h 2360402"/>
                    <a:gd name="connsiteX1752" fmla="*/ 175004 w 1440502"/>
                    <a:gd name="connsiteY1752" fmla="*/ 1597552 h 2360402"/>
                    <a:gd name="connsiteX1753" fmla="*/ 175479 w 1440502"/>
                    <a:gd name="connsiteY1753" fmla="*/ 1597031 h 2360402"/>
                    <a:gd name="connsiteX1754" fmla="*/ 182830 w 1440502"/>
                    <a:gd name="connsiteY1754" fmla="*/ 1592679 h 2360402"/>
                    <a:gd name="connsiteX1755" fmla="*/ 183246 w 1440502"/>
                    <a:gd name="connsiteY1755" fmla="*/ 1589275 h 2360402"/>
                    <a:gd name="connsiteX1756" fmla="*/ 188027 w 1440502"/>
                    <a:gd name="connsiteY1756" fmla="*/ 1584992 h 2360402"/>
                    <a:gd name="connsiteX1757" fmla="*/ 188120 w 1440502"/>
                    <a:gd name="connsiteY1757" fmla="*/ 1583036 h 2360402"/>
                    <a:gd name="connsiteX1758" fmla="*/ 186765 w 1440502"/>
                    <a:gd name="connsiteY1758" fmla="*/ 1582839 h 2360402"/>
                    <a:gd name="connsiteX1759" fmla="*/ 188015 w 1440502"/>
                    <a:gd name="connsiteY1759" fmla="*/ 1582689 h 2360402"/>
                    <a:gd name="connsiteX1760" fmla="*/ 188721 w 1440502"/>
                    <a:gd name="connsiteY1760" fmla="*/ 1582967 h 2360402"/>
                    <a:gd name="connsiteX1761" fmla="*/ 185932 w 1440502"/>
                    <a:gd name="connsiteY1761" fmla="*/ 1581126 h 2360402"/>
                    <a:gd name="connsiteX1762" fmla="*/ 178535 w 1440502"/>
                    <a:gd name="connsiteY1762" fmla="*/ 1587447 h 2360402"/>
                    <a:gd name="connsiteX1763" fmla="*/ 177285 w 1440502"/>
                    <a:gd name="connsiteY1763" fmla="*/ 1587331 h 2360402"/>
                    <a:gd name="connsiteX1764" fmla="*/ 175247 w 1440502"/>
                    <a:gd name="connsiteY1764" fmla="*/ 1587122 h 2360402"/>
                    <a:gd name="connsiteX1765" fmla="*/ 171531 w 1440502"/>
                    <a:gd name="connsiteY1765" fmla="*/ 1590167 h 2360402"/>
                    <a:gd name="connsiteX1766" fmla="*/ 169934 w 1440502"/>
                    <a:gd name="connsiteY1766" fmla="*/ 1593975 h 2360402"/>
                    <a:gd name="connsiteX1767" fmla="*/ 169679 w 1440502"/>
                    <a:gd name="connsiteY1767" fmla="*/ 1592690 h 2360402"/>
                    <a:gd name="connsiteX1768" fmla="*/ 167966 w 1440502"/>
                    <a:gd name="connsiteY1768" fmla="*/ 1595330 h 2360402"/>
                    <a:gd name="connsiteX1769" fmla="*/ 164979 w 1440502"/>
                    <a:gd name="connsiteY1769" fmla="*/ 1597402 h 2360402"/>
                    <a:gd name="connsiteX1770" fmla="*/ 161877 w 1440502"/>
                    <a:gd name="connsiteY1770" fmla="*/ 1603120 h 2360402"/>
                    <a:gd name="connsiteX1771" fmla="*/ 162317 w 1440502"/>
                    <a:gd name="connsiteY1771" fmla="*/ 1601094 h 2360402"/>
                    <a:gd name="connsiteX1772" fmla="*/ 158150 w 1440502"/>
                    <a:gd name="connsiteY1772" fmla="*/ 1601847 h 2360402"/>
                    <a:gd name="connsiteX1773" fmla="*/ 151077 w 1440502"/>
                    <a:gd name="connsiteY1773" fmla="*/ 1610934 h 2360402"/>
                    <a:gd name="connsiteX1774" fmla="*/ 149213 w 1440502"/>
                    <a:gd name="connsiteY1774" fmla="*/ 1610668 h 2360402"/>
                    <a:gd name="connsiteX1775" fmla="*/ 150047 w 1440502"/>
                    <a:gd name="connsiteY1775" fmla="*/ 1609175 h 2360402"/>
                    <a:gd name="connsiteX1776" fmla="*/ 148889 w 1440502"/>
                    <a:gd name="connsiteY1776" fmla="*/ 1605030 h 2360402"/>
                    <a:gd name="connsiteX1777" fmla="*/ 150799 w 1440502"/>
                    <a:gd name="connsiteY1777" fmla="*/ 1598756 h 2360402"/>
                    <a:gd name="connsiteX1778" fmla="*/ 148484 w 1440502"/>
                    <a:gd name="connsiteY1778" fmla="*/ 1596487 h 2360402"/>
                    <a:gd name="connsiteX1779" fmla="*/ 155128 w 1440502"/>
                    <a:gd name="connsiteY1779" fmla="*/ 1579760 h 2360402"/>
                    <a:gd name="connsiteX1780" fmla="*/ 157548 w 1440502"/>
                    <a:gd name="connsiteY1780" fmla="*/ 1574227 h 2360402"/>
                    <a:gd name="connsiteX1781" fmla="*/ 162838 w 1440502"/>
                    <a:gd name="connsiteY1781" fmla="*/ 1568971 h 2360402"/>
                    <a:gd name="connsiteX1782" fmla="*/ 165987 w 1440502"/>
                    <a:gd name="connsiteY1782" fmla="*/ 1565846 h 2360402"/>
                    <a:gd name="connsiteX1783" fmla="*/ 182008 w 1440502"/>
                    <a:gd name="connsiteY1783" fmla="*/ 1540170 h 2360402"/>
                    <a:gd name="connsiteX1784" fmla="*/ 186383 w 1440502"/>
                    <a:gd name="connsiteY1784" fmla="*/ 1539488 h 2360402"/>
                    <a:gd name="connsiteX1785" fmla="*/ 187460 w 1440502"/>
                    <a:gd name="connsiteY1785" fmla="*/ 1538480 h 2360402"/>
                    <a:gd name="connsiteX1786" fmla="*/ 188235 w 1440502"/>
                    <a:gd name="connsiteY1786" fmla="*/ 1538249 h 2360402"/>
                    <a:gd name="connsiteX1787" fmla="*/ 188606 w 1440502"/>
                    <a:gd name="connsiteY1787" fmla="*/ 1537404 h 2360402"/>
                    <a:gd name="connsiteX1788" fmla="*/ 189995 w 1440502"/>
                    <a:gd name="connsiteY1788" fmla="*/ 1536108 h 2360402"/>
                    <a:gd name="connsiteX1789" fmla="*/ 192669 w 1440502"/>
                    <a:gd name="connsiteY1789" fmla="*/ 1528583 h 2360402"/>
                    <a:gd name="connsiteX1790" fmla="*/ 190284 w 1440502"/>
                    <a:gd name="connsiteY1790" fmla="*/ 1531859 h 2360402"/>
                    <a:gd name="connsiteX1791" fmla="*/ 188177 w 1440502"/>
                    <a:gd name="connsiteY1791" fmla="*/ 1533515 h 2360402"/>
                    <a:gd name="connsiteX1792" fmla="*/ 188039 w 1440502"/>
                    <a:gd name="connsiteY1792" fmla="*/ 1533260 h 2360402"/>
                    <a:gd name="connsiteX1793" fmla="*/ 183269 w 1440502"/>
                    <a:gd name="connsiteY1793" fmla="*/ 1537334 h 2360402"/>
                    <a:gd name="connsiteX1794" fmla="*/ 183860 w 1440502"/>
                    <a:gd name="connsiteY1794" fmla="*/ 1534394 h 2360402"/>
                    <a:gd name="connsiteX1795" fmla="*/ 181510 w 1440502"/>
                    <a:gd name="connsiteY1795" fmla="*/ 1536316 h 2360402"/>
                    <a:gd name="connsiteX1796" fmla="*/ 189601 w 1440502"/>
                    <a:gd name="connsiteY1796" fmla="*/ 1527750 h 2360402"/>
                    <a:gd name="connsiteX1797" fmla="*/ 192391 w 1440502"/>
                    <a:gd name="connsiteY1797" fmla="*/ 1522517 h 2360402"/>
                    <a:gd name="connsiteX1798" fmla="*/ 192819 w 1440502"/>
                    <a:gd name="connsiteY1798" fmla="*/ 1521962 h 2360402"/>
                    <a:gd name="connsiteX1799" fmla="*/ 192576 w 1440502"/>
                    <a:gd name="connsiteY1799" fmla="*/ 1522147 h 2360402"/>
                    <a:gd name="connsiteX1800" fmla="*/ 192738 w 1440502"/>
                    <a:gd name="connsiteY1800" fmla="*/ 1521857 h 2360402"/>
                    <a:gd name="connsiteX1801" fmla="*/ 185087 w 1440502"/>
                    <a:gd name="connsiteY1801" fmla="*/ 1527935 h 2360402"/>
                    <a:gd name="connsiteX1802" fmla="*/ 185168 w 1440502"/>
                    <a:gd name="connsiteY1802" fmla="*/ 1527634 h 2360402"/>
                    <a:gd name="connsiteX1803" fmla="*/ 187772 w 1440502"/>
                    <a:gd name="connsiteY1803" fmla="*/ 1523096 h 2360402"/>
                    <a:gd name="connsiteX1804" fmla="*/ 185967 w 1440502"/>
                    <a:gd name="connsiteY1804" fmla="*/ 1522911 h 2360402"/>
                    <a:gd name="connsiteX1805" fmla="*/ 184045 w 1440502"/>
                    <a:gd name="connsiteY1805" fmla="*/ 1527229 h 2360402"/>
                    <a:gd name="connsiteX1806" fmla="*/ 183999 w 1440502"/>
                    <a:gd name="connsiteY1806" fmla="*/ 1527275 h 2360402"/>
                    <a:gd name="connsiteX1807" fmla="*/ 183582 w 1440502"/>
                    <a:gd name="connsiteY1807" fmla="*/ 1528178 h 2360402"/>
                    <a:gd name="connsiteX1808" fmla="*/ 183709 w 1440502"/>
                    <a:gd name="connsiteY1808" fmla="*/ 1527981 h 2360402"/>
                    <a:gd name="connsiteX1809" fmla="*/ 183165 w 1440502"/>
                    <a:gd name="connsiteY1809" fmla="*/ 1529220 h 2360402"/>
                    <a:gd name="connsiteX1810" fmla="*/ 182251 w 1440502"/>
                    <a:gd name="connsiteY1810" fmla="*/ 1530736 h 2360402"/>
                    <a:gd name="connsiteX1811" fmla="*/ 178176 w 1440502"/>
                    <a:gd name="connsiteY1811" fmla="*/ 1531419 h 2360402"/>
                    <a:gd name="connsiteX1812" fmla="*/ 186128 w 1440502"/>
                    <a:gd name="connsiteY1812" fmla="*/ 1521094 h 2360402"/>
                    <a:gd name="connsiteX1813" fmla="*/ 189578 w 1440502"/>
                    <a:gd name="connsiteY1813" fmla="*/ 1515433 h 2360402"/>
                    <a:gd name="connsiteX1814" fmla="*/ 188895 w 1440502"/>
                    <a:gd name="connsiteY1814" fmla="*/ 1515178 h 2360402"/>
                    <a:gd name="connsiteX1815" fmla="*/ 189879 w 1440502"/>
                    <a:gd name="connsiteY1815" fmla="*/ 1513697 h 2360402"/>
                    <a:gd name="connsiteX1816" fmla="*/ 188826 w 1440502"/>
                    <a:gd name="connsiteY1816" fmla="*/ 1515144 h 2360402"/>
                    <a:gd name="connsiteX1817" fmla="*/ 188513 w 1440502"/>
                    <a:gd name="connsiteY1817" fmla="*/ 1515028 h 2360402"/>
                    <a:gd name="connsiteX1818" fmla="*/ 177204 w 1440502"/>
                    <a:gd name="connsiteY1818" fmla="*/ 1531176 h 2360402"/>
                    <a:gd name="connsiteX1819" fmla="*/ 174993 w 1440502"/>
                    <a:gd name="connsiteY1819" fmla="*/ 1531546 h 2360402"/>
                    <a:gd name="connsiteX1820" fmla="*/ 174425 w 1440502"/>
                    <a:gd name="connsiteY1820" fmla="*/ 1529752 h 2360402"/>
                    <a:gd name="connsiteX1821" fmla="*/ 174310 w 1440502"/>
                    <a:gd name="connsiteY1821" fmla="*/ 1529833 h 2360402"/>
                    <a:gd name="connsiteX1822" fmla="*/ 174275 w 1440502"/>
                    <a:gd name="connsiteY1822" fmla="*/ 1529752 h 2360402"/>
                    <a:gd name="connsiteX1823" fmla="*/ 173650 w 1440502"/>
                    <a:gd name="connsiteY1823" fmla="*/ 1530285 h 2360402"/>
                    <a:gd name="connsiteX1824" fmla="*/ 173036 w 1440502"/>
                    <a:gd name="connsiteY1824" fmla="*/ 1530713 h 2360402"/>
                    <a:gd name="connsiteX1825" fmla="*/ 172955 w 1440502"/>
                    <a:gd name="connsiteY1825" fmla="*/ 1530875 h 2360402"/>
                    <a:gd name="connsiteX1826" fmla="*/ 172863 w 1440502"/>
                    <a:gd name="connsiteY1826" fmla="*/ 1530956 h 2360402"/>
                    <a:gd name="connsiteX1827" fmla="*/ 172156 w 1440502"/>
                    <a:gd name="connsiteY1827" fmla="*/ 1532623 h 2360402"/>
                    <a:gd name="connsiteX1828" fmla="*/ 176127 w 1440502"/>
                    <a:gd name="connsiteY1828" fmla="*/ 1533306 h 2360402"/>
                    <a:gd name="connsiteX1829" fmla="*/ 177018 w 1440502"/>
                    <a:gd name="connsiteY1829" fmla="*/ 1534024 h 2360402"/>
                    <a:gd name="connsiteX1830" fmla="*/ 176949 w 1440502"/>
                    <a:gd name="connsiteY1830" fmla="*/ 1534823 h 2360402"/>
                    <a:gd name="connsiteX1831" fmla="*/ 173395 w 1440502"/>
                    <a:gd name="connsiteY1831" fmla="*/ 1540981 h 2360402"/>
                    <a:gd name="connsiteX1832" fmla="*/ 165107 w 1440502"/>
                    <a:gd name="connsiteY1832" fmla="*/ 1553529 h 2360402"/>
                    <a:gd name="connsiteX1833" fmla="*/ 164053 w 1440502"/>
                    <a:gd name="connsiteY1833" fmla="*/ 1554710 h 2360402"/>
                    <a:gd name="connsiteX1834" fmla="*/ 160673 w 1440502"/>
                    <a:gd name="connsiteY1834" fmla="*/ 1554258 h 2360402"/>
                    <a:gd name="connsiteX1835" fmla="*/ 169066 w 1440502"/>
                    <a:gd name="connsiteY1835" fmla="*/ 1537439 h 2360402"/>
                    <a:gd name="connsiteX1836" fmla="*/ 163752 w 1440502"/>
                    <a:gd name="connsiteY1836" fmla="*/ 1544408 h 2360402"/>
                    <a:gd name="connsiteX1837" fmla="*/ 163324 w 1440502"/>
                    <a:gd name="connsiteY1837" fmla="*/ 1544350 h 2360402"/>
                    <a:gd name="connsiteX1838" fmla="*/ 162896 w 1440502"/>
                    <a:gd name="connsiteY1838" fmla="*/ 1545542 h 2360402"/>
                    <a:gd name="connsiteX1839" fmla="*/ 162560 w 1440502"/>
                    <a:gd name="connsiteY1839" fmla="*/ 1545982 h 2360402"/>
                    <a:gd name="connsiteX1840" fmla="*/ 159979 w 1440502"/>
                    <a:gd name="connsiteY1840" fmla="*/ 1553703 h 2360402"/>
                    <a:gd name="connsiteX1841" fmla="*/ 158914 w 1440502"/>
                    <a:gd name="connsiteY1841" fmla="*/ 1556701 h 2360402"/>
                    <a:gd name="connsiteX1842" fmla="*/ 157953 w 1440502"/>
                    <a:gd name="connsiteY1842" fmla="*/ 1555474 h 2360402"/>
                    <a:gd name="connsiteX1843" fmla="*/ 158208 w 1440502"/>
                    <a:gd name="connsiteY1843" fmla="*/ 1557673 h 2360402"/>
                    <a:gd name="connsiteX1844" fmla="*/ 155777 w 1440502"/>
                    <a:gd name="connsiteY1844" fmla="*/ 1557025 h 2360402"/>
                    <a:gd name="connsiteX1845" fmla="*/ 156402 w 1440502"/>
                    <a:gd name="connsiteY1845" fmla="*/ 1560185 h 2360402"/>
                    <a:gd name="connsiteX1846" fmla="*/ 158069 w 1440502"/>
                    <a:gd name="connsiteY1846" fmla="*/ 1558287 h 2360402"/>
                    <a:gd name="connsiteX1847" fmla="*/ 161680 w 1440502"/>
                    <a:gd name="connsiteY1847" fmla="*/ 1558044 h 2360402"/>
                    <a:gd name="connsiteX1848" fmla="*/ 159145 w 1440502"/>
                    <a:gd name="connsiteY1848" fmla="*/ 1562014 h 2360402"/>
                    <a:gd name="connsiteX1849" fmla="*/ 154480 w 1440502"/>
                    <a:gd name="connsiteY1849" fmla="*/ 1567941 h 2360402"/>
                    <a:gd name="connsiteX1850" fmla="*/ 153438 w 1440502"/>
                    <a:gd name="connsiteY1850" fmla="*/ 1568971 h 2360402"/>
                    <a:gd name="connsiteX1851" fmla="*/ 151887 w 1440502"/>
                    <a:gd name="connsiteY1851" fmla="*/ 1570488 h 2360402"/>
                    <a:gd name="connsiteX1852" fmla="*/ 150104 w 1440502"/>
                    <a:gd name="connsiteY1852" fmla="*/ 1570048 h 2360402"/>
                    <a:gd name="connsiteX1853" fmla="*/ 150683 w 1440502"/>
                    <a:gd name="connsiteY1853" fmla="*/ 1568971 h 2360402"/>
                    <a:gd name="connsiteX1854" fmla="*/ 154191 w 1440502"/>
                    <a:gd name="connsiteY1854" fmla="*/ 1562420 h 2360402"/>
                    <a:gd name="connsiteX1855" fmla="*/ 149815 w 1440502"/>
                    <a:gd name="connsiteY1855" fmla="*/ 1566494 h 2360402"/>
                    <a:gd name="connsiteX1856" fmla="*/ 145011 w 1440502"/>
                    <a:gd name="connsiteY1856" fmla="*/ 1567918 h 2360402"/>
                    <a:gd name="connsiteX1857" fmla="*/ 144282 w 1440502"/>
                    <a:gd name="connsiteY1857" fmla="*/ 1568971 h 2360402"/>
                    <a:gd name="connsiteX1858" fmla="*/ 140925 w 1440502"/>
                    <a:gd name="connsiteY1858" fmla="*/ 1573810 h 2360402"/>
                    <a:gd name="connsiteX1859" fmla="*/ 143622 w 1440502"/>
                    <a:gd name="connsiteY1859" fmla="*/ 1568971 h 2360402"/>
                    <a:gd name="connsiteX1860" fmla="*/ 144849 w 1440502"/>
                    <a:gd name="connsiteY1860" fmla="*/ 1566772 h 2360402"/>
                    <a:gd name="connsiteX1861" fmla="*/ 144502 w 1440502"/>
                    <a:gd name="connsiteY1861" fmla="*/ 1563426 h 2360402"/>
                    <a:gd name="connsiteX1862" fmla="*/ 152535 w 1440502"/>
                    <a:gd name="connsiteY1862" fmla="*/ 1552372 h 2360402"/>
                    <a:gd name="connsiteX1863" fmla="*/ 152535 w 1440502"/>
                    <a:gd name="connsiteY1863" fmla="*/ 1552348 h 2360402"/>
                    <a:gd name="connsiteX1864" fmla="*/ 154631 w 1440502"/>
                    <a:gd name="connsiteY1864" fmla="*/ 1549512 h 2360402"/>
                    <a:gd name="connsiteX1865" fmla="*/ 152420 w 1440502"/>
                    <a:gd name="connsiteY1865" fmla="*/ 1551469 h 2360402"/>
                    <a:gd name="connsiteX1866" fmla="*/ 152385 w 1440502"/>
                    <a:gd name="connsiteY1866" fmla="*/ 1551156 h 2360402"/>
                    <a:gd name="connsiteX1867" fmla="*/ 151204 w 1440502"/>
                    <a:gd name="connsiteY1867" fmla="*/ 1552279 h 2360402"/>
                    <a:gd name="connsiteX1868" fmla="*/ 152559 w 1440502"/>
                    <a:gd name="connsiteY1868" fmla="*/ 1548656 h 2360402"/>
                    <a:gd name="connsiteX1869" fmla="*/ 160395 w 1440502"/>
                    <a:gd name="connsiteY1869" fmla="*/ 1537358 h 2360402"/>
                    <a:gd name="connsiteX1870" fmla="*/ 161426 w 1440502"/>
                    <a:gd name="connsiteY1870" fmla="*/ 1536953 h 2360402"/>
                    <a:gd name="connsiteX1871" fmla="*/ 161692 w 1440502"/>
                    <a:gd name="connsiteY1871" fmla="*/ 1535482 h 2360402"/>
                    <a:gd name="connsiteX1872" fmla="*/ 161947 w 1440502"/>
                    <a:gd name="connsiteY1872" fmla="*/ 1535124 h 2360402"/>
                    <a:gd name="connsiteX1873" fmla="*/ 163266 w 1440502"/>
                    <a:gd name="connsiteY1873" fmla="*/ 1530424 h 2360402"/>
                    <a:gd name="connsiteX1874" fmla="*/ 165755 w 1440502"/>
                    <a:gd name="connsiteY1874" fmla="*/ 1528004 h 2360402"/>
                    <a:gd name="connsiteX1875" fmla="*/ 167653 w 1440502"/>
                    <a:gd name="connsiteY1875" fmla="*/ 1527669 h 2360402"/>
                    <a:gd name="connsiteX1876" fmla="*/ 169529 w 1440502"/>
                    <a:gd name="connsiteY1876" fmla="*/ 1527923 h 2360402"/>
                    <a:gd name="connsiteX1877" fmla="*/ 169436 w 1440502"/>
                    <a:gd name="connsiteY1877" fmla="*/ 1525052 h 2360402"/>
                    <a:gd name="connsiteX1878" fmla="*/ 167723 w 1440502"/>
                    <a:gd name="connsiteY1878" fmla="*/ 1525168 h 2360402"/>
                    <a:gd name="connsiteX1879" fmla="*/ 167700 w 1440502"/>
                    <a:gd name="connsiteY1879" fmla="*/ 1525168 h 2360402"/>
                    <a:gd name="connsiteX1880" fmla="*/ 172492 w 1440502"/>
                    <a:gd name="connsiteY1880" fmla="*/ 1513951 h 2360402"/>
                    <a:gd name="connsiteX1881" fmla="*/ 171300 w 1440502"/>
                    <a:gd name="connsiteY1881" fmla="*/ 1514206 h 2360402"/>
                    <a:gd name="connsiteX1882" fmla="*/ 176984 w 1440502"/>
                    <a:gd name="connsiteY1882" fmla="*/ 1507816 h 2360402"/>
                    <a:gd name="connsiteX1883" fmla="*/ 176706 w 1440502"/>
                    <a:gd name="connsiteY1883" fmla="*/ 1509437 h 2360402"/>
                    <a:gd name="connsiteX1884" fmla="*/ 177042 w 1440502"/>
                    <a:gd name="connsiteY1884" fmla="*/ 1509182 h 2360402"/>
                    <a:gd name="connsiteX1885" fmla="*/ 176995 w 1440502"/>
                    <a:gd name="connsiteY1885" fmla="*/ 1510178 h 2360402"/>
                    <a:gd name="connsiteX1886" fmla="*/ 188270 w 1440502"/>
                    <a:gd name="connsiteY1886" fmla="*/ 1491992 h 2360402"/>
                    <a:gd name="connsiteX1887" fmla="*/ 189022 w 1440502"/>
                    <a:gd name="connsiteY1887" fmla="*/ 1492026 h 2360402"/>
                    <a:gd name="connsiteX1888" fmla="*/ 193433 w 1440502"/>
                    <a:gd name="connsiteY1888" fmla="*/ 1494353 h 2360402"/>
                    <a:gd name="connsiteX1889" fmla="*/ 193745 w 1440502"/>
                    <a:gd name="connsiteY1889" fmla="*/ 1494643 h 2360402"/>
                    <a:gd name="connsiteX1890" fmla="*/ 195088 w 1440502"/>
                    <a:gd name="connsiteY1890" fmla="*/ 1493439 h 2360402"/>
                    <a:gd name="connsiteX1891" fmla="*/ 196524 w 1440502"/>
                    <a:gd name="connsiteY1891" fmla="*/ 1492385 h 2360402"/>
                    <a:gd name="connsiteX1892" fmla="*/ 197693 w 1440502"/>
                    <a:gd name="connsiteY1892" fmla="*/ 1492686 h 2360402"/>
                    <a:gd name="connsiteX1893" fmla="*/ 198793 w 1440502"/>
                    <a:gd name="connsiteY1893" fmla="*/ 1493254 h 2360402"/>
                    <a:gd name="connsiteX1894" fmla="*/ 200263 w 1440502"/>
                    <a:gd name="connsiteY1894" fmla="*/ 1495511 h 2360402"/>
                    <a:gd name="connsiteX1895" fmla="*/ 199209 w 1440502"/>
                    <a:gd name="connsiteY1895" fmla="*/ 1499030 h 2360402"/>
                    <a:gd name="connsiteX1896" fmla="*/ 203573 w 1440502"/>
                    <a:gd name="connsiteY1896" fmla="*/ 1502132 h 2360402"/>
                    <a:gd name="connsiteX1897" fmla="*/ 206664 w 1440502"/>
                    <a:gd name="connsiteY1897" fmla="*/ 1504332 h 2360402"/>
                    <a:gd name="connsiteX1898" fmla="*/ 210878 w 1440502"/>
                    <a:gd name="connsiteY1898" fmla="*/ 1503776 h 2360402"/>
                    <a:gd name="connsiteX1899" fmla="*/ 210079 w 1440502"/>
                    <a:gd name="connsiteY1899" fmla="*/ 1500697 h 2360402"/>
                    <a:gd name="connsiteX1900" fmla="*/ 212579 w 1440502"/>
                    <a:gd name="connsiteY1900" fmla="*/ 1501009 h 2360402"/>
                    <a:gd name="connsiteX1901" fmla="*/ 209848 w 1440502"/>
                    <a:gd name="connsiteY1901" fmla="*/ 1500500 h 2360402"/>
                    <a:gd name="connsiteX1902" fmla="*/ 210600 w 1440502"/>
                    <a:gd name="connsiteY1902" fmla="*/ 1503660 h 2360402"/>
                    <a:gd name="connsiteX1903" fmla="*/ 206247 w 1440502"/>
                    <a:gd name="connsiteY1903" fmla="*/ 1502861 h 2360402"/>
                    <a:gd name="connsiteX1904" fmla="*/ 205125 w 1440502"/>
                    <a:gd name="connsiteY1904" fmla="*/ 1499921 h 2360402"/>
                    <a:gd name="connsiteX1905" fmla="*/ 206409 w 1440502"/>
                    <a:gd name="connsiteY1905" fmla="*/ 1496831 h 2360402"/>
                    <a:gd name="connsiteX1906" fmla="*/ 203573 w 1440502"/>
                    <a:gd name="connsiteY1906" fmla="*/ 1496877 h 2360402"/>
                    <a:gd name="connsiteX1907" fmla="*/ 201085 w 1440502"/>
                    <a:gd name="connsiteY1907" fmla="*/ 1496911 h 2360402"/>
                    <a:gd name="connsiteX1908" fmla="*/ 203573 w 1440502"/>
                    <a:gd name="connsiteY1908" fmla="*/ 1493844 h 2360402"/>
                    <a:gd name="connsiteX1909" fmla="*/ 206653 w 1440502"/>
                    <a:gd name="connsiteY1909" fmla="*/ 1490047 h 2360402"/>
                    <a:gd name="connsiteX1910" fmla="*/ 206409 w 1440502"/>
                    <a:gd name="connsiteY1910" fmla="*/ 1487720 h 2360402"/>
                    <a:gd name="connsiteX1911" fmla="*/ 203654 w 1440502"/>
                    <a:gd name="connsiteY1911" fmla="*/ 1486991 h 2360402"/>
                    <a:gd name="connsiteX1912" fmla="*/ 203573 w 1440502"/>
                    <a:gd name="connsiteY1912" fmla="*/ 1486065 h 2360402"/>
                    <a:gd name="connsiteX1913" fmla="*/ 203492 w 1440502"/>
                    <a:gd name="connsiteY1913" fmla="*/ 1485289 h 2360402"/>
                    <a:gd name="connsiteX1914" fmla="*/ 198839 w 1440502"/>
                    <a:gd name="connsiteY1914" fmla="*/ 1487037 h 2360402"/>
                    <a:gd name="connsiteX1915" fmla="*/ 198411 w 1440502"/>
                    <a:gd name="connsiteY1915" fmla="*/ 1486910 h 2360402"/>
                    <a:gd name="connsiteX1916" fmla="*/ 199858 w 1440502"/>
                    <a:gd name="connsiteY1916" fmla="*/ 1483044 h 2360402"/>
                    <a:gd name="connsiteX1917" fmla="*/ 198573 w 1440502"/>
                    <a:gd name="connsiteY1917" fmla="*/ 1481828 h 2360402"/>
                    <a:gd name="connsiteX1918" fmla="*/ 195852 w 1440502"/>
                    <a:gd name="connsiteY1918" fmla="*/ 1484664 h 2360402"/>
                    <a:gd name="connsiteX1919" fmla="*/ 196350 w 1440502"/>
                    <a:gd name="connsiteY1919" fmla="*/ 1482326 h 2360402"/>
                    <a:gd name="connsiteX1920" fmla="*/ 196304 w 1440502"/>
                    <a:gd name="connsiteY1920" fmla="*/ 1482314 h 2360402"/>
                    <a:gd name="connsiteX1921" fmla="*/ 196315 w 1440502"/>
                    <a:gd name="connsiteY1921" fmla="*/ 1482256 h 2360402"/>
                    <a:gd name="connsiteX1922" fmla="*/ 194220 w 1440502"/>
                    <a:gd name="connsiteY1922" fmla="*/ 1481353 h 2360402"/>
                    <a:gd name="connsiteX1923" fmla="*/ 194197 w 1440502"/>
                    <a:gd name="connsiteY1923" fmla="*/ 1480763 h 2360402"/>
                    <a:gd name="connsiteX1924" fmla="*/ 201397 w 1440502"/>
                    <a:gd name="connsiteY1924" fmla="*/ 1463261 h 2360402"/>
                    <a:gd name="connsiteX1925" fmla="*/ 201779 w 1440502"/>
                    <a:gd name="connsiteY1925" fmla="*/ 1462346 h 2360402"/>
                    <a:gd name="connsiteX1926" fmla="*/ 203573 w 1440502"/>
                    <a:gd name="connsiteY1926" fmla="*/ 1460251 h 2360402"/>
                    <a:gd name="connsiteX1927" fmla="*/ 210299 w 1440502"/>
                    <a:gd name="connsiteY1927" fmla="*/ 1452345 h 2360402"/>
                    <a:gd name="connsiteX1928" fmla="*/ 211121 w 1440502"/>
                    <a:gd name="connsiteY1928" fmla="*/ 1449948 h 2360402"/>
                    <a:gd name="connsiteX1929" fmla="*/ 212822 w 1440502"/>
                    <a:gd name="connsiteY1929" fmla="*/ 1447691 h 2360402"/>
                    <a:gd name="connsiteX1930" fmla="*/ 212464 w 1440502"/>
                    <a:gd name="connsiteY1930" fmla="*/ 1446047 h 2360402"/>
                    <a:gd name="connsiteX1931" fmla="*/ 213575 w 1440502"/>
                    <a:gd name="connsiteY1931" fmla="*/ 1442794 h 2360402"/>
                    <a:gd name="connsiteX1932" fmla="*/ 217754 w 1440502"/>
                    <a:gd name="connsiteY1932" fmla="*/ 1438534 h 2360402"/>
                    <a:gd name="connsiteX1933" fmla="*/ 217719 w 1440502"/>
                    <a:gd name="connsiteY1933" fmla="*/ 1438500 h 2360402"/>
                    <a:gd name="connsiteX1934" fmla="*/ 218483 w 1440502"/>
                    <a:gd name="connsiteY1934" fmla="*/ 1437932 h 2360402"/>
                    <a:gd name="connsiteX1935" fmla="*/ 216434 w 1440502"/>
                    <a:gd name="connsiteY1935" fmla="*/ 1434807 h 2360402"/>
                    <a:gd name="connsiteX1936" fmla="*/ 210623 w 1440502"/>
                    <a:gd name="connsiteY1936" fmla="*/ 1436254 h 2360402"/>
                    <a:gd name="connsiteX1937" fmla="*/ 204048 w 1440502"/>
                    <a:gd name="connsiteY1937" fmla="*/ 1444334 h 2360402"/>
                    <a:gd name="connsiteX1938" fmla="*/ 200980 w 1440502"/>
                    <a:gd name="connsiteY1938" fmla="*/ 1447552 h 2360402"/>
                    <a:gd name="connsiteX1939" fmla="*/ 191998 w 1440502"/>
                    <a:gd name="connsiteY1939" fmla="*/ 1453629 h 2360402"/>
                    <a:gd name="connsiteX1940" fmla="*/ 191314 w 1440502"/>
                    <a:gd name="connsiteY1940" fmla="*/ 1460181 h 2360402"/>
                    <a:gd name="connsiteX1941" fmla="*/ 187529 w 1440502"/>
                    <a:gd name="connsiteY1941" fmla="*/ 1461999 h 2360402"/>
                    <a:gd name="connsiteX1942" fmla="*/ 186974 w 1440502"/>
                    <a:gd name="connsiteY1942" fmla="*/ 1463261 h 2360402"/>
                    <a:gd name="connsiteX1943" fmla="*/ 185064 w 1440502"/>
                    <a:gd name="connsiteY1943" fmla="*/ 1467636 h 2360402"/>
                    <a:gd name="connsiteX1944" fmla="*/ 182366 w 1440502"/>
                    <a:gd name="connsiteY1944" fmla="*/ 1469164 h 2360402"/>
                    <a:gd name="connsiteX1945" fmla="*/ 179646 w 1440502"/>
                    <a:gd name="connsiteY1945" fmla="*/ 1468065 h 2360402"/>
                    <a:gd name="connsiteX1946" fmla="*/ 183177 w 1440502"/>
                    <a:gd name="connsiteY1946" fmla="*/ 1463261 h 2360402"/>
                    <a:gd name="connsiteX1947" fmla="*/ 187992 w 1440502"/>
                    <a:gd name="connsiteY1947" fmla="*/ 1456708 h 2360402"/>
                    <a:gd name="connsiteX1948" fmla="*/ 187008 w 1440502"/>
                    <a:gd name="connsiteY1948" fmla="*/ 1456002 h 2360402"/>
                    <a:gd name="connsiteX1949" fmla="*/ 184566 w 1440502"/>
                    <a:gd name="connsiteY1949" fmla="*/ 1459128 h 2360402"/>
                    <a:gd name="connsiteX1950" fmla="*/ 183767 w 1440502"/>
                    <a:gd name="connsiteY1950" fmla="*/ 1458248 h 2360402"/>
                    <a:gd name="connsiteX1951" fmla="*/ 183512 w 1440502"/>
                    <a:gd name="connsiteY1951" fmla="*/ 1457912 h 2360402"/>
                    <a:gd name="connsiteX1952" fmla="*/ 186152 w 1440502"/>
                    <a:gd name="connsiteY1952" fmla="*/ 1452032 h 2360402"/>
                    <a:gd name="connsiteX1953" fmla="*/ 186128 w 1440502"/>
                    <a:gd name="connsiteY1953" fmla="*/ 1451997 h 2360402"/>
                    <a:gd name="connsiteX1954" fmla="*/ 186140 w 1440502"/>
                    <a:gd name="connsiteY1954" fmla="*/ 1451962 h 2360402"/>
                    <a:gd name="connsiteX1955" fmla="*/ 185885 w 1440502"/>
                    <a:gd name="connsiteY1955" fmla="*/ 1451685 h 2360402"/>
                    <a:gd name="connsiteX1956" fmla="*/ 184936 w 1440502"/>
                    <a:gd name="connsiteY1956" fmla="*/ 1450423 h 2360402"/>
                    <a:gd name="connsiteX1957" fmla="*/ 185318 w 1440502"/>
                    <a:gd name="connsiteY1957" fmla="*/ 1449937 h 2360402"/>
                    <a:gd name="connsiteX1958" fmla="*/ 190238 w 1440502"/>
                    <a:gd name="connsiteY1958" fmla="*/ 1446638 h 2360402"/>
                    <a:gd name="connsiteX1959" fmla="*/ 189046 w 1440502"/>
                    <a:gd name="connsiteY1959" fmla="*/ 1444380 h 2360402"/>
                    <a:gd name="connsiteX1960" fmla="*/ 190145 w 1440502"/>
                    <a:gd name="connsiteY1960" fmla="*/ 1441509 h 2360402"/>
                    <a:gd name="connsiteX1961" fmla="*/ 193873 w 1440502"/>
                    <a:gd name="connsiteY1961" fmla="*/ 1438337 h 2360402"/>
                    <a:gd name="connsiteX1962" fmla="*/ 196084 w 1440502"/>
                    <a:gd name="connsiteY1962" fmla="*/ 1431439 h 2360402"/>
                    <a:gd name="connsiteX1963" fmla="*/ 200668 w 1440502"/>
                    <a:gd name="connsiteY1963" fmla="*/ 1426542 h 2360402"/>
                    <a:gd name="connsiteX1964" fmla="*/ 200031 w 1440502"/>
                    <a:gd name="connsiteY1964" fmla="*/ 1423312 h 2360402"/>
                    <a:gd name="connsiteX1965" fmla="*/ 199661 w 1440502"/>
                    <a:gd name="connsiteY1965" fmla="*/ 1423150 h 2360402"/>
                    <a:gd name="connsiteX1966" fmla="*/ 199626 w 1440502"/>
                    <a:gd name="connsiteY1966" fmla="*/ 1423046 h 2360402"/>
                    <a:gd name="connsiteX1967" fmla="*/ 199707 w 1440502"/>
                    <a:gd name="connsiteY1967" fmla="*/ 1422976 h 2360402"/>
                    <a:gd name="connsiteX1968" fmla="*/ 200911 w 1440502"/>
                    <a:gd name="connsiteY1968" fmla="*/ 1423602 h 2360402"/>
                    <a:gd name="connsiteX1969" fmla="*/ 201964 w 1440502"/>
                    <a:gd name="connsiteY1969" fmla="*/ 1421645 h 2360402"/>
                    <a:gd name="connsiteX1970" fmla="*/ 201467 w 1440502"/>
                    <a:gd name="connsiteY1970" fmla="*/ 1421448 h 2360402"/>
                    <a:gd name="connsiteX1971" fmla="*/ 202289 w 1440502"/>
                    <a:gd name="connsiteY1971" fmla="*/ 1420742 h 2360402"/>
                    <a:gd name="connsiteX1972" fmla="*/ 202404 w 1440502"/>
                    <a:gd name="connsiteY1972" fmla="*/ 1421981 h 2360402"/>
                    <a:gd name="connsiteX1973" fmla="*/ 203573 w 1440502"/>
                    <a:gd name="connsiteY1973" fmla="*/ 1421009 h 2360402"/>
                    <a:gd name="connsiteX1974" fmla="*/ 206456 w 1440502"/>
                    <a:gd name="connsiteY1974" fmla="*/ 1418612 h 2360402"/>
                    <a:gd name="connsiteX1975" fmla="*/ 204824 w 1440502"/>
                    <a:gd name="connsiteY1975" fmla="*/ 1417756 h 2360402"/>
                    <a:gd name="connsiteX1976" fmla="*/ 204384 w 1440502"/>
                    <a:gd name="connsiteY1976" fmla="*/ 1411053 h 2360402"/>
                    <a:gd name="connsiteX1977" fmla="*/ 203573 w 1440502"/>
                    <a:gd name="connsiteY1977" fmla="*/ 1410451 h 2360402"/>
                    <a:gd name="connsiteX1978" fmla="*/ 201536 w 1440502"/>
                    <a:gd name="connsiteY1978" fmla="*/ 1408935 h 2360402"/>
                    <a:gd name="connsiteX1979" fmla="*/ 199672 w 1440502"/>
                    <a:gd name="connsiteY1979" fmla="*/ 1410000 h 2360402"/>
                    <a:gd name="connsiteX1980" fmla="*/ 198827 w 1440502"/>
                    <a:gd name="connsiteY1980" fmla="*/ 1406689 h 2360402"/>
                    <a:gd name="connsiteX1981" fmla="*/ 201687 w 1440502"/>
                    <a:gd name="connsiteY1981" fmla="*/ 1405265 h 2360402"/>
                    <a:gd name="connsiteX1982" fmla="*/ 203573 w 1440502"/>
                    <a:gd name="connsiteY1982" fmla="*/ 1405485 h 2360402"/>
                    <a:gd name="connsiteX1983" fmla="*/ 206456 w 1440502"/>
                    <a:gd name="connsiteY1983" fmla="*/ 1405821 h 2360402"/>
                    <a:gd name="connsiteX1984" fmla="*/ 208782 w 1440502"/>
                    <a:gd name="connsiteY1984" fmla="*/ 1402684 h 2360402"/>
                    <a:gd name="connsiteX1985" fmla="*/ 211017 w 1440502"/>
                    <a:gd name="connsiteY1985" fmla="*/ 1403298 h 2360402"/>
                    <a:gd name="connsiteX1986" fmla="*/ 211908 w 1440502"/>
                    <a:gd name="connsiteY1986" fmla="*/ 1400369 h 2360402"/>
                    <a:gd name="connsiteX1987" fmla="*/ 213957 w 1440502"/>
                    <a:gd name="connsiteY1987" fmla="*/ 1402221 h 2360402"/>
                    <a:gd name="connsiteX1988" fmla="*/ 216990 w 1440502"/>
                    <a:gd name="connsiteY1988" fmla="*/ 1402117 h 2360402"/>
                    <a:gd name="connsiteX1989" fmla="*/ 217106 w 1440502"/>
                    <a:gd name="connsiteY1989" fmla="*/ 1401029 h 2360402"/>
                    <a:gd name="connsiteX1990" fmla="*/ 218090 w 1440502"/>
                    <a:gd name="connsiteY1990" fmla="*/ 1398389 h 2360402"/>
                    <a:gd name="connsiteX1991" fmla="*/ 220891 w 1440502"/>
                    <a:gd name="connsiteY1991" fmla="*/ 1396282 h 2360402"/>
                    <a:gd name="connsiteX1992" fmla="*/ 221030 w 1440502"/>
                    <a:gd name="connsiteY1992" fmla="*/ 1396213 h 2360402"/>
                    <a:gd name="connsiteX1993" fmla="*/ 225857 w 1440502"/>
                    <a:gd name="connsiteY1993" fmla="*/ 1397880 h 2360402"/>
                    <a:gd name="connsiteX1994" fmla="*/ 227142 w 1440502"/>
                    <a:gd name="connsiteY1994" fmla="*/ 1396583 h 2360402"/>
                    <a:gd name="connsiteX1995" fmla="*/ 221979 w 1440502"/>
                    <a:gd name="connsiteY1995" fmla="*/ 1392428 h 2360402"/>
                    <a:gd name="connsiteX1996" fmla="*/ 223114 w 1440502"/>
                    <a:gd name="connsiteY1996" fmla="*/ 1389649 h 2360402"/>
                    <a:gd name="connsiteX1997" fmla="*/ 219733 w 1440502"/>
                    <a:gd name="connsiteY1997" fmla="*/ 1388469 h 2360402"/>
                    <a:gd name="connsiteX1998" fmla="*/ 215439 w 1440502"/>
                    <a:gd name="connsiteY1998" fmla="*/ 1394476 h 2360402"/>
                    <a:gd name="connsiteX1999" fmla="*/ 214385 w 1440502"/>
                    <a:gd name="connsiteY1999" fmla="*/ 1393157 h 2360402"/>
                    <a:gd name="connsiteX2000" fmla="*/ 213760 w 1440502"/>
                    <a:gd name="connsiteY2000" fmla="*/ 1392335 h 2360402"/>
                    <a:gd name="connsiteX2001" fmla="*/ 209628 w 1440502"/>
                    <a:gd name="connsiteY2001" fmla="*/ 1395160 h 2360402"/>
                    <a:gd name="connsiteX2002" fmla="*/ 203573 w 1440502"/>
                    <a:gd name="connsiteY2002" fmla="*/ 1393678 h 2360402"/>
                    <a:gd name="connsiteX2003" fmla="*/ 200922 w 1440502"/>
                    <a:gd name="connsiteY2003" fmla="*/ 1393029 h 2360402"/>
                    <a:gd name="connsiteX2004" fmla="*/ 194046 w 1440502"/>
                    <a:gd name="connsiteY2004" fmla="*/ 1400091 h 2360402"/>
                    <a:gd name="connsiteX2005" fmla="*/ 189219 w 1440502"/>
                    <a:gd name="connsiteY2005" fmla="*/ 1399258 h 2360402"/>
                    <a:gd name="connsiteX2006" fmla="*/ 188490 w 1440502"/>
                    <a:gd name="connsiteY2006" fmla="*/ 1396178 h 2360402"/>
                    <a:gd name="connsiteX2007" fmla="*/ 190979 w 1440502"/>
                    <a:gd name="connsiteY2007" fmla="*/ 1391594 h 2360402"/>
                    <a:gd name="connsiteX2008" fmla="*/ 190794 w 1440502"/>
                    <a:gd name="connsiteY2008" fmla="*/ 1388897 h 2360402"/>
                    <a:gd name="connsiteX2009" fmla="*/ 192194 w 1440502"/>
                    <a:gd name="connsiteY2009" fmla="*/ 1385945 h 2360402"/>
                    <a:gd name="connsiteX2010" fmla="*/ 195945 w 1440502"/>
                    <a:gd name="connsiteY2010" fmla="*/ 1379127 h 2360402"/>
                    <a:gd name="connsiteX2011" fmla="*/ 194243 w 1440502"/>
                    <a:gd name="connsiteY2011" fmla="*/ 1376997 h 2360402"/>
                    <a:gd name="connsiteX2012" fmla="*/ 191766 w 1440502"/>
                    <a:gd name="connsiteY2012" fmla="*/ 1379659 h 2360402"/>
                    <a:gd name="connsiteX2013" fmla="*/ 191743 w 1440502"/>
                    <a:gd name="connsiteY2013" fmla="*/ 1379636 h 2360402"/>
                    <a:gd name="connsiteX2014" fmla="*/ 195378 w 1440502"/>
                    <a:gd name="connsiteY2014" fmla="*/ 1362331 h 2360402"/>
                    <a:gd name="connsiteX2015" fmla="*/ 195829 w 1440502"/>
                    <a:gd name="connsiteY2015" fmla="*/ 1361474 h 2360402"/>
                    <a:gd name="connsiteX2016" fmla="*/ 197971 w 1440502"/>
                    <a:gd name="connsiteY2016" fmla="*/ 1350002 h 2360402"/>
                    <a:gd name="connsiteX2017" fmla="*/ 207278 w 1440502"/>
                    <a:gd name="connsiteY2017" fmla="*/ 1341691 h 2360402"/>
                    <a:gd name="connsiteX2018" fmla="*/ 207729 w 1440502"/>
                    <a:gd name="connsiteY2018" fmla="*/ 1341552 h 2360402"/>
                    <a:gd name="connsiteX2019" fmla="*/ 209720 w 1440502"/>
                    <a:gd name="connsiteY2019" fmla="*/ 1344017 h 2360402"/>
                    <a:gd name="connsiteX2020" fmla="*/ 211271 w 1440502"/>
                    <a:gd name="connsiteY2020" fmla="*/ 1340753 h 2360402"/>
                    <a:gd name="connsiteX2021" fmla="*/ 216862 w 1440502"/>
                    <a:gd name="connsiteY2021" fmla="*/ 1346876 h 2360402"/>
                    <a:gd name="connsiteX2022" fmla="*/ 216619 w 1440502"/>
                    <a:gd name="connsiteY2022" fmla="*/ 1345256 h 2360402"/>
                    <a:gd name="connsiteX2023" fmla="*/ 219270 w 1440502"/>
                    <a:gd name="connsiteY2023" fmla="*/ 1345372 h 2360402"/>
                    <a:gd name="connsiteX2024" fmla="*/ 219375 w 1440502"/>
                    <a:gd name="connsiteY2024" fmla="*/ 1345407 h 2360402"/>
                    <a:gd name="connsiteX2025" fmla="*/ 219398 w 1440502"/>
                    <a:gd name="connsiteY2025" fmla="*/ 1345383 h 2360402"/>
                    <a:gd name="connsiteX2026" fmla="*/ 219664 w 1440502"/>
                    <a:gd name="connsiteY2026" fmla="*/ 1345395 h 2360402"/>
                    <a:gd name="connsiteX2027" fmla="*/ 224236 w 1440502"/>
                    <a:gd name="connsiteY2027" fmla="*/ 1340359 h 2360402"/>
                    <a:gd name="connsiteX2028" fmla="*/ 227651 w 1440502"/>
                    <a:gd name="connsiteY2028" fmla="*/ 1340163 h 2360402"/>
                    <a:gd name="connsiteX2029" fmla="*/ 232455 w 1440502"/>
                    <a:gd name="connsiteY2029" fmla="*/ 1340163 h 2360402"/>
                    <a:gd name="connsiteX2030" fmla="*/ 233046 w 1440502"/>
                    <a:gd name="connsiteY2030" fmla="*/ 1339838 h 2360402"/>
                    <a:gd name="connsiteX2031" fmla="*/ 233925 w 1440502"/>
                    <a:gd name="connsiteY2031" fmla="*/ 1339781 h 2360402"/>
                    <a:gd name="connsiteX2032" fmla="*/ 242364 w 1440502"/>
                    <a:gd name="connsiteY2032" fmla="*/ 1335336 h 2360402"/>
                    <a:gd name="connsiteX2033" fmla="*/ 243348 w 1440502"/>
                    <a:gd name="connsiteY2033" fmla="*/ 1333275 h 2360402"/>
                    <a:gd name="connsiteX2034" fmla="*/ 239621 w 1440502"/>
                    <a:gd name="connsiteY2034" fmla="*/ 1331828 h 2360402"/>
                    <a:gd name="connsiteX2035" fmla="*/ 230800 w 1440502"/>
                    <a:gd name="connsiteY2035" fmla="*/ 1338681 h 2360402"/>
                    <a:gd name="connsiteX2036" fmla="*/ 225463 w 1440502"/>
                    <a:gd name="connsiteY2036" fmla="*/ 1336725 h 2360402"/>
                    <a:gd name="connsiteX2037" fmla="*/ 226517 w 1440502"/>
                    <a:gd name="connsiteY2037" fmla="*/ 1333865 h 2360402"/>
                    <a:gd name="connsiteX2038" fmla="*/ 217025 w 1440502"/>
                    <a:gd name="connsiteY2038" fmla="*/ 1343994 h 2360402"/>
                    <a:gd name="connsiteX2039" fmla="*/ 215184 w 1440502"/>
                    <a:gd name="connsiteY2039" fmla="*/ 1339040 h 2360402"/>
                    <a:gd name="connsiteX2040" fmla="*/ 214976 w 1440502"/>
                    <a:gd name="connsiteY2040" fmla="*/ 1339005 h 2360402"/>
                    <a:gd name="connsiteX2041" fmla="*/ 214941 w 1440502"/>
                    <a:gd name="connsiteY2041" fmla="*/ 1338924 h 2360402"/>
                    <a:gd name="connsiteX2042" fmla="*/ 213158 w 1440502"/>
                    <a:gd name="connsiteY2042" fmla="*/ 1338716 h 2360402"/>
                    <a:gd name="connsiteX2043" fmla="*/ 212371 w 1440502"/>
                    <a:gd name="connsiteY2043" fmla="*/ 1338588 h 2360402"/>
                    <a:gd name="connsiteX2044" fmla="*/ 211850 w 1440502"/>
                    <a:gd name="connsiteY2044" fmla="*/ 1336643 h 2360402"/>
                    <a:gd name="connsiteX2045" fmla="*/ 214617 w 1440502"/>
                    <a:gd name="connsiteY2045" fmla="*/ 1329814 h 2360402"/>
                    <a:gd name="connsiteX2046" fmla="*/ 214952 w 1440502"/>
                    <a:gd name="connsiteY2046" fmla="*/ 1329258 h 2360402"/>
                    <a:gd name="connsiteX2047" fmla="*/ 213587 w 1440502"/>
                    <a:gd name="connsiteY2047" fmla="*/ 1327904 h 2360402"/>
                    <a:gd name="connsiteX2048" fmla="*/ 217175 w 1440502"/>
                    <a:gd name="connsiteY2048" fmla="*/ 1324987 h 2360402"/>
                    <a:gd name="connsiteX2049" fmla="*/ 216434 w 1440502"/>
                    <a:gd name="connsiteY2049" fmla="*/ 1323204 h 2360402"/>
                    <a:gd name="connsiteX2050" fmla="*/ 214964 w 1440502"/>
                    <a:gd name="connsiteY2050" fmla="*/ 1323644 h 2360402"/>
                    <a:gd name="connsiteX2051" fmla="*/ 214952 w 1440502"/>
                    <a:gd name="connsiteY2051" fmla="*/ 1323632 h 2360402"/>
                    <a:gd name="connsiteX2052" fmla="*/ 220590 w 1440502"/>
                    <a:gd name="connsiteY2052" fmla="*/ 1316617 h 2360402"/>
                    <a:gd name="connsiteX2053" fmla="*/ 220613 w 1440502"/>
                    <a:gd name="connsiteY2053" fmla="*/ 1314522 h 2360402"/>
                    <a:gd name="connsiteX2054" fmla="*/ 221423 w 1440502"/>
                    <a:gd name="connsiteY2054" fmla="*/ 1313677 h 2360402"/>
                    <a:gd name="connsiteX2055" fmla="*/ 227559 w 1440502"/>
                    <a:gd name="connsiteY2055" fmla="*/ 1308248 h 2360402"/>
                    <a:gd name="connsiteX2056" fmla="*/ 232664 w 1440502"/>
                    <a:gd name="connsiteY2056" fmla="*/ 1305435 h 2360402"/>
                    <a:gd name="connsiteX2057" fmla="*/ 234423 w 1440502"/>
                    <a:gd name="connsiteY2057" fmla="*/ 1305134 h 2360402"/>
                    <a:gd name="connsiteX2058" fmla="*/ 234168 w 1440502"/>
                    <a:gd name="connsiteY2058" fmla="*/ 1304602 h 2360402"/>
                    <a:gd name="connsiteX2059" fmla="*/ 234655 w 1440502"/>
                    <a:gd name="connsiteY2059" fmla="*/ 1304335 h 2360402"/>
                    <a:gd name="connsiteX2060" fmla="*/ 230545 w 1440502"/>
                    <a:gd name="connsiteY2060" fmla="*/ 1297008 h 2360402"/>
                    <a:gd name="connsiteX2061" fmla="*/ 231610 w 1440502"/>
                    <a:gd name="connsiteY2061" fmla="*/ 1291509 h 2360402"/>
                    <a:gd name="connsiteX2062" fmla="*/ 232189 w 1440502"/>
                    <a:gd name="connsiteY2062" fmla="*/ 1291405 h 2360402"/>
                    <a:gd name="connsiteX2063" fmla="*/ 234701 w 1440502"/>
                    <a:gd name="connsiteY2063" fmla="*/ 1291671 h 2360402"/>
                    <a:gd name="connsiteX2064" fmla="*/ 235152 w 1440502"/>
                    <a:gd name="connsiteY2064" fmla="*/ 1290861 h 2360402"/>
                    <a:gd name="connsiteX2065" fmla="*/ 235280 w 1440502"/>
                    <a:gd name="connsiteY2065" fmla="*/ 1290838 h 2360402"/>
                    <a:gd name="connsiteX2066" fmla="*/ 238776 w 1440502"/>
                    <a:gd name="connsiteY2066" fmla="*/ 1285397 h 2360402"/>
                    <a:gd name="connsiteX2067" fmla="*/ 245119 w 1440502"/>
                    <a:gd name="connsiteY2067" fmla="*/ 1282781 h 2360402"/>
                    <a:gd name="connsiteX2068" fmla="*/ 246184 w 1440502"/>
                    <a:gd name="connsiteY2068" fmla="*/ 1280443 h 2360402"/>
                    <a:gd name="connsiteX2069" fmla="*/ 247886 w 1440502"/>
                    <a:gd name="connsiteY2069" fmla="*/ 1281172 h 2360402"/>
                    <a:gd name="connsiteX2070" fmla="*/ 247863 w 1440502"/>
                    <a:gd name="connsiteY2070" fmla="*/ 1281264 h 2360402"/>
                    <a:gd name="connsiteX2071" fmla="*/ 244610 w 1440502"/>
                    <a:gd name="connsiteY2071" fmla="*/ 1284344 h 2360402"/>
                    <a:gd name="connsiteX2072" fmla="*/ 246277 w 1440502"/>
                    <a:gd name="connsiteY2072" fmla="*/ 1285304 h 2360402"/>
                    <a:gd name="connsiteX2073" fmla="*/ 252157 w 1440502"/>
                    <a:gd name="connsiteY2073" fmla="*/ 1283869 h 2360402"/>
                    <a:gd name="connsiteX2074" fmla="*/ 254669 w 1440502"/>
                    <a:gd name="connsiteY2074" fmla="*/ 1281126 h 2360402"/>
                    <a:gd name="connsiteX2075" fmla="*/ 254704 w 1440502"/>
                    <a:gd name="connsiteY2075" fmla="*/ 1284367 h 2360402"/>
                    <a:gd name="connsiteX2076" fmla="*/ 256058 w 1440502"/>
                    <a:gd name="connsiteY2076" fmla="*/ 1283881 h 2360402"/>
                    <a:gd name="connsiteX2077" fmla="*/ 256082 w 1440502"/>
                    <a:gd name="connsiteY2077" fmla="*/ 1283950 h 2360402"/>
                    <a:gd name="connsiteX2078" fmla="*/ 259670 w 1440502"/>
                    <a:gd name="connsiteY2078" fmla="*/ 1282584 h 2360402"/>
                    <a:gd name="connsiteX2079" fmla="*/ 263293 w 1440502"/>
                    <a:gd name="connsiteY2079" fmla="*/ 1281276 h 2360402"/>
                    <a:gd name="connsiteX2080" fmla="*/ 270494 w 1440502"/>
                    <a:gd name="connsiteY2080" fmla="*/ 1282410 h 2360402"/>
                    <a:gd name="connsiteX2081" fmla="*/ 275969 w 1440502"/>
                    <a:gd name="connsiteY2081" fmla="*/ 1279528 h 2360402"/>
                    <a:gd name="connsiteX2082" fmla="*/ 278886 w 1440502"/>
                    <a:gd name="connsiteY2082" fmla="*/ 1282272 h 2360402"/>
                    <a:gd name="connsiteX2083" fmla="*/ 279477 w 1440502"/>
                    <a:gd name="connsiteY2083" fmla="*/ 1283997 h 2360402"/>
                    <a:gd name="connsiteX2084" fmla="*/ 280183 w 1440502"/>
                    <a:gd name="connsiteY2084" fmla="*/ 1283487 h 2360402"/>
                    <a:gd name="connsiteX2085" fmla="*/ 282035 w 1440502"/>
                    <a:gd name="connsiteY2085" fmla="*/ 1285235 h 2360402"/>
                    <a:gd name="connsiteX2086" fmla="*/ 282324 w 1440502"/>
                    <a:gd name="connsiteY2086" fmla="*/ 1284992 h 2360402"/>
                    <a:gd name="connsiteX2087" fmla="*/ 282405 w 1440502"/>
                    <a:gd name="connsiteY2087" fmla="*/ 1285200 h 2360402"/>
                    <a:gd name="connsiteX2088" fmla="*/ 284709 w 1440502"/>
                    <a:gd name="connsiteY2088" fmla="*/ 1283047 h 2360402"/>
                    <a:gd name="connsiteX2089" fmla="*/ 286920 w 1440502"/>
                    <a:gd name="connsiteY2089" fmla="*/ 1281230 h 2360402"/>
                    <a:gd name="connsiteX2090" fmla="*/ 287800 w 1440502"/>
                    <a:gd name="connsiteY2090" fmla="*/ 1283950 h 2360402"/>
                    <a:gd name="connsiteX2091" fmla="*/ 292140 w 1440502"/>
                    <a:gd name="connsiteY2091" fmla="*/ 1282445 h 2360402"/>
                    <a:gd name="connsiteX2092" fmla="*/ 294884 w 1440502"/>
                    <a:gd name="connsiteY2092" fmla="*/ 1284193 h 2360402"/>
                    <a:gd name="connsiteX2093" fmla="*/ 295891 w 1440502"/>
                    <a:gd name="connsiteY2093" fmla="*/ 1284922 h 2360402"/>
                    <a:gd name="connsiteX2094" fmla="*/ 296423 w 1440502"/>
                    <a:gd name="connsiteY2094" fmla="*/ 1287029 h 2360402"/>
                    <a:gd name="connsiteX2095" fmla="*/ 300162 w 1440502"/>
                    <a:gd name="connsiteY2095" fmla="*/ 1284216 h 2360402"/>
                    <a:gd name="connsiteX2096" fmla="*/ 301887 w 1440502"/>
                    <a:gd name="connsiteY2096" fmla="*/ 1286219 h 2360402"/>
                    <a:gd name="connsiteX2097" fmla="*/ 301910 w 1440502"/>
                    <a:gd name="connsiteY2097" fmla="*/ 1286115 h 2360402"/>
                    <a:gd name="connsiteX2098" fmla="*/ 301968 w 1440502"/>
                    <a:gd name="connsiteY2098" fmla="*/ 1286196 h 2360402"/>
                    <a:gd name="connsiteX2099" fmla="*/ 302918 w 1440502"/>
                    <a:gd name="connsiteY2099" fmla="*/ 1281890 h 2360402"/>
                    <a:gd name="connsiteX2100" fmla="*/ 308300 w 1440502"/>
                    <a:gd name="connsiteY2100" fmla="*/ 1294195 h 2360402"/>
                    <a:gd name="connsiteX2101" fmla="*/ 309273 w 1440502"/>
                    <a:gd name="connsiteY2101" fmla="*/ 1293998 h 2360402"/>
                    <a:gd name="connsiteX2102" fmla="*/ 310118 w 1440502"/>
                    <a:gd name="connsiteY2102" fmla="*/ 1293813 h 2360402"/>
                    <a:gd name="connsiteX2103" fmla="*/ 312005 w 1440502"/>
                    <a:gd name="connsiteY2103" fmla="*/ 1295075 h 2360402"/>
                    <a:gd name="connsiteX2104" fmla="*/ 313787 w 1440502"/>
                    <a:gd name="connsiteY2104" fmla="*/ 1294369 h 2360402"/>
                    <a:gd name="connsiteX2105" fmla="*/ 314656 w 1440502"/>
                    <a:gd name="connsiteY2105" fmla="*/ 1290444 h 2360402"/>
                    <a:gd name="connsiteX2106" fmla="*/ 314713 w 1440502"/>
                    <a:gd name="connsiteY2106" fmla="*/ 1290386 h 2360402"/>
                    <a:gd name="connsiteX2107" fmla="*/ 314748 w 1440502"/>
                    <a:gd name="connsiteY2107" fmla="*/ 1292366 h 2360402"/>
                    <a:gd name="connsiteX2108" fmla="*/ 316450 w 1440502"/>
                    <a:gd name="connsiteY2108" fmla="*/ 1293084 h 2360402"/>
                    <a:gd name="connsiteX2109" fmla="*/ 314980 w 1440502"/>
                    <a:gd name="connsiteY2109" fmla="*/ 1292007 h 2360402"/>
                    <a:gd name="connsiteX2110" fmla="*/ 316079 w 1440502"/>
                    <a:gd name="connsiteY2110" fmla="*/ 1290630 h 2360402"/>
                    <a:gd name="connsiteX2111" fmla="*/ 318186 w 1440502"/>
                    <a:gd name="connsiteY2111" fmla="*/ 1290282 h 2360402"/>
                    <a:gd name="connsiteX2112" fmla="*/ 319193 w 1440502"/>
                    <a:gd name="connsiteY2112" fmla="*/ 1290456 h 2360402"/>
                    <a:gd name="connsiteX2113" fmla="*/ 325143 w 1440502"/>
                    <a:gd name="connsiteY2113" fmla="*/ 1289113 h 2360402"/>
                    <a:gd name="connsiteX2114" fmla="*/ 327539 w 1440502"/>
                    <a:gd name="connsiteY2114" fmla="*/ 1288719 h 2360402"/>
                    <a:gd name="connsiteX2115" fmla="*/ 327771 w 1440502"/>
                    <a:gd name="connsiteY2115" fmla="*/ 1288523 h 2360402"/>
                    <a:gd name="connsiteX2116" fmla="*/ 327887 w 1440502"/>
                    <a:gd name="connsiteY2116" fmla="*/ 1288499 h 2360402"/>
                    <a:gd name="connsiteX2117" fmla="*/ 330005 w 1440502"/>
                    <a:gd name="connsiteY2117" fmla="*/ 1286659 h 2360402"/>
                    <a:gd name="connsiteX2118" fmla="*/ 336986 w 1440502"/>
                    <a:gd name="connsiteY2118" fmla="*/ 1280825 h 2360402"/>
                    <a:gd name="connsiteX2119" fmla="*/ 336198 w 1440502"/>
                    <a:gd name="connsiteY2119" fmla="*/ 1279239 h 2360402"/>
                    <a:gd name="connsiteX2120" fmla="*/ 339115 w 1440502"/>
                    <a:gd name="connsiteY2120" fmla="*/ 1275326 h 2360402"/>
                    <a:gd name="connsiteX2121" fmla="*/ 346269 w 1440502"/>
                    <a:gd name="connsiteY2121" fmla="*/ 1272756 h 2360402"/>
                    <a:gd name="connsiteX2122" fmla="*/ 346200 w 1440502"/>
                    <a:gd name="connsiteY2122" fmla="*/ 1272675 h 2360402"/>
                    <a:gd name="connsiteX2123" fmla="*/ 343572 w 1440502"/>
                    <a:gd name="connsiteY2123" fmla="*/ 1269538 h 2360402"/>
                    <a:gd name="connsiteX2124" fmla="*/ 344429 w 1440502"/>
                    <a:gd name="connsiteY2124" fmla="*/ 1268137 h 2360402"/>
                    <a:gd name="connsiteX2125" fmla="*/ 346779 w 1440502"/>
                    <a:gd name="connsiteY2125" fmla="*/ 1265105 h 2360402"/>
                    <a:gd name="connsiteX2126" fmla="*/ 352127 w 1440502"/>
                    <a:gd name="connsiteY2126" fmla="*/ 1265602 h 2360402"/>
                    <a:gd name="connsiteX2127" fmla="*/ 349152 w 1440502"/>
                    <a:gd name="connsiteY2127" fmla="*/ 1263623 h 2360402"/>
                    <a:gd name="connsiteX2128" fmla="*/ 349406 w 1440502"/>
                    <a:gd name="connsiteY2128" fmla="*/ 1263171 h 2360402"/>
                    <a:gd name="connsiteX2129" fmla="*/ 350390 w 1440502"/>
                    <a:gd name="connsiteY2129" fmla="*/ 1262963 h 2360402"/>
                    <a:gd name="connsiteX2130" fmla="*/ 352543 w 1440502"/>
                    <a:gd name="connsiteY2130" fmla="*/ 1257326 h 2360402"/>
                    <a:gd name="connsiteX2131" fmla="*/ 352729 w 1440502"/>
                    <a:gd name="connsiteY2131" fmla="*/ 1256978 h 2360402"/>
                    <a:gd name="connsiteX2132" fmla="*/ 357637 w 1440502"/>
                    <a:gd name="connsiteY2132" fmla="*/ 1252302 h 2360402"/>
                    <a:gd name="connsiteX2133" fmla="*/ 357764 w 1440502"/>
                    <a:gd name="connsiteY2133" fmla="*/ 1251862 h 2360402"/>
                    <a:gd name="connsiteX2134" fmla="*/ 360461 w 1440502"/>
                    <a:gd name="connsiteY2134" fmla="*/ 1242983 h 2360402"/>
                    <a:gd name="connsiteX2135" fmla="*/ 364328 w 1440502"/>
                    <a:gd name="connsiteY2135" fmla="*/ 1238191 h 2360402"/>
                    <a:gd name="connsiteX2136" fmla="*/ 366157 w 1440502"/>
                    <a:gd name="connsiteY2136" fmla="*/ 1233641 h 2360402"/>
                    <a:gd name="connsiteX2137" fmla="*/ 370393 w 1440502"/>
                    <a:gd name="connsiteY2137" fmla="*/ 1226696 h 2360402"/>
                    <a:gd name="connsiteX2138" fmla="*/ 372141 w 1440502"/>
                    <a:gd name="connsiteY2138" fmla="*/ 1225411 h 2360402"/>
                    <a:gd name="connsiteX2139" fmla="*/ 370903 w 1440502"/>
                    <a:gd name="connsiteY2139" fmla="*/ 1225480 h 2360402"/>
                    <a:gd name="connsiteX2140" fmla="*/ 371516 w 1440502"/>
                    <a:gd name="connsiteY2140" fmla="*/ 1223200 h 2360402"/>
                    <a:gd name="connsiteX2141" fmla="*/ 370567 w 1440502"/>
                    <a:gd name="connsiteY2141" fmla="*/ 1223663 h 2360402"/>
                    <a:gd name="connsiteX2142" fmla="*/ 371169 w 1440502"/>
                    <a:gd name="connsiteY2142" fmla="*/ 1222934 h 2360402"/>
                    <a:gd name="connsiteX2143" fmla="*/ 371007 w 1440502"/>
                    <a:gd name="connsiteY2143" fmla="*/ 1222934 h 2360402"/>
                    <a:gd name="connsiteX2144" fmla="*/ 371111 w 1440502"/>
                    <a:gd name="connsiteY2144" fmla="*/ 1222853 h 2360402"/>
                    <a:gd name="connsiteX2145" fmla="*/ 370868 w 1440502"/>
                    <a:gd name="connsiteY2145" fmla="*/ 1222945 h 2360402"/>
                    <a:gd name="connsiteX2146" fmla="*/ 369884 w 1440502"/>
                    <a:gd name="connsiteY2146" fmla="*/ 1223015 h 2360402"/>
                    <a:gd name="connsiteX2147" fmla="*/ 369734 w 1440502"/>
                    <a:gd name="connsiteY2147" fmla="*/ 1223397 h 2360402"/>
                    <a:gd name="connsiteX2148" fmla="*/ 367152 w 1440502"/>
                    <a:gd name="connsiteY2148" fmla="*/ 1224404 h 2360402"/>
                    <a:gd name="connsiteX2149" fmla="*/ 366967 w 1440502"/>
                    <a:gd name="connsiteY2149" fmla="*/ 1224786 h 2360402"/>
                    <a:gd name="connsiteX2150" fmla="*/ 366898 w 1440502"/>
                    <a:gd name="connsiteY2150" fmla="*/ 1224774 h 2360402"/>
                    <a:gd name="connsiteX2151" fmla="*/ 360102 w 1440502"/>
                    <a:gd name="connsiteY2151" fmla="*/ 1238689 h 2360402"/>
                    <a:gd name="connsiteX2152" fmla="*/ 356062 w 1440502"/>
                    <a:gd name="connsiteY2152" fmla="*/ 1247000 h 2360402"/>
                    <a:gd name="connsiteX2153" fmla="*/ 351803 w 1440502"/>
                    <a:gd name="connsiteY2153" fmla="*/ 1251862 h 2360402"/>
                    <a:gd name="connsiteX2154" fmla="*/ 347184 w 1440502"/>
                    <a:gd name="connsiteY2154" fmla="*/ 1257129 h 2360402"/>
                    <a:gd name="connsiteX2155" fmla="*/ 347103 w 1440502"/>
                    <a:gd name="connsiteY2155" fmla="*/ 1257117 h 2360402"/>
                    <a:gd name="connsiteX2156" fmla="*/ 346281 w 1440502"/>
                    <a:gd name="connsiteY2156" fmla="*/ 1255312 h 2360402"/>
                    <a:gd name="connsiteX2157" fmla="*/ 340238 w 1440502"/>
                    <a:gd name="connsiteY2157" fmla="*/ 1258090 h 2360402"/>
                    <a:gd name="connsiteX2158" fmla="*/ 337043 w 1440502"/>
                    <a:gd name="connsiteY2158" fmla="*/ 1267675 h 2360402"/>
                    <a:gd name="connsiteX2159" fmla="*/ 335689 w 1440502"/>
                    <a:gd name="connsiteY2159" fmla="*/ 1267096 h 2360402"/>
                    <a:gd name="connsiteX2160" fmla="*/ 333698 w 1440502"/>
                    <a:gd name="connsiteY2160" fmla="*/ 1269515 h 2360402"/>
                    <a:gd name="connsiteX2161" fmla="*/ 333177 w 1440502"/>
                    <a:gd name="connsiteY2161" fmla="*/ 1275315 h 2360402"/>
                    <a:gd name="connsiteX2162" fmla="*/ 329785 w 1440502"/>
                    <a:gd name="connsiteY2162" fmla="*/ 1278290 h 2360402"/>
                    <a:gd name="connsiteX2163" fmla="*/ 329808 w 1440502"/>
                    <a:gd name="connsiteY2163" fmla="*/ 1281369 h 2360402"/>
                    <a:gd name="connsiteX2164" fmla="*/ 328720 w 1440502"/>
                    <a:gd name="connsiteY2164" fmla="*/ 1281994 h 2360402"/>
                    <a:gd name="connsiteX2165" fmla="*/ 320455 w 1440502"/>
                    <a:gd name="connsiteY2165" fmla="*/ 1286659 h 2360402"/>
                    <a:gd name="connsiteX2166" fmla="*/ 319216 w 1440502"/>
                    <a:gd name="connsiteY2166" fmla="*/ 1286740 h 2360402"/>
                    <a:gd name="connsiteX2167" fmla="*/ 315605 w 1440502"/>
                    <a:gd name="connsiteY2167" fmla="*/ 1286902 h 2360402"/>
                    <a:gd name="connsiteX2168" fmla="*/ 315767 w 1440502"/>
                    <a:gd name="connsiteY2168" fmla="*/ 1286948 h 2360402"/>
                    <a:gd name="connsiteX2169" fmla="*/ 315327 w 1440502"/>
                    <a:gd name="connsiteY2169" fmla="*/ 1286983 h 2360402"/>
                    <a:gd name="connsiteX2170" fmla="*/ 317202 w 1440502"/>
                    <a:gd name="connsiteY2170" fmla="*/ 1287631 h 2360402"/>
                    <a:gd name="connsiteX2171" fmla="*/ 314563 w 1440502"/>
                    <a:gd name="connsiteY2171" fmla="*/ 1289090 h 2360402"/>
                    <a:gd name="connsiteX2172" fmla="*/ 314945 w 1440502"/>
                    <a:gd name="connsiteY2172" fmla="*/ 1286821 h 2360402"/>
                    <a:gd name="connsiteX2173" fmla="*/ 314957 w 1440502"/>
                    <a:gd name="connsiteY2173" fmla="*/ 1286728 h 2360402"/>
                    <a:gd name="connsiteX2174" fmla="*/ 310164 w 1440502"/>
                    <a:gd name="connsiteY2174" fmla="*/ 1284274 h 2360402"/>
                    <a:gd name="connsiteX2175" fmla="*/ 309273 w 1440502"/>
                    <a:gd name="connsiteY2175" fmla="*/ 1282885 h 2360402"/>
                    <a:gd name="connsiteX2176" fmla="*/ 306402 w 1440502"/>
                    <a:gd name="connsiteY2176" fmla="*/ 1278452 h 2360402"/>
                    <a:gd name="connsiteX2177" fmla="*/ 300383 w 1440502"/>
                    <a:gd name="connsiteY2177" fmla="*/ 1277768 h 2360402"/>
                    <a:gd name="connsiteX2178" fmla="*/ 299838 w 1440502"/>
                    <a:gd name="connsiteY2178" fmla="*/ 1278058 h 2360402"/>
                    <a:gd name="connsiteX2179" fmla="*/ 299630 w 1440502"/>
                    <a:gd name="connsiteY2179" fmla="*/ 1278046 h 2360402"/>
                    <a:gd name="connsiteX2180" fmla="*/ 298658 w 1440502"/>
                    <a:gd name="connsiteY2180" fmla="*/ 1278695 h 2360402"/>
                    <a:gd name="connsiteX2181" fmla="*/ 296065 w 1440502"/>
                    <a:gd name="connsiteY2181" fmla="*/ 1280072 h 2360402"/>
                    <a:gd name="connsiteX2182" fmla="*/ 282278 w 1440502"/>
                    <a:gd name="connsiteY2182" fmla="*/ 1276206 h 2360402"/>
                    <a:gd name="connsiteX2183" fmla="*/ 277867 w 1440502"/>
                    <a:gd name="connsiteY2183" fmla="*/ 1272849 h 2360402"/>
                    <a:gd name="connsiteX2184" fmla="*/ 277428 w 1440502"/>
                    <a:gd name="connsiteY2184" fmla="*/ 1272490 h 2360402"/>
                    <a:gd name="connsiteX2185" fmla="*/ 272346 w 1440502"/>
                    <a:gd name="connsiteY2185" fmla="*/ 1273219 h 2360402"/>
                    <a:gd name="connsiteX2186" fmla="*/ 272276 w 1440502"/>
                    <a:gd name="connsiteY2186" fmla="*/ 1277803 h 2360402"/>
                    <a:gd name="connsiteX2187" fmla="*/ 270517 w 1440502"/>
                    <a:gd name="connsiteY2187" fmla="*/ 1279702 h 2360402"/>
                    <a:gd name="connsiteX2188" fmla="*/ 263780 w 1440502"/>
                    <a:gd name="connsiteY2188" fmla="*/ 1279088 h 2360402"/>
                    <a:gd name="connsiteX2189" fmla="*/ 262159 w 1440502"/>
                    <a:gd name="connsiteY2189" fmla="*/ 1280454 h 2360402"/>
                    <a:gd name="connsiteX2190" fmla="*/ 257343 w 1440502"/>
                    <a:gd name="connsiteY2190" fmla="*/ 1279100 h 2360402"/>
                    <a:gd name="connsiteX2191" fmla="*/ 259786 w 1440502"/>
                    <a:gd name="connsiteY2191" fmla="*/ 1273659 h 2360402"/>
                    <a:gd name="connsiteX2192" fmla="*/ 259624 w 1440502"/>
                    <a:gd name="connsiteY2192" fmla="*/ 1272316 h 2360402"/>
                    <a:gd name="connsiteX2193" fmla="*/ 259659 w 1440502"/>
                    <a:gd name="connsiteY2193" fmla="*/ 1272259 h 2360402"/>
                    <a:gd name="connsiteX2194" fmla="*/ 259566 w 1440502"/>
                    <a:gd name="connsiteY2194" fmla="*/ 1271877 h 2360402"/>
                    <a:gd name="connsiteX2195" fmla="*/ 258628 w 1440502"/>
                    <a:gd name="connsiteY2195" fmla="*/ 1264179 h 2360402"/>
                    <a:gd name="connsiteX2196" fmla="*/ 257181 w 1440502"/>
                    <a:gd name="connsiteY2196" fmla="*/ 1261343 h 2360402"/>
                    <a:gd name="connsiteX2197" fmla="*/ 257135 w 1440502"/>
                    <a:gd name="connsiteY2197" fmla="*/ 1261134 h 2360402"/>
                    <a:gd name="connsiteX2198" fmla="*/ 257019 w 1440502"/>
                    <a:gd name="connsiteY2198" fmla="*/ 1261042 h 2360402"/>
                    <a:gd name="connsiteX2199" fmla="*/ 256186 w 1440502"/>
                    <a:gd name="connsiteY2199" fmla="*/ 1259398 h 2360402"/>
                    <a:gd name="connsiteX2200" fmla="*/ 251914 w 1440502"/>
                    <a:gd name="connsiteY2200" fmla="*/ 1257163 h 2360402"/>
                    <a:gd name="connsiteX2201" fmla="*/ 254067 w 1440502"/>
                    <a:gd name="connsiteY2201" fmla="*/ 1251862 h 2360402"/>
                    <a:gd name="connsiteX2202" fmla="*/ 254704 w 1440502"/>
                    <a:gd name="connsiteY2202" fmla="*/ 1250299 h 2360402"/>
                    <a:gd name="connsiteX2203" fmla="*/ 253720 w 1440502"/>
                    <a:gd name="connsiteY2203" fmla="*/ 1251862 h 2360402"/>
                    <a:gd name="connsiteX2204" fmla="*/ 246126 w 1440502"/>
                    <a:gd name="connsiteY2204" fmla="*/ 1263936 h 2360402"/>
                    <a:gd name="connsiteX2205" fmla="*/ 245177 w 1440502"/>
                    <a:gd name="connsiteY2205" fmla="*/ 1265440 h 2360402"/>
                    <a:gd name="connsiteX2206" fmla="*/ 240929 w 1440502"/>
                    <a:gd name="connsiteY2206" fmla="*/ 1268959 h 2360402"/>
                    <a:gd name="connsiteX2207" fmla="*/ 243684 w 1440502"/>
                    <a:gd name="connsiteY2207" fmla="*/ 1261285 h 2360402"/>
                    <a:gd name="connsiteX2208" fmla="*/ 237688 w 1440502"/>
                    <a:gd name="connsiteY2208" fmla="*/ 1265417 h 2360402"/>
                    <a:gd name="connsiteX2209" fmla="*/ 236298 w 1440502"/>
                    <a:gd name="connsiteY2209" fmla="*/ 1264503 h 2360402"/>
                    <a:gd name="connsiteX2210" fmla="*/ 241600 w 1440502"/>
                    <a:gd name="connsiteY2210" fmla="*/ 1257129 h 2360402"/>
                    <a:gd name="connsiteX2211" fmla="*/ 243996 w 1440502"/>
                    <a:gd name="connsiteY2211" fmla="*/ 1255948 h 2360402"/>
                    <a:gd name="connsiteX2212" fmla="*/ 242260 w 1440502"/>
                    <a:gd name="connsiteY2212" fmla="*/ 1256203 h 2360402"/>
                    <a:gd name="connsiteX2213" fmla="*/ 242607 w 1440502"/>
                    <a:gd name="connsiteY2213" fmla="*/ 1255716 h 2360402"/>
                    <a:gd name="connsiteX2214" fmla="*/ 245675 w 1440502"/>
                    <a:gd name="connsiteY2214" fmla="*/ 1252904 h 2360402"/>
                    <a:gd name="connsiteX2215" fmla="*/ 244216 w 1440502"/>
                    <a:gd name="connsiteY2215" fmla="*/ 1253193 h 2360402"/>
                    <a:gd name="connsiteX2216" fmla="*/ 246995 w 1440502"/>
                    <a:gd name="connsiteY2216" fmla="*/ 1246618 h 2360402"/>
                    <a:gd name="connsiteX2217" fmla="*/ 250016 w 1440502"/>
                    <a:gd name="connsiteY2217" fmla="*/ 1242034 h 2360402"/>
                    <a:gd name="connsiteX2218" fmla="*/ 251359 w 1440502"/>
                    <a:gd name="connsiteY2218" fmla="*/ 1244384 h 2360402"/>
                    <a:gd name="connsiteX2219" fmla="*/ 254160 w 1440502"/>
                    <a:gd name="connsiteY2219" fmla="*/ 1242381 h 2360402"/>
                    <a:gd name="connsiteX2220" fmla="*/ 255005 w 1440502"/>
                    <a:gd name="connsiteY2220" fmla="*/ 1239105 h 2360402"/>
                    <a:gd name="connsiteX2221" fmla="*/ 257505 w 1440502"/>
                    <a:gd name="connsiteY2221" fmla="*/ 1239835 h 2360402"/>
                    <a:gd name="connsiteX2222" fmla="*/ 257644 w 1440502"/>
                    <a:gd name="connsiteY2222" fmla="*/ 1242671 h 2360402"/>
                    <a:gd name="connsiteX2223" fmla="*/ 260816 w 1440502"/>
                    <a:gd name="connsiteY2223" fmla="*/ 1240031 h 2360402"/>
                    <a:gd name="connsiteX2224" fmla="*/ 260955 w 1440502"/>
                    <a:gd name="connsiteY2224" fmla="*/ 1240054 h 2360402"/>
                    <a:gd name="connsiteX2225" fmla="*/ 260700 w 1440502"/>
                    <a:gd name="connsiteY2225" fmla="*/ 1245240 h 2360402"/>
                    <a:gd name="connsiteX2226" fmla="*/ 264405 w 1440502"/>
                    <a:gd name="connsiteY2226" fmla="*/ 1247255 h 2360402"/>
                    <a:gd name="connsiteX2227" fmla="*/ 264451 w 1440502"/>
                    <a:gd name="connsiteY2227" fmla="*/ 1249223 h 2360402"/>
                    <a:gd name="connsiteX2228" fmla="*/ 267113 w 1440502"/>
                    <a:gd name="connsiteY2228" fmla="*/ 1248979 h 2360402"/>
                    <a:gd name="connsiteX2229" fmla="*/ 267137 w 1440502"/>
                    <a:gd name="connsiteY2229" fmla="*/ 1248979 h 2360402"/>
                    <a:gd name="connsiteX2230" fmla="*/ 268827 w 1440502"/>
                    <a:gd name="connsiteY2230" fmla="*/ 1248817 h 2360402"/>
                    <a:gd name="connsiteX2231" fmla="*/ 271350 w 1440502"/>
                    <a:gd name="connsiteY2231" fmla="*/ 1246838 h 2360402"/>
                    <a:gd name="connsiteX2232" fmla="*/ 273006 w 1440502"/>
                    <a:gd name="connsiteY2232" fmla="*/ 1246004 h 2360402"/>
                    <a:gd name="connsiteX2233" fmla="*/ 274580 w 1440502"/>
                    <a:gd name="connsiteY2233" fmla="*/ 1247729 h 2360402"/>
                    <a:gd name="connsiteX2234" fmla="*/ 276339 w 1440502"/>
                    <a:gd name="connsiteY2234" fmla="*/ 1246919 h 2360402"/>
                    <a:gd name="connsiteX2235" fmla="*/ 276548 w 1440502"/>
                    <a:gd name="connsiteY2235" fmla="*/ 1244337 h 2360402"/>
                    <a:gd name="connsiteX2236" fmla="*/ 282961 w 1440502"/>
                    <a:gd name="connsiteY2236" fmla="*/ 1244268 h 2360402"/>
                    <a:gd name="connsiteX2237" fmla="*/ 286248 w 1440502"/>
                    <a:gd name="connsiteY2237" fmla="*/ 1240182 h 2360402"/>
                    <a:gd name="connsiteX2238" fmla="*/ 289709 w 1440502"/>
                    <a:gd name="connsiteY2238" fmla="*/ 1239395 h 2360402"/>
                    <a:gd name="connsiteX2239" fmla="*/ 290277 w 1440502"/>
                    <a:gd name="connsiteY2239" fmla="*/ 1238283 h 2360402"/>
                    <a:gd name="connsiteX2240" fmla="*/ 290798 w 1440502"/>
                    <a:gd name="connsiteY2240" fmla="*/ 1237786 h 2360402"/>
                    <a:gd name="connsiteX2241" fmla="*/ 290844 w 1440502"/>
                    <a:gd name="connsiteY2241" fmla="*/ 1238804 h 2360402"/>
                    <a:gd name="connsiteX2242" fmla="*/ 291481 w 1440502"/>
                    <a:gd name="connsiteY2242" fmla="*/ 1237126 h 2360402"/>
                    <a:gd name="connsiteX2243" fmla="*/ 291955 w 1440502"/>
                    <a:gd name="connsiteY2243" fmla="*/ 1236663 h 2360402"/>
                    <a:gd name="connsiteX2244" fmla="*/ 294988 w 1440502"/>
                    <a:gd name="connsiteY2244" fmla="*/ 1230944 h 2360402"/>
                    <a:gd name="connsiteX2245" fmla="*/ 296528 w 1440502"/>
                    <a:gd name="connsiteY2245" fmla="*/ 1229555 h 2360402"/>
                    <a:gd name="connsiteX2246" fmla="*/ 301065 w 1440502"/>
                    <a:gd name="connsiteY2246" fmla="*/ 1230666 h 2360402"/>
                    <a:gd name="connsiteX2247" fmla="*/ 302466 w 1440502"/>
                    <a:gd name="connsiteY2247" fmla="*/ 1231118 h 2360402"/>
                    <a:gd name="connsiteX2248" fmla="*/ 309273 w 1440502"/>
                    <a:gd name="connsiteY2248" fmla="*/ 1229416 h 2360402"/>
                    <a:gd name="connsiteX2249" fmla="*/ 311125 w 1440502"/>
                    <a:gd name="connsiteY2249" fmla="*/ 1228953 h 2360402"/>
                    <a:gd name="connsiteX2250" fmla="*/ 311229 w 1440502"/>
                    <a:gd name="connsiteY2250" fmla="*/ 1228536 h 2360402"/>
                    <a:gd name="connsiteX2251" fmla="*/ 312410 w 1440502"/>
                    <a:gd name="connsiteY2251" fmla="*/ 1226291 h 2360402"/>
                    <a:gd name="connsiteX2252" fmla="*/ 311866 w 1440502"/>
                    <a:gd name="connsiteY2252" fmla="*/ 1226198 h 2360402"/>
                    <a:gd name="connsiteX2253" fmla="*/ 313637 w 1440502"/>
                    <a:gd name="connsiteY2253" fmla="*/ 1219762 h 2360402"/>
                    <a:gd name="connsiteX2254" fmla="*/ 317399 w 1440502"/>
                    <a:gd name="connsiteY2254" fmla="*/ 1220132 h 2360402"/>
                    <a:gd name="connsiteX2255" fmla="*/ 313799 w 1440502"/>
                    <a:gd name="connsiteY2255" fmla="*/ 1219415 h 2360402"/>
                    <a:gd name="connsiteX2256" fmla="*/ 309273 w 1440502"/>
                    <a:gd name="connsiteY2256" fmla="*/ 1223536 h 2360402"/>
                    <a:gd name="connsiteX2257" fmla="*/ 307803 w 1440502"/>
                    <a:gd name="connsiteY2257" fmla="*/ 1224890 h 2360402"/>
                    <a:gd name="connsiteX2258" fmla="*/ 299584 w 1440502"/>
                    <a:gd name="connsiteY2258" fmla="*/ 1228444 h 2360402"/>
                    <a:gd name="connsiteX2259" fmla="*/ 298218 w 1440502"/>
                    <a:gd name="connsiteY2259" fmla="*/ 1228374 h 2360402"/>
                    <a:gd name="connsiteX2260" fmla="*/ 294178 w 1440502"/>
                    <a:gd name="connsiteY2260" fmla="*/ 1226418 h 2360402"/>
                    <a:gd name="connsiteX2261" fmla="*/ 287244 w 1440502"/>
                    <a:gd name="connsiteY2261" fmla="*/ 1227934 h 2360402"/>
                    <a:gd name="connsiteX2262" fmla="*/ 282671 w 1440502"/>
                    <a:gd name="connsiteY2262" fmla="*/ 1234266 h 2360402"/>
                    <a:gd name="connsiteX2263" fmla="*/ 280240 w 1440502"/>
                    <a:gd name="connsiteY2263" fmla="*/ 1235991 h 2360402"/>
                    <a:gd name="connsiteX2264" fmla="*/ 279905 w 1440502"/>
                    <a:gd name="connsiteY2264" fmla="*/ 1235945 h 2360402"/>
                    <a:gd name="connsiteX2265" fmla="*/ 274476 w 1440502"/>
                    <a:gd name="connsiteY2265" fmla="*/ 1240112 h 2360402"/>
                    <a:gd name="connsiteX2266" fmla="*/ 272427 w 1440502"/>
                    <a:gd name="connsiteY2266" fmla="*/ 1241571 h 2360402"/>
                    <a:gd name="connsiteX2267" fmla="*/ 270123 w 1440502"/>
                    <a:gd name="connsiteY2267" fmla="*/ 1238225 h 2360402"/>
                    <a:gd name="connsiteX2268" fmla="*/ 267125 w 1440502"/>
                    <a:gd name="connsiteY2268" fmla="*/ 1241119 h 2360402"/>
                    <a:gd name="connsiteX2269" fmla="*/ 267623 w 1440502"/>
                    <a:gd name="connsiteY2269" fmla="*/ 1239684 h 2360402"/>
                    <a:gd name="connsiteX2270" fmla="*/ 266291 w 1440502"/>
                    <a:gd name="connsiteY2270" fmla="*/ 1239036 h 2360402"/>
                    <a:gd name="connsiteX2271" fmla="*/ 265817 w 1440502"/>
                    <a:gd name="connsiteY2271" fmla="*/ 1237658 h 2360402"/>
                    <a:gd name="connsiteX2272" fmla="*/ 266199 w 1440502"/>
                    <a:gd name="connsiteY2272" fmla="*/ 1235389 h 2360402"/>
                    <a:gd name="connsiteX2273" fmla="*/ 264173 w 1440502"/>
                    <a:gd name="connsiteY2273" fmla="*/ 1235412 h 2360402"/>
                    <a:gd name="connsiteX2274" fmla="*/ 264092 w 1440502"/>
                    <a:gd name="connsiteY2274" fmla="*/ 1235366 h 2360402"/>
                    <a:gd name="connsiteX2275" fmla="*/ 263560 w 1440502"/>
                    <a:gd name="connsiteY2275" fmla="*/ 1233792 h 2360402"/>
                    <a:gd name="connsiteX2276" fmla="*/ 264312 w 1440502"/>
                    <a:gd name="connsiteY2276" fmla="*/ 1229451 h 2360402"/>
                    <a:gd name="connsiteX2277" fmla="*/ 256533 w 1440502"/>
                    <a:gd name="connsiteY2277" fmla="*/ 1231836 h 2360402"/>
                    <a:gd name="connsiteX2278" fmla="*/ 260608 w 1440502"/>
                    <a:gd name="connsiteY2278" fmla="*/ 1226140 h 2360402"/>
                    <a:gd name="connsiteX2279" fmla="*/ 258987 w 1440502"/>
                    <a:gd name="connsiteY2279" fmla="*/ 1224728 h 2360402"/>
                    <a:gd name="connsiteX2280" fmla="*/ 255341 w 1440502"/>
                    <a:gd name="connsiteY2280" fmla="*/ 1226777 h 2360402"/>
                    <a:gd name="connsiteX2281" fmla="*/ 260504 w 1440502"/>
                    <a:gd name="connsiteY2281" fmla="*/ 1221927 h 2360402"/>
                    <a:gd name="connsiteX2282" fmla="*/ 259913 w 1440502"/>
                    <a:gd name="connsiteY2282" fmla="*/ 1219241 h 2360402"/>
                    <a:gd name="connsiteX2283" fmla="*/ 265736 w 1440502"/>
                    <a:gd name="connsiteY2283" fmla="*/ 1214761 h 2360402"/>
                    <a:gd name="connsiteX2284" fmla="*/ 267495 w 1440502"/>
                    <a:gd name="connsiteY2284" fmla="*/ 1215861 h 2360402"/>
                    <a:gd name="connsiteX2285" fmla="*/ 265701 w 1440502"/>
                    <a:gd name="connsiteY2285" fmla="*/ 1220202 h 2360402"/>
                    <a:gd name="connsiteX2286" fmla="*/ 267993 w 1440502"/>
                    <a:gd name="connsiteY2286" fmla="*/ 1217400 h 2360402"/>
                    <a:gd name="connsiteX2287" fmla="*/ 272681 w 1440502"/>
                    <a:gd name="connsiteY2287" fmla="*/ 1216798 h 2360402"/>
                    <a:gd name="connsiteX2288" fmla="*/ 268699 w 1440502"/>
                    <a:gd name="connsiteY2288" fmla="*/ 1213823 h 2360402"/>
                    <a:gd name="connsiteX2289" fmla="*/ 268792 w 1440502"/>
                    <a:gd name="connsiteY2289" fmla="*/ 1210617 h 2360402"/>
                    <a:gd name="connsiteX2290" fmla="*/ 266986 w 1440502"/>
                    <a:gd name="connsiteY2290" fmla="*/ 1210987 h 2360402"/>
                    <a:gd name="connsiteX2291" fmla="*/ 268294 w 1440502"/>
                    <a:gd name="connsiteY2291" fmla="*/ 1207549 h 2360402"/>
                    <a:gd name="connsiteX2292" fmla="*/ 268514 w 1440502"/>
                    <a:gd name="connsiteY2292" fmla="*/ 1207040 h 2360402"/>
                    <a:gd name="connsiteX2293" fmla="*/ 269394 w 1440502"/>
                    <a:gd name="connsiteY2293" fmla="*/ 1209193 h 2360402"/>
                    <a:gd name="connsiteX2294" fmla="*/ 276571 w 1440502"/>
                    <a:gd name="connsiteY2294" fmla="*/ 1194596 h 2360402"/>
                    <a:gd name="connsiteX2295" fmla="*/ 288633 w 1440502"/>
                    <a:gd name="connsiteY2295" fmla="*/ 1185312 h 2360402"/>
                    <a:gd name="connsiteX2296" fmla="*/ 288656 w 1440502"/>
                    <a:gd name="connsiteY2296" fmla="*/ 1185289 h 2360402"/>
                    <a:gd name="connsiteX2297" fmla="*/ 289744 w 1440502"/>
                    <a:gd name="connsiteY2297" fmla="*/ 1183958 h 2360402"/>
                    <a:gd name="connsiteX2298" fmla="*/ 297268 w 1440502"/>
                    <a:gd name="connsiteY2298" fmla="*/ 1176075 h 2360402"/>
                    <a:gd name="connsiteX2299" fmla="*/ 297720 w 1440502"/>
                    <a:gd name="connsiteY2299" fmla="*/ 1174118 h 2360402"/>
                    <a:gd name="connsiteX2300" fmla="*/ 297859 w 1440502"/>
                    <a:gd name="connsiteY2300" fmla="*/ 1173944 h 2360402"/>
                    <a:gd name="connsiteX2301" fmla="*/ 298600 w 1440502"/>
                    <a:gd name="connsiteY2301" fmla="*/ 1175010 h 2360402"/>
                    <a:gd name="connsiteX2302" fmla="*/ 298009 w 1440502"/>
                    <a:gd name="connsiteY2302" fmla="*/ 1172891 h 2360402"/>
                    <a:gd name="connsiteX2303" fmla="*/ 298137 w 1440502"/>
                    <a:gd name="connsiteY2303" fmla="*/ 1172324 h 2360402"/>
                    <a:gd name="connsiteX2304" fmla="*/ 297743 w 1440502"/>
                    <a:gd name="connsiteY2304" fmla="*/ 1171965 h 2360402"/>
                    <a:gd name="connsiteX2305" fmla="*/ 297211 w 1440502"/>
                    <a:gd name="connsiteY2305" fmla="*/ 1170043 h 2360402"/>
                    <a:gd name="connsiteX2306" fmla="*/ 292372 w 1440502"/>
                    <a:gd name="connsiteY2306" fmla="*/ 1170391 h 2360402"/>
                    <a:gd name="connsiteX2307" fmla="*/ 292557 w 1440502"/>
                    <a:gd name="connsiteY2307" fmla="*/ 1167983 h 2360402"/>
                    <a:gd name="connsiteX2308" fmla="*/ 288957 w 1440502"/>
                    <a:gd name="connsiteY2308" fmla="*/ 1169731 h 2360402"/>
                    <a:gd name="connsiteX2309" fmla="*/ 292059 w 1440502"/>
                    <a:gd name="connsiteY2309" fmla="*/ 1166177 h 2360402"/>
                    <a:gd name="connsiteX2310" fmla="*/ 293240 w 1440502"/>
                    <a:gd name="connsiteY2310" fmla="*/ 1165100 h 2360402"/>
                    <a:gd name="connsiteX2311" fmla="*/ 299005 w 1440502"/>
                    <a:gd name="connsiteY2311" fmla="*/ 1161153 h 2360402"/>
                    <a:gd name="connsiteX2312" fmla="*/ 303091 w 1440502"/>
                    <a:gd name="connsiteY2312" fmla="*/ 1160355 h 2360402"/>
                    <a:gd name="connsiteX2313" fmla="*/ 305314 w 1440502"/>
                    <a:gd name="connsiteY2313" fmla="*/ 1157160 h 2360402"/>
                    <a:gd name="connsiteX2314" fmla="*/ 307062 w 1440502"/>
                    <a:gd name="connsiteY2314" fmla="*/ 1157530 h 2360402"/>
                    <a:gd name="connsiteX2315" fmla="*/ 307328 w 1440502"/>
                    <a:gd name="connsiteY2315" fmla="*/ 1157634 h 2360402"/>
                    <a:gd name="connsiteX2316" fmla="*/ 307386 w 1440502"/>
                    <a:gd name="connsiteY2316" fmla="*/ 1157599 h 2360402"/>
                    <a:gd name="connsiteX2317" fmla="*/ 307942 w 1440502"/>
                    <a:gd name="connsiteY2317" fmla="*/ 1157715 h 2360402"/>
                    <a:gd name="connsiteX2318" fmla="*/ 309053 w 1440502"/>
                    <a:gd name="connsiteY2318" fmla="*/ 1156419 h 2360402"/>
                    <a:gd name="connsiteX2319" fmla="*/ 309736 w 1440502"/>
                    <a:gd name="connsiteY2319" fmla="*/ 1155932 h 2360402"/>
                    <a:gd name="connsiteX2320" fmla="*/ 312954 w 1440502"/>
                    <a:gd name="connsiteY2320" fmla="*/ 1157078 h 2360402"/>
                    <a:gd name="connsiteX2321" fmla="*/ 313417 w 1440502"/>
                    <a:gd name="connsiteY2321" fmla="*/ 1160042 h 2360402"/>
                    <a:gd name="connsiteX2322" fmla="*/ 315246 w 1440502"/>
                    <a:gd name="connsiteY2322" fmla="*/ 1155481 h 2360402"/>
                    <a:gd name="connsiteX2323" fmla="*/ 323349 w 1440502"/>
                    <a:gd name="connsiteY2323" fmla="*/ 1148292 h 2360402"/>
                    <a:gd name="connsiteX2324" fmla="*/ 325386 w 1440502"/>
                    <a:gd name="connsiteY2324" fmla="*/ 1148223 h 2360402"/>
                    <a:gd name="connsiteX2325" fmla="*/ 336765 w 1440502"/>
                    <a:gd name="connsiteY2325" fmla="*/ 1147887 h 2360402"/>
                    <a:gd name="connsiteX2326" fmla="*/ 345748 w 1440502"/>
                    <a:gd name="connsiteY2326" fmla="*/ 1154300 h 2360402"/>
                    <a:gd name="connsiteX2327" fmla="*/ 347242 w 1440502"/>
                    <a:gd name="connsiteY2327" fmla="*/ 1154405 h 2360402"/>
                    <a:gd name="connsiteX2328" fmla="*/ 347925 w 1440502"/>
                    <a:gd name="connsiteY2328" fmla="*/ 1154844 h 2360402"/>
                    <a:gd name="connsiteX2329" fmla="*/ 348411 w 1440502"/>
                    <a:gd name="connsiteY2329" fmla="*/ 1154485 h 2360402"/>
                    <a:gd name="connsiteX2330" fmla="*/ 350691 w 1440502"/>
                    <a:gd name="connsiteY2330" fmla="*/ 1154624 h 2360402"/>
                    <a:gd name="connsiteX2331" fmla="*/ 352648 w 1440502"/>
                    <a:gd name="connsiteY2331" fmla="*/ 1153571 h 2360402"/>
                    <a:gd name="connsiteX2332" fmla="*/ 352046 w 1440502"/>
                    <a:gd name="connsiteY2332" fmla="*/ 1151974 h 2360402"/>
                    <a:gd name="connsiteX2333" fmla="*/ 353597 w 1440502"/>
                    <a:gd name="connsiteY2333" fmla="*/ 1153606 h 2360402"/>
                    <a:gd name="connsiteX2334" fmla="*/ 360623 w 1440502"/>
                    <a:gd name="connsiteY2334" fmla="*/ 1152795 h 2360402"/>
                    <a:gd name="connsiteX2335" fmla="*/ 360913 w 1440502"/>
                    <a:gd name="connsiteY2335" fmla="*/ 1150318 h 2360402"/>
                    <a:gd name="connsiteX2336" fmla="*/ 363135 w 1440502"/>
                    <a:gd name="connsiteY2336" fmla="*/ 1150758 h 2360402"/>
                    <a:gd name="connsiteX2337" fmla="*/ 360982 w 1440502"/>
                    <a:gd name="connsiteY2337" fmla="*/ 1149670 h 2360402"/>
                    <a:gd name="connsiteX2338" fmla="*/ 361862 w 1440502"/>
                    <a:gd name="connsiteY2338" fmla="*/ 1146672 h 2360402"/>
                    <a:gd name="connsiteX2339" fmla="*/ 363703 w 1440502"/>
                    <a:gd name="connsiteY2339" fmla="*/ 1146151 h 2360402"/>
                    <a:gd name="connsiteX2340" fmla="*/ 378068 w 1440502"/>
                    <a:gd name="connsiteY2340" fmla="*/ 1142099 h 2360402"/>
                    <a:gd name="connsiteX2341" fmla="*/ 380314 w 1440502"/>
                    <a:gd name="connsiteY2341" fmla="*/ 1140143 h 2360402"/>
                    <a:gd name="connsiteX2342" fmla="*/ 406290 w 1440502"/>
                    <a:gd name="connsiteY2342" fmla="*/ 1135397 h 2360402"/>
                    <a:gd name="connsiteX2343" fmla="*/ 405063 w 1440502"/>
                    <a:gd name="connsiteY2343" fmla="*/ 1134193 h 2360402"/>
                    <a:gd name="connsiteX2344" fmla="*/ 396879 w 1440502"/>
                    <a:gd name="connsiteY2344" fmla="*/ 1135987 h 2360402"/>
                    <a:gd name="connsiteX2345" fmla="*/ 392225 w 1440502"/>
                    <a:gd name="connsiteY2345" fmla="*/ 1134957 h 2360402"/>
                    <a:gd name="connsiteX2346" fmla="*/ 385824 w 1440502"/>
                    <a:gd name="connsiteY2346" fmla="*/ 1137608 h 2360402"/>
                    <a:gd name="connsiteX2347" fmla="*/ 381252 w 1440502"/>
                    <a:gd name="connsiteY2347" fmla="*/ 1139402 h 2360402"/>
                    <a:gd name="connsiteX2348" fmla="*/ 362140 w 1440502"/>
                    <a:gd name="connsiteY2348" fmla="*/ 1142771 h 2360402"/>
                    <a:gd name="connsiteX2349" fmla="*/ 358991 w 1440502"/>
                    <a:gd name="connsiteY2349" fmla="*/ 1144252 h 2360402"/>
                    <a:gd name="connsiteX2350" fmla="*/ 356468 w 1440502"/>
                    <a:gd name="connsiteY2350" fmla="*/ 1144796 h 2360402"/>
                    <a:gd name="connsiteX2351" fmla="*/ 350552 w 1440502"/>
                    <a:gd name="connsiteY2351" fmla="*/ 1148211 h 2360402"/>
                    <a:gd name="connsiteX2352" fmla="*/ 348550 w 1440502"/>
                    <a:gd name="connsiteY2352" fmla="*/ 1149149 h 2360402"/>
                    <a:gd name="connsiteX2353" fmla="*/ 344510 w 1440502"/>
                    <a:gd name="connsiteY2353" fmla="*/ 1147980 h 2360402"/>
                    <a:gd name="connsiteX2354" fmla="*/ 343190 w 1440502"/>
                    <a:gd name="connsiteY2354" fmla="*/ 1149832 h 2360402"/>
                    <a:gd name="connsiteX2355" fmla="*/ 342021 w 1440502"/>
                    <a:gd name="connsiteY2355" fmla="*/ 1146151 h 2360402"/>
                    <a:gd name="connsiteX2356" fmla="*/ 341778 w 1440502"/>
                    <a:gd name="connsiteY2356" fmla="*/ 1145398 h 2360402"/>
                    <a:gd name="connsiteX2357" fmla="*/ 341500 w 1440502"/>
                    <a:gd name="connsiteY2357" fmla="*/ 1145538 h 2360402"/>
                    <a:gd name="connsiteX2358" fmla="*/ 341477 w 1440502"/>
                    <a:gd name="connsiteY2358" fmla="*/ 1145468 h 2360402"/>
                    <a:gd name="connsiteX2359" fmla="*/ 340088 w 1440502"/>
                    <a:gd name="connsiteY2359" fmla="*/ 1146243 h 2360402"/>
                    <a:gd name="connsiteX2360" fmla="*/ 338074 w 1440502"/>
                    <a:gd name="connsiteY2360" fmla="*/ 1147251 h 2360402"/>
                    <a:gd name="connsiteX2361" fmla="*/ 336569 w 1440502"/>
                    <a:gd name="connsiteY2361" fmla="*/ 1146533 h 2360402"/>
                    <a:gd name="connsiteX2362" fmla="*/ 335758 w 1440502"/>
                    <a:gd name="connsiteY2362" fmla="*/ 1146093 h 2360402"/>
                    <a:gd name="connsiteX2363" fmla="*/ 336106 w 1440502"/>
                    <a:gd name="connsiteY2363" fmla="*/ 1140872 h 2360402"/>
                    <a:gd name="connsiteX2364" fmla="*/ 333142 w 1440502"/>
                    <a:gd name="connsiteY2364" fmla="*/ 1140455 h 2360402"/>
                    <a:gd name="connsiteX2365" fmla="*/ 325236 w 1440502"/>
                    <a:gd name="connsiteY2365" fmla="*/ 1138870 h 2360402"/>
                    <a:gd name="connsiteX2366" fmla="*/ 323951 w 1440502"/>
                    <a:gd name="connsiteY2366" fmla="*/ 1139182 h 2360402"/>
                    <a:gd name="connsiteX2367" fmla="*/ 319344 w 1440502"/>
                    <a:gd name="connsiteY2367" fmla="*/ 1138546 h 2360402"/>
                    <a:gd name="connsiteX2368" fmla="*/ 318221 w 1440502"/>
                    <a:gd name="connsiteY2368" fmla="*/ 1137897 h 2360402"/>
                    <a:gd name="connsiteX2369" fmla="*/ 317144 w 1440502"/>
                    <a:gd name="connsiteY2369" fmla="*/ 1138245 h 2360402"/>
                    <a:gd name="connsiteX2370" fmla="*/ 316103 w 1440502"/>
                    <a:gd name="connsiteY2370" fmla="*/ 1138094 h 2360402"/>
                    <a:gd name="connsiteX2371" fmla="*/ 320548 w 1440502"/>
                    <a:gd name="connsiteY2371" fmla="*/ 1132005 h 2360402"/>
                    <a:gd name="connsiteX2372" fmla="*/ 318672 w 1440502"/>
                    <a:gd name="connsiteY2372" fmla="*/ 1130384 h 2360402"/>
                    <a:gd name="connsiteX2373" fmla="*/ 322481 w 1440502"/>
                    <a:gd name="connsiteY2373" fmla="*/ 1123346 h 2360402"/>
                    <a:gd name="connsiteX2374" fmla="*/ 323766 w 1440502"/>
                    <a:gd name="connsiteY2374" fmla="*/ 1121992 h 2360402"/>
                    <a:gd name="connsiteX2375" fmla="*/ 329982 w 1440502"/>
                    <a:gd name="connsiteY2375" fmla="*/ 1116748 h 2360402"/>
                    <a:gd name="connsiteX2376" fmla="*/ 333744 w 1440502"/>
                    <a:gd name="connsiteY2376" fmla="*/ 1111469 h 2360402"/>
                    <a:gd name="connsiteX2377" fmla="*/ 335017 w 1440502"/>
                    <a:gd name="connsiteY2377" fmla="*/ 1110115 h 2360402"/>
                    <a:gd name="connsiteX2378" fmla="*/ 342125 w 1440502"/>
                    <a:gd name="connsiteY2378" fmla="*/ 1099963 h 2360402"/>
                    <a:gd name="connsiteX2379" fmla="*/ 342137 w 1440502"/>
                    <a:gd name="connsiteY2379" fmla="*/ 1099674 h 2360402"/>
                    <a:gd name="connsiteX2380" fmla="*/ 342762 w 1440502"/>
                    <a:gd name="connsiteY2380" fmla="*/ 1098783 h 2360402"/>
                    <a:gd name="connsiteX2381" fmla="*/ 344718 w 1440502"/>
                    <a:gd name="connsiteY2381" fmla="*/ 1098123 h 2360402"/>
                    <a:gd name="connsiteX2382" fmla="*/ 343167 w 1440502"/>
                    <a:gd name="connsiteY2382" fmla="*/ 1097729 h 2360402"/>
                    <a:gd name="connsiteX2383" fmla="*/ 345100 w 1440502"/>
                    <a:gd name="connsiteY2383" fmla="*/ 1093747 h 2360402"/>
                    <a:gd name="connsiteX2384" fmla="*/ 345505 w 1440502"/>
                    <a:gd name="connsiteY2384" fmla="*/ 1093238 h 2360402"/>
                    <a:gd name="connsiteX2385" fmla="*/ 362476 w 1440502"/>
                    <a:gd name="connsiteY2385" fmla="*/ 1072783 h 2360402"/>
                    <a:gd name="connsiteX2386" fmla="*/ 362383 w 1440502"/>
                    <a:gd name="connsiteY2386" fmla="*/ 1071892 h 2360402"/>
                    <a:gd name="connsiteX2387" fmla="*/ 364108 w 1440502"/>
                    <a:gd name="connsiteY2387" fmla="*/ 1069715 h 2360402"/>
                    <a:gd name="connsiteX2388" fmla="*/ 366620 w 1440502"/>
                    <a:gd name="connsiteY2388" fmla="*/ 1068674 h 2360402"/>
                    <a:gd name="connsiteX2389" fmla="*/ 367905 w 1440502"/>
                    <a:gd name="connsiteY2389" fmla="*/ 1069924 h 2360402"/>
                    <a:gd name="connsiteX2390" fmla="*/ 366782 w 1440502"/>
                    <a:gd name="connsiteY2390" fmla="*/ 1068546 h 2360402"/>
                    <a:gd name="connsiteX2391" fmla="*/ 370555 w 1440502"/>
                    <a:gd name="connsiteY2391" fmla="*/ 1065571 h 2360402"/>
                    <a:gd name="connsiteX2392" fmla="*/ 368842 w 1440502"/>
                    <a:gd name="connsiteY2392" fmla="*/ 1063082 h 2360402"/>
                    <a:gd name="connsiteX2393" fmla="*/ 371771 w 1440502"/>
                    <a:gd name="connsiteY2393" fmla="*/ 1063615 h 2360402"/>
                    <a:gd name="connsiteX2394" fmla="*/ 369444 w 1440502"/>
                    <a:gd name="connsiteY2394" fmla="*/ 1062434 h 2360402"/>
                    <a:gd name="connsiteX2395" fmla="*/ 367708 w 1440502"/>
                    <a:gd name="connsiteY2395" fmla="*/ 1063869 h 2360402"/>
                    <a:gd name="connsiteX2396" fmla="*/ 367777 w 1440502"/>
                    <a:gd name="connsiteY2396" fmla="*/ 1062909 h 2360402"/>
                    <a:gd name="connsiteX2397" fmla="*/ 366376 w 1440502"/>
                    <a:gd name="connsiteY2397" fmla="*/ 1067585 h 2360402"/>
                    <a:gd name="connsiteX2398" fmla="*/ 366747 w 1440502"/>
                    <a:gd name="connsiteY2398" fmla="*/ 1063198 h 2360402"/>
                    <a:gd name="connsiteX2399" fmla="*/ 363807 w 1440502"/>
                    <a:gd name="connsiteY2399" fmla="*/ 1060107 h 2360402"/>
                    <a:gd name="connsiteX2400" fmla="*/ 357683 w 1440502"/>
                    <a:gd name="connsiteY2400" fmla="*/ 1057480 h 2360402"/>
                    <a:gd name="connsiteX2401" fmla="*/ 351282 w 1440502"/>
                    <a:gd name="connsiteY2401" fmla="*/ 1059679 h 2360402"/>
                    <a:gd name="connsiteX2402" fmla="*/ 347253 w 1440502"/>
                    <a:gd name="connsiteY2402" fmla="*/ 1056403 h 2360402"/>
                    <a:gd name="connsiteX2403" fmla="*/ 346813 w 1440502"/>
                    <a:gd name="connsiteY2403" fmla="*/ 1053741 h 2360402"/>
                    <a:gd name="connsiteX2404" fmla="*/ 338386 w 1440502"/>
                    <a:gd name="connsiteY2404" fmla="*/ 1049504 h 2360402"/>
                    <a:gd name="connsiteX2405" fmla="*/ 317607 w 1440502"/>
                    <a:gd name="connsiteY2405" fmla="*/ 1049782 h 2360402"/>
                    <a:gd name="connsiteX2406" fmla="*/ 309273 w 1440502"/>
                    <a:gd name="connsiteY2406" fmla="*/ 1048138 h 2360402"/>
                    <a:gd name="connsiteX2407" fmla="*/ 292152 w 1440502"/>
                    <a:gd name="connsiteY2407" fmla="*/ 1044746 h 2360402"/>
                    <a:gd name="connsiteX2408" fmla="*/ 290937 w 1440502"/>
                    <a:gd name="connsiteY2408" fmla="*/ 1047073 h 2360402"/>
                    <a:gd name="connsiteX2409" fmla="*/ 300186 w 1440502"/>
                    <a:gd name="connsiteY2409" fmla="*/ 1052757 h 2360402"/>
                    <a:gd name="connsiteX2410" fmla="*/ 307421 w 1440502"/>
                    <a:gd name="connsiteY2410" fmla="*/ 1052791 h 2360402"/>
                    <a:gd name="connsiteX2411" fmla="*/ 309273 w 1440502"/>
                    <a:gd name="connsiteY2411" fmla="*/ 1053266 h 2360402"/>
                    <a:gd name="connsiteX2412" fmla="*/ 321346 w 1440502"/>
                    <a:gd name="connsiteY2412" fmla="*/ 1056345 h 2360402"/>
                    <a:gd name="connsiteX2413" fmla="*/ 341870 w 1440502"/>
                    <a:gd name="connsiteY2413" fmla="*/ 1055014 h 2360402"/>
                    <a:gd name="connsiteX2414" fmla="*/ 351085 w 1440502"/>
                    <a:gd name="connsiteY2414" fmla="*/ 1061080 h 2360402"/>
                    <a:gd name="connsiteX2415" fmla="*/ 359616 w 1440502"/>
                    <a:gd name="connsiteY2415" fmla="*/ 1062909 h 2360402"/>
                    <a:gd name="connsiteX2416" fmla="*/ 358308 w 1440502"/>
                    <a:gd name="connsiteY2416" fmla="*/ 1069576 h 2360402"/>
                    <a:gd name="connsiteX2417" fmla="*/ 357533 w 1440502"/>
                    <a:gd name="connsiteY2417" fmla="*/ 1070630 h 2360402"/>
                    <a:gd name="connsiteX2418" fmla="*/ 349904 w 1440502"/>
                    <a:gd name="connsiteY2418" fmla="*/ 1078582 h 2360402"/>
                    <a:gd name="connsiteX2419" fmla="*/ 349082 w 1440502"/>
                    <a:gd name="connsiteY2419" fmla="*/ 1081118 h 2360402"/>
                    <a:gd name="connsiteX2420" fmla="*/ 348469 w 1440502"/>
                    <a:gd name="connsiteY2420" fmla="*/ 1080932 h 2360402"/>
                    <a:gd name="connsiteX2421" fmla="*/ 348886 w 1440502"/>
                    <a:gd name="connsiteY2421" fmla="*/ 1081731 h 2360402"/>
                    <a:gd name="connsiteX2422" fmla="*/ 348816 w 1440502"/>
                    <a:gd name="connsiteY2422" fmla="*/ 1081963 h 2360402"/>
                    <a:gd name="connsiteX2423" fmla="*/ 345054 w 1440502"/>
                    <a:gd name="connsiteY2423" fmla="*/ 1083618 h 2360402"/>
                    <a:gd name="connsiteX2424" fmla="*/ 339752 w 1440502"/>
                    <a:gd name="connsiteY2424" fmla="*/ 1089093 h 2360402"/>
                    <a:gd name="connsiteX2425" fmla="*/ 326509 w 1440502"/>
                    <a:gd name="connsiteY2425" fmla="*/ 1102116 h 2360402"/>
                    <a:gd name="connsiteX2426" fmla="*/ 326972 w 1440502"/>
                    <a:gd name="connsiteY2426" fmla="*/ 1100252 h 2360402"/>
                    <a:gd name="connsiteX2427" fmla="*/ 325282 w 1440502"/>
                    <a:gd name="connsiteY2427" fmla="*/ 1099315 h 2360402"/>
                    <a:gd name="connsiteX2428" fmla="*/ 320200 w 1440502"/>
                    <a:gd name="connsiteY2428" fmla="*/ 1100692 h 2360402"/>
                    <a:gd name="connsiteX2429" fmla="*/ 321474 w 1440502"/>
                    <a:gd name="connsiteY2429" fmla="*/ 1101236 h 2360402"/>
                    <a:gd name="connsiteX2430" fmla="*/ 321173 w 1440502"/>
                    <a:gd name="connsiteY2430" fmla="*/ 1103204 h 2360402"/>
                    <a:gd name="connsiteX2431" fmla="*/ 319807 w 1440502"/>
                    <a:gd name="connsiteY2431" fmla="*/ 1102776 h 2360402"/>
                    <a:gd name="connsiteX2432" fmla="*/ 322793 w 1440502"/>
                    <a:gd name="connsiteY2432" fmla="*/ 1105948 h 2360402"/>
                    <a:gd name="connsiteX2433" fmla="*/ 322840 w 1440502"/>
                    <a:gd name="connsiteY2433" fmla="*/ 1108113 h 2360402"/>
                    <a:gd name="connsiteX2434" fmla="*/ 322828 w 1440502"/>
                    <a:gd name="connsiteY2434" fmla="*/ 1110115 h 2360402"/>
                    <a:gd name="connsiteX2435" fmla="*/ 315211 w 1440502"/>
                    <a:gd name="connsiteY2435" fmla="*/ 1117454 h 2360402"/>
                    <a:gd name="connsiteX2436" fmla="*/ 313961 w 1440502"/>
                    <a:gd name="connsiteY2436" fmla="*/ 1120915 h 2360402"/>
                    <a:gd name="connsiteX2437" fmla="*/ 317445 w 1440502"/>
                    <a:gd name="connsiteY2437" fmla="*/ 1126877 h 2360402"/>
                    <a:gd name="connsiteX2438" fmla="*/ 318105 w 1440502"/>
                    <a:gd name="connsiteY2438" fmla="*/ 1128035 h 2360402"/>
                    <a:gd name="connsiteX2439" fmla="*/ 309273 w 1440502"/>
                    <a:gd name="connsiteY2439" fmla="*/ 1131554 h 2360402"/>
                    <a:gd name="connsiteX2440" fmla="*/ 307779 w 1440502"/>
                    <a:gd name="connsiteY2440" fmla="*/ 1132144 h 2360402"/>
                    <a:gd name="connsiteX2441" fmla="*/ 304110 w 1440502"/>
                    <a:gd name="connsiteY2441" fmla="*/ 1138928 h 2360402"/>
                    <a:gd name="connsiteX2442" fmla="*/ 303265 w 1440502"/>
                    <a:gd name="connsiteY2442" fmla="*/ 1133510 h 2360402"/>
                    <a:gd name="connsiteX2443" fmla="*/ 300000 w 1440502"/>
                    <a:gd name="connsiteY2443" fmla="*/ 1131751 h 2360402"/>
                    <a:gd name="connsiteX2444" fmla="*/ 297326 w 1440502"/>
                    <a:gd name="connsiteY2444" fmla="*/ 1130732 h 2360402"/>
                    <a:gd name="connsiteX2445" fmla="*/ 299700 w 1440502"/>
                    <a:gd name="connsiteY2445" fmla="*/ 1131843 h 2360402"/>
                    <a:gd name="connsiteX2446" fmla="*/ 297523 w 1440502"/>
                    <a:gd name="connsiteY2446" fmla="*/ 1132561 h 2360402"/>
                    <a:gd name="connsiteX2447" fmla="*/ 292117 w 1440502"/>
                    <a:gd name="connsiteY2447" fmla="*/ 1140386 h 2360402"/>
                    <a:gd name="connsiteX2448" fmla="*/ 286526 w 1440502"/>
                    <a:gd name="connsiteY2448" fmla="*/ 1143199 h 2360402"/>
                    <a:gd name="connsiteX2449" fmla="*/ 285982 w 1440502"/>
                    <a:gd name="connsiteY2449" fmla="*/ 1144495 h 2360402"/>
                    <a:gd name="connsiteX2450" fmla="*/ 282046 w 1440502"/>
                    <a:gd name="connsiteY2450" fmla="*/ 1147042 h 2360402"/>
                    <a:gd name="connsiteX2451" fmla="*/ 281722 w 1440502"/>
                    <a:gd name="connsiteY2451" fmla="*/ 1148165 h 2360402"/>
                    <a:gd name="connsiteX2452" fmla="*/ 280703 w 1440502"/>
                    <a:gd name="connsiteY2452" fmla="*/ 1148813 h 2360402"/>
                    <a:gd name="connsiteX2453" fmla="*/ 278828 w 1440502"/>
                    <a:gd name="connsiteY2453" fmla="*/ 1148304 h 2360402"/>
                    <a:gd name="connsiteX2454" fmla="*/ 280426 w 1440502"/>
                    <a:gd name="connsiteY2454" fmla="*/ 1152737 h 2360402"/>
                    <a:gd name="connsiteX2455" fmla="*/ 280414 w 1440502"/>
                    <a:gd name="connsiteY2455" fmla="*/ 1152795 h 2360402"/>
                    <a:gd name="connsiteX2456" fmla="*/ 278759 w 1440502"/>
                    <a:gd name="connsiteY2456" fmla="*/ 1154567 h 2360402"/>
                    <a:gd name="connsiteX2457" fmla="*/ 265331 w 1440502"/>
                    <a:gd name="connsiteY2457" fmla="*/ 1168840 h 2360402"/>
                    <a:gd name="connsiteX2458" fmla="*/ 261638 w 1440502"/>
                    <a:gd name="connsiteY2458" fmla="*/ 1171352 h 2360402"/>
                    <a:gd name="connsiteX2459" fmla="*/ 260677 w 1440502"/>
                    <a:gd name="connsiteY2459" fmla="*/ 1167613 h 2360402"/>
                    <a:gd name="connsiteX2460" fmla="*/ 253929 w 1440502"/>
                    <a:gd name="connsiteY2460" fmla="*/ 1170564 h 2360402"/>
                    <a:gd name="connsiteX2461" fmla="*/ 241415 w 1440502"/>
                    <a:gd name="connsiteY2461" fmla="*/ 1186134 h 2360402"/>
                    <a:gd name="connsiteX2462" fmla="*/ 236923 w 1440502"/>
                    <a:gd name="connsiteY2462" fmla="*/ 1184791 h 2360402"/>
                    <a:gd name="connsiteX2463" fmla="*/ 235488 w 1440502"/>
                    <a:gd name="connsiteY2463" fmla="*/ 1188843 h 2360402"/>
                    <a:gd name="connsiteX2464" fmla="*/ 234794 w 1440502"/>
                    <a:gd name="connsiteY2464" fmla="*/ 1188276 h 2360402"/>
                    <a:gd name="connsiteX2465" fmla="*/ 232131 w 1440502"/>
                    <a:gd name="connsiteY2465" fmla="*/ 1185567 h 2360402"/>
                    <a:gd name="connsiteX2466" fmla="*/ 231332 w 1440502"/>
                    <a:gd name="connsiteY2466" fmla="*/ 1185439 h 2360402"/>
                    <a:gd name="connsiteX2467" fmla="*/ 230453 w 1440502"/>
                    <a:gd name="connsiteY2467" fmla="*/ 1184710 h 2360402"/>
                    <a:gd name="connsiteX2468" fmla="*/ 226204 w 1440502"/>
                    <a:gd name="connsiteY2468" fmla="*/ 1184652 h 2360402"/>
                    <a:gd name="connsiteX2469" fmla="*/ 225683 w 1440502"/>
                    <a:gd name="connsiteY2469" fmla="*/ 1184571 h 2360402"/>
                    <a:gd name="connsiteX2470" fmla="*/ 225683 w 1440502"/>
                    <a:gd name="connsiteY2470" fmla="*/ 1184641 h 2360402"/>
                    <a:gd name="connsiteX2471" fmla="*/ 222593 w 1440502"/>
                    <a:gd name="connsiteY2471" fmla="*/ 1184594 h 2360402"/>
                    <a:gd name="connsiteX2472" fmla="*/ 222986 w 1440502"/>
                    <a:gd name="connsiteY2472" fmla="*/ 1186377 h 2360402"/>
                    <a:gd name="connsiteX2473" fmla="*/ 234041 w 1440502"/>
                    <a:gd name="connsiteY2473" fmla="*/ 1191054 h 2360402"/>
                    <a:gd name="connsiteX2474" fmla="*/ 225440 w 1440502"/>
                    <a:gd name="connsiteY2474" fmla="*/ 1202919 h 2360402"/>
                    <a:gd name="connsiteX2475" fmla="*/ 223993 w 1440502"/>
                    <a:gd name="connsiteY2475" fmla="*/ 1206704 h 2360402"/>
                    <a:gd name="connsiteX2476" fmla="*/ 221261 w 1440502"/>
                    <a:gd name="connsiteY2476" fmla="*/ 1210895 h 2360402"/>
                    <a:gd name="connsiteX2477" fmla="*/ 215196 w 1440502"/>
                    <a:gd name="connsiteY2477" fmla="*/ 1216173 h 2360402"/>
                    <a:gd name="connsiteX2478" fmla="*/ 216376 w 1440502"/>
                    <a:gd name="connsiteY2478" fmla="*/ 1216486 h 2360402"/>
                    <a:gd name="connsiteX2479" fmla="*/ 214408 w 1440502"/>
                    <a:gd name="connsiteY2479" fmla="*/ 1221116 h 2360402"/>
                    <a:gd name="connsiteX2480" fmla="*/ 210311 w 1440502"/>
                    <a:gd name="connsiteY2480" fmla="*/ 1223327 h 2360402"/>
                    <a:gd name="connsiteX2481" fmla="*/ 210229 w 1440502"/>
                    <a:gd name="connsiteY2481" fmla="*/ 1226128 h 2360402"/>
                    <a:gd name="connsiteX2482" fmla="*/ 204523 w 1440502"/>
                    <a:gd name="connsiteY2482" fmla="*/ 1230921 h 2360402"/>
                    <a:gd name="connsiteX2483" fmla="*/ 203573 w 1440502"/>
                    <a:gd name="connsiteY2483" fmla="*/ 1231095 h 2360402"/>
                    <a:gd name="connsiteX2484" fmla="*/ 200842 w 1440502"/>
                    <a:gd name="connsiteY2484" fmla="*/ 1231581 h 2360402"/>
                    <a:gd name="connsiteX2485" fmla="*/ 197022 w 1440502"/>
                    <a:gd name="connsiteY2485" fmla="*/ 1236836 h 2360402"/>
                    <a:gd name="connsiteX2486" fmla="*/ 189196 w 1440502"/>
                    <a:gd name="connsiteY2486" fmla="*/ 1239626 h 2360402"/>
                    <a:gd name="connsiteX2487" fmla="*/ 181082 w 1440502"/>
                    <a:gd name="connsiteY2487" fmla="*/ 1245854 h 2360402"/>
                    <a:gd name="connsiteX2488" fmla="*/ 168128 w 1440502"/>
                    <a:gd name="connsiteY2488" fmla="*/ 1251862 h 2360402"/>
                    <a:gd name="connsiteX2489" fmla="*/ 168059 w 1440502"/>
                    <a:gd name="connsiteY2489" fmla="*/ 1251885 h 2360402"/>
                    <a:gd name="connsiteX2490" fmla="*/ 167028 w 1440502"/>
                    <a:gd name="connsiteY2490" fmla="*/ 1251144 h 2360402"/>
                    <a:gd name="connsiteX2491" fmla="*/ 166380 w 1440502"/>
                    <a:gd name="connsiteY2491" fmla="*/ 1250565 h 2360402"/>
                    <a:gd name="connsiteX2492" fmla="*/ 165246 w 1440502"/>
                    <a:gd name="connsiteY2492" fmla="*/ 1243110 h 2360402"/>
                    <a:gd name="connsiteX2493" fmla="*/ 154260 w 1440502"/>
                    <a:gd name="connsiteY2493" fmla="*/ 1239777 h 2360402"/>
                    <a:gd name="connsiteX2494" fmla="*/ 149248 w 1440502"/>
                    <a:gd name="connsiteY2494" fmla="*/ 1234452 h 2360402"/>
                    <a:gd name="connsiteX2495" fmla="*/ 147500 w 1440502"/>
                    <a:gd name="connsiteY2495" fmla="*/ 1234787 h 2360402"/>
                    <a:gd name="connsiteX2496" fmla="*/ 146064 w 1440502"/>
                    <a:gd name="connsiteY2496" fmla="*/ 1237936 h 2360402"/>
                    <a:gd name="connsiteX2497" fmla="*/ 143333 w 1440502"/>
                    <a:gd name="connsiteY2497" fmla="*/ 1233479 h 2360402"/>
                    <a:gd name="connsiteX2498" fmla="*/ 141133 w 1440502"/>
                    <a:gd name="connsiteY2498" fmla="*/ 1229613 h 2360402"/>
                    <a:gd name="connsiteX2499" fmla="*/ 141365 w 1440502"/>
                    <a:gd name="connsiteY2499" fmla="*/ 1226522 h 2360402"/>
                    <a:gd name="connsiteX2500" fmla="*/ 143414 w 1440502"/>
                    <a:gd name="connsiteY2500" fmla="*/ 1227043 h 2360402"/>
                    <a:gd name="connsiteX2501" fmla="*/ 146007 w 1440502"/>
                    <a:gd name="connsiteY2501" fmla="*/ 1224346 h 2360402"/>
                    <a:gd name="connsiteX2502" fmla="*/ 146678 w 1440502"/>
                    <a:gd name="connsiteY2502" fmla="*/ 1219507 h 2360402"/>
                    <a:gd name="connsiteX2503" fmla="*/ 147430 w 1440502"/>
                    <a:gd name="connsiteY2503" fmla="*/ 1218570 h 2360402"/>
                    <a:gd name="connsiteX2504" fmla="*/ 149433 w 1440502"/>
                    <a:gd name="connsiteY2504" fmla="*/ 1216903 h 2360402"/>
                    <a:gd name="connsiteX2505" fmla="*/ 149086 w 1440502"/>
                    <a:gd name="connsiteY2505" fmla="*/ 1216497 h 2360402"/>
                    <a:gd name="connsiteX2506" fmla="*/ 152142 w 1440502"/>
                    <a:gd name="connsiteY2506" fmla="*/ 1212701 h 2360402"/>
                    <a:gd name="connsiteX2507" fmla="*/ 149722 w 1440502"/>
                    <a:gd name="connsiteY2507" fmla="*/ 1211022 h 2360402"/>
                    <a:gd name="connsiteX2508" fmla="*/ 143761 w 1440502"/>
                    <a:gd name="connsiteY2508" fmla="*/ 1217528 h 2360402"/>
                    <a:gd name="connsiteX2509" fmla="*/ 139871 w 1440502"/>
                    <a:gd name="connsiteY2509" fmla="*/ 1228351 h 2360402"/>
                    <a:gd name="connsiteX2510" fmla="*/ 136954 w 1440502"/>
                    <a:gd name="connsiteY2510" fmla="*/ 1229463 h 2360402"/>
                    <a:gd name="connsiteX2511" fmla="*/ 130287 w 1440502"/>
                    <a:gd name="connsiteY2511" fmla="*/ 1228420 h 2360402"/>
                    <a:gd name="connsiteX2512" fmla="*/ 118479 w 1440502"/>
                    <a:gd name="connsiteY2512" fmla="*/ 1221903 h 2360402"/>
                    <a:gd name="connsiteX2513" fmla="*/ 113849 w 1440502"/>
                    <a:gd name="connsiteY2513" fmla="*/ 1221359 h 2360402"/>
                    <a:gd name="connsiteX2514" fmla="*/ 110168 w 1440502"/>
                    <a:gd name="connsiteY2514" fmla="*/ 1219739 h 2360402"/>
                    <a:gd name="connsiteX2515" fmla="*/ 109820 w 1440502"/>
                    <a:gd name="connsiteY2515" fmla="*/ 1219878 h 2360402"/>
                    <a:gd name="connsiteX2516" fmla="*/ 108408 w 1440502"/>
                    <a:gd name="connsiteY2516" fmla="*/ 1218755 h 2360402"/>
                    <a:gd name="connsiteX2517" fmla="*/ 108802 w 1440502"/>
                    <a:gd name="connsiteY2517" fmla="*/ 1218604 h 2360402"/>
                    <a:gd name="connsiteX2518" fmla="*/ 107459 w 1440502"/>
                    <a:gd name="connsiteY2518" fmla="*/ 1218002 h 2360402"/>
                    <a:gd name="connsiteX2519" fmla="*/ 105387 w 1440502"/>
                    <a:gd name="connsiteY2519" fmla="*/ 1216347 h 2360402"/>
                    <a:gd name="connsiteX2520" fmla="*/ 98777 w 1440502"/>
                    <a:gd name="connsiteY2520" fmla="*/ 1216266 h 2360402"/>
                    <a:gd name="connsiteX2521" fmla="*/ 98522 w 1440502"/>
                    <a:gd name="connsiteY2521" fmla="*/ 1216254 h 2360402"/>
                    <a:gd name="connsiteX2522" fmla="*/ 97862 w 1440502"/>
                    <a:gd name="connsiteY2522" fmla="*/ 1214182 h 2360402"/>
                    <a:gd name="connsiteX2523" fmla="*/ 97631 w 1440502"/>
                    <a:gd name="connsiteY2523" fmla="*/ 1213465 h 2360402"/>
                    <a:gd name="connsiteX2524" fmla="*/ 89007 w 1440502"/>
                    <a:gd name="connsiteY2524" fmla="*/ 1206045 h 2360402"/>
                    <a:gd name="connsiteX2525" fmla="*/ 86426 w 1440502"/>
                    <a:gd name="connsiteY2525" fmla="*/ 1199597 h 2360402"/>
                    <a:gd name="connsiteX2526" fmla="*/ 81691 w 1440502"/>
                    <a:gd name="connsiteY2526" fmla="*/ 1196853 h 2360402"/>
                    <a:gd name="connsiteX2527" fmla="*/ 80858 w 1440502"/>
                    <a:gd name="connsiteY2527" fmla="*/ 1192003 h 2360402"/>
                    <a:gd name="connsiteX2528" fmla="*/ 77188 w 1440502"/>
                    <a:gd name="connsiteY2528" fmla="*/ 1187685 h 2360402"/>
                    <a:gd name="connsiteX2529" fmla="*/ 76575 w 1440502"/>
                    <a:gd name="connsiteY2529" fmla="*/ 1180068 h 2360402"/>
                    <a:gd name="connsiteX2530" fmla="*/ 69525 w 1440502"/>
                    <a:gd name="connsiteY2530" fmla="*/ 1174060 h 2360402"/>
                    <a:gd name="connsiteX2531" fmla="*/ 69085 w 1440502"/>
                    <a:gd name="connsiteY2531" fmla="*/ 1169314 h 2360402"/>
                    <a:gd name="connsiteX2532" fmla="*/ 68344 w 1440502"/>
                    <a:gd name="connsiteY2532" fmla="*/ 1160748 h 2360402"/>
                    <a:gd name="connsiteX2533" fmla="*/ 68992 w 1440502"/>
                    <a:gd name="connsiteY2533" fmla="*/ 1158618 h 2360402"/>
                    <a:gd name="connsiteX2534" fmla="*/ 69583 w 1440502"/>
                    <a:gd name="connsiteY2534" fmla="*/ 1158375 h 2360402"/>
                    <a:gd name="connsiteX2535" fmla="*/ 69397 w 1440502"/>
                    <a:gd name="connsiteY2535" fmla="*/ 1157310 h 2360402"/>
                    <a:gd name="connsiteX2536" fmla="*/ 69594 w 1440502"/>
                    <a:gd name="connsiteY2536" fmla="*/ 1156673 h 2360402"/>
                    <a:gd name="connsiteX2537" fmla="*/ 82629 w 1440502"/>
                    <a:gd name="connsiteY2537" fmla="*/ 1156812 h 2360402"/>
                    <a:gd name="connsiteX2538" fmla="*/ 87271 w 1440502"/>
                    <a:gd name="connsiteY2538" fmla="*/ 1153745 h 2360402"/>
                    <a:gd name="connsiteX2539" fmla="*/ 87444 w 1440502"/>
                    <a:gd name="connsiteY2539" fmla="*/ 1153826 h 2360402"/>
                    <a:gd name="connsiteX2540" fmla="*/ 91299 w 1440502"/>
                    <a:gd name="connsiteY2540" fmla="*/ 1156315 h 2360402"/>
                    <a:gd name="connsiteX2541" fmla="*/ 92723 w 1440502"/>
                    <a:gd name="connsiteY2541" fmla="*/ 1156361 h 2360402"/>
                    <a:gd name="connsiteX2542" fmla="*/ 94147 w 1440502"/>
                    <a:gd name="connsiteY2542" fmla="*/ 1157032 h 2360402"/>
                    <a:gd name="connsiteX2543" fmla="*/ 96589 w 1440502"/>
                    <a:gd name="connsiteY2543" fmla="*/ 1156546 h 2360402"/>
                    <a:gd name="connsiteX2544" fmla="*/ 96554 w 1440502"/>
                    <a:gd name="connsiteY2544" fmla="*/ 1155967 h 2360402"/>
                    <a:gd name="connsiteX2545" fmla="*/ 96925 w 1440502"/>
                    <a:gd name="connsiteY2545" fmla="*/ 1155759 h 2360402"/>
                    <a:gd name="connsiteX2546" fmla="*/ 97596 w 1440502"/>
                    <a:gd name="connsiteY2546" fmla="*/ 1156673 h 2360402"/>
                    <a:gd name="connsiteX2547" fmla="*/ 97608 w 1440502"/>
                    <a:gd name="connsiteY2547" fmla="*/ 1155365 h 2360402"/>
                    <a:gd name="connsiteX2548" fmla="*/ 99830 w 1440502"/>
                    <a:gd name="connsiteY2548" fmla="*/ 1154092 h 2360402"/>
                    <a:gd name="connsiteX2549" fmla="*/ 101590 w 1440502"/>
                    <a:gd name="connsiteY2549" fmla="*/ 1153548 h 2360402"/>
                    <a:gd name="connsiteX2550" fmla="*/ 102944 w 1440502"/>
                    <a:gd name="connsiteY2550" fmla="*/ 1155956 h 2360402"/>
                    <a:gd name="connsiteX2551" fmla="*/ 104762 w 1440502"/>
                    <a:gd name="connsiteY2551" fmla="*/ 1157738 h 2360402"/>
                    <a:gd name="connsiteX2552" fmla="*/ 105642 w 1440502"/>
                    <a:gd name="connsiteY2552" fmla="*/ 1161963 h 2360402"/>
                    <a:gd name="connsiteX2553" fmla="*/ 105699 w 1440502"/>
                    <a:gd name="connsiteY2553" fmla="*/ 1164649 h 2360402"/>
                    <a:gd name="connsiteX2554" fmla="*/ 110341 w 1440502"/>
                    <a:gd name="connsiteY2554" fmla="*/ 1163839 h 2360402"/>
                    <a:gd name="connsiteX2555" fmla="*/ 110527 w 1440502"/>
                    <a:gd name="connsiteY2555" fmla="*/ 1163897 h 2360402"/>
                    <a:gd name="connsiteX2556" fmla="*/ 110862 w 1440502"/>
                    <a:gd name="connsiteY2556" fmla="*/ 1165702 h 2360402"/>
                    <a:gd name="connsiteX2557" fmla="*/ 112529 w 1440502"/>
                    <a:gd name="connsiteY2557" fmla="*/ 1165089 h 2360402"/>
                    <a:gd name="connsiteX2558" fmla="*/ 117669 w 1440502"/>
                    <a:gd name="connsiteY2558" fmla="*/ 1170275 h 2360402"/>
                    <a:gd name="connsiteX2559" fmla="*/ 121558 w 1440502"/>
                    <a:gd name="connsiteY2559" fmla="*/ 1171363 h 2360402"/>
                    <a:gd name="connsiteX2560" fmla="*/ 124788 w 1440502"/>
                    <a:gd name="connsiteY2560" fmla="*/ 1176457 h 2360402"/>
                    <a:gd name="connsiteX2561" fmla="*/ 126073 w 1440502"/>
                    <a:gd name="connsiteY2561" fmla="*/ 1172451 h 2360402"/>
                    <a:gd name="connsiteX2562" fmla="*/ 122102 w 1440502"/>
                    <a:gd name="connsiteY2562" fmla="*/ 1168678 h 2360402"/>
                    <a:gd name="connsiteX2563" fmla="*/ 121859 w 1440502"/>
                    <a:gd name="connsiteY2563" fmla="*/ 1168400 h 2360402"/>
                    <a:gd name="connsiteX2564" fmla="*/ 121674 w 1440502"/>
                    <a:gd name="connsiteY2564" fmla="*/ 1168261 h 2360402"/>
                    <a:gd name="connsiteX2565" fmla="*/ 119567 w 1440502"/>
                    <a:gd name="connsiteY2565" fmla="*/ 1166258 h 2360402"/>
                    <a:gd name="connsiteX2566" fmla="*/ 114532 w 1440502"/>
                    <a:gd name="connsiteY2566" fmla="*/ 1165483 h 2360402"/>
                    <a:gd name="connsiteX2567" fmla="*/ 112031 w 1440502"/>
                    <a:gd name="connsiteY2567" fmla="*/ 1163075 h 2360402"/>
                    <a:gd name="connsiteX2568" fmla="*/ 110642 w 1440502"/>
                    <a:gd name="connsiteY2568" fmla="*/ 1161547 h 2360402"/>
                    <a:gd name="connsiteX2569" fmla="*/ 110492 w 1440502"/>
                    <a:gd name="connsiteY2569" fmla="*/ 1160806 h 2360402"/>
                    <a:gd name="connsiteX2570" fmla="*/ 110017 w 1440502"/>
                    <a:gd name="connsiteY2570" fmla="*/ 1156812 h 2360402"/>
                    <a:gd name="connsiteX2571" fmla="*/ 115643 w 1440502"/>
                    <a:gd name="connsiteY2571" fmla="*/ 1152934 h 2360402"/>
                    <a:gd name="connsiteX2572" fmla="*/ 119000 w 1440502"/>
                    <a:gd name="connsiteY2572" fmla="*/ 1152159 h 2360402"/>
                    <a:gd name="connsiteX2573" fmla="*/ 119336 w 1440502"/>
                    <a:gd name="connsiteY2573" fmla="*/ 1152228 h 2360402"/>
                    <a:gd name="connsiteX2574" fmla="*/ 121535 w 1440502"/>
                    <a:gd name="connsiteY2574" fmla="*/ 1153849 h 2360402"/>
                    <a:gd name="connsiteX2575" fmla="*/ 122728 w 1440502"/>
                    <a:gd name="connsiteY2575" fmla="*/ 1153015 h 2360402"/>
                    <a:gd name="connsiteX2576" fmla="*/ 123144 w 1440502"/>
                    <a:gd name="connsiteY2576" fmla="*/ 1153120 h 2360402"/>
                    <a:gd name="connsiteX2577" fmla="*/ 127404 w 1440502"/>
                    <a:gd name="connsiteY2577" fmla="*/ 1149948 h 2360402"/>
                    <a:gd name="connsiteX2578" fmla="*/ 130032 w 1440502"/>
                    <a:gd name="connsiteY2578" fmla="*/ 1149751 h 2360402"/>
                    <a:gd name="connsiteX2579" fmla="*/ 130182 w 1440502"/>
                    <a:gd name="connsiteY2579" fmla="*/ 1147887 h 2360402"/>
                    <a:gd name="connsiteX2580" fmla="*/ 130923 w 1440502"/>
                    <a:gd name="connsiteY2580" fmla="*/ 1147343 h 2360402"/>
                    <a:gd name="connsiteX2581" fmla="*/ 133285 w 1440502"/>
                    <a:gd name="connsiteY2581" fmla="*/ 1146151 h 2360402"/>
                    <a:gd name="connsiteX2582" fmla="*/ 139374 w 1440502"/>
                    <a:gd name="connsiteY2582" fmla="*/ 1143106 h 2360402"/>
                    <a:gd name="connsiteX2583" fmla="*/ 143784 w 1440502"/>
                    <a:gd name="connsiteY2583" fmla="*/ 1137237 h 2360402"/>
                    <a:gd name="connsiteX2584" fmla="*/ 151401 w 1440502"/>
                    <a:gd name="connsiteY2584" fmla="*/ 1133950 h 2360402"/>
                    <a:gd name="connsiteX2585" fmla="*/ 154573 w 1440502"/>
                    <a:gd name="connsiteY2585" fmla="*/ 1130616 h 2360402"/>
                    <a:gd name="connsiteX2586" fmla="*/ 162317 w 1440502"/>
                    <a:gd name="connsiteY2586" fmla="*/ 1133788 h 2360402"/>
                    <a:gd name="connsiteX2587" fmla="*/ 167561 w 1440502"/>
                    <a:gd name="connsiteY2587" fmla="*/ 1143141 h 2360402"/>
                    <a:gd name="connsiteX2588" fmla="*/ 168313 w 1440502"/>
                    <a:gd name="connsiteY2588" fmla="*/ 1142724 h 2360402"/>
                    <a:gd name="connsiteX2589" fmla="*/ 170872 w 1440502"/>
                    <a:gd name="connsiteY2589" fmla="*/ 1142134 h 2360402"/>
                    <a:gd name="connsiteX2590" fmla="*/ 174356 w 1440502"/>
                    <a:gd name="connsiteY2590" fmla="*/ 1142817 h 2360402"/>
                    <a:gd name="connsiteX2591" fmla="*/ 177180 w 1440502"/>
                    <a:gd name="connsiteY2591" fmla="*/ 1146151 h 2360402"/>
                    <a:gd name="connsiteX2592" fmla="*/ 177389 w 1440502"/>
                    <a:gd name="connsiteY2592" fmla="*/ 1146406 h 2360402"/>
                    <a:gd name="connsiteX2593" fmla="*/ 181568 w 1440502"/>
                    <a:gd name="connsiteY2593" fmla="*/ 1146672 h 2360402"/>
                    <a:gd name="connsiteX2594" fmla="*/ 181984 w 1440502"/>
                    <a:gd name="connsiteY2594" fmla="*/ 1146915 h 2360402"/>
                    <a:gd name="connsiteX2595" fmla="*/ 187240 w 1440502"/>
                    <a:gd name="connsiteY2595" fmla="*/ 1147019 h 2360402"/>
                    <a:gd name="connsiteX2596" fmla="*/ 197890 w 1440502"/>
                    <a:gd name="connsiteY2596" fmla="*/ 1147690 h 2360402"/>
                    <a:gd name="connsiteX2597" fmla="*/ 199603 w 1440502"/>
                    <a:gd name="connsiteY2597" fmla="*/ 1146151 h 2360402"/>
                    <a:gd name="connsiteX2598" fmla="*/ 200992 w 1440502"/>
                    <a:gd name="connsiteY2598" fmla="*/ 1144912 h 2360402"/>
                    <a:gd name="connsiteX2599" fmla="*/ 203573 w 1440502"/>
                    <a:gd name="connsiteY2599" fmla="*/ 1144854 h 2360402"/>
                    <a:gd name="connsiteX2600" fmla="*/ 222396 w 1440502"/>
                    <a:gd name="connsiteY2600" fmla="*/ 1144472 h 2360402"/>
                    <a:gd name="connsiteX2601" fmla="*/ 222894 w 1440502"/>
                    <a:gd name="connsiteY2601" fmla="*/ 1141787 h 2360402"/>
                    <a:gd name="connsiteX2602" fmla="*/ 214478 w 1440502"/>
                    <a:gd name="connsiteY2602" fmla="*/ 1142146 h 2360402"/>
                    <a:gd name="connsiteX2603" fmla="*/ 210727 w 1440502"/>
                    <a:gd name="connsiteY2603" fmla="*/ 1139055 h 2360402"/>
                    <a:gd name="connsiteX2604" fmla="*/ 210866 w 1440502"/>
                    <a:gd name="connsiteY2604" fmla="*/ 1137330 h 2360402"/>
                    <a:gd name="connsiteX2605" fmla="*/ 210276 w 1440502"/>
                    <a:gd name="connsiteY2605" fmla="*/ 1139680 h 2360402"/>
                    <a:gd name="connsiteX2606" fmla="*/ 206873 w 1440502"/>
                    <a:gd name="connsiteY2606" fmla="*/ 1140907 h 2360402"/>
                    <a:gd name="connsiteX2607" fmla="*/ 204129 w 1440502"/>
                    <a:gd name="connsiteY2607" fmla="*/ 1141254 h 2360402"/>
                    <a:gd name="connsiteX2608" fmla="*/ 203573 w 1440502"/>
                    <a:gd name="connsiteY2608" fmla="*/ 1139935 h 2360402"/>
                    <a:gd name="connsiteX2609" fmla="*/ 203214 w 1440502"/>
                    <a:gd name="connsiteY2609" fmla="*/ 1139101 h 2360402"/>
                    <a:gd name="connsiteX2610" fmla="*/ 201027 w 1440502"/>
                    <a:gd name="connsiteY2610" fmla="*/ 1140108 h 2360402"/>
                    <a:gd name="connsiteX2611" fmla="*/ 197716 w 1440502"/>
                    <a:gd name="connsiteY2611" fmla="*/ 1140247 h 2360402"/>
                    <a:gd name="connsiteX2612" fmla="*/ 196489 w 1440502"/>
                    <a:gd name="connsiteY2612" fmla="*/ 1139946 h 2360402"/>
                    <a:gd name="connsiteX2613" fmla="*/ 190956 w 1440502"/>
                    <a:gd name="connsiteY2613" fmla="*/ 1142956 h 2360402"/>
                    <a:gd name="connsiteX2614" fmla="*/ 185596 w 1440502"/>
                    <a:gd name="connsiteY2614" fmla="*/ 1142562 h 2360402"/>
                    <a:gd name="connsiteX2615" fmla="*/ 183744 w 1440502"/>
                    <a:gd name="connsiteY2615" fmla="*/ 1143870 h 2360402"/>
                    <a:gd name="connsiteX2616" fmla="*/ 180665 w 1440502"/>
                    <a:gd name="connsiteY2616" fmla="*/ 1139703 h 2360402"/>
                    <a:gd name="connsiteX2617" fmla="*/ 174587 w 1440502"/>
                    <a:gd name="connsiteY2617" fmla="*/ 1138951 h 2360402"/>
                    <a:gd name="connsiteX2618" fmla="*/ 174240 w 1440502"/>
                    <a:gd name="connsiteY2618" fmla="*/ 1138406 h 2360402"/>
                    <a:gd name="connsiteX2619" fmla="*/ 174472 w 1440502"/>
                    <a:gd name="connsiteY2619" fmla="*/ 1137828 h 2360402"/>
                    <a:gd name="connsiteX2620" fmla="*/ 176416 w 1440502"/>
                    <a:gd name="connsiteY2620" fmla="*/ 1137423 h 2360402"/>
                    <a:gd name="connsiteX2621" fmla="*/ 173302 w 1440502"/>
                    <a:gd name="connsiteY2621" fmla="*/ 1135316 h 2360402"/>
                    <a:gd name="connsiteX2622" fmla="*/ 168614 w 1440502"/>
                    <a:gd name="connsiteY2622" fmla="*/ 1130732 h 2360402"/>
                    <a:gd name="connsiteX2623" fmla="*/ 168591 w 1440502"/>
                    <a:gd name="connsiteY2623" fmla="*/ 1130083 h 2360402"/>
                    <a:gd name="connsiteX2624" fmla="*/ 167653 w 1440502"/>
                    <a:gd name="connsiteY2624" fmla="*/ 1129794 h 2360402"/>
                    <a:gd name="connsiteX2625" fmla="*/ 164505 w 1440502"/>
                    <a:gd name="connsiteY2625" fmla="*/ 1126703 h 2360402"/>
                    <a:gd name="connsiteX2626" fmla="*/ 164158 w 1440502"/>
                    <a:gd name="connsiteY2626" fmla="*/ 1126032 h 2360402"/>
                    <a:gd name="connsiteX2627" fmla="*/ 159481 w 1440502"/>
                    <a:gd name="connsiteY2627" fmla="*/ 1124840 h 2360402"/>
                    <a:gd name="connsiteX2628" fmla="*/ 151899 w 1440502"/>
                    <a:gd name="connsiteY2628" fmla="*/ 1127085 h 2360402"/>
                    <a:gd name="connsiteX2629" fmla="*/ 150556 w 1440502"/>
                    <a:gd name="connsiteY2629" fmla="*/ 1125963 h 2360402"/>
                    <a:gd name="connsiteX2630" fmla="*/ 150984 w 1440502"/>
                    <a:gd name="connsiteY2630" fmla="*/ 1124261 h 2360402"/>
                    <a:gd name="connsiteX2631" fmla="*/ 147419 w 1440502"/>
                    <a:gd name="connsiteY2631" fmla="*/ 1126264 h 2360402"/>
                    <a:gd name="connsiteX2632" fmla="*/ 147291 w 1440502"/>
                    <a:gd name="connsiteY2632" fmla="*/ 1126310 h 2360402"/>
                    <a:gd name="connsiteX2633" fmla="*/ 145115 w 1440502"/>
                    <a:gd name="connsiteY2633" fmla="*/ 1121193 h 2360402"/>
                    <a:gd name="connsiteX2634" fmla="*/ 144224 w 1440502"/>
                    <a:gd name="connsiteY2634" fmla="*/ 1127548 h 2360402"/>
                    <a:gd name="connsiteX2635" fmla="*/ 142522 w 1440502"/>
                    <a:gd name="connsiteY2635" fmla="*/ 1127386 h 2360402"/>
                    <a:gd name="connsiteX2636" fmla="*/ 132937 w 1440502"/>
                    <a:gd name="connsiteY2636" fmla="*/ 1139171 h 2360402"/>
                    <a:gd name="connsiteX2637" fmla="*/ 129210 w 1440502"/>
                    <a:gd name="connsiteY2637" fmla="*/ 1140074 h 2360402"/>
                    <a:gd name="connsiteX2638" fmla="*/ 126409 w 1440502"/>
                    <a:gd name="connsiteY2638" fmla="*/ 1143222 h 2360402"/>
                    <a:gd name="connsiteX2639" fmla="*/ 123630 w 1440502"/>
                    <a:gd name="connsiteY2639" fmla="*/ 1144854 h 2360402"/>
                    <a:gd name="connsiteX2640" fmla="*/ 120181 w 1440502"/>
                    <a:gd name="connsiteY2640" fmla="*/ 1145028 h 2360402"/>
                    <a:gd name="connsiteX2641" fmla="*/ 117020 w 1440502"/>
                    <a:gd name="connsiteY2641" fmla="*/ 1140791 h 2360402"/>
                    <a:gd name="connsiteX2642" fmla="*/ 109253 w 1440502"/>
                    <a:gd name="connsiteY2642" fmla="*/ 1143940 h 2360402"/>
                    <a:gd name="connsiteX2643" fmla="*/ 108883 w 1440502"/>
                    <a:gd name="connsiteY2643" fmla="*/ 1144079 h 2360402"/>
                    <a:gd name="connsiteX2644" fmla="*/ 107656 w 1440502"/>
                    <a:gd name="connsiteY2644" fmla="*/ 1142504 h 2360402"/>
                    <a:gd name="connsiteX2645" fmla="*/ 105688 w 1440502"/>
                    <a:gd name="connsiteY2645" fmla="*/ 1144542 h 2360402"/>
                    <a:gd name="connsiteX2646" fmla="*/ 104403 w 1440502"/>
                    <a:gd name="connsiteY2646" fmla="*/ 1143535 h 2360402"/>
                    <a:gd name="connsiteX2647" fmla="*/ 102875 w 1440502"/>
                    <a:gd name="connsiteY2647" fmla="*/ 1142644 h 2360402"/>
                    <a:gd name="connsiteX2648" fmla="*/ 102967 w 1440502"/>
                    <a:gd name="connsiteY2648" fmla="*/ 1140525 h 2360402"/>
                    <a:gd name="connsiteX2649" fmla="*/ 101150 w 1440502"/>
                    <a:gd name="connsiteY2649" fmla="*/ 1142933 h 2360402"/>
                    <a:gd name="connsiteX2650" fmla="*/ 99066 w 1440502"/>
                    <a:gd name="connsiteY2650" fmla="*/ 1142817 h 2360402"/>
                    <a:gd name="connsiteX2651" fmla="*/ 97585 w 1440502"/>
                    <a:gd name="connsiteY2651" fmla="*/ 1141856 h 2360402"/>
                    <a:gd name="connsiteX2652" fmla="*/ 95929 w 1440502"/>
                    <a:gd name="connsiteY2652" fmla="*/ 1142655 h 2360402"/>
                    <a:gd name="connsiteX2653" fmla="*/ 95651 w 1440502"/>
                    <a:gd name="connsiteY2653" fmla="*/ 1142632 h 2360402"/>
                    <a:gd name="connsiteX2654" fmla="*/ 95594 w 1440502"/>
                    <a:gd name="connsiteY2654" fmla="*/ 1138951 h 2360402"/>
                    <a:gd name="connsiteX2655" fmla="*/ 95582 w 1440502"/>
                    <a:gd name="connsiteY2655" fmla="*/ 1138464 h 2360402"/>
                    <a:gd name="connsiteX2656" fmla="*/ 95582 w 1440502"/>
                    <a:gd name="connsiteY2656" fmla="*/ 1138071 h 2360402"/>
                    <a:gd name="connsiteX2657" fmla="*/ 92283 w 1440502"/>
                    <a:gd name="connsiteY2657" fmla="*/ 1134749 h 2360402"/>
                    <a:gd name="connsiteX2658" fmla="*/ 89829 w 1440502"/>
                    <a:gd name="connsiteY2658" fmla="*/ 1134667 h 2360402"/>
                    <a:gd name="connsiteX2659" fmla="*/ 87537 w 1440502"/>
                    <a:gd name="connsiteY2659" fmla="*/ 1138059 h 2360402"/>
                    <a:gd name="connsiteX2660" fmla="*/ 86113 w 1440502"/>
                    <a:gd name="connsiteY2660" fmla="*/ 1136959 h 2360402"/>
                    <a:gd name="connsiteX2661" fmla="*/ 85210 w 1440502"/>
                    <a:gd name="connsiteY2661" fmla="*/ 1136103 h 2360402"/>
                    <a:gd name="connsiteX2662" fmla="*/ 84099 w 1440502"/>
                    <a:gd name="connsiteY2662" fmla="*/ 1139171 h 2360402"/>
                    <a:gd name="connsiteX2663" fmla="*/ 80950 w 1440502"/>
                    <a:gd name="connsiteY2663" fmla="*/ 1138175 h 2360402"/>
                    <a:gd name="connsiteX2664" fmla="*/ 80070 w 1440502"/>
                    <a:gd name="connsiteY2664" fmla="*/ 1143454 h 2360402"/>
                    <a:gd name="connsiteX2665" fmla="*/ 80001 w 1440502"/>
                    <a:gd name="connsiteY2665" fmla="*/ 1143650 h 2360402"/>
                    <a:gd name="connsiteX2666" fmla="*/ 76493 w 1440502"/>
                    <a:gd name="connsiteY2666" fmla="*/ 1140236 h 2360402"/>
                    <a:gd name="connsiteX2667" fmla="*/ 76412 w 1440502"/>
                    <a:gd name="connsiteY2667" fmla="*/ 1139252 h 2360402"/>
                    <a:gd name="connsiteX2668" fmla="*/ 76482 w 1440502"/>
                    <a:gd name="connsiteY2668" fmla="*/ 1136948 h 2360402"/>
                    <a:gd name="connsiteX2669" fmla="*/ 76250 w 1440502"/>
                    <a:gd name="connsiteY2669" fmla="*/ 1137110 h 2360402"/>
                    <a:gd name="connsiteX2670" fmla="*/ 76169 w 1440502"/>
                    <a:gd name="connsiteY2670" fmla="*/ 1136103 h 2360402"/>
                    <a:gd name="connsiteX2671" fmla="*/ 73831 w 1440502"/>
                    <a:gd name="connsiteY2671" fmla="*/ 1138048 h 2360402"/>
                    <a:gd name="connsiteX2672" fmla="*/ 70833 w 1440502"/>
                    <a:gd name="connsiteY2672" fmla="*/ 1136682 h 2360402"/>
                    <a:gd name="connsiteX2673" fmla="*/ 62186 w 1440502"/>
                    <a:gd name="connsiteY2673" fmla="*/ 1137978 h 2360402"/>
                    <a:gd name="connsiteX2674" fmla="*/ 60947 w 1440502"/>
                    <a:gd name="connsiteY2674" fmla="*/ 1136462 h 2360402"/>
                    <a:gd name="connsiteX2675" fmla="*/ 57405 w 1440502"/>
                    <a:gd name="connsiteY2675" fmla="*/ 1131751 h 2360402"/>
                    <a:gd name="connsiteX2676" fmla="*/ 56965 w 1440502"/>
                    <a:gd name="connsiteY2676" fmla="*/ 1131600 h 2360402"/>
                    <a:gd name="connsiteX2677" fmla="*/ 55726 w 1440502"/>
                    <a:gd name="connsiteY2677" fmla="*/ 1130095 h 2360402"/>
                    <a:gd name="connsiteX2678" fmla="*/ 51594 w 1440502"/>
                    <a:gd name="connsiteY2678" fmla="*/ 1129667 h 2360402"/>
                    <a:gd name="connsiteX2679" fmla="*/ 50587 w 1440502"/>
                    <a:gd name="connsiteY2679" fmla="*/ 1129296 h 2360402"/>
                    <a:gd name="connsiteX2680" fmla="*/ 50332 w 1440502"/>
                    <a:gd name="connsiteY2680" fmla="*/ 1129528 h 2360402"/>
                    <a:gd name="connsiteX2681" fmla="*/ 45296 w 1440502"/>
                    <a:gd name="connsiteY2681" fmla="*/ 1129007 h 2360402"/>
                    <a:gd name="connsiteX2682" fmla="*/ 41708 w 1440502"/>
                    <a:gd name="connsiteY2682" fmla="*/ 1131762 h 2360402"/>
                    <a:gd name="connsiteX2683" fmla="*/ 41013 w 1440502"/>
                    <a:gd name="connsiteY2683" fmla="*/ 1132225 h 2360402"/>
                    <a:gd name="connsiteX2684" fmla="*/ 37784 w 1440502"/>
                    <a:gd name="connsiteY2684" fmla="*/ 1129192 h 2360402"/>
                    <a:gd name="connsiteX2685" fmla="*/ 36094 w 1440502"/>
                    <a:gd name="connsiteY2685" fmla="*/ 1129979 h 2360402"/>
                    <a:gd name="connsiteX2686" fmla="*/ 37853 w 1440502"/>
                    <a:gd name="connsiteY2686" fmla="*/ 1128324 h 2360402"/>
                    <a:gd name="connsiteX2687" fmla="*/ 37008 w 1440502"/>
                    <a:gd name="connsiteY2687" fmla="*/ 1126368 h 2360402"/>
                    <a:gd name="connsiteX2688" fmla="*/ 34415 w 1440502"/>
                    <a:gd name="connsiteY2688" fmla="*/ 1126680 h 2360402"/>
                    <a:gd name="connsiteX2689" fmla="*/ 27701 w 1440502"/>
                    <a:gd name="connsiteY2689" fmla="*/ 1133348 h 2360402"/>
                    <a:gd name="connsiteX2690" fmla="*/ 26289 w 1440502"/>
                    <a:gd name="connsiteY2690" fmla="*/ 1134100 h 2360402"/>
                    <a:gd name="connsiteX2691" fmla="*/ 20617 w 1440502"/>
                    <a:gd name="connsiteY2691" fmla="*/ 1131426 h 2360402"/>
                    <a:gd name="connsiteX2692" fmla="*/ 12548 w 1440502"/>
                    <a:gd name="connsiteY2692" fmla="*/ 1130871 h 2360402"/>
                    <a:gd name="connsiteX2693" fmla="*/ 10291 w 1440502"/>
                    <a:gd name="connsiteY2693" fmla="*/ 1127247 h 2360402"/>
                    <a:gd name="connsiteX2694" fmla="*/ 7710 w 1440502"/>
                    <a:gd name="connsiteY2694" fmla="*/ 1126808 h 2360402"/>
                    <a:gd name="connsiteX2695" fmla="*/ 4272 w 1440502"/>
                    <a:gd name="connsiteY2695" fmla="*/ 1123833 h 2360402"/>
                    <a:gd name="connsiteX2696" fmla="*/ 3427 w 1440502"/>
                    <a:gd name="connsiteY2696" fmla="*/ 1123011 h 2360402"/>
                    <a:gd name="connsiteX2697" fmla="*/ 0 w 1440502"/>
                    <a:gd name="connsiteY2697" fmla="*/ 1114595 h 2360402"/>
                    <a:gd name="connsiteX2698" fmla="*/ 58 w 1440502"/>
                    <a:gd name="connsiteY2698" fmla="*/ 1113553 h 2360402"/>
                    <a:gd name="connsiteX2699" fmla="*/ 1204 w 1440502"/>
                    <a:gd name="connsiteY2699" fmla="*/ 1113912 h 2360402"/>
                    <a:gd name="connsiteX2700" fmla="*/ 741 w 1440502"/>
                    <a:gd name="connsiteY2700" fmla="*/ 1111250 h 2360402"/>
                    <a:gd name="connsiteX2701" fmla="*/ 382 w 1440502"/>
                    <a:gd name="connsiteY2701" fmla="*/ 1110428 h 2360402"/>
                    <a:gd name="connsiteX2702" fmla="*/ 1794 w 1440502"/>
                    <a:gd name="connsiteY2702" fmla="*/ 1110833 h 2360402"/>
                    <a:gd name="connsiteX2703" fmla="*/ 2153 w 1440502"/>
                    <a:gd name="connsiteY2703" fmla="*/ 1109351 h 2360402"/>
                    <a:gd name="connsiteX2704" fmla="*/ 1042 w 1440502"/>
                    <a:gd name="connsiteY2704" fmla="*/ 1107476 h 2360402"/>
                    <a:gd name="connsiteX2705" fmla="*/ 347 w 1440502"/>
                    <a:gd name="connsiteY2705" fmla="*/ 1106237 h 2360402"/>
                    <a:gd name="connsiteX2706" fmla="*/ 5279 w 1440502"/>
                    <a:gd name="connsiteY2706" fmla="*/ 1107754 h 2360402"/>
                    <a:gd name="connsiteX2707" fmla="*/ 6587 w 1440502"/>
                    <a:gd name="connsiteY2707" fmla="*/ 1104929 h 2360402"/>
                    <a:gd name="connsiteX2708" fmla="*/ 5394 w 1440502"/>
                    <a:gd name="connsiteY2708" fmla="*/ 1102278 h 2360402"/>
                    <a:gd name="connsiteX2709" fmla="*/ 8717 w 1440502"/>
                    <a:gd name="connsiteY2709" fmla="*/ 1100623 h 2360402"/>
                    <a:gd name="connsiteX2710" fmla="*/ 9052 w 1440502"/>
                    <a:gd name="connsiteY2710" fmla="*/ 1100681 h 2360402"/>
                    <a:gd name="connsiteX2711" fmla="*/ 12768 w 1440502"/>
                    <a:gd name="connsiteY2711" fmla="*/ 1103297 h 2360402"/>
                    <a:gd name="connsiteX2712" fmla="*/ 14609 w 1440502"/>
                    <a:gd name="connsiteY2712" fmla="*/ 1101850 h 2360402"/>
                    <a:gd name="connsiteX2713" fmla="*/ 15546 w 1440502"/>
                    <a:gd name="connsiteY2713" fmla="*/ 1099327 h 2360402"/>
                    <a:gd name="connsiteX2714" fmla="*/ 14389 w 1440502"/>
                    <a:gd name="connsiteY2714" fmla="*/ 1098852 h 2360402"/>
                    <a:gd name="connsiteX2715" fmla="*/ 14181 w 1440502"/>
                    <a:gd name="connsiteY2715" fmla="*/ 1098736 h 2360402"/>
                    <a:gd name="connsiteX2716" fmla="*/ 15639 w 1440502"/>
                    <a:gd name="connsiteY2716" fmla="*/ 1097637 h 2360402"/>
                    <a:gd name="connsiteX2717" fmla="*/ 14736 w 1440502"/>
                    <a:gd name="connsiteY2717" fmla="*/ 1097185 h 2360402"/>
                    <a:gd name="connsiteX2718" fmla="*/ 13382 w 1440502"/>
                    <a:gd name="connsiteY2718" fmla="*/ 1096213 h 2360402"/>
                    <a:gd name="connsiteX2719" fmla="*/ 15535 w 1440502"/>
                    <a:gd name="connsiteY2719" fmla="*/ 1094893 h 2360402"/>
                    <a:gd name="connsiteX2720" fmla="*/ 13185 w 1440502"/>
                    <a:gd name="connsiteY2720" fmla="*/ 1094210 h 2360402"/>
                    <a:gd name="connsiteX2721" fmla="*/ 12734 w 1440502"/>
                    <a:gd name="connsiteY2721" fmla="*/ 1091929 h 2360402"/>
                    <a:gd name="connsiteX2722" fmla="*/ 13289 w 1440502"/>
                    <a:gd name="connsiteY2722" fmla="*/ 1091617 h 2360402"/>
                    <a:gd name="connsiteX2723" fmla="*/ 16160 w 1440502"/>
                    <a:gd name="connsiteY2723" fmla="*/ 1090934 h 2360402"/>
                    <a:gd name="connsiteX2724" fmla="*/ 17885 w 1440502"/>
                    <a:gd name="connsiteY2724" fmla="*/ 1090911 h 2360402"/>
                    <a:gd name="connsiteX2725" fmla="*/ 20223 w 1440502"/>
                    <a:gd name="connsiteY2725" fmla="*/ 1093481 h 2360402"/>
                    <a:gd name="connsiteX2726" fmla="*/ 24159 w 1440502"/>
                    <a:gd name="connsiteY2726" fmla="*/ 1091767 h 2360402"/>
                    <a:gd name="connsiteX2727" fmla="*/ 24170 w 1440502"/>
                    <a:gd name="connsiteY2727" fmla="*/ 1090668 h 2360402"/>
                    <a:gd name="connsiteX2728" fmla="*/ 24217 w 1440502"/>
                    <a:gd name="connsiteY2728" fmla="*/ 1090621 h 2360402"/>
                    <a:gd name="connsiteX2729" fmla="*/ 24170 w 1440502"/>
                    <a:gd name="connsiteY2729" fmla="*/ 1090517 h 2360402"/>
                    <a:gd name="connsiteX2730" fmla="*/ 24170 w 1440502"/>
                    <a:gd name="connsiteY2730" fmla="*/ 1089070 h 2360402"/>
                    <a:gd name="connsiteX2731" fmla="*/ 28812 w 1440502"/>
                    <a:gd name="connsiteY2731" fmla="*/ 1088005 h 2360402"/>
                    <a:gd name="connsiteX2732" fmla="*/ 29935 w 1440502"/>
                    <a:gd name="connsiteY2732" fmla="*/ 1088572 h 2360402"/>
                    <a:gd name="connsiteX2733" fmla="*/ 35665 w 1440502"/>
                    <a:gd name="connsiteY2733" fmla="*/ 1086431 h 2360402"/>
                    <a:gd name="connsiteX2734" fmla="*/ 36811 w 1440502"/>
                    <a:gd name="connsiteY2734" fmla="*/ 1086165 h 2360402"/>
                    <a:gd name="connsiteX2735" fmla="*/ 42217 w 1440502"/>
                    <a:gd name="connsiteY2735" fmla="*/ 1086732 h 2360402"/>
                    <a:gd name="connsiteX2736" fmla="*/ 43699 w 1440502"/>
                    <a:gd name="connsiteY2736" fmla="*/ 1088654 h 2360402"/>
                    <a:gd name="connsiteX2737" fmla="*/ 44312 w 1440502"/>
                    <a:gd name="connsiteY2737" fmla="*/ 1089580 h 2360402"/>
                    <a:gd name="connsiteX2738" fmla="*/ 48746 w 1440502"/>
                    <a:gd name="connsiteY2738" fmla="*/ 1088179 h 2360402"/>
                    <a:gd name="connsiteX2739" fmla="*/ 53677 w 1440502"/>
                    <a:gd name="connsiteY2739" fmla="*/ 1091281 h 2360402"/>
                    <a:gd name="connsiteX2740" fmla="*/ 56618 w 1440502"/>
                    <a:gd name="connsiteY2740" fmla="*/ 1088654 h 2360402"/>
                    <a:gd name="connsiteX2741" fmla="*/ 58018 w 1440502"/>
                    <a:gd name="connsiteY2741" fmla="*/ 1090540 h 2360402"/>
                    <a:gd name="connsiteX2742" fmla="*/ 57775 w 1440502"/>
                    <a:gd name="connsiteY2742" fmla="*/ 1089290 h 2360402"/>
                    <a:gd name="connsiteX2743" fmla="*/ 57868 w 1440502"/>
                    <a:gd name="connsiteY2743" fmla="*/ 1089348 h 2360402"/>
                    <a:gd name="connsiteX2744" fmla="*/ 58458 w 1440502"/>
                    <a:gd name="connsiteY2744" fmla="*/ 1087149 h 2360402"/>
                    <a:gd name="connsiteX2745" fmla="*/ 58875 w 1440502"/>
                    <a:gd name="connsiteY2745" fmla="*/ 1086882 h 2360402"/>
                    <a:gd name="connsiteX2746" fmla="*/ 62903 w 1440502"/>
                    <a:gd name="connsiteY2746" fmla="*/ 1089151 h 2360402"/>
                    <a:gd name="connsiteX2747" fmla="*/ 65496 w 1440502"/>
                    <a:gd name="connsiteY2747" fmla="*/ 1087195 h 2360402"/>
                    <a:gd name="connsiteX2748" fmla="*/ 69201 w 1440502"/>
                    <a:gd name="connsiteY2748" fmla="*/ 1089093 h 2360402"/>
                    <a:gd name="connsiteX2749" fmla="*/ 70127 w 1440502"/>
                    <a:gd name="connsiteY2749" fmla="*/ 1085968 h 2360402"/>
                    <a:gd name="connsiteX2750" fmla="*/ 71111 w 1440502"/>
                    <a:gd name="connsiteY2750" fmla="*/ 1086871 h 2360402"/>
                    <a:gd name="connsiteX2751" fmla="*/ 70671 w 1440502"/>
                    <a:gd name="connsiteY2751" fmla="*/ 1084266 h 2360402"/>
                    <a:gd name="connsiteX2752" fmla="*/ 70705 w 1440502"/>
                    <a:gd name="connsiteY2752" fmla="*/ 1084289 h 2360402"/>
                    <a:gd name="connsiteX2753" fmla="*/ 72754 w 1440502"/>
                    <a:gd name="connsiteY2753" fmla="*/ 1086165 h 2360402"/>
                    <a:gd name="connsiteX2754" fmla="*/ 75926 w 1440502"/>
                    <a:gd name="connsiteY2754" fmla="*/ 1085435 h 2360402"/>
                    <a:gd name="connsiteX2755" fmla="*/ 78890 w 1440502"/>
                    <a:gd name="connsiteY2755" fmla="*/ 1087056 h 2360402"/>
                    <a:gd name="connsiteX2756" fmla="*/ 80256 w 1440502"/>
                    <a:gd name="connsiteY2756" fmla="*/ 1086605 h 2360402"/>
                    <a:gd name="connsiteX2757" fmla="*/ 80695 w 1440502"/>
                    <a:gd name="connsiteY2757" fmla="*/ 1086732 h 2360402"/>
                    <a:gd name="connsiteX2758" fmla="*/ 81807 w 1440502"/>
                    <a:gd name="connsiteY2758" fmla="*/ 1086084 h 2360402"/>
                    <a:gd name="connsiteX2759" fmla="*/ 82744 w 1440502"/>
                    <a:gd name="connsiteY2759" fmla="*/ 1085771 h 2360402"/>
                    <a:gd name="connsiteX2760" fmla="*/ 82316 w 1440502"/>
                    <a:gd name="connsiteY2760" fmla="*/ 1083826 h 2360402"/>
                    <a:gd name="connsiteX2761" fmla="*/ 84377 w 1440502"/>
                    <a:gd name="connsiteY2761" fmla="*/ 1084984 h 2360402"/>
                    <a:gd name="connsiteX2762" fmla="*/ 84759 w 1440502"/>
                    <a:gd name="connsiteY2762" fmla="*/ 1083699 h 2360402"/>
                    <a:gd name="connsiteX2763" fmla="*/ 85291 w 1440502"/>
                    <a:gd name="connsiteY2763" fmla="*/ 1083699 h 2360402"/>
                    <a:gd name="connsiteX2764" fmla="*/ 85071 w 1440502"/>
                    <a:gd name="connsiteY2764" fmla="*/ 1082692 h 2360402"/>
                    <a:gd name="connsiteX2765" fmla="*/ 85511 w 1440502"/>
                    <a:gd name="connsiteY2765" fmla="*/ 1081210 h 2360402"/>
                    <a:gd name="connsiteX2766" fmla="*/ 86125 w 1440502"/>
                    <a:gd name="connsiteY2766" fmla="*/ 1081141 h 2360402"/>
                    <a:gd name="connsiteX2767" fmla="*/ 85939 w 1440502"/>
                    <a:gd name="connsiteY2767" fmla="*/ 1079810 h 2360402"/>
                    <a:gd name="connsiteX2768" fmla="*/ 86507 w 1440502"/>
                    <a:gd name="connsiteY2768" fmla="*/ 1077923 h 2360402"/>
                    <a:gd name="connsiteX2769" fmla="*/ 86599 w 1440502"/>
                    <a:gd name="connsiteY2769" fmla="*/ 1077888 h 2360402"/>
                    <a:gd name="connsiteX2770" fmla="*/ 92896 w 1440502"/>
                    <a:gd name="connsiteY2770" fmla="*/ 1082102 h 2360402"/>
                    <a:gd name="connsiteX2771" fmla="*/ 96080 w 1440502"/>
                    <a:gd name="connsiteY2771" fmla="*/ 1088654 h 2360402"/>
                    <a:gd name="connsiteX2772" fmla="*/ 97862 w 1440502"/>
                    <a:gd name="connsiteY2772" fmla="*/ 1090077 h 2360402"/>
                    <a:gd name="connsiteX2773" fmla="*/ 101231 w 1440502"/>
                    <a:gd name="connsiteY2773" fmla="*/ 1092763 h 2360402"/>
                    <a:gd name="connsiteX2774" fmla="*/ 101289 w 1440502"/>
                    <a:gd name="connsiteY2774" fmla="*/ 1092925 h 2360402"/>
                    <a:gd name="connsiteX2775" fmla="*/ 102146 w 1440502"/>
                    <a:gd name="connsiteY2775" fmla="*/ 1097336 h 2360402"/>
                    <a:gd name="connsiteX2776" fmla="*/ 102875 w 1440502"/>
                    <a:gd name="connsiteY2776" fmla="*/ 1097393 h 2360402"/>
                    <a:gd name="connsiteX2777" fmla="*/ 103581 w 1440502"/>
                    <a:gd name="connsiteY2777" fmla="*/ 1099407 h 2360402"/>
                    <a:gd name="connsiteX2778" fmla="*/ 107887 w 1440502"/>
                    <a:gd name="connsiteY2778" fmla="*/ 1097555 h 2360402"/>
                    <a:gd name="connsiteX2779" fmla="*/ 111534 w 1440502"/>
                    <a:gd name="connsiteY2779" fmla="*/ 1091883 h 2360402"/>
                    <a:gd name="connsiteX2780" fmla="*/ 116615 w 1440502"/>
                    <a:gd name="connsiteY2780" fmla="*/ 1096792 h 2360402"/>
                    <a:gd name="connsiteX2781" fmla="*/ 113907 w 1440502"/>
                    <a:gd name="connsiteY2781" fmla="*/ 1102544 h 2360402"/>
                    <a:gd name="connsiteX2782" fmla="*/ 115990 w 1440502"/>
                    <a:gd name="connsiteY2782" fmla="*/ 1104906 h 2360402"/>
                    <a:gd name="connsiteX2783" fmla="*/ 123190 w 1440502"/>
                    <a:gd name="connsiteY2783" fmla="*/ 1104663 h 2360402"/>
                    <a:gd name="connsiteX2784" fmla="*/ 124209 w 1440502"/>
                    <a:gd name="connsiteY2784" fmla="*/ 1106735 h 2360402"/>
                    <a:gd name="connsiteX2785" fmla="*/ 125529 w 1440502"/>
                    <a:gd name="connsiteY2785" fmla="*/ 1106261 h 2360402"/>
                    <a:gd name="connsiteX2786" fmla="*/ 123816 w 1440502"/>
                    <a:gd name="connsiteY2786" fmla="*/ 1105867 h 2360402"/>
                    <a:gd name="connsiteX2787" fmla="*/ 124892 w 1440502"/>
                    <a:gd name="connsiteY2787" fmla="*/ 1103586 h 2360402"/>
                    <a:gd name="connsiteX2788" fmla="*/ 122056 w 1440502"/>
                    <a:gd name="connsiteY2788" fmla="*/ 1102000 h 2360402"/>
                    <a:gd name="connsiteX2789" fmla="*/ 123804 w 1440502"/>
                    <a:gd name="connsiteY2789" fmla="*/ 1102649 h 2360402"/>
                    <a:gd name="connsiteX2790" fmla="*/ 124580 w 1440502"/>
                    <a:gd name="connsiteY2790" fmla="*/ 1099755 h 2360402"/>
                    <a:gd name="connsiteX2791" fmla="*/ 124869 w 1440502"/>
                    <a:gd name="connsiteY2791" fmla="*/ 1100102 h 2360402"/>
                    <a:gd name="connsiteX2792" fmla="*/ 125193 w 1440502"/>
                    <a:gd name="connsiteY2792" fmla="*/ 1100623 h 2360402"/>
                    <a:gd name="connsiteX2793" fmla="*/ 127740 w 1440502"/>
                    <a:gd name="connsiteY2793" fmla="*/ 1103621 h 2360402"/>
                    <a:gd name="connsiteX2794" fmla="*/ 125251 w 1440502"/>
                    <a:gd name="connsiteY2794" fmla="*/ 1100577 h 2360402"/>
                    <a:gd name="connsiteX2795" fmla="*/ 126432 w 1440502"/>
                    <a:gd name="connsiteY2795" fmla="*/ 1099720 h 2360402"/>
                    <a:gd name="connsiteX2796" fmla="*/ 122091 w 1440502"/>
                    <a:gd name="connsiteY2796" fmla="*/ 1098817 h 2360402"/>
                    <a:gd name="connsiteX2797" fmla="*/ 123329 w 1440502"/>
                    <a:gd name="connsiteY2797" fmla="*/ 1094372 h 2360402"/>
                    <a:gd name="connsiteX2798" fmla="*/ 122276 w 1440502"/>
                    <a:gd name="connsiteY2798" fmla="*/ 1093122 h 2360402"/>
                    <a:gd name="connsiteX2799" fmla="*/ 119243 w 1440502"/>
                    <a:gd name="connsiteY2799" fmla="*/ 1095159 h 2360402"/>
                    <a:gd name="connsiteX2800" fmla="*/ 115956 w 1440502"/>
                    <a:gd name="connsiteY2800" fmla="*/ 1093191 h 2360402"/>
                    <a:gd name="connsiteX2801" fmla="*/ 116002 w 1440502"/>
                    <a:gd name="connsiteY2801" fmla="*/ 1093145 h 2360402"/>
                    <a:gd name="connsiteX2802" fmla="*/ 114103 w 1440502"/>
                    <a:gd name="connsiteY2802" fmla="*/ 1092092 h 2360402"/>
                    <a:gd name="connsiteX2803" fmla="*/ 110550 w 1440502"/>
                    <a:gd name="connsiteY2803" fmla="*/ 1089961 h 2360402"/>
                    <a:gd name="connsiteX2804" fmla="*/ 112251 w 1440502"/>
                    <a:gd name="connsiteY2804" fmla="*/ 1090101 h 2360402"/>
                    <a:gd name="connsiteX2805" fmla="*/ 112992 w 1440502"/>
                    <a:gd name="connsiteY2805" fmla="*/ 1087912 h 2360402"/>
                    <a:gd name="connsiteX2806" fmla="*/ 109461 w 1440502"/>
                    <a:gd name="connsiteY2806" fmla="*/ 1085377 h 2360402"/>
                    <a:gd name="connsiteX2807" fmla="*/ 112020 w 1440502"/>
                    <a:gd name="connsiteY2807" fmla="*/ 1078965 h 2360402"/>
                    <a:gd name="connsiteX2808" fmla="*/ 115330 w 1440502"/>
                    <a:gd name="connsiteY2808" fmla="*/ 1080979 h 2360402"/>
                    <a:gd name="connsiteX2809" fmla="*/ 116257 w 1440502"/>
                    <a:gd name="connsiteY2809" fmla="*/ 1079925 h 2360402"/>
                    <a:gd name="connsiteX2810" fmla="*/ 118792 w 1440502"/>
                    <a:gd name="connsiteY2810" fmla="*/ 1083792 h 2360402"/>
                    <a:gd name="connsiteX2811" fmla="*/ 118861 w 1440502"/>
                    <a:gd name="connsiteY2811" fmla="*/ 1082356 h 2360402"/>
                    <a:gd name="connsiteX2812" fmla="*/ 119810 w 1440502"/>
                    <a:gd name="connsiteY2812" fmla="*/ 1083340 h 2360402"/>
                    <a:gd name="connsiteX2813" fmla="*/ 120378 w 1440502"/>
                    <a:gd name="connsiteY2813" fmla="*/ 1083271 h 2360402"/>
                    <a:gd name="connsiteX2814" fmla="*/ 121130 w 1440502"/>
                    <a:gd name="connsiteY2814" fmla="*/ 1083896 h 2360402"/>
                    <a:gd name="connsiteX2815" fmla="*/ 121743 w 1440502"/>
                    <a:gd name="connsiteY2815" fmla="*/ 1089938 h 2360402"/>
                    <a:gd name="connsiteX2816" fmla="*/ 121801 w 1440502"/>
                    <a:gd name="connsiteY2816" fmla="*/ 1088561 h 2360402"/>
                    <a:gd name="connsiteX2817" fmla="*/ 123005 w 1440502"/>
                    <a:gd name="connsiteY2817" fmla="*/ 1089036 h 2360402"/>
                    <a:gd name="connsiteX2818" fmla="*/ 121883 w 1440502"/>
                    <a:gd name="connsiteY2818" fmla="*/ 1087565 h 2360402"/>
                    <a:gd name="connsiteX2819" fmla="*/ 122866 w 1440502"/>
                    <a:gd name="connsiteY2819" fmla="*/ 1082947 h 2360402"/>
                    <a:gd name="connsiteX2820" fmla="*/ 123214 w 1440502"/>
                    <a:gd name="connsiteY2820" fmla="*/ 1082900 h 2360402"/>
                    <a:gd name="connsiteX2821" fmla="*/ 127937 w 1440502"/>
                    <a:gd name="connsiteY2821" fmla="*/ 1084104 h 2360402"/>
                    <a:gd name="connsiteX2822" fmla="*/ 129522 w 1440502"/>
                    <a:gd name="connsiteY2822" fmla="*/ 1089036 h 2360402"/>
                    <a:gd name="connsiteX2823" fmla="*/ 132717 w 1440502"/>
                    <a:gd name="connsiteY2823" fmla="*/ 1079879 h 2360402"/>
                    <a:gd name="connsiteX2824" fmla="*/ 135611 w 1440502"/>
                    <a:gd name="connsiteY2824" fmla="*/ 1080273 h 2360402"/>
                    <a:gd name="connsiteX2825" fmla="*/ 138818 w 1440502"/>
                    <a:gd name="connsiteY2825" fmla="*/ 1081222 h 2360402"/>
                    <a:gd name="connsiteX2826" fmla="*/ 139895 w 1440502"/>
                    <a:gd name="connsiteY2826" fmla="*/ 1079358 h 2360402"/>
                    <a:gd name="connsiteX2827" fmla="*/ 141781 w 1440502"/>
                    <a:gd name="connsiteY2827" fmla="*/ 1077297 h 2360402"/>
                    <a:gd name="connsiteX2828" fmla="*/ 146423 w 1440502"/>
                    <a:gd name="connsiteY2828" fmla="*/ 1082426 h 2360402"/>
                    <a:gd name="connsiteX2829" fmla="*/ 146990 w 1440502"/>
                    <a:gd name="connsiteY2829" fmla="*/ 1081361 h 2360402"/>
                    <a:gd name="connsiteX2830" fmla="*/ 155823 w 1440502"/>
                    <a:gd name="connsiteY2830" fmla="*/ 1083699 h 2360402"/>
                    <a:gd name="connsiteX2831" fmla="*/ 154376 w 1440502"/>
                    <a:gd name="connsiteY2831" fmla="*/ 1080967 h 2360402"/>
                    <a:gd name="connsiteX2832" fmla="*/ 157235 w 1440502"/>
                    <a:gd name="connsiteY2832" fmla="*/ 1082136 h 2360402"/>
                    <a:gd name="connsiteX2833" fmla="*/ 155707 w 1440502"/>
                    <a:gd name="connsiteY2833" fmla="*/ 1079798 h 2360402"/>
                    <a:gd name="connsiteX2834" fmla="*/ 153010 w 1440502"/>
                    <a:gd name="connsiteY2834" fmla="*/ 1080817 h 2360402"/>
                    <a:gd name="connsiteX2835" fmla="*/ 129777 w 1440502"/>
                    <a:gd name="connsiteY2835" fmla="*/ 1069310 h 2360402"/>
                    <a:gd name="connsiteX2836" fmla="*/ 129453 w 1440502"/>
                    <a:gd name="connsiteY2836" fmla="*/ 1068812 h 2360402"/>
                    <a:gd name="connsiteX2837" fmla="*/ 126061 w 1440502"/>
                    <a:gd name="connsiteY2837" fmla="*/ 1067470 h 2360402"/>
                    <a:gd name="connsiteX2838" fmla="*/ 119961 w 1440502"/>
                    <a:gd name="connsiteY2838" fmla="*/ 1064448 h 2360402"/>
                    <a:gd name="connsiteX2839" fmla="*/ 120991 w 1440502"/>
                    <a:gd name="connsiteY2839" fmla="*/ 1058603 h 2360402"/>
                    <a:gd name="connsiteX2840" fmla="*/ 123063 w 1440502"/>
                    <a:gd name="connsiteY2840" fmla="*/ 1052595 h 2360402"/>
                    <a:gd name="connsiteX2841" fmla="*/ 124927 w 1440502"/>
                    <a:gd name="connsiteY2841" fmla="*/ 1051321 h 2360402"/>
                    <a:gd name="connsiteX2842" fmla="*/ 128400 w 1440502"/>
                    <a:gd name="connsiteY2842" fmla="*/ 1051391 h 2360402"/>
                    <a:gd name="connsiteX2843" fmla="*/ 133065 w 1440502"/>
                    <a:gd name="connsiteY2843" fmla="*/ 1052815 h 2360402"/>
                    <a:gd name="connsiteX2844" fmla="*/ 132544 w 1440502"/>
                    <a:gd name="connsiteY2844" fmla="*/ 1051472 h 2360402"/>
                    <a:gd name="connsiteX2845" fmla="*/ 133736 w 1440502"/>
                    <a:gd name="connsiteY2845" fmla="*/ 1051634 h 2360402"/>
                    <a:gd name="connsiteX2846" fmla="*/ 135033 w 1440502"/>
                    <a:gd name="connsiteY2846" fmla="*/ 1052294 h 2360402"/>
                    <a:gd name="connsiteX2847" fmla="*/ 135426 w 1440502"/>
                    <a:gd name="connsiteY2847" fmla="*/ 1053000 h 2360402"/>
                    <a:gd name="connsiteX2848" fmla="*/ 136121 w 1440502"/>
                    <a:gd name="connsiteY2848" fmla="*/ 1055118 h 2360402"/>
                    <a:gd name="connsiteX2849" fmla="*/ 138586 w 1440502"/>
                    <a:gd name="connsiteY2849" fmla="*/ 1050303 h 2360402"/>
                    <a:gd name="connsiteX2850" fmla="*/ 139084 w 1440502"/>
                    <a:gd name="connsiteY2850" fmla="*/ 1049689 h 2360402"/>
                    <a:gd name="connsiteX2851" fmla="*/ 146296 w 1440502"/>
                    <a:gd name="connsiteY2851" fmla="*/ 1050581 h 2360402"/>
                    <a:gd name="connsiteX2852" fmla="*/ 150394 w 1440502"/>
                    <a:gd name="connsiteY2852" fmla="*/ 1048994 h 2360402"/>
                    <a:gd name="connsiteX2853" fmla="*/ 150440 w 1440502"/>
                    <a:gd name="connsiteY2853" fmla="*/ 1047733 h 2360402"/>
                    <a:gd name="connsiteX2854" fmla="*/ 151933 w 1440502"/>
                    <a:gd name="connsiteY2854" fmla="*/ 1046818 h 2360402"/>
                    <a:gd name="connsiteX2855" fmla="*/ 153427 w 1440502"/>
                    <a:gd name="connsiteY2855" fmla="*/ 1046784 h 2360402"/>
                    <a:gd name="connsiteX2856" fmla="*/ 153589 w 1440502"/>
                    <a:gd name="connsiteY2856" fmla="*/ 1045788 h 2360402"/>
                    <a:gd name="connsiteX2857" fmla="*/ 155858 w 1440502"/>
                    <a:gd name="connsiteY2857" fmla="*/ 1044399 h 2360402"/>
                    <a:gd name="connsiteX2858" fmla="*/ 156726 w 1440502"/>
                    <a:gd name="connsiteY2858" fmla="*/ 1044352 h 2360402"/>
                    <a:gd name="connsiteX2859" fmla="*/ 158705 w 1440502"/>
                    <a:gd name="connsiteY2859" fmla="*/ 1045591 h 2360402"/>
                    <a:gd name="connsiteX2860" fmla="*/ 159666 w 1440502"/>
                    <a:gd name="connsiteY2860" fmla="*/ 1046772 h 2360402"/>
                    <a:gd name="connsiteX2861" fmla="*/ 161981 w 1440502"/>
                    <a:gd name="connsiteY2861" fmla="*/ 1046100 h 2360402"/>
                    <a:gd name="connsiteX2862" fmla="*/ 163706 w 1440502"/>
                    <a:gd name="connsiteY2862" fmla="*/ 1047814 h 2360402"/>
                    <a:gd name="connsiteX2863" fmla="*/ 166160 w 1440502"/>
                    <a:gd name="connsiteY2863" fmla="*/ 1047640 h 2360402"/>
                    <a:gd name="connsiteX2864" fmla="*/ 168059 w 1440502"/>
                    <a:gd name="connsiteY2864" fmla="*/ 1047571 h 2360402"/>
                    <a:gd name="connsiteX2865" fmla="*/ 168140 w 1440502"/>
                    <a:gd name="connsiteY2865" fmla="*/ 1047501 h 2360402"/>
                    <a:gd name="connsiteX2866" fmla="*/ 168545 w 1440502"/>
                    <a:gd name="connsiteY2866" fmla="*/ 1047466 h 2360402"/>
                    <a:gd name="connsiteX2867" fmla="*/ 171439 w 1440502"/>
                    <a:gd name="connsiteY2867" fmla="*/ 1044978 h 2360402"/>
                    <a:gd name="connsiteX2868" fmla="*/ 172643 w 1440502"/>
                    <a:gd name="connsiteY2868" fmla="*/ 1040452 h 2360402"/>
                    <a:gd name="connsiteX2869" fmla="*/ 173546 w 1440502"/>
                    <a:gd name="connsiteY2869" fmla="*/ 1037037 h 2360402"/>
                    <a:gd name="connsiteX2870" fmla="*/ 175236 w 1440502"/>
                    <a:gd name="connsiteY2870" fmla="*/ 1035381 h 2360402"/>
                    <a:gd name="connsiteX2871" fmla="*/ 177319 w 1440502"/>
                    <a:gd name="connsiteY2871" fmla="*/ 1033460 h 2360402"/>
                    <a:gd name="connsiteX2872" fmla="*/ 180433 w 1440502"/>
                    <a:gd name="connsiteY2872" fmla="*/ 1033819 h 2360402"/>
                    <a:gd name="connsiteX2873" fmla="*/ 184114 w 1440502"/>
                    <a:gd name="connsiteY2873" fmla="*/ 1032163 h 2360402"/>
                    <a:gd name="connsiteX2874" fmla="*/ 184450 w 1440502"/>
                    <a:gd name="connsiteY2874" fmla="*/ 1029860 h 2360402"/>
                    <a:gd name="connsiteX2875" fmla="*/ 186001 w 1440502"/>
                    <a:gd name="connsiteY2875" fmla="*/ 1030172 h 2360402"/>
                    <a:gd name="connsiteX2876" fmla="*/ 182702 w 1440502"/>
                    <a:gd name="connsiteY2876" fmla="*/ 1029015 h 2360402"/>
                    <a:gd name="connsiteX2877" fmla="*/ 182424 w 1440502"/>
                    <a:gd name="connsiteY2877" fmla="*/ 1027405 h 2360402"/>
                    <a:gd name="connsiteX2878" fmla="*/ 182401 w 1440502"/>
                    <a:gd name="connsiteY2878" fmla="*/ 1027162 h 2360402"/>
                    <a:gd name="connsiteX2879" fmla="*/ 182378 w 1440502"/>
                    <a:gd name="connsiteY2879" fmla="*/ 1027162 h 2360402"/>
                    <a:gd name="connsiteX2880" fmla="*/ 182343 w 1440502"/>
                    <a:gd name="connsiteY2880" fmla="*/ 1026954 h 2360402"/>
                    <a:gd name="connsiteX2881" fmla="*/ 181950 w 1440502"/>
                    <a:gd name="connsiteY2881" fmla="*/ 1027151 h 2360402"/>
                    <a:gd name="connsiteX2882" fmla="*/ 179334 w 1440502"/>
                    <a:gd name="connsiteY2882" fmla="*/ 1027082 h 2360402"/>
                    <a:gd name="connsiteX2883" fmla="*/ 178847 w 1440502"/>
                    <a:gd name="connsiteY2883" fmla="*/ 1026919 h 2360402"/>
                    <a:gd name="connsiteX2884" fmla="*/ 175965 w 1440502"/>
                    <a:gd name="connsiteY2884" fmla="*/ 1029431 h 2360402"/>
                    <a:gd name="connsiteX2885" fmla="*/ 169494 w 1440502"/>
                    <a:gd name="connsiteY2885" fmla="*/ 1036701 h 2360402"/>
                    <a:gd name="connsiteX2886" fmla="*/ 168915 w 1440502"/>
                    <a:gd name="connsiteY2886" fmla="*/ 1040452 h 2360402"/>
                    <a:gd name="connsiteX2887" fmla="*/ 168580 w 1440502"/>
                    <a:gd name="connsiteY2887" fmla="*/ 1042639 h 2360402"/>
                    <a:gd name="connsiteX2888" fmla="*/ 168116 w 1440502"/>
                    <a:gd name="connsiteY2888" fmla="*/ 1042940 h 2360402"/>
                    <a:gd name="connsiteX2889" fmla="*/ 165987 w 1440502"/>
                    <a:gd name="connsiteY2889" fmla="*/ 1043195 h 2360402"/>
                    <a:gd name="connsiteX2890" fmla="*/ 165280 w 1440502"/>
                    <a:gd name="connsiteY2890" fmla="*/ 1042558 h 2360402"/>
                    <a:gd name="connsiteX2891" fmla="*/ 164887 w 1440502"/>
                    <a:gd name="connsiteY2891" fmla="*/ 1041841 h 2360402"/>
                    <a:gd name="connsiteX2892" fmla="*/ 164377 w 1440502"/>
                    <a:gd name="connsiteY2892" fmla="*/ 1041748 h 2360402"/>
                    <a:gd name="connsiteX2893" fmla="*/ 162930 w 1440502"/>
                    <a:gd name="connsiteY2893" fmla="*/ 1040452 h 2360402"/>
                    <a:gd name="connsiteX2894" fmla="*/ 162606 w 1440502"/>
                    <a:gd name="connsiteY2894" fmla="*/ 1040151 h 2360402"/>
                    <a:gd name="connsiteX2895" fmla="*/ 156390 w 1440502"/>
                    <a:gd name="connsiteY2895" fmla="*/ 1040347 h 2360402"/>
                    <a:gd name="connsiteX2896" fmla="*/ 154920 w 1440502"/>
                    <a:gd name="connsiteY2896" fmla="*/ 1037511 h 2360402"/>
                    <a:gd name="connsiteX2897" fmla="*/ 154063 w 1440502"/>
                    <a:gd name="connsiteY2897" fmla="*/ 1037859 h 2360402"/>
                    <a:gd name="connsiteX2898" fmla="*/ 151297 w 1440502"/>
                    <a:gd name="connsiteY2898" fmla="*/ 1037569 h 2360402"/>
                    <a:gd name="connsiteX2899" fmla="*/ 150023 w 1440502"/>
                    <a:gd name="connsiteY2899" fmla="*/ 1036516 h 2360402"/>
                    <a:gd name="connsiteX2900" fmla="*/ 146111 w 1440502"/>
                    <a:gd name="connsiteY2900" fmla="*/ 1036840 h 2360402"/>
                    <a:gd name="connsiteX2901" fmla="*/ 146111 w 1440502"/>
                    <a:gd name="connsiteY2901" fmla="*/ 1036828 h 2360402"/>
                    <a:gd name="connsiteX2902" fmla="*/ 148507 w 1440502"/>
                    <a:gd name="connsiteY2902" fmla="*/ 1033842 h 2360402"/>
                    <a:gd name="connsiteX2903" fmla="*/ 147442 w 1440502"/>
                    <a:gd name="connsiteY2903" fmla="*/ 1032985 h 2360402"/>
                    <a:gd name="connsiteX2904" fmla="*/ 158879 w 1440502"/>
                    <a:gd name="connsiteY2904" fmla="*/ 1024616 h 2360402"/>
                    <a:gd name="connsiteX2905" fmla="*/ 159562 w 1440502"/>
                    <a:gd name="connsiteY2905" fmla="*/ 1024211 h 2360402"/>
                    <a:gd name="connsiteX2906" fmla="*/ 167954 w 1440502"/>
                    <a:gd name="connsiteY2906" fmla="*/ 1023331 h 2360402"/>
                    <a:gd name="connsiteX2907" fmla="*/ 168533 w 1440502"/>
                    <a:gd name="connsiteY2907" fmla="*/ 1021907 h 2360402"/>
                    <a:gd name="connsiteX2908" fmla="*/ 165952 w 1440502"/>
                    <a:gd name="connsiteY2908" fmla="*/ 1021618 h 2360402"/>
                    <a:gd name="connsiteX2909" fmla="*/ 166288 w 1440502"/>
                    <a:gd name="connsiteY2909" fmla="*/ 1021502 h 2360402"/>
                    <a:gd name="connsiteX2910" fmla="*/ 168313 w 1440502"/>
                    <a:gd name="connsiteY2910" fmla="*/ 1020969 h 2360402"/>
                    <a:gd name="connsiteX2911" fmla="*/ 167943 w 1440502"/>
                    <a:gd name="connsiteY2911" fmla="*/ 1020981 h 2360402"/>
                    <a:gd name="connsiteX2912" fmla="*/ 168487 w 1440502"/>
                    <a:gd name="connsiteY2912" fmla="*/ 1020807 h 2360402"/>
                    <a:gd name="connsiteX2913" fmla="*/ 162618 w 1440502"/>
                    <a:gd name="connsiteY2913" fmla="*/ 1021062 h 2360402"/>
                    <a:gd name="connsiteX2914" fmla="*/ 166149 w 1440502"/>
                    <a:gd name="connsiteY2914" fmla="*/ 1018839 h 2360402"/>
                    <a:gd name="connsiteX2915" fmla="*/ 163752 w 1440502"/>
                    <a:gd name="connsiteY2915" fmla="*/ 1016478 h 2360402"/>
                    <a:gd name="connsiteX2916" fmla="*/ 162167 w 1440502"/>
                    <a:gd name="connsiteY2916" fmla="*/ 1016860 h 2360402"/>
                    <a:gd name="connsiteX2917" fmla="*/ 152234 w 1440502"/>
                    <a:gd name="connsiteY2917" fmla="*/ 1017311 h 2360402"/>
                    <a:gd name="connsiteX2918" fmla="*/ 150845 w 1440502"/>
                    <a:gd name="connsiteY2918" fmla="*/ 1017161 h 2360402"/>
                    <a:gd name="connsiteX2919" fmla="*/ 146898 w 1440502"/>
                    <a:gd name="connsiteY2919" fmla="*/ 1019557 h 2360402"/>
                    <a:gd name="connsiteX2920" fmla="*/ 144675 w 1440502"/>
                    <a:gd name="connsiteY2920" fmla="*/ 1017624 h 2360402"/>
                    <a:gd name="connsiteX2921" fmla="*/ 142198 w 1440502"/>
                    <a:gd name="connsiteY2921" fmla="*/ 1020217 h 2360402"/>
                    <a:gd name="connsiteX2922" fmla="*/ 143460 w 1440502"/>
                    <a:gd name="connsiteY2922" fmla="*/ 1017010 h 2360402"/>
                    <a:gd name="connsiteX2923" fmla="*/ 141897 w 1440502"/>
                    <a:gd name="connsiteY2923" fmla="*/ 1019082 h 2360402"/>
                    <a:gd name="connsiteX2924" fmla="*/ 141874 w 1440502"/>
                    <a:gd name="connsiteY2924" fmla="*/ 1018909 h 2360402"/>
                    <a:gd name="connsiteX2925" fmla="*/ 140820 w 1440502"/>
                    <a:gd name="connsiteY2925" fmla="*/ 1020425 h 2360402"/>
                    <a:gd name="connsiteX2926" fmla="*/ 136781 w 1440502"/>
                    <a:gd name="connsiteY2926" fmla="*/ 1021282 h 2360402"/>
                    <a:gd name="connsiteX2927" fmla="*/ 134535 w 1440502"/>
                    <a:gd name="connsiteY2927" fmla="*/ 1019187 h 2360402"/>
                    <a:gd name="connsiteX2928" fmla="*/ 127566 w 1440502"/>
                    <a:gd name="connsiteY2928" fmla="*/ 1023331 h 2360402"/>
                    <a:gd name="connsiteX2929" fmla="*/ 125980 w 1440502"/>
                    <a:gd name="connsiteY2929" fmla="*/ 1021942 h 2360402"/>
                    <a:gd name="connsiteX2930" fmla="*/ 124313 w 1440502"/>
                    <a:gd name="connsiteY2930" fmla="*/ 1023238 h 2360402"/>
                    <a:gd name="connsiteX2931" fmla="*/ 122820 w 1440502"/>
                    <a:gd name="connsiteY2931" fmla="*/ 1021224 h 2360402"/>
                    <a:gd name="connsiteX2932" fmla="*/ 120910 w 1440502"/>
                    <a:gd name="connsiteY2932" fmla="*/ 1022729 h 2360402"/>
                    <a:gd name="connsiteX2933" fmla="*/ 117090 w 1440502"/>
                    <a:gd name="connsiteY2933" fmla="*/ 1025334 h 2360402"/>
                    <a:gd name="connsiteX2934" fmla="*/ 116187 w 1440502"/>
                    <a:gd name="connsiteY2934" fmla="*/ 1023586 h 2360402"/>
                    <a:gd name="connsiteX2935" fmla="*/ 114902 w 1440502"/>
                    <a:gd name="connsiteY2935" fmla="*/ 1026699 h 2360402"/>
                    <a:gd name="connsiteX2936" fmla="*/ 112633 w 1440502"/>
                    <a:gd name="connsiteY2936" fmla="*/ 1024176 h 2360402"/>
                    <a:gd name="connsiteX2937" fmla="*/ 111406 w 1440502"/>
                    <a:gd name="connsiteY2937" fmla="*/ 1024893 h 2360402"/>
                    <a:gd name="connsiteX2938" fmla="*/ 110341 w 1440502"/>
                    <a:gd name="connsiteY2938" fmla="*/ 1025067 h 2360402"/>
                    <a:gd name="connsiteX2939" fmla="*/ 108813 w 1440502"/>
                    <a:gd name="connsiteY2939" fmla="*/ 1020425 h 2360402"/>
                    <a:gd name="connsiteX2940" fmla="*/ 106174 w 1440502"/>
                    <a:gd name="connsiteY2940" fmla="*/ 1022382 h 2360402"/>
                    <a:gd name="connsiteX2941" fmla="*/ 105479 w 1440502"/>
                    <a:gd name="connsiteY2941" fmla="*/ 1020981 h 2360402"/>
                    <a:gd name="connsiteX2942" fmla="*/ 105375 w 1440502"/>
                    <a:gd name="connsiteY2942" fmla="*/ 1021027 h 2360402"/>
                    <a:gd name="connsiteX2943" fmla="*/ 104912 w 1440502"/>
                    <a:gd name="connsiteY2943" fmla="*/ 1019731 h 2360402"/>
                    <a:gd name="connsiteX2944" fmla="*/ 105259 w 1440502"/>
                    <a:gd name="connsiteY2944" fmla="*/ 1019140 h 2360402"/>
                    <a:gd name="connsiteX2945" fmla="*/ 103940 w 1440502"/>
                    <a:gd name="connsiteY2945" fmla="*/ 1015968 h 2360402"/>
                    <a:gd name="connsiteX2946" fmla="*/ 111580 w 1440502"/>
                    <a:gd name="connsiteY2946" fmla="*/ 1014197 h 2360402"/>
                    <a:gd name="connsiteX2947" fmla="*/ 113421 w 1440502"/>
                    <a:gd name="connsiteY2947" fmla="*/ 1011836 h 2360402"/>
                    <a:gd name="connsiteX2948" fmla="*/ 112240 w 1440502"/>
                    <a:gd name="connsiteY2948" fmla="*/ 1010215 h 2360402"/>
                    <a:gd name="connsiteX2949" fmla="*/ 116187 w 1440502"/>
                    <a:gd name="connsiteY2949" fmla="*/ 1008444 h 2360402"/>
                    <a:gd name="connsiteX2950" fmla="*/ 116372 w 1440502"/>
                    <a:gd name="connsiteY2950" fmla="*/ 1008490 h 2360402"/>
                    <a:gd name="connsiteX2951" fmla="*/ 118294 w 1440502"/>
                    <a:gd name="connsiteY2951" fmla="*/ 1012577 h 2360402"/>
                    <a:gd name="connsiteX2952" fmla="*/ 122554 w 1440502"/>
                    <a:gd name="connsiteY2952" fmla="*/ 1012229 h 2360402"/>
                    <a:gd name="connsiteX2953" fmla="*/ 122623 w 1440502"/>
                    <a:gd name="connsiteY2953" fmla="*/ 1012229 h 2360402"/>
                    <a:gd name="connsiteX2954" fmla="*/ 122913 w 1440502"/>
                    <a:gd name="connsiteY2954" fmla="*/ 1013931 h 2360402"/>
                    <a:gd name="connsiteX2955" fmla="*/ 123955 w 1440502"/>
                    <a:gd name="connsiteY2955" fmla="*/ 1012496 h 2360402"/>
                    <a:gd name="connsiteX2956" fmla="*/ 123792 w 1440502"/>
                    <a:gd name="connsiteY2956" fmla="*/ 1015702 h 2360402"/>
                    <a:gd name="connsiteX2957" fmla="*/ 128075 w 1440502"/>
                    <a:gd name="connsiteY2957" fmla="*/ 1011778 h 2360402"/>
                    <a:gd name="connsiteX2958" fmla="*/ 126791 w 1440502"/>
                    <a:gd name="connsiteY2958" fmla="*/ 1010516 h 2360402"/>
                    <a:gd name="connsiteX2959" fmla="*/ 128006 w 1440502"/>
                    <a:gd name="connsiteY2959" fmla="*/ 1009451 h 2360402"/>
                    <a:gd name="connsiteX2960" fmla="*/ 127995 w 1440502"/>
                    <a:gd name="connsiteY2960" fmla="*/ 1009417 h 2360402"/>
                    <a:gd name="connsiteX2961" fmla="*/ 130032 w 1440502"/>
                    <a:gd name="connsiteY2961" fmla="*/ 1008247 h 2360402"/>
                    <a:gd name="connsiteX2962" fmla="*/ 127856 w 1440502"/>
                    <a:gd name="connsiteY2962" fmla="*/ 1006557 h 2360402"/>
                    <a:gd name="connsiteX2963" fmla="*/ 128018 w 1440502"/>
                    <a:gd name="connsiteY2963" fmla="*/ 1004393 h 2360402"/>
                    <a:gd name="connsiteX2964" fmla="*/ 126467 w 1440502"/>
                    <a:gd name="connsiteY2964" fmla="*/ 1006349 h 2360402"/>
                    <a:gd name="connsiteX2965" fmla="*/ 120829 w 1440502"/>
                    <a:gd name="connsiteY2965" fmla="*/ 1006071 h 2360402"/>
                    <a:gd name="connsiteX2966" fmla="*/ 119405 w 1440502"/>
                    <a:gd name="connsiteY2966" fmla="*/ 1002587 h 2360402"/>
                    <a:gd name="connsiteX2967" fmla="*/ 117877 w 1440502"/>
                    <a:gd name="connsiteY2967" fmla="*/ 1002459 h 2360402"/>
                    <a:gd name="connsiteX2968" fmla="*/ 117935 w 1440502"/>
                    <a:gd name="connsiteY2968" fmla="*/ 998304 h 2360402"/>
                    <a:gd name="connsiteX2969" fmla="*/ 119671 w 1440502"/>
                    <a:gd name="connsiteY2969" fmla="*/ 999079 h 2360402"/>
                    <a:gd name="connsiteX2970" fmla="*/ 121732 w 1440502"/>
                    <a:gd name="connsiteY2970" fmla="*/ 997412 h 2360402"/>
                    <a:gd name="connsiteX2971" fmla="*/ 121662 w 1440502"/>
                    <a:gd name="connsiteY2971" fmla="*/ 995086 h 2360402"/>
                    <a:gd name="connsiteX2972" fmla="*/ 122403 w 1440502"/>
                    <a:gd name="connsiteY2972" fmla="*/ 996567 h 2360402"/>
                    <a:gd name="connsiteX2973" fmla="*/ 126710 w 1440502"/>
                    <a:gd name="connsiteY2973" fmla="*/ 996336 h 2360402"/>
                    <a:gd name="connsiteX2974" fmla="*/ 123665 w 1440502"/>
                    <a:gd name="connsiteY2974" fmla="*/ 995202 h 2360402"/>
                    <a:gd name="connsiteX2975" fmla="*/ 123272 w 1440502"/>
                    <a:gd name="connsiteY2975" fmla="*/ 991891 h 2360402"/>
                    <a:gd name="connsiteX2976" fmla="*/ 126015 w 1440502"/>
                    <a:gd name="connsiteY2976" fmla="*/ 990548 h 2360402"/>
                    <a:gd name="connsiteX2977" fmla="*/ 125054 w 1440502"/>
                    <a:gd name="connsiteY2977" fmla="*/ 988128 h 2360402"/>
                    <a:gd name="connsiteX2978" fmla="*/ 128214 w 1440502"/>
                    <a:gd name="connsiteY2978" fmla="*/ 988140 h 2360402"/>
                    <a:gd name="connsiteX2979" fmla="*/ 128052 w 1440502"/>
                    <a:gd name="connsiteY2979" fmla="*/ 985663 h 2360402"/>
                    <a:gd name="connsiteX2980" fmla="*/ 126108 w 1440502"/>
                    <a:gd name="connsiteY2980" fmla="*/ 984586 h 2360402"/>
                    <a:gd name="connsiteX2981" fmla="*/ 126084 w 1440502"/>
                    <a:gd name="connsiteY2981" fmla="*/ 984540 h 2360402"/>
                    <a:gd name="connsiteX2982" fmla="*/ 128550 w 1440502"/>
                    <a:gd name="connsiteY2982" fmla="*/ 983058 h 2360402"/>
                    <a:gd name="connsiteX2983" fmla="*/ 128411 w 1440502"/>
                    <a:gd name="connsiteY2983" fmla="*/ 981785 h 2360402"/>
                    <a:gd name="connsiteX2984" fmla="*/ 128643 w 1440502"/>
                    <a:gd name="connsiteY2984" fmla="*/ 981264 h 2360402"/>
                    <a:gd name="connsiteX2985" fmla="*/ 128307 w 1440502"/>
                    <a:gd name="connsiteY2985" fmla="*/ 980801 h 2360402"/>
                    <a:gd name="connsiteX2986" fmla="*/ 128133 w 1440502"/>
                    <a:gd name="connsiteY2986" fmla="*/ 979041 h 2360402"/>
                    <a:gd name="connsiteX2987" fmla="*/ 130761 w 1440502"/>
                    <a:gd name="connsiteY2987" fmla="*/ 977421 h 2360402"/>
                    <a:gd name="connsiteX2988" fmla="*/ 131652 w 1440502"/>
                    <a:gd name="connsiteY2988" fmla="*/ 972987 h 2360402"/>
                    <a:gd name="connsiteX2989" fmla="*/ 134153 w 1440502"/>
                    <a:gd name="connsiteY2989" fmla="*/ 972385 h 2360402"/>
                    <a:gd name="connsiteX2990" fmla="*/ 140230 w 1440502"/>
                    <a:gd name="connsiteY2990" fmla="*/ 977826 h 2360402"/>
                    <a:gd name="connsiteX2991" fmla="*/ 140543 w 1440502"/>
                    <a:gd name="connsiteY2991" fmla="*/ 975858 h 2360402"/>
                    <a:gd name="connsiteX2992" fmla="*/ 138853 w 1440502"/>
                    <a:gd name="connsiteY2992" fmla="*/ 975615 h 2360402"/>
                    <a:gd name="connsiteX2993" fmla="*/ 137163 w 1440502"/>
                    <a:gd name="connsiteY2993" fmla="*/ 971402 h 2360402"/>
                    <a:gd name="connsiteX2994" fmla="*/ 138135 w 1440502"/>
                    <a:gd name="connsiteY2994" fmla="*/ 968681 h 2360402"/>
                    <a:gd name="connsiteX2995" fmla="*/ 134315 w 1440502"/>
                    <a:gd name="connsiteY2995" fmla="*/ 970915 h 2360402"/>
                    <a:gd name="connsiteX2996" fmla="*/ 131051 w 1440502"/>
                    <a:gd name="connsiteY2996" fmla="*/ 969607 h 2360402"/>
                    <a:gd name="connsiteX2997" fmla="*/ 131456 w 1440502"/>
                    <a:gd name="connsiteY2997" fmla="*/ 967350 h 2360402"/>
                    <a:gd name="connsiteX2998" fmla="*/ 132625 w 1440502"/>
                    <a:gd name="connsiteY2998" fmla="*/ 964213 h 2360402"/>
                    <a:gd name="connsiteX2999" fmla="*/ 132197 w 1440502"/>
                    <a:gd name="connsiteY2999" fmla="*/ 963229 h 2360402"/>
                    <a:gd name="connsiteX3000" fmla="*/ 132845 w 1440502"/>
                    <a:gd name="connsiteY3000" fmla="*/ 959571 h 2360402"/>
                    <a:gd name="connsiteX3001" fmla="*/ 136931 w 1440502"/>
                    <a:gd name="connsiteY3001" fmla="*/ 957568 h 2360402"/>
                    <a:gd name="connsiteX3002" fmla="*/ 136352 w 1440502"/>
                    <a:gd name="connsiteY3002" fmla="*/ 951815 h 2360402"/>
                    <a:gd name="connsiteX3003" fmla="*/ 137568 w 1440502"/>
                    <a:gd name="connsiteY3003" fmla="*/ 949488 h 2360402"/>
                    <a:gd name="connsiteX3004" fmla="*/ 138112 w 1440502"/>
                    <a:gd name="connsiteY3004" fmla="*/ 949430 h 2360402"/>
                    <a:gd name="connsiteX3005" fmla="*/ 138737 w 1440502"/>
                    <a:gd name="connsiteY3005" fmla="*/ 949951 h 2360402"/>
                    <a:gd name="connsiteX3006" fmla="*/ 138158 w 1440502"/>
                    <a:gd name="connsiteY3006" fmla="*/ 950553 h 2360402"/>
                    <a:gd name="connsiteX3007" fmla="*/ 139987 w 1440502"/>
                    <a:gd name="connsiteY3007" fmla="*/ 951178 h 2360402"/>
                    <a:gd name="connsiteX3008" fmla="*/ 140855 w 1440502"/>
                    <a:gd name="connsiteY3008" fmla="*/ 946976 h 2360402"/>
                    <a:gd name="connsiteX3009" fmla="*/ 171022 w 1440502"/>
                    <a:gd name="connsiteY3009" fmla="*/ 944846 h 2360402"/>
                    <a:gd name="connsiteX3010" fmla="*/ 176150 w 1440502"/>
                    <a:gd name="connsiteY3010" fmla="*/ 961238 h 2360402"/>
                    <a:gd name="connsiteX3011" fmla="*/ 179565 w 1440502"/>
                    <a:gd name="connsiteY3011" fmla="*/ 964271 h 2360402"/>
                    <a:gd name="connsiteX3012" fmla="*/ 181649 w 1440502"/>
                    <a:gd name="connsiteY3012" fmla="*/ 963449 h 2360402"/>
                    <a:gd name="connsiteX3013" fmla="*/ 187321 w 1440502"/>
                    <a:gd name="connsiteY3013" fmla="*/ 969711 h 2360402"/>
                    <a:gd name="connsiteX3014" fmla="*/ 191384 w 1440502"/>
                    <a:gd name="connsiteY3014" fmla="*/ 970904 h 2360402"/>
                    <a:gd name="connsiteX3015" fmla="*/ 192611 w 1440502"/>
                    <a:gd name="connsiteY3015" fmla="*/ 969723 h 2360402"/>
                    <a:gd name="connsiteX3016" fmla="*/ 199140 w 1440502"/>
                    <a:gd name="connsiteY3016" fmla="*/ 974920 h 2360402"/>
                    <a:gd name="connsiteX3017" fmla="*/ 199256 w 1440502"/>
                    <a:gd name="connsiteY3017" fmla="*/ 972096 h 2360402"/>
                    <a:gd name="connsiteX3018" fmla="*/ 201652 w 1440502"/>
                    <a:gd name="connsiteY3018" fmla="*/ 971656 h 2360402"/>
                    <a:gd name="connsiteX3019" fmla="*/ 203249 w 1440502"/>
                    <a:gd name="connsiteY3019" fmla="*/ 971656 h 2360402"/>
                    <a:gd name="connsiteX3020" fmla="*/ 203782 w 1440502"/>
                    <a:gd name="connsiteY3020" fmla="*/ 971251 h 2360402"/>
                    <a:gd name="connsiteX3021" fmla="*/ 205842 w 1440502"/>
                    <a:gd name="connsiteY3021" fmla="*/ 970869 h 2360402"/>
                    <a:gd name="connsiteX3022" fmla="*/ 207266 w 1440502"/>
                    <a:gd name="connsiteY3022" fmla="*/ 968658 h 2360402"/>
                    <a:gd name="connsiteX3023" fmla="*/ 208377 w 1440502"/>
                    <a:gd name="connsiteY3023" fmla="*/ 967836 h 2360402"/>
                    <a:gd name="connsiteX3024" fmla="*/ 214223 w 1440502"/>
                    <a:gd name="connsiteY3024" fmla="*/ 969654 h 2360402"/>
                    <a:gd name="connsiteX3025" fmla="*/ 216978 w 1440502"/>
                    <a:gd name="connsiteY3025" fmla="*/ 968589 h 2360402"/>
                    <a:gd name="connsiteX3026" fmla="*/ 230244 w 1440502"/>
                    <a:gd name="connsiteY3026" fmla="*/ 964143 h 2360402"/>
                    <a:gd name="connsiteX3027" fmla="*/ 240385 w 1440502"/>
                    <a:gd name="connsiteY3027" fmla="*/ 963009 h 2360402"/>
                    <a:gd name="connsiteX3028" fmla="*/ 239980 w 1440502"/>
                    <a:gd name="connsiteY3028" fmla="*/ 961133 h 2360402"/>
                    <a:gd name="connsiteX3029" fmla="*/ 235384 w 1440502"/>
                    <a:gd name="connsiteY3029" fmla="*/ 959281 h 2360402"/>
                    <a:gd name="connsiteX3030" fmla="*/ 237352 w 1440502"/>
                    <a:gd name="connsiteY3030" fmla="*/ 958147 h 2360402"/>
                    <a:gd name="connsiteX3031" fmla="*/ 237213 w 1440502"/>
                    <a:gd name="connsiteY3031" fmla="*/ 954929 h 2360402"/>
                    <a:gd name="connsiteX3032" fmla="*/ 233949 w 1440502"/>
                    <a:gd name="connsiteY3032" fmla="*/ 958714 h 2360402"/>
                    <a:gd name="connsiteX3033" fmla="*/ 232687 w 1440502"/>
                    <a:gd name="connsiteY3033" fmla="*/ 957730 h 2360402"/>
                    <a:gd name="connsiteX3034" fmla="*/ 227570 w 1440502"/>
                    <a:gd name="connsiteY3034" fmla="*/ 959629 h 2360402"/>
                    <a:gd name="connsiteX3035" fmla="*/ 226737 w 1440502"/>
                    <a:gd name="connsiteY3035" fmla="*/ 959258 h 2360402"/>
                    <a:gd name="connsiteX3036" fmla="*/ 221203 w 1440502"/>
                    <a:gd name="connsiteY3036" fmla="*/ 961990 h 2360402"/>
                    <a:gd name="connsiteX3037" fmla="*/ 219618 w 1440502"/>
                    <a:gd name="connsiteY3037" fmla="*/ 962580 h 2360402"/>
                    <a:gd name="connsiteX3038" fmla="*/ 214015 w 1440502"/>
                    <a:gd name="connsiteY3038" fmla="*/ 962720 h 2360402"/>
                    <a:gd name="connsiteX3039" fmla="*/ 205715 w 1440502"/>
                    <a:gd name="connsiteY3039" fmla="*/ 967593 h 2360402"/>
                    <a:gd name="connsiteX3040" fmla="*/ 205055 w 1440502"/>
                    <a:gd name="connsiteY3040" fmla="*/ 967824 h 2360402"/>
                    <a:gd name="connsiteX3041" fmla="*/ 203573 w 1440502"/>
                    <a:gd name="connsiteY3041" fmla="*/ 966493 h 2360402"/>
                    <a:gd name="connsiteX3042" fmla="*/ 198353 w 1440502"/>
                    <a:gd name="connsiteY3042" fmla="*/ 961805 h 2360402"/>
                    <a:gd name="connsiteX3043" fmla="*/ 191083 w 1440502"/>
                    <a:gd name="connsiteY3043" fmla="*/ 959756 h 2360402"/>
                    <a:gd name="connsiteX3044" fmla="*/ 184670 w 1440502"/>
                    <a:gd name="connsiteY3044" fmla="*/ 944036 h 2360402"/>
                    <a:gd name="connsiteX3045" fmla="*/ 185851 w 1440502"/>
                    <a:gd name="connsiteY3045" fmla="*/ 940968 h 2360402"/>
                    <a:gd name="connsiteX3046" fmla="*/ 187460 w 1440502"/>
                    <a:gd name="connsiteY3046" fmla="*/ 942218 h 2360402"/>
                    <a:gd name="connsiteX3047" fmla="*/ 189636 w 1440502"/>
                    <a:gd name="connsiteY3047" fmla="*/ 940668 h 2360402"/>
                    <a:gd name="connsiteX3048" fmla="*/ 189740 w 1440502"/>
                    <a:gd name="connsiteY3048" fmla="*/ 938086 h 2360402"/>
                    <a:gd name="connsiteX3049" fmla="*/ 186256 w 1440502"/>
                    <a:gd name="connsiteY3049" fmla="*/ 934752 h 2360402"/>
                    <a:gd name="connsiteX3050" fmla="*/ 185828 w 1440502"/>
                    <a:gd name="connsiteY3050" fmla="*/ 934335 h 2360402"/>
                    <a:gd name="connsiteX3051" fmla="*/ 182887 w 1440502"/>
                    <a:gd name="connsiteY3051" fmla="*/ 932379 h 2360402"/>
                    <a:gd name="connsiteX3052" fmla="*/ 176660 w 1440502"/>
                    <a:gd name="connsiteY3052" fmla="*/ 931939 h 2360402"/>
                    <a:gd name="connsiteX3053" fmla="*/ 166172 w 1440502"/>
                    <a:gd name="connsiteY3053" fmla="*/ 934752 h 2360402"/>
                    <a:gd name="connsiteX3054" fmla="*/ 165790 w 1440502"/>
                    <a:gd name="connsiteY3054" fmla="*/ 934845 h 2360402"/>
                    <a:gd name="connsiteX3055" fmla="*/ 169726 w 1440502"/>
                    <a:gd name="connsiteY3055" fmla="*/ 936709 h 2360402"/>
                    <a:gd name="connsiteX3056" fmla="*/ 167190 w 1440502"/>
                    <a:gd name="connsiteY3056" fmla="*/ 938896 h 2360402"/>
                    <a:gd name="connsiteX3057" fmla="*/ 165975 w 1440502"/>
                    <a:gd name="connsiteY3057" fmla="*/ 938144 h 2360402"/>
                    <a:gd name="connsiteX3058" fmla="*/ 162792 w 1440502"/>
                    <a:gd name="connsiteY3058" fmla="*/ 936026 h 2360402"/>
                    <a:gd name="connsiteX3059" fmla="*/ 163440 w 1440502"/>
                    <a:gd name="connsiteY3059" fmla="*/ 934752 h 2360402"/>
                    <a:gd name="connsiteX3060" fmla="*/ 163787 w 1440502"/>
                    <a:gd name="connsiteY3060" fmla="*/ 934069 h 2360402"/>
                    <a:gd name="connsiteX3061" fmla="*/ 162491 w 1440502"/>
                    <a:gd name="connsiteY3061" fmla="*/ 932634 h 2360402"/>
                    <a:gd name="connsiteX3062" fmla="*/ 162039 w 1440502"/>
                    <a:gd name="connsiteY3062" fmla="*/ 931407 h 2360402"/>
                    <a:gd name="connsiteX3063" fmla="*/ 162595 w 1440502"/>
                    <a:gd name="connsiteY3063" fmla="*/ 930052 h 2360402"/>
                    <a:gd name="connsiteX3064" fmla="*/ 161622 w 1440502"/>
                    <a:gd name="connsiteY3064" fmla="*/ 930307 h 2360402"/>
                    <a:gd name="connsiteX3065" fmla="*/ 161518 w 1440502"/>
                    <a:gd name="connsiteY3065" fmla="*/ 930029 h 2360402"/>
                    <a:gd name="connsiteX3066" fmla="*/ 162502 w 1440502"/>
                    <a:gd name="connsiteY3066" fmla="*/ 928536 h 2360402"/>
                    <a:gd name="connsiteX3067" fmla="*/ 160835 w 1440502"/>
                    <a:gd name="connsiteY3067" fmla="*/ 927668 h 2360402"/>
                    <a:gd name="connsiteX3068" fmla="*/ 160951 w 1440502"/>
                    <a:gd name="connsiteY3068" fmla="*/ 924751 h 2360402"/>
                    <a:gd name="connsiteX3069" fmla="*/ 154492 w 1440502"/>
                    <a:gd name="connsiteY3069" fmla="*/ 928594 h 2360402"/>
                    <a:gd name="connsiteX3070" fmla="*/ 154550 w 1440502"/>
                    <a:gd name="connsiteY3070" fmla="*/ 928293 h 2360402"/>
                    <a:gd name="connsiteX3071" fmla="*/ 155221 w 1440502"/>
                    <a:gd name="connsiteY3071" fmla="*/ 926012 h 2360402"/>
                    <a:gd name="connsiteX3072" fmla="*/ 152929 w 1440502"/>
                    <a:gd name="connsiteY3072" fmla="*/ 925966 h 2360402"/>
                    <a:gd name="connsiteX3073" fmla="*/ 153322 w 1440502"/>
                    <a:gd name="connsiteY3073" fmla="*/ 923836 h 2360402"/>
                    <a:gd name="connsiteX3074" fmla="*/ 151574 w 1440502"/>
                    <a:gd name="connsiteY3074" fmla="*/ 923454 h 2360402"/>
                    <a:gd name="connsiteX3075" fmla="*/ 150012 w 1440502"/>
                    <a:gd name="connsiteY3075" fmla="*/ 915999 h 2360402"/>
                    <a:gd name="connsiteX3076" fmla="*/ 152883 w 1440502"/>
                    <a:gd name="connsiteY3076" fmla="*/ 916115 h 2360402"/>
                    <a:gd name="connsiteX3077" fmla="*/ 153612 w 1440502"/>
                    <a:gd name="connsiteY3077" fmla="*/ 911774 h 2360402"/>
                    <a:gd name="connsiteX3078" fmla="*/ 158590 w 1440502"/>
                    <a:gd name="connsiteY3078" fmla="*/ 906218 h 2360402"/>
                    <a:gd name="connsiteX3079" fmla="*/ 160557 w 1440502"/>
                    <a:gd name="connsiteY3079" fmla="*/ 906646 h 2360402"/>
                    <a:gd name="connsiteX3080" fmla="*/ 161333 w 1440502"/>
                    <a:gd name="connsiteY3080" fmla="*/ 903845 h 2360402"/>
                    <a:gd name="connsiteX3081" fmla="*/ 167387 w 1440502"/>
                    <a:gd name="connsiteY3081" fmla="*/ 901807 h 2360402"/>
                    <a:gd name="connsiteX3082" fmla="*/ 174263 w 1440502"/>
                    <a:gd name="connsiteY3082" fmla="*/ 896054 h 2360402"/>
                    <a:gd name="connsiteX3083" fmla="*/ 172747 w 1440502"/>
                    <a:gd name="connsiteY3083" fmla="*/ 895209 h 2360402"/>
                    <a:gd name="connsiteX3084" fmla="*/ 173789 w 1440502"/>
                    <a:gd name="connsiteY3084" fmla="*/ 892292 h 2360402"/>
                    <a:gd name="connsiteX3085" fmla="*/ 173823 w 1440502"/>
                    <a:gd name="connsiteY3085" fmla="*/ 892222 h 2360402"/>
                    <a:gd name="connsiteX3086" fmla="*/ 173985 w 1440502"/>
                    <a:gd name="connsiteY3086" fmla="*/ 891725 h 2360402"/>
                    <a:gd name="connsiteX3087" fmla="*/ 175953 w 1440502"/>
                    <a:gd name="connsiteY3087" fmla="*/ 886203 h 2360402"/>
                    <a:gd name="connsiteX3088" fmla="*/ 177018 w 1440502"/>
                    <a:gd name="connsiteY3088" fmla="*/ 886087 h 2360402"/>
                    <a:gd name="connsiteX3089" fmla="*/ 187136 w 1440502"/>
                    <a:gd name="connsiteY3089" fmla="*/ 886064 h 2360402"/>
                    <a:gd name="connsiteX3090" fmla="*/ 188791 w 1440502"/>
                    <a:gd name="connsiteY3090" fmla="*/ 886516 h 2360402"/>
                    <a:gd name="connsiteX3091" fmla="*/ 200564 w 1440502"/>
                    <a:gd name="connsiteY3091" fmla="*/ 881932 h 2360402"/>
                    <a:gd name="connsiteX3092" fmla="*/ 203573 w 1440502"/>
                    <a:gd name="connsiteY3092" fmla="*/ 884490 h 2360402"/>
                    <a:gd name="connsiteX3093" fmla="*/ 204106 w 1440502"/>
                    <a:gd name="connsiteY3093" fmla="*/ 884941 h 2360402"/>
                    <a:gd name="connsiteX3094" fmla="*/ 217557 w 1440502"/>
                    <a:gd name="connsiteY3094" fmla="*/ 887824 h 2360402"/>
                    <a:gd name="connsiteX3095" fmla="*/ 217661 w 1440502"/>
                    <a:gd name="connsiteY3095" fmla="*/ 887986 h 2360402"/>
                    <a:gd name="connsiteX3096" fmla="*/ 224746 w 1440502"/>
                    <a:gd name="connsiteY3096" fmla="*/ 901911 h 2360402"/>
                    <a:gd name="connsiteX3097" fmla="*/ 225023 w 1440502"/>
                    <a:gd name="connsiteY3097" fmla="*/ 901761 h 2360402"/>
                    <a:gd name="connsiteX3098" fmla="*/ 225788 w 1440502"/>
                    <a:gd name="connsiteY3098" fmla="*/ 902073 h 2360402"/>
                    <a:gd name="connsiteX3099" fmla="*/ 226146 w 1440502"/>
                    <a:gd name="connsiteY3099" fmla="*/ 901136 h 2360402"/>
                    <a:gd name="connsiteX3100" fmla="*/ 227304 w 1440502"/>
                    <a:gd name="connsiteY3100" fmla="*/ 900499 h 2360402"/>
                    <a:gd name="connsiteX3101" fmla="*/ 230059 w 1440502"/>
                    <a:gd name="connsiteY3101" fmla="*/ 904759 h 2360402"/>
                    <a:gd name="connsiteX3102" fmla="*/ 235280 w 1440502"/>
                    <a:gd name="connsiteY3102" fmla="*/ 907456 h 2360402"/>
                    <a:gd name="connsiteX3103" fmla="*/ 235326 w 1440502"/>
                    <a:gd name="connsiteY3103" fmla="*/ 907410 h 2360402"/>
                    <a:gd name="connsiteX3104" fmla="*/ 238035 w 1440502"/>
                    <a:gd name="connsiteY3104" fmla="*/ 908776 h 2360402"/>
                    <a:gd name="connsiteX3105" fmla="*/ 239227 w 1440502"/>
                    <a:gd name="connsiteY3105" fmla="*/ 911149 h 2360402"/>
                    <a:gd name="connsiteX3106" fmla="*/ 243198 w 1440502"/>
                    <a:gd name="connsiteY3106" fmla="*/ 901935 h 2360402"/>
                    <a:gd name="connsiteX3107" fmla="*/ 246126 w 1440502"/>
                    <a:gd name="connsiteY3107" fmla="*/ 902027 h 2360402"/>
                    <a:gd name="connsiteX3108" fmla="*/ 247458 w 1440502"/>
                    <a:gd name="connsiteY3108" fmla="*/ 902224 h 2360402"/>
                    <a:gd name="connsiteX3109" fmla="*/ 247921 w 1440502"/>
                    <a:gd name="connsiteY3109" fmla="*/ 902085 h 2360402"/>
                    <a:gd name="connsiteX3110" fmla="*/ 248719 w 1440502"/>
                    <a:gd name="connsiteY3110" fmla="*/ 902120 h 2360402"/>
                    <a:gd name="connsiteX3111" fmla="*/ 262275 w 1440502"/>
                    <a:gd name="connsiteY3111" fmla="*/ 898114 h 2360402"/>
                    <a:gd name="connsiteX3112" fmla="*/ 268398 w 1440502"/>
                    <a:gd name="connsiteY3112" fmla="*/ 898381 h 2360402"/>
                    <a:gd name="connsiteX3113" fmla="*/ 271246 w 1440502"/>
                    <a:gd name="connsiteY3113" fmla="*/ 897026 h 2360402"/>
                    <a:gd name="connsiteX3114" fmla="*/ 272137 w 1440502"/>
                    <a:gd name="connsiteY3114" fmla="*/ 896598 h 2360402"/>
                    <a:gd name="connsiteX3115" fmla="*/ 275008 w 1440502"/>
                    <a:gd name="connsiteY3115" fmla="*/ 896772 h 2360402"/>
                    <a:gd name="connsiteX3116" fmla="*/ 282313 w 1440502"/>
                    <a:gd name="connsiteY3116" fmla="*/ 899643 h 2360402"/>
                    <a:gd name="connsiteX3117" fmla="*/ 283389 w 1440502"/>
                    <a:gd name="connsiteY3117" fmla="*/ 898497 h 2360402"/>
                    <a:gd name="connsiteX3118" fmla="*/ 282174 w 1440502"/>
                    <a:gd name="connsiteY3118" fmla="*/ 897061 h 2360402"/>
                    <a:gd name="connsiteX3119" fmla="*/ 280275 w 1440502"/>
                    <a:gd name="connsiteY3119" fmla="*/ 896783 h 2360402"/>
                    <a:gd name="connsiteX3120" fmla="*/ 273839 w 1440502"/>
                    <a:gd name="connsiteY3120" fmla="*/ 894317 h 2360402"/>
                    <a:gd name="connsiteX3121" fmla="*/ 271535 w 1440502"/>
                    <a:gd name="connsiteY3121" fmla="*/ 892801 h 2360402"/>
                    <a:gd name="connsiteX3122" fmla="*/ 270551 w 1440502"/>
                    <a:gd name="connsiteY3122" fmla="*/ 893056 h 2360402"/>
                    <a:gd name="connsiteX3123" fmla="*/ 270274 w 1440502"/>
                    <a:gd name="connsiteY3123" fmla="*/ 892952 h 2360402"/>
                    <a:gd name="connsiteX3124" fmla="*/ 269730 w 1440502"/>
                    <a:gd name="connsiteY3124" fmla="*/ 893264 h 2360402"/>
                    <a:gd name="connsiteX3125" fmla="*/ 260920 w 1440502"/>
                    <a:gd name="connsiteY3125" fmla="*/ 895556 h 2360402"/>
                    <a:gd name="connsiteX3126" fmla="*/ 260666 w 1440502"/>
                    <a:gd name="connsiteY3126" fmla="*/ 896945 h 2360402"/>
                    <a:gd name="connsiteX3127" fmla="*/ 252956 w 1440502"/>
                    <a:gd name="connsiteY3127" fmla="*/ 897987 h 2360402"/>
                    <a:gd name="connsiteX3128" fmla="*/ 250699 w 1440502"/>
                    <a:gd name="connsiteY3128" fmla="*/ 900233 h 2360402"/>
                    <a:gd name="connsiteX3129" fmla="*/ 249507 w 1440502"/>
                    <a:gd name="connsiteY3129" fmla="*/ 897559 h 2360402"/>
                    <a:gd name="connsiteX3130" fmla="*/ 238903 w 1440502"/>
                    <a:gd name="connsiteY3130" fmla="*/ 898959 h 2360402"/>
                    <a:gd name="connsiteX3131" fmla="*/ 238695 w 1440502"/>
                    <a:gd name="connsiteY3131" fmla="*/ 898983 h 2360402"/>
                    <a:gd name="connsiteX3132" fmla="*/ 229862 w 1440502"/>
                    <a:gd name="connsiteY3132" fmla="*/ 892477 h 2360402"/>
                    <a:gd name="connsiteX3133" fmla="*/ 230788 w 1440502"/>
                    <a:gd name="connsiteY3133" fmla="*/ 890185 h 2360402"/>
                    <a:gd name="connsiteX3134" fmla="*/ 229909 w 1440502"/>
                    <a:gd name="connsiteY3134" fmla="*/ 888090 h 2360402"/>
                    <a:gd name="connsiteX3135" fmla="*/ 229214 w 1440502"/>
                    <a:gd name="connsiteY3135" fmla="*/ 886052 h 2360402"/>
                    <a:gd name="connsiteX3136" fmla="*/ 230395 w 1440502"/>
                    <a:gd name="connsiteY3136" fmla="*/ 884617 h 2360402"/>
                    <a:gd name="connsiteX3137" fmla="*/ 228635 w 1440502"/>
                    <a:gd name="connsiteY3137" fmla="*/ 884351 h 2360402"/>
                    <a:gd name="connsiteX3138" fmla="*/ 227813 w 1440502"/>
                    <a:gd name="connsiteY3138" fmla="*/ 881943 h 2360402"/>
                    <a:gd name="connsiteX3139" fmla="*/ 227732 w 1440502"/>
                    <a:gd name="connsiteY3139" fmla="*/ 879917 h 2360402"/>
                    <a:gd name="connsiteX3140" fmla="*/ 222650 w 1440502"/>
                    <a:gd name="connsiteY3140" fmla="*/ 880091 h 2360402"/>
                    <a:gd name="connsiteX3141" fmla="*/ 220833 w 1440502"/>
                    <a:gd name="connsiteY3141" fmla="*/ 876282 h 2360402"/>
                    <a:gd name="connsiteX3142" fmla="*/ 220752 w 1440502"/>
                    <a:gd name="connsiteY3142" fmla="*/ 876248 h 2360402"/>
                    <a:gd name="connsiteX3143" fmla="*/ 220671 w 1440502"/>
                    <a:gd name="connsiteY3143" fmla="*/ 876074 h 2360402"/>
                    <a:gd name="connsiteX3144" fmla="*/ 212255 w 1440502"/>
                    <a:gd name="connsiteY3144" fmla="*/ 871930 h 2360402"/>
                    <a:gd name="connsiteX3145" fmla="*/ 203573 w 1440502"/>
                    <a:gd name="connsiteY3145" fmla="*/ 872520 h 2360402"/>
                    <a:gd name="connsiteX3146" fmla="*/ 196362 w 1440502"/>
                    <a:gd name="connsiteY3146" fmla="*/ 873018 h 2360402"/>
                    <a:gd name="connsiteX3147" fmla="*/ 190585 w 1440502"/>
                    <a:gd name="connsiteY3147" fmla="*/ 869453 h 2360402"/>
                    <a:gd name="connsiteX3148" fmla="*/ 189925 w 1440502"/>
                    <a:gd name="connsiteY3148" fmla="*/ 865887 h 2360402"/>
                    <a:gd name="connsiteX3149" fmla="*/ 187437 w 1440502"/>
                    <a:gd name="connsiteY3149" fmla="*/ 863769 h 2360402"/>
                    <a:gd name="connsiteX3150" fmla="*/ 188120 w 1440502"/>
                    <a:gd name="connsiteY3150" fmla="*/ 858074 h 2360402"/>
                    <a:gd name="connsiteX3151" fmla="*/ 188351 w 1440502"/>
                    <a:gd name="connsiteY3151" fmla="*/ 857749 h 2360402"/>
                    <a:gd name="connsiteX3152" fmla="*/ 188154 w 1440502"/>
                    <a:gd name="connsiteY3152" fmla="*/ 857761 h 2360402"/>
                    <a:gd name="connsiteX3153" fmla="*/ 188340 w 1440502"/>
                    <a:gd name="connsiteY3153" fmla="*/ 856221 h 2360402"/>
                    <a:gd name="connsiteX3154" fmla="*/ 186812 w 1440502"/>
                    <a:gd name="connsiteY3154" fmla="*/ 856789 h 2360402"/>
                    <a:gd name="connsiteX3155" fmla="*/ 188235 w 1440502"/>
                    <a:gd name="connsiteY3155" fmla="*/ 854682 h 2360402"/>
                    <a:gd name="connsiteX3156" fmla="*/ 190354 w 1440502"/>
                    <a:gd name="connsiteY3156" fmla="*/ 852656 h 2360402"/>
                    <a:gd name="connsiteX3157" fmla="*/ 191685 w 1440502"/>
                    <a:gd name="connsiteY3157" fmla="*/ 849554 h 2360402"/>
                    <a:gd name="connsiteX3158" fmla="*/ 192530 w 1440502"/>
                    <a:gd name="connsiteY3158" fmla="*/ 848315 h 2360402"/>
                    <a:gd name="connsiteX3159" fmla="*/ 203805 w 1440502"/>
                    <a:gd name="connsiteY3159" fmla="*/ 840976 h 2360402"/>
                    <a:gd name="connsiteX3160" fmla="*/ 203979 w 1440502"/>
                    <a:gd name="connsiteY3160" fmla="*/ 840212 h 2360402"/>
                    <a:gd name="connsiteX3161" fmla="*/ 205530 w 1440502"/>
                    <a:gd name="connsiteY3161" fmla="*/ 839135 h 2360402"/>
                    <a:gd name="connsiteX3162" fmla="*/ 207382 w 1440502"/>
                    <a:gd name="connsiteY3162" fmla="*/ 839529 h 2360402"/>
                    <a:gd name="connsiteX3163" fmla="*/ 205750 w 1440502"/>
                    <a:gd name="connsiteY3163" fmla="*/ 838325 h 2360402"/>
                    <a:gd name="connsiteX3164" fmla="*/ 206490 w 1440502"/>
                    <a:gd name="connsiteY3164" fmla="*/ 835547 h 2360402"/>
                    <a:gd name="connsiteX3165" fmla="*/ 210311 w 1440502"/>
                    <a:gd name="connsiteY3165" fmla="*/ 832491 h 2360402"/>
                    <a:gd name="connsiteX3166" fmla="*/ 210530 w 1440502"/>
                    <a:gd name="connsiteY3166" fmla="*/ 829041 h 2360402"/>
                    <a:gd name="connsiteX3167" fmla="*/ 210600 w 1440502"/>
                    <a:gd name="connsiteY3167" fmla="*/ 828046 h 2360402"/>
                    <a:gd name="connsiteX3168" fmla="*/ 209767 w 1440502"/>
                    <a:gd name="connsiteY3168" fmla="*/ 829041 h 2360402"/>
                    <a:gd name="connsiteX3169" fmla="*/ 209257 w 1440502"/>
                    <a:gd name="connsiteY3169" fmla="*/ 829655 h 2360402"/>
                    <a:gd name="connsiteX3170" fmla="*/ 209072 w 1440502"/>
                    <a:gd name="connsiteY3170" fmla="*/ 829041 h 2360402"/>
                    <a:gd name="connsiteX3171" fmla="*/ 208076 w 1440502"/>
                    <a:gd name="connsiteY3171" fmla="*/ 825893 h 2360402"/>
                    <a:gd name="connsiteX3172" fmla="*/ 203573 w 1440502"/>
                    <a:gd name="connsiteY3172" fmla="*/ 824342 h 2360402"/>
                    <a:gd name="connsiteX3173" fmla="*/ 200703 w 1440502"/>
                    <a:gd name="connsiteY3173" fmla="*/ 823346 h 2360402"/>
                    <a:gd name="connsiteX3174" fmla="*/ 201212 w 1440502"/>
                    <a:gd name="connsiteY3174" fmla="*/ 819966 h 2360402"/>
                    <a:gd name="connsiteX3175" fmla="*/ 201779 w 1440502"/>
                    <a:gd name="connsiteY3175" fmla="*/ 816898 h 2360402"/>
                    <a:gd name="connsiteX3176" fmla="*/ 203573 w 1440502"/>
                    <a:gd name="connsiteY3176" fmla="*/ 814768 h 2360402"/>
                    <a:gd name="connsiteX3177" fmla="*/ 207579 w 1440502"/>
                    <a:gd name="connsiteY3177" fmla="*/ 809976 h 2360402"/>
                    <a:gd name="connsiteX3178" fmla="*/ 216307 w 1440502"/>
                    <a:gd name="connsiteY3178" fmla="*/ 808621 h 2360402"/>
                    <a:gd name="connsiteX3179" fmla="*/ 219733 w 1440502"/>
                    <a:gd name="connsiteY3179" fmla="*/ 805623 h 2360402"/>
                    <a:gd name="connsiteX3180" fmla="*/ 221458 w 1440502"/>
                    <a:gd name="connsiteY3180" fmla="*/ 806457 h 2360402"/>
                    <a:gd name="connsiteX3181" fmla="*/ 221979 w 1440502"/>
                    <a:gd name="connsiteY3181" fmla="*/ 806897 h 2360402"/>
                    <a:gd name="connsiteX3182" fmla="*/ 222315 w 1440502"/>
                    <a:gd name="connsiteY3182" fmla="*/ 806862 h 2360402"/>
                    <a:gd name="connsiteX3183" fmla="*/ 224236 w 1440502"/>
                    <a:gd name="connsiteY3183" fmla="*/ 807776 h 2360402"/>
                    <a:gd name="connsiteX3184" fmla="*/ 237896 w 1440502"/>
                    <a:gd name="connsiteY3184" fmla="*/ 800449 h 2360402"/>
                    <a:gd name="connsiteX3185" fmla="*/ 240315 w 1440502"/>
                    <a:gd name="connsiteY3185" fmla="*/ 801375 h 2360402"/>
                    <a:gd name="connsiteX3186" fmla="*/ 241890 w 1440502"/>
                    <a:gd name="connsiteY3186" fmla="*/ 799476 h 2360402"/>
                    <a:gd name="connsiteX3187" fmla="*/ 242410 w 1440502"/>
                    <a:gd name="connsiteY3187" fmla="*/ 801109 h 2360402"/>
                    <a:gd name="connsiteX3188" fmla="*/ 243996 w 1440502"/>
                    <a:gd name="connsiteY3188" fmla="*/ 800680 h 2360402"/>
                    <a:gd name="connsiteX3189" fmla="*/ 248384 w 1440502"/>
                    <a:gd name="connsiteY3189" fmla="*/ 810242 h 2360402"/>
                    <a:gd name="connsiteX3190" fmla="*/ 256290 w 1440502"/>
                    <a:gd name="connsiteY3190" fmla="*/ 820973 h 2360402"/>
                    <a:gd name="connsiteX3191" fmla="*/ 266511 w 1440502"/>
                    <a:gd name="connsiteY3191" fmla="*/ 829041 h 2360402"/>
                    <a:gd name="connsiteX3192" fmla="*/ 267310 w 1440502"/>
                    <a:gd name="connsiteY3192" fmla="*/ 829678 h 2360402"/>
                    <a:gd name="connsiteX3193" fmla="*/ 268641 w 1440502"/>
                    <a:gd name="connsiteY3193" fmla="*/ 831808 h 2360402"/>
                    <a:gd name="connsiteX3194" fmla="*/ 269324 w 1440502"/>
                    <a:gd name="connsiteY3194" fmla="*/ 833301 h 2360402"/>
                    <a:gd name="connsiteX3195" fmla="*/ 269544 w 1440502"/>
                    <a:gd name="connsiteY3195" fmla="*/ 833255 h 2360402"/>
                    <a:gd name="connsiteX3196" fmla="*/ 271153 w 1440502"/>
                    <a:gd name="connsiteY3196" fmla="*/ 835836 h 2360402"/>
                    <a:gd name="connsiteX3197" fmla="*/ 275876 w 1440502"/>
                    <a:gd name="connsiteY3197" fmla="*/ 832364 h 2360402"/>
                    <a:gd name="connsiteX3198" fmla="*/ 277034 w 1440502"/>
                    <a:gd name="connsiteY3198" fmla="*/ 829041 h 2360402"/>
                    <a:gd name="connsiteX3199" fmla="*/ 277231 w 1440502"/>
                    <a:gd name="connsiteY3199" fmla="*/ 828509 h 2360402"/>
                    <a:gd name="connsiteX3200" fmla="*/ 279604 w 1440502"/>
                    <a:gd name="connsiteY3200" fmla="*/ 828254 h 2360402"/>
                    <a:gd name="connsiteX3201" fmla="*/ 279743 w 1440502"/>
                    <a:gd name="connsiteY3201" fmla="*/ 827930 h 2360402"/>
                    <a:gd name="connsiteX3202" fmla="*/ 281201 w 1440502"/>
                    <a:gd name="connsiteY3202" fmla="*/ 825904 h 2360402"/>
                    <a:gd name="connsiteX3203" fmla="*/ 280831 w 1440502"/>
                    <a:gd name="connsiteY3203" fmla="*/ 825175 h 2360402"/>
                    <a:gd name="connsiteX3204" fmla="*/ 281028 w 1440502"/>
                    <a:gd name="connsiteY3204" fmla="*/ 824689 h 2360402"/>
                    <a:gd name="connsiteX3205" fmla="*/ 281664 w 1440502"/>
                    <a:gd name="connsiteY3205" fmla="*/ 826830 h 2360402"/>
                    <a:gd name="connsiteX3206" fmla="*/ 284639 w 1440502"/>
                    <a:gd name="connsiteY3206" fmla="*/ 824561 h 2360402"/>
                    <a:gd name="connsiteX3207" fmla="*/ 282822 w 1440502"/>
                    <a:gd name="connsiteY3207" fmla="*/ 823913 h 2360402"/>
                    <a:gd name="connsiteX3208" fmla="*/ 284037 w 1440502"/>
                    <a:gd name="connsiteY3208" fmla="*/ 823485 h 2360402"/>
                    <a:gd name="connsiteX3209" fmla="*/ 282683 w 1440502"/>
                    <a:gd name="connsiteY3209" fmla="*/ 823635 h 2360402"/>
                    <a:gd name="connsiteX3210" fmla="*/ 283215 w 1440502"/>
                    <a:gd name="connsiteY3210" fmla="*/ 822050 h 2360402"/>
                    <a:gd name="connsiteX3211" fmla="*/ 277289 w 1440502"/>
                    <a:gd name="connsiteY3211" fmla="*/ 825626 h 2360402"/>
                    <a:gd name="connsiteX3212" fmla="*/ 276802 w 1440502"/>
                    <a:gd name="connsiteY3212" fmla="*/ 824098 h 2360402"/>
                    <a:gd name="connsiteX3213" fmla="*/ 266083 w 1440502"/>
                    <a:gd name="connsiteY3213" fmla="*/ 820811 h 2360402"/>
                    <a:gd name="connsiteX3214" fmla="*/ 260133 w 1440502"/>
                    <a:gd name="connsiteY3214" fmla="*/ 813981 h 2360402"/>
                    <a:gd name="connsiteX3215" fmla="*/ 258466 w 1440502"/>
                    <a:gd name="connsiteY3215" fmla="*/ 810844 h 2360402"/>
                    <a:gd name="connsiteX3216" fmla="*/ 255028 w 1440502"/>
                    <a:gd name="connsiteY3216" fmla="*/ 808135 h 2360402"/>
                    <a:gd name="connsiteX3217" fmla="*/ 246312 w 1440502"/>
                    <a:gd name="connsiteY3217" fmla="*/ 798145 h 2360402"/>
                    <a:gd name="connsiteX3218" fmla="*/ 246613 w 1440502"/>
                    <a:gd name="connsiteY3218" fmla="*/ 796536 h 2360402"/>
                    <a:gd name="connsiteX3219" fmla="*/ 247735 w 1440502"/>
                    <a:gd name="connsiteY3219" fmla="*/ 793133 h 2360402"/>
                    <a:gd name="connsiteX3220" fmla="*/ 252898 w 1440502"/>
                    <a:gd name="connsiteY3220" fmla="*/ 789927 h 2360402"/>
                    <a:gd name="connsiteX3221" fmla="*/ 256649 w 1440502"/>
                    <a:gd name="connsiteY3221" fmla="*/ 785053 h 2360402"/>
                    <a:gd name="connsiteX3222" fmla="*/ 257216 w 1440502"/>
                    <a:gd name="connsiteY3222" fmla="*/ 779647 h 2360402"/>
                    <a:gd name="connsiteX3223" fmla="*/ 260515 w 1440502"/>
                    <a:gd name="connsiteY3223" fmla="*/ 778663 h 2360402"/>
                    <a:gd name="connsiteX3224" fmla="*/ 275020 w 1440502"/>
                    <a:gd name="connsiteY3224" fmla="*/ 775468 h 2360402"/>
                    <a:gd name="connsiteX3225" fmla="*/ 281699 w 1440502"/>
                    <a:gd name="connsiteY3225" fmla="*/ 778663 h 2360402"/>
                    <a:gd name="connsiteX3226" fmla="*/ 275460 w 1440502"/>
                    <a:gd name="connsiteY3226" fmla="*/ 775271 h 2360402"/>
                    <a:gd name="connsiteX3227" fmla="*/ 274557 w 1440502"/>
                    <a:gd name="connsiteY3227" fmla="*/ 775260 h 2360402"/>
                    <a:gd name="connsiteX3228" fmla="*/ 276432 w 1440502"/>
                    <a:gd name="connsiteY3228" fmla="*/ 774079 h 2360402"/>
                    <a:gd name="connsiteX3229" fmla="*/ 272994 w 1440502"/>
                    <a:gd name="connsiteY3229" fmla="*/ 774681 h 2360402"/>
                    <a:gd name="connsiteX3230" fmla="*/ 273631 w 1440502"/>
                    <a:gd name="connsiteY3230" fmla="*/ 773269 h 2360402"/>
                    <a:gd name="connsiteX3231" fmla="*/ 271477 w 1440502"/>
                    <a:gd name="connsiteY3231" fmla="*/ 772644 h 2360402"/>
                    <a:gd name="connsiteX3232" fmla="*/ 267831 w 1440502"/>
                    <a:gd name="connsiteY3232" fmla="*/ 775132 h 2360402"/>
                    <a:gd name="connsiteX3233" fmla="*/ 264011 w 1440502"/>
                    <a:gd name="connsiteY3233" fmla="*/ 774345 h 2360402"/>
                    <a:gd name="connsiteX3234" fmla="*/ 262796 w 1440502"/>
                    <a:gd name="connsiteY3234" fmla="*/ 776070 h 2360402"/>
                    <a:gd name="connsiteX3235" fmla="*/ 259948 w 1440502"/>
                    <a:gd name="connsiteY3235" fmla="*/ 776105 h 2360402"/>
                    <a:gd name="connsiteX3236" fmla="*/ 259462 w 1440502"/>
                    <a:gd name="connsiteY3236" fmla="*/ 776487 h 2360402"/>
                    <a:gd name="connsiteX3237" fmla="*/ 258721 w 1440502"/>
                    <a:gd name="connsiteY3237" fmla="*/ 776510 h 2360402"/>
                    <a:gd name="connsiteX3238" fmla="*/ 255792 w 1440502"/>
                    <a:gd name="connsiteY3238" fmla="*/ 779415 h 2360402"/>
                    <a:gd name="connsiteX3239" fmla="*/ 255966 w 1440502"/>
                    <a:gd name="connsiteY3239" fmla="*/ 783409 h 2360402"/>
                    <a:gd name="connsiteX3240" fmla="*/ 252505 w 1440502"/>
                    <a:gd name="connsiteY3240" fmla="*/ 787368 h 2360402"/>
                    <a:gd name="connsiteX3241" fmla="*/ 246589 w 1440502"/>
                    <a:gd name="connsiteY3241" fmla="*/ 789047 h 2360402"/>
                    <a:gd name="connsiteX3242" fmla="*/ 248013 w 1440502"/>
                    <a:gd name="connsiteY3242" fmla="*/ 789834 h 2360402"/>
                    <a:gd name="connsiteX3243" fmla="*/ 245779 w 1440502"/>
                    <a:gd name="connsiteY3243" fmla="*/ 792450 h 2360402"/>
                    <a:gd name="connsiteX3244" fmla="*/ 245478 w 1440502"/>
                    <a:gd name="connsiteY3244" fmla="*/ 795356 h 2360402"/>
                    <a:gd name="connsiteX3245" fmla="*/ 245200 w 1440502"/>
                    <a:gd name="connsiteY3245" fmla="*/ 795842 h 2360402"/>
                    <a:gd name="connsiteX3246" fmla="*/ 244436 w 1440502"/>
                    <a:gd name="connsiteY3246" fmla="*/ 793955 h 2360402"/>
                    <a:gd name="connsiteX3247" fmla="*/ 241137 w 1440502"/>
                    <a:gd name="connsiteY3247" fmla="*/ 794314 h 2360402"/>
                    <a:gd name="connsiteX3248" fmla="*/ 240778 w 1440502"/>
                    <a:gd name="connsiteY3248" fmla="*/ 793017 h 2360402"/>
                    <a:gd name="connsiteX3249" fmla="*/ 235129 w 1440502"/>
                    <a:gd name="connsiteY3249" fmla="*/ 795425 h 2360402"/>
                    <a:gd name="connsiteX3250" fmla="*/ 234076 w 1440502"/>
                    <a:gd name="connsiteY3250" fmla="*/ 795703 h 2360402"/>
                    <a:gd name="connsiteX3251" fmla="*/ 233474 w 1440502"/>
                    <a:gd name="connsiteY3251" fmla="*/ 792276 h 2360402"/>
                    <a:gd name="connsiteX3252" fmla="*/ 233381 w 1440502"/>
                    <a:gd name="connsiteY3252" fmla="*/ 791778 h 2360402"/>
                    <a:gd name="connsiteX3253" fmla="*/ 229121 w 1440502"/>
                    <a:gd name="connsiteY3253" fmla="*/ 796907 h 2360402"/>
                    <a:gd name="connsiteX3254" fmla="*/ 226864 w 1440502"/>
                    <a:gd name="connsiteY3254" fmla="*/ 797520 h 2360402"/>
                    <a:gd name="connsiteX3255" fmla="*/ 226552 w 1440502"/>
                    <a:gd name="connsiteY3255" fmla="*/ 796502 h 2360402"/>
                    <a:gd name="connsiteX3256" fmla="*/ 222072 w 1440502"/>
                    <a:gd name="connsiteY3256" fmla="*/ 798736 h 2360402"/>
                    <a:gd name="connsiteX3257" fmla="*/ 219919 w 1440502"/>
                    <a:gd name="connsiteY3257" fmla="*/ 792670 h 2360402"/>
                    <a:gd name="connsiteX3258" fmla="*/ 214015 w 1440502"/>
                    <a:gd name="connsiteY3258" fmla="*/ 796224 h 2360402"/>
                    <a:gd name="connsiteX3259" fmla="*/ 212417 w 1440502"/>
                    <a:gd name="connsiteY3259" fmla="*/ 791987 h 2360402"/>
                    <a:gd name="connsiteX3260" fmla="*/ 204939 w 1440502"/>
                    <a:gd name="connsiteY3260" fmla="*/ 788190 h 2360402"/>
                    <a:gd name="connsiteX3261" fmla="*/ 203573 w 1440502"/>
                    <a:gd name="connsiteY3261" fmla="*/ 788781 h 2360402"/>
                    <a:gd name="connsiteX3262" fmla="*/ 196697 w 1440502"/>
                    <a:gd name="connsiteY3262" fmla="*/ 791767 h 2360402"/>
                    <a:gd name="connsiteX3263" fmla="*/ 190747 w 1440502"/>
                    <a:gd name="connsiteY3263" fmla="*/ 790077 h 2360402"/>
                    <a:gd name="connsiteX3264" fmla="*/ 180896 w 1440502"/>
                    <a:gd name="connsiteY3264" fmla="*/ 791362 h 2360402"/>
                    <a:gd name="connsiteX3265" fmla="*/ 177493 w 1440502"/>
                    <a:gd name="connsiteY3265" fmla="*/ 788966 h 2360402"/>
                    <a:gd name="connsiteX3266" fmla="*/ 179507 w 1440502"/>
                    <a:gd name="connsiteY3266" fmla="*/ 787796 h 2360402"/>
                    <a:gd name="connsiteX3267" fmla="*/ 182482 w 1440502"/>
                    <a:gd name="connsiteY3267" fmla="*/ 789093 h 2360402"/>
                    <a:gd name="connsiteX3268" fmla="*/ 179299 w 1440502"/>
                    <a:gd name="connsiteY3268" fmla="*/ 781198 h 2360402"/>
                    <a:gd name="connsiteX3269" fmla="*/ 183628 w 1440502"/>
                    <a:gd name="connsiteY3269" fmla="*/ 777633 h 2360402"/>
                    <a:gd name="connsiteX3270" fmla="*/ 181811 w 1440502"/>
                    <a:gd name="connsiteY3270" fmla="*/ 777077 h 2360402"/>
                    <a:gd name="connsiteX3271" fmla="*/ 181822 w 1440502"/>
                    <a:gd name="connsiteY3271" fmla="*/ 776915 h 2360402"/>
                    <a:gd name="connsiteX3272" fmla="*/ 180456 w 1440502"/>
                    <a:gd name="connsiteY3272" fmla="*/ 776660 h 2360402"/>
                    <a:gd name="connsiteX3273" fmla="*/ 180190 w 1440502"/>
                    <a:gd name="connsiteY3273" fmla="*/ 776579 h 2360402"/>
                    <a:gd name="connsiteX3274" fmla="*/ 183015 w 1440502"/>
                    <a:gd name="connsiteY3274" fmla="*/ 772042 h 2360402"/>
                    <a:gd name="connsiteX3275" fmla="*/ 184022 w 1440502"/>
                    <a:gd name="connsiteY3275" fmla="*/ 770502 h 2360402"/>
                    <a:gd name="connsiteX3276" fmla="*/ 188779 w 1440502"/>
                    <a:gd name="connsiteY3276" fmla="*/ 769159 h 2360402"/>
                    <a:gd name="connsiteX3277" fmla="*/ 190261 w 1440502"/>
                    <a:gd name="connsiteY3277" fmla="*/ 764749 h 2360402"/>
                    <a:gd name="connsiteX3278" fmla="*/ 190527 w 1440502"/>
                    <a:gd name="connsiteY3278" fmla="*/ 764147 h 2360402"/>
                    <a:gd name="connsiteX3279" fmla="*/ 193283 w 1440502"/>
                    <a:gd name="connsiteY3279" fmla="*/ 766543 h 2360402"/>
                    <a:gd name="connsiteX3280" fmla="*/ 198885 w 1440502"/>
                    <a:gd name="connsiteY3280" fmla="*/ 764182 h 2360402"/>
                    <a:gd name="connsiteX3281" fmla="*/ 195621 w 1440502"/>
                    <a:gd name="connsiteY3281" fmla="*/ 763429 h 2360402"/>
                    <a:gd name="connsiteX3282" fmla="*/ 195297 w 1440502"/>
                    <a:gd name="connsiteY3282" fmla="*/ 761056 h 2360402"/>
                    <a:gd name="connsiteX3283" fmla="*/ 195378 w 1440502"/>
                    <a:gd name="connsiteY3283" fmla="*/ 760339 h 2360402"/>
                    <a:gd name="connsiteX3284" fmla="*/ 197022 w 1440502"/>
                    <a:gd name="connsiteY3284" fmla="*/ 759505 h 2360402"/>
                    <a:gd name="connsiteX3285" fmla="*/ 196142 w 1440502"/>
                    <a:gd name="connsiteY3285" fmla="*/ 757549 h 2360402"/>
                    <a:gd name="connsiteX3286" fmla="*/ 194822 w 1440502"/>
                    <a:gd name="connsiteY3286" fmla="*/ 758637 h 2360402"/>
                    <a:gd name="connsiteX3287" fmla="*/ 194590 w 1440502"/>
                    <a:gd name="connsiteY3287" fmla="*/ 755627 h 2360402"/>
                    <a:gd name="connsiteX3288" fmla="*/ 194695 w 1440502"/>
                    <a:gd name="connsiteY3288" fmla="*/ 755650 h 2360402"/>
                    <a:gd name="connsiteX3289" fmla="*/ 196246 w 1440502"/>
                    <a:gd name="connsiteY3289" fmla="*/ 757097 h 2360402"/>
                    <a:gd name="connsiteX3290" fmla="*/ 202184 w 1440502"/>
                    <a:gd name="connsiteY3290" fmla="*/ 756889 h 2360402"/>
                    <a:gd name="connsiteX3291" fmla="*/ 203573 w 1440502"/>
                    <a:gd name="connsiteY3291" fmla="*/ 755893 h 2360402"/>
                    <a:gd name="connsiteX3292" fmla="*/ 203793 w 1440502"/>
                    <a:gd name="connsiteY3292" fmla="*/ 755720 h 2360402"/>
                    <a:gd name="connsiteX3293" fmla="*/ 203573 w 1440502"/>
                    <a:gd name="connsiteY3293" fmla="*/ 755037 h 2360402"/>
                    <a:gd name="connsiteX3294" fmla="*/ 203122 w 1440502"/>
                    <a:gd name="connsiteY3294" fmla="*/ 753694 h 2360402"/>
                    <a:gd name="connsiteX3295" fmla="*/ 203145 w 1440502"/>
                    <a:gd name="connsiteY3295" fmla="*/ 753694 h 2360402"/>
                    <a:gd name="connsiteX3296" fmla="*/ 203573 w 1440502"/>
                    <a:gd name="connsiteY3296" fmla="*/ 753972 h 2360402"/>
                    <a:gd name="connsiteX3297" fmla="*/ 205206 w 1440502"/>
                    <a:gd name="connsiteY3297" fmla="*/ 755048 h 2360402"/>
                    <a:gd name="connsiteX3298" fmla="*/ 207984 w 1440502"/>
                    <a:gd name="connsiteY3298" fmla="*/ 753775 h 2360402"/>
                    <a:gd name="connsiteX3299" fmla="*/ 208019 w 1440502"/>
                    <a:gd name="connsiteY3299" fmla="*/ 753833 h 2360402"/>
                    <a:gd name="connsiteX3300" fmla="*/ 206352 w 1440502"/>
                    <a:gd name="connsiteY3300" fmla="*/ 755812 h 2360402"/>
                    <a:gd name="connsiteX3301" fmla="*/ 207266 w 1440502"/>
                    <a:gd name="connsiteY3301" fmla="*/ 757120 h 2360402"/>
                    <a:gd name="connsiteX3302" fmla="*/ 203573 w 1440502"/>
                    <a:gd name="connsiteY3302" fmla="*/ 759077 h 2360402"/>
                    <a:gd name="connsiteX3303" fmla="*/ 202068 w 1440502"/>
                    <a:gd name="connsiteY3303" fmla="*/ 759875 h 2360402"/>
                    <a:gd name="connsiteX3304" fmla="*/ 203573 w 1440502"/>
                    <a:gd name="connsiteY3304" fmla="*/ 760072 h 2360402"/>
                    <a:gd name="connsiteX3305" fmla="*/ 205634 w 1440502"/>
                    <a:gd name="connsiteY3305" fmla="*/ 760350 h 2360402"/>
                    <a:gd name="connsiteX3306" fmla="*/ 209894 w 1440502"/>
                    <a:gd name="connsiteY3306" fmla="*/ 759875 h 2360402"/>
                    <a:gd name="connsiteX3307" fmla="*/ 209940 w 1440502"/>
                    <a:gd name="connsiteY3307" fmla="*/ 758058 h 2360402"/>
                    <a:gd name="connsiteX3308" fmla="*/ 215821 w 1440502"/>
                    <a:gd name="connsiteY3308" fmla="*/ 759065 h 2360402"/>
                    <a:gd name="connsiteX3309" fmla="*/ 216967 w 1440502"/>
                    <a:gd name="connsiteY3309" fmla="*/ 758463 h 2360402"/>
                    <a:gd name="connsiteX3310" fmla="*/ 223461 w 1440502"/>
                    <a:gd name="connsiteY3310" fmla="*/ 755974 h 2360402"/>
                    <a:gd name="connsiteX3311" fmla="*/ 227489 w 1440502"/>
                    <a:gd name="connsiteY3311" fmla="*/ 756206 h 2360402"/>
                    <a:gd name="connsiteX3312" fmla="*/ 226077 w 1440502"/>
                    <a:gd name="connsiteY3312" fmla="*/ 755396 h 2360402"/>
                    <a:gd name="connsiteX3313" fmla="*/ 226355 w 1440502"/>
                    <a:gd name="connsiteY3313" fmla="*/ 753416 h 2360402"/>
                    <a:gd name="connsiteX3314" fmla="*/ 229295 w 1440502"/>
                    <a:gd name="connsiteY3314" fmla="*/ 750371 h 2360402"/>
                    <a:gd name="connsiteX3315" fmla="*/ 229503 w 1440502"/>
                    <a:gd name="connsiteY3315" fmla="*/ 750186 h 2360402"/>
                    <a:gd name="connsiteX3316" fmla="*/ 243256 w 1440502"/>
                    <a:gd name="connsiteY3316" fmla="*/ 751321 h 2360402"/>
                    <a:gd name="connsiteX3317" fmla="*/ 249611 w 1440502"/>
                    <a:gd name="connsiteY3317" fmla="*/ 746031 h 2360402"/>
                    <a:gd name="connsiteX3318" fmla="*/ 252806 w 1440502"/>
                    <a:gd name="connsiteY3318" fmla="*/ 743600 h 2360402"/>
                    <a:gd name="connsiteX3319" fmla="*/ 253026 w 1440502"/>
                    <a:gd name="connsiteY3319" fmla="*/ 743194 h 2360402"/>
                    <a:gd name="connsiteX3320" fmla="*/ 268723 w 1440502"/>
                    <a:gd name="connsiteY3320" fmla="*/ 730137 h 2360402"/>
                    <a:gd name="connsiteX3321" fmla="*/ 270285 w 1440502"/>
                    <a:gd name="connsiteY3321" fmla="*/ 723342 h 2360402"/>
                    <a:gd name="connsiteX3322" fmla="*/ 270540 w 1440502"/>
                    <a:gd name="connsiteY3322" fmla="*/ 722208 h 2360402"/>
                    <a:gd name="connsiteX3323" fmla="*/ 276409 w 1440502"/>
                    <a:gd name="connsiteY3323" fmla="*/ 716327 h 2360402"/>
                    <a:gd name="connsiteX3324" fmla="*/ 274719 w 1440502"/>
                    <a:gd name="connsiteY3324" fmla="*/ 717091 h 2360402"/>
                    <a:gd name="connsiteX3325" fmla="*/ 275726 w 1440502"/>
                    <a:gd name="connsiteY3325" fmla="*/ 715806 h 2360402"/>
                    <a:gd name="connsiteX3326" fmla="*/ 274638 w 1440502"/>
                    <a:gd name="connsiteY3326" fmla="*/ 715227 h 2360402"/>
                    <a:gd name="connsiteX3327" fmla="*/ 275899 w 1440502"/>
                    <a:gd name="connsiteY3327" fmla="*/ 715250 h 2360402"/>
                    <a:gd name="connsiteX3328" fmla="*/ 273179 w 1440502"/>
                    <a:gd name="connsiteY3328" fmla="*/ 713201 h 2360402"/>
                    <a:gd name="connsiteX3329" fmla="*/ 274476 w 1440502"/>
                    <a:gd name="connsiteY3329" fmla="*/ 711894 h 2360402"/>
                    <a:gd name="connsiteX3330" fmla="*/ 271917 w 1440502"/>
                    <a:gd name="connsiteY3330" fmla="*/ 712970 h 2360402"/>
                    <a:gd name="connsiteX3331" fmla="*/ 272161 w 1440502"/>
                    <a:gd name="connsiteY3331" fmla="*/ 710273 h 2360402"/>
                    <a:gd name="connsiteX3332" fmla="*/ 266326 w 1440502"/>
                    <a:gd name="connsiteY3332" fmla="*/ 714070 h 2360402"/>
                    <a:gd name="connsiteX3333" fmla="*/ 261568 w 1440502"/>
                    <a:gd name="connsiteY3333" fmla="*/ 722867 h 2360402"/>
                    <a:gd name="connsiteX3334" fmla="*/ 260747 w 1440502"/>
                    <a:gd name="connsiteY3334" fmla="*/ 723342 h 2360402"/>
                    <a:gd name="connsiteX3335" fmla="*/ 253894 w 1440502"/>
                    <a:gd name="connsiteY3335" fmla="*/ 727266 h 2360402"/>
                    <a:gd name="connsiteX3336" fmla="*/ 252516 w 1440502"/>
                    <a:gd name="connsiteY3336" fmla="*/ 730531 h 2360402"/>
                    <a:gd name="connsiteX3337" fmla="*/ 255503 w 1440502"/>
                    <a:gd name="connsiteY3337" fmla="*/ 731376 h 2360402"/>
                    <a:gd name="connsiteX3338" fmla="*/ 249206 w 1440502"/>
                    <a:gd name="connsiteY3338" fmla="*/ 733806 h 2360402"/>
                    <a:gd name="connsiteX3339" fmla="*/ 248893 w 1440502"/>
                    <a:gd name="connsiteY3339" fmla="*/ 735126 h 2360402"/>
                    <a:gd name="connsiteX3340" fmla="*/ 246126 w 1440502"/>
                    <a:gd name="connsiteY3340" fmla="*/ 738367 h 2360402"/>
                    <a:gd name="connsiteX3341" fmla="*/ 237676 w 1440502"/>
                    <a:gd name="connsiteY3341" fmla="*/ 746112 h 2360402"/>
                    <a:gd name="connsiteX3342" fmla="*/ 237653 w 1440502"/>
                    <a:gd name="connsiteY3342" fmla="*/ 748033 h 2360402"/>
                    <a:gd name="connsiteX3343" fmla="*/ 227894 w 1440502"/>
                    <a:gd name="connsiteY3343" fmla="*/ 746748 h 2360402"/>
                    <a:gd name="connsiteX3344" fmla="*/ 221794 w 1440502"/>
                    <a:gd name="connsiteY3344" fmla="*/ 748936 h 2360402"/>
                    <a:gd name="connsiteX3345" fmla="*/ 218309 w 1440502"/>
                    <a:gd name="connsiteY3345" fmla="*/ 746471 h 2360402"/>
                    <a:gd name="connsiteX3346" fmla="*/ 218379 w 1440502"/>
                    <a:gd name="connsiteY3346" fmla="*/ 746332 h 2360402"/>
                    <a:gd name="connsiteX3347" fmla="*/ 222755 w 1440502"/>
                    <a:gd name="connsiteY3347" fmla="*/ 743148 h 2360402"/>
                    <a:gd name="connsiteX3348" fmla="*/ 211329 w 1440502"/>
                    <a:gd name="connsiteY3348" fmla="*/ 741667 h 2360402"/>
                    <a:gd name="connsiteX3349" fmla="*/ 210496 w 1440502"/>
                    <a:gd name="connsiteY3349" fmla="*/ 737025 h 2360402"/>
                    <a:gd name="connsiteX3350" fmla="*/ 211352 w 1440502"/>
                    <a:gd name="connsiteY3350" fmla="*/ 735138 h 2360402"/>
                    <a:gd name="connsiteX3351" fmla="*/ 212302 w 1440502"/>
                    <a:gd name="connsiteY3351" fmla="*/ 733806 h 2360402"/>
                    <a:gd name="connsiteX3352" fmla="*/ 212464 w 1440502"/>
                    <a:gd name="connsiteY3352" fmla="*/ 733772 h 2360402"/>
                    <a:gd name="connsiteX3353" fmla="*/ 220243 w 1440502"/>
                    <a:gd name="connsiteY3353" fmla="*/ 732140 h 2360402"/>
                    <a:gd name="connsiteX3354" fmla="*/ 225313 w 1440502"/>
                    <a:gd name="connsiteY3354" fmla="*/ 728053 h 2360402"/>
                    <a:gd name="connsiteX3355" fmla="*/ 224144 w 1440502"/>
                    <a:gd name="connsiteY3355" fmla="*/ 725391 h 2360402"/>
                    <a:gd name="connsiteX3356" fmla="*/ 221134 w 1440502"/>
                    <a:gd name="connsiteY3356" fmla="*/ 723828 h 2360402"/>
                    <a:gd name="connsiteX3357" fmla="*/ 221088 w 1440502"/>
                    <a:gd name="connsiteY3357" fmla="*/ 723631 h 2360402"/>
                    <a:gd name="connsiteX3358" fmla="*/ 220787 w 1440502"/>
                    <a:gd name="connsiteY3358" fmla="*/ 723655 h 2360402"/>
                    <a:gd name="connsiteX3359" fmla="*/ 220185 w 1440502"/>
                    <a:gd name="connsiteY3359" fmla="*/ 723342 h 2360402"/>
                    <a:gd name="connsiteX3360" fmla="*/ 218946 w 1440502"/>
                    <a:gd name="connsiteY3360" fmla="*/ 722694 h 2360402"/>
                    <a:gd name="connsiteX3361" fmla="*/ 222211 w 1440502"/>
                    <a:gd name="connsiteY3361" fmla="*/ 715077 h 2360402"/>
                    <a:gd name="connsiteX3362" fmla="*/ 221886 w 1440502"/>
                    <a:gd name="connsiteY3362" fmla="*/ 710134 h 2360402"/>
                    <a:gd name="connsiteX3363" fmla="*/ 215311 w 1440502"/>
                    <a:gd name="connsiteY3363" fmla="*/ 722925 h 2360402"/>
                    <a:gd name="connsiteX3364" fmla="*/ 209917 w 1440502"/>
                    <a:gd name="connsiteY3364" fmla="*/ 727370 h 2360402"/>
                    <a:gd name="connsiteX3365" fmla="*/ 204557 w 1440502"/>
                    <a:gd name="connsiteY3365" fmla="*/ 728354 h 2360402"/>
                    <a:gd name="connsiteX3366" fmla="*/ 203573 w 1440502"/>
                    <a:gd name="connsiteY3366" fmla="*/ 729361 h 2360402"/>
                    <a:gd name="connsiteX3367" fmla="*/ 202103 w 1440502"/>
                    <a:gd name="connsiteY3367" fmla="*/ 730866 h 2360402"/>
                    <a:gd name="connsiteX3368" fmla="*/ 196790 w 1440502"/>
                    <a:gd name="connsiteY3368" fmla="*/ 733228 h 2360402"/>
                    <a:gd name="connsiteX3369" fmla="*/ 194857 w 1440502"/>
                    <a:gd name="connsiteY3369" fmla="*/ 733795 h 2360402"/>
                    <a:gd name="connsiteX3370" fmla="*/ 181440 w 1440502"/>
                    <a:gd name="connsiteY3370" fmla="*/ 746494 h 2360402"/>
                    <a:gd name="connsiteX3371" fmla="*/ 180005 w 1440502"/>
                    <a:gd name="connsiteY3371" fmla="*/ 747188 h 2360402"/>
                    <a:gd name="connsiteX3372" fmla="*/ 162155 w 1440502"/>
                    <a:gd name="connsiteY3372" fmla="*/ 750916 h 2360402"/>
                    <a:gd name="connsiteX3373" fmla="*/ 161889 w 1440502"/>
                    <a:gd name="connsiteY3373" fmla="*/ 748485 h 2360402"/>
                    <a:gd name="connsiteX3374" fmla="*/ 157444 w 1440502"/>
                    <a:gd name="connsiteY3374" fmla="*/ 743553 h 2360402"/>
                    <a:gd name="connsiteX3375" fmla="*/ 156876 w 1440502"/>
                    <a:gd name="connsiteY3375" fmla="*/ 733008 h 2360402"/>
                    <a:gd name="connsiteX3376" fmla="*/ 154144 w 1440502"/>
                    <a:gd name="connsiteY3376" fmla="*/ 736446 h 2360402"/>
                    <a:gd name="connsiteX3377" fmla="*/ 154746 w 1440502"/>
                    <a:gd name="connsiteY3377" fmla="*/ 741134 h 2360402"/>
                    <a:gd name="connsiteX3378" fmla="*/ 154191 w 1440502"/>
                    <a:gd name="connsiteY3378" fmla="*/ 741470 h 2360402"/>
                    <a:gd name="connsiteX3379" fmla="*/ 153218 w 1440502"/>
                    <a:gd name="connsiteY3379" fmla="*/ 741921 h 2360402"/>
                    <a:gd name="connsiteX3380" fmla="*/ 152061 w 1440502"/>
                    <a:gd name="connsiteY3380" fmla="*/ 740266 h 2360402"/>
                    <a:gd name="connsiteX3381" fmla="*/ 151609 w 1440502"/>
                    <a:gd name="connsiteY3381" fmla="*/ 736631 h 2360402"/>
                    <a:gd name="connsiteX3382" fmla="*/ 151714 w 1440502"/>
                    <a:gd name="connsiteY3382" fmla="*/ 733841 h 2360402"/>
                    <a:gd name="connsiteX3383" fmla="*/ 151146 w 1440502"/>
                    <a:gd name="connsiteY3383" fmla="*/ 732880 h 2360402"/>
                    <a:gd name="connsiteX3384" fmla="*/ 150579 w 1440502"/>
                    <a:gd name="connsiteY3384" fmla="*/ 728366 h 2360402"/>
                    <a:gd name="connsiteX3385" fmla="*/ 151030 w 1440502"/>
                    <a:gd name="connsiteY3385" fmla="*/ 727984 h 2360402"/>
                    <a:gd name="connsiteX3386" fmla="*/ 150174 w 1440502"/>
                    <a:gd name="connsiteY3386" fmla="*/ 725090 h 2360402"/>
                    <a:gd name="connsiteX3387" fmla="*/ 150035 w 1440502"/>
                    <a:gd name="connsiteY3387" fmla="*/ 723886 h 2360402"/>
                    <a:gd name="connsiteX3388" fmla="*/ 152072 w 1440502"/>
                    <a:gd name="connsiteY3388" fmla="*/ 724372 h 2360402"/>
                    <a:gd name="connsiteX3389" fmla="*/ 152350 w 1440502"/>
                    <a:gd name="connsiteY3389" fmla="*/ 727208 h 2360402"/>
                    <a:gd name="connsiteX3390" fmla="*/ 153786 w 1440502"/>
                    <a:gd name="connsiteY3390" fmla="*/ 725611 h 2360402"/>
                    <a:gd name="connsiteX3391" fmla="*/ 153786 w 1440502"/>
                    <a:gd name="connsiteY3391" fmla="*/ 723342 h 2360402"/>
                    <a:gd name="connsiteX3392" fmla="*/ 153786 w 1440502"/>
                    <a:gd name="connsiteY3392" fmla="*/ 718341 h 2360402"/>
                    <a:gd name="connsiteX3393" fmla="*/ 155603 w 1440502"/>
                    <a:gd name="connsiteY3393" fmla="*/ 720575 h 2360402"/>
                    <a:gd name="connsiteX3394" fmla="*/ 157478 w 1440502"/>
                    <a:gd name="connsiteY3394" fmla="*/ 723342 h 2360402"/>
                    <a:gd name="connsiteX3395" fmla="*/ 158057 w 1440502"/>
                    <a:gd name="connsiteY3395" fmla="*/ 724187 h 2360402"/>
                    <a:gd name="connsiteX3396" fmla="*/ 157721 w 1440502"/>
                    <a:gd name="connsiteY3396" fmla="*/ 723342 h 2360402"/>
                    <a:gd name="connsiteX3397" fmla="*/ 156471 w 1440502"/>
                    <a:gd name="connsiteY3397" fmla="*/ 720159 h 2360402"/>
                    <a:gd name="connsiteX3398" fmla="*/ 157895 w 1440502"/>
                    <a:gd name="connsiteY3398" fmla="*/ 719661 h 2360402"/>
                    <a:gd name="connsiteX3399" fmla="*/ 157004 w 1440502"/>
                    <a:gd name="connsiteY3399" fmla="*/ 715493 h 2360402"/>
                    <a:gd name="connsiteX3400" fmla="*/ 154306 w 1440502"/>
                    <a:gd name="connsiteY3400" fmla="*/ 711558 h 2360402"/>
                    <a:gd name="connsiteX3401" fmla="*/ 152697 w 1440502"/>
                    <a:gd name="connsiteY3401" fmla="*/ 711836 h 2360402"/>
                    <a:gd name="connsiteX3402" fmla="*/ 154955 w 1440502"/>
                    <a:gd name="connsiteY3402" fmla="*/ 702482 h 2360402"/>
                    <a:gd name="connsiteX3403" fmla="*/ 156309 w 1440502"/>
                    <a:gd name="connsiteY3403" fmla="*/ 699322 h 2360402"/>
                    <a:gd name="connsiteX3404" fmla="*/ 159585 w 1440502"/>
                    <a:gd name="connsiteY3404" fmla="*/ 696150 h 2360402"/>
                    <a:gd name="connsiteX3405" fmla="*/ 156216 w 1440502"/>
                    <a:gd name="connsiteY3405" fmla="*/ 693106 h 2360402"/>
                    <a:gd name="connsiteX3406" fmla="*/ 149942 w 1440502"/>
                    <a:gd name="connsiteY3406" fmla="*/ 694182 h 2360402"/>
                    <a:gd name="connsiteX3407" fmla="*/ 145358 w 1440502"/>
                    <a:gd name="connsiteY3407" fmla="*/ 693569 h 2360402"/>
                    <a:gd name="connsiteX3408" fmla="*/ 144571 w 1440502"/>
                    <a:gd name="connsiteY3408" fmla="*/ 693302 h 2360402"/>
                    <a:gd name="connsiteX3409" fmla="*/ 143935 w 1440502"/>
                    <a:gd name="connsiteY3409" fmla="*/ 691925 h 2360402"/>
                    <a:gd name="connsiteX3410" fmla="*/ 142488 w 1440502"/>
                    <a:gd name="connsiteY3410" fmla="*/ 686565 h 2360402"/>
                    <a:gd name="connsiteX3411" fmla="*/ 142221 w 1440502"/>
                    <a:gd name="connsiteY3411" fmla="*/ 676159 h 2360402"/>
                    <a:gd name="connsiteX3412" fmla="*/ 140554 w 1440502"/>
                    <a:gd name="connsiteY3412" fmla="*/ 677062 h 2360402"/>
                    <a:gd name="connsiteX3413" fmla="*/ 139605 w 1440502"/>
                    <a:gd name="connsiteY3413" fmla="*/ 674307 h 2360402"/>
                    <a:gd name="connsiteX3414" fmla="*/ 141272 w 1440502"/>
                    <a:gd name="connsiteY3414" fmla="*/ 670521 h 2360402"/>
                    <a:gd name="connsiteX3415" fmla="*/ 141388 w 1440502"/>
                    <a:gd name="connsiteY3415" fmla="*/ 657163 h 2360402"/>
                    <a:gd name="connsiteX3416" fmla="*/ 147326 w 1440502"/>
                    <a:gd name="connsiteY3416" fmla="*/ 643874 h 2360402"/>
                    <a:gd name="connsiteX3417" fmla="*/ 148032 w 1440502"/>
                    <a:gd name="connsiteY3417" fmla="*/ 631267 h 2360402"/>
                    <a:gd name="connsiteX3418" fmla="*/ 148090 w 1440502"/>
                    <a:gd name="connsiteY3418" fmla="*/ 630538 h 2360402"/>
                    <a:gd name="connsiteX3419" fmla="*/ 151019 w 1440502"/>
                    <a:gd name="connsiteY3419" fmla="*/ 627170 h 2360402"/>
                    <a:gd name="connsiteX3420" fmla="*/ 150023 w 1440502"/>
                    <a:gd name="connsiteY3420" fmla="*/ 624345 h 2360402"/>
                    <a:gd name="connsiteX3421" fmla="*/ 149792 w 1440502"/>
                    <a:gd name="connsiteY3421" fmla="*/ 623245 h 2360402"/>
                    <a:gd name="connsiteX3422" fmla="*/ 151065 w 1440502"/>
                    <a:gd name="connsiteY3422" fmla="*/ 622910 h 2360402"/>
                    <a:gd name="connsiteX3423" fmla="*/ 151540 w 1440502"/>
                    <a:gd name="connsiteY3423" fmla="*/ 623014 h 2360402"/>
                    <a:gd name="connsiteX3424" fmla="*/ 153160 w 1440502"/>
                    <a:gd name="connsiteY3424" fmla="*/ 626799 h 2360402"/>
                    <a:gd name="connsiteX3425" fmla="*/ 154156 w 1440502"/>
                    <a:gd name="connsiteY3425" fmla="*/ 625051 h 2360402"/>
                    <a:gd name="connsiteX3426" fmla="*/ 153079 w 1440502"/>
                    <a:gd name="connsiteY3426" fmla="*/ 617631 h 2360402"/>
                    <a:gd name="connsiteX3427" fmla="*/ 152778 w 1440502"/>
                    <a:gd name="connsiteY3427" fmla="*/ 615524 h 2360402"/>
                    <a:gd name="connsiteX3428" fmla="*/ 154689 w 1440502"/>
                    <a:gd name="connsiteY3428" fmla="*/ 613313 h 2360402"/>
                    <a:gd name="connsiteX3429" fmla="*/ 158011 w 1440502"/>
                    <a:gd name="connsiteY3429" fmla="*/ 614193 h 2360402"/>
                    <a:gd name="connsiteX3430" fmla="*/ 158497 w 1440502"/>
                    <a:gd name="connsiteY3430" fmla="*/ 614876 h 2360402"/>
                    <a:gd name="connsiteX3431" fmla="*/ 158983 w 1440502"/>
                    <a:gd name="connsiteY3431" fmla="*/ 614448 h 2360402"/>
                    <a:gd name="connsiteX3432" fmla="*/ 159689 w 1440502"/>
                    <a:gd name="connsiteY3432" fmla="*/ 614633 h 2360402"/>
                    <a:gd name="connsiteX3433" fmla="*/ 160893 w 1440502"/>
                    <a:gd name="connsiteY3433" fmla="*/ 612248 h 2360402"/>
                    <a:gd name="connsiteX3434" fmla="*/ 159631 w 1440502"/>
                    <a:gd name="connsiteY3434" fmla="*/ 612758 h 2360402"/>
                    <a:gd name="connsiteX3435" fmla="*/ 159110 w 1440502"/>
                    <a:gd name="connsiteY3435" fmla="*/ 612190 h 2360402"/>
                    <a:gd name="connsiteX3436" fmla="*/ 159076 w 1440502"/>
                    <a:gd name="connsiteY3436" fmla="*/ 611762 h 2360402"/>
                    <a:gd name="connsiteX3437" fmla="*/ 160314 w 1440502"/>
                    <a:gd name="connsiteY3437" fmla="*/ 611010 h 2360402"/>
                    <a:gd name="connsiteX3438" fmla="*/ 162525 w 1440502"/>
                    <a:gd name="connsiteY3438" fmla="*/ 609817 h 2360402"/>
                    <a:gd name="connsiteX3439" fmla="*/ 164076 w 1440502"/>
                    <a:gd name="connsiteY3439" fmla="*/ 613464 h 2360402"/>
                    <a:gd name="connsiteX3440" fmla="*/ 166403 w 1440502"/>
                    <a:gd name="connsiteY3440" fmla="*/ 613707 h 2360402"/>
                    <a:gd name="connsiteX3441" fmla="*/ 166403 w 1440502"/>
                    <a:gd name="connsiteY3441" fmla="*/ 614320 h 2360402"/>
                    <a:gd name="connsiteX3442" fmla="*/ 166183 w 1440502"/>
                    <a:gd name="connsiteY3442" fmla="*/ 615941 h 2360402"/>
                    <a:gd name="connsiteX3443" fmla="*/ 166415 w 1440502"/>
                    <a:gd name="connsiteY3443" fmla="*/ 616057 h 2360402"/>
                    <a:gd name="connsiteX3444" fmla="*/ 166426 w 1440502"/>
                    <a:gd name="connsiteY3444" fmla="*/ 616740 h 2360402"/>
                    <a:gd name="connsiteX3445" fmla="*/ 167885 w 1440502"/>
                    <a:gd name="connsiteY3445" fmla="*/ 616763 h 2360402"/>
                    <a:gd name="connsiteX3446" fmla="*/ 170490 w 1440502"/>
                    <a:gd name="connsiteY3446" fmla="*/ 618025 h 2360402"/>
                    <a:gd name="connsiteX3447" fmla="*/ 170605 w 1440502"/>
                    <a:gd name="connsiteY3447" fmla="*/ 618418 h 2360402"/>
                    <a:gd name="connsiteX3448" fmla="*/ 171149 w 1440502"/>
                    <a:gd name="connsiteY3448" fmla="*/ 617631 h 2360402"/>
                    <a:gd name="connsiteX3449" fmla="*/ 171474 w 1440502"/>
                    <a:gd name="connsiteY3449" fmla="*/ 617168 h 2360402"/>
                    <a:gd name="connsiteX3450" fmla="*/ 171520 w 1440502"/>
                    <a:gd name="connsiteY3450" fmla="*/ 618870 h 2360402"/>
                    <a:gd name="connsiteX3451" fmla="*/ 171485 w 1440502"/>
                    <a:gd name="connsiteY3451" fmla="*/ 621347 h 2360402"/>
                    <a:gd name="connsiteX3452" fmla="*/ 171566 w 1440502"/>
                    <a:gd name="connsiteY3452" fmla="*/ 621324 h 2360402"/>
                    <a:gd name="connsiteX3453" fmla="*/ 171705 w 1440502"/>
                    <a:gd name="connsiteY3453" fmla="*/ 621266 h 2360402"/>
                    <a:gd name="connsiteX3454" fmla="*/ 173326 w 1440502"/>
                    <a:gd name="connsiteY3454" fmla="*/ 620675 h 2360402"/>
                    <a:gd name="connsiteX3455" fmla="*/ 173719 w 1440502"/>
                    <a:gd name="connsiteY3455" fmla="*/ 621092 h 2360402"/>
                    <a:gd name="connsiteX3456" fmla="*/ 175456 w 1440502"/>
                    <a:gd name="connsiteY3456" fmla="*/ 625236 h 2360402"/>
                    <a:gd name="connsiteX3457" fmla="*/ 175514 w 1440502"/>
                    <a:gd name="connsiteY3457" fmla="*/ 626024 h 2360402"/>
                    <a:gd name="connsiteX3458" fmla="*/ 175757 w 1440502"/>
                    <a:gd name="connsiteY3458" fmla="*/ 625931 h 2360402"/>
                    <a:gd name="connsiteX3459" fmla="*/ 175803 w 1440502"/>
                    <a:gd name="connsiteY3459" fmla="*/ 626035 h 2360402"/>
                    <a:gd name="connsiteX3460" fmla="*/ 176602 w 1440502"/>
                    <a:gd name="connsiteY3460" fmla="*/ 625572 h 2360402"/>
                    <a:gd name="connsiteX3461" fmla="*/ 178002 w 1440502"/>
                    <a:gd name="connsiteY3461" fmla="*/ 624993 h 2360402"/>
                    <a:gd name="connsiteX3462" fmla="*/ 179438 w 1440502"/>
                    <a:gd name="connsiteY3462" fmla="*/ 626035 h 2360402"/>
                    <a:gd name="connsiteX3463" fmla="*/ 179414 w 1440502"/>
                    <a:gd name="connsiteY3463" fmla="*/ 626093 h 2360402"/>
                    <a:gd name="connsiteX3464" fmla="*/ 178454 w 1440502"/>
                    <a:gd name="connsiteY3464" fmla="*/ 627528 h 2360402"/>
                    <a:gd name="connsiteX3465" fmla="*/ 183223 w 1440502"/>
                    <a:gd name="connsiteY3465" fmla="*/ 629681 h 2360402"/>
                    <a:gd name="connsiteX3466" fmla="*/ 183640 w 1440502"/>
                    <a:gd name="connsiteY3466" fmla="*/ 630932 h 2360402"/>
                    <a:gd name="connsiteX3467" fmla="*/ 181174 w 1440502"/>
                    <a:gd name="connsiteY3467" fmla="*/ 631568 h 2360402"/>
                    <a:gd name="connsiteX3468" fmla="*/ 182077 w 1440502"/>
                    <a:gd name="connsiteY3468" fmla="*/ 633386 h 2360402"/>
                    <a:gd name="connsiteX3469" fmla="*/ 183084 w 1440502"/>
                    <a:gd name="connsiteY3469" fmla="*/ 635562 h 2360402"/>
                    <a:gd name="connsiteX3470" fmla="*/ 183165 w 1440502"/>
                    <a:gd name="connsiteY3470" fmla="*/ 635539 h 2360402"/>
                    <a:gd name="connsiteX3471" fmla="*/ 183408 w 1440502"/>
                    <a:gd name="connsiteY3471" fmla="*/ 636048 h 2360402"/>
                    <a:gd name="connsiteX3472" fmla="*/ 188131 w 1440502"/>
                    <a:gd name="connsiteY3472" fmla="*/ 633698 h 2360402"/>
                    <a:gd name="connsiteX3473" fmla="*/ 194371 w 1440502"/>
                    <a:gd name="connsiteY3473" fmla="*/ 638699 h 2360402"/>
                    <a:gd name="connsiteX3474" fmla="*/ 191384 w 1440502"/>
                    <a:gd name="connsiteY3474" fmla="*/ 631302 h 2360402"/>
                    <a:gd name="connsiteX3475" fmla="*/ 194185 w 1440502"/>
                    <a:gd name="connsiteY3475" fmla="*/ 628917 h 2360402"/>
                    <a:gd name="connsiteX3476" fmla="*/ 196964 w 1440502"/>
                    <a:gd name="connsiteY3476" fmla="*/ 632992 h 2360402"/>
                    <a:gd name="connsiteX3477" fmla="*/ 197149 w 1440502"/>
                    <a:gd name="connsiteY3477" fmla="*/ 636963 h 2360402"/>
                    <a:gd name="connsiteX3478" fmla="*/ 195088 w 1440502"/>
                    <a:gd name="connsiteY3478" fmla="*/ 635944 h 2360402"/>
                    <a:gd name="connsiteX3479" fmla="*/ 196639 w 1440502"/>
                    <a:gd name="connsiteY3479" fmla="*/ 637889 h 2360402"/>
                    <a:gd name="connsiteX3480" fmla="*/ 196489 w 1440502"/>
                    <a:gd name="connsiteY3480" fmla="*/ 643086 h 2360402"/>
                    <a:gd name="connsiteX3481" fmla="*/ 196964 w 1440502"/>
                    <a:gd name="connsiteY3481" fmla="*/ 643538 h 2360402"/>
                    <a:gd name="connsiteX3482" fmla="*/ 197022 w 1440502"/>
                    <a:gd name="connsiteY3482" fmla="*/ 644568 h 2360402"/>
                    <a:gd name="connsiteX3483" fmla="*/ 197890 w 1440502"/>
                    <a:gd name="connsiteY3483" fmla="*/ 644418 h 2360402"/>
                    <a:gd name="connsiteX3484" fmla="*/ 200263 w 1440502"/>
                    <a:gd name="connsiteY3484" fmla="*/ 646687 h 2360402"/>
                    <a:gd name="connsiteX3485" fmla="*/ 200448 w 1440502"/>
                    <a:gd name="connsiteY3485" fmla="*/ 646930 h 2360402"/>
                    <a:gd name="connsiteX3486" fmla="*/ 203573 w 1440502"/>
                    <a:gd name="connsiteY3486" fmla="*/ 646964 h 2360402"/>
                    <a:gd name="connsiteX3487" fmla="*/ 204407 w 1440502"/>
                    <a:gd name="connsiteY3487" fmla="*/ 646964 h 2360402"/>
                    <a:gd name="connsiteX3488" fmla="*/ 206954 w 1440502"/>
                    <a:gd name="connsiteY3488" fmla="*/ 653458 h 2360402"/>
                    <a:gd name="connsiteX3489" fmla="*/ 209767 w 1440502"/>
                    <a:gd name="connsiteY3489" fmla="*/ 654141 h 2360402"/>
                    <a:gd name="connsiteX3490" fmla="*/ 210125 w 1440502"/>
                    <a:gd name="connsiteY3490" fmla="*/ 654720 h 2360402"/>
                    <a:gd name="connsiteX3491" fmla="*/ 211410 w 1440502"/>
                    <a:gd name="connsiteY3491" fmla="*/ 657788 h 2360402"/>
                    <a:gd name="connsiteX3492" fmla="*/ 213008 w 1440502"/>
                    <a:gd name="connsiteY3492" fmla="*/ 655507 h 2360402"/>
                    <a:gd name="connsiteX3493" fmla="*/ 210982 w 1440502"/>
                    <a:gd name="connsiteY3493" fmla="*/ 650935 h 2360402"/>
                    <a:gd name="connsiteX3494" fmla="*/ 212012 w 1440502"/>
                    <a:gd name="connsiteY3494" fmla="*/ 647751 h 2360402"/>
                    <a:gd name="connsiteX3495" fmla="*/ 209373 w 1440502"/>
                    <a:gd name="connsiteY3495" fmla="*/ 639521 h 2360402"/>
                    <a:gd name="connsiteX3496" fmla="*/ 209246 w 1440502"/>
                    <a:gd name="connsiteY3496" fmla="*/ 639116 h 2360402"/>
                    <a:gd name="connsiteX3497" fmla="*/ 210287 w 1440502"/>
                    <a:gd name="connsiteY3497" fmla="*/ 638120 h 2360402"/>
                    <a:gd name="connsiteX3498" fmla="*/ 210577 w 1440502"/>
                    <a:gd name="connsiteY3498" fmla="*/ 638120 h 2360402"/>
                    <a:gd name="connsiteX3499" fmla="*/ 213123 w 1440502"/>
                    <a:gd name="connsiteY3499" fmla="*/ 638572 h 2360402"/>
                    <a:gd name="connsiteX3500" fmla="*/ 213309 w 1440502"/>
                    <a:gd name="connsiteY3500" fmla="*/ 642183 h 2360402"/>
                    <a:gd name="connsiteX3501" fmla="*/ 216203 w 1440502"/>
                    <a:gd name="connsiteY3501" fmla="*/ 641790 h 2360402"/>
                    <a:gd name="connsiteX3502" fmla="*/ 218390 w 1440502"/>
                    <a:gd name="connsiteY3502" fmla="*/ 644209 h 2360402"/>
                    <a:gd name="connsiteX3503" fmla="*/ 217013 w 1440502"/>
                    <a:gd name="connsiteY3503" fmla="*/ 649951 h 2360402"/>
                    <a:gd name="connsiteX3504" fmla="*/ 217198 w 1440502"/>
                    <a:gd name="connsiteY3504" fmla="*/ 650020 h 2360402"/>
                    <a:gd name="connsiteX3505" fmla="*/ 217464 w 1440502"/>
                    <a:gd name="connsiteY3505" fmla="*/ 650113 h 2360402"/>
                    <a:gd name="connsiteX3506" fmla="*/ 220845 w 1440502"/>
                    <a:gd name="connsiteY3506" fmla="*/ 651282 h 2360402"/>
                    <a:gd name="connsiteX3507" fmla="*/ 221840 w 1440502"/>
                    <a:gd name="connsiteY3507" fmla="*/ 648874 h 2360402"/>
                    <a:gd name="connsiteX3508" fmla="*/ 219780 w 1440502"/>
                    <a:gd name="connsiteY3508" fmla="*/ 645355 h 2360402"/>
                    <a:gd name="connsiteX3509" fmla="*/ 220081 w 1440502"/>
                    <a:gd name="connsiteY3509" fmla="*/ 644996 h 2360402"/>
                    <a:gd name="connsiteX3510" fmla="*/ 220706 w 1440502"/>
                    <a:gd name="connsiteY3510" fmla="*/ 644707 h 2360402"/>
                    <a:gd name="connsiteX3511" fmla="*/ 222488 w 1440502"/>
                    <a:gd name="connsiteY3511" fmla="*/ 646744 h 2360402"/>
                    <a:gd name="connsiteX3512" fmla="*/ 222512 w 1440502"/>
                    <a:gd name="connsiteY3512" fmla="*/ 646721 h 2360402"/>
                    <a:gd name="connsiteX3513" fmla="*/ 222731 w 1440502"/>
                    <a:gd name="connsiteY3513" fmla="*/ 647011 h 2360402"/>
                    <a:gd name="connsiteX3514" fmla="*/ 226054 w 1440502"/>
                    <a:gd name="connsiteY3514" fmla="*/ 642774 h 2360402"/>
                    <a:gd name="connsiteX3515" fmla="*/ 226274 w 1440502"/>
                    <a:gd name="connsiteY3515" fmla="*/ 642913 h 2360402"/>
                    <a:gd name="connsiteX3516" fmla="*/ 228404 w 1440502"/>
                    <a:gd name="connsiteY3516" fmla="*/ 646652 h 2360402"/>
                    <a:gd name="connsiteX3517" fmla="*/ 230209 w 1440502"/>
                    <a:gd name="connsiteY3517" fmla="*/ 645413 h 2360402"/>
                    <a:gd name="connsiteX3518" fmla="*/ 230233 w 1440502"/>
                    <a:gd name="connsiteY3518" fmla="*/ 645436 h 2360402"/>
                    <a:gd name="connsiteX3519" fmla="*/ 233161 w 1440502"/>
                    <a:gd name="connsiteY3519" fmla="*/ 644163 h 2360402"/>
                    <a:gd name="connsiteX3520" fmla="*/ 234215 w 1440502"/>
                    <a:gd name="connsiteY3520" fmla="*/ 644279 h 2360402"/>
                    <a:gd name="connsiteX3521" fmla="*/ 236194 w 1440502"/>
                    <a:gd name="connsiteY3521" fmla="*/ 647312 h 2360402"/>
                    <a:gd name="connsiteX3522" fmla="*/ 235210 w 1440502"/>
                    <a:gd name="connsiteY3522" fmla="*/ 643052 h 2360402"/>
                    <a:gd name="connsiteX3523" fmla="*/ 237028 w 1440502"/>
                    <a:gd name="connsiteY3523" fmla="*/ 642797 h 2360402"/>
                    <a:gd name="connsiteX3524" fmla="*/ 238949 w 1440502"/>
                    <a:gd name="connsiteY3524" fmla="*/ 646293 h 2360402"/>
                    <a:gd name="connsiteX3525" fmla="*/ 240825 w 1440502"/>
                    <a:gd name="connsiteY3525" fmla="*/ 645193 h 2360402"/>
                    <a:gd name="connsiteX3526" fmla="*/ 240188 w 1440502"/>
                    <a:gd name="connsiteY3526" fmla="*/ 642056 h 2360402"/>
                    <a:gd name="connsiteX3527" fmla="*/ 248893 w 1440502"/>
                    <a:gd name="connsiteY3527" fmla="*/ 647786 h 2360402"/>
                    <a:gd name="connsiteX3528" fmla="*/ 254519 w 1440502"/>
                    <a:gd name="connsiteY3528" fmla="*/ 646131 h 2360402"/>
                    <a:gd name="connsiteX3529" fmla="*/ 253685 w 1440502"/>
                    <a:gd name="connsiteY3529" fmla="*/ 644198 h 2360402"/>
                    <a:gd name="connsiteX3530" fmla="*/ 255098 w 1440502"/>
                    <a:gd name="connsiteY3530" fmla="*/ 642253 h 2360402"/>
                    <a:gd name="connsiteX3531" fmla="*/ 256163 w 1440502"/>
                    <a:gd name="connsiteY3531" fmla="*/ 643561 h 2360402"/>
                    <a:gd name="connsiteX3532" fmla="*/ 254959 w 1440502"/>
                    <a:gd name="connsiteY3532" fmla="*/ 638132 h 2360402"/>
                    <a:gd name="connsiteX3533" fmla="*/ 252667 w 1440502"/>
                    <a:gd name="connsiteY3533" fmla="*/ 637900 h 2360402"/>
                    <a:gd name="connsiteX3534" fmla="*/ 254681 w 1440502"/>
                    <a:gd name="connsiteY3534" fmla="*/ 636094 h 2360402"/>
                    <a:gd name="connsiteX3535" fmla="*/ 249773 w 1440502"/>
                    <a:gd name="connsiteY3535" fmla="*/ 634509 h 2360402"/>
                    <a:gd name="connsiteX3536" fmla="*/ 249391 w 1440502"/>
                    <a:gd name="connsiteY3536" fmla="*/ 634254 h 2360402"/>
                    <a:gd name="connsiteX3537" fmla="*/ 247932 w 1440502"/>
                    <a:gd name="connsiteY3537" fmla="*/ 633907 h 2360402"/>
                    <a:gd name="connsiteX3538" fmla="*/ 244564 w 1440502"/>
                    <a:gd name="connsiteY3538" fmla="*/ 632819 h 2360402"/>
                    <a:gd name="connsiteX3539" fmla="*/ 237444 w 1440502"/>
                    <a:gd name="connsiteY3539" fmla="*/ 633201 h 2360402"/>
                    <a:gd name="connsiteX3540" fmla="*/ 236449 w 1440502"/>
                    <a:gd name="connsiteY3540" fmla="*/ 632795 h 2360402"/>
                    <a:gd name="connsiteX3541" fmla="*/ 232015 w 1440502"/>
                    <a:gd name="connsiteY3541" fmla="*/ 630654 h 2360402"/>
                    <a:gd name="connsiteX3542" fmla="*/ 227408 w 1440502"/>
                    <a:gd name="connsiteY3542" fmla="*/ 630619 h 2360402"/>
                    <a:gd name="connsiteX3543" fmla="*/ 223993 w 1440502"/>
                    <a:gd name="connsiteY3543" fmla="*/ 632784 h 2360402"/>
                    <a:gd name="connsiteX3544" fmla="*/ 217441 w 1440502"/>
                    <a:gd name="connsiteY3544" fmla="*/ 630203 h 2360402"/>
                    <a:gd name="connsiteX3545" fmla="*/ 216862 w 1440502"/>
                    <a:gd name="connsiteY3545" fmla="*/ 633710 h 2360402"/>
                    <a:gd name="connsiteX3546" fmla="*/ 212348 w 1440502"/>
                    <a:gd name="connsiteY3546" fmla="*/ 632066 h 2360402"/>
                    <a:gd name="connsiteX3547" fmla="*/ 208366 w 1440502"/>
                    <a:gd name="connsiteY3547" fmla="*/ 634729 h 2360402"/>
                    <a:gd name="connsiteX3548" fmla="*/ 206595 w 1440502"/>
                    <a:gd name="connsiteY3548" fmla="*/ 635851 h 2360402"/>
                    <a:gd name="connsiteX3549" fmla="*/ 206294 w 1440502"/>
                    <a:gd name="connsiteY3549" fmla="*/ 631418 h 2360402"/>
                    <a:gd name="connsiteX3550" fmla="*/ 203573 w 1440502"/>
                    <a:gd name="connsiteY3550" fmla="*/ 630781 h 2360402"/>
                    <a:gd name="connsiteX3551" fmla="*/ 201536 w 1440502"/>
                    <a:gd name="connsiteY3551" fmla="*/ 630318 h 2360402"/>
                    <a:gd name="connsiteX3552" fmla="*/ 201513 w 1440502"/>
                    <a:gd name="connsiteY3552" fmla="*/ 627494 h 2360402"/>
                    <a:gd name="connsiteX3553" fmla="*/ 199881 w 1440502"/>
                    <a:gd name="connsiteY3553" fmla="*/ 625723 h 2360402"/>
                    <a:gd name="connsiteX3554" fmla="*/ 199626 w 1440502"/>
                    <a:gd name="connsiteY3554" fmla="*/ 625028 h 2360402"/>
                    <a:gd name="connsiteX3555" fmla="*/ 195991 w 1440502"/>
                    <a:gd name="connsiteY3555" fmla="*/ 624623 h 2360402"/>
                    <a:gd name="connsiteX3556" fmla="*/ 196998 w 1440502"/>
                    <a:gd name="connsiteY3556" fmla="*/ 620560 h 2360402"/>
                    <a:gd name="connsiteX3557" fmla="*/ 198376 w 1440502"/>
                    <a:gd name="connsiteY3557" fmla="*/ 620814 h 2360402"/>
                    <a:gd name="connsiteX3558" fmla="*/ 201004 w 1440502"/>
                    <a:gd name="connsiteY3558" fmla="*/ 623465 h 2360402"/>
                    <a:gd name="connsiteX3559" fmla="*/ 203214 w 1440502"/>
                    <a:gd name="connsiteY3559" fmla="*/ 622759 h 2360402"/>
                    <a:gd name="connsiteX3560" fmla="*/ 202265 w 1440502"/>
                    <a:gd name="connsiteY3560" fmla="*/ 617631 h 2360402"/>
                    <a:gd name="connsiteX3561" fmla="*/ 202173 w 1440502"/>
                    <a:gd name="connsiteY3561" fmla="*/ 617191 h 2360402"/>
                    <a:gd name="connsiteX3562" fmla="*/ 201895 w 1440502"/>
                    <a:gd name="connsiteY3562" fmla="*/ 617133 h 2360402"/>
                    <a:gd name="connsiteX3563" fmla="*/ 201883 w 1440502"/>
                    <a:gd name="connsiteY3563" fmla="*/ 617099 h 2360402"/>
                    <a:gd name="connsiteX3564" fmla="*/ 195725 w 1440502"/>
                    <a:gd name="connsiteY3564" fmla="*/ 615802 h 2360402"/>
                    <a:gd name="connsiteX3565" fmla="*/ 189138 w 1440502"/>
                    <a:gd name="connsiteY3565" fmla="*/ 611403 h 2360402"/>
                    <a:gd name="connsiteX3566" fmla="*/ 186707 w 1440502"/>
                    <a:gd name="connsiteY3566" fmla="*/ 604516 h 2360402"/>
                    <a:gd name="connsiteX3567" fmla="*/ 188096 w 1440502"/>
                    <a:gd name="connsiteY3567" fmla="*/ 598832 h 2360402"/>
                    <a:gd name="connsiteX3568" fmla="*/ 181602 w 1440502"/>
                    <a:gd name="connsiteY3568" fmla="*/ 588529 h 2360402"/>
                    <a:gd name="connsiteX3569" fmla="*/ 176810 w 1440502"/>
                    <a:gd name="connsiteY3569" fmla="*/ 583100 h 2360402"/>
                    <a:gd name="connsiteX3570" fmla="*/ 168047 w 1440502"/>
                    <a:gd name="connsiteY3570" fmla="*/ 577717 h 2360402"/>
                    <a:gd name="connsiteX3571" fmla="*/ 163660 w 1440502"/>
                    <a:gd name="connsiteY3571" fmla="*/ 579766 h 2360402"/>
                    <a:gd name="connsiteX3572" fmla="*/ 162155 w 1440502"/>
                    <a:gd name="connsiteY3572" fmla="*/ 578377 h 2360402"/>
                    <a:gd name="connsiteX3573" fmla="*/ 162884 w 1440502"/>
                    <a:gd name="connsiteY3573" fmla="*/ 572485 h 2360402"/>
                    <a:gd name="connsiteX3574" fmla="*/ 165894 w 1440502"/>
                    <a:gd name="connsiteY3574" fmla="*/ 570344 h 2360402"/>
                    <a:gd name="connsiteX3575" fmla="*/ 165142 w 1440502"/>
                    <a:gd name="connsiteY3575" fmla="*/ 565632 h 2360402"/>
                    <a:gd name="connsiteX3576" fmla="*/ 173546 w 1440502"/>
                    <a:gd name="connsiteY3576" fmla="*/ 552818 h 2360402"/>
                    <a:gd name="connsiteX3577" fmla="*/ 173441 w 1440502"/>
                    <a:gd name="connsiteY3577" fmla="*/ 544576 h 2360402"/>
                    <a:gd name="connsiteX3578" fmla="*/ 174101 w 1440502"/>
                    <a:gd name="connsiteY3578" fmla="*/ 544610 h 2360402"/>
                    <a:gd name="connsiteX3579" fmla="*/ 178778 w 1440502"/>
                    <a:gd name="connsiteY3579" fmla="*/ 544958 h 2360402"/>
                    <a:gd name="connsiteX3580" fmla="*/ 183154 w 1440502"/>
                    <a:gd name="connsiteY3580" fmla="*/ 539563 h 2360402"/>
                    <a:gd name="connsiteX3581" fmla="*/ 189879 w 1440502"/>
                    <a:gd name="connsiteY3581" fmla="*/ 538973 h 2360402"/>
                    <a:gd name="connsiteX3582" fmla="*/ 193433 w 1440502"/>
                    <a:gd name="connsiteY3582" fmla="*/ 541728 h 2360402"/>
                    <a:gd name="connsiteX3583" fmla="*/ 193537 w 1440502"/>
                    <a:gd name="connsiteY3583" fmla="*/ 542920 h 2360402"/>
                    <a:gd name="connsiteX3584" fmla="*/ 191836 w 1440502"/>
                    <a:gd name="connsiteY3584" fmla="*/ 544911 h 2360402"/>
                    <a:gd name="connsiteX3585" fmla="*/ 199348 w 1440502"/>
                    <a:gd name="connsiteY3585" fmla="*/ 544796 h 2360402"/>
                    <a:gd name="connsiteX3586" fmla="*/ 200263 w 1440502"/>
                    <a:gd name="connsiteY3586" fmla="*/ 547238 h 2360402"/>
                    <a:gd name="connsiteX3587" fmla="*/ 202937 w 1440502"/>
                    <a:gd name="connsiteY3587" fmla="*/ 546648 h 2360402"/>
                    <a:gd name="connsiteX3588" fmla="*/ 202960 w 1440502"/>
                    <a:gd name="connsiteY3588" fmla="*/ 546682 h 2360402"/>
                    <a:gd name="connsiteX3589" fmla="*/ 203573 w 1440502"/>
                    <a:gd name="connsiteY3589" fmla="*/ 548894 h 2360402"/>
                    <a:gd name="connsiteX3590" fmla="*/ 203932 w 1440502"/>
                    <a:gd name="connsiteY3590" fmla="*/ 550201 h 2360402"/>
                    <a:gd name="connsiteX3591" fmla="*/ 206329 w 1440502"/>
                    <a:gd name="connsiteY3591" fmla="*/ 551324 h 2360402"/>
                    <a:gd name="connsiteX3592" fmla="*/ 207937 w 1440502"/>
                    <a:gd name="connsiteY3592" fmla="*/ 550433 h 2360402"/>
                    <a:gd name="connsiteX3593" fmla="*/ 207544 w 1440502"/>
                    <a:gd name="connsiteY3593" fmla="*/ 549634 h 2360402"/>
                    <a:gd name="connsiteX3594" fmla="*/ 205402 w 1440502"/>
                    <a:gd name="connsiteY3594" fmla="*/ 545282 h 2360402"/>
                    <a:gd name="connsiteX3595" fmla="*/ 210565 w 1440502"/>
                    <a:gd name="connsiteY3595" fmla="*/ 544217 h 2360402"/>
                    <a:gd name="connsiteX3596" fmla="*/ 209477 w 1440502"/>
                    <a:gd name="connsiteY3596" fmla="*/ 542469 h 2360402"/>
                    <a:gd name="connsiteX3597" fmla="*/ 208204 w 1440502"/>
                    <a:gd name="connsiteY3597" fmla="*/ 538684 h 2360402"/>
                    <a:gd name="connsiteX3598" fmla="*/ 208956 w 1440502"/>
                    <a:gd name="connsiteY3598" fmla="*/ 537561 h 2360402"/>
                    <a:gd name="connsiteX3599" fmla="*/ 206745 w 1440502"/>
                    <a:gd name="connsiteY3599" fmla="*/ 538383 h 2360402"/>
                    <a:gd name="connsiteX3600" fmla="*/ 203921 w 1440502"/>
                    <a:gd name="connsiteY3600" fmla="*/ 537827 h 2360402"/>
                    <a:gd name="connsiteX3601" fmla="*/ 206386 w 1440502"/>
                    <a:gd name="connsiteY3601" fmla="*/ 534042 h 2360402"/>
                    <a:gd name="connsiteX3602" fmla="*/ 203689 w 1440502"/>
                    <a:gd name="connsiteY3602" fmla="*/ 526934 h 2360402"/>
                    <a:gd name="connsiteX3603" fmla="*/ 203573 w 1440502"/>
                    <a:gd name="connsiteY3603" fmla="*/ 526922 h 2360402"/>
                    <a:gd name="connsiteX3604" fmla="*/ 183779 w 1440502"/>
                    <a:gd name="connsiteY3604" fmla="*/ 525082 h 2360402"/>
                    <a:gd name="connsiteX3605" fmla="*/ 180213 w 1440502"/>
                    <a:gd name="connsiteY3605" fmla="*/ 519410 h 2360402"/>
                    <a:gd name="connsiteX3606" fmla="*/ 176370 w 1440502"/>
                    <a:gd name="connsiteY3606" fmla="*/ 516851 h 2360402"/>
                    <a:gd name="connsiteX3607" fmla="*/ 169853 w 1440502"/>
                    <a:gd name="connsiteY3607" fmla="*/ 515867 h 2360402"/>
                    <a:gd name="connsiteX3608" fmla="*/ 167700 w 1440502"/>
                    <a:gd name="connsiteY3608" fmla="*/ 513286 h 2360402"/>
                    <a:gd name="connsiteX3609" fmla="*/ 168209 w 1440502"/>
                    <a:gd name="connsiteY3609" fmla="*/ 511932 h 2360402"/>
                    <a:gd name="connsiteX3610" fmla="*/ 170513 w 1440502"/>
                    <a:gd name="connsiteY3610" fmla="*/ 505912 h 2360402"/>
                    <a:gd name="connsiteX3611" fmla="*/ 169182 w 1440502"/>
                    <a:gd name="connsiteY3611" fmla="*/ 501409 h 2360402"/>
                    <a:gd name="connsiteX3612" fmla="*/ 172446 w 1440502"/>
                    <a:gd name="connsiteY3612" fmla="*/ 493827 h 2360402"/>
                    <a:gd name="connsiteX3613" fmla="*/ 172932 w 1440502"/>
                    <a:gd name="connsiteY3613" fmla="*/ 487912 h 2360402"/>
                    <a:gd name="connsiteX3614" fmla="*/ 169668 w 1440502"/>
                    <a:gd name="connsiteY3614" fmla="*/ 473095 h 2360402"/>
                    <a:gd name="connsiteX3615" fmla="*/ 169378 w 1440502"/>
                    <a:gd name="connsiteY3615" fmla="*/ 464841 h 2360402"/>
                    <a:gd name="connsiteX3616" fmla="*/ 172145 w 1440502"/>
                    <a:gd name="connsiteY3616" fmla="*/ 459724 h 2360402"/>
                    <a:gd name="connsiteX3617" fmla="*/ 170953 w 1440502"/>
                    <a:gd name="connsiteY3617" fmla="*/ 449561 h 2360402"/>
                    <a:gd name="connsiteX3618" fmla="*/ 173951 w 1440502"/>
                    <a:gd name="connsiteY3618" fmla="*/ 447697 h 2360402"/>
                    <a:gd name="connsiteX3619" fmla="*/ 177111 w 1440502"/>
                    <a:gd name="connsiteY3619" fmla="*/ 449781 h 2360402"/>
                    <a:gd name="connsiteX3620" fmla="*/ 181834 w 1440502"/>
                    <a:gd name="connsiteY3620" fmla="*/ 449815 h 2360402"/>
                    <a:gd name="connsiteX3621" fmla="*/ 187969 w 1440502"/>
                    <a:gd name="connsiteY3621" fmla="*/ 443426 h 2360402"/>
                    <a:gd name="connsiteX3622" fmla="*/ 194672 w 1440502"/>
                    <a:gd name="connsiteY3622" fmla="*/ 446794 h 2360402"/>
                    <a:gd name="connsiteX3623" fmla="*/ 197473 w 1440502"/>
                    <a:gd name="connsiteY3623" fmla="*/ 446505 h 2360402"/>
                    <a:gd name="connsiteX3624" fmla="*/ 199557 w 1440502"/>
                    <a:gd name="connsiteY3624" fmla="*/ 443484 h 2360402"/>
                    <a:gd name="connsiteX3625" fmla="*/ 201999 w 1440502"/>
                    <a:gd name="connsiteY3625" fmla="*/ 445428 h 2360402"/>
                    <a:gd name="connsiteX3626" fmla="*/ 203573 w 1440502"/>
                    <a:gd name="connsiteY3626" fmla="*/ 445046 h 2360402"/>
                    <a:gd name="connsiteX3627" fmla="*/ 206942 w 1440502"/>
                    <a:gd name="connsiteY3627" fmla="*/ 444224 h 2360402"/>
                    <a:gd name="connsiteX3628" fmla="*/ 207127 w 1440502"/>
                    <a:gd name="connsiteY3628" fmla="*/ 446007 h 2360402"/>
                    <a:gd name="connsiteX3629" fmla="*/ 207903 w 1440502"/>
                    <a:gd name="connsiteY3629" fmla="*/ 446262 h 2360402"/>
                    <a:gd name="connsiteX3630" fmla="*/ 207891 w 1440502"/>
                    <a:gd name="connsiteY3630" fmla="*/ 446389 h 2360402"/>
                    <a:gd name="connsiteX3631" fmla="*/ 211908 w 1440502"/>
                    <a:gd name="connsiteY3631" fmla="*/ 448102 h 2360402"/>
                    <a:gd name="connsiteX3632" fmla="*/ 208968 w 1440502"/>
                    <a:gd name="connsiteY3632" fmla="*/ 453925 h 2360402"/>
                    <a:gd name="connsiteX3633" fmla="*/ 210010 w 1440502"/>
                    <a:gd name="connsiteY3633" fmla="*/ 455766 h 2360402"/>
                    <a:gd name="connsiteX3634" fmla="*/ 208424 w 1440502"/>
                    <a:gd name="connsiteY3634" fmla="*/ 456367 h 2360402"/>
                    <a:gd name="connsiteX3635" fmla="*/ 208563 w 1440502"/>
                    <a:gd name="connsiteY3635" fmla="*/ 460199 h 2360402"/>
                    <a:gd name="connsiteX3636" fmla="*/ 212556 w 1440502"/>
                    <a:gd name="connsiteY3636" fmla="*/ 461044 h 2360402"/>
                    <a:gd name="connsiteX3637" fmla="*/ 210681 w 1440502"/>
                    <a:gd name="connsiteY3637" fmla="*/ 465767 h 2360402"/>
                    <a:gd name="connsiteX3638" fmla="*/ 212799 w 1440502"/>
                    <a:gd name="connsiteY3638" fmla="*/ 466751 h 2360402"/>
                    <a:gd name="connsiteX3639" fmla="*/ 213123 w 1440502"/>
                    <a:gd name="connsiteY3639" fmla="*/ 469101 h 2360402"/>
                    <a:gd name="connsiteX3640" fmla="*/ 216075 w 1440502"/>
                    <a:gd name="connsiteY3640" fmla="*/ 467399 h 2360402"/>
                    <a:gd name="connsiteX3641" fmla="*/ 215126 w 1440502"/>
                    <a:gd name="connsiteY3641" fmla="*/ 470050 h 2360402"/>
                    <a:gd name="connsiteX3642" fmla="*/ 217673 w 1440502"/>
                    <a:gd name="connsiteY3642" fmla="*/ 473095 h 2360402"/>
                    <a:gd name="connsiteX3643" fmla="*/ 217152 w 1440502"/>
                    <a:gd name="connsiteY3643" fmla="*/ 475340 h 2360402"/>
                    <a:gd name="connsiteX3644" fmla="*/ 215751 w 1440502"/>
                    <a:gd name="connsiteY3644" fmla="*/ 477852 h 2360402"/>
                    <a:gd name="connsiteX3645" fmla="*/ 216365 w 1440502"/>
                    <a:gd name="connsiteY3645" fmla="*/ 478686 h 2360402"/>
                    <a:gd name="connsiteX3646" fmla="*/ 214605 w 1440502"/>
                    <a:gd name="connsiteY3646" fmla="*/ 486291 h 2360402"/>
                    <a:gd name="connsiteX3647" fmla="*/ 227837 w 1440502"/>
                    <a:gd name="connsiteY3647" fmla="*/ 505727 h 2360402"/>
                    <a:gd name="connsiteX3648" fmla="*/ 229110 w 1440502"/>
                    <a:gd name="connsiteY3648" fmla="*/ 506942 h 2360402"/>
                    <a:gd name="connsiteX3649" fmla="*/ 232803 w 1440502"/>
                    <a:gd name="connsiteY3649" fmla="*/ 506167 h 2360402"/>
                    <a:gd name="connsiteX3650" fmla="*/ 234134 w 1440502"/>
                    <a:gd name="connsiteY3650" fmla="*/ 507892 h 2360402"/>
                    <a:gd name="connsiteX3651" fmla="*/ 236530 w 1440502"/>
                    <a:gd name="connsiteY3651" fmla="*/ 503308 h 2360402"/>
                    <a:gd name="connsiteX3652" fmla="*/ 232617 w 1440502"/>
                    <a:gd name="connsiteY3652" fmla="*/ 501606 h 2360402"/>
                    <a:gd name="connsiteX3653" fmla="*/ 233844 w 1440502"/>
                    <a:gd name="connsiteY3653" fmla="*/ 500865 h 2360402"/>
                    <a:gd name="connsiteX3654" fmla="*/ 228901 w 1440502"/>
                    <a:gd name="connsiteY3654" fmla="*/ 493121 h 2360402"/>
                    <a:gd name="connsiteX3655" fmla="*/ 233416 w 1440502"/>
                    <a:gd name="connsiteY3655" fmla="*/ 489440 h 2360402"/>
                    <a:gd name="connsiteX3656" fmla="*/ 236252 w 1440502"/>
                    <a:gd name="connsiteY3656" fmla="*/ 491303 h 2360402"/>
                    <a:gd name="connsiteX3657" fmla="*/ 234307 w 1440502"/>
                    <a:gd name="connsiteY3657" fmla="*/ 495066 h 2360402"/>
                    <a:gd name="connsiteX3658" fmla="*/ 242468 w 1440502"/>
                    <a:gd name="connsiteY3658" fmla="*/ 493422 h 2360402"/>
                    <a:gd name="connsiteX3659" fmla="*/ 242295 w 1440502"/>
                    <a:gd name="connsiteY3659" fmla="*/ 488491 h 2360402"/>
                    <a:gd name="connsiteX3660" fmla="*/ 238162 w 1440502"/>
                    <a:gd name="connsiteY3660" fmla="*/ 488305 h 2360402"/>
                    <a:gd name="connsiteX3661" fmla="*/ 236993 w 1440502"/>
                    <a:gd name="connsiteY3661" fmla="*/ 486430 h 2360402"/>
                    <a:gd name="connsiteX3662" fmla="*/ 241612 w 1440502"/>
                    <a:gd name="connsiteY3662" fmla="*/ 479137 h 2360402"/>
                    <a:gd name="connsiteX3663" fmla="*/ 243036 w 1440502"/>
                    <a:gd name="connsiteY3663" fmla="*/ 466612 h 2360402"/>
                    <a:gd name="connsiteX3664" fmla="*/ 240651 w 1440502"/>
                    <a:gd name="connsiteY3664" fmla="*/ 463440 h 2360402"/>
                    <a:gd name="connsiteX3665" fmla="*/ 238868 w 1440502"/>
                    <a:gd name="connsiteY3665" fmla="*/ 463301 h 2360402"/>
                    <a:gd name="connsiteX3666" fmla="*/ 238683 w 1440502"/>
                    <a:gd name="connsiteY3666" fmla="*/ 465003 h 2360402"/>
                    <a:gd name="connsiteX3667" fmla="*/ 236229 w 1440502"/>
                    <a:gd name="connsiteY3667" fmla="*/ 457687 h 2360402"/>
                    <a:gd name="connsiteX3668" fmla="*/ 227130 w 1440502"/>
                    <a:gd name="connsiteY3668" fmla="*/ 453369 h 2360402"/>
                    <a:gd name="connsiteX3669" fmla="*/ 224595 w 1440502"/>
                    <a:gd name="connsiteY3669" fmla="*/ 453832 h 2360402"/>
                    <a:gd name="connsiteX3670" fmla="*/ 226123 w 1440502"/>
                    <a:gd name="connsiteY3670" fmla="*/ 449769 h 2360402"/>
                    <a:gd name="connsiteX3671" fmla="*/ 223542 w 1440502"/>
                    <a:gd name="connsiteY3671" fmla="*/ 447778 h 2360402"/>
                    <a:gd name="connsiteX3672" fmla="*/ 223576 w 1440502"/>
                    <a:gd name="connsiteY3672" fmla="*/ 447662 h 2360402"/>
                    <a:gd name="connsiteX3673" fmla="*/ 224479 w 1440502"/>
                    <a:gd name="connsiteY3673" fmla="*/ 445162 h 2360402"/>
                    <a:gd name="connsiteX3674" fmla="*/ 221122 w 1440502"/>
                    <a:gd name="connsiteY3674" fmla="*/ 440427 h 2360402"/>
                    <a:gd name="connsiteX3675" fmla="*/ 222859 w 1440502"/>
                    <a:gd name="connsiteY3675" fmla="*/ 438309 h 2360402"/>
                    <a:gd name="connsiteX3676" fmla="*/ 225232 w 1440502"/>
                    <a:gd name="connsiteY3676" fmla="*/ 437823 h 2360402"/>
                    <a:gd name="connsiteX3677" fmla="*/ 224132 w 1440502"/>
                    <a:gd name="connsiteY3677" fmla="*/ 436769 h 2360402"/>
                    <a:gd name="connsiteX3678" fmla="*/ 224202 w 1440502"/>
                    <a:gd name="connsiteY3678" fmla="*/ 436677 h 2360402"/>
                    <a:gd name="connsiteX3679" fmla="*/ 222813 w 1440502"/>
                    <a:gd name="connsiteY3679" fmla="*/ 435473 h 2360402"/>
                    <a:gd name="connsiteX3680" fmla="*/ 221504 w 1440502"/>
                    <a:gd name="connsiteY3680" fmla="*/ 434200 h 2360402"/>
                    <a:gd name="connsiteX3681" fmla="*/ 225232 w 1440502"/>
                    <a:gd name="connsiteY3681" fmla="*/ 430229 h 2360402"/>
                    <a:gd name="connsiteX3682" fmla="*/ 225197 w 1440502"/>
                    <a:gd name="connsiteY3682" fmla="*/ 426050 h 2360402"/>
                    <a:gd name="connsiteX3683" fmla="*/ 234342 w 1440502"/>
                    <a:gd name="connsiteY3683" fmla="*/ 414081 h 2360402"/>
                    <a:gd name="connsiteX3684" fmla="*/ 239065 w 1440502"/>
                    <a:gd name="connsiteY3684" fmla="*/ 414231 h 2360402"/>
                    <a:gd name="connsiteX3685" fmla="*/ 241149 w 1440502"/>
                    <a:gd name="connsiteY3685" fmla="*/ 416685 h 2360402"/>
                    <a:gd name="connsiteX3686" fmla="*/ 242549 w 1440502"/>
                    <a:gd name="connsiteY3686" fmla="*/ 416269 h 2360402"/>
                    <a:gd name="connsiteX3687" fmla="*/ 242584 w 1440502"/>
                    <a:gd name="connsiteY3687" fmla="*/ 418549 h 2360402"/>
                    <a:gd name="connsiteX3688" fmla="*/ 245756 w 1440502"/>
                    <a:gd name="connsiteY3688" fmla="*/ 417530 h 2360402"/>
                    <a:gd name="connsiteX3689" fmla="*/ 245779 w 1440502"/>
                    <a:gd name="connsiteY3689" fmla="*/ 417669 h 2360402"/>
                    <a:gd name="connsiteX3690" fmla="*/ 245629 w 1440502"/>
                    <a:gd name="connsiteY3690" fmla="*/ 420864 h 2360402"/>
                    <a:gd name="connsiteX3691" fmla="*/ 247921 w 1440502"/>
                    <a:gd name="connsiteY3691" fmla="*/ 421466 h 2360402"/>
                    <a:gd name="connsiteX3692" fmla="*/ 249344 w 1440502"/>
                    <a:gd name="connsiteY3692" fmla="*/ 419753 h 2360402"/>
                    <a:gd name="connsiteX3693" fmla="*/ 251961 w 1440502"/>
                    <a:gd name="connsiteY3693" fmla="*/ 418885 h 2360402"/>
                    <a:gd name="connsiteX3694" fmla="*/ 252701 w 1440502"/>
                    <a:gd name="connsiteY3694" fmla="*/ 421802 h 2360402"/>
                    <a:gd name="connsiteX3695" fmla="*/ 254866 w 1440502"/>
                    <a:gd name="connsiteY3695" fmla="*/ 421952 h 2360402"/>
                    <a:gd name="connsiteX3696" fmla="*/ 251984 w 1440502"/>
                    <a:gd name="connsiteY3696" fmla="*/ 427729 h 2360402"/>
                    <a:gd name="connsiteX3697" fmla="*/ 255491 w 1440502"/>
                    <a:gd name="connsiteY3697" fmla="*/ 430021 h 2360402"/>
                    <a:gd name="connsiteX3698" fmla="*/ 253685 w 1440502"/>
                    <a:gd name="connsiteY3698" fmla="*/ 435022 h 2360402"/>
                    <a:gd name="connsiteX3699" fmla="*/ 253720 w 1440502"/>
                    <a:gd name="connsiteY3699" fmla="*/ 435137 h 2360402"/>
                    <a:gd name="connsiteX3700" fmla="*/ 253674 w 1440502"/>
                    <a:gd name="connsiteY3700" fmla="*/ 435276 h 2360402"/>
                    <a:gd name="connsiteX3701" fmla="*/ 254855 w 1440502"/>
                    <a:gd name="connsiteY3701" fmla="*/ 441180 h 2360402"/>
                    <a:gd name="connsiteX3702" fmla="*/ 257563 w 1440502"/>
                    <a:gd name="connsiteY3702" fmla="*/ 444375 h 2360402"/>
                    <a:gd name="connsiteX3703" fmla="*/ 257019 w 1440502"/>
                    <a:gd name="connsiteY3703" fmla="*/ 447593 h 2360402"/>
                    <a:gd name="connsiteX3704" fmla="*/ 258304 w 1440502"/>
                    <a:gd name="connsiteY3704" fmla="*/ 448264 h 2360402"/>
                    <a:gd name="connsiteX3705" fmla="*/ 258304 w 1440502"/>
                    <a:gd name="connsiteY3705" fmla="*/ 448588 h 2360402"/>
                    <a:gd name="connsiteX3706" fmla="*/ 259878 w 1440502"/>
                    <a:gd name="connsiteY3706" fmla="*/ 449098 h 2360402"/>
                    <a:gd name="connsiteX3707" fmla="*/ 266928 w 1440502"/>
                    <a:gd name="connsiteY3707" fmla="*/ 452802 h 2360402"/>
                    <a:gd name="connsiteX3708" fmla="*/ 273110 w 1440502"/>
                    <a:gd name="connsiteY3708" fmla="*/ 453450 h 2360402"/>
                    <a:gd name="connsiteX3709" fmla="*/ 273168 w 1440502"/>
                    <a:gd name="connsiteY3709" fmla="*/ 454018 h 2360402"/>
                    <a:gd name="connsiteX3710" fmla="*/ 273191 w 1440502"/>
                    <a:gd name="connsiteY3710" fmla="*/ 455094 h 2360402"/>
                    <a:gd name="connsiteX3711" fmla="*/ 273260 w 1440502"/>
                    <a:gd name="connsiteY3711" fmla="*/ 455094 h 2360402"/>
                    <a:gd name="connsiteX3712" fmla="*/ 273307 w 1440502"/>
                    <a:gd name="connsiteY3712" fmla="*/ 455522 h 2360402"/>
                    <a:gd name="connsiteX3713" fmla="*/ 277057 w 1440502"/>
                    <a:gd name="connsiteY3713" fmla="*/ 455522 h 2360402"/>
                    <a:gd name="connsiteX3714" fmla="*/ 279176 w 1440502"/>
                    <a:gd name="connsiteY3714" fmla="*/ 458798 h 2360402"/>
                    <a:gd name="connsiteX3715" fmla="*/ 283366 w 1440502"/>
                    <a:gd name="connsiteY3715" fmla="*/ 459944 h 2360402"/>
                    <a:gd name="connsiteX3716" fmla="*/ 284222 w 1440502"/>
                    <a:gd name="connsiteY3716" fmla="*/ 458729 h 2360402"/>
                    <a:gd name="connsiteX3717" fmla="*/ 284593 w 1440502"/>
                    <a:gd name="connsiteY3717" fmla="*/ 453624 h 2360402"/>
                    <a:gd name="connsiteX3718" fmla="*/ 283412 w 1440502"/>
                    <a:gd name="connsiteY3718" fmla="*/ 451922 h 2360402"/>
                    <a:gd name="connsiteX3719" fmla="*/ 283933 w 1440502"/>
                    <a:gd name="connsiteY3719" fmla="*/ 449526 h 2360402"/>
                    <a:gd name="connsiteX3720" fmla="*/ 284037 w 1440502"/>
                    <a:gd name="connsiteY3720" fmla="*/ 449283 h 2360402"/>
                    <a:gd name="connsiteX3721" fmla="*/ 284269 w 1440502"/>
                    <a:gd name="connsiteY3721" fmla="*/ 449248 h 2360402"/>
                    <a:gd name="connsiteX3722" fmla="*/ 287985 w 1440502"/>
                    <a:gd name="connsiteY3722" fmla="*/ 449028 h 2360402"/>
                    <a:gd name="connsiteX3723" fmla="*/ 288019 w 1440502"/>
                    <a:gd name="connsiteY3723" fmla="*/ 446621 h 2360402"/>
                    <a:gd name="connsiteX3724" fmla="*/ 288367 w 1440502"/>
                    <a:gd name="connsiteY3724" fmla="*/ 446528 h 2360402"/>
                    <a:gd name="connsiteX3725" fmla="*/ 288043 w 1440502"/>
                    <a:gd name="connsiteY3725" fmla="*/ 445393 h 2360402"/>
                    <a:gd name="connsiteX3726" fmla="*/ 288066 w 1440502"/>
                    <a:gd name="connsiteY3726" fmla="*/ 443761 h 2360402"/>
                    <a:gd name="connsiteX3727" fmla="*/ 291562 w 1440502"/>
                    <a:gd name="connsiteY3727" fmla="*/ 441377 h 2360402"/>
                    <a:gd name="connsiteX3728" fmla="*/ 289003 w 1440502"/>
                    <a:gd name="connsiteY3728" fmla="*/ 439119 h 2360402"/>
                    <a:gd name="connsiteX3729" fmla="*/ 289999 w 1440502"/>
                    <a:gd name="connsiteY3729" fmla="*/ 435103 h 2360402"/>
                    <a:gd name="connsiteX3730" fmla="*/ 295243 w 1440502"/>
                    <a:gd name="connsiteY3730" fmla="*/ 426154 h 2360402"/>
                    <a:gd name="connsiteX3731" fmla="*/ 298033 w 1440502"/>
                    <a:gd name="connsiteY3731" fmla="*/ 428690 h 2360402"/>
                    <a:gd name="connsiteX3732" fmla="*/ 302686 w 1440502"/>
                    <a:gd name="connsiteY3732" fmla="*/ 429187 h 2360402"/>
                    <a:gd name="connsiteX3733" fmla="*/ 304943 w 1440502"/>
                    <a:gd name="connsiteY3733" fmla="*/ 432498 h 2360402"/>
                    <a:gd name="connsiteX3734" fmla="*/ 309273 w 1440502"/>
                    <a:gd name="connsiteY3734" fmla="*/ 435461 h 2360402"/>
                    <a:gd name="connsiteX3735" fmla="*/ 317330 w 1440502"/>
                    <a:gd name="connsiteY3735" fmla="*/ 440983 h 2360402"/>
                    <a:gd name="connsiteX3736" fmla="*/ 321022 w 1440502"/>
                    <a:gd name="connsiteY3736" fmla="*/ 445162 h 2360402"/>
                    <a:gd name="connsiteX3737" fmla="*/ 321995 w 1440502"/>
                    <a:gd name="connsiteY3737" fmla="*/ 447489 h 2360402"/>
                    <a:gd name="connsiteX3738" fmla="*/ 323858 w 1440502"/>
                    <a:gd name="connsiteY3738" fmla="*/ 452733 h 2360402"/>
                    <a:gd name="connsiteX3739" fmla="*/ 324321 w 1440502"/>
                    <a:gd name="connsiteY3739" fmla="*/ 453068 h 2360402"/>
                    <a:gd name="connsiteX3740" fmla="*/ 324541 w 1440502"/>
                    <a:gd name="connsiteY3740" fmla="*/ 453589 h 2360402"/>
                    <a:gd name="connsiteX3741" fmla="*/ 327539 w 1440502"/>
                    <a:gd name="connsiteY3741" fmla="*/ 455407 h 2360402"/>
                    <a:gd name="connsiteX3742" fmla="*/ 328859 w 1440502"/>
                    <a:gd name="connsiteY3742" fmla="*/ 456367 h 2360402"/>
                    <a:gd name="connsiteX3743" fmla="*/ 334242 w 1440502"/>
                    <a:gd name="connsiteY3743" fmla="*/ 459470 h 2360402"/>
                    <a:gd name="connsiteX3744" fmla="*/ 334265 w 1440502"/>
                    <a:gd name="connsiteY3744" fmla="*/ 459470 h 2360402"/>
                    <a:gd name="connsiteX3745" fmla="*/ 334404 w 1440502"/>
                    <a:gd name="connsiteY3745" fmla="*/ 459562 h 2360402"/>
                    <a:gd name="connsiteX3746" fmla="*/ 336765 w 1440502"/>
                    <a:gd name="connsiteY3746" fmla="*/ 460014 h 2360402"/>
                    <a:gd name="connsiteX3747" fmla="*/ 342553 w 1440502"/>
                    <a:gd name="connsiteY3747" fmla="*/ 461276 h 2360402"/>
                    <a:gd name="connsiteX3748" fmla="*/ 344834 w 1440502"/>
                    <a:gd name="connsiteY3748" fmla="*/ 463915 h 2360402"/>
                    <a:gd name="connsiteX3749" fmla="*/ 356838 w 1440502"/>
                    <a:gd name="connsiteY3749" fmla="*/ 469147 h 2360402"/>
                    <a:gd name="connsiteX3750" fmla="*/ 356074 w 1440502"/>
                    <a:gd name="connsiteY3750" fmla="*/ 468256 h 2360402"/>
                    <a:gd name="connsiteX3751" fmla="*/ 358077 w 1440502"/>
                    <a:gd name="connsiteY3751" fmla="*/ 468383 h 2360402"/>
                    <a:gd name="connsiteX3752" fmla="*/ 356491 w 1440502"/>
                    <a:gd name="connsiteY3752" fmla="*/ 465211 h 2360402"/>
                    <a:gd name="connsiteX3753" fmla="*/ 359142 w 1440502"/>
                    <a:gd name="connsiteY3753" fmla="*/ 466369 h 2360402"/>
                    <a:gd name="connsiteX3754" fmla="*/ 350275 w 1440502"/>
                    <a:gd name="connsiteY3754" fmla="*/ 459678 h 2360402"/>
                    <a:gd name="connsiteX3755" fmla="*/ 350483 w 1440502"/>
                    <a:gd name="connsiteY3755" fmla="*/ 455951 h 2360402"/>
                    <a:gd name="connsiteX3756" fmla="*/ 350078 w 1440502"/>
                    <a:gd name="connsiteY3756" fmla="*/ 455407 h 2360402"/>
                    <a:gd name="connsiteX3757" fmla="*/ 350078 w 1440502"/>
                    <a:gd name="connsiteY3757" fmla="*/ 454099 h 2360402"/>
                    <a:gd name="connsiteX3758" fmla="*/ 347045 w 1440502"/>
                    <a:gd name="connsiteY3758" fmla="*/ 452953 h 2360402"/>
                    <a:gd name="connsiteX3759" fmla="*/ 329693 w 1440502"/>
                    <a:gd name="connsiteY3759" fmla="*/ 445972 h 2360402"/>
                    <a:gd name="connsiteX3760" fmla="*/ 327621 w 1440502"/>
                    <a:gd name="connsiteY3760" fmla="*/ 438066 h 2360402"/>
                    <a:gd name="connsiteX3761" fmla="*/ 321277 w 1440502"/>
                    <a:gd name="connsiteY3761" fmla="*/ 429187 h 2360402"/>
                    <a:gd name="connsiteX3762" fmla="*/ 320895 w 1440502"/>
                    <a:gd name="connsiteY3762" fmla="*/ 429118 h 2360402"/>
                    <a:gd name="connsiteX3763" fmla="*/ 320849 w 1440502"/>
                    <a:gd name="connsiteY3763" fmla="*/ 429048 h 2360402"/>
                    <a:gd name="connsiteX3764" fmla="*/ 317040 w 1440502"/>
                    <a:gd name="connsiteY3764" fmla="*/ 428435 h 2360402"/>
                    <a:gd name="connsiteX3765" fmla="*/ 309273 w 1440502"/>
                    <a:gd name="connsiteY3765" fmla="*/ 427080 h 2360402"/>
                    <a:gd name="connsiteX3766" fmla="*/ 307432 w 1440502"/>
                    <a:gd name="connsiteY3766" fmla="*/ 426756 h 2360402"/>
                    <a:gd name="connsiteX3767" fmla="*/ 304214 w 1440502"/>
                    <a:gd name="connsiteY3767" fmla="*/ 424557 h 2360402"/>
                    <a:gd name="connsiteX3768" fmla="*/ 304191 w 1440502"/>
                    <a:gd name="connsiteY3768" fmla="*/ 422415 h 2360402"/>
                    <a:gd name="connsiteX3769" fmla="*/ 304376 w 1440502"/>
                    <a:gd name="connsiteY3769" fmla="*/ 419834 h 2360402"/>
                    <a:gd name="connsiteX3770" fmla="*/ 300927 w 1440502"/>
                    <a:gd name="connsiteY3770" fmla="*/ 415817 h 2360402"/>
                    <a:gd name="connsiteX3771" fmla="*/ 301505 w 1440502"/>
                    <a:gd name="connsiteY3771" fmla="*/ 413444 h 2360402"/>
                    <a:gd name="connsiteX3772" fmla="*/ 305985 w 1440502"/>
                    <a:gd name="connsiteY3772" fmla="*/ 413108 h 2360402"/>
                    <a:gd name="connsiteX3773" fmla="*/ 309273 w 1440502"/>
                    <a:gd name="connsiteY3773" fmla="*/ 414173 h 2360402"/>
                    <a:gd name="connsiteX3774" fmla="*/ 311472 w 1440502"/>
                    <a:gd name="connsiteY3774" fmla="*/ 414891 h 2360402"/>
                    <a:gd name="connsiteX3775" fmla="*/ 311692 w 1440502"/>
                    <a:gd name="connsiteY3775" fmla="*/ 414613 h 2360402"/>
                    <a:gd name="connsiteX3776" fmla="*/ 311808 w 1440502"/>
                    <a:gd name="connsiteY3776" fmla="*/ 414694 h 2360402"/>
                    <a:gd name="connsiteX3777" fmla="*/ 311796 w 1440502"/>
                    <a:gd name="connsiteY3777" fmla="*/ 414486 h 2360402"/>
                    <a:gd name="connsiteX3778" fmla="*/ 312641 w 1440502"/>
                    <a:gd name="connsiteY3778" fmla="*/ 413421 h 2360402"/>
                    <a:gd name="connsiteX3779" fmla="*/ 311681 w 1440502"/>
                    <a:gd name="connsiteY3779" fmla="*/ 410423 h 2360402"/>
                    <a:gd name="connsiteX3780" fmla="*/ 311727 w 1440502"/>
                    <a:gd name="connsiteY3780" fmla="*/ 410400 h 2360402"/>
                    <a:gd name="connsiteX3781" fmla="*/ 314760 w 1440502"/>
                    <a:gd name="connsiteY3781" fmla="*/ 409751 h 2360402"/>
                    <a:gd name="connsiteX3782" fmla="*/ 316172 w 1440502"/>
                    <a:gd name="connsiteY3782" fmla="*/ 410747 h 2360402"/>
                    <a:gd name="connsiteX3783" fmla="*/ 317619 w 1440502"/>
                    <a:gd name="connsiteY3783" fmla="*/ 412807 h 2360402"/>
                    <a:gd name="connsiteX3784" fmla="*/ 316867 w 1440502"/>
                    <a:gd name="connsiteY3784" fmla="*/ 416500 h 2360402"/>
                    <a:gd name="connsiteX3785" fmla="*/ 316681 w 1440502"/>
                    <a:gd name="connsiteY3785" fmla="*/ 416928 h 2360402"/>
                    <a:gd name="connsiteX3786" fmla="*/ 324148 w 1440502"/>
                    <a:gd name="connsiteY3786" fmla="*/ 424592 h 2360402"/>
                    <a:gd name="connsiteX3787" fmla="*/ 328720 w 1440502"/>
                    <a:gd name="connsiteY3787" fmla="*/ 427034 h 2360402"/>
                    <a:gd name="connsiteX3788" fmla="*/ 334404 w 1440502"/>
                    <a:gd name="connsiteY3788" fmla="*/ 427439 h 2360402"/>
                    <a:gd name="connsiteX3789" fmla="*/ 346570 w 1440502"/>
                    <a:gd name="connsiteY3789" fmla="*/ 424036 h 2360402"/>
                    <a:gd name="connsiteX3790" fmla="*/ 352636 w 1440502"/>
                    <a:gd name="connsiteY3790" fmla="*/ 424036 h 2360402"/>
                    <a:gd name="connsiteX3791" fmla="*/ 352312 w 1440502"/>
                    <a:gd name="connsiteY3791" fmla="*/ 426282 h 2360402"/>
                    <a:gd name="connsiteX3792" fmla="*/ 351675 w 1440502"/>
                    <a:gd name="connsiteY3792" fmla="*/ 426895 h 2360402"/>
                    <a:gd name="connsiteX3793" fmla="*/ 352856 w 1440502"/>
                    <a:gd name="connsiteY3793" fmla="*/ 426768 h 2360402"/>
                    <a:gd name="connsiteX3794" fmla="*/ 359350 w 1440502"/>
                    <a:gd name="connsiteY3794" fmla="*/ 429234 h 2360402"/>
                    <a:gd name="connsiteX3795" fmla="*/ 367823 w 1440502"/>
                    <a:gd name="connsiteY3795" fmla="*/ 440740 h 2360402"/>
                    <a:gd name="connsiteX3796" fmla="*/ 368101 w 1440502"/>
                    <a:gd name="connsiteY3796" fmla="*/ 440879 h 2360402"/>
                    <a:gd name="connsiteX3797" fmla="*/ 368136 w 1440502"/>
                    <a:gd name="connsiteY3797" fmla="*/ 440914 h 2360402"/>
                    <a:gd name="connsiteX3798" fmla="*/ 374503 w 1440502"/>
                    <a:gd name="connsiteY3798" fmla="*/ 443981 h 2360402"/>
                    <a:gd name="connsiteX3799" fmla="*/ 374364 w 1440502"/>
                    <a:gd name="connsiteY3799" fmla="*/ 445868 h 2360402"/>
                    <a:gd name="connsiteX3800" fmla="*/ 376621 w 1440502"/>
                    <a:gd name="connsiteY3800" fmla="*/ 446736 h 2360402"/>
                    <a:gd name="connsiteX3801" fmla="*/ 378531 w 1440502"/>
                    <a:gd name="connsiteY3801" fmla="*/ 449237 h 2360402"/>
                    <a:gd name="connsiteX3802" fmla="*/ 378960 w 1440502"/>
                    <a:gd name="connsiteY3802" fmla="*/ 450140 h 2360402"/>
                    <a:gd name="connsiteX3803" fmla="*/ 386449 w 1440502"/>
                    <a:gd name="connsiteY3803" fmla="*/ 450996 h 2360402"/>
                    <a:gd name="connsiteX3804" fmla="*/ 389725 w 1440502"/>
                    <a:gd name="connsiteY3804" fmla="*/ 457826 h 2360402"/>
                    <a:gd name="connsiteX3805" fmla="*/ 398395 w 1440502"/>
                    <a:gd name="connsiteY3805" fmla="*/ 477956 h 2360402"/>
                    <a:gd name="connsiteX3806" fmla="*/ 399472 w 1440502"/>
                    <a:gd name="connsiteY3806" fmla="*/ 478188 h 2360402"/>
                    <a:gd name="connsiteX3807" fmla="*/ 402042 w 1440502"/>
                    <a:gd name="connsiteY3807" fmla="*/ 483559 h 2360402"/>
                    <a:gd name="connsiteX3808" fmla="*/ 402875 w 1440502"/>
                    <a:gd name="connsiteY3808" fmla="*/ 484057 h 2360402"/>
                    <a:gd name="connsiteX3809" fmla="*/ 404727 w 1440502"/>
                    <a:gd name="connsiteY3809" fmla="*/ 479693 h 2360402"/>
                    <a:gd name="connsiteX3810" fmla="*/ 401278 w 1440502"/>
                    <a:gd name="connsiteY3810" fmla="*/ 471509 h 2360402"/>
                    <a:gd name="connsiteX3811" fmla="*/ 400838 w 1440502"/>
                    <a:gd name="connsiteY3811" fmla="*/ 469356 h 2360402"/>
                    <a:gd name="connsiteX3812" fmla="*/ 400155 w 1440502"/>
                    <a:gd name="connsiteY3812" fmla="*/ 468812 h 2360402"/>
                    <a:gd name="connsiteX3813" fmla="*/ 399611 w 1440502"/>
                    <a:gd name="connsiteY3813" fmla="*/ 467538 h 2360402"/>
                    <a:gd name="connsiteX3814" fmla="*/ 400572 w 1440502"/>
                    <a:gd name="connsiteY3814" fmla="*/ 465373 h 2360402"/>
                    <a:gd name="connsiteX3815" fmla="*/ 396300 w 1440502"/>
                    <a:gd name="connsiteY3815" fmla="*/ 459123 h 2360402"/>
                    <a:gd name="connsiteX3816" fmla="*/ 396219 w 1440502"/>
                    <a:gd name="connsiteY3816" fmla="*/ 458717 h 2360402"/>
                    <a:gd name="connsiteX3817" fmla="*/ 396624 w 1440502"/>
                    <a:gd name="connsiteY3817" fmla="*/ 457791 h 2360402"/>
                    <a:gd name="connsiteX3818" fmla="*/ 395629 w 1440502"/>
                    <a:gd name="connsiteY3818" fmla="*/ 455928 h 2360402"/>
                    <a:gd name="connsiteX3819" fmla="*/ 395328 w 1440502"/>
                    <a:gd name="connsiteY3819" fmla="*/ 454492 h 2360402"/>
                    <a:gd name="connsiteX3820" fmla="*/ 394402 w 1440502"/>
                    <a:gd name="connsiteY3820" fmla="*/ 453601 h 2360402"/>
                    <a:gd name="connsiteX3821" fmla="*/ 394066 w 1440502"/>
                    <a:gd name="connsiteY3821" fmla="*/ 452953 h 2360402"/>
                    <a:gd name="connsiteX3822" fmla="*/ 390941 w 1440502"/>
                    <a:gd name="connsiteY3822" fmla="*/ 450290 h 2360402"/>
                    <a:gd name="connsiteX3823" fmla="*/ 389436 w 1440502"/>
                    <a:gd name="connsiteY3823" fmla="*/ 448843 h 2360402"/>
                    <a:gd name="connsiteX3824" fmla="*/ 384956 w 1440502"/>
                    <a:gd name="connsiteY3824" fmla="*/ 447466 h 2360402"/>
                    <a:gd name="connsiteX3825" fmla="*/ 384227 w 1440502"/>
                    <a:gd name="connsiteY3825" fmla="*/ 444780 h 2360402"/>
                    <a:gd name="connsiteX3826" fmla="*/ 383949 w 1440502"/>
                    <a:gd name="connsiteY3826" fmla="*/ 443159 h 2360402"/>
                    <a:gd name="connsiteX3827" fmla="*/ 383694 w 1440502"/>
                    <a:gd name="connsiteY3827" fmla="*/ 442847 h 2360402"/>
                    <a:gd name="connsiteX3828" fmla="*/ 383613 w 1440502"/>
                    <a:gd name="connsiteY3828" fmla="*/ 442534 h 2360402"/>
                    <a:gd name="connsiteX3829" fmla="*/ 382398 w 1440502"/>
                    <a:gd name="connsiteY3829" fmla="*/ 441261 h 2360402"/>
                    <a:gd name="connsiteX3830" fmla="*/ 379608 w 1440502"/>
                    <a:gd name="connsiteY3830" fmla="*/ 437858 h 2360402"/>
                    <a:gd name="connsiteX3831" fmla="*/ 375105 w 1440502"/>
                    <a:gd name="connsiteY3831" fmla="*/ 439559 h 2360402"/>
                    <a:gd name="connsiteX3832" fmla="*/ 375058 w 1440502"/>
                    <a:gd name="connsiteY3832" fmla="*/ 434524 h 2360402"/>
                    <a:gd name="connsiteX3833" fmla="*/ 373426 w 1440502"/>
                    <a:gd name="connsiteY3833" fmla="*/ 434605 h 2360402"/>
                    <a:gd name="connsiteX3834" fmla="*/ 371296 w 1440502"/>
                    <a:gd name="connsiteY3834" fmla="*/ 432278 h 2360402"/>
                    <a:gd name="connsiteX3835" fmla="*/ 370810 w 1440502"/>
                    <a:gd name="connsiteY3835" fmla="*/ 431016 h 2360402"/>
                    <a:gd name="connsiteX3836" fmla="*/ 369641 w 1440502"/>
                    <a:gd name="connsiteY3836" fmla="*/ 430461 h 2360402"/>
                    <a:gd name="connsiteX3837" fmla="*/ 363402 w 1440502"/>
                    <a:gd name="connsiteY3837" fmla="*/ 423619 h 2360402"/>
                    <a:gd name="connsiteX3838" fmla="*/ 358470 w 1440502"/>
                    <a:gd name="connsiteY3838" fmla="*/ 420436 h 2360402"/>
                    <a:gd name="connsiteX3839" fmla="*/ 357926 w 1440502"/>
                    <a:gd name="connsiteY3839" fmla="*/ 419996 h 2360402"/>
                    <a:gd name="connsiteX3840" fmla="*/ 360010 w 1440502"/>
                    <a:gd name="connsiteY3840" fmla="*/ 417669 h 2360402"/>
                    <a:gd name="connsiteX3841" fmla="*/ 365451 w 1440502"/>
                    <a:gd name="connsiteY3841" fmla="*/ 418155 h 2360402"/>
                    <a:gd name="connsiteX3842" fmla="*/ 365508 w 1440502"/>
                    <a:gd name="connsiteY3842" fmla="*/ 417681 h 2360402"/>
                    <a:gd name="connsiteX3843" fmla="*/ 365902 w 1440502"/>
                    <a:gd name="connsiteY3843" fmla="*/ 417681 h 2360402"/>
                    <a:gd name="connsiteX3844" fmla="*/ 366180 w 1440502"/>
                    <a:gd name="connsiteY3844" fmla="*/ 414926 h 2360402"/>
                    <a:gd name="connsiteX3845" fmla="*/ 365879 w 1440502"/>
                    <a:gd name="connsiteY3845" fmla="*/ 414636 h 2360402"/>
                    <a:gd name="connsiteX3846" fmla="*/ 365983 w 1440502"/>
                    <a:gd name="connsiteY3846" fmla="*/ 413803 h 2360402"/>
                    <a:gd name="connsiteX3847" fmla="*/ 368761 w 1440502"/>
                    <a:gd name="connsiteY3847" fmla="*/ 414081 h 2360402"/>
                    <a:gd name="connsiteX3848" fmla="*/ 369687 w 1440502"/>
                    <a:gd name="connsiteY3848" fmla="*/ 413282 h 2360402"/>
                    <a:gd name="connsiteX3849" fmla="*/ 369768 w 1440502"/>
                    <a:gd name="connsiteY3849" fmla="*/ 413294 h 2360402"/>
                    <a:gd name="connsiteX3850" fmla="*/ 369803 w 1440502"/>
                    <a:gd name="connsiteY3850" fmla="*/ 413189 h 2360402"/>
                    <a:gd name="connsiteX3851" fmla="*/ 372118 w 1440502"/>
                    <a:gd name="connsiteY3851" fmla="*/ 411187 h 2360402"/>
                    <a:gd name="connsiteX3852" fmla="*/ 373264 w 1440502"/>
                    <a:gd name="connsiteY3852" fmla="*/ 406232 h 2360402"/>
                    <a:gd name="connsiteX3853" fmla="*/ 374179 w 1440502"/>
                    <a:gd name="connsiteY3853" fmla="*/ 402308 h 2360402"/>
                    <a:gd name="connsiteX3854" fmla="*/ 371505 w 1440502"/>
                    <a:gd name="connsiteY3854" fmla="*/ 402285 h 2360402"/>
                    <a:gd name="connsiteX3855" fmla="*/ 372535 w 1440502"/>
                    <a:gd name="connsiteY3855" fmla="*/ 404264 h 2360402"/>
                    <a:gd name="connsiteX3856" fmla="*/ 371655 w 1440502"/>
                    <a:gd name="connsiteY3856" fmla="*/ 406232 h 2360402"/>
                    <a:gd name="connsiteX3857" fmla="*/ 371111 w 1440502"/>
                    <a:gd name="connsiteY3857" fmla="*/ 407425 h 2360402"/>
                    <a:gd name="connsiteX3858" fmla="*/ 368159 w 1440502"/>
                    <a:gd name="connsiteY3858" fmla="*/ 409057 h 2360402"/>
                    <a:gd name="connsiteX3859" fmla="*/ 367546 w 1440502"/>
                    <a:gd name="connsiteY3859" fmla="*/ 408721 h 2360402"/>
                    <a:gd name="connsiteX3860" fmla="*/ 367013 w 1440502"/>
                    <a:gd name="connsiteY3860" fmla="*/ 408385 h 2360402"/>
                    <a:gd name="connsiteX3861" fmla="*/ 367314 w 1440502"/>
                    <a:gd name="connsiteY3861" fmla="*/ 408050 h 2360402"/>
                    <a:gd name="connsiteX3862" fmla="*/ 368518 w 1440502"/>
                    <a:gd name="connsiteY3862" fmla="*/ 406950 h 2360402"/>
                    <a:gd name="connsiteX3863" fmla="*/ 368530 w 1440502"/>
                    <a:gd name="connsiteY3863" fmla="*/ 406232 h 2360402"/>
                    <a:gd name="connsiteX3864" fmla="*/ 368588 w 1440502"/>
                    <a:gd name="connsiteY3864" fmla="*/ 401336 h 2360402"/>
                    <a:gd name="connsiteX3865" fmla="*/ 358169 w 1440502"/>
                    <a:gd name="connsiteY3865" fmla="*/ 400502 h 2360402"/>
                    <a:gd name="connsiteX3866" fmla="*/ 357463 w 1440502"/>
                    <a:gd name="connsiteY3866" fmla="*/ 398673 h 2360402"/>
                    <a:gd name="connsiteX3867" fmla="*/ 353585 w 1440502"/>
                    <a:gd name="connsiteY3867" fmla="*/ 397770 h 2360402"/>
                    <a:gd name="connsiteX3868" fmla="*/ 352115 w 1440502"/>
                    <a:gd name="connsiteY3868" fmla="*/ 392642 h 2360402"/>
                    <a:gd name="connsiteX3869" fmla="*/ 332089 w 1440502"/>
                    <a:gd name="connsiteY3869" fmla="*/ 386692 h 2360402"/>
                    <a:gd name="connsiteX3870" fmla="*/ 331510 w 1440502"/>
                    <a:gd name="connsiteY3870" fmla="*/ 384446 h 2360402"/>
                    <a:gd name="connsiteX3871" fmla="*/ 333432 w 1440502"/>
                    <a:gd name="connsiteY3871" fmla="*/ 381402 h 2360402"/>
                    <a:gd name="connsiteX3872" fmla="*/ 329588 w 1440502"/>
                    <a:gd name="connsiteY3872" fmla="*/ 377698 h 2360402"/>
                    <a:gd name="connsiteX3873" fmla="*/ 326694 w 1440502"/>
                    <a:gd name="connsiteY3873" fmla="*/ 370220 h 2360402"/>
                    <a:gd name="connsiteX3874" fmla="*/ 319876 w 1440502"/>
                    <a:gd name="connsiteY3874" fmla="*/ 370116 h 2360402"/>
                    <a:gd name="connsiteX3875" fmla="*/ 319159 w 1440502"/>
                    <a:gd name="connsiteY3875" fmla="*/ 370081 h 2360402"/>
                    <a:gd name="connsiteX3876" fmla="*/ 321763 w 1440502"/>
                    <a:gd name="connsiteY3876" fmla="*/ 365995 h 2360402"/>
                    <a:gd name="connsiteX3877" fmla="*/ 319089 w 1440502"/>
                    <a:gd name="connsiteY3877" fmla="*/ 358308 h 2360402"/>
                    <a:gd name="connsiteX3878" fmla="*/ 314690 w 1440502"/>
                    <a:gd name="connsiteY3878" fmla="*/ 355009 h 2360402"/>
                    <a:gd name="connsiteX3879" fmla="*/ 310268 w 1440502"/>
                    <a:gd name="connsiteY3879" fmla="*/ 356456 h 2360402"/>
                    <a:gd name="connsiteX3880" fmla="*/ 309273 w 1440502"/>
                    <a:gd name="connsiteY3880" fmla="*/ 355947 h 2360402"/>
                    <a:gd name="connsiteX3881" fmla="*/ 302976 w 1440502"/>
                    <a:gd name="connsiteY3881" fmla="*/ 352763 h 2360402"/>
                    <a:gd name="connsiteX3882" fmla="*/ 299769 w 1440502"/>
                    <a:gd name="connsiteY3882" fmla="*/ 353678 h 2360402"/>
                    <a:gd name="connsiteX3883" fmla="*/ 298276 w 1440502"/>
                    <a:gd name="connsiteY3883" fmla="*/ 349163 h 2360402"/>
                    <a:gd name="connsiteX3884" fmla="*/ 301644 w 1440502"/>
                    <a:gd name="connsiteY3884" fmla="*/ 346420 h 2360402"/>
                    <a:gd name="connsiteX3885" fmla="*/ 299838 w 1440502"/>
                    <a:gd name="connsiteY3885" fmla="*/ 345471 h 2360402"/>
                    <a:gd name="connsiteX3886" fmla="*/ 302559 w 1440502"/>
                    <a:gd name="connsiteY3886" fmla="*/ 341870 h 2360402"/>
                    <a:gd name="connsiteX3887" fmla="*/ 298484 w 1440502"/>
                    <a:gd name="connsiteY3887" fmla="*/ 337981 h 2360402"/>
                    <a:gd name="connsiteX3888" fmla="*/ 293043 w 1440502"/>
                    <a:gd name="connsiteY3888" fmla="*/ 335955 h 2360402"/>
                    <a:gd name="connsiteX3889" fmla="*/ 291990 w 1440502"/>
                    <a:gd name="connsiteY3889" fmla="*/ 333408 h 2360402"/>
                    <a:gd name="connsiteX3890" fmla="*/ 291122 w 1440502"/>
                    <a:gd name="connsiteY3890" fmla="*/ 330839 h 2360402"/>
                    <a:gd name="connsiteX3891" fmla="*/ 290913 w 1440502"/>
                    <a:gd name="connsiteY3891" fmla="*/ 330769 h 2360402"/>
                    <a:gd name="connsiteX3892" fmla="*/ 290427 w 1440502"/>
                    <a:gd name="connsiteY3892" fmla="*/ 329588 h 2360402"/>
                    <a:gd name="connsiteX3893" fmla="*/ 291654 w 1440502"/>
                    <a:gd name="connsiteY3893" fmla="*/ 326752 h 2360402"/>
                    <a:gd name="connsiteX3894" fmla="*/ 289825 w 1440502"/>
                    <a:gd name="connsiteY3894" fmla="*/ 330410 h 2360402"/>
                    <a:gd name="connsiteX3895" fmla="*/ 289559 w 1440502"/>
                    <a:gd name="connsiteY3895" fmla="*/ 330318 h 2360402"/>
                    <a:gd name="connsiteX3896" fmla="*/ 289212 w 1440502"/>
                    <a:gd name="connsiteY3896" fmla="*/ 326868 h 2360402"/>
                    <a:gd name="connsiteX3897" fmla="*/ 291677 w 1440502"/>
                    <a:gd name="connsiteY3897" fmla="*/ 325722 h 2360402"/>
                    <a:gd name="connsiteX3898" fmla="*/ 292511 w 1440502"/>
                    <a:gd name="connsiteY3898" fmla="*/ 325375 h 2360402"/>
                    <a:gd name="connsiteX3899" fmla="*/ 292476 w 1440502"/>
                    <a:gd name="connsiteY3899" fmla="*/ 325352 h 2360402"/>
                    <a:gd name="connsiteX3900" fmla="*/ 292870 w 1440502"/>
                    <a:gd name="connsiteY3900" fmla="*/ 325178 h 2360402"/>
                    <a:gd name="connsiteX3901" fmla="*/ 290381 w 1440502"/>
                    <a:gd name="connsiteY3901" fmla="*/ 323048 h 2360402"/>
                    <a:gd name="connsiteX3902" fmla="*/ 292731 w 1440502"/>
                    <a:gd name="connsiteY3902" fmla="*/ 318997 h 2360402"/>
                    <a:gd name="connsiteX3903" fmla="*/ 292812 w 1440502"/>
                    <a:gd name="connsiteY3903" fmla="*/ 318962 h 2360402"/>
                    <a:gd name="connsiteX3904" fmla="*/ 292823 w 1440502"/>
                    <a:gd name="connsiteY3904" fmla="*/ 318846 h 2360402"/>
                    <a:gd name="connsiteX3905" fmla="*/ 293587 w 1440502"/>
                    <a:gd name="connsiteY3905" fmla="*/ 317526 h 2360402"/>
                    <a:gd name="connsiteX3906" fmla="*/ 293252 w 1440502"/>
                    <a:gd name="connsiteY3906" fmla="*/ 315292 h 2360402"/>
                    <a:gd name="connsiteX3907" fmla="*/ 296354 w 1440502"/>
                    <a:gd name="connsiteY3907" fmla="*/ 315964 h 2360402"/>
                    <a:gd name="connsiteX3908" fmla="*/ 296377 w 1440502"/>
                    <a:gd name="connsiteY3908" fmla="*/ 311160 h 2360402"/>
                    <a:gd name="connsiteX3909" fmla="*/ 299526 w 1440502"/>
                    <a:gd name="connsiteY3909" fmla="*/ 310280 h 2360402"/>
                    <a:gd name="connsiteX3910" fmla="*/ 300521 w 1440502"/>
                    <a:gd name="connsiteY3910" fmla="*/ 311021 h 2360402"/>
                    <a:gd name="connsiteX3911" fmla="*/ 301390 w 1440502"/>
                    <a:gd name="connsiteY3911" fmla="*/ 312074 h 2360402"/>
                    <a:gd name="connsiteX3912" fmla="*/ 302107 w 1440502"/>
                    <a:gd name="connsiteY3912" fmla="*/ 312190 h 2360402"/>
                    <a:gd name="connsiteX3913" fmla="*/ 306703 w 1440502"/>
                    <a:gd name="connsiteY3913" fmla="*/ 315570 h 2360402"/>
                    <a:gd name="connsiteX3914" fmla="*/ 308914 w 1440502"/>
                    <a:gd name="connsiteY3914" fmla="*/ 318834 h 2360402"/>
                    <a:gd name="connsiteX3915" fmla="*/ 309273 w 1440502"/>
                    <a:gd name="connsiteY3915" fmla="*/ 319541 h 2360402"/>
                    <a:gd name="connsiteX3916" fmla="*/ 310477 w 1440502"/>
                    <a:gd name="connsiteY3916" fmla="*/ 321914 h 2360402"/>
                    <a:gd name="connsiteX3917" fmla="*/ 313544 w 1440502"/>
                    <a:gd name="connsiteY3917" fmla="*/ 322053 h 2360402"/>
                    <a:gd name="connsiteX3918" fmla="*/ 313290 w 1440502"/>
                    <a:gd name="connsiteY3918" fmla="*/ 325780 h 2360402"/>
                    <a:gd name="connsiteX3919" fmla="*/ 313880 w 1440502"/>
                    <a:gd name="connsiteY3919" fmla="*/ 326289 h 2360402"/>
                    <a:gd name="connsiteX3920" fmla="*/ 315200 w 1440502"/>
                    <a:gd name="connsiteY3920" fmla="*/ 328222 h 2360402"/>
                    <a:gd name="connsiteX3921" fmla="*/ 316022 w 1440502"/>
                    <a:gd name="connsiteY3921" fmla="*/ 328095 h 2360402"/>
                    <a:gd name="connsiteX3922" fmla="*/ 317260 w 1440502"/>
                    <a:gd name="connsiteY3922" fmla="*/ 329149 h 2360402"/>
                    <a:gd name="connsiteX3923" fmla="*/ 317712 w 1440502"/>
                    <a:gd name="connsiteY3923" fmla="*/ 330908 h 2360402"/>
                    <a:gd name="connsiteX3924" fmla="*/ 317966 w 1440502"/>
                    <a:gd name="connsiteY3924" fmla="*/ 332228 h 2360402"/>
                    <a:gd name="connsiteX3925" fmla="*/ 318059 w 1440502"/>
                    <a:gd name="connsiteY3925" fmla="*/ 332297 h 2360402"/>
                    <a:gd name="connsiteX3926" fmla="*/ 320004 w 1440502"/>
                    <a:gd name="connsiteY3926" fmla="*/ 339960 h 2360402"/>
                    <a:gd name="connsiteX3927" fmla="*/ 321265 w 1440502"/>
                    <a:gd name="connsiteY3927" fmla="*/ 339046 h 2360402"/>
                    <a:gd name="connsiteX3928" fmla="*/ 320131 w 1440502"/>
                    <a:gd name="connsiteY3928" fmla="*/ 333756 h 2360402"/>
                    <a:gd name="connsiteX3929" fmla="*/ 322272 w 1440502"/>
                    <a:gd name="connsiteY3929" fmla="*/ 327644 h 2360402"/>
                    <a:gd name="connsiteX3930" fmla="*/ 322886 w 1440502"/>
                    <a:gd name="connsiteY3930" fmla="*/ 327968 h 2360402"/>
                    <a:gd name="connsiteX3931" fmla="*/ 323013 w 1440502"/>
                    <a:gd name="connsiteY3931" fmla="*/ 328280 h 2360402"/>
                    <a:gd name="connsiteX3932" fmla="*/ 323754 w 1440502"/>
                    <a:gd name="connsiteY3932" fmla="*/ 328408 h 2360402"/>
                    <a:gd name="connsiteX3933" fmla="*/ 325271 w 1440502"/>
                    <a:gd name="connsiteY3933" fmla="*/ 329195 h 2360402"/>
                    <a:gd name="connsiteX3934" fmla="*/ 325467 w 1440502"/>
                    <a:gd name="connsiteY3934" fmla="*/ 328709 h 2360402"/>
                    <a:gd name="connsiteX3935" fmla="*/ 325780 w 1440502"/>
                    <a:gd name="connsiteY3935" fmla="*/ 328767 h 2360402"/>
                    <a:gd name="connsiteX3936" fmla="*/ 326359 w 1440502"/>
                    <a:gd name="connsiteY3936" fmla="*/ 327181 h 2360402"/>
                    <a:gd name="connsiteX3937" fmla="*/ 330630 w 1440502"/>
                    <a:gd name="connsiteY3937" fmla="*/ 334358 h 2360402"/>
                    <a:gd name="connsiteX3938" fmla="*/ 334705 w 1440502"/>
                    <a:gd name="connsiteY3938" fmla="*/ 333721 h 2360402"/>
                    <a:gd name="connsiteX3939" fmla="*/ 334971 w 1440502"/>
                    <a:gd name="connsiteY3939" fmla="*/ 333987 h 2360402"/>
                    <a:gd name="connsiteX3940" fmla="*/ 335180 w 1440502"/>
                    <a:gd name="connsiteY3940" fmla="*/ 335863 h 2360402"/>
                    <a:gd name="connsiteX3941" fmla="*/ 337796 w 1440502"/>
                    <a:gd name="connsiteY3941" fmla="*/ 336951 h 2360402"/>
                    <a:gd name="connsiteX3942" fmla="*/ 340481 w 1440502"/>
                    <a:gd name="connsiteY3942" fmla="*/ 331429 h 2360402"/>
                    <a:gd name="connsiteX3943" fmla="*/ 343248 w 1440502"/>
                    <a:gd name="connsiteY3943" fmla="*/ 331533 h 2360402"/>
                    <a:gd name="connsiteX3944" fmla="*/ 344730 w 1440502"/>
                    <a:gd name="connsiteY3944" fmla="*/ 331661 h 2360402"/>
                    <a:gd name="connsiteX3945" fmla="*/ 341870 w 1440502"/>
                    <a:gd name="connsiteY3945" fmla="*/ 328593 h 2360402"/>
                    <a:gd name="connsiteX3946" fmla="*/ 341998 w 1440502"/>
                    <a:gd name="connsiteY3946" fmla="*/ 327551 h 2360402"/>
                    <a:gd name="connsiteX3947" fmla="*/ 342287 w 1440502"/>
                    <a:gd name="connsiteY3947" fmla="*/ 325954 h 2360402"/>
                    <a:gd name="connsiteX3948" fmla="*/ 344290 w 1440502"/>
                    <a:gd name="connsiteY3948" fmla="*/ 323963 h 2360402"/>
                    <a:gd name="connsiteX3949" fmla="*/ 346304 w 1440502"/>
                    <a:gd name="connsiteY3949" fmla="*/ 325479 h 2360402"/>
                    <a:gd name="connsiteX3950" fmla="*/ 346269 w 1440502"/>
                    <a:gd name="connsiteY3950" fmla="*/ 325386 h 2360402"/>
                    <a:gd name="connsiteX3951" fmla="*/ 346281 w 1440502"/>
                    <a:gd name="connsiteY3951" fmla="*/ 325398 h 2360402"/>
                    <a:gd name="connsiteX3952" fmla="*/ 344533 w 1440502"/>
                    <a:gd name="connsiteY3952" fmla="*/ 321265 h 2360402"/>
                    <a:gd name="connsiteX3953" fmla="*/ 347010 w 1440502"/>
                    <a:gd name="connsiteY3953" fmla="*/ 321196 h 2360402"/>
                    <a:gd name="connsiteX3954" fmla="*/ 344498 w 1440502"/>
                    <a:gd name="connsiteY3954" fmla="*/ 319193 h 2360402"/>
                    <a:gd name="connsiteX3955" fmla="*/ 346385 w 1440502"/>
                    <a:gd name="connsiteY3955" fmla="*/ 319077 h 2360402"/>
                    <a:gd name="connsiteX3956" fmla="*/ 349152 w 1440502"/>
                    <a:gd name="connsiteY3956" fmla="*/ 315304 h 2360402"/>
                    <a:gd name="connsiteX3957" fmla="*/ 349047 w 1440502"/>
                    <a:gd name="connsiteY3957" fmla="*/ 314991 h 2360402"/>
                    <a:gd name="connsiteX3958" fmla="*/ 349082 w 1440502"/>
                    <a:gd name="connsiteY3958" fmla="*/ 315003 h 2360402"/>
                    <a:gd name="connsiteX3959" fmla="*/ 349013 w 1440502"/>
                    <a:gd name="connsiteY3959" fmla="*/ 314899 h 2360402"/>
                    <a:gd name="connsiteX3960" fmla="*/ 347265 w 1440502"/>
                    <a:gd name="connsiteY3960" fmla="*/ 309886 h 2360402"/>
                    <a:gd name="connsiteX3961" fmla="*/ 346003 w 1440502"/>
                    <a:gd name="connsiteY3961" fmla="*/ 312769 h 2360402"/>
                    <a:gd name="connsiteX3962" fmla="*/ 345621 w 1440502"/>
                    <a:gd name="connsiteY3962" fmla="*/ 312063 h 2360402"/>
                    <a:gd name="connsiteX3963" fmla="*/ 345366 w 1440502"/>
                    <a:gd name="connsiteY3963" fmla="*/ 311322 h 2360402"/>
                    <a:gd name="connsiteX3964" fmla="*/ 345227 w 1440502"/>
                    <a:gd name="connsiteY3964" fmla="*/ 311333 h 2360402"/>
                    <a:gd name="connsiteX3965" fmla="*/ 345077 w 1440502"/>
                    <a:gd name="connsiteY3965" fmla="*/ 311067 h 2360402"/>
                    <a:gd name="connsiteX3966" fmla="*/ 343711 w 1440502"/>
                    <a:gd name="connsiteY3966" fmla="*/ 311507 h 2360402"/>
                    <a:gd name="connsiteX3967" fmla="*/ 343653 w 1440502"/>
                    <a:gd name="connsiteY3967" fmla="*/ 311507 h 2360402"/>
                    <a:gd name="connsiteX3968" fmla="*/ 346084 w 1440502"/>
                    <a:gd name="connsiteY3968" fmla="*/ 308243 h 2360402"/>
                    <a:gd name="connsiteX3969" fmla="*/ 346003 w 1440502"/>
                    <a:gd name="connsiteY3969" fmla="*/ 307617 h 2360402"/>
                    <a:gd name="connsiteX3970" fmla="*/ 341049 w 1440502"/>
                    <a:gd name="connsiteY3970" fmla="*/ 308069 h 2360402"/>
                    <a:gd name="connsiteX3971" fmla="*/ 339324 w 1440502"/>
                    <a:gd name="connsiteY3971" fmla="*/ 305395 h 2360402"/>
                    <a:gd name="connsiteX3972" fmla="*/ 338676 w 1440502"/>
                    <a:gd name="connsiteY3972" fmla="*/ 304318 h 2360402"/>
                    <a:gd name="connsiteX3973" fmla="*/ 343063 w 1440502"/>
                    <a:gd name="connsiteY3973" fmla="*/ 303057 h 2360402"/>
                    <a:gd name="connsiteX3974" fmla="*/ 351154 w 1440502"/>
                    <a:gd name="connsiteY3974" fmla="*/ 304168 h 2360402"/>
                    <a:gd name="connsiteX3975" fmla="*/ 351108 w 1440502"/>
                    <a:gd name="connsiteY3975" fmla="*/ 303948 h 2360402"/>
                    <a:gd name="connsiteX3976" fmla="*/ 351374 w 1440502"/>
                    <a:gd name="connsiteY3976" fmla="*/ 303983 h 2360402"/>
                    <a:gd name="connsiteX3977" fmla="*/ 351096 w 1440502"/>
                    <a:gd name="connsiteY3977" fmla="*/ 303855 h 2360402"/>
                    <a:gd name="connsiteX3978" fmla="*/ 350726 w 1440502"/>
                    <a:gd name="connsiteY3978" fmla="*/ 301783 h 2360402"/>
                    <a:gd name="connsiteX3979" fmla="*/ 344915 w 1440502"/>
                    <a:gd name="connsiteY3979" fmla="*/ 301112 h 2360402"/>
                    <a:gd name="connsiteX3980" fmla="*/ 344695 w 1440502"/>
                    <a:gd name="connsiteY3980" fmla="*/ 300521 h 2360402"/>
                    <a:gd name="connsiteX3981" fmla="*/ 342449 w 1440502"/>
                    <a:gd name="connsiteY3981" fmla="*/ 294571 h 2360402"/>
                    <a:gd name="connsiteX3982" fmla="*/ 340585 w 1440502"/>
                    <a:gd name="connsiteY3982" fmla="*/ 293981 h 2360402"/>
                    <a:gd name="connsiteX3983" fmla="*/ 343422 w 1440502"/>
                    <a:gd name="connsiteY3983" fmla="*/ 292488 h 2360402"/>
                    <a:gd name="connsiteX3984" fmla="*/ 348469 w 1440502"/>
                    <a:gd name="connsiteY3984" fmla="*/ 295092 h 2360402"/>
                    <a:gd name="connsiteX3985" fmla="*/ 349626 w 1440502"/>
                    <a:gd name="connsiteY3985" fmla="*/ 293414 h 2360402"/>
                    <a:gd name="connsiteX3986" fmla="*/ 353134 w 1440502"/>
                    <a:gd name="connsiteY3986" fmla="*/ 294525 h 2360402"/>
                    <a:gd name="connsiteX3987" fmla="*/ 352856 w 1440502"/>
                    <a:gd name="connsiteY3987" fmla="*/ 293553 h 2360402"/>
                    <a:gd name="connsiteX3988" fmla="*/ 352023 w 1440502"/>
                    <a:gd name="connsiteY3988" fmla="*/ 292071 h 2360402"/>
                    <a:gd name="connsiteX3989" fmla="*/ 351872 w 1440502"/>
                    <a:gd name="connsiteY3989" fmla="*/ 291596 h 2360402"/>
                    <a:gd name="connsiteX3990" fmla="*/ 355333 w 1440502"/>
                    <a:gd name="connsiteY3990" fmla="*/ 291897 h 2360402"/>
                    <a:gd name="connsiteX3991" fmla="*/ 355356 w 1440502"/>
                    <a:gd name="connsiteY3991" fmla="*/ 291550 h 2360402"/>
                    <a:gd name="connsiteX3992" fmla="*/ 355461 w 1440502"/>
                    <a:gd name="connsiteY3992" fmla="*/ 291562 h 2360402"/>
                    <a:gd name="connsiteX3993" fmla="*/ 355599 w 1440502"/>
                    <a:gd name="connsiteY3993" fmla="*/ 287915 h 2360402"/>
                    <a:gd name="connsiteX3994" fmla="*/ 359095 w 1440502"/>
                    <a:gd name="connsiteY3994" fmla="*/ 289362 h 2360402"/>
                    <a:gd name="connsiteX3995" fmla="*/ 360021 w 1440502"/>
                    <a:gd name="connsiteY3995" fmla="*/ 284257 h 2360402"/>
                    <a:gd name="connsiteX3996" fmla="*/ 349846 w 1440502"/>
                    <a:gd name="connsiteY3996" fmla="*/ 288378 h 2360402"/>
                    <a:gd name="connsiteX3997" fmla="*/ 347056 w 1440502"/>
                    <a:gd name="connsiteY3997" fmla="*/ 287799 h 2360402"/>
                    <a:gd name="connsiteX3998" fmla="*/ 345714 w 1440502"/>
                    <a:gd name="connsiteY3998" fmla="*/ 284338 h 2360402"/>
                    <a:gd name="connsiteX3999" fmla="*/ 342576 w 1440502"/>
                    <a:gd name="connsiteY3999" fmla="*/ 285832 h 2360402"/>
                    <a:gd name="connsiteX4000" fmla="*/ 341685 w 1440502"/>
                    <a:gd name="connsiteY4000" fmla="*/ 286214 h 2360402"/>
                    <a:gd name="connsiteX4001" fmla="*/ 340331 w 1440502"/>
                    <a:gd name="connsiteY4001" fmla="*/ 283956 h 2360402"/>
                    <a:gd name="connsiteX4002" fmla="*/ 337587 w 1440502"/>
                    <a:gd name="connsiteY4002" fmla="*/ 283401 h 2360402"/>
                    <a:gd name="connsiteX4003" fmla="*/ 340713 w 1440502"/>
                    <a:gd name="connsiteY4003" fmla="*/ 278909 h 2360402"/>
                    <a:gd name="connsiteX4004" fmla="*/ 341326 w 1440502"/>
                    <a:gd name="connsiteY4004" fmla="*/ 278863 h 2360402"/>
                    <a:gd name="connsiteX4005" fmla="*/ 341859 w 1440502"/>
                    <a:gd name="connsiteY4005" fmla="*/ 279476 h 2360402"/>
                    <a:gd name="connsiteX4006" fmla="*/ 343595 w 1440502"/>
                    <a:gd name="connsiteY4006" fmla="*/ 278689 h 2360402"/>
                    <a:gd name="connsiteX4007" fmla="*/ 345841 w 1440502"/>
                    <a:gd name="connsiteY4007" fmla="*/ 278516 h 2360402"/>
                    <a:gd name="connsiteX4008" fmla="*/ 347531 w 1440502"/>
                    <a:gd name="connsiteY4008" fmla="*/ 276884 h 2360402"/>
                    <a:gd name="connsiteX4009" fmla="*/ 344950 w 1440502"/>
                    <a:gd name="connsiteY4009" fmla="*/ 276119 h 2360402"/>
                    <a:gd name="connsiteX4010" fmla="*/ 344672 w 1440502"/>
                    <a:gd name="connsiteY4010" fmla="*/ 276351 h 2360402"/>
                    <a:gd name="connsiteX4011" fmla="*/ 341627 w 1440502"/>
                    <a:gd name="connsiteY4011" fmla="*/ 277647 h 2360402"/>
                    <a:gd name="connsiteX4012" fmla="*/ 341153 w 1440502"/>
                    <a:gd name="connsiteY4012" fmla="*/ 277161 h 2360402"/>
                    <a:gd name="connsiteX4013" fmla="*/ 337703 w 1440502"/>
                    <a:gd name="connsiteY4013" fmla="*/ 279083 h 2360402"/>
                    <a:gd name="connsiteX4014" fmla="*/ 337923 w 1440502"/>
                    <a:gd name="connsiteY4014" fmla="*/ 275784 h 2360402"/>
                    <a:gd name="connsiteX4015" fmla="*/ 335400 w 1440502"/>
                    <a:gd name="connsiteY4015" fmla="*/ 274534 h 2360402"/>
                    <a:gd name="connsiteX4016" fmla="*/ 338838 w 1440502"/>
                    <a:gd name="connsiteY4016" fmla="*/ 274684 h 2360402"/>
                    <a:gd name="connsiteX4017" fmla="*/ 339903 w 1440502"/>
                    <a:gd name="connsiteY4017" fmla="*/ 271292 h 2360402"/>
                    <a:gd name="connsiteX4018" fmla="*/ 336708 w 1440502"/>
                    <a:gd name="connsiteY4018" fmla="*/ 268537 h 2360402"/>
                    <a:gd name="connsiteX4019" fmla="*/ 336302 w 1440502"/>
                    <a:gd name="connsiteY4019" fmla="*/ 267437 h 2360402"/>
                    <a:gd name="connsiteX4020" fmla="*/ 331313 w 1440502"/>
                    <a:gd name="connsiteY4020" fmla="*/ 267993 h 2360402"/>
                    <a:gd name="connsiteX4021" fmla="*/ 331718 w 1440502"/>
                    <a:gd name="connsiteY4021" fmla="*/ 265852 h 2360402"/>
                    <a:gd name="connsiteX4022" fmla="*/ 329253 w 1440502"/>
                    <a:gd name="connsiteY4022" fmla="*/ 265064 h 2360402"/>
                    <a:gd name="connsiteX4023" fmla="*/ 330619 w 1440502"/>
                    <a:gd name="connsiteY4023" fmla="*/ 263166 h 2360402"/>
                    <a:gd name="connsiteX4024" fmla="*/ 330121 w 1440502"/>
                    <a:gd name="connsiteY4024" fmla="*/ 262738 h 2360402"/>
                    <a:gd name="connsiteX4025" fmla="*/ 329635 w 1440502"/>
                    <a:gd name="connsiteY4025" fmla="*/ 262715 h 2360402"/>
                    <a:gd name="connsiteX4026" fmla="*/ 327910 w 1440502"/>
                    <a:gd name="connsiteY4026" fmla="*/ 261325 h 2360402"/>
                    <a:gd name="connsiteX4027" fmla="*/ 327817 w 1440502"/>
                    <a:gd name="connsiteY4027" fmla="*/ 260967 h 2360402"/>
                    <a:gd name="connsiteX4028" fmla="*/ 327922 w 1440502"/>
                    <a:gd name="connsiteY4028" fmla="*/ 260712 h 2360402"/>
                    <a:gd name="connsiteX4029" fmla="*/ 329577 w 1440502"/>
                    <a:gd name="connsiteY4029" fmla="*/ 256799 h 2360402"/>
                    <a:gd name="connsiteX4030" fmla="*/ 323662 w 1440502"/>
                    <a:gd name="connsiteY4030" fmla="*/ 254334 h 2360402"/>
                    <a:gd name="connsiteX4031" fmla="*/ 323280 w 1440502"/>
                    <a:gd name="connsiteY4031" fmla="*/ 245629 h 2360402"/>
                    <a:gd name="connsiteX4032" fmla="*/ 317399 w 1440502"/>
                    <a:gd name="connsiteY4032" fmla="*/ 238012 h 2360402"/>
                    <a:gd name="connsiteX4033" fmla="*/ 310430 w 1440502"/>
                    <a:gd name="connsiteY4033" fmla="*/ 234412 h 2360402"/>
                    <a:gd name="connsiteX4034" fmla="*/ 313440 w 1440502"/>
                    <a:gd name="connsiteY4034" fmla="*/ 229492 h 2360402"/>
                    <a:gd name="connsiteX4035" fmla="*/ 313429 w 1440502"/>
                    <a:gd name="connsiteY4035" fmla="*/ 227049 h 2360402"/>
                    <a:gd name="connsiteX4036" fmla="*/ 313104 w 1440502"/>
                    <a:gd name="connsiteY4036" fmla="*/ 225359 h 2360402"/>
                    <a:gd name="connsiteX4037" fmla="*/ 317040 w 1440502"/>
                    <a:gd name="connsiteY4037" fmla="*/ 222442 h 2360402"/>
                    <a:gd name="connsiteX4038" fmla="*/ 317874 w 1440502"/>
                    <a:gd name="connsiteY4038" fmla="*/ 220486 h 2360402"/>
                    <a:gd name="connsiteX4039" fmla="*/ 320131 w 1440502"/>
                    <a:gd name="connsiteY4039" fmla="*/ 218182 h 2360402"/>
                    <a:gd name="connsiteX4040" fmla="*/ 322365 w 1440502"/>
                    <a:gd name="connsiteY4040" fmla="*/ 225926 h 2360402"/>
                    <a:gd name="connsiteX4041" fmla="*/ 327447 w 1440502"/>
                    <a:gd name="connsiteY4041" fmla="*/ 226019 h 2360402"/>
                    <a:gd name="connsiteX4042" fmla="*/ 328211 w 1440502"/>
                    <a:gd name="connsiteY4042" fmla="*/ 226297 h 2360402"/>
                    <a:gd name="connsiteX4043" fmla="*/ 330063 w 1440502"/>
                    <a:gd name="connsiteY4043" fmla="*/ 226702 h 2360402"/>
                    <a:gd name="connsiteX4044" fmla="*/ 330167 w 1440502"/>
                    <a:gd name="connsiteY4044" fmla="*/ 226748 h 2360402"/>
                    <a:gd name="connsiteX4045" fmla="*/ 330190 w 1440502"/>
                    <a:gd name="connsiteY4045" fmla="*/ 226737 h 2360402"/>
                    <a:gd name="connsiteX4046" fmla="*/ 330318 w 1440502"/>
                    <a:gd name="connsiteY4046" fmla="*/ 226760 h 2360402"/>
                    <a:gd name="connsiteX4047" fmla="*/ 331487 w 1440502"/>
                    <a:gd name="connsiteY4047" fmla="*/ 226239 h 2360402"/>
                    <a:gd name="connsiteX4048" fmla="*/ 331151 w 1440502"/>
                    <a:gd name="connsiteY4048" fmla="*/ 227663 h 2360402"/>
                    <a:gd name="connsiteX4049" fmla="*/ 329635 w 1440502"/>
                    <a:gd name="connsiteY4049" fmla="*/ 231251 h 2360402"/>
                    <a:gd name="connsiteX4050" fmla="*/ 336893 w 1440502"/>
                    <a:gd name="connsiteY4050" fmla="*/ 233381 h 2360402"/>
                    <a:gd name="connsiteX4051" fmla="*/ 336302 w 1440502"/>
                    <a:gd name="connsiteY4051" fmla="*/ 235488 h 2360402"/>
                    <a:gd name="connsiteX4052" fmla="*/ 338340 w 1440502"/>
                    <a:gd name="connsiteY4052" fmla="*/ 236808 h 2360402"/>
                    <a:gd name="connsiteX4053" fmla="*/ 338907 w 1440502"/>
                    <a:gd name="connsiteY4053" fmla="*/ 238290 h 2360402"/>
                    <a:gd name="connsiteX4054" fmla="*/ 339393 w 1440502"/>
                    <a:gd name="connsiteY4054" fmla="*/ 242711 h 2360402"/>
                    <a:gd name="connsiteX4055" fmla="*/ 345112 w 1440502"/>
                    <a:gd name="connsiteY4055" fmla="*/ 238810 h 2360402"/>
                    <a:gd name="connsiteX4056" fmla="*/ 346130 w 1440502"/>
                    <a:gd name="connsiteY4056" fmla="*/ 235720 h 2360402"/>
                    <a:gd name="connsiteX4057" fmla="*/ 350494 w 1440502"/>
                    <a:gd name="connsiteY4057" fmla="*/ 234875 h 2360402"/>
                    <a:gd name="connsiteX4058" fmla="*/ 352023 w 1440502"/>
                    <a:gd name="connsiteY4058" fmla="*/ 231622 h 2360402"/>
                    <a:gd name="connsiteX4059" fmla="*/ 355067 w 1440502"/>
                    <a:gd name="connsiteY4059" fmla="*/ 232282 h 2360402"/>
                    <a:gd name="connsiteX4060" fmla="*/ 355102 w 1440502"/>
                    <a:gd name="connsiteY4060" fmla="*/ 231923 h 2360402"/>
                    <a:gd name="connsiteX4061" fmla="*/ 355171 w 1440502"/>
                    <a:gd name="connsiteY4061" fmla="*/ 231934 h 2360402"/>
                    <a:gd name="connsiteX4062" fmla="*/ 355183 w 1440502"/>
                    <a:gd name="connsiteY4062" fmla="*/ 231205 h 2360402"/>
                    <a:gd name="connsiteX4063" fmla="*/ 355298 w 1440502"/>
                    <a:gd name="connsiteY4063" fmla="*/ 230210 h 2360402"/>
                    <a:gd name="connsiteX4064" fmla="*/ 358135 w 1440502"/>
                    <a:gd name="connsiteY4064" fmla="*/ 230441 h 2360402"/>
                    <a:gd name="connsiteX4065" fmla="*/ 358551 w 1440502"/>
                    <a:gd name="connsiteY4065" fmla="*/ 228369 h 2360402"/>
                    <a:gd name="connsiteX4066" fmla="*/ 359570 w 1440502"/>
                    <a:gd name="connsiteY4066" fmla="*/ 228496 h 2360402"/>
                    <a:gd name="connsiteX4067" fmla="*/ 361989 w 1440502"/>
                    <a:gd name="connsiteY4067" fmla="*/ 229237 h 2360402"/>
                    <a:gd name="connsiteX4068" fmla="*/ 362313 w 1440502"/>
                    <a:gd name="connsiteY4068" fmla="*/ 226818 h 2360402"/>
                    <a:gd name="connsiteX4069" fmla="*/ 363471 w 1440502"/>
                    <a:gd name="connsiteY4069" fmla="*/ 226864 h 2360402"/>
                    <a:gd name="connsiteX4070" fmla="*/ 365277 w 1440502"/>
                    <a:gd name="connsiteY4070" fmla="*/ 228346 h 2360402"/>
                    <a:gd name="connsiteX4071" fmla="*/ 363239 w 1440502"/>
                    <a:gd name="connsiteY4071" fmla="*/ 230001 h 2360402"/>
                    <a:gd name="connsiteX4072" fmla="*/ 365115 w 1440502"/>
                    <a:gd name="connsiteY4072" fmla="*/ 231587 h 2360402"/>
                    <a:gd name="connsiteX4073" fmla="*/ 365080 w 1440502"/>
                    <a:gd name="connsiteY4073" fmla="*/ 229434 h 2360402"/>
                    <a:gd name="connsiteX4074" fmla="*/ 365740 w 1440502"/>
                    <a:gd name="connsiteY4074" fmla="*/ 228739 h 2360402"/>
                    <a:gd name="connsiteX4075" fmla="*/ 365844 w 1440502"/>
                    <a:gd name="connsiteY4075" fmla="*/ 228809 h 2360402"/>
                    <a:gd name="connsiteX4076" fmla="*/ 365867 w 1440502"/>
                    <a:gd name="connsiteY4076" fmla="*/ 228600 h 2360402"/>
                    <a:gd name="connsiteX4077" fmla="*/ 368842 w 1440502"/>
                    <a:gd name="connsiteY4077" fmla="*/ 225475 h 2360402"/>
                    <a:gd name="connsiteX4078" fmla="*/ 368912 w 1440502"/>
                    <a:gd name="connsiteY4078" fmla="*/ 225452 h 2360402"/>
                    <a:gd name="connsiteX4079" fmla="*/ 369629 w 1440502"/>
                    <a:gd name="connsiteY4079" fmla="*/ 226054 h 2360402"/>
                    <a:gd name="connsiteX4080" fmla="*/ 370208 w 1440502"/>
                    <a:gd name="connsiteY4080" fmla="*/ 228415 h 2360402"/>
                    <a:gd name="connsiteX4081" fmla="*/ 370000 w 1440502"/>
                    <a:gd name="connsiteY4081" fmla="*/ 228971 h 2360402"/>
                    <a:gd name="connsiteX4082" fmla="*/ 373091 w 1440502"/>
                    <a:gd name="connsiteY4082" fmla="*/ 231217 h 2360402"/>
                    <a:gd name="connsiteX4083" fmla="*/ 380325 w 1440502"/>
                    <a:gd name="connsiteY4083" fmla="*/ 228809 h 2360402"/>
                    <a:gd name="connsiteX4084" fmla="*/ 379550 w 1440502"/>
                    <a:gd name="connsiteY4084" fmla="*/ 231078 h 2360402"/>
                    <a:gd name="connsiteX4085" fmla="*/ 381078 w 1440502"/>
                    <a:gd name="connsiteY4085" fmla="*/ 231367 h 2360402"/>
                    <a:gd name="connsiteX4086" fmla="*/ 381715 w 1440502"/>
                    <a:gd name="connsiteY4086" fmla="*/ 234168 h 2360402"/>
                    <a:gd name="connsiteX4087" fmla="*/ 381935 w 1440502"/>
                    <a:gd name="connsiteY4087" fmla="*/ 236368 h 2360402"/>
                    <a:gd name="connsiteX4088" fmla="*/ 386657 w 1440502"/>
                    <a:gd name="connsiteY4088" fmla="*/ 239817 h 2360402"/>
                    <a:gd name="connsiteX4089" fmla="*/ 384030 w 1440502"/>
                    <a:gd name="connsiteY4089" fmla="*/ 235673 h 2360402"/>
                    <a:gd name="connsiteX4090" fmla="*/ 382398 w 1440502"/>
                    <a:gd name="connsiteY4090" fmla="*/ 234446 h 2360402"/>
                    <a:gd name="connsiteX4091" fmla="*/ 384064 w 1440502"/>
                    <a:gd name="connsiteY4091" fmla="*/ 233115 h 2360402"/>
                    <a:gd name="connsiteX4092" fmla="*/ 383219 w 1440502"/>
                    <a:gd name="connsiteY4092" fmla="*/ 231610 h 2360402"/>
                    <a:gd name="connsiteX4093" fmla="*/ 385210 w 1440502"/>
                    <a:gd name="connsiteY4093" fmla="*/ 224850 h 2360402"/>
                    <a:gd name="connsiteX4094" fmla="*/ 385245 w 1440502"/>
                    <a:gd name="connsiteY4094" fmla="*/ 224780 h 2360402"/>
                    <a:gd name="connsiteX4095" fmla="*/ 385616 w 1440502"/>
                    <a:gd name="connsiteY4095" fmla="*/ 224514 h 2360402"/>
                    <a:gd name="connsiteX4096" fmla="*/ 387549 w 1440502"/>
                    <a:gd name="connsiteY4096" fmla="*/ 226274 h 2360402"/>
                    <a:gd name="connsiteX4097" fmla="*/ 388637 w 1440502"/>
                    <a:gd name="connsiteY4097" fmla="*/ 228253 h 2360402"/>
                    <a:gd name="connsiteX4098" fmla="*/ 389146 w 1440502"/>
                    <a:gd name="connsiteY4098" fmla="*/ 227721 h 2360402"/>
                    <a:gd name="connsiteX4099" fmla="*/ 389378 w 1440502"/>
                    <a:gd name="connsiteY4099" fmla="*/ 227941 h 2360402"/>
                    <a:gd name="connsiteX4100" fmla="*/ 392700 w 1440502"/>
                    <a:gd name="connsiteY4100" fmla="*/ 224028 h 2360402"/>
                    <a:gd name="connsiteX4101" fmla="*/ 394738 w 1440502"/>
                    <a:gd name="connsiteY4101" fmla="*/ 224225 h 2360402"/>
                    <a:gd name="connsiteX4102" fmla="*/ 395964 w 1440502"/>
                    <a:gd name="connsiteY4102" fmla="*/ 226575 h 2360402"/>
                    <a:gd name="connsiteX4103" fmla="*/ 397504 w 1440502"/>
                    <a:gd name="connsiteY4103" fmla="*/ 225301 h 2360402"/>
                    <a:gd name="connsiteX4104" fmla="*/ 396057 w 1440502"/>
                    <a:gd name="connsiteY4104" fmla="*/ 229214 h 2360402"/>
                    <a:gd name="connsiteX4105" fmla="*/ 398963 w 1440502"/>
                    <a:gd name="connsiteY4105" fmla="*/ 231900 h 2360402"/>
                    <a:gd name="connsiteX4106" fmla="*/ 399252 w 1440502"/>
                    <a:gd name="connsiteY4106" fmla="*/ 225776 h 2360402"/>
                    <a:gd name="connsiteX4107" fmla="*/ 397550 w 1440502"/>
                    <a:gd name="connsiteY4107" fmla="*/ 225035 h 2360402"/>
                    <a:gd name="connsiteX4108" fmla="*/ 397527 w 1440502"/>
                    <a:gd name="connsiteY4108" fmla="*/ 224861 h 2360402"/>
                    <a:gd name="connsiteX4109" fmla="*/ 397411 w 1440502"/>
                    <a:gd name="connsiteY4109" fmla="*/ 224977 h 2360402"/>
                    <a:gd name="connsiteX4110" fmla="*/ 395652 w 1440502"/>
                    <a:gd name="connsiteY4110" fmla="*/ 224213 h 2360402"/>
                    <a:gd name="connsiteX4111" fmla="*/ 395501 w 1440502"/>
                    <a:gd name="connsiteY4111" fmla="*/ 224144 h 2360402"/>
                    <a:gd name="connsiteX4112" fmla="*/ 395536 w 1440502"/>
                    <a:gd name="connsiteY4112" fmla="*/ 223924 h 2360402"/>
                    <a:gd name="connsiteX4113" fmla="*/ 397215 w 1440502"/>
                    <a:gd name="connsiteY4113" fmla="*/ 221551 h 2360402"/>
                    <a:gd name="connsiteX4114" fmla="*/ 396983 w 1440502"/>
                    <a:gd name="connsiteY4114" fmla="*/ 221400 h 2360402"/>
                    <a:gd name="connsiteX4115" fmla="*/ 397053 w 1440502"/>
                    <a:gd name="connsiteY4115" fmla="*/ 221354 h 2360402"/>
                    <a:gd name="connsiteX4116" fmla="*/ 397620 w 1440502"/>
                    <a:gd name="connsiteY4116" fmla="*/ 220740 h 2360402"/>
                    <a:gd name="connsiteX4117" fmla="*/ 399924 w 1440502"/>
                    <a:gd name="connsiteY4117" fmla="*/ 221180 h 2360402"/>
                    <a:gd name="connsiteX4118" fmla="*/ 400861 w 1440502"/>
                    <a:gd name="connsiteY4118" fmla="*/ 220613 h 2360402"/>
                    <a:gd name="connsiteX4119" fmla="*/ 401417 w 1440502"/>
                    <a:gd name="connsiteY4119" fmla="*/ 220682 h 2360402"/>
                    <a:gd name="connsiteX4120" fmla="*/ 401174 w 1440502"/>
                    <a:gd name="connsiteY4120" fmla="*/ 220416 h 2360402"/>
                    <a:gd name="connsiteX4121" fmla="*/ 401370 w 1440502"/>
                    <a:gd name="connsiteY4121" fmla="*/ 220289 h 2360402"/>
                    <a:gd name="connsiteX4122" fmla="*/ 399761 w 1440502"/>
                    <a:gd name="connsiteY4122" fmla="*/ 218877 h 2360402"/>
                    <a:gd name="connsiteX4123" fmla="*/ 403049 w 1440502"/>
                    <a:gd name="connsiteY4123" fmla="*/ 218691 h 2360402"/>
                    <a:gd name="connsiteX4124" fmla="*/ 404149 w 1440502"/>
                    <a:gd name="connsiteY4124" fmla="*/ 222326 h 2360402"/>
                    <a:gd name="connsiteX4125" fmla="*/ 412784 w 1440502"/>
                    <a:gd name="connsiteY4125" fmla="*/ 230152 h 2360402"/>
                    <a:gd name="connsiteX4126" fmla="*/ 414972 w 1440502"/>
                    <a:gd name="connsiteY4126" fmla="*/ 231321 h 2360402"/>
                    <a:gd name="connsiteX4127" fmla="*/ 418317 w 1440502"/>
                    <a:gd name="connsiteY4127" fmla="*/ 233115 h 2360402"/>
                    <a:gd name="connsiteX4128" fmla="*/ 418572 w 1440502"/>
                    <a:gd name="connsiteY4128" fmla="*/ 233323 h 2360402"/>
                    <a:gd name="connsiteX4129" fmla="*/ 418607 w 1440502"/>
                    <a:gd name="connsiteY4129" fmla="*/ 233277 h 2360402"/>
                    <a:gd name="connsiteX4130" fmla="*/ 419487 w 1440502"/>
                    <a:gd name="connsiteY4130" fmla="*/ 233752 h 2360402"/>
                    <a:gd name="connsiteX4131" fmla="*/ 420876 w 1440502"/>
                    <a:gd name="connsiteY4131" fmla="*/ 230453 h 2360402"/>
                    <a:gd name="connsiteX4132" fmla="*/ 423631 w 1440502"/>
                    <a:gd name="connsiteY4132" fmla="*/ 232941 h 2360402"/>
                    <a:gd name="connsiteX4133" fmla="*/ 428967 w 1440502"/>
                    <a:gd name="connsiteY4133" fmla="*/ 231876 h 2360402"/>
                    <a:gd name="connsiteX4134" fmla="*/ 427671 w 1440502"/>
                    <a:gd name="connsiteY4134" fmla="*/ 229631 h 2360402"/>
                    <a:gd name="connsiteX4135" fmla="*/ 430032 w 1440502"/>
                    <a:gd name="connsiteY4135" fmla="*/ 227373 h 2360402"/>
                    <a:gd name="connsiteX4136" fmla="*/ 430530 w 1440502"/>
                    <a:gd name="connsiteY4136" fmla="*/ 227466 h 2360402"/>
                    <a:gd name="connsiteX4137" fmla="*/ 431120 w 1440502"/>
                    <a:gd name="connsiteY4137" fmla="*/ 227698 h 2360402"/>
                    <a:gd name="connsiteX4138" fmla="*/ 430426 w 1440502"/>
                    <a:gd name="connsiteY4138" fmla="*/ 229503 h 2360402"/>
                    <a:gd name="connsiteX4139" fmla="*/ 434142 w 1440502"/>
                    <a:gd name="connsiteY4139" fmla="*/ 229063 h 2360402"/>
                    <a:gd name="connsiteX4140" fmla="*/ 435265 w 1440502"/>
                    <a:gd name="connsiteY4140" fmla="*/ 237630 h 2360402"/>
                    <a:gd name="connsiteX4141" fmla="*/ 436480 w 1440502"/>
                    <a:gd name="connsiteY4141" fmla="*/ 238116 h 2360402"/>
                    <a:gd name="connsiteX4142" fmla="*/ 436584 w 1440502"/>
                    <a:gd name="connsiteY4142" fmla="*/ 238544 h 2360402"/>
                    <a:gd name="connsiteX4143" fmla="*/ 437337 w 1440502"/>
                    <a:gd name="connsiteY4143" fmla="*/ 238463 h 2360402"/>
                    <a:gd name="connsiteX4144" fmla="*/ 439004 w 1440502"/>
                    <a:gd name="connsiteY4144" fmla="*/ 239135 h 2360402"/>
                    <a:gd name="connsiteX4145" fmla="*/ 442569 w 1440502"/>
                    <a:gd name="connsiteY4145" fmla="*/ 245582 h 2360402"/>
                    <a:gd name="connsiteX4146" fmla="*/ 444896 w 1440502"/>
                    <a:gd name="connsiteY4146" fmla="*/ 245941 h 2360402"/>
                    <a:gd name="connsiteX4147" fmla="*/ 448357 w 1440502"/>
                    <a:gd name="connsiteY4147" fmla="*/ 246902 h 2360402"/>
                    <a:gd name="connsiteX4148" fmla="*/ 448612 w 1440502"/>
                    <a:gd name="connsiteY4148" fmla="*/ 246520 h 2360402"/>
                    <a:gd name="connsiteX4149" fmla="*/ 449387 w 1440502"/>
                    <a:gd name="connsiteY4149" fmla="*/ 246636 h 2360402"/>
                    <a:gd name="connsiteX4150" fmla="*/ 453670 w 1440502"/>
                    <a:gd name="connsiteY4150" fmla="*/ 251694 h 2360402"/>
                    <a:gd name="connsiteX4151" fmla="*/ 455349 w 1440502"/>
                    <a:gd name="connsiteY4151" fmla="*/ 253859 h 2360402"/>
                    <a:gd name="connsiteX4152" fmla="*/ 455326 w 1440502"/>
                    <a:gd name="connsiteY4152" fmla="*/ 253651 h 2360402"/>
                    <a:gd name="connsiteX4153" fmla="*/ 455453 w 1440502"/>
                    <a:gd name="connsiteY4153" fmla="*/ 253790 h 2360402"/>
                    <a:gd name="connsiteX4154" fmla="*/ 455083 w 1440502"/>
                    <a:gd name="connsiteY4154" fmla="*/ 248858 h 2360402"/>
                    <a:gd name="connsiteX4155" fmla="*/ 451540 w 1440502"/>
                    <a:gd name="connsiteY4155" fmla="*/ 246879 h 2360402"/>
                    <a:gd name="connsiteX4156" fmla="*/ 452165 w 1440502"/>
                    <a:gd name="connsiteY4156" fmla="*/ 244135 h 2360402"/>
                    <a:gd name="connsiteX4157" fmla="*/ 451170 w 1440502"/>
                    <a:gd name="connsiteY4157" fmla="*/ 243394 h 2360402"/>
                    <a:gd name="connsiteX4158" fmla="*/ 451263 w 1440502"/>
                    <a:gd name="connsiteY4158" fmla="*/ 243128 h 2360402"/>
                    <a:gd name="connsiteX4159" fmla="*/ 439108 w 1440502"/>
                    <a:gd name="connsiteY4159" fmla="*/ 234435 h 2360402"/>
                    <a:gd name="connsiteX4160" fmla="*/ 437985 w 1440502"/>
                    <a:gd name="connsiteY4160" fmla="*/ 231784 h 2360402"/>
                    <a:gd name="connsiteX4161" fmla="*/ 441967 w 1440502"/>
                    <a:gd name="connsiteY4161" fmla="*/ 229492 h 2360402"/>
                    <a:gd name="connsiteX4162" fmla="*/ 451725 w 1440502"/>
                    <a:gd name="connsiteY4162" fmla="*/ 230777 h 2360402"/>
                    <a:gd name="connsiteX4163" fmla="*/ 460616 w 1440502"/>
                    <a:gd name="connsiteY4163" fmla="*/ 230071 h 2360402"/>
                    <a:gd name="connsiteX4164" fmla="*/ 460384 w 1440502"/>
                    <a:gd name="connsiteY4164" fmla="*/ 228635 h 2360402"/>
                    <a:gd name="connsiteX4165" fmla="*/ 455430 w 1440502"/>
                    <a:gd name="connsiteY4165" fmla="*/ 227339 h 2360402"/>
                    <a:gd name="connsiteX4166" fmla="*/ 454504 w 1440502"/>
                    <a:gd name="connsiteY4166" fmla="*/ 226957 h 2360402"/>
                    <a:gd name="connsiteX4167" fmla="*/ 454122 w 1440502"/>
                    <a:gd name="connsiteY4167" fmla="*/ 226991 h 2360402"/>
                    <a:gd name="connsiteX4168" fmla="*/ 453774 w 1440502"/>
                    <a:gd name="connsiteY4168" fmla="*/ 226899 h 2360402"/>
                    <a:gd name="connsiteX4169" fmla="*/ 452501 w 1440502"/>
                    <a:gd name="connsiteY4169" fmla="*/ 227142 h 2360402"/>
                    <a:gd name="connsiteX4170" fmla="*/ 444653 w 1440502"/>
                    <a:gd name="connsiteY4170" fmla="*/ 227871 h 2360402"/>
                    <a:gd name="connsiteX4171" fmla="*/ 441319 w 1440502"/>
                    <a:gd name="connsiteY4171" fmla="*/ 226355 h 2360402"/>
                    <a:gd name="connsiteX4172" fmla="*/ 440184 w 1440502"/>
                    <a:gd name="connsiteY4172" fmla="*/ 226737 h 2360402"/>
                    <a:gd name="connsiteX4173" fmla="*/ 435427 w 1440502"/>
                    <a:gd name="connsiteY4173" fmla="*/ 224479 h 2360402"/>
                    <a:gd name="connsiteX4174" fmla="*/ 434211 w 1440502"/>
                    <a:gd name="connsiteY4174" fmla="*/ 223681 h 2360402"/>
                    <a:gd name="connsiteX4175" fmla="*/ 429569 w 1440502"/>
                    <a:gd name="connsiteY4175" fmla="*/ 223391 h 2360402"/>
                    <a:gd name="connsiteX4176" fmla="*/ 427092 w 1440502"/>
                    <a:gd name="connsiteY4176" fmla="*/ 224595 h 2360402"/>
                    <a:gd name="connsiteX4177" fmla="*/ 426791 w 1440502"/>
                    <a:gd name="connsiteY4177" fmla="*/ 224445 h 2360402"/>
                    <a:gd name="connsiteX4178" fmla="*/ 426733 w 1440502"/>
                    <a:gd name="connsiteY4178" fmla="*/ 224769 h 2360402"/>
                    <a:gd name="connsiteX4179" fmla="*/ 424927 w 1440502"/>
                    <a:gd name="connsiteY4179" fmla="*/ 225649 h 2360402"/>
                    <a:gd name="connsiteX4180" fmla="*/ 426374 w 1440502"/>
                    <a:gd name="connsiteY4180" fmla="*/ 227292 h 2360402"/>
                    <a:gd name="connsiteX4181" fmla="*/ 427601 w 1440502"/>
                    <a:gd name="connsiteY4181" fmla="*/ 225440 h 2360402"/>
                    <a:gd name="connsiteX4182" fmla="*/ 429442 w 1440502"/>
                    <a:gd name="connsiteY4182" fmla="*/ 226540 h 2360402"/>
                    <a:gd name="connsiteX4183" fmla="*/ 426918 w 1440502"/>
                    <a:gd name="connsiteY4183" fmla="*/ 228427 h 2360402"/>
                    <a:gd name="connsiteX4184" fmla="*/ 426478 w 1440502"/>
                    <a:gd name="connsiteY4184" fmla="*/ 228056 h 2360402"/>
                    <a:gd name="connsiteX4185" fmla="*/ 423978 w 1440502"/>
                    <a:gd name="connsiteY4185" fmla="*/ 225000 h 2360402"/>
                    <a:gd name="connsiteX4186" fmla="*/ 420413 w 1440502"/>
                    <a:gd name="connsiteY4186" fmla="*/ 226401 h 2360402"/>
                    <a:gd name="connsiteX4187" fmla="*/ 419151 w 1440502"/>
                    <a:gd name="connsiteY4187" fmla="*/ 226818 h 2360402"/>
                    <a:gd name="connsiteX4188" fmla="*/ 418723 w 1440502"/>
                    <a:gd name="connsiteY4188" fmla="*/ 225151 h 2360402"/>
                    <a:gd name="connsiteX4189" fmla="*/ 416778 w 1440502"/>
                    <a:gd name="connsiteY4189" fmla="*/ 225695 h 2360402"/>
                    <a:gd name="connsiteX4190" fmla="*/ 414972 w 1440502"/>
                    <a:gd name="connsiteY4190" fmla="*/ 224722 h 2360402"/>
                    <a:gd name="connsiteX4191" fmla="*/ 413722 w 1440502"/>
                    <a:gd name="connsiteY4191" fmla="*/ 224051 h 2360402"/>
                    <a:gd name="connsiteX4192" fmla="*/ 411210 w 1440502"/>
                    <a:gd name="connsiteY4192" fmla="*/ 222604 h 2360402"/>
                    <a:gd name="connsiteX4193" fmla="*/ 405329 w 1440502"/>
                    <a:gd name="connsiteY4193" fmla="*/ 215184 h 2360402"/>
                    <a:gd name="connsiteX4194" fmla="*/ 403280 w 1440502"/>
                    <a:gd name="connsiteY4194" fmla="*/ 215971 h 2360402"/>
                    <a:gd name="connsiteX4195" fmla="*/ 403223 w 1440502"/>
                    <a:gd name="connsiteY4195" fmla="*/ 215994 h 2360402"/>
                    <a:gd name="connsiteX4196" fmla="*/ 403153 w 1440502"/>
                    <a:gd name="connsiteY4196" fmla="*/ 214490 h 2360402"/>
                    <a:gd name="connsiteX4197" fmla="*/ 403744 w 1440502"/>
                    <a:gd name="connsiteY4197" fmla="*/ 214513 h 2360402"/>
                    <a:gd name="connsiteX4198" fmla="*/ 404820 w 1440502"/>
                    <a:gd name="connsiteY4198" fmla="*/ 214802 h 2360402"/>
                    <a:gd name="connsiteX4199" fmla="*/ 404890 w 1440502"/>
                    <a:gd name="connsiteY4199" fmla="*/ 214547 h 2360402"/>
                    <a:gd name="connsiteX4200" fmla="*/ 405329 w 1440502"/>
                    <a:gd name="connsiteY4200" fmla="*/ 214570 h 2360402"/>
                    <a:gd name="connsiteX4201" fmla="*/ 405133 w 1440502"/>
                    <a:gd name="connsiteY4201" fmla="*/ 213679 h 2360402"/>
                    <a:gd name="connsiteX4202" fmla="*/ 405179 w 1440502"/>
                    <a:gd name="connsiteY4202" fmla="*/ 213529 h 2360402"/>
                    <a:gd name="connsiteX4203" fmla="*/ 405098 w 1440502"/>
                    <a:gd name="connsiteY4203" fmla="*/ 213529 h 2360402"/>
                    <a:gd name="connsiteX4204" fmla="*/ 404982 w 1440502"/>
                    <a:gd name="connsiteY4204" fmla="*/ 213008 h 2360402"/>
                    <a:gd name="connsiteX4205" fmla="*/ 402077 w 1440502"/>
                    <a:gd name="connsiteY4205" fmla="*/ 213181 h 2360402"/>
                    <a:gd name="connsiteX4206" fmla="*/ 402470 w 1440502"/>
                    <a:gd name="connsiteY4206" fmla="*/ 212533 h 2360402"/>
                    <a:gd name="connsiteX4207" fmla="*/ 403697 w 1440502"/>
                    <a:gd name="connsiteY4207" fmla="*/ 210994 h 2360402"/>
                    <a:gd name="connsiteX4208" fmla="*/ 398963 w 1440502"/>
                    <a:gd name="connsiteY4208" fmla="*/ 212522 h 2360402"/>
                    <a:gd name="connsiteX4209" fmla="*/ 399611 w 1440502"/>
                    <a:gd name="connsiteY4209" fmla="*/ 210623 h 2360402"/>
                    <a:gd name="connsiteX4210" fmla="*/ 400155 w 1440502"/>
                    <a:gd name="connsiteY4210" fmla="*/ 210507 h 2360402"/>
                    <a:gd name="connsiteX4211" fmla="*/ 399842 w 1440502"/>
                    <a:gd name="connsiteY4211" fmla="*/ 209963 h 2360402"/>
                    <a:gd name="connsiteX4212" fmla="*/ 400132 w 1440502"/>
                    <a:gd name="connsiteY4212" fmla="*/ 209141 h 2360402"/>
                    <a:gd name="connsiteX4213" fmla="*/ 398164 w 1440502"/>
                    <a:gd name="connsiteY4213" fmla="*/ 206479 h 2360402"/>
                    <a:gd name="connsiteX4214" fmla="*/ 398523 w 1440502"/>
                    <a:gd name="connsiteY4214" fmla="*/ 205993 h 2360402"/>
                    <a:gd name="connsiteX4215" fmla="*/ 400120 w 1440502"/>
                    <a:gd name="connsiteY4215" fmla="*/ 204569 h 2360402"/>
                    <a:gd name="connsiteX4216" fmla="*/ 394205 w 1440502"/>
                    <a:gd name="connsiteY4216" fmla="*/ 205912 h 2360402"/>
                    <a:gd name="connsiteX4217" fmla="*/ 394517 w 1440502"/>
                    <a:gd name="connsiteY4217" fmla="*/ 205159 h 2360402"/>
                    <a:gd name="connsiteX4218" fmla="*/ 396011 w 1440502"/>
                    <a:gd name="connsiteY4218" fmla="*/ 201825 h 2360402"/>
                    <a:gd name="connsiteX4219" fmla="*/ 393661 w 1440502"/>
                    <a:gd name="connsiteY4219" fmla="*/ 201096 h 2360402"/>
                    <a:gd name="connsiteX4220" fmla="*/ 391948 w 1440502"/>
                    <a:gd name="connsiteY4220" fmla="*/ 200413 h 2360402"/>
                    <a:gd name="connsiteX4221" fmla="*/ 391994 w 1440502"/>
                    <a:gd name="connsiteY4221" fmla="*/ 200182 h 2360402"/>
                    <a:gd name="connsiteX4222" fmla="*/ 393337 w 1440502"/>
                    <a:gd name="connsiteY4222" fmla="*/ 199429 h 2360402"/>
                    <a:gd name="connsiteX4223" fmla="*/ 393916 w 1440502"/>
                    <a:gd name="connsiteY4223" fmla="*/ 199499 h 2360402"/>
                    <a:gd name="connsiteX4224" fmla="*/ 393997 w 1440502"/>
                    <a:gd name="connsiteY4224" fmla="*/ 196616 h 2360402"/>
                    <a:gd name="connsiteX4225" fmla="*/ 396844 w 1440502"/>
                    <a:gd name="connsiteY4225" fmla="*/ 196906 h 2360402"/>
                    <a:gd name="connsiteX4226" fmla="*/ 398338 w 1440502"/>
                    <a:gd name="connsiteY4226" fmla="*/ 194822 h 2360402"/>
                    <a:gd name="connsiteX4227" fmla="*/ 398523 w 1440502"/>
                    <a:gd name="connsiteY4227" fmla="*/ 194567 h 2360402"/>
                    <a:gd name="connsiteX4228" fmla="*/ 397956 w 1440502"/>
                    <a:gd name="connsiteY4228" fmla="*/ 194822 h 2360402"/>
                    <a:gd name="connsiteX4229" fmla="*/ 395964 w 1440502"/>
                    <a:gd name="connsiteY4229" fmla="*/ 195702 h 2360402"/>
                    <a:gd name="connsiteX4230" fmla="*/ 394471 w 1440502"/>
                    <a:gd name="connsiteY4230" fmla="*/ 194822 h 2360402"/>
                    <a:gd name="connsiteX4231" fmla="*/ 392434 w 1440502"/>
                    <a:gd name="connsiteY4231" fmla="*/ 193618 h 2360402"/>
                    <a:gd name="connsiteX4232" fmla="*/ 393626 w 1440502"/>
                    <a:gd name="connsiteY4232" fmla="*/ 190747 h 2360402"/>
                    <a:gd name="connsiteX4233" fmla="*/ 398696 w 1440502"/>
                    <a:gd name="connsiteY4233" fmla="*/ 189115 h 2360402"/>
                    <a:gd name="connsiteX4234" fmla="*/ 395756 w 1440502"/>
                    <a:gd name="connsiteY4234" fmla="*/ 187043 h 2360402"/>
                    <a:gd name="connsiteX4235" fmla="*/ 396231 w 1440502"/>
                    <a:gd name="connsiteY4235" fmla="*/ 184797 h 2360402"/>
                    <a:gd name="connsiteX4236" fmla="*/ 394089 w 1440502"/>
                    <a:gd name="connsiteY4236" fmla="*/ 184462 h 2360402"/>
                    <a:gd name="connsiteX4237" fmla="*/ 393580 w 1440502"/>
                    <a:gd name="connsiteY4237" fmla="*/ 184716 h 2360402"/>
                    <a:gd name="connsiteX4238" fmla="*/ 393082 w 1440502"/>
                    <a:gd name="connsiteY4238" fmla="*/ 184624 h 2360402"/>
                    <a:gd name="connsiteX4239" fmla="*/ 392145 w 1440502"/>
                    <a:gd name="connsiteY4239" fmla="*/ 185411 h 2360402"/>
                    <a:gd name="connsiteX4240" fmla="*/ 389795 w 1440502"/>
                    <a:gd name="connsiteY4240" fmla="*/ 186545 h 2360402"/>
                    <a:gd name="connsiteX4241" fmla="*/ 390431 w 1440502"/>
                    <a:gd name="connsiteY4241" fmla="*/ 186846 h 2360402"/>
                    <a:gd name="connsiteX4242" fmla="*/ 390292 w 1440502"/>
                    <a:gd name="connsiteY4242" fmla="*/ 186962 h 2360402"/>
                    <a:gd name="connsiteX4243" fmla="*/ 391867 w 1440502"/>
                    <a:gd name="connsiteY4243" fmla="*/ 187888 h 2360402"/>
                    <a:gd name="connsiteX4244" fmla="*/ 391357 w 1440502"/>
                    <a:gd name="connsiteY4244" fmla="*/ 188398 h 2360402"/>
                    <a:gd name="connsiteX4245" fmla="*/ 387780 w 1440502"/>
                    <a:gd name="connsiteY4245" fmla="*/ 189462 h 2360402"/>
                    <a:gd name="connsiteX4246" fmla="*/ 388811 w 1440502"/>
                    <a:gd name="connsiteY4246" fmla="*/ 188409 h 2360402"/>
                    <a:gd name="connsiteX4247" fmla="*/ 388915 w 1440502"/>
                    <a:gd name="connsiteY4247" fmla="*/ 188305 h 2360402"/>
                    <a:gd name="connsiteX4248" fmla="*/ 389031 w 1440502"/>
                    <a:gd name="connsiteY4248" fmla="*/ 188177 h 2360402"/>
                    <a:gd name="connsiteX4249" fmla="*/ 387931 w 1440502"/>
                    <a:gd name="connsiteY4249" fmla="*/ 187888 h 2360402"/>
                    <a:gd name="connsiteX4250" fmla="*/ 385951 w 1440502"/>
                    <a:gd name="connsiteY4250" fmla="*/ 187078 h 2360402"/>
                    <a:gd name="connsiteX4251" fmla="*/ 386970 w 1440502"/>
                    <a:gd name="connsiteY4251" fmla="*/ 185967 h 2360402"/>
                    <a:gd name="connsiteX4252" fmla="*/ 386368 w 1440502"/>
                    <a:gd name="connsiteY4252" fmla="*/ 182355 h 2360402"/>
                    <a:gd name="connsiteX4253" fmla="*/ 389586 w 1440502"/>
                    <a:gd name="connsiteY4253" fmla="*/ 179646 h 2360402"/>
                    <a:gd name="connsiteX4254" fmla="*/ 388741 w 1440502"/>
                    <a:gd name="connsiteY4254" fmla="*/ 179299 h 2360402"/>
                    <a:gd name="connsiteX4255" fmla="*/ 384933 w 1440502"/>
                    <a:gd name="connsiteY4255" fmla="*/ 177042 h 2360402"/>
                    <a:gd name="connsiteX4256" fmla="*/ 384736 w 1440502"/>
                    <a:gd name="connsiteY4256" fmla="*/ 176567 h 2360402"/>
                    <a:gd name="connsiteX4257" fmla="*/ 385824 w 1440502"/>
                    <a:gd name="connsiteY4257" fmla="*/ 176081 h 2360402"/>
                    <a:gd name="connsiteX4258" fmla="*/ 386750 w 1440502"/>
                    <a:gd name="connsiteY4258" fmla="*/ 176220 h 2360402"/>
                    <a:gd name="connsiteX4259" fmla="*/ 386924 w 1440502"/>
                    <a:gd name="connsiteY4259" fmla="*/ 175583 h 2360402"/>
                    <a:gd name="connsiteX4260" fmla="*/ 387016 w 1440502"/>
                    <a:gd name="connsiteY4260" fmla="*/ 175548 h 2360402"/>
                    <a:gd name="connsiteX4261" fmla="*/ 386958 w 1440502"/>
                    <a:gd name="connsiteY4261" fmla="*/ 175502 h 2360402"/>
                    <a:gd name="connsiteX4262" fmla="*/ 387144 w 1440502"/>
                    <a:gd name="connsiteY4262" fmla="*/ 174842 h 2360402"/>
                    <a:gd name="connsiteX4263" fmla="*/ 383775 w 1440502"/>
                    <a:gd name="connsiteY4263" fmla="*/ 173094 h 2360402"/>
                    <a:gd name="connsiteX4264" fmla="*/ 384782 w 1440502"/>
                    <a:gd name="connsiteY4264" fmla="*/ 170721 h 2360402"/>
                    <a:gd name="connsiteX4265" fmla="*/ 384967 w 1440502"/>
                    <a:gd name="connsiteY4265" fmla="*/ 170432 h 2360402"/>
                    <a:gd name="connsiteX4266" fmla="*/ 384910 w 1440502"/>
                    <a:gd name="connsiteY4266" fmla="*/ 170432 h 2360402"/>
                    <a:gd name="connsiteX4267" fmla="*/ 384956 w 1440502"/>
                    <a:gd name="connsiteY4267" fmla="*/ 170304 h 2360402"/>
                    <a:gd name="connsiteX4268" fmla="*/ 382444 w 1440502"/>
                    <a:gd name="connsiteY4268" fmla="*/ 170003 h 2360402"/>
                    <a:gd name="connsiteX4269" fmla="*/ 384829 w 1440502"/>
                    <a:gd name="connsiteY4269" fmla="*/ 167885 h 2360402"/>
                    <a:gd name="connsiteX4270" fmla="*/ 385535 w 1440502"/>
                    <a:gd name="connsiteY4270" fmla="*/ 169158 h 2360402"/>
                    <a:gd name="connsiteX4271" fmla="*/ 388371 w 1440502"/>
                    <a:gd name="connsiteY4271" fmla="*/ 168799 h 2360402"/>
                    <a:gd name="connsiteX4272" fmla="*/ 388776 w 1440502"/>
                    <a:gd name="connsiteY4272" fmla="*/ 170385 h 2360402"/>
                    <a:gd name="connsiteX4273" fmla="*/ 391242 w 1440502"/>
                    <a:gd name="connsiteY4273" fmla="*/ 169355 h 2360402"/>
                    <a:gd name="connsiteX4274" fmla="*/ 388197 w 1440502"/>
                    <a:gd name="connsiteY4274" fmla="*/ 165014 h 2360402"/>
                    <a:gd name="connsiteX4275" fmla="*/ 387850 w 1440502"/>
                    <a:gd name="connsiteY4275" fmla="*/ 164875 h 2360402"/>
                    <a:gd name="connsiteX4276" fmla="*/ 387850 w 1440502"/>
                    <a:gd name="connsiteY4276" fmla="*/ 164806 h 2360402"/>
                    <a:gd name="connsiteX4277" fmla="*/ 385523 w 1440502"/>
                    <a:gd name="connsiteY4277" fmla="*/ 163961 h 2360402"/>
                    <a:gd name="connsiteX4278" fmla="*/ 384898 w 1440502"/>
                    <a:gd name="connsiteY4278" fmla="*/ 163706 h 2360402"/>
                    <a:gd name="connsiteX4279" fmla="*/ 388741 w 1440502"/>
                    <a:gd name="connsiteY4279" fmla="*/ 156853 h 2360402"/>
                    <a:gd name="connsiteX4280" fmla="*/ 395270 w 1440502"/>
                    <a:gd name="connsiteY4280" fmla="*/ 150452 h 2360402"/>
                    <a:gd name="connsiteX4281" fmla="*/ 395826 w 1440502"/>
                    <a:gd name="connsiteY4281" fmla="*/ 148136 h 2360402"/>
                    <a:gd name="connsiteX4282" fmla="*/ 394355 w 1440502"/>
                    <a:gd name="connsiteY4282" fmla="*/ 147002 h 2360402"/>
                    <a:gd name="connsiteX4283" fmla="*/ 394367 w 1440502"/>
                    <a:gd name="connsiteY4283" fmla="*/ 145057 h 2360402"/>
                    <a:gd name="connsiteX4284" fmla="*/ 393013 w 1440502"/>
                    <a:gd name="connsiteY4284" fmla="*/ 141631 h 2360402"/>
                    <a:gd name="connsiteX4285" fmla="*/ 392943 w 1440502"/>
                    <a:gd name="connsiteY4285" fmla="*/ 141214 h 2360402"/>
                    <a:gd name="connsiteX4286" fmla="*/ 394934 w 1440502"/>
                    <a:gd name="connsiteY4286" fmla="*/ 139999 h 2360402"/>
                    <a:gd name="connsiteX4287" fmla="*/ 394772 w 1440502"/>
                    <a:gd name="connsiteY4287" fmla="*/ 139941 h 2360402"/>
                    <a:gd name="connsiteX4288" fmla="*/ 394818 w 1440502"/>
                    <a:gd name="connsiteY4288" fmla="*/ 139906 h 2360402"/>
                    <a:gd name="connsiteX4289" fmla="*/ 393429 w 1440502"/>
                    <a:gd name="connsiteY4289" fmla="*/ 139362 h 2360402"/>
                    <a:gd name="connsiteX4290" fmla="*/ 394992 w 1440502"/>
                    <a:gd name="connsiteY4290" fmla="*/ 137915 h 2360402"/>
                    <a:gd name="connsiteX4291" fmla="*/ 395745 w 1440502"/>
                    <a:gd name="connsiteY4291" fmla="*/ 137278 h 2360402"/>
                    <a:gd name="connsiteX4292" fmla="*/ 395721 w 1440502"/>
                    <a:gd name="connsiteY4292" fmla="*/ 137244 h 2360402"/>
                    <a:gd name="connsiteX4293" fmla="*/ 395872 w 1440502"/>
                    <a:gd name="connsiteY4293" fmla="*/ 137105 h 2360402"/>
                    <a:gd name="connsiteX4294" fmla="*/ 395027 w 1440502"/>
                    <a:gd name="connsiteY4294" fmla="*/ 135403 h 2360402"/>
                    <a:gd name="connsiteX4295" fmla="*/ 397875 w 1440502"/>
                    <a:gd name="connsiteY4295" fmla="*/ 136156 h 2360402"/>
                    <a:gd name="connsiteX4296" fmla="*/ 396717 w 1440502"/>
                    <a:gd name="connsiteY4296" fmla="*/ 134616 h 2360402"/>
                    <a:gd name="connsiteX4297" fmla="*/ 398824 w 1440502"/>
                    <a:gd name="connsiteY4297" fmla="*/ 134940 h 2360402"/>
                    <a:gd name="connsiteX4298" fmla="*/ 399148 w 1440502"/>
                    <a:gd name="connsiteY4298" fmla="*/ 135206 h 2360402"/>
                    <a:gd name="connsiteX4299" fmla="*/ 399275 w 1440502"/>
                    <a:gd name="connsiteY4299" fmla="*/ 135090 h 2360402"/>
                    <a:gd name="connsiteX4300" fmla="*/ 399333 w 1440502"/>
                    <a:gd name="connsiteY4300" fmla="*/ 135009 h 2360402"/>
                    <a:gd name="connsiteX4301" fmla="*/ 399738 w 1440502"/>
                    <a:gd name="connsiteY4301" fmla="*/ 135067 h 2360402"/>
                    <a:gd name="connsiteX4302" fmla="*/ 400213 w 1440502"/>
                    <a:gd name="connsiteY4302" fmla="*/ 136561 h 2360402"/>
                    <a:gd name="connsiteX4303" fmla="*/ 400931 w 1440502"/>
                    <a:gd name="connsiteY4303" fmla="*/ 139130 h 2360402"/>
                    <a:gd name="connsiteX4304" fmla="*/ 404832 w 1440502"/>
                    <a:gd name="connsiteY4304" fmla="*/ 142198 h 2360402"/>
                    <a:gd name="connsiteX4305" fmla="*/ 403246 w 1440502"/>
                    <a:gd name="connsiteY4305" fmla="*/ 142974 h 2360402"/>
                    <a:gd name="connsiteX4306" fmla="*/ 404230 w 1440502"/>
                    <a:gd name="connsiteY4306" fmla="*/ 144617 h 2360402"/>
                    <a:gd name="connsiteX4307" fmla="*/ 406313 w 1440502"/>
                    <a:gd name="connsiteY4307" fmla="*/ 143217 h 2360402"/>
                    <a:gd name="connsiteX4308" fmla="*/ 412379 w 1440502"/>
                    <a:gd name="connsiteY4308" fmla="*/ 146099 h 2360402"/>
                    <a:gd name="connsiteX4309" fmla="*/ 410955 w 1440502"/>
                    <a:gd name="connsiteY4309" fmla="*/ 149282 h 2360402"/>
                    <a:gd name="connsiteX4310" fmla="*/ 412970 w 1440502"/>
                    <a:gd name="connsiteY4310" fmla="*/ 148021 h 2360402"/>
                    <a:gd name="connsiteX4311" fmla="*/ 415644 w 1440502"/>
                    <a:gd name="connsiteY4311" fmla="*/ 147095 h 2360402"/>
                    <a:gd name="connsiteX4312" fmla="*/ 415528 w 1440502"/>
                    <a:gd name="connsiteY4312" fmla="*/ 147592 h 2360402"/>
                    <a:gd name="connsiteX4313" fmla="*/ 416060 w 1440502"/>
                    <a:gd name="connsiteY4313" fmla="*/ 148773 h 2360402"/>
                    <a:gd name="connsiteX4314" fmla="*/ 416002 w 1440502"/>
                    <a:gd name="connsiteY4314" fmla="*/ 148820 h 2360402"/>
                    <a:gd name="connsiteX4315" fmla="*/ 416118 w 1440502"/>
                    <a:gd name="connsiteY4315" fmla="*/ 148889 h 2360402"/>
                    <a:gd name="connsiteX4316" fmla="*/ 416709 w 1440502"/>
                    <a:gd name="connsiteY4316" fmla="*/ 150185 h 2360402"/>
                    <a:gd name="connsiteX4317" fmla="*/ 417635 w 1440502"/>
                    <a:gd name="connsiteY4317" fmla="*/ 149850 h 2360402"/>
                    <a:gd name="connsiteX4318" fmla="*/ 417959 w 1440502"/>
                    <a:gd name="connsiteY4318" fmla="*/ 150058 h 2360402"/>
                    <a:gd name="connsiteX4319" fmla="*/ 418005 w 1440502"/>
                    <a:gd name="connsiteY4319" fmla="*/ 149722 h 2360402"/>
                    <a:gd name="connsiteX4320" fmla="*/ 420181 w 1440502"/>
                    <a:gd name="connsiteY4320" fmla="*/ 148947 h 2360402"/>
                    <a:gd name="connsiteX4321" fmla="*/ 420170 w 1440502"/>
                    <a:gd name="connsiteY4321" fmla="*/ 149028 h 2360402"/>
                    <a:gd name="connsiteX4322" fmla="*/ 418781 w 1440502"/>
                    <a:gd name="connsiteY4322" fmla="*/ 153473 h 2360402"/>
                    <a:gd name="connsiteX4323" fmla="*/ 419510 w 1440502"/>
                    <a:gd name="connsiteY4323" fmla="*/ 153114 h 2360402"/>
                    <a:gd name="connsiteX4324" fmla="*/ 419498 w 1440502"/>
                    <a:gd name="connsiteY4324" fmla="*/ 153218 h 2360402"/>
                    <a:gd name="connsiteX4325" fmla="*/ 420204 w 1440502"/>
                    <a:gd name="connsiteY4325" fmla="*/ 152778 h 2360402"/>
                    <a:gd name="connsiteX4326" fmla="*/ 421686 w 1440502"/>
                    <a:gd name="connsiteY4326" fmla="*/ 152049 h 2360402"/>
                    <a:gd name="connsiteX4327" fmla="*/ 421779 w 1440502"/>
                    <a:gd name="connsiteY4327" fmla="*/ 152234 h 2360402"/>
                    <a:gd name="connsiteX4328" fmla="*/ 422033 w 1440502"/>
                    <a:gd name="connsiteY4328" fmla="*/ 153901 h 2360402"/>
                    <a:gd name="connsiteX4329" fmla="*/ 425344 w 1440502"/>
                    <a:gd name="connsiteY4329" fmla="*/ 153936 h 2360402"/>
                    <a:gd name="connsiteX4330" fmla="*/ 425379 w 1440502"/>
                    <a:gd name="connsiteY4330" fmla="*/ 153658 h 2360402"/>
                    <a:gd name="connsiteX4331" fmla="*/ 425425 w 1440502"/>
                    <a:gd name="connsiteY4331" fmla="*/ 153670 h 2360402"/>
                    <a:gd name="connsiteX4332" fmla="*/ 425529 w 1440502"/>
                    <a:gd name="connsiteY4332" fmla="*/ 152512 h 2360402"/>
                    <a:gd name="connsiteX4333" fmla="*/ 428284 w 1440502"/>
                    <a:gd name="connsiteY4333" fmla="*/ 154457 h 2360402"/>
                    <a:gd name="connsiteX4334" fmla="*/ 428574 w 1440502"/>
                    <a:gd name="connsiteY4334" fmla="*/ 155788 h 2360402"/>
                    <a:gd name="connsiteX4335" fmla="*/ 426849 w 1440502"/>
                    <a:gd name="connsiteY4335" fmla="*/ 156645 h 2360402"/>
                    <a:gd name="connsiteX4336" fmla="*/ 427694 w 1440502"/>
                    <a:gd name="connsiteY4336" fmla="*/ 155730 h 2360402"/>
                    <a:gd name="connsiteX4337" fmla="*/ 425738 w 1440502"/>
                    <a:gd name="connsiteY4337" fmla="*/ 154920 h 2360402"/>
                    <a:gd name="connsiteX4338" fmla="*/ 425576 w 1440502"/>
                    <a:gd name="connsiteY4338" fmla="*/ 158890 h 2360402"/>
                    <a:gd name="connsiteX4339" fmla="*/ 428632 w 1440502"/>
                    <a:gd name="connsiteY4339" fmla="*/ 159238 h 2360402"/>
                    <a:gd name="connsiteX4340" fmla="*/ 428886 w 1440502"/>
                    <a:gd name="connsiteY4340" fmla="*/ 155823 h 2360402"/>
                    <a:gd name="connsiteX4341" fmla="*/ 433575 w 1440502"/>
                    <a:gd name="connsiteY4341" fmla="*/ 157258 h 2360402"/>
                    <a:gd name="connsiteX4342" fmla="*/ 426154 w 1440502"/>
                    <a:gd name="connsiteY4342" fmla="*/ 151320 h 2360402"/>
                    <a:gd name="connsiteX4343" fmla="*/ 430125 w 1440502"/>
                    <a:gd name="connsiteY4343" fmla="*/ 147581 h 2360402"/>
                    <a:gd name="connsiteX4344" fmla="*/ 421154 w 1440502"/>
                    <a:gd name="connsiteY4344" fmla="*/ 144490 h 2360402"/>
                    <a:gd name="connsiteX4345" fmla="*/ 420783 w 1440502"/>
                    <a:gd name="connsiteY4345" fmla="*/ 144351 h 2360402"/>
                    <a:gd name="connsiteX4346" fmla="*/ 423712 w 1440502"/>
                    <a:gd name="connsiteY4346" fmla="*/ 140497 h 2360402"/>
                    <a:gd name="connsiteX4347" fmla="*/ 420228 w 1440502"/>
                    <a:gd name="connsiteY4347" fmla="*/ 141179 h 2360402"/>
                    <a:gd name="connsiteX4348" fmla="*/ 418503 w 1440502"/>
                    <a:gd name="connsiteY4348" fmla="*/ 141422 h 2360402"/>
                    <a:gd name="connsiteX4349" fmla="*/ 424406 w 1440502"/>
                    <a:gd name="connsiteY4349" fmla="*/ 136375 h 2360402"/>
                    <a:gd name="connsiteX4350" fmla="*/ 430495 w 1440502"/>
                    <a:gd name="connsiteY4350" fmla="*/ 137591 h 2360402"/>
                    <a:gd name="connsiteX4351" fmla="*/ 426467 w 1440502"/>
                    <a:gd name="connsiteY4351" fmla="*/ 136468 h 2360402"/>
                    <a:gd name="connsiteX4352" fmla="*/ 425842 w 1440502"/>
                    <a:gd name="connsiteY4352" fmla="*/ 134465 h 2360402"/>
                    <a:gd name="connsiteX4353" fmla="*/ 420089 w 1440502"/>
                    <a:gd name="connsiteY4353" fmla="*/ 134199 h 2360402"/>
                    <a:gd name="connsiteX4354" fmla="*/ 420065 w 1440502"/>
                    <a:gd name="connsiteY4354" fmla="*/ 134465 h 2360402"/>
                    <a:gd name="connsiteX4355" fmla="*/ 419313 w 1440502"/>
                    <a:gd name="connsiteY4355" fmla="*/ 137846 h 2360402"/>
                    <a:gd name="connsiteX4356" fmla="*/ 414972 w 1440502"/>
                    <a:gd name="connsiteY4356" fmla="*/ 138147 h 2360402"/>
                    <a:gd name="connsiteX4357" fmla="*/ 411198 w 1440502"/>
                    <a:gd name="connsiteY4357" fmla="*/ 138413 h 2360402"/>
                    <a:gd name="connsiteX4358" fmla="*/ 409485 w 1440502"/>
                    <a:gd name="connsiteY4358" fmla="*/ 135993 h 2360402"/>
                    <a:gd name="connsiteX4359" fmla="*/ 406556 w 1440502"/>
                    <a:gd name="connsiteY4359" fmla="*/ 135912 h 2360402"/>
                    <a:gd name="connsiteX4360" fmla="*/ 406244 w 1440502"/>
                    <a:gd name="connsiteY4360" fmla="*/ 133157 h 2360402"/>
                    <a:gd name="connsiteX4361" fmla="*/ 413352 w 1440502"/>
                    <a:gd name="connsiteY4361" fmla="*/ 132416 h 2360402"/>
                    <a:gd name="connsiteX4362" fmla="*/ 414972 w 1440502"/>
                    <a:gd name="connsiteY4362" fmla="*/ 132856 h 2360402"/>
                    <a:gd name="connsiteX4363" fmla="*/ 418317 w 1440502"/>
                    <a:gd name="connsiteY4363" fmla="*/ 133771 h 2360402"/>
                    <a:gd name="connsiteX4364" fmla="*/ 416002 w 1440502"/>
                    <a:gd name="connsiteY4364" fmla="*/ 132162 h 2360402"/>
                    <a:gd name="connsiteX4365" fmla="*/ 416500 w 1440502"/>
                    <a:gd name="connsiteY4365" fmla="*/ 130750 h 2360402"/>
                    <a:gd name="connsiteX4366" fmla="*/ 412993 w 1440502"/>
                    <a:gd name="connsiteY4366" fmla="*/ 130645 h 2360402"/>
                    <a:gd name="connsiteX4367" fmla="*/ 412599 w 1440502"/>
                    <a:gd name="connsiteY4367" fmla="*/ 128550 h 2360402"/>
                    <a:gd name="connsiteX4368" fmla="*/ 408409 w 1440502"/>
                    <a:gd name="connsiteY4368" fmla="*/ 129279 h 2360402"/>
                    <a:gd name="connsiteX4369" fmla="*/ 409173 w 1440502"/>
                    <a:gd name="connsiteY4369" fmla="*/ 126883 h 2360402"/>
                    <a:gd name="connsiteX4370" fmla="*/ 406510 w 1440502"/>
                    <a:gd name="connsiteY4370" fmla="*/ 128712 h 2360402"/>
                    <a:gd name="connsiteX4371" fmla="*/ 406441 w 1440502"/>
                    <a:gd name="connsiteY4371" fmla="*/ 128747 h 2360402"/>
                    <a:gd name="connsiteX4372" fmla="*/ 406996 w 1440502"/>
                    <a:gd name="connsiteY4372" fmla="*/ 126084 h 2360402"/>
                    <a:gd name="connsiteX4373" fmla="*/ 405341 w 1440502"/>
                    <a:gd name="connsiteY4373" fmla="*/ 125506 h 2360402"/>
                    <a:gd name="connsiteX4374" fmla="*/ 406962 w 1440502"/>
                    <a:gd name="connsiteY4374" fmla="*/ 124452 h 2360402"/>
                    <a:gd name="connsiteX4375" fmla="*/ 407228 w 1440502"/>
                    <a:gd name="connsiteY4375" fmla="*/ 124348 h 2360402"/>
                    <a:gd name="connsiteX4376" fmla="*/ 407228 w 1440502"/>
                    <a:gd name="connsiteY4376" fmla="*/ 124279 h 2360402"/>
                    <a:gd name="connsiteX4377" fmla="*/ 407772 w 1440502"/>
                    <a:gd name="connsiteY4377" fmla="*/ 123931 h 2360402"/>
                    <a:gd name="connsiteX4378" fmla="*/ 407494 w 1440502"/>
                    <a:gd name="connsiteY4378" fmla="*/ 121223 h 2360402"/>
                    <a:gd name="connsiteX4379" fmla="*/ 409705 w 1440502"/>
                    <a:gd name="connsiteY4379" fmla="*/ 121142 h 2360402"/>
                    <a:gd name="connsiteX4380" fmla="*/ 409670 w 1440502"/>
                    <a:gd name="connsiteY4380" fmla="*/ 120841 h 2360402"/>
                    <a:gd name="connsiteX4381" fmla="*/ 410122 w 1440502"/>
                    <a:gd name="connsiteY4381" fmla="*/ 120771 h 2360402"/>
                    <a:gd name="connsiteX4382" fmla="*/ 409589 w 1440502"/>
                    <a:gd name="connsiteY4382" fmla="*/ 119671 h 2360402"/>
                    <a:gd name="connsiteX4383" fmla="*/ 414972 w 1440502"/>
                    <a:gd name="connsiteY4383" fmla="*/ 120540 h 2360402"/>
                    <a:gd name="connsiteX4384" fmla="*/ 415632 w 1440502"/>
                    <a:gd name="connsiteY4384" fmla="*/ 120644 h 2360402"/>
                    <a:gd name="connsiteX4385" fmla="*/ 415470 w 1440502"/>
                    <a:gd name="connsiteY4385" fmla="*/ 120597 h 2360402"/>
                    <a:gd name="connsiteX4386" fmla="*/ 415516 w 1440502"/>
                    <a:gd name="connsiteY4386" fmla="*/ 120597 h 2360402"/>
                    <a:gd name="connsiteX4387" fmla="*/ 410411 w 1440502"/>
                    <a:gd name="connsiteY4387" fmla="*/ 118583 h 2360402"/>
                    <a:gd name="connsiteX4388" fmla="*/ 413595 w 1440502"/>
                    <a:gd name="connsiteY4388" fmla="*/ 116268 h 2360402"/>
                    <a:gd name="connsiteX4389" fmla="*/ 414717 w 1440502"/>
                    <a:gd name="connsiteY4389" fmla="*/ 115550 h 2360402"/>
                    <a:gd name="connsiteX4390" fmla="*/ 414972 w 1440502"/>
                    <a:gd name="connsiteY4390" fmla="*/ 115562 h 2360402"/>
                    <a:gd name="connsiteX4391" fmla="*/ 421385 w 1440502"/>
                    <a:gd name="connsiteY4391" fmla="*/ 115886 h 2360402"/>
                    <a:gd name="connsiteX4392" fmla="*/ 422624 w 1440502"/>
                    <a:gd name="connsiteY4392" fmla="*/ 114289 h 2360402"/>
                    <a:gd name="connsiteX4393" fmla="*/ 417878 w 1440502"/>
                    <a:gd name="connsiteY4393" fmla="*/ 114161 h 2360402"/>
                    <a:gd name="connsiteX4394" fmla="*/ 417750 w 1440502"/>
                    <a:gd name="connsiteY4394" fmla="*/ 114115 h 2360402"/>
                    <a:gd name="connsiteX4395" fmla="*/ 418526 w 1440502"/>
                    <a:gd name="connsiteY4395" fmla="*/ 112309 h 2360402"/>
                    <a:gd name="connsiteX4396" fmla="*/ 432081 w 1440502"/>
                    <a:gd name="connsiteY4396" fmla="*/ 115087 h 2360402"/>
                    <a:gd name="connsiteX4397" fmla="*/ 443009 w 1440502"/>
                    <a:gd name="connsiteY4397" fmla="*/ 130333 h 2360402"/>
                    <a:gd name="connsiteX4398" fmla="*/ 444606 w 1440502"/>
                    <a:gd name="connsiteY4398" fmla="*/ 128388 h 2360402"/>
                    <a:gd name="connsiteX4399" fmla="*/ 444004 w 1440502"/>
                    <a:gd name="connsiteY4399" fmla="*/ 127497 h 2360402"/>
                    <a:gd name="connsiteX4400" fmla="*/ 444155 w 1440502"/>
                    <a:gd name="connsiteY4400" fmla="*/ 127103 h 2360402"/>
                    <a:gd name="connsiteX4401" fmla="*/ 440902 w 1440502"/>
                    <a:gd name="connsiteY4401" fmla="*/ 122832 h 2360402"/>
                    <a:gd name="connsiteX4402" fmla="*/ 444097 w 1440502"/>
                    <a:gd name="connsiteY4402" fmla="*/ 120285 h 2360402"/>
                    <a:gd name="connsiteX4403" fmla="*/ 436642 w 1440502"/>
                    <a:gd name="connsiteY4403" fmla="*/ 117067 h 2360402"/>
                    <a:gd name="connsiteX4404" fmla="*/ 435542 w 1440502"/>
                    <a:gd name="connsiteY4404" fmla="*/ 113710 h 2360402"/>
                    <a:gd name="connsiteX4405" fmla="*/ 439062 w 1440502"/>
                    <a:gd name="connsiteY4405" fmla="*/ 114671 h 2360402"/>
                    <a:gd name="connsiteX4406" fmla="*/ 436538 w 1440502"/>
                    <a:gd name="connsiteY4406" fmla="*/ 112633 h 2360402"/>
                    <a:gd name="connsiteX4407" fmla="*/ 427972 w 1440502"/>
                    <a:gd name="connsiteY4407" fmla="*/ 111314 h 2360402"/>
                    <a:gd name="connsiteX4408" fmla="*/ 426235 w 1440502"/>
                    <a:gd name="connsiteY4408" fmla="*/ 108813 h 2360402"/>
                    <a:gd name="connsiteX4409" fmla="*/ 426664 w 1440502"/>
                    <a:gd name="connsiteY4409" fmla="*/ 111487 h 2360402"/>
                    <a:gd name="connsiteX4410" fmla="*/ 417993 w 1440502"/>
                    <a:gd name="connsiteY4410" fmla="*/ 109265 h 2360402"/>
                    <a:gd name="connsiteX4411" fmla="*/ 421779 w 1440502"/>
                    <a:gd name="connsiteY4411" fmla="*/ 107135 h 2360402"/>
                    <a:gd name="connsiteX4412" fmla="*/ 424777 w 1440502"/>
                    <a:gd name="connsiteY4412" fmla="*/ 107991 h 2360402"/>
                    <a:gd name="connsiteX4413" fmla="*/ 424765 w 1440502"/>
                    <a:gd name="connsiteY4413" fmla="*/ 105468 h 2360402"/>
                    <a:gd name="connsiteX4414" fmla="*/ 421015 w 1440502"/>
                    <a:gd name="connsiteY4414" fmla="*/ 105734 h 2360402"/>
                    <a:gd name="connsiteX4415" fmla="*/ 415470 w 1440502"/>
                    <a:gd name="connsiteY4415" fmla="*/ 101903 h 2360402"/>
                    <a:gd name="connsiteX4416" fmla="*/ 415724 w 1440502"/>
                    <a:gd name="connsiteY4416" fmla="*/ 97156 h 2360402"/>
                    <a:gd name="connsiteX4417" fmla="*/ 414972 w 1440502"/>
                    <a:gd name="connsiteY4417" fmla="*/ 96960 h 2360402"/>
                    <a:gd name="connsiteX4418" fmla="*/ 412530 w 1440502"/>
                    <a:gd name="connsiteY4418" fmla="*/ 96311 h 2360402"/>
                    <a:gd name="connsiteX4419" fmla="*/ 410990 w 1440502"/>
                    <a:gd name="connsiteY4419" fmla="*/ 96138 h 2360402"/>
                    <a:gd name="connsiteX4420" fmla="*/ 410573 w 1440502"/>
                    <a:gd name="connsiteY4420" fmla="*/ 95802 h 2360402"/>
                    <a:gd name="connsiteX4421" fmla="*/ 411071 w 1440502"/>
                    <a:gd name="connsiteY4421" fmla="*/ 93753 h 2360402"/>
                    <a:gd name="connsiteX4422" fmla="*/ 406950 w 1440502"/>
                    <a:gd name="connsiteY4422" fmla="*/ 96010 h 2360402"/>
                    <a:gd name="connsiteX4423" fmla="*/ 406985 w 1440502"/>
                    <a:gd name="connsiteY4423" fmla="*/ 95802 h 2360402"/>
                    <a:gd name="connsiteX4424" fmla="*/ 407633 w 1440502"/>
                    <a:gd name="connsiteY4424" fmla="*/ 93035 h 2360402"/>
                    <a:gd name="connsiteX4425" fmla="*/ 407448 w 1440502"/>
                    <a:gd name="connsiteY4425" fmla="*/ 92966 h 2360402"/>
                    <a:gd name="connsiteX4426" fmla="*/ 407448 w 1440502"/>
                    <a:gd name="connsiteY4426" fmla="*/ 92954 h 2360402"/>
                    <a:gd name="connsiteX4427" fmla="*/ 407378 w 1440502"/>
                    <a:gd name="connsiteY4427" fmla="*/ 92943 h 2360402"/>
                    <a:gd name="connsiteX4428" fmla="*/ 405642 w 1440502"/>
                    <a:gd name="connsiteY4428" fmla="*/ 92318 h 2360402"/>
                    <a:gd name="connsiteX4429" fmla="*/ 405387 w 1440502"/>
                    <a:gd name="connsiteY4429" fmla="*/ 89574 h 2360402"/>
                    <a:gd name="connsiteX4430" fmla="*/ 404612 w 1440502"/>
                    <a:gd name="connsiteY4430" fmla="*/ 89447 h 2360402"/>
                    <a:gd name="connsiteX4431" fmla="*/ 404542 w 1440502"/>
                    <a:gd name="connsiteY4431" fmla="*/ 89123 h 2360402"/>
                    <a:gd name="connsiteX4432" fmla="*/ 404056 w 1440502"/>
                    <a:gd name="connsiteY4432" fmla="*/ 86958 h 2360402"/>
                    <a:gd name="connsiteX4433" fmla="*/ 404068 w 1440502"/>
                    <a:gd name="connsiteY4433" fmla="*/ 86935 h 2360402"/>
                    <a:gd name="connsiteX4434" fmla="*/ 406070 w 1440502"/>
                    <a:gd name="connsiteY4434" fmla="*/ 85986 h 2360402"/>
                    <a:gd name="connsiteX4435" fmla="*/ 406452 w 1440502"/>
                    <a:gd name="connsiteY4435" fmla="*/ 79063 h 2360402"/>
                    <a:gd name="connsiteX4436" fmla="*/ 408478 w 1440502"/>
                    <a:gd name="connsiteY4436" fmla="*/ 70983 h 2360402"/>
                    <a:gd name="connsiteX4437" fmla="*/ 408698 w 1440502"/>
                    <a:gd name="connsiteY4437" fmla="*/ 70624 h 2360402"/>
                    <a:gd name="connsiteX4438" fmla="*/ 410596 w 1440502"/>
                    <a:gd name="connsiteY4438" fmla="*/ 70462 h 2360402"/>
                    <a:gd name="connsiteX4439" fmla="*/ 411592 w 1440502"/>
                    <a:gd name="connsiteY4439" fmla="*/ 66955 h 2360402"/>
                    <a:gd name="connsiteX4440" fmla="*/ 414972 w 1440502"/>
                    <a:gd name="connsiteY4440" fmla="*/ 65357 h 2360402"/>
                    <a:gd name="connsiteX4441" fmla="*/ 415273 w 1440502"/>
                    <a:gd name="connsiteY4441" fmla="*/ 65219 h 2360402"/>
                    <a:gd name="connsiteX4442" fmla="*/ 415817 w 1440502"/>
                    <a:gd name="connsiteY4442" fmla="*/ 62070 h 2360402"/>
                    <a:gd name="connsiteX4443" fmla="*/ 422392 w 1440502"/>
                    <a:gd name="connsiteY4443" fmla="*/ 63216 h 2360402"/>
                    <a:gd name="connsiteX4444" fmla="*/ 428412 w 1440502"/>
                    <a:gd name="connsiteY4444" fmla="*/ 60345 h 2360402"/>
                    <a:gd name="connsiteX4445" fmla="*/ 428215 w 1440502"/>
                    <a:gd name="connsiteY4445" fmla="*/ 58551 h 2360402"/>
                    <a:gd name="connsiteX4446" fmla="*/ 432058 w 1440502"/>
                    <a:gd name="connsiteY4446" fmla="*/ 54256 h 2360402"/>
                    <a:gd name="connsiteX4447" fmla="*/ 432220 w 1440502"/>
                    <a:gd name="connsiteY4447" fmla="*/ 52103 h 2360402"/>
                    <a:gd name="connsiteX4448" fmla="*/ 433852 w 1440502"/>
                    <a:gd name="connsiteY4448" fmla="*/ 49522 h 2360402"/>
                    <a:gd name="connsiteX4449" fmla="*/ 435218 w 1440502"/>
                    <a:gd name="connsiteY4449" fmla="*/ 48329 h 2360402"/>
                    <a:gd name="connsiteX4450" fmla="*/ 434744 w 1440502"/>
                    <a:gd name="connsiteY4450" fmla="*/ 44046 h 2360402"/>
                    <a:gd name="connsiteX4451" fmla="*/ 440659 w 1440502"/>
                    <a:gd name="connsiteY4451" fmla="*/ 39080 h 2360402"/>
                    <a:gd name="connsiteX4452" fmla="*/ 439050 w 1440502"/>
                    <a:gd name="connsiteY4452" fmla="*/ 38513 h 2360402"/>
                    <a:gd name="connsiteX4453" fmla="*/ 438367 w 1440502"/>
                    <a:gd name="connsiteY4453" fmla="*/ 38050 h 2360402"/>
                    <a:gd name="connsiteX4454" fmla="*/ 440092 w 1440502"/>
                    <a:gd name="connsiteY4454" fmla="*/ 35573 h 2360402"/>
                    <a:gd name="connsiteX4455" fmla="*/ 439189 w 1440502"/>
                    <a:gd name="connsiteY4455" fmla="*/ 32586 h 2360402"/>
                    <a:gd name="connsiteX4456" fmla="*/ 439154 w 1440502"/>
                    <a:gd name="connsiteY4456" fmla="*/ 32343 h 2360402"/>
                    <a:gd name="connsiteX4457" fmla="*/ 439687 w 1440502"/>
                    <a:gd name="connsiteY4457" fmla="*/ 31996 h 2360402"/>
                    <a:gd name="connsiteX4458" fmla="*/ 441631 w 1440502"/>
                    <a:gd name="connsiteY4458" fmla="*/ 31324 h 2360402"/>
                    <a:gd name="connsiteX4459" fmla="*/ 441643 w 1440502"/>
                    <a:gd name="connsiteY4459" fmla="*/ 30688 h 2360402"/>
                    <a:gd name="connsiteX4460" fmla="*/ 442152 w 1440502"/>
                    <a:gd name="connsiteY4460" fmla="*/ 30364 h 2360402"/>
                    <a:gd name="connsiteX4461" fmla="*/ 442060 w 1440502"/>
                    <a:gd name="connsiteY4461" fmla="*/ 26462 h 2360402"/>
                    <a:gd name="connsiteX4462" fmla="*/ 440509 w 1440502"/>
                    <a:gd name="connsiteY4462" fmla="*/ 25930 h 2360402"/>
                    <a:gd name="connsiteX4463" fmla="*/ 441377 w 1440502"/>
                    <a:gd name="connsiteY4463" fmla="*/ 24333 h 2360402"/>
                    <a:gd name="connsiteX4464" fmla="*/ 441342 w 1440502"/>
                    <a:gd name="connsiteY4464" fmla="*/ 23638 h 2360402"/>
                    <a:gd name="connsiteX4465" fmla="*/ 442141 w 1440502"/>
                    <a:gd name="connsiteY4465" fmla="*/ 21774 h 2360402"/>
                    <a:gd name="connsiteX4466" fmla="*/ 443113 w 1440502"/>
                    <a:gd name="connsiteY4466" fmla="*/ 21508 h 2360402"/>
                    <a:gd name="connsiteX4467" fmla="*/ 442175 w 1440502"/>
                    <a:gd name="connsiteY4467" fmla="*/ 19656 h 2360402"/>
                    <a:gd name="connsiteX4468" fmla="*/ 441249 w 1440502"/>
                    <a:gd name="connsiteY4468" fmla="*/ 16750 h 2360402"/>
                    <a:gd name="connsiteX4469" fmla="*/ 445266 w 1440502"/>
                    <a:gd name="connsiteY4469" fmla="*/ 10904 h 2360402"/>
                    <a:gd name="connsiteX4470" fmla="*/ 445370 w 1440502"/>
                    <a:gd name="connsiteY4470" fmla="*/ 10210 h 2360402"/>
                    <a:gd name="connsiteX4471" fmla="*/ 449167 w 1440502"/>
                    <a:gd name="connsiteY4471" fmla="*/ 13359 h 2360402"/>
                    <a:gd name="connsiteX4472" fmla="*/ 452084 w 1440502"/>
                    <a:gd name="connsiteY4472" fmla="*/ 14713 h 2360402"/>
                    <a:gd name="connsiteX4473" fmla="*/ 452709 w 1440502"/>
                    <a:gd name="connsiteY4473" fmla="*/ 17572 h 2360402"/>
                    <a:gd name="connsiteX4474" fmla="*/ 458625 w 1440502"/>
                    <a:gd name="connsiteY4474" fmla="*/ 18626 h 2360402"/>
                    <a:gd name="connsiteX4475" fmla="*/ 459053 w 1440502"/>
                    <a:gd name="connsiteY4475" fmla="*/ 21068 h 2360402"/>
                    <a:gd name="connsiteX4476" fmla="*/ 463081 w 1440502"/>
                    <a:gd name="connsiteY4476" fmla="*/ 21554 h 2360402"/>
                    <a:gd name="connsiteX4477" fmla="*/ 465582 w 1440502"/>
                    <a:gd name="connsiteY4477" fmla="*/ 17121 h 2360402"/>
                    <a:gd name="connsiteX4478" fmla="*/ 465860 w 1440502"/>
                    <a:gd name="connsiteY4478" fmla="*/ 17190 h 2360402"/>
                    <a:gd name="connsiteX4479" fmla="*/ 478188 w 1440502"/>
                    <a:gd name="connsiteY4479" fmla="*/ 20304 h 2360402"/>
                    <a:gd name="connsiteX4480" fmla="*/ 478466 w 1440502"/>
                    <a:gd name="connsiteY4480" fmla="*/ 20235 h 2360402"/>
                    <a:gd name="connsiteX4481" fmla="*/ 480434 w 1440502"/>
                    <a:gd name="connsiteY4481" fmla="*/ 20709 h 2360402"/>
                    <a:gd name="connsiteX4482" fmla="*/ 483849 w 1440502"/>
                    <a:gd name="connsiteY4482" fmla="*/ 19077 h 2360402"/>
                    <a:gd name="connsiteX4483" fmla="*/ 484914 w 1440502"/>
                    <a:gd name="connsiteY4483" fmla="*/ 21983 h 2360402"/>
                    <a:gd name="connsiteX4484" fmla="*/ 486083 w 1440502"/>
                    <a:gd name="connsiteY4484" fmla="*/ 23082 h 2360402"/>
                    <a:gd name="connsiteX4485" fmla="*/ 486418 w 1440502"/>
                    <a:gd name="connsiteY4485" fmla="*/ 23719 h 2360402"/>
                    <a:gd name="connsiteX4486" fmla="*/ 486754 w 1440502"/>
                    <a:gd name="connsiteY4486" fmla="*/ 23719 h 2360402"/>
                    <a:gd name="connsiteX4487" fmla="*/ 491894 w 1440502"/>
                    <a:gd name="connsiteY4487" fmla="*/ 28558 h 2360402"/>
                    <a:gd name="connsiteX4488" fmla="*/ 492160 w 1440502"/>
                    <a:gd name="connsiteY4488" fmla="*/ 28396 h 2360402"/>
                    <a:gd name="connsiteX4489" fmla="*/ 492206 w 1440502"/>
                    <a:gd name="connsiteY4489" fmla="*/ 28442 h 2360402"/>
                    <a:gd name="connsiteX4490" fmla="*/ 495181 w 1440502"/>
                    <a:gd name="connsiteY4490" fmla="*/ 27805 h 2360402"/>
                    <a:gd name="connsiteX4491" fmla="*/ 498585 w 1440502"/>
                    <a:gd name="connsiteY4491" fmla="*/ 29935 h 2360402"/>
                    <a:gd name="connsiteX4492" fmla="*/ 499198 w 1440502"/>
                    <a:gd name="connsiteY4492" fmla="*/ 30433 h 2360402"/>
                    <a:gd name="connsiteX4493" fmla="*/ 497983 w 1440502"/>
                    <a:gd name="connsiteY4493" fmla="*/ 31741 h 2360402"/>
                    <a:gd name="connsiteX4494" fmla="*/ 501479 w 1440502"/>
                    <a:gd name="connsiteY4494" fmla="*/ 36267 h 2360402"/>
                    <a:gd name="connsiteX4495" fmla="*/ 499650 w 1440502"/>
                    <a:gd name="connsiteY4495" fmla="*/ 40203 h 2360402"/>
                    <a:gd name="connsiteX4496" fmla="*/ 500657 w 1440502"/>
                    <a:gd name="connsiteY4496" fmla="*/ 41060 h 2360402"/>
                    <a:gd name="connsiteX4497" fmla="*/ 500518 w 1440502"/>
                    <a:gd name="connsiteY4497" fmla="*/ 41916 h 2360402"/>
                    <a:gd name="connsiteX4498" fmla="*/ 499001 w 1440502"/>
                    <a:gd name="connsiteY4498" fmla="*/ 45736 h 2360402"/>
                    <a:gd name="connsiteX4499" fmla="*/ 501039 w 1440502"/>
                    <a:gd name="connsiteY4499" fmla="*/ 45458 h 2360402"/>
                    <a:gd name="connsiteX4500" fmla="*/ 499742 w 1440502"/>
                    <a:gd name="connsiteY4500" fmla="*/ 50598 h 2360402"/>
                    <a:gd name="connsiteX4501" fmla="*/ 502139 w 1440502"/>
                    <a:gd name="connsiteY4501" fmla="*/ 55286 h 2360402"/>
                    <a:gd name="connsiteX4502" fmla="*/ 507706 w 1440502"/>
                    <a:gd name="connsiteY4502" fmla="*/ 60299 h 2360402"/>
                    <a:gd name="connsiteX4503" fmla="*/ 506630 w 1440502"/>
                    <a:gd name="connsiteY4503" fmla="*/ 63829 h 2360402"/>
                    <a:gd name="connsiteX4504" fmla="*/ 505704 w 1440502"/>
                    <a:gd name="connsiteY4504" fmla="*/ 64686 h 2360402"/>
                    <a:gd name="connsiteX4505" fmla="*/ 505600 w 1440502"/>
                    <a:gd name="connsiteY4505" fmla="*/ 64686 h 2360402"/>
                    <a:gd name="connsiteX4506" fmla="*/ 505495 w 1440502"/>
                    <a:gd name="connsiteY4506" fmla="*/ 64883 h 2360402"/>
                    <a:gd name="connsiteX4507" fmla="*/ 495459 w 1440502"/>
                    <a:gd name="connsiteY4507" fmla="*/ 74086 h 2360402"/>
                    <a:gd name="connsiteX4508" fmla="*/ 497381 w 1440502"/>
                    <a:gd name="connsiteY4508" fmla="*/ 73391 h 2360402"/>
                    <a:gd name="connsiteX4509" fmla="*/ 496779 w 1440502"/>
                    <a:gd name="connsiteY4509" fmla="*/ 74120 h 2360402"/>
                    <a:gd name="connsiteX4510" fmla="*/ 497427 w 1440502"/>
                    <a:gd name="connsiteY4510" fmla="*/ 73380 h 2360402"/>
                    <a:gd name="connsiteX4511" fmla="*/ 501594 w 1440502"/>
                    <a:gd name="connsiteY4511" fmla="*/ 71863 h 2360402"/>
                    <a:gd name="connsiteX4512" fmla="*/ 500761 w 1440502"/>
                    <a:gd name="connsiteY4512" fmla="*/ 81147 h 2360402"/>
                    <a:gd name="connsiteX4513" fmla="*/ 502162 w 1440502"/>
                    <a:gd name="connsiteY4513" fmla="*/ 79144 h 2360402"/>
                    <a:gd name="connsiteX4514" fmla="*/ 501942 w 1440502"/>
                    <a:gd name="connsiteY4514" fmla="*/ 76274 h 2360402"/>
                    <a:gd name="connsiteX4515" fmla="*/ 502162 w 1440502"/>
                    <a:gd name="connsiteY4515" fmla="*/ 75405 h 2360402"/>
                    <a:gd name="connsiteX4516" fmla="*/ 503829 w 1440502"/>
                    <a:gd name="connsiteY4516" fmla="*/ 72836 h 2360402"/>
                    <a:gd name="connsiteX4517" fmla="*/ 505785 w 1440502"/>
                    <a:gd name="connsiteY4517" fmla="*/ 73808 h 2360402"/>
                    <a:gd name="connsiteX4518" fmla="*/ 505634 w 1440502"/>
                    <a:gd name="connsiteY4518" fmla="*/ 71620 h 2360402"/>
                    <a:gd name="connsiteX4519" fmla="*/ 510577 w 1440502"/>
                    <a:gd name="connsiteY4519" fmla="*/ 64999 h 2360402"/>
                    <a:gd name="connsiteX4520" fmla="*/ 512256 w 1440502"/>
                    <a:gd name="connsiteY4520" fmla="*/ 60171 h 2360402"/>
                    <a:gd name="connsiteX4521" fmla="*/ 512221 w 1440502"/>
                    <a:gd name="connsiteY4521" fmla="*/ 57590 h 2360402"/>
                    <a:gd name="connsiteX4522" fmla="*/ 508737 w 1440502"/>
                    <a:gd name="connsiteY4522" fmla="*/ 56606 h 2360402"/>
                    <a:gd name="connsiteX4523" fmla="*/ 504083 w 1440502"/>
                    <a:gd name="connsiteY4523" fmla="*/ 50413 h 2360402"/>
                    <a:gd name="connsiteX4524" fmla="*/ 504627 w 1440502"/>
                    <a:gd name="connsiteY4524" fmla="*/ 49151 h 2360402"/>
                    <a:gd name="connsiteX4525" fmla="*/ 506653 w 1440502"/>
                    <a:gd name="connsiteY4525" fmla="*/ 45192 h 2360402"/>
                    <a:gd name="connsiteX4526" fmla="*/ 506676 w 1440502"/>
                    <a:gd name="connsiteY4526" fmla="*/ 44347 h 2360402"/>
                    <a:gd name="connsiteX4527" fmla="*/ 507348 w 1440502"/>
                    <a:gd name="connsiteY4527" fmla="*/ 42773 h 2360402"/>
                    <a:gd name="connsiteX4528" fmla="*/ 509084 w 1440502"/>
                    <a:gd name="connsiteY4528" fmla="*/ 42842 h 2360402"/>
                    <a:gd name="connsiteX4529" fmla="*/ 510600 w 1440502"/>
                    <a:gd name="connsiteY4529" fmla="*/ 42935 h 2360402"/>
                    <a:gd name="connsiteX4530" fmla="*/ 510786 w 1440502"/>
                    <a:gd name="connsiteY4530" fmla="*/ 42912 h 2360402"/>
                    <a:gd name="connsiteX4531" fmla="*/ 515729 w 1440502"/>
                    <a:gd name="connsiteY4531" fmla="*/ 43120 h 2360402"/>
                    <a:gd name="connsiteX4532" fmla="*/ 516770 w 1440502"/>
                    <a:gd name="connsiteY4532" fmla="*/ 41720 h 2360402"/>
                    <a:gd name="connsiteX4533" fmla="*/ 516747 w 1440502"/>
                    <a:gd name="connsiteY4533" fmla="*/ 38409 h 2360402"/>
                    <a:gd name="connsiteX4534" fmla="*/ 512927 w 1440502"/>
                    <a:gd name="connsiteY4534" fmla="*/ 33211 h 2360402"/>
                    <a:gd name="connsiteX4535" fmla="*/ 512985 w 1440502"/>
                    <a:gd name="connsiteY4535" fmla="*/ 32957 h 2360402"/>
                    <a:gd name="connsiteX4536" fmla="*/ 512765 w 1440502"/>
                    <a:gd name="connsiteY4536" fmla="*/ 32980 h 2360402"/>
                    <a:gd name="connsiteX4537" fmla="*/ 509512 w 1440502"/>
                    <a:gd name="connsiteY4537" fmla="*/ 28569 h 2360402"/>
                    <a:gd name="connsiteX4538" fmla="*/ 510010 w 1440502"/>
                    <a:gd name="connsiteY4538" fmla="*/ 28581 h 2360402"/>
                    <a:gd name="connsiteX4539" fmla="*/ 512985 w 1440502"/>
                    <a:gd name="connsiteY4539" fmla="*/ 29044 h 2360402"/>
                    <a:gd name="connsiteX4540" fmla="*/ 515393 w 1440502"/>
                    <a:gd name="connsiteY4540" fmla="*/ 27250 h 2360402"/>
                    <a:gd name="connsiteX4541" fmla="*/ 516851 w 1440502"/>
                    <a:gd name="connsiteY4541" fmla="*/ 26289 h 2360402"/>
                    <a:gd name="connsiteX4542" fmla="*/ 516851 w 1440502"/>
                    <a:gd name="connsiteY4542" fmla="*/ 26706 h 2360402"/>
                    <a:gd name="connsiteX4543" fmla="*/ 516215 w 1440502"/>
                    <a:gd name="connsiteY4543" fmla="*/ 28847 h 2360402"/>
                    <a:gd name="connsiteX4544" fmla="*/ 516875 w 1440502"/>
                    <a:gd name="connsiteY4544" fmla="*/ 29113 h 2360402"/>
                    <a:gd name="connsiteX4545" fmla="*/ 516909 w 1440502"/>
                    <a:gd name="connsiteY4545" fmla="*/ 34786 h 2360402"/>
                    <a:gd name="connsiteX4546" fmla="*/ 518090 w 1440502"/>
                    <a:gd name="connsiteY4546" fmla="*/ 36545 h 2360402"/>
                    <a:gd name="connsiteX4547" fmla="*/ 519699 w 1440502"/>
                    <a:gd name="connsiteY4547" fmla="*/ 35955 h 2360402"/>
                    <a:gd name="connsiteX4548" fmla="*/ 520683 w 1440502"/>
                    <a:gd name="connsiteY4548" fmla="*/ 38941 h 2360402"/>
                    <a:gd name="connsiteX4549" fmla="*/ 520926 w 1440502"/>
                    <a:gd name="connsiteY4549" fmla="*/ 39705 h 2360402"/>
                    <a:gd name="connsiteX4550" fmla="*/ 524191 w 1440502"/>
                    <a:gd name="connsiteY4550" fmla="*/ 38953 h 2360402"/>
                    <a:gd name="connsiteX4551" fmla="*/ 523369 w 1440502"/>
                    <a:gd name="connsiteY4551" fmla="*/ 43965 h 2360402"/>
                    <a:gd name="connsiteX4552" fmla="*/ 526263 w 1440502"/>
                    <a:gd name="connsiteY4552" fmla="*/ 49487 h 2360402"/>
                    <a:gd name="connsiteX4553" fmla="*/ 527802 w 1440502"/>
                    <a:gd name="connsiteY4553" fmla="*/ 47947 h 2360402"/>
                    <a:gd name="connsiteX4554" fmla="*/ 531472 w 1440502"/>
                    <a:gd name="connsiteY4554" fmla="*/ 47392 h 2360402"/>
                    <a:gd name="connsiteX4555" fmla="*/ 530627 w 1440502"/>
                    <a:gd name="connsiteY4555" fmla="*/ 51131 h 2360402"/>
                    <a:gd name="connsiteX4556" fmla="*/ 530685 w 1440502"/>
                    <a:gd name="connsiteY4556" fmla="*/ 51003 h 2360402"/>
                    <a:gd name="connsiteX4557" fmla="*/ 530650 w 1440502"/>
                    <a:gd name="connsiteY4557" fmla="*/ 51165 h 2360402"/>
                    <a:gd name="connsiteX4558" fmla="*/ 532132 w 1440502"/>
                    <a:gd name="connsiteY4558" fmla="*/ 48051 h 2360402"/>
                    <a:gd name="connsiteX4559" fmla="*/ 534956 w 1440502"/>
                    <a:gd name="connsiteY4559" fmla="*/ 50008 h 2360402"/>
                    <a:gd name="connsiteX4560" fmla="*/ 533868 w 1440502"/>
                    <a:gd name="connsiteY4560" fmla="*/ 52497 h 2360402"/>
                    <a:gd name="connsiteX4561" fmla="*/ 533463 w 1440502"/>
                    <a:gd name="connsiteY4561" fmla="*/ 53191 h 2360402"/>
                    <a:gd name="connsiteX4562" fmla="*/ 534887 w 1440502"/>
                    <a:gd name="connsiteY4562" fmla="*/ 55101 h 2360402"/>
                    <a:gd name="connsiteX4563" fmla="*/ 541010 w 1440502"/>
                    <a:gd name="connsiteY4563" fmla="*/ 56236 h 2360402"/>
                    <a:gd name="connsiteX4564" fmla="*/ 543835 w 1440502"/>
                    <a:gd name="connsiteY4564" fmla="*/ 60287 h 2360402"/>
                    <a:gd name="connsiteX4565" fmla="*/ 547759 w 1440502"/>
                    <a:gd name="connsiteY4565" fmla="*/ 58331 h 2360402"/>
                    <a:gd name="connsiteX4566" fmla="*/ 548986 w 1440502"/>
                    <a:gd name="connsiteY4566" fmla="*/ 60009 h 2360402"/>
                    <a:gd name="connsiteX4567" fmla="*/ 549368 w 1440502"/>
                    <a:gd name="connsiteY4567" fmla="*/ 58875 h 2360402"/>
                    <a:gd name="connsiteX4568" fmla="*/ 550514 w 1440502"/>
                    <a:gd name="connsiteY4568" fmla="*/ 59338 h 2360402"/>
                    <a:gd name="connsiteX4569" fmla="*/ 550051 w 1440502"/>
                    <a:gd name="connsiteY4569" fmla="*/ 60218 h 2360402"/>
                    <a:gd name="connsiteX4570" fmla="*/ 549518 w 1440502"/>
                    <a:gd name="connsiteY4570" fmla="*/ 60704 h 2360402"/>
                    <a:gd name="connsiteX4571" fmla="*/ 547435 w 1440502"/>
                    <a:gd name="connsiteY4571" fmla="*/ 60796 h 2360402"/>
                    <a:gd name="connsiteX4572" fmla="*/ 548442 w 1440502"/>
                    <a:gd name="connsiteY4572" fmla="*/ 61665 h 2360402"/>
                    <a:gd name="connsiteX4573" fmla="*/ 548199 w 1440502"/>
                    <a:gd name="connsiteY4573" fmla="*/ 61885 h 2360402"/>
                    <a:gd name="connsiteX4574" fmla="*/ 550213 w 1440502"/>
                    <a:gd name="connsiteY4574" fmla="*/ 63170 h 2360402"/>
                    <a:gd name="connsiteX4575" fmla="*/ 550398 w 1440502"/>
                    <a:gd name="connsiteY4575" fmla="*/ 63320 h 2360402"/>
                    <a:gd name="connsiteX4576" fmla="*/ 550375 w 1440502"/>
                    <a:gd name="connsiteY4576" fmla="*/ 70254 h 2360402"/>
                    <a:gd name="connsiteX4577" fmla="*/ 547354 w 1440502"/>
                    <a:gd name="connsiteY4577" fmla="*/ 74688 h 2360402"/>
                    <a:gd name="connsiteX4578" fmla="*/ 545108 w 1440502"/>
                    <a:gd name="connsiteY4578" fmla="*/ 73993 h 2360402"/>
                    <a:gd name="connsiteX4579" fmla="*/ 540084 w 1440502"/>
                    <a:gd name="connsiteY4579" fmla="*/ 80649 h 2360402"/>
                    <a:gd name="connsiteX4580" fmla="*/ 539806 w 1440502"/>
                    <a:gd name="connsiteY4580" fmla="*/ 82536 h 2360402"/>
                    <a:gd name="connsiteX4581" fmla="*/ 541508 w 1440502"/>
                    <a:gd name="connsiteY4581" fmla="*/ 81054 h 2360402"/>
                    <a:gd name="connsiteX4582" fmla="*/ 540512 w 1440502"/>
                    <a:gd name="connsiteY4582" fmla="*/ 82941 h 2360402"/>
                    <a:gd name="connsiteX4583" fmla="*/ 538834 w 1440502"/>
                    <a:gd name="connsiteY4583" fmla="*/ 83995 h 2360402"/>
                    <a:gd name="connsiteX4584" fmla="*/ 538394 w 1440502"/>
                    <a:gd name="connsiteY4584" fmla="*/ 84087 h 2360402"/>
                    <a:gd name="connsiteX4585" fmla="*/ 539691 w 1440502"/>
                    <a:gd name="connsiteY4585" fmla="*/ 81934 h 2360402"/>
                    <a:gd name="connsiteX4586" fmla="*/ 537480 w 1440502"/>
                    <a:gd name="connsiteY4586" fmla="*/ 82883 h 2360402"/>
                    <a:gd name="connsiteX4587" fmla="*/ 537074 w 1440502"/>
                    <a:gd name="connsiteY4587" fmla="*/ 86426 h 2360402"/>
                    <a:gd name="connsiteX4588" fmla="*/ 534829 w 1440502"/>
                    <a:gd name="connsiteY4588" fmla="*/ 86750 h 2360402"/>
                    <a:gd name="connsiteX4589" fmla="*/ 533034 w 1440502"/>
                    <a:gd name="connsiteY4589" fmla="*/ 89123 h 2360402"/>
                    <a:gd name="connsiteX4590" fmla="*/ 531576 w 1440502"/>
                    <a:gd name="connsiteY4590" fmla="*/ 91033 h 2360402"/>
                    <a:gd name="connsiteX4591" fmla="*/ 529967 w 1440502"/>
                    <a:gd name="connsiteY4591" fmla="*/ 93140 h 2360402"/>
                    <a:gd name="connsiteX4592" fmla="*/ 525742 w 1440502"/>
                    <a:gd name="connsiteY4592" fmla="*/ 102898 h 2360402"/>
                    <a:gd name="connsiteX4593" fmla="*/ 520683 w 1440502"/>
                    <a:gd name="connsiteY4593" fmla="*/ 109022 h 2360402"/>
                    <a:gd name="connsiteX4594" fmla="*/ 520324 w 1440502"/>
                    <a:gd name="connsiteY4594" fmla="*/ 109450 h 2360402"/>
                    <a:gd name="connsiteX4595" fmla="*/ 520301 w 1440502"/>
                    <a:gd name="connsiteY4595" fmla="*/ 113143 h 2360402"/>
                    <a:gd name="connsiteX4596" fmla="*/ 519896 w 1440502"/>
                    <a:gd name="connsiteY4596" fmla="*/ 113050 h 2360402"/>
                    <a:gd name="connsiteX4597" fmla="*/ 518044 w 1440502"/>
                    <a:gd name="connsiteY4597" fmla="*/ 112066 h 2360402"/>
                    <a:gd name="connsiteX4598" fmla="*/ 518148 w 1440502"/>
                    <a:gd name="connsiteY4598" fmla="*/ 115365 h 2360402"/>
                    <a:gd name="connsiteX4599" fmla="*/ 517778 w 1440502"/>
                    <a:gd name="connsiteY4599" fmla="*/ 116476 h 2360402"/>
                    <a:gd name="connsiteX4600" fmla="*/ 515161 w 1440502"/>
                    <a:gd name="connsiteY4600" fmla="*/ 117970 h 2360402"/>
                    <a:gd name="connsiteX4601" fmla="*/ 519641 w 1440502"/>
                    <a:gd name="connsiteY4601" fmla="*/ 118074 h 2360402"/>
                    <a:gd name="connsiteX4602" fmla="*/ 517766 w 1440502"/>
                    <a:gd name="connsiteY4602" fmla="*/ 120609 h 2360402"/>
                    <a:gd name="connsiteX4603" fmla="*/ 519931 w 1440502"/>
                    <a:gd name="connsiteY4603" fmla="*/ 118190 h 2360402"/>
                    <a:gd name="connsiteX4604" fmla="*/ 520683 w 1440502"/>
                    <a:gd name="connsiteY4604" fmla="*/ 118641 h 2360402"/>
                    <a:gd name="connsiteX4605" fmla="*/ 522813 w 1440502"/>
                    <a:gd name="connsiteY4605" fmla="*/ 119903 h 2360402"/>
                    <a:gd name="connsiteX4606" fmla="*/ 527409 w 1440502"/>
                    <a:gd name="connsiteY4606" fmla="*/ 109948 h 2360402"/>
                    <a:gd name="connsiteX4607" fmla="*/ 529550 w 1440502"/>
                    <a:gd name="connsiteY4607" fmla="*/ 110515 h 2360402"/>
                    <a:gd name="connsiteX4608" fmla="*/ 534389 w 1440502"/>
                    <a:gd name="connsiteY4608" fmla="*/ 107540 h 2360402"/>
                    <a:gd name="connsiteX4609" fmla="*/ 536380 w 1440502"/>
                    <a:gd name="connsiteY4609" fmla="*/ 102041 h 2360402"/>
                    <a:gd name="connsiteX4610" fmla="*/ 539401 w 1440502"/>
                    <a:gd name="connsiteY4610" fmla="*/ 102539 h 2360402"/>
                    <a:gd name="connsiteX4611" fmla="*/ 543059 w 1440502"/>
                    <a:gd name="connsiteY4611" fmla="*/ 98777 h 2360402"/>
                    <a:gd name="connsiteX4612" fmla="*/ 544564 w 1440502"/>
                    <a:gd name="connsiteY4612" fmla="*/ 99159 h 2360402"/>
                    <a:gd name="connsiteX4613" fmla="*/ 546092 w 1440502"/>
                    <a:gd name="connsiteY4613" fmla="*/ 99576 h 2360402"/>
                    <a:gd name="connsiteX4614" fmla="*/ 547215 w 1440502"/>
                    <a:gd name="connsiteY4614" fmla="*/ 91774 h 2360402"/>
                    <a:gd name="connsiteX4615" fmla="*/ 546925 w 1440502"/>
                    <a:gd name="connsiteY4615" fmla="*/ 91750 h 2360402"/>
                    <a:gd name="connsiteX4616" fmla="*/ 546949 w 1440502"/>
                    <a:gd name="connsiteY4616" fmla="*/ 91646 h 2360402"/>
                    <a:gd name="connsiteX4617" fmla="*/ 544773 w 1440502"/>
                    <a:gd name="connsiteY4617" fmla="*/ 90801 h 2360402"/>
                    <a:gd name="connsiteX4618" fmla="*/ 544888 w 1440502"/>
                    <a:gd name="connsiteY4618" fmla="*/ 90211 h 2360402"/>
                    <a:gd name="connsiteX4619" fmla="*/ 545039 w 1440502"/>
                    <a:gd name="connsiteY4619" fmla="*/ 89991 h 2360402"/>
                    <a:gd name="connsiteX4620" fmla="*/ 547111 w 1440502"/>
                    <a:gd name="connsiteY4620" fmla="*/ 90327 h 2360402"/>
                    <a:gd name="connsiteX4621" fmla="*/ 547331 w 1440502"/>
                    <a:gd name="connsiteY4621" fmla="*/ 89123 h 2360402"/>
                    <a:gd name="connsiteX4622" fmla="*/ 548083 w 1440502"/>
                    <a:gd name="connsiteY4622" fmla="*/ 84955 h 2360402"/>
                    <a:gd name="connsiteX4623" fmla="*/ 553582 w 1440502"/>
                    <a:gd name="connsiteY4623" fmla="*/ 77605 h 2360402"/>
                    <a:gd name="connsiteX4624" fmla="*/ 560979 w 1440502"/>
                    <a:gd name="connsiteY4624" fmla="*/ 75984 h 2360402"/>
                    <a:gd name="connsiteX4625" fmla="*/ 561245 w 1440502"/>
                    <a:gd name="connsiteY4625" fmla="*/ 80580 h 2360402"/>
                    <a:gd name="connsiteX4626" fmla="*/ 560863 w 1440502"/>
                    <a:gd name="connsiteY4626" fmla="*/ 81621 h 2360402"/>
                    <a:gd name="connsiteX4627" fmla="*/ 560111 w 1440502"/>
                    <a:gd name="connsiteY4627" fmla="*/ 82223 h 2360402"/>
                    <a:gd name="connsiteX4628" fmla="*/ 559705 w 1440502"/>
                    <a:gd name="connsiteY4628" fmla="*/ 82420 h 2360402"/>
                    <a:gd name="connsiteX4629" fmla="*/ 559717 w 1440502"/>
                    <a:gd name="connsiteY4629" fmla="*/ 82536 h 2360402"/>
                    <a:gd name="connsiteX4630" fmla="*/ 559416 w 1440502"/>
                    <a:gd name="connsiteY4630" fmla="*/ 82779 h 2360402"/>
                    <a:gd name="connsiteX4631" fmla="*/ 559867 w 1440502"/>
                    <a:gd name="connsiteY4631" fmla="*/ 84307 h 2360402"/>
                    <a:gd name="connsiteX4632" fmla="*/ 560631 w 1440502"/>
                    <a:gd name="connsiteY4632" fmla="*/ 82235 h 2360402"/>
                    <a:gd name="connsiteX4633" fmla="*/ 561777 w 1440502"/>
                    <a:gd name="connsiteY4633" fmla="*/ 81760 h 2360402"/>
                    <a:gd name="connsiteX4634" fmla="*/ 561847 w 1440502"/>
                    <a:gd name="connsiteY4634" fmla="*/ 81378 h 2360402"/>
                    <a:gd name="connsiteX4635" fmla="*/ 561928 w 1440502"/>
                    <a:gd name="connsiteY4635" fmla="*/ 81344 h 2360402"/>
                    <a:gd name="connsiteX4636" fmla="*/ 561893 w 1440502"/>
                    <a:gd name="connsiteY4636" fmla="*/ 81135 h 2360402"/>
                    <a:gd name="connsiteX4637" fmla="*/ 562680 w 1440502"/>
                    <a:gd name="connsiteY4637" fmla="*/ 76736 h 2360402"/>
                    <a:gd name="connsiteX4638" fmla="*/ 566060 w 1440502"/>
                    <a:gd name="connsiteY4638" fmla="*/ 74178 h 2360402"/>
                    <a:gd name="connsiteX4639" fmla="*/ 566281 w 1440502"/>
                    <a:gd name="connsiteY4639" fmla="*/ 71273 h 2360402"/>
                    <a:gd name="connsiteX4640" fmla="*/ 566361 w 1440502"/>
                    <a:gd name="connsiteY4640" fmla="*/ 70868 h 2360402"/>
                    <a:gd name="connsiteX4641" fmla="*/ 568908 w 1440502"/>
                    <a:gd name="connsiteY4641" fmla="*/ 69872 h 2360402"/>
                    <a:gd name="connsiteX4642" fmla="*/ 568538 w 1440502"/>
                    <a:gd name="connsiteY4642" fmla="*/ 62602 h 2360402"/>
                    <a:gd name="connsiteX4643" fmla="*/ 565922 w 1440502"/>
                    <a:gd name="connsiteY4643" fmla="*/ 58134 h 2360402"/>
                    <a:gd name="connsiteX4644" fmla="*/ 568503 w 1440502"/>
                    <a:gd name="connsiteY4644" fmla="*/ 54939 h 2360402"/>
                    <a:gd name="connsiteX4645" fmla="*/ 568376 w 1440502"/>
                    <a:gd name="connsiteY4645" fmla="*/ 53932 h 2360402"/>
                    <a:gd name="connsiteX4646" fmla="*/ 569140 w 1440502"/>
                    <a:gd name="connsiteY4646" fmla="*/ 52612 h 2360402"/>
                    <a:gd name="connsiteX4647" fmla="*/ 567727 w 1440502"/>
                    <a:gd name="connsiteY4647" fmla="*/ 48966 h 2360402"/>
                    <a:gd name="connsiteX4648" fmla="*/ 573897 w 1440502"/>
                    <a:gd name="connsiteY4648" fmla="*/ 43352 h 2360402"/>
                    <a:gd name="connsiteX4649" fmla="*/ 574036 w 1440502"/>
                    <a:gd name="connsiteY4649" fmla="*/ 43328 h 2360402"/>
                    <a:gd name="connsiteX4650" fmla="*/ 576664 w 1440502"/>
                    <a:gd name="connsiteY4650" fmla="*/ 46072 h 2360402"/>
                    <a:gd name="connsiteX4651" fmla="*/ 579026 w 1440502"/>
                    <a:gd name="connsiteY4651" fmla="*/ 44382 h 2360402"/>
                    <a:gd name="connsiteX4652" fmla="*/ 582475 w 1440502"/>
                    <a:gd name="connsiteY4652" fmla="*/ 45412 h 2360402"/>
                    <a:gd name="connsiteX4653" fmla="*/ 583147 w 1440502"/>
                    <a:gd name="connsiteY4653" fmla="*/ 44799 h 2360402"/>
                    <a:gd name="connsiteX4654" fmla="*/ 584293 w 1440502"/>
                    <a:gd name="connsiteY4654" fmla="*/ 44926 h 2360402"/>
                    <a:gd name="connsiteX4655" fmla="*/ 585531 w 1440502"/>
                    <a:gd name="connsiteY4655" fmla="*/ 43155 h 2360402"/>
                    <a:gd name="connsiteX4656" fmla="*/ 586585 w 1440502"/>
                    <a:gd name="connsiteY4656" fmla="*/ 44521 h 2360402"/>
                    <a:gd name="connsiteX4657" fmla="*/ 590312 w 1440502"/>
                    <a:gd name="connsiteY4657" fmla="*/ 43954 h 2360402"/>
                    <a:gd name="connsiteX4658" fmla="*/ 591053 w 1440502"/>
                    <a:gd name="connsiteY4658" fmla="*/ 45817 h 2360402"/>
                    <a:gd name="connsiteX4659" fmla="*/ 594178 w 1440502"/>
                    <a:gd name="connsiteY4659" fmla="*/ 44764 h 2360402"/>
                    <a:gd name="connsiteX4660" fmla="*/ 594607 w 1440502"/>
                    <a:gd name="connsiteY4660" fmla="*/ 45308 h 2360402"/>
                    <a:gd name="connsiteX4661" fmla="*/ 595151 w 1440502"/>
                    <a:gd name="connsiteY4661" fmla="*/ 45458 h 2360402"/>
                    <a:gd name="connsiteX4662" fmla="*/ 596193 w 1440502"/>
                    <a:gd name="connsiteY4662" fmla="*/ 46361 h 2360402"/>
                    <a:gd name="connsiteX4663" fmla="*/ 597535 w 1440502"/>
                    <a:gd name="connsiteY4663" fmla="*/ 46153 h 2360402"/>
                    <a:gd name="connsiteX4664" fmla="*/ 598774 w 1440502"/>
                    <a:gd name="connsiteY4664" fmla="*/ 46512 h 2360402"/>
                    <a:gd name="connsiteX4665" fmla="*/ 600395 w 1440502"/>
                    <a:gd name="connsiteY4665" fmla="*/ 50610 h 2360402"/>
                    <a:gd name="connsiteX4666" fmla="*/ 600695 w 1440502"/>
                    <a:gd name="connsiteY4666" fmla="*/ 51478 h 2360402"/>
                    <a:gd name="connsiteX4667" fmla="*/ 608949 w 1440502"/>
                    <a:gd name="connsiteY4667" fmla="*/ 54754 h 2360402"/>
                    <a:gd name="connsiteX4668" fmla="*/ 611484 w 1440502"/>
                    <a:gd name="connsiteY4668" fmla="*/ 55576 h 2360402"/>
                    <a:gd name="connsiteX4669" fmla="*/ 612561 w 1440502"/>
                    <a:gd name="connsiteY4669" fmla="*/ 60542 h 2360402"/>
                    <a:gd name="connsiteX4670" fmla="*/ 611589 w 1440502"/>
                    <a:gd name="connsiteY4670" fmla="*/ 63760 h 2360402"/>
                    <a:gd name="connsiteX4671" fmla="*/ 613070 w 1440502"/>
                    <a:gd name="connsiteY4671" fmla="*/ 62880 h 2360402"/>
                    <a:gd name="connsiteX4672" fmla="*/ 613059 w 1440502"/>
                    <a:gd name="connsiteY4672" fmla="*/ 62845 h 2360402"/>
                    <a:gd name="connsiteX4673" fmla="*/ 616045 w 1440502"/>
                    <a:gd name="connsiteY4673" fmla="*/ 60959 h 2360402"/>
                    <a:gd name="connsiteX4674" fmla="*/ 616230 w 1440502"/>
                    <a:gd name="connsiteY4674" fmla="*/ 58944 h 2360402"/>
                    <a:gd name="connsiteX4675" fmla="*/ 616369 w 1440502"/>
                    <a:gd name="connsiteY4675" fmla="*/ 58933 h 2360402"/>
                    <a:gd name="connsiteX4676" fmla="*/ 618927 w 1440502"/>
                    <a:gd name="connsiteY4676" fmla="*/ 60507 h 2360402"/>
                    <a:gd name="connsiteX4677" fmla="*/ 618974 w 1440502"/>
                    <a:gd name="connsiteY4677" fmla="*/ 60553 h 2360402"/>
                    <a:gd name="connsiteX4678" fmla="*/ 618580 w 1440502"/>
                    <a:gd name="connsiteY4678" fmla="*/ 61653 h 2360402"/>
                    <a:gd name="connsiteX4679" fmla="*/ 618256 w 1440502"/>
                    <a:gd name="connsiteY4679" fmla="*/ 62440 h 2360402"/>
                    <a:gd name="connsiteX4680" fmla="*/ 618291 w 1440502"/>
                    <a:gd name="connsiteY4680" fmla="*/ 62440 h 2360402"/>
                    <a:gd name="connsiteX4681" fmla="*/ 618279 w 1440502"/>
                    <a:gd name="connsiteY4681" fmla="*/ 62463 h 2360402"/>
                    <a:gd name="connsiteX4682" fmla="*/ 621266 w 1440502"/>
                    <a:gd name="connsiteY4682" fmla="*/ 62869 h 2360402"/>
                    <a:gd name="connsiteX4683" fmla="*/ 619726 w 1440502"/>
                    <a:gd name="connsiteY4683" fmla="*/ 65276 h 2360402"/>
                    <a:gd name="connsiteX4684" fmla="*/ 620097 w 1440502"/>
                    <a:gd name="connsiteY4684" fmla="*/ 68483 h 2360402"/>
                    <a:gd name="connsiteX4685" fmla="*/ 620050 w 1440502"/>
                    <a:gd name="connsiteY4685" fmla="*/ 68738 h 2360402"/>
                    <a:gd name="connsiteX4686" fmla="*/ 620143 w 1440502"/>
                    <a:gd name="connsiteY4686" fmla="*/ 68888 h 2360402"/>
                    <a:gd name="connsiteX4687" fmla="*/ 620502 w 1440502"/>
                    <a:gd name="connsiteY4687" fmla="*/ 71979 h 2360402"/>
                    <a:gd name="connsiteX4688" fmla="*/ 619205 w 1440502"/>
                    <a:gd name="connsiteY4688" fmla="*/ 73715 h 2360402"/>
                    <a:gd name="connsiteX4689" fmla="*/ 619437 w 1440502"/>
                    <a:gd name="connsiteY4689" fmla="*/ 74074 h 2360402"/>
                    <a:gd name="connsiteX4690" fmla="*/ 618823 w 1440502"/>
                    <a:gd name="connsiteY4690" fmla="*/ 74711 h 2360402"/>
                    <a:gd name="connsiteX4691" fmla="*/ 621613 w 1440502"/>
                    <a:gd name="connsiteY4691" fmla="*/ 77859 h 2360402"/>
                    <a:gd name="connsiteX4692" fmla="*/ 622782 w 1440502"/>
                    <a:gd name="connsiteY4692" fmla="*/ 77674 h 2360402"/>
                    <a:gd name="connsiteX4693" fmla="*/ 624461 w 1440502"/>
                    <a:gd name="connsiteY4693" fmla="*/ 77859 h 2360402"/>
                    <a:gd name="connsiteX4694" fmla="*/ 625236 w 1440502"/>
                    <a:gd name="connsiteY4694" fmla="*/ 79607 h 2360402"/>
                    <a:gd name="connsiteX4695" fmla="*/ 615686 w 1440502"/>
                    <a:gd name="connsiteY4695" fmla="*/ 89123 h 2360402"/>
                    <a:gd name="connsiteX4696" fmla="*/ 610616 w 1440502"/>
                    <a:gd name="connsiteY4696" fmla="*/ 94158 h 2360402"/>
                    <a:gd name="connsiteX4697" fmla="*/ 610709 w 1440502"/>
                    <a:gd name="connsiteY4697" fmla="*/ 95107 h 2360402"/>
                    <a:gd name="connsiteX4698" fmla="*/ 610361 w 1440502"/>
                    <a:gd name="connsiteY4698" fmla="*/ 95478 h 2360402"/>
                    <a:gd name="connsiteX4699" fmla="*/ 610882 w 1440502"/>
                    <a:gd name="connsiteY4699" fmla="*/ 96763 h 2360402"/>
                    <a:gd name="connsiteX4700" fmla="*/ 611206 w 1440502"/>
                    <a:gd name="connsiteY4700" fmla="*/ 100004 h 2360402"/>
                    <a:gd name="connsiteX4701" fmla="*/ 610489 w 1440502"/>
                    <a:gd name="connsiteY4701" fmla="*/ 101787 h 2360402"/>
                    <a:gd name="connsiteX4702" fmla="*/ 607838 w 1440502"/>
                    <a:gd name="connsiteY4702" fmla="*/ 106452 h 2360402"/>
                    <a:gd name="connsiteX4703" fmla="*/ 606136 w 1440502"/>
                    <a:gd name="connsiteY4703" fmla="*/ 116175 h 2360402"/>
                    <a:gd name="connsiteX4704" fmla="*/ 602235 w 1440502"/>
                    <a:gd name="connsiteY4704" fmla="*/ 119220 h 2360402"/>
                    <a:gd name="connsiteX4705" fmla="*/ 599989 w 1440502"/>
                    <a:gd name="connsiteY4705" fmla="*/ 124406 h 2360402"/>
                    <a:gd name="connsiteX4706" fmla="*/ 602432 w 1440502"/>
                    <a:gd name="connsiteY4706" fmla="*/ 122172 h 2360402"/>
                    <a:gd name="connsiteX4707" fmla="*/ 602883 w 1440502"/>
                    <a:gd name="connsiteY4707" fmla="*/ 125020 h 2360402"/>
                    <a:gd name="connsiteX4708" fmla="*/ 602478 w 1440502"/>
                    <a:gd name="connsiteY4708" fmla="*/ 126420 h 2360402"/>
                    <a:gd name="connsiteX4709" fmla="*/ 602918 w 1440502"/>
                    <a:gd name="connsiteY4709" fmla="*/ 125170 h 2360402"/>
                    <a:gd name="connsiteX4710" fmla="*/ 603196 w 1440502"/>
                    <a:gd name="connsiteY4710" fmla="*/ 126964 h 2360402"/>
                    <a:gd name="connsiteX4711" fmla="*/ 603219 w 1440502"/>
                    <a:gd name="connsiteY4711" fmla="*/ 124313 h 2360402"/>
                    <a:gd name="connsiteX4712" fmla="*/ 603277 w 1440502"/>
                    <a:gd name="connsiteY4712" fmla="*/ 124117 h 2360402"/>
                    <a:gd name="connsiteX4713" fmla="*/ 608914 w 1440502"/>
                    <a:gd name="connsiteY4713" fmla="*/ 117889 h 2360402"/>
                    <a:gd name="connsiteX4714" fmla="*/ 609759 w 1440502"/>
                    <a:gd name="connsiteY4714" fmla="*/ 114555 h 2360402"/>
                    <a:gd name="connsiteX4715" fmla="*/ 612827 w 1440502"/>
                    <a:gd name="connsiteY4715" fmla="*/ 112575 h 2360402"/>
                    <a:gd name="connsiteX4716" fmla="*/ 615733 w 1440502"/>
                    <a:gd name="connsiteY4716" fmla="*/ 106023 h 2360402"/>
                    <a:gd name="connsiteX4717" fmla="*/ 617029 w 1440502"/>
                    <a:gd name="connsiteY4717" fmla="*/ 105375 h 2360402"/>
                    <a:gd name="connsiteX4718" fmla="*/ 619946 w 1440502"/>
                    <a:gd name="connsiteY4718" fmla="*/ 107563 h 2360402"/>
                    <a:gd name="connsiteX4719" fmla="*/ 617689 w 1440502"/>
                    <a:gd name="connsiteY4719" fmla="*/ 104750 h 2360402"/>
                    <a:gd name="connsiteX4720" fmla="*/ 620201 w 1440502"/>
                    <a:gd name="connsiteY4720" fmla="*/ 102794 h 2360402"/>
                    <a:gd name="connsiteX4721" fmla="*/ 619842 w 1440502"/>
                    <a:gd name="connsiteY4721" fmla="*/ 98904 h 2360402"/>
                    <a:gd name="connsiteX4722" fmla="*/ 618302 w 1440502"/>
                    <a:gd name="connsiteY4722" fmla="*/ 96705 h 2360402"/>
                    <a:gd name="connsiteX4723" fmla="*/ 616427 w 1440502"/>
                    <a:gd name="connsiteY4723" fmla="*/ 96844 h 2360402"/>
                    <a:gd name="connsiteX4724" fmla="*/ 621335 w 1440502"/>
                    <a:gd name="connsiteY4724" fmla="*/ 96010 h 2360402"/>
                    <a:gd name="connsiteX4725" fmla="*/ 626382 w 1440502"/>
                    <a:gd name="connsiteY4725" fmla="*/ 89875 h 2360402"/>
                    <a:gd name="connsiteX4726" fmla="*/ 627007 w 1440502"/>
                    <a:gd name="connsiteY4726" fmla="*/ 89123 h 2360402"/>
                    <a:gd name="connsiteX4727" fmla="*/ 628663 w 1440502"/>
                    <a:gd name="connsiteY4727" fmla="*/ 87120 h 2360402"/>
                    <a:gd name="connsiteX4728" fmla="*/ 633004 w 1440502"/>
                    <a:gd name="connsiteY4728" fmla="*/ 86507 h 2360402"/>
                    <a:gd name="connsiteX4729" fmla="*/ 636303 w 1440502"/>
                    <a:gd name="connsiteY4729" fmla="*/ 80267 h 2360402"/>
                    <a:gd name="connsiteX4730" fmla="*/ 640123 w 1440502"/>
                    <a:gd name="connsiteY4730" fmla="*/ 73819 h 2360402"/>
                    <a:gd name="connsiteX4731" fmla="*/ 645830 w 1440502"/>
                    <a:gd name="connsiteY4731" fmla="*/ 68876 h 2360402"/>
                    <a:gd name="connsiteX4732" fmla="*/ 646281 w 1440502"/>
                    <a:gd name="connsiteY4732" fmla="*/ 68853 h 2360402"/>
                    <a:gd name="connsiteX4733" fmla="*/ 648828 w 1440502"/>
                    <a:gd name="connsiteY4733" fmla="*/ 69884 h 2360402"/>
                    <a:gd name="connsiteX4734" fmla="*/ 649210 w 1440502"/>
                    <a:gd name="connsiteY4734" fmla="*/ 70659 h 2360402"/>
                    <a:gd name="connsiteX4735" fmla="*/ 650426 w 1440502"/>
                    <a:gd name="connsiteY4735" fmla="*/ 68587 h 2360402"/>
                    <a:gd name="connsiteX4736" fmla="*/ 651791 w 1440502"/>
                    <a:gd name="connsiteY4736" fmla="*/ 69641 h 2360402"/>
                    <a:gd name="connsiteX4737" fmla="*/ 653412 w 1440502"/>
                    <a:gd name="connsiteY4737" fmla="*/ 71238 h 2360402"/>
                    <a:gd name="connsiteX4738" fmla="*/ 653377 w 1440502"/>
                    <a:gd name="connsiteY4738" fmla="*/ 70868 h 2360402"/>
                    <a:gd name="connsiteX4739" fmla="*/ 653458 w 1440502"/>
                    <a:gd name="connsiteY4739" fmla="*/ 70925 h 2360402"/>
                    <a:gd name="connsiteX4740" fmla="*/ 653296 w 1440502"/>
                    <a:gd name="connsiteY4740" fmla="*/ 70011 h 2360402"/>
                    <a:gd name="connsiteX4741" fmla="*/ 653192 w 1440502"/>
                    <a:gd name="connsiteY4741" fmla="*/ 68807 h 2360402"/>
                    <a:gd name="connsiteX4742" fmla="*/ 654639 w 1440502"/>
                    <a:gd name="connsiteY4742" fmla="*/ 69583 h 2360402"/>
                    <a:gd name="connsiteX4743" fmla="*/ 657487 w 1440502"/>
                    <a:gd name="connsiteY4743" fmla="*/ 68089 h 2360402"/>
                    <a:gd name="connsiteX4744" fmla="*/ 658228 w 1440502"/>
                    <a:gd name="connsiteY4744" fmla="*/ 68981 h 2360402"/>
                    <a:gd name="connsiteX4745" fmla="*/ 658482 w 1440502"/>
                    <a:gd name="connsiteY4745" fmla="*/ 69374 h 2360402"/>
                    <a:gd name="connsiteX4746" fmla="*/ 659339 w 1440502"/>
                    <a:gd name="connsiteY4746" fmla="*/ 68217 h 2360402"/>
                    <a:gd name="connsiteX4747" fmla="*/ 662071 w 1440502"/>
                    <a:gd name="connsiteY4747" fmla="*/ 70451 h 2360402"/>
                    <a:gd name="connsiteX4748" fmla="*/ 664571 w 1440502"/>
                    <a:gd name="connsiteY4748" fmla="*/ 69652 h 2360402"/>
                    <a:gd name="connsiteX4749" fmla="*/ 665220 w 1440502"/>
                    <a:gd name="connsiteY4749" fmla="*/ 71145 h 2360402"/>
                    <a:gd name="connsiteX4750" fmla="*/ 667928 w 1440502"/>
                    <a:gd name="connsiteY4750" fmla="*/ 71307 h 2360402"/>
                    <a:gd name="connsiteX4751" fmla="*/ 670475 w 1440502"/>
                    <a:gd name="connsiteY4751" fmla="*/ 76343 h 2360402"/>
                    <a:gd name="connsiteX4752" fmla="*/ 667211 w 1440502"/>
                    <a:gd name="connsiteY4752" fmla="*/ 78647 h 2360402"/>
                    <a:gd name="connsiteX4753" fmla="*/ 669213 w 1440502"/>
                    <a:gd name="connsiteY4753" fmla="*/ 83346 h 2360402"/>
                    <a:gd name="connsiteX4754" fmla="*/ 670996 w 1440502"/>
                    <a:gd name="connsiteY4754" fmla="*/ 81205 h 2360402"/>
                    <a:gd name="connsiteX4755" fmla="*/ 670452 w 1440502"/>
                    <a:gd name="connsiteY4755" fmla="*/ 78797 h 2360402"/>
                    <a:gd name="connsiteX4756" fmla="*/ 678034 w 1440502"/>
                    <a:gd name="connsiteY4756" fmla="*/ 78774 h 2360402"/>
                    <a:gd name="connsiteX4757" fmla="*/ 677444 w 1440502"/>
                    <a:gd name="connsiteY4757" fmla="*/ 81135 h 2360402"/>
                    <a:gd name="connsiteX4758" fmla="*/ 680326 w 1440502"/>
                    <a:gd name="connsiteY4758" fmla="*/ 82038 h 2360402"/>
                    <a:gd name="connsiteX4759" fmla="*/ 680592 w 1440502"/>
                    <a:gd name="connsiteY4759" fmla="*/ 85743 h 2360402"/>
                    <a:gd name="connsiteX4760" fmla="*/ 682826 w 1440502"/>
                    <a:gd name="connsiteY4760" fmla="*/ 86159 h 2360402"/>
                    <a:gd name="connsiteX4761" fmla="*/ 684378 w 1440502"/>
                    <a:gd name="connsiteY4761" fmla="*/ 89123 h 2360402"/>
                    <a:gd name="connsiteX4762" fmla="*/ 685616 w 1440502"/>
                    <a:gd name="connsiteY4762" fmla="*/ 91484 h 2360402"/>
                    <a:gd name="connsiteX4763" fmla="*/ 685639 w 1440502"/>
                    <a:gd name="connsiteY4763" fmla="*/ 90060 h 2360402"/>
                    <a:gd name="connsiteX4764" fmla="*/ 685060 w 1440502"/>
                    <a:gd name="connsiteY4764" fmla="*/ 89123 h 2360402"/>
                    <a:gd name="connsiteX4765" fmla="*/ 677582 w 1440502"/>
                    <a:gd name="connsiteY4765" fmla="*/ 76899 h 2360402"/>
                    <a:gd name="connsiteX4766" fmla="*/ 677559 w 1440502"/>
                    <a:gd name="connsiteY4766" fmla="*/ 76470 h 2360402"/>
                    <a:gd name="connsiteX4767" fmla="*/ 677907 w 1440502"/>
                    <a:gd name="connsiteY4767" fmla="*/ 76262 h 2360402"/>
                    <a:gd name="connsiteX4768" fmla="*/ 677501 w 1440502"/>
                    <a:gd name="connsiteY4768" fmla="*/ 75371 h 2360402"/>
                    <a:gd name="connsiteX4769" fmla="*/ 677328 w 1440502"/>
                    <a:gd name="connsiteY4769" fmla="*/ 72315 h 2360402"/>
                    <a:gd name="connsiteX4770" fmla="*/ 677444 w 1440502"/>
                    <a:gd name="connsiteY4770" fmla="*/ 72129 h 2360402"/>
                    <a:gd name="connsiteX4771" fmla="*/ 678532 w 1440502"/>
                    <a:gd name="connsiteY4771" fmla="*/ 72743 h 2360402"/>
                    <a:gd name="connsiteX4772" fmla="*/ 679747 w 1440502"/>
                    <a:gd name="connsiteY4772" fmla="*/ 73889 h 2360402"/>
                    <a:gd name="connsiteX4773" fmla="*/ 680465 w 1440502"/>
                    <a:gd name="connsiteY4773" fmla="*/ 73819 h 2360402"/>
                    <a:gd name="connsiteX4774" fmla="*/ 682525 w 1440502"/>
                    <a:gd name="connsiteY4774" fmla="*/ 74977 h 2360402"/>
                    <a:gd name="connsiteX4775" fmla="*/ 682688 w 1440502"/>
                    <a:gd name="connsiteY4775" fmla="*/ 75498 h 2360402"/>
                    <a:gd name="connsiteX4776" fmla="*/ 683347 w 1440502"/>
                    <a:gd name="connsiteY4776" fmla="*/ 75440 h 2360402"/>
                    <a:gd name="connsiteX4777" fmla="*/ 685674 w 1440502"/>
                    <a:gd name="connsiteY4777" fmla="*/ 76736 h 2360402"/>
                    <a:gd name="connsiteX4778" fmla="*/ 687005 w 1440502"/>
                    <a:gd name="connsiteY4778" fmla="*/ 74583 h 2360402"/>
                    <a:gd name="connsiteX4779" fmla="*/ 685211 w 1440502"/>
                    <a:gd name="connsiteY4779" fmla="*/ 72477 h 2360402"/>
                    <a:gd name="connsiteX4780" fmla="*/ 685153 w 1440502"/>
                    <a:gd name="connsiteY4780" fmla="*/ 72037 h 2360402"/>
                    <a:gd name="connsiteX4781" fmla="*/ 684088 w 1440502"/>
                    <a:gd name="connsiteY4781" fmla="*/ 71180 h 2360402"/>
                    <a:gd name="connsiteX4782" fmla="*/ 683741 w 1440502"/>
                    <a:gd name="connsiteY4782" fmla="*/ 70763 h 2360402"/>
                    <a:gd name="connsiteX4783" fmla="*/ 684551 w 1440502"/>
                    <a:gd name="connsiteY4783" fmla="*/ 71018 h 2360402"/>
                    <a:gd name="connsiteX4784" fmla="*/ 686913 w 1440502"/>
                    <a:gd name="connsiteY4784" fmla="*/ 70289 h 2360402"/>
                    <a:gd name="connsiteX4785" fmla="*/ 686843 w 1440502"/>
                    <a:gd name="connsiteY4785" fmla="*/ 69930 h 2360402"/>
                    <a:gd name="connsiteX4786" fmla="*/ 687028 w 1440502"/>
                    <a:gd name="connsiteY4786" fmla="*/ 69907 h 2360402"/>
                    <a:gd name="connsiteX4787" fmla="*/ 685790 w 1440502"/>
                    <a:gd name="connsiteY4787" fmla="*/ 64281 h 2360402"/>
                    <a:gd name="connsiteX4788" fmla="*/ 687769 w 1440502"/>
                    <a:gd name="connsiteY4788" fmla="*/ 63980 h 2360402"/>
                    <a:gd name="connsiteX4789" fmla="*/ 689702 w 1440502"/>
                    <a:gd name="connsiteY4789" fmla="*/ 63401 h 2360402"/>
                    <a:gd name="connsiteX4790" fmla="*/ 689969 w 1440502"/>
                    <a:gd name="connsiteY4790" fmla="*/ 66029 h 2360402"/>
                    <a:gd name="connsiteX4791" fmla="*/ 690767 w 1440502"/>
                    <a:gd name="connsiteY4791" fmla="*/ 66133 h 2360402"/>
                    <a:gd name="connsiteX4792" fmla="*/ 691184 w 1440502"/>
                    <a:gd name="connsiteY4792" fmla="*/ 67186 h 2360402"/>
                    <a:gd name="connsiteX4793" fmla="*/ 692828 w 1440502"/>
                    <a:gd name="connsiteY4793" fmla="*/ 67997 h 2360402"/>
                    <a:gd name="connsiteX4794" fmla="*/ 692909 w 1440502"/>
                    <a:gd name="connsiteY4794" fmla="*/ 67962 h 2360402"/>
                    <a:gd name="connsiteX4795" fmla="*/ 692932 w 1440502"/>
                    <a:gd name="connsiteY4795" fmla="*/ 68112 h 2360402"/>
                    <a:gd name="connsiteX4796" fmla="*/ 695062 w 1440502"/>
                    <a:gd name="connsiteY4796" fmla="*/ 67788 h 2360402"/>
                    <a:gd name="connsiteX4797" fmla="*/ 697377 w 1440502"/>
                    <a:gd name="connsiteY4797" fmla="*/ 70648 h 2360402"/>
                    <a:gd name="connsiteX4798" fmla="*/ 697748 w 1440502"/>
                    <a:gd name="connsiteY4798" fmla="*/ 67997 h 2360402"/>
                    <a:gd name="connsiteX4799" fmla="*/ 700456 w 1440502"/>
                    <a:gd name="connsiteY4799" fmla="*/ 69120 h 2360402"/>
                    <a:gd name="connsiteX4800" fmla="*/ 700931 w 1440502"/>
                    <a:gd name="connsiteY4800" fmla="*/ 68529 h 2360402"/>
                    <a:gd name="connsiteX4801" fmla="*/ 700804 w 1440502"/>
                    <a:gd name="connsiteY4801" fmla="*/ 68205 h 2360402"/>
                    <a:gd name="connsiteX4802" fmla="*/ 700954 w 1440502"/>
                    <a:gd name="connsiteY4802" fmla="*/ 67788 h 2360402"/>
                    <a:gd name="connsiteX4803" fmla="*/ 700815 w 1440502"/>
                    <a:gd name="connsiteY4803" fmla="*/ 67603 h 2360402"/>
                    <a:gd name="connsiteX4804" fmla="*/ 700850 w 1440502"/>
                    <a:gd name="connsiteY4804" fmla="*/ 67429 h 2360402"/>
                    <a:gd name="connsiteX4805" fmla="*/ 701996 w 1440502"/>
                    <a:gd name="connsiteY4805" fmla="*/ 67210 h 2360402"/>
                    <a:gd name="connsiteX4806" fmla="*/ 703478 w 1440502"/>
                    <a:gd name="connsiteY4806" fmla="*/ 66747 h 2360402"/>
                    <a:gd name="connsiteX4807" fmla="*/ 704820 w 1440502"/>
                    <a:gd name="connsiteY4807" fmla="*/ 58423 h 2360402"/>
                    <a:gd name="connsiteX4808" fmla="*/ 705932 w 1440502"/>
                    <a:gd name="connsiteY4808" fmla="*/ 58701 h 2360402"/>
                    <a:gd name="connsiteX4809" fmla="*/ 705932 w 1440502"/>
                    <a:gd name="connsiteY4809" fmla="*/ 58667 h 2360402"/>
                    <a:gd name="connsiteX4810" fmla="*/ 706071 w 1440502"/>
                    <a:gd name="connsiteY4810" fmla="*/ 58794 h 2360402"/>
                    <a:gd name="connsiteX4811" fmla="*/ 707819 w 1440502"/>
                    <a:gd name="connsiteY4811" fmla="*/ 55969 h 2360402"/>
                    <a:gd name="connsiteX4812" fmla="*/ 710608 w 1440502"/>
                    <a:gd name="connsiteY4812" fmla="*/ 58354 h 2360402"/>
                    <a:gd name="connsiteX4813" fmla="*/ 710875 w 1440502"/>
                    <a:gd name="connsiteY4813" fmla="*/ 58586 h 2360402"/>
                    <a:gd name="connsiteX4814" fmla="*/ 711060 w 1440502"/>
                    <a:gd name="connsiteY4814" fmla="*/ 58736 h 2360402"/>
                    <a:gd name="connsiteX4815" fmla="*/ 712403 w 1440502"/>
                    <a:gd name="connsiteY4815" fmla="*/ 55854 h 2360402"/>
                    <a:gd name="connsiteX4816" fmla="*/ 713514 w 1440502"/>
                    <a:gd name="connsiteY4816" fmla="*/ 56305 h 2360402"/>
                    <a:gd name="connsiteX4817" fmla="*/ 713259 w 1440502"/>
                    <a:gd name="connsiteY4817" fmla="*/ 54465 h 2360402"/>
                    <a:gd name="connsiteX4818" fmla="*/ 715435 w 1440502"/>
                    <a:gd name="connsiteY4818" fmla="*/ 56351 h 2360402"/>
                    <a:gd name="connsiteX4819" fmla="*/ 716501 w 1440502"/>
                    <a:gd name="connsiteY4819" fmla="*/ 54777 h 2360402"/>
                    <a:gd name="connsiteX4820" fmla="*/ 717936 w 1440502"/>
                    <a:gd name="connsiteY4820" fmla="*/ 60009 h 2360402"/>
                    <a:gd name="connsiteX4821" fmla="*/ 720043 w 1440502"/>
                    <a:gd name="connsiteY4821" fmla="*/ 59558 h 2360402"/>
                    <a:gd name="connsiteX4822" fmla="*/ 719765 w 1440502"/>
                    <a:gd name="connsiteY4822" fmla="*/ 58018 h 2360402"/>
                    <a:gd name="connsiteX4823" fmla="*/ 719788 w 1440502"/>
                    <a:gd name="connsiteY4823" fmla="*/ 57243 h 2360402"/>
                    <a:gd name="connsiteX4824" fmla="*/ 720911 w 1440502"/>
                    <a:gd name="connsiteY4824" fmla="*/ 58551 h 2360402"/>
                    <a:gd name="connsiteX4825" fmla="*/ 721710 w 1440502"/>
                    <a:gd name="connsiteY4825" fmla="*/ 58724 h 2360402"/>
                    <a:gd name="connsiteX4826" fmla="*/ 721976 w 1440502"/>
                    <a:gd name="connsiteY4826" fmla="*/ 58968 h 2360402"/>
                    <a:gd name="connsiteX4827" fmla="*/ 722914 w 1440502"/>
                    <a:gd name="connsiteY4827" fmla="*/ 62232 h 2360402"/>
                    <a:gd name="connsiteX4828" fmla="*/ 724963 w 1440502"/>
                    <a:gd name="connsiteY4828" fmla="*/ 61630 h 2360402"/>
                    <a:gd name="connsiteX4829" fmla="*/ 725044 w 1440502"/>
                    <a:gd name="connsiteY4829" fmla="*/ 59454 h 2360402"/>
                    <a:gd name="connsiteX4830" fmla="*/ 725252 w 1440502"/>
                    <a:gd name="connsiteY4830" fmla="*/ 59986 h 2360402"/>
                    <a:gd name="connsiteX4831" fmla="*/ 726826 w 1440502"/>
                    <a:gd name="connsiteY4831" fmla="*/ 64906 h 2360402"/>
                    <a:gd name="connsiteX4832" fmla="*/ 729072 w 1440502"/>
                    <a:gd name="connsiteY4832" fmla="*/ 66075 h 2360402"/>
                    <a:gd name="connsiteX4833" fmla="*/ 729512 w 1440502"/>
                    <a:gd name="connsiteY4833" fmla="*/ 63957 h 2360402"/>
                    <a:gd name="connsiteX4834" fmla="*/ 729605 w 1440502"/>
                    <a:gd name="connsiteY4834" fmla="*/ 63968 h 2360402"/>
                    <a:gd name="connsiteX4835" fmla="*/ 729662 w 1440502"/>
                    <a:gd name="connsiteY4835" fmla="*/ 63262 h 2360402"/>
                    <a:gd name="connsiteX4836" fmla="*/ 730774 w 1440502"/>
                    <a:gd name="connsiteY4836" fmla="*/ 57914 h 2360402"/>
                    <a:gd name="connsiteX4837" fmla="*/ 731133 w 1440502"/>
                    <a:gd name="connsiteY4837" fmla="*/ 57845 h 2360402"/>
                    <a:gd name="connsiteX4838" fmla="*/ 731746 w 1440502"/>
                    <a:gd name="connsiteY4838" fmla="*/ 58180 h 2360402"/>
                    <a:gd name="connsiteX4839" fmla="*/ 732082 w 1440502"/>
                    <a:gd name="connsiteY4839" fmla="*/ 57683 h 2360402"/>
                    <a:gd name="connsiteX4840" fmla="*/ 733077 w 1440502"/>
                    <a:gd name="connsiteY4840" fmla="*/ 57497 h 2360402"/>
                    <a:gd name="connsiteX4841" fmla="*/ 733262 w 1440502"/>
                    <a:gd name="connsiteY4841" fmla="*/ 57810 h 2360402"/>
                    <a:gd name="connsiteX4842" fmla="*/ 733448 w 1440502"/>
                    <a:gd name="connsiteY4842" fmla="*/ 56131 h 2360402"/>
                    <a:gd name="connsiteX4843" fmla="*/ 734408 w 1440502"/>
                    <a:gd name="connsiteY4843" fmla="*/ 56513 h 2360402"/>
                    <a:gd name="connsiteX4844" fmla="*/ 737488 w 1440502"/>
                    <a:gd name="connsiteY4844" fmla="*/ 53758 h 2360402"/>
                    <a:gd name="connsiteX4845" fmla="*/ 736689 w 1440502"/>
                    <a:gd name="connsiteY4845" fmla="*/ 48086 h 2360402"/>
                    <a:gd name="connsiteX4846" fmla="*/ 738101 w 1440502"/>
                    <a:gd name="connsiteY4846" fmla="*/ 46535 h 2360402"/>
                    <a:gd name="connsiteX4847" fmla="*/ 738946 w 1440502"/>
                    <a:gd name="connsiteY4847" fmla="*/ 47762 h 2360402"/>
                    <a:gd name="connsiteX4848" fmla="*/ 739039 w 1440502"/>
                    <a:gd name="connsiteY4848" fmla="*/ 42495 h 2360402"/>
                    <a:gd name="connsiteX4849" fmla="*/ 740474 w 1440502"/>
                    <a:gd name="connsiteY4849" fmla="*/ 42067 h 2360402"/>
                    <a:gd name="connsiteX4850" fmla="*/ 741123 w 1440502"/>
                    <a:gd name="connsiteY4850" fmla="*/ 44104 h 2360402"/>
                    <a:gd name="connsiteX4851" fmla="*/ 741933 w 1440502"/>
                    <a:gd name="connsiteY4851" fmla="*/ 42252 h 2360402"/>
                    <a:gd name="connsiteX4852" fmla="*/ 742628 w 1440502"/>
                    <a:gd name="connsiteY4852" fmla="*/ 42541 h 2360402"/>
                    <a:gd name="connsiteX4853" fmla="*/ 744526 w 1440502"/>
                    <a:gd name="connsiteY4853" fmla="*/ 42796 h 2360402"/>
                    <a:gd name="connsiteX4854" fmla="*/ 746771 w 1440502"/>
                    <a:gd name="connsiteY4854" fmla="*/ 36464 h 2360402"/>
                    <a:gd name="connsiteX4855" fmla="*/ 750511 w 1440502"/>
                    <a:gd name="connsiteY4855" fmla="*/ 59014 h 2360402"/>
                    <a:gd name="connsiteX4856" fmla="*/ 750557 w 1440502"/>
                    <a:gd name="connsiteY4856" fmla="*/ 58991 h 2360402"/>
                    <a:gd name="connsiteX4857" fmla="*/ 755789 w 1440502"/>
                    <a:gd name="connsiteY4857" fmla="*/ 55750 h 2360402"/>
                    <a:gd name="connsiteX4858" fmla="*/ 756831 w 1440502"/>
                    <a:gd name="connsiteY4858" fmla="*/ 55414 h 2360402"/>
                    <a:gd name="connsiteX4859" fmla="*/ 761369 w 1440502"/>
                    <a:gd name="connsiteY4859" fmla="*/ 56409 h 2360402"/>
                    <a:gd name="connsiteX4860" fmla="*/ 761982 w 1440502"/>
                    <a:gd name="connsiteY4860" fmla="*/ 55888 h 2360402"/>
                    <a:gd name="connsiteX4861" fmla="*/ 765710 w 1440502"/>
                    <a:gd name="connsiteY4861" fmla="*/ 53608 h 2360402"/>
                    <a:gd name="connsiteX4862" fmla="*/ 766937 w 1440502"/>
                    <a:gd name="connsiteY4862" fmla="*/ 54870 h 2360402"/>
                    <a:gd name="connsiteX4863" fmla="*/ 767284 w 1440502"/>
                    <a:gd name="connsiteY4863" fmla="*/ 56595 h 2360402"/>
                    <a:gd name="connsiteX4864" fmla="*/ 768963 w 1440502"/>
                    <a:gd name="connsiteY4864" fmla="*/ 57127 h 2360402"/>
                    <a:gd name="connsiteX4865" fmla="*/ 769043 w 1440502"/>
                    <a:gd name="connsiteY4865" fmla="*/ 57000 h 2360402"/>
                    <a:gd name="connsiteX4866" fmla="*/ 769530 w 1440502"/>
                    <a:gd name="connsiteY4866" fmla="*/ 57509 h 2360402"/>
                    <a:gd name="connsiteX4867" fmla="*/ 769576 w 1440502"/>
                    <a:gd name="connsiteY4867" fmla="*/ 56120 h 2360402"/>
                    <a:gd name="connsiteX4868" fmla="*/ 769981 w 1440502"/>
                    <a:gd name="connsiteY4868" fmla="*/ 55460 h 2360402"/>
                    <a:gd name="connsiteX4869" fmla="*/ 772215 w 1440502"/>
                    <a:gd name="connsiteY4869" fmla="*/ 55483 h 2360402"/>
                    <a:gd name="connsiteX4870" fmla="*/ 772609 w 1440502"/>
                    <a:gd name="connsiteY4870" fmla="*/ 54383 h 2360402"/>
                    <a:gd name="connsiteX4871" fmla="*/ 773153 w 1440502"/>
                    <a:gd name="connsiteY4871" fmla="*/ 54349 h 2360402"/>
                    <a:gd name="connsiteX4872" fmla="*/ 774299 w 1440502"/>
                    <a:gd name="connsiteY4872" fmla="*/ 55865 h 2360402"/>
                    <a:gd name="connsiteX4873" fmla="*/ 775954 w 1440502"/>
                    <a:gd name="connsiteY4873" fmla="*/ 60195 h 2360402"/>
                    <a:gd name="connsiteX4874" fmla="*/ 776198 w 1440502"/>
                    <a:gd name="connsiteY4874" fmla="*/ 61827 h 2360402"/>
                    <a:gd name="connsiteX4875" fmla="*/ 780457 w 1440502"/>
                    <a:gd name="connsiteY4875" fmla="*/ 62753 h 2360402"/>
                    <a:gd name="connsiteX4876" fmla="*/ 778559 w 1440502"/>
                    <a:gd name="connsiteY4876" fmla="*/ 64142 h 2360402"/>
                    <a:gd name="connsiteX4877" fmla="*/ 781001 w 1440502"/>
                    <a:gd name="connsiteY4877" fmla="*/ 66666 h 2360402"/>
                    <a:gd name="connsiteX4878" fmla="*/ 782020 w 1440502"/>
                    <a:gd name="connsiteY4878" fmla="*/ 75220 h 2360402"/>
                    <a:gd name="connsiteX4879" fmla="*/ 781649 w 1440502"/>
                    <a:gd name="connsiteY4879" fmla="*/ 67024 h 2360402"/>
                    <a:gd name="connsiteX4880" fmla="*/ 779230 w 1440502"/>
                    <a:gd name="connsiteY4880" fmla="*/ 64096 h 2360402"/>
                    <a:gd name="connsiteX4881" fmla="*/ 780747 w 1440502"/>
                    <a:gd name="connsiteY4881" fmla="*/ 62880 h 2360402"/>
                    <a:gd name="connsiteX4882" fmla="*/ 780434 w 1440502"/>
                    <a:gd name="connsiteY4882" fmla="*/ 59489 h 2360402"/>
                    <a:gd name="connsiteX4883" fmla="*/ 784775 w 1440502"/>
                    <a:gd name="connsiteY4883" fmla="*/ 57034 h 2360402"/>
                    <a:gd name="connsiteX4884" fmla="*/ 787125 w 1440502"/>
                    <a:gd name="connsiteY4884" fmla="*/ 58875 h 2360402"/>
                    <a:gd name="connsiteX4885" fmla="*/ 791767 w 1440502"/>
                    <a:gd name="connsiteY4885" fmla="*/ 59593 h 2360402"/>
                    <a:gd name="connsiteX4886" fmla="*/ 793851 w 1440502"/>
                    <a:gd name="connsiteY4886" fmla="*/ 60403 h 2360402"/>
                    <a:gd name="connsiteX4887" fmla="*/ 794997 w 1440502"/>
                    <a:gd name="connsiteY4887" fmla="*/ 60206 h 2360402"/>
                    <a:gd name="connsiteX4888" fmla="*/ 795251 w 1440502"/>
                    <a:gd name="connsiteY4888" fmla="*/ 60484 h 2360402"/>
                    <a:gd name="connsiteX4889" fmla="*/ 799476 w 1440502"/>
                    <a:gd name="connsiteY4889" fmla="*/ 59593 h 2360402"/>
                    <a:gd name="connsiteX4890" fmla="*/ 800935 w 1440502"/>
                    <a:gd name="connsiteY4890" fmla="*/ 57231 h 2360402"/>
                    <a:gd name="connsiteX4891" fmla="*/ 803146 w 1440502"/>
                    <a:gd name="connsiteY4891" fmla="*/ 58308 h 2360402"/>
                    <a:gd name="connsiteX4892" fmla="*/ 804257 w 1440502"/>
                    <a:gd name="connsiteY4892" fmla="*/ 58122 h 2360402"/>
                    <a:gd name="connsiteX4893" fmla="*/ 806237 w 1440502"/>
                    <a:gd name="connsiteY4893" fmla="*/ 58644 h 2360402"/>
                    <a:gd name="connsiteX4894" fmla="*/ 808517 w 1440502"/>
                    <a:gd name="connsiteY4894" fmla="*/ 57416 h 2360402"/>
                    <a:gd name="connsiteX4895" fmla="*/ 810913 w 1440502"/>
                    <a:gd name="connsiteY4895" fmla="*/ 57011 h 2360402"/>
                    <a:gd name="connsiteX4896" fmla="*/ 811585 w 1440502"/>
                    <a:gd name="connsiteY4896" fmla="*/ 57312 h 2360402"/>
                    <a:gd name="connsiteX4897" fmla="*/ 813321 w 1440502"/>
                    <a:gd name="connsiteY4897" fmla="*/ 54904 h 2360402"/>
                    <a:gd name="connsiteX4898" fmla="*/ 816019 w 1440502"/>
                    <a:gd name="connsiteY4898" fmla="*/ 56942 h 2360402"/>
                    <a:gd name="connsiteX4899" fmla="*/ 815139 w 1440502"/>
                    <a:gd name="connsiteY4899" fmla="*/ 59014 h 2360402"/>
                    <a:gd name="connsiteX4900" fmla="*/ 816840 w 1440502"/>
                    <a:gd name="connsiteY4900" fmla="*/ 61375 h 2360402"/>
                    <a:gd name="connsiteX4901" fmla="*/ 820116 w 1440502"/>
                    <a:gd name="connsiteY4901" fmla="*/ 60646 h 2360402"/>
                    <a:gd name="connsiteX4902" fmla="*/ 821100 w 1440502"/>
                    <a:gd name="connsiteY4902" fmla="*/ 55634 h 2360402"/>
                    <a:gd name="connsiteX4903" fmla="*/ 829030 w 1440502"/>
                    <a:gd name="connsiteY4903" fmla="*/ 52173 h 2360402"/>
                    <a:gd name="connsiteX4904" fmla="*/ 837793 w 1440502"/>
                    <a:gd name="connsiteY4904" fmla="*/ 42773 h 2360402"/>
                    <a:gd name="connsiteX4905" fmla="*/ 838823 w 1440502"/>
                    <a:gd name="connsiteY4905" fmla="*/ 41673 h 2360402"/>
                    <a:gd name="connsiteX4906" fmla="*/ 849658 w 1440502"/>
                    <a:gd name="connsiteY4906" fmla="*/ 35538 h 2360402"/>
                    <a:gd name="connsiteX4907" fmla="*/ 853258 w 1440502"/>
                    <a:gd name="connsiteY4907" fmla="*/ 36452 h 2360402"/>
                    <a:gd name="connsiteX4908" fmla="*/ 853408 w 1440502"/>
                    <a:gd name="connsiteY4908" fmla="*/ 34380 h 2360402"/>
                    <a:gd name="connsiteX4909" fmla="*/ 853837 w 1440502"/>
                    <a:gd name="connsiteY4909" fmla="*/ 31776 h 2360402"/>
                    <a:gd name="connsiteX4910" fmla="*/ 856835 w 1440502"/>
                    <a:gd name="connsiteY4910" fmla="*/ 28835 h 2360402"/>
                    <a:gd name="connsiteX4911" fmla="*/ 860794 w 1440502"/>
                    <a:gd name="connsiteY4911" fmla="*/ 30225 h 2360402"/>
                    <a:gd name="connsiteX4912" fmla="*/ 860886 w 1440502"/>
                    <a:gd name="connsiteY4912" fmla="*/ 30491 h 2360402"/>
                    <a:gd name="connsiteX4913" fmla="*/ 863387 w 1440502"/>
                    <a:gd name="connsiteY4913" fmla="*/ 31127 h 2360402"/>
                    <a:gd name="connsiteX4914" fmla="*/ 866038 w 1440502"/>
                    <a:gd name="connsiteY4914" fmla="*/ 32065 h 2360402"/>
                    <a:gd name="connsiteX4915" fmla="*/ 878898 w 1440502"/>
                    <a:gd name="connsiteY4915" fmla="*/ 29611 h 2360402"/>
                    <a:gd name="connsiteX4916" fmla="*/ 881584 w 1440502"/>
                    <a:gd name="connsiteY4916" fmla="*/ 30468 h 2360402"/>
                    <a:gd name="connsiteX4917" fmla="*/ 891782 w 1440502"/>
                    <a:gd name="connsiteY4917" fmla="*/ 27458 h 2360402"/>
                    <a:gd name="connsiteX4918" fmla="*/ 893125 w 1440502"/>
                    <a:gd name="connsiteY4918" fmla="*/ 27551 h 2360402"/>
                    <a:gd name="connsiteX4919" fmla="*/ 893577 w 1440502"/>
                    <a:gd name="connsiteY4919" fmla="*/ 27724 h 2360402"/>
                    <a:gd name="connsiteX4920" fmla="*/ 895452 w 1440502"/>
                    <a:gd name="connsiteY4920" fmla="*/ 27933 h 2360402"/>
                    <a:gd name="connsiteX4921" fmla="*/ 895232 w 1440502"/>
                    <a:gd name="connsiteY4921" fmla="*/ 29102 h 2360402"/>
                    <a:gd name="connsiteX4922" fmla="*/ 894642 w 1440502"/>
                    <a:gd name="connsiteY4922" fmla="*/ 31243 h 2360402"/>
                    <a:gd name="connsiteX4923" fmla="*/ 894399 w 1440502"/>
                    <a:gd name="connsiteY4923" fmla="*/ 32713 h 2360402"/>
                    <a:gd name="connsiteX4924" fmla="*/ 892361 w 1440502"/>
                    <a:gd name="connsiteY4924" fmla="*/ 33848 h 2360402"/>
                    <a:gd name="connsiteX4925" fmla="*/ 892998 w 1440502"/>
                    <a:gd name="connsiteY4925" fmla="*/ 35411 h 2360402"/>
                    <a:gd name="connsiteX4926" fmla="*/ 890683 w 1440502"/>
                    <a:gd name="connsiteY4926" fmla="*/ 34589 h 2360402"/>
                    <a:gd name="connsiteX4927" fmla="*/ 890857 w 1440502"/>
                    <a:gd name="connsiteY4927" fmla="*/ 34704 h 2360402"/>
                    <a:gd name="connsiteX4928" fmla="*/ 890648 w 1440502"/>
                    <a:gd name="connsiteY4928" fmla="*/ 34635 h 2360402"/>
                    <a:gd name="connsiteX4929" fmla="*/ 891968 w 1440502"/>
                    <a:gd name="connsiteY4929" fmla="*/ 35445 h 2360402"/>
                    <a:gd name="connsiteX4930" fmla="*/ 890243 w 1440502"/>
                    <a:gd name="connsiteY4930" fmla="*/ 36290 h 2360402"/>
                    <a:gd name="connsiteX4931" fmla="*/ 891042 w 1440502"/>
                    <a:gd name="connsiteY4931" fmla="*/ 38224 h 2360402"/>
                    <a:gd name="connsiteX4932" fmla="*/ 893125 w 1440502"/>
                    <a:gd name="connsiteY4932" fmla="*/ 39682 h 2360402"/>
                    <a:gd name="connsiteX4933" fmla="*/ 893461 w 1440502"/>
                    <a:gd name="connsiteY4933" fmla="*/ 40191 h 2360402"/>
                    <a:gd name="connsiteX4934" fmla="*/ 893820 w 1440502"/>
                    <a:gd name="connsiteY4934" fmla="*/ 40168 h 2360402"/>
                    <a:gd name="connsiteX4935" fmla="*/ 898323 w 1440502"/>
                    <a:gd name="connsiteY4935" fmla="*/ 43317 h 2360402"/>
                    <a:gd name="connsiteX4936" fmla="*/ 900916 w 1440502"/>
                    <a:gd name="connsiteY4936" fmla="*/ 42391 h 2360402"/>
                    <a:gd name="connsiteX4937" fmla="*/ 901217 w 1440502"/>
                    <a:gd name="connsiteY4937" fmla="*/ 42379 h 2360402"/>
                    <a:gd name="connsiteX4938" fmla="*/ 901194 w 1440502"/>
                    <a:gd name="connsiteY4938" fmla="*/ 42287 h 2360402"/>
                    <a:gd name="connsiteX4939" fmla="*/ 902120 w 1440502"/>
                    <a:gd name="connsiteY4939" fmla="*/ 41963 h 2360402"/>
                    <a:gd name="connsiteX4940" fmla="*/ 897652 w 1440502"/>
                    <a:gd name="connsiteY4940" fmla="*/ 48735 h 2360402"/>
                    <a:gd name="connsiteX4941" fmla="*/ 906021 w 1440502"/>
                    <a:gd name="connsiteY4941" fmla="*/ 38907 h 2360402"/>
                    <a:gd name="connsiteX4942" fmla="*/ 906276 w 1440502"/>
                    <a:gd name="connsiteY4942" fmla="*/ 38721 h 2360402"/>
                    <a:gd name="connsiteX4943" fmla="*/ 912619 w 1440502"/>
                    <a:gd name="connsiteY4943" fmla="*/ 36510 h 2360402"/>
                    <a:gd name="connsiteX4944" fmla="*/ 918581 w 1440502"/>
                    <a:gd name="connsiteY4944" fmla="*/ 34658 h 2360402"/>
                    <a:gd name="connsiteX4945" fmla="*/ 921428 w 1440502"/>
                    <a:gd name="connsiteY4945" fmla="*/ 37008 h 2360402"/>
                    <a:gd name="connsiteX4946" fmla="*/ 924415 w 1440502"/>
                    <a:gd name="connsiteY4946" fmla="*/ 36082 h 2360402"/>
                    <a:gd name="connsiteX4947" fmla="*/ 925584 w 1440502"/>
                    <a:gd name="connsiteY4947" fmla="*/ 35978 h 2360402"/>
                    <a:gd name="connsiteX4948" fmla="*/ 927089 w 1440502"/>
                    <a:gd name="connsiteY4948" fmla="*/ 40539 h 2360402"/>
                    <a:gd name="connsiteX4949" fmla="*/ 937762 w 1440502"/>
                    <a:gd name="connsiteY4949" fmla="*/ 41002 h 2360402"/>
                    <a:gd name="connsiteX4950" fmla="*/ 943492 w 1440502"/>
                    <a:gd name="connsiteY4950" fmla="*/ 45076 h 2360402"/>
                    <a:gd name="connsiteX4951" fmla="*/ 944592 w 1440502"/>
                    <a:gd name="connsiteY4951" fmla="*/ 45852 h 2360402"/>
                    <a:gd name="connsiteX4952" fmla="*/ 945854 w 1440502"/>
                    <a:gd name="connsiteY4952" fmla="*/ 44903 h 2360402"/>
                    <a:gd name="connsiteX4953" fmla="*/ 945923 w 1440502"/>
                    <a:gd name="connsiteY4953" fmla="*/ 44938 h 2360402"/>
                    <a:gd name="connsiteX4954" fmla="*/ 946039 w 1440502"/>
                    <a:gd name="connsiteY4954" fmla="*/ 44764 h 2360402"/>
                    <a:gd name="connsiteX4955" fmla="*/ 950715 w 1440502"/>
                    <a:gd name="connsiteY4955" fmla="*/ 41245 h 2360402"/>
                    <a:gd name="connsiteX4956" fmla="*/ 953239 w 1440502"/>
                    <a:gd name="connsiteY4956" fmla="*/ 35827 h 2360402"/>
                    <a:gd name="connsiteX4957" fmla="*/ 952614 w 1440502"/>
                    <a:gd name="connsiteY4957" fmla="*/ 31394 h 2360402"/>
                    <a:gd name="connsiteX4958" fmla="*/ 947856 w 1440502"/>
                    <a:gd name="connsiteY4958" fmla="*/ 29889 h 2360402"/>
                    <a:gd name="connsiteX4959" fmla="*/ 945587 w 1440502"/>
                    <a:gd name="connsiteY4959" fmla="*/ 28072 h 2360402"/>
                    <a:gd name="connsiteX4960" fmla="*/ 944962 w 1440502"/>
                    <a:gd name="connsiteY4960" fmla="*/ 25965 h 2360402"/>
                    <a:gd name="connsiteX4961" fmla="*/ 943492 w 1440502"/>
                    <a:gd name="connsiteY4961" fmla="*/ 25803 h 2360402"/>
                    <a:gd name="connsiteX4962" fmla="*/ 942705 w 1440502"/>
                    <a:gd name="connsiteY4962" fmla="*/ 25652 h 2360402"/>
                    <a:gd name="connsiteX4963" fmla="*/ 939799 w 1440502"/>
                    <a:gd name="connsiteY4963" fmla="*/ 23464 h 2360402"/>
                    <a:gd name="connsiteX4964" fmla="*/ 933294 w 1440502"/>
                    <a:gd name="connsiteY4964" fmla="*/ 18267 h 2360402"/>
                    <a:gd name="connsiteX4965" fmla="*/ 936326 w 1440502"/>
                    <a:gd name="connsiteY4965" fmla="*/ 6344 h 2360402"/>
                    <a:gd name="connsiteX4966" fmla="*/ 941420 w 1440502"/>
                    <a:gd name="connsiteY4966" fmla="*/ 2338 h 2360402"/>
                    <a:gd name="connsiteX4967" fmla="*/ 943492 w 1440502"/>
                    <a:gd name="connsiteY4967" fmla="*/ 914 h 2360402"/>
                    <a:gd name="connsiteX4968" fmla="*/ 944812 w 1440502"/>
                    <a:gd name="connsiteY4968" fmla="*/ 0 h 2360402"/>
                    <a:gd name="connsiteX4969" fmla="*/ 948782 w 1440502"/>
                    <a:gd name="connsiteY4969" fmla="*/ 1436 h 2360402"/>
                    <a:gd name="connsiteX4970" fmla="*/ 951456 w 1440502"/>
                    <a:gd name="connsiteY4970" fmla="*/ 4966 h 2360402"/>
                    <a:gd name="connsiteX4971" fmla="*/ 951549 w 1440502"/>
                    <a:gd name="connsiteY4971" fmla="*/ 5232 h 2360402"/>
                    <a:gd name="connsiteX4972" fmla="*/ 954443 w 1440502"/>
                    <a:gd name="connsiteY4972" fmla="*/ 15188 h 2360402"/>
                    <a:gd name="connsiteX4973" fmla="*/ 961342 w 1440502"/>
                    <a:gd name="connsiteY4973" fmla="*/ 14157 h 2360402"/>
                    <a:gd name="connsiteX4974" fmla="*/ 961562 w 1440502"/>
                    <a:gd name="connsiteY4974" fmla="*/ 15789 h 2360402"/>
                    <a:gd name="connsiteX4975" fmla="*/ 964965 w 1440502"/>
                    <a:gd name="connsiteY4975" fmla="*/ 15894 h 2360402"/>
                    <a:gd name="connsiteX4976" fmla="*/ 964873 w 1440502"/>
                    <a:gd name="connsiteY4976" fmla="*/ 17653 h 2360402"/>
                    <a:gd name="connsiteX4977" fmla="*/ 970938 w 1440502"/>
                    <a:gd name="connsiteY4977" fmla="*/ 15674 h 2360402"/>
                    <a:gd name="connsiteX4978" fmla="*/ 970996 w 1440502"/>
                    <a:gd name="connsiteY4978" fmla="*/ 14308 h 2360402"/>
                    <a:gd name="connsiteX4979" fmla="*/ 972443 w 1440502"/>
                    <a:gd name="connsiteY4979" fmla="*/ 15002 h 2360402"/>
                    <a:gd name="connsiteX4980" fmla="*/ 975071 w 1440502"/>
                    <a:gd name="connsiteY4980" fmla="*/ 11761 h 2360402"/>
                    <a:gd name="connsiteX4981" fmla="*/ 979829 w 1440502"/>
                    <a:gd name="connsiteY4981" fmla="*/ 12537 h 2360402"/>
                    <a:gd name="connsiteX4982" fmla="*/ 980095 w 1440502"/>
                    <a:gd name="connsiteY4982" fmla="*/ 12606 h 2360402"/>
                    <a:gd name="connsiteX4983" fmla="*/ 980130 w 1440502"/>
                    <a:gd name="connsiteY4983" fmla="*/ 12583 h 2360402"/>
                    <a:gd name="connsiteX4984" fmla="*/ 980581 w 1440502"/>
                    <a:gd name="connsiteY4984" fmla="*/ 12652 h 2360402"/>
                    <a:gd name="connsiteX4985" fmla="*/ 983533 w 1440502"/>
                    <a:gd name="connsiteY4985" fmla="*/ 11194 h 2360402"/>
                    <a:gd name="connsiteX4986" fmla="*/ 986878 w 1440502"/>
                    <a:gd name="connsiteY4986" fmla="*/ 14204 h 2360402"/>
                    <a:gd name="connsiteX4987" fmla="*/ 990444 w 1440502"/>
                    <a:gd name="connsiteY4987" fmla="*/ 14030 h 2360402"/>
                    <a:gd name="connsiteX4988" fmla="*/ 992805 w 1440502"/>
                    <a:gd name="connsiteY4988" fmla="*/ 10881 h 2360402"/>
                    <a:gd name="connsiteX4989" fmla="*/ 1000237 w 1440502"/>
                    <a:gd name="connsiteY4989" fmla="*/ 10719 h 2360402"/>
                    <a:gd name="connsiteX4990" fmla="*/ 1001915 w 1440502"/>
                    <a:gd name="connsiteY4990" fmla="*/ 8242 h 2360402"/>
                    <a:gd name="connsiteX4991" fmla="*/ 1001973 w 1440502"/>
                    <a:gd name="connsiteY4991" fmla="*/ 8173 h 2360402"/>
                    <a:gd name="connsiteX4992" fmla="*/ 1005180 w 1440502"/>
                    <a:gd name="connsiteY4992" fmla="*/ 13810 h 2360402"/>
                    <a:gd name="connsiteX4993" fmla="*/ 1005886 w 1440502"/>
                    <a:gd name="connsiteY4993" fmla="*/ 12861 h 2360402"/>
                    <a:gd name="connsiteX4994" fmla="*/ 1007761 w 1440502"/>
                    <a:gd name="connsiteY4994" fmla="*/ 15535 h 2360402"/>
                    <a:gd name="connsiteX4995" fmla="*/ 1008641 w 1440502"/>
                    <a:gd name="connsiteY4995" fmla="*/ 19378 h 2360402"/>
                    <a:gd name="connsiteX4996" fmla="*/ 1011593 w 1440502"/>
                    <a:gd name="connsiteY4996" fmla="*/ 21832 h 2360402"/>
                    <a:gd name="connsiteX4997" fmla="*/ 1014996 w 1440502"/>
                    <a:gd name="connsiteY4997" fmla="*/ 20663 h 2360402"/>
                    <a:gd name="connsiteX4998" fmla="*/ 1018238 w 1440502"/>
                    <a:gd name="connsiteY4998" fmla="*/ 20246 h 2360402"/>
                    <a:gd name="connsiteX4999" fmla="*/ 1019245 w 1440502"/>
                    <a:gd name="connsiteY4999" fmla="*/ 19193 h 2360402"/>
                    <a:gd name="connsiteX5000" fmla="*/ 1020842 w 1440502"/>
                    <a:gd name="connsiteY5000" fmla="*/ 18637 h 2360402"/>
                    <a:gd name="connsiteX5001" fmla="*/ 1025079 w 1440502"/>
                    <a:gd name="connsiteY5001" fmla="*/ 19112 h 2360402"/>
                    <a:gd name="connsiteX5002" fmla="*/ 1029304 w 1440502"/>
                    <a:gd name="connsiteY5002" fmla="*/ 16542 h 2360402"/>
                    <a:gd name="connsiteX5003" fmla="*/ 1037905 w 1440502"/>
                    <a:gd name="connsiteY5003" fmla="*/ 17838 h 2360402"/>
                    <a:gd name="connsiteX5004" fmla="*/ 1037940 w 1440502"/>
                    <a:gd name="connsiteY5004" fmla="*/ 17850 h 2360402"/>
                    <a:gd name="connsiteX5005" fmla="*/ 1040706 w 1440502"/>
                    <a:gd name="connsiteY5005" fmla="*/ 18267 h 2360402"/>
                    <a:gd name="connsiteX5006" fmla="*/ 1041910 w 1440502"/>
                    <a:gd name="connsiteY5006" fmla="*/ 17480 h 2360402"/>
                    <a:gd name="connsiteX5007" fmla="*/ 1042732 w 1440502"/>
                    <a:gd name="connsiteY5007" fmla="*/ 17410 h 2360402"/>
                    <a:gd name="connsiteX5008" fmla="*/ 1043056 w 1440502"/>
                    <a:gd name="connsiteY5008" fmla="*/ 16739 h 2360402"/>
                    <a:gd name="connsiteX5009" fmla="*/ 1043913 w 1440502"/>
                    <a:gd name="connsiteY5009" fmla="*/ 16183 h 2360402"/>
                    <a:gd name="connsiteX5010" fmla="*/ 1047710 w 1440502"/>
                    <a:gd name="connsiteY5010" fmla="*/ 18382 h 2360402"/>
                    <a:gd name="connsiteX5011" fmla="*/ 1048821 w 1440502"/>
                    <a:gd name="connsiteY5011" fmla="*/ 17711 h 2360402"/>
                    <a:gd name="connsiteX5012" fmla="*/ 1050233 w 1440502"/>
                    <a:gd name="connsiteY5012" fmla="*/ 17271 h 2360402"/>
                    <a:gd name="connsiteX5013" fmla="*/ 1052340 w 1440502"/>
                    <a:gd name="connsiteY5013" fmla="*/ 18313 h 2360402"/>
                    <a:gd name="connsiteX5014" fmla="*/ 1052456 w 1440502"/>
                    <a:gd name="connsiteY5014" fmla="*/ 18406 h 2360402"/>
                    <a:gd name="connsiteX5015" fmla="*/ 1052490 w 1440502"/>
                    <a:gd name="connsiteY5015" fmla="*/ 20999 h 2360402"/>
                    <a:gd name="connsiteX5016" fmla="*/ 1051333 w 1440502"/>
                    <a:gd name="connsiteY5016" fmla="*/ 22318 h 2360402"/>
                    <a:gd name="connsiteX5017" fmla="*/ 1049203 w 1440502"/>
                    <a:gd name="connsiteY5017" fmla="*/ 24610 h 2360402"/>
                    <a:gd name="connsiteX5018" fmla="*/ 1048392 w 1440502"/>
                    <a:gd name="connsiteY5018" fmla="*/ 25467 h 2360402"/>
                    <a:gd name="connsiteX5019" fmla="*/ 1047212 w 1440502"/>
                    <a:gd name="connsiteY5019" fmla="*/ 35978 h 2360402"/>
                    <a:gd name="connsiteX5020" fmla="*/ 1047443 w 1440502"/>
                    <a:gd name="connsiteY5020" fmla="*/ 36279 h 2360402"/>
                    <a:gd name="connsiteX5021" fmla="*/ 1048323 w 1440502"/>
                    <a:gd name="connsiteY5021" fmla="*/ 39045 h 2360402"/>
                    <a:gd name="connsiteX5022" fmla="*/ 1045904 w 1440502"/>
                    <a:gd name="connsiteY5022" fmla="*/ 43676 h 2360402"/>
                    <a:gd name="connsiteX5023" fmla="*/ 1046506 w 1440502"/>
                    <a:gd name="connsiteY5023" fmla="*/ 45447 h 2360402"/>
                    <a:gd name="connsiteX5024" fmla="*/ 1037222 w 1440502"/>
                    <a:gd name="connsiteY5024" fmla="*/ 48931 h 2360402"/>
                    <a:gd name="connsiteX5025" fmla="*/ 1041019 w 1440502"/>
                    <a:gd name="connsiteY5025" fmla="*/ 55205 h 2360402"/>
                    <a:gd name="connsiteX5026" fmla="*/ 1040787 w 1440502"/>
                    <a:gd name="connsiteY5026" fmla="*/ 56143 h 2360402"/>
                    <a:gd name="connsiteX5027" fmla="*/ 1038542 w 1440502"/>
                    <a:gd name="connsiteY5027" fmla="*/ 61167 h 2360402"/>
                    <a:gd name="connsiteX5028" fmla="*/ 1038831 w 1440502"/>
                    <a:gd name="connsiteY5028" fmla="*/ 63679 h 2360402"/>
                    <a:gd name="connsiteX5029" fmla="*/ 1038472 w 1440502"/>
                    <a:gd name="connsiteY5029" fmla="*/ 65068 h 2360402"/>
                    <a:gd name="connsiteX5030" fmla="*/ 1034201 w 1440502"/>
                    <a:gd name="connsiteY5030" fmla="*/ 69594 h 2360402"/>
                    <a:gd name="connsiteX5031" fmla="*/ 1031920 w 1440502"/>
                    <a:gd name="connsiteY5031" fmla="*/ 74977 h 2360402"/>
                    <a:gd name="connsiteX5032" fmla="*/ 1030369 w 1440502"/>
                    <a:gd name="connsiteY5032" fmla="*/ 77107 h 2360402"/>
                    <a:gd name="connsiteX5033" fmla="*/ 1022243 w 1440502"/>
                    <a:gd name="connsiteY5033" fmla="*/ 84793 h 2360402"/>
                    <a:gd name="connsiteX5034" fmla="*/ 1022231 w 1440502"/>
                    <a:gd name="connsiteY5034" fmla="*/ 84805 h 2360402"/>
                    <a:gd name="connsiteX5035" fmla="*/ 1020286 w 1440502"/>
                    <a:gd name="connsiteY5035" fmla="*/ 86645 h 2360402"/>
                    <a:gd name="connsiteX5036" fmla="*/ 1019789 w 1440502"/>
                    <a:gd name="connsiteY5036" fmla="*/ 89123 h 2360402"/>
                    <a:gd name="connsiteX5037" fmla="*/ 1019615 w 1440502"/>
                    <a:gd name="connsiteY5037" fmla="*/ 89956 h 2360402"/>
                    <a:gd name="connsiteX5038" fmla="*/ 1019163 w 1440502"/>
                    <a:gd name="connsiteY5038" fmla="*/ 90859 h 2360402"/>
                    <a:gd name="connsiteX5039" fmla="*/ 1019117 w 1440502"/>
                    <a:gd name="connsiteY5039" fmla="*/ 92433 h 2360402"/>
                    <a:gd name="connsiteX5040" fmla="*/ 1017288 w 1440502"/>
                    <a:gd name="connsiteY5040" fmla="*/ 101474 h 2360402"/>
                    <a:gd name="connsiteX5041" fmla="*/ 1014661 w 1440502"/>
                    <a:gd name="connsiteY5041" fmla="*/ 99495 h 2360402"/>
                    <a:gd name="connsiteX5042" fmla="*/ 1013954 w 1440502"/>
                    <a:gd name="connsiteY5042" fmla="*/ 99147 h 2360402"/>
                    <a:gd name="connsiteX5043" fmla="*/ 1012681 w 1440502"/>
                    <a:gd name="connsiteY5043" fmla="*/ 96415 h 2360402"/>
                    <a:gd name="connsiteX5044" fmla="*/ 1013862 w 1440502"/>
                    <a:gd name="connsiteY5044" fmla="*/ 99229 h 2360402"/>
                    <a:gd name="connsiteX5045" fmla="*/ 1014533 w 1440502"/>
                    <a:gd name="connsiteY5045" fmla="*/ 99680 h 2360402"/>
                    <a:gd name="connsiteX5046" fmla="*/ 1017172 w 1440502"/>
                    <a:gd name="connsiteY5046" fmla="*/ 102041 h 2360402"/>
                    <a:gd name="connsiteX5047" fmla="*/ 1017786 w 1440502"/>
                    <a:gd name="connsiteY5047" fmla="*/ 101798 h 2360402"/>
                    <a:gd name="connsiteX5048" fmla="*/ 1021259 w 1440502"/>
                    <a:gd name="connsiteY5048" fmla="*/ 114590 h 2360402"/>
                    <a:gd name="connsiteX5049" fmla="*/ 1026734 w 1440502"/>
                    <a:gd name="connsiteY5049" fmla="*/ 118363 h 2360402"/>
                    <a:gd name="connsiteX5050" fmla="*/ 1042547 w 1440502"/>
                    <a:gd name="connsiteY5050" fmla="*/ 115423 h 2360402"/>
                    <a:gd name="connsiteX5051" fmla="*/ 1043160 w 1440502"/>
                    <a:gd name="connsiteY5051" fmla="*/ 115817 h 2360402"/>
                    <a:gd name="connsiteX5052" fmla="*/ 1043623 w 1440502"/>
                    <a:gd name="connsiteY5052" fmla="*/ 119486 h 2360402"/>
                    <a:gd name="connsiteX5053" fmla="*/ 1040810 w 1440502"/>
                    <a:gd name="connsiteY5053" fmla="*/ 126571 h 2360402"/>
                    <a:gd name="connsiteX5054" fmla="*/ 1041702 w 1440502"/>
                    <a:gd name="connsiteY5054" fmla="*/ 128527 h 2360402"/>
                    <a:gd name="connsiteX5055" fmla="*/ 1041424 w 1440502"/>
                    <a:gd name="connsiteY5055" fmla="*/ 128654 h 2360402"/>
                    <a:gd name="connsiteX5056" fmla="*/ 1042014 w 1440502"/>
                    <a:gd name="connsiteY5056" fmla="*/ 129198 h 2360402"/>
                    <a:gd name="connsiteX5057" fmla="*/ 1042987 w 1440502"/>
                    <a:gd name="connsiteY5057" fmla="*/ 131305 h 2360402"/>
                    <a:gd name="connsiteX5058" fmla="*/ 1042883 w 1440502"/>
                    <a:gd name="connsiteY5058" fmla="*/ 131791 h 2360402"/>
                    <a:gd name="connsiteX5059" fmla="*/ 1041852 w 1440502"/>
                    <a:gd name="connsiteY5059" fmla="*/ 133979 h 2360402"/>
                    <a:gd name="connsiteX5060" fmla="*/ 1038935 w 1440502"/>
                    <a:gd name="connsiteY5060" fmla="*/ 134732 h 2360402"/>
                    <a:gd name="connsiteX5061" fmla="*/ 1038901 w 1440502"/>
                    <a:gd name="connsiteY5061" fmla="*/ 134732 h 2360402"/>
                    <a:gd name="connsiteX5062" fmla="*/ 1038750 w 1440502"/>
                    <a:gd name="connsiteY5062" fmla="*/ 134778 h 2360402"/>
                    <a:gd name="connsiteX5063" fmla="*/ 1039294 w 1440502"/>
                    <a:gd name="connsiteY5063" fmla="*/ 137406 h 2360402"/>
                    <a:gd name="connsiteX5064" fmla="*/ 1032337 w 1440502"/>
                    <a:gd name="connsiteY5064" fmla="*/ 136850 h 2360402"/>
                    <a:gd name="connsiteX5065" fmla="*/ 1022578 w 1440502"/>
                    <a:gd name="connsiteY5065" fmla="*/ 133898 h 2360402"/>
                    <a:gd name="connsiteX5066" fmla="*/ 1020495 w 1440502"/>
                    <a:gd name="connsiteY5066" fmla="*/ 132868 h 2360402"/>
                    <a:gd name="connsiteX5067" fmla="*/ 1021548 w 1440502"/>
                    <a:gd name="connsiteY5067" fmla="*/ 134408 h 2360402"/>
                    <a:gd name="connsiteX5068" fmla="*/ 1031341 w 1440502"/>
                    <a:gd name="connsiteY5068" fmla="*/ 137221 h 2360402"/>
                    <a:gd name="connsiteX5069" fmla="*/ 1032291 w 1440502"/>
                    <a:gd name="connsiteY5069" fmla="*/ 139374 h 2360402"/>
                    <a:gd name="connsiteX5070" fmla="*/ 1033309 w 1440502"/>
                    <a:gd name="connsiteY5070" fmla="*/ 139327 h 2360402"/>
                    <a:gd name="connsiteX5071" fmla="*/ 1033923 w 1440502"/>
                    <a:gd name="connsiteY5071" fmla="*/ 138818 h 2360402"/>
                    <a:gd name="connsiteX5072" fmla="*/ 1033390 w 1440502"/>
                    <a:gd name="connsiteY5072" fmla="*/ 139941 h 2360402"/>
                    <a:gd name="connsiteX5073" fmla="*/ 1036898 w 1440502"/>
                    <a:gd name="connsiteY5073" fmla="*/ 142511 h 2360402"/>
                    <a:gd name="connsiteX5074" fmla="*/ 1036759 w 1440502"/>
                    <a:gd name="connsiteY5074" fmla="*/ 145046 h 2360402"/>
                    <a:gd name="connsiteX5075" fmla="*/ 1035520 w 1440502"/>
                    <a:gd name="connsiteY5075" fmla="*/ 146400 h 2360402"/>
                    <a:gd name="connsiteX5076" fmla="*/ 1032487 w 1440502"/>
                    <a:gd name="connsiteY5076" fmla="*/ 148206 h 2360402"/>
                    <a:gd name="connsiteX5077" fmla="*/ 1033633 w 1440502"/>
                    <a:gd name="connsiteY5077" fmla="*/ 148461 h 2360402"/>
                    <a:gd name="connsiteX5078" fmla="*/ 1031735 w 1440502"/>
                    <a:gd name="connsiteY5078" fmla="*/ 150556 h 2360402"/>
                    <a:gd name="connsiteX5079" fmla="*/ 1031283 w 1440502"/>
                    <a:gd name="connsiteY5079" fmla="*/ 151054 h 2360402"/>
                    <a:gd name="connsiteX5080" fmla="*/ 1032429 w 1440502"/>
                    <a:gd name="connsiteY5080" fmla="*/ 152130 h 2360402"/>
                    <a:gd name="connsiteX5081" fmla="*/ 1031040 w 1440502"/>
                    <a:gd name="connsiteY5081" fmla="*/ 152026 h 2360402"/>
                    <a:gd name="connsiteX5082" fmla="*/ 1031967 w 1440502"/>
                    <a:gd name="connsiteY5082" fmla="*/ 153566 h 2360402"/>
                    <a:gd name="connsiteX5083" fmla="*/ 1029802 w 1440502"/>
                    <a:gd name="connsiteY5083" fmla="*/ 155013 h 2360402"/>
                    <a:gd name="connsiteX5084" fmla="*/ 1030832 w 1440502"/>
                    <a:gd name="connsiteY5084" fmla="*/ 158937 h 2360402"/>
                    <a:gd name="connsiteX5085" fmla="*/ 1030878 w 1440502"/>
                    <a:gd name="connsiteY5085" fmla="*/ 159168 h 2360402"/>
                    <a:gd name="connsiteX5086" fmla="*/ 1029281 w 1440502"/>
                    <a:gd name="connsiteY5086" fmla="*/ 161055 h 2360402"/>
                    <a:gd name="connsiteX5087" fmla="*/ 1027857 w 1440502"/>
                    <a:gd name="connsiteY5087" fmla="*/ 163023 h 2360402"/>
                    <a:gd name="connsiteX5088" fmla="*/ 1026317 w 1440502"/>
                    <a:gd name="connsiteY5088" fmla="*/ 164979 h 2360402"/>
                    <a:gd name="connsiteX5089" fmla="*/ 1026398 w 1440502"/>
                    <a:gd name="connsiteY5089" fmla="*/ 165037 h 2360402"/>
                    <a:gd name="connsiteX5090" fmla="*/ 1026063 w 1440502"/>
                    <a:gd name="connsiteY5090" fmla="*/ 165512 h 2360402"/>
                    <a:gd name="connsiteX5091" fmla="*/ 1027672 w 1440502"/>
                    <a:gd name="connsiteY5091" fmla="*/ 165848 h 2360402"/>
                    <a:gd name="connsiteX5092" fmla="*/ 1026074 w 1440502"/>
                    <a:gd name="connsiteY5092" fmla="*/ 168927 h 2360402"/>
                    <a:gd name="connsiteX5093" fmla="*/ 1026109 w 1440502"/>
                    <a:gd name="connsiteY5093" fmla="*/ 168915 h 2360402"/>
                    <a:gd name="connsiteX5094" fmla="*/ 1026086 w 1440502"/>
                    <a:gd name="connsiteY5094" fmla="*/ 168962 h 2360402"/>
                    <a:gd name="connsiteX5095" fmla="*/ 1027429 w 1440502"/>
                    <a:gd name="connsiteY5095" fmla="*/ 168452 h 2360402"/>
                    <a:gd name="connsiteX5096" fmla="*/ 1023643 w 1440502"/>
                    <a:gd name="connsiteY5096" fmla="*/ 174344 h 2360402"/>
                    <a:gd name="connsiteX5097" fmla="*/ 1024917 w 1440502"/>
                    <a:gd name="connsiteY5097" fmla="*/ 175213 h 2360402"/>
                    <a:gd name="connsiteX5098" fmla="*/ 1023145 w 1440502"/>
                    <a:gd name="connsiteY5098" fmla="*/ 177354 h 2360402"/>
                    <a:gd name="connsiteX5099" fmla="*/ 1024291 w 1440502"/>
                    <a:gd name="connsiteY5099" fmla="*/ 178627 h 2360402"/>
                    <a:gd name="connsiteX5100" fmla="*/ 1020692 w 1440502"/>
                    <a:gd name="connsiteY5100" fmla="*/ 180306 h 2360402"/>
                    <a:gd name="connsiteX5101" fmla="*/ 1021490 w 1440502"/>
                    <a:gd name="connsiteY5101" fmla="*/ 181301 h 2360402"/>
                    <a:gd name="connsiteX5102" fmla="*/ 1018400 w 1440502"/>
                    <a:gd name="connsiteY5102" fmla="*/ 185411 h 2360402"/>
                    <a:gd name="connsiteX5103" fmla="*/ 1012762 w 1440502"/>
                    <a:gd name="connsiteY5103" fmla="*/ 187518 h 2360402"/>
                    <a:gd name="connsiteX5104" fmla="*/ 1010250 w 1440502"/>
                    <a:gd name="connsiteY5104" fmla="*/ 190203 h 2360402"/>
                    <a:gd name="connsiteX5105" fmla="*/ 1010296 w 1440502"/>
                    <a:gd name="connsiteY5105" fmla="*/ 190250 h 2360402"/>
                    <a:gd name="connsiteX5106" fmla="*/ 1007565 w 1440502"/>
                    <a:gd name="connsiteY5106" fmla="*/ 193271 h 2360402"/>
                    <a:gd name="connsiteX5107" fmla="*/ 1007171 w 1440502"/>
                    <a:gd name="connsiteY5107" fmla="*/ 193537 h 2360402"/>
                    <a:gd name="connsiteX5108" fmla="*/ 1007171 w 1440502"/>
                    <a:gd name="connsiteY5108" fmla="*/ 193711 h 2360402"/>
                    <a:gd name="connsiteX5109" fmla="*/ 1006592 w 1440502"/>
                    <a:gd name="connsiteY5109" fmla="*/ 194347 h 2360402"/>
                    <a:gd name="connsiteX5110" fmla="*/ 1007101 w 1440502"/>
                    <a:gd name="connsiteY5110" fmla="*/ 195702 h 2360402"/>
                    <a:gd name="connsiteX5111" fmla="*/ 1002182 w 1440502"/>
                    <a:gd name="connsiteY5111" fmla="*/ 199047 h 2360402"/>
                    <a:gd name="connsiteX5112" fmla="*/ 993430 w 1440502"/>
                    <a:gd name="connsiteY5112" fmla="*/ 212221 h 2360402"/>
                    <a:gd name="connsiteX5113" fmla="*/ 990641 w 1440502"/>
                    <a:gd name="connsiteY5113" fmla="*/ 214918 h 2360402"/>
                    <a:gd name="connsiteX5114" fmla="*/ 982572 w 1440502"/>
                    <a:gd name="connsiteY5114" fmla="*/ 218958 h 2360402"/>
                    <a:gd name="connsiteX5115" fmla="*/ 979169 w 1440502"/>
                    <a:gd name="connsiteY5115" fmla="*/ 220856 h 2360402"/>
                    <a:gd name="connsiteX5116" fmla="*/ 979007 w 1440502"/>
                    <a:gd name="connsiteY5116" fmla="*/ 220833 h 2360402"/>
                    <a:gd name="connsiteX5117" fmla="*/ 976622 w 1440502"/>
                    <a:gd name="connsiteY5117" fmla="*/ 219594 h 2360402"/>
                    <a:gd name="connsiteX5118" fmla="*/ 973983 w 1440502"/>
                    <a:gd name="connsiteY5118" fmla="*/ 220301 h 2360402"/>
                    <a:gd name="connsiteX5119" fmla="*/ 972617 w 1440502"/>
                    <a:gd name="connsiteY5119" fmla="*/ 220266 h 2360402"/>
                    <a:gd name="connsiteX5120" fmla="*/ 970834 w 1440502"/>
                    <a:gd name="connsiteY5120" fmla="*/ 220972 h 2360402"/>
                    <a:gd name="connsiteX5121" fmla="*/ 968137 w 1440502"/>
                    <a:gd name="connsiteY5121" fmla="*/ 222870 h 2360402"/>
                    <a:gd name="connsiteX5122" fmla="*/ 967084 w 1440502"/>
                    <a:gd name="connsiteY5122" fmla="*/ 221227 h 2360402"/>
                    <a:gd name="connsiteX5123" fmla="*/ 964826 w 1440502"/>
                    <a:gd name="connsiteY5123" fmla="*/ 225730 h 2360402"/>
                    <a:gd name="connsiteX5124" fmla="*/ 962951 w 1440502"/>
                    <a:gd name="connsiteY5124" fmla="*/ 226112 h 2360402"/>
                    <a:gd name="connsiteX5125" fmla="*/ 954408 w 1440502"/>
                    <a:gd name="connsiteY5125" fmla="*/ 227628 h 2360402"/>
                    <a:gd name="connsiteX5126" fmla="*/ 954501 w 1440502"/>
                    <a:gd name="connsiteY5126" fmla="*/ 227929 h 2360402"/>
                    <a:gd name="connsiteX5127" fmla="*/ 954420 w 1440502"/>
                    <a:gd name="connsiteY5127" fmla="*/ 227894 h 2360402"/>
                    <a:gd name="connsiteX5128" fmla="*/ 954825 w 1440502"/>
                    <a:gd name="connsiteY5128" fmla="*/ 229040 h 2360402"/>
                    <a:gd name="connsiteX5129" fmla="*/ 955149 w 1440502"/>
                    <a:gd name="connsiteY5129" fmla="*/ 230140 h 2360402"/>
                    <a:gd name="connsiteX5130" fmla="*/ 951908 w 1440502"/>
                    <a:gd name="connsiteY5130" fmla="*/ 230094 h 2360402"/>
                    <a:gd name="connsiteX5131" fmla="*/ 945205 w 1440502"/>
                    <a:gd name="connsiteY5131" fmla="*/ 233254 h 2360402"/>
                    <a:gd name="connsiteX5132" fmla="*/ 943677 w 1440502"/>
                    <a:gd name="connsiteY5132" fmla="*/ 233717 h 2360402"/>
                    <a:gd name="connsiteX5133" fmla="*/ 942577 w 1440502"/>
                    <a:gd name="connsiteY5133" fmla="*/ 234493 h 2360402"/>
                    <a:gd name="connsiteX5134" fmla="*/ 938561 w 1440502"/>
                    <a:gd name="connsiteY5134" fmla="*/ 236391 h 2360402"/>
                    <a:gd name="connsiteX5135" fmla="*/ 937090 w 1440502"/>
                    <a:gd name="connsiteY5135" fmla="*/ 238382 h 2360402"/>
                    <a:gd name="connsiteX5136" fmla="*/ 935574 w 1440502"/>
                    <a:gd name="connsiteY5136" fmla="*/ 239447 h 2360402"/>
                    <a:gd name="connsiteX5137" fmla="*/ 930145 w 1440502"/>
                    <a:gd name="connsiteY5137" fmla="*/ 247770 h 2360402"/>
                    <a:gd name="connsiteX5138" fmla="*/ 927865 w 1440502"/>
                    <a:gd name="connsiteY5138" fmla="*/ 250872 h 2360402"/>
                    <a:gd name="connsiteX5139" fmla="*/ 923767 w 1440502"/>
                    <a:gd name="connsiteY5139" fmla="*/ 250074 h 2360402"/>
                    <a:gd name="connsiteX5140" fmla="*/ 924820 w 1440502"/>
                    <a:gd name="connsiteY5140" fmla="*/ 250757 h 2360402"/>
                    <a:gd name="connsiteX5141" fmla="*/ 924496 w 1440502"/>
                    <a:gd name="connsiteY5141" fmla="*/ 251474 h 2360402"/>
                    <a:gd name="connsiteX5142" fmla="*/ 923778 w 1440502"/>
                    <a:gd name="connsiteY5142" fmla="*/ 251579 h 2360402"/>
                    <a:gd name="connsiteX5143" fmla="*/ 921428 w 1440502"/>
                    <a:gd name="connsiteY5143" fmla="*/ 258038 h 2360402"/>
                    <a:gd name="connsiteX5144" fmla="*/ 920572 w 1440502"/>
                    <a:gd name="connsiteY5144" fmla="*/ 259890 h 2360402"/>
                    <a:gd name="connsiteX5145" fmla="*/ 912214 w 1440502"/>
                    <a:gd name="connsiteY5145" fmla="*/ 269255 h 2360402"/>
                    <a:gd name="connsiteX5146" fmla="*/ 908556 w 1440502"/>
                    <a:gd name="connsiteY5146" fmla="*/ 278168 h 2360402"/>
                    <a:gd name="connsiteX5147" fmla="*/ 908510 w 1440502"/>
                    <a:gd name="connsiteY5147" fmla="*/ 279280 h 2360402"/>
                    <a:gd name="connsiteX5148" fmla="*/ 908383 w 1440502"/>
                    <a:gd name="connsiteY5148" fmla="*/ 279720 h 2360402"/>
                    <a:gd name="connsiteX5149" fmla="*/ 905222 w 1440502"/>
                    <a:gd name="connsiteY5149" fmla="*/ 281919 h 2360402"/>
                    <a:gd name="connsiteX5150" fmla="*/ 904296 w 1440502"/>
                    <a:gd name="connsiteY5150" fmla="*/ 282637 h 2360402"/>
                    <a:gd name="connsiteX5151" fmla="*/ 904111 w 1440502"/>
                    <a:gd name="connsiteY5151" fmla="*/ 282972 h 2360402"/>
                    <a:gd name="connsiteX5152" fmla="*/ 903833 w 1440502"/>
                    <a:gd name="connsiteY5152" fmla="*/ 283181 h 2360402"/>
                    <a:gd name="connsiteX5153" fmla="*/ 901552 w 1440502"/>
                    <a:gd name="connsiteY5153" fmla="*/ 287151 h 2360402"/>
                    <a:gd name="connsiteX5154" fmla="*/ 900950 w 1440502"/>
                    <a:gd name="connsiteY5154" fmla="*/ 286642 h 2360402"/>
                    <a:gd name="connsiteX5155" fmla="*/ 901425 w 1440502"/>
                    <a:gd name="connsiteY5155" fmla="*/ 287371 h 2360402"/>
                    <a:gd name="connsiteX5156" fmla="*/ 897918 w 1440502"/>
                    <a:gd name="connsiteY5156" fmla="*/ 293518 h 2360402"/>
                    <a:gd name="connsiteX5157" fmla="*/ 885196 w 1440502"/>
                    <a:gd name="connsiteY5157" fmla="*/ 301065 h 2360402"/>
                    <a:gd name="connsiteX5158" fmla="*/ 885173 w 1440502"/>
                    <a:gd name="connsiteY5158" fmla="*/ 301077 h 2360402"/>
                    <a:gd name="connsiteX5159" fmla="*/ 884872 w 1440502"/>
                    <a:gd name="connsiteY5159" fmla="*/ 301262 h 2360402"/>
                    <a:gd name="connsiteX5160" fmla="*/ 877278 w 1440502"/>
                    <a:gd name="connsiteY5160" fmla="*/ 309782 h 2360402"/>
                    <a:gd name="connsiteX5161" fmla="*/ 876167 w 1440502"/>
                    <a:gd name="connsiteY5161" fmla="*/ 310257 h 2360402"/>
                    <a:gd name="connsiteX5162" fmla="*/ 864938 w 1440502"/>
                    <a:gd name="connsiteY5162" fmla="*/ 316126 h 2360402"/>
                    <a:gd name="connsiteX5163" fmla="*/ 860806 w 1440502"/>
                    <a:gd name="connsiteY5163" fmla="*/ 321346 h 2360402"/>
                    <a:gd name="connsiteX5164" fmla="*/ 859683 w 1440502"/>
                    <a:gd name="connsiteY5164" fmla="*/ 321798 h 2360402"/>
                    <a:gd name="connsiteX5165" fmla="*/ 859717 w 1440502"/>
                    <a:gd name="connsiteY5165" fmla="*/ 322168 h 2360402"/>
                    <a:gd name="connsiteX5166" fmla="*/ 853698 w 1440502"/>
                    <a:gd name="connsiteY5166" fmla="*/ 326579 h 2360402"/>
                    <a:gd name="connsiteX5167" fmla="*/ 850387 w 1440502"/>
                    <a:gd name="connsiteY5167" fmla="*/ 322874 h 2360402"/>
                    <a:gd name="connsiteX5168" fmla="*/ 852668 w 1440502"/>
                    <a:gd name="connsiteY5168" fmla="*/ 326405 h 2360402"/>
                    <a:gd name="connsiteX5169" fmla="*/ 850295 w 1440502"/>
                    <a:gd name="connsiteY5169" fmla="*/ 327111 h 2360402"/>
                    <a:gd name="connsiteX5170" fmla="*/ 845977 w 1440502"/>
                    <a:gd name="connsiteY5170" fmla="*/ 333374 h 2360402"/>
                    <a:gd name="connsiteX5171" fmla="*/ 839691 w 1440502"/>
                    <a:gd name="connsiteY5171" fmla="*/ 338757 h 2360402"/>
                    <a:gd name="connsiteX5172" fmla="*/ 836867 w 1440502"/>
                    <a:gd name="connsiteY5172" fmla="*/ 340806 h 2360402"/>
                    <a:gd name="connsiteX5173" fmla="*/ 835084 w 1440502"/>
                    <a:gd name="connsiteY5173" fmla="*/ 342553 h 2360402"/>
                    <a:gd name="connsiteX5174" fmla="*/ 829215 w 1440502"/>
                    <a:gd name="connsiteY5174" fmla="*/ 345598 h 2360402"/>
                    <a:gd name="connsiteX5175" fmla="*/ 828995 w 1440502"/>
                    <a:gd name="connsiteY5175" fmla="*/ 345459 h 2360402"/>
                    <a:gd name="connsiteX5176" fmla="*/ 829030 w 1440502"/>
                    <a:gd name="connsiteY5176" fmla="*/ 345702 h 2360402"/>
                    <a:gd name="connsiteX5177" fmla="*/ 826124 w 1440502"/>
                    <a:gd name="connsiteY5177" fmla="*/ 347207 h 2360402"/>
                    <a:gd name="connsiteX5178" fmla="*/ 822640 w 1440502"/>
                    <a:gd name="connsiteY5178" fmla="*/ 352717 h 2360402"/>
                    <a:gd name="connsiteX5179" fmla="*/ 818542 w 1440502"/>
                    <a:gd name="connsiteY5179" fmla="*/ 353099 h 2360402"/>
                    <a:gd name="connsiteX5180" fmla="*/ 816609 w 1440502"/>
                    <a:gd name="connsiteY5180" fmla="*/ 355634 h 2360402"/>
                    <a:gd name="connsiteX5181" fmla="*/ 815174 w 1440502"/>
                    <a:gd name="connsiteY5181" fmla="*/ 355299 h 2360402"/>
                    <a:gd name="connsiteX5182" fmla="*/ 813321 w 1440502"/>
                    <a:gd name="connsiteY5182" fmla="*/ 354407 h 2360402"/>
                    <a:gd name="connsiteX5183" fmla="*/ 813020 w 1440502"/>
                    <a:gd name="connsiteY5183" fmla="*/ 354789 h 2360402"/>
                    <a:gd name="connsiteX5184" fmla="*/ 811735 w 1440502"/>
                    <a:gd name="connsiteY5184" fmla="*/ 354488 h 2360402"/>
                    <a:gd name="connsiteX5185" fmla="*/ 808714 w 1440502"/>
                    <a:gd name="connsiteY5185" fmla="*/ 356190 h 2360402"/>
                    <a:gd name="connsiteX5186" fmla="*/ 804095 w 1440502"/>
                    <a:gd name="connsiteY5186" fmla="*/ 358794 h 2360402"/>
                    <a:gd name="connsiteX5187" fmla="*/ 800090 w 1440502"/>
                    <a:gd name="connsiteY5187" fmla="*/ 365832 h 2360402"/>
                    <a:gd name="connsiteX5188" fmla="*/ 794754 w 1440502"/>
                    <a:gd name="connsiteY5188" fmla="*/ 369236 h 2360402"/>
                    <a:gd name="connsiteX5189" fmla="*/ 791883 w 1440502"/>
                    <a:gd name="connsiteY5189" fmla="*/ 384308 h 2360402"/>
                    <a:gd name="connsiteX5190" fmla="*/ 790598 w 1440502"/>
                    <a:gd name="connsiteY5190" fmla="*/ 385893 h 2360402"/>
                    <a:gd name="connsiteX5191" fmla="*/ 788236 w 1440502"/>
                    <a:gd name="connsiteY5191" fmla="*/ 385083 h 2360402"/>
                    <a:gd name="connsiteX5192" fmla="*/ 790170 w 1440502"/>
                    <a:gd name="connsiteY5192" fmla="*/ 386113 h 2360402"/>
                    <a:gd name="connsiteX5193" fmla="*/ 789718 w 1440502"/>
                    <a:gd name="connsiteY5193" fmla="*/ 388174 h 2360402"/>
                    <a:gd name="connsiteX5194" fmla="*/ 782275 w 1440502"/>
                    <a:gd name="connsiteY5194" fmla="*/ 390790 h 2360402"/>
                    <a:gd name="connsiteX5195" fmla="*/ 775839 w 1440502"/>
                    <a:gd name="connsiteY5195" fmla="*/ 398627 h 2360402"/>
                    <a:gd name="connsiteX5196" fmla="*/ 761774 w 1440502"/>
                    <a:gd name="connsiteY5196" fmla="*/ 401243 h 2360402"/>
                    <a:gd name="connsiteX5197" fmla="*/ 751738 w 1440502"/>
                    <a:gd name="connsiteY5197" fmla="*/ 406232 h 2360402"/>
                    <a:gd name="connsiteX5198" fmla="*/ 746760 w 1440502"/>
                    <a:gd name="connsiteY5198" fmla="*/ 408698 h 2360402"/>
                    <a:gd name="connsiteX5199" fmla="*/ 739734 w 1440502"/>
                    <a:gd name="connsiteY5199" fmla="*/ 429014 h 2360402"/>
                    <a:gd name="connsiteX5200" fmla="*/ 732082 w 1440502"/>
                    <a:gd name="connsiteY5200" fmla="*/ 428933 h 2360402"/>
                    <a:gd name="connsiteX5201" fmla="*/ 731561 w 1440502"/>
                    <a:gd name="connsiteY5201" fmla="*/ 428921 h 2360402"/>
                    <a:gd name="connsiteX5202" fmla="*/ 732082 w 1440502"/>
                    <a:gd name="connsiteY5202" fmla="*/ 428516 h 2360402"/>
                    <a:gd name="connsiteX5203" fmla="*/ 734328 w 1440502"/>
                    <a:gd name="connsiteY5203" fmla="*/ 426768 h 2360402"/>
                    <a:gd name="connsiteX5204" fmla="*/ 734698 w 1440502"/>
                    <a:gd name="connsiteY5204" fmla="*/ 423480 h 2360402"/>
                    <a:gd name="connsiteX5205" fmla="*/ 735103 w 1440502"/>
                    <a:gd name="connsiteY5205" fmla="*/ 424615 h 2360402"/>
                    <a:gd name="connsiteX5206" fmla="*/ 737187 w 1440502"/>
                    <a:gd name="connsiteY5206" fmla="*/ 422462 h 2360402"/>
                    <a:gd name="connsiteX5207" fmla="*/ 737685 w 1440502"/>
                    <a:gd name="connsiteY5207" fmla="*/ 420783 h 2360402"/>
                    <a:gd name="connsiteX5208" fmla="*/ 734698 w 1440502"/>
                    <a:gd name="connsiteY5208" fmla="*/ 419649 h 2360402"/>
                    <a:gd name="connsiteX5209" fmla="*/ 732082 w 1440502"/>
                    <a:gd name="connsiteY5209" fmla="*/ 420737 h 2360402"/>
                    <a:gd name="connsiteX5210" fmla="*/ 726444 w 1440502"/>
                    <a:gd name="connsiteY5210" fmla="*/ 423087 h 2360402"/>
                    <a:gd name="connsiteX5211" fmla="*/ 724233 w 1440502"/>
                    <a:gd name="connsiteY5211" fmla="*/ 416801 h 2360402"/>
                    <a:gd name="connsiteX5212" fmla="*/ 721814 w 1440502"/>
                    <a:gd name="connsiteY5212" fmla="*/ 417415 h 2360402"/>
                    <a:gd name="connsiteX5213" fmla="*/ 719314 w 1440502"/>
                    <a:gd name="connsiteY5213" fmla="*/ 415759 h 2360402"/>
                    <a:gd name="connsiteX5214" fmla="*/ 715586 w 1440502"/>
                    <a:gd name="connsiteY5214" fmla="*/ 418514 h 2360402"/>
                    <a:gd name="connsiteX5215" fmla="*/ 715633 w 1440502"/>
                    <a:gd name="connsiteY5215" fmla="*/ 421524 h 2360402"/>
                    <a:gd name="connsiteX5216" fmla="*/ 719383 w 1440502"/>
                    <a:gd name="connsiteY5216" fmla="*/ 427161 h 2360402"/>
                    <a:gd name="connsiteX5217" fmla="*/ 729280 w 1440502"/>
                    <a:gd name="connsiteY5217" fmla="*/ 430831 h 2360402"/>
                    <a:gd name="connsiteX5218" fmla="*/ 730380 w 1440502"/>
                    <a:gd name="connsiteY5218" fmla="*/ 433308 h 2360402"/>
                    <a:gd name="connsiteX5219" fmla="*/ 732082 w 1440502"/>
                    <a:gd name="connsiteY5219" fmla="*/ 432440 h 2360402"/>
                    <a:gd name="connsiteX5220" fmla="*/ 736238 w 1440502"/>
                    <a:gd name="connsiteY5220" fmla="*/ 430310 h 2360402"/>
                    <a:gd name="connsiteX5221" fmla="*/ 735925 w 1440502"/>
                    <a:gd name="connsiteY5221" fmla="*/ 431410 h 2360402"/>
                    <a:gd name="connsiteX5222" fmla="*/ 737928 w 1440502"/>
                    <a:gd name="connsiteY5222" fmla="*/ 430322 h 2360402"/>
                    <a:gd name="connsiteX5223" fmla="*/ 740358 w 1440502"/>
                    <a:gd name="connsiteY5223" fmla="*/ 433922 h 2360402"/>
                    <a:gd name="connsiteX5224" fmla="*/ 742824 w 1440502"/>
                    <a:gd name="connsiteY5224" fmla="*/ 447720 h 2360402"/>
                    <a:gd name="connsiteX5225" fmla="*/ 740011 w 1440502"/>
                    <a:gd name="connsiteY5225" fmla="*/ 448693 h 2360402"/>
                    <a:gd name="connsiteX5226" fmla="*/ 739201 w 1440502"/>
                    <a:gd name="connsiteY5226" fmla="*/ 451043 h 2360402"/>
                    <a:gd name="connsiteX5227" fmla="*/ 737766 w 1440502"/>
                    <a:gd name="connsiteY5227" fmla="*/ 453717 h 2360402"/>
                    <a:gd name="connsiteX5228" fmla="*/ 736064 w 1440502"/>
                    <a:gd name="connsiteY5228" fmla="*/ 454782 h 2360402"/>
                    <a:gd name="connsiteX5229" fmla="*/ 736654 w 1440502"/>
                    <a:gd name="connsiteY5229" fmla="*/ 460222 h 2360402"/>
                    <a:gd name="connsiteX5230" fmla="*/ 734617 w 1440502"/>
                    <a:gd name="connsiteY5230" fmla="*/ 462896 h 2360402"/>
                    <a:gd name="connsiteX5231" fmla="*/ 736052 w 1440502"/>
                    <a:gd name="connsiteY5231" fmla="*/ 473268 h 2360402"/>
                    <a:gd name="connsiteX5232" fmla="*/ 732742 w 1440502"/>
                    <a:gd name="connsiteY5232" fmla="*/ 473419 h 2360402"/>
                    <a:gd name="connsiteX5233" fmla="*/ 734200 w 1440502"/>
                    <a:gd name="connsiteY5233" fmla="*/ 472852 h 2360402"/>
                    <a:gd name="connsiteX5234" fmla="*/ 733841 w 1440502"/>
                    <a:gd name="connsiteY5234" fmla="*/ 471046 h 2360402"/>
                    <a:gd name="connsiteX5235" fmla="*/ 732082 w 1440502"/>
                    <a:gd name="connsiteY5235" fmla="*/ 470154 h 2360402"/>
                    <a:gd name="connsiteX5236" fmla="*/ 728239 w 1440502"/>
                    <a:gd name="connsiteY5236" fmla="*/ 468210 h 2360402"/>
                    <a:gd name="connsiteX5237" fmla="*/ 716917 w 1440502"/>
                    <a:gd name="connsiteY5237" fmla="*/ 468082 h 2360402"/>
                    <a:gd name="connsiteX5238" fmla="*/ 709902 w 1440502"/>
                    <a:gd name="connsiteY5238" fmla="*/ 471069 h 2360402"/>
                    <a:gd name="connsiteX5239" fmla="*/ 704392 w 1440502"/>
                    <a:gd name="connsiteY5239" fmla="*/ 478697 h 2360402"/>
                    <a:gd name="connsiteX5240" fmla="*/ 701579 w 1440502"/>
                    <a:gd name="connsiteY5240" fmla="*/ 474368 h 2360402"/>
                    <a:gd name="connsiteX5241" fmla="*/ 693476 w 1440502"/>
                    <a:gd name="connsiteY5241" fmla="*/ 474345 h 2360402"/>
                    <a:gd name="connsiteX5242" fmla="*/ 693279 w 1440502"/>
                    <a:gd name="connsiteY5242" fmla="*/ 472076 h 2360402"/>
                    <a:gd name="connsiteX5243" fmla="*/ 694136 w 1440502"/>
                    <a:gd name="connsiteY5243" fmla="*/ 473384 h 2360402"/>
                    <a:gd name="connsiteX5244" fmla="*/ 697458 w 1440502"/>
                    <a:gd name="connsiteY5244" fmla="*/ 472180 h 2360402"/>
                    <a:gd name="connsiteX5245" fmla="*/ 695977 w 1440502"/>
                    <a:gd name="connsiteY5245" fmla="*/ 470548 h 2360402"/>
                    <a:gd name="connsiteX5246" fmla="*/ 698095 w 1440502"/>
                    <a:gd name="connsiteY5246" fmla="*/ 469900 h 2360402"/>
                    <a:gd name="connsiteX5247" fmla="*/ 697400 w 1440502"/>
                    <a:gd name="connsiteY5247" fmla="*/ 465721 h 2360402"/>
                    <a:gd name="connsiteX5248" fmla="*/ 693442 w 1440502"/>
                    <a:gd name="connsiteY5248" fmla="*/ 471323 h 2360402"/>
                    <a:gd name="connsiteX5249" fmla="*/ 688707 w 1440502"/>
                    <a:gd name="connsiteY5249" fmla="*/ 471821 h 2360402"/>
                    <a:gd name="connsiteX5250" fmla="*/ 685223 w 1440502"/>
                    <a:gd name="connsiteY5250" fmla="*/ 471289 h 2360402"/>
                    <a:gd name="connsiteX5251" fmla="*/ 684898 w 1440502"/>
                    <a:gd name="connsiteY5251" fmla="*/ 466439 h 2360402"/>
                    <a:gd name="connsiteX5252" fmla="*/ 682363 w 1440502"/>
                    <a:gd name="connsiteY5252" fmla="*/ 466890 h 2360402"/>
                    <a:gd name="connsiteX5253" fmla="*/ 675591 w 1440502"/>
                    <a:gd name="connsiteY5253" fmla="*/ 464216 h 2360402"/>
                    <a:gd name="connsiteX5254" fmla="*/ 673392 w 1440502"/>
                    <a:gd name="connsiteY5254" fmla="*/ 463105 h 2360402"/>
                    <a:gd name="connsiteX5255" fmla="*/ 666527 w 1440502"/>
                    <a:gd name="connsiteY5255" fmla="*/ 461843 h 2360402"/>
                    <a:gd name="connsiteX5256" fmla="*/ 665787 w 1440502"/>
                    <a:gd name="connsiteY5256" fmla="*/ 463950 h 2360402"/>
                    <a:gd name="connsiteX5257" fmla="*/ 665162 w 1440502"/>
                    <a:gd name="connsiteY5257" fmla="*/ 464054 h 2360402"/>
                    <a:gd name="connsiteX5258" fmla="*/ 661180 w 1440502"/>
                    <a:gd name="connsiteY5258" fmla="*/ 464494 h 2360402"/>
                    <a:gd name="connsiteX5259" fmla="*/ 654211 w 1440502"/>
                    <a:gd name="connsiteY5259" fmla="*/ 464887 h 2360402"/>
                    <a:gd name="connsiteX5260" fmla="*/ 654651 w 1440502"/>
                    <a:gd name="connsiteY5260" fmla="*/ 469529 h 2360402"/>
                    <a:gd name="connsiteX5261" fmla="*/ 649094 w 1440502"/>
                    <a:gd name="connsiteY5261" fmla="*/ 468950 h 2360402"/>
                    <a:gd name="connsiteX5262" fmla="*/ 647833 w 1440502"/>
                    <a:gd name="connsiteY5262" fmla="*/ 467897 h 2360402"/>
                    <a:gd name="connsiteX5263" fmla="*/ 644174 w 1440502"/>
                    <a:gd name="connsiteY5263" fmla="*/ 461924 h 2360402"/>
                    <a:gd name="connsiteX5264" fmla="*/ 637437 w 1440502"/>
                    <a:gd name="connsiteY5264" fmla="*/ 458891 h 2360402"/>
                    <a:gd name="connsiteX5265" fmla="*/ 632240 w 1440502"/>
                    <a:gd name="connsiteY5265" fmla="*/ 453335 h 2360402"/>
                    <a:gd name="connsiteX5266" fmla="*/ 630492 w 1440502"/>
                    <a:gd name="connsiteY5266" fmla="*/ 447605 h 2360402"/>
                    <a:gd name="connsiteX5267" fmla="*/ 626996 w 1440502"/>
                    <a:gd name="connsiteY5267" fmla="*/ 441597 h 2360402"/>
                    <a:gd name="connsiteX5268" fmla="*/ 626382 w 1440502"/>
                    <a:gd name="connsiteY5268" fmla="*/ 441238 h 2360402"/>
                    <a:gd name="connsiteX5269" fmla="*/ 622389 w 1440502"/>
                    <a:gd name="connsiteY5269" fmla="*/ 438888 h 2360402"/>
                    <a:gd name="connsiteX5270" fmla="*/ 620490 w 1440502"/>
                    <a:gd name="connsiteY5270" fmla="*/ 440520 h 2360402"/>
                    <a:gd name="connsiteX5271" fmla="*/ 616589 w 1440502"/>
                    <a:gd name="connsiteY5271" fmla="*/ 436665 h 2360402"/>
                    <a:gd name="connsiteX5272" fmla="*/ 614587 w 1440502"/>
                    <a:gd name="connsiteY5272" fmla="*/ 428828 h 2360402"/>
                    <a:gd name="connsiteX5273" fmla="*/ 611368 w 1440502"/>
                    <a:gd name="connsiteY5273" fmla="*/ 426617 h 2360402"/>
                    <a:gd name="connsiteX5274" fmla="*/ 612943 w 1440502"/>
                    <a:gd name="connsiteY5274" fmla="*/ 422114 h 2360402"/>
                    <a:gd name="connsiteX5275" fmla="*/ 611658 w 1440502"/>
                    <a:gd name="connsiteY5275" fmla="*/ 423758 h 2360402"/>
                    <a:gd name="connsiteX5276" fmla="*/ 608093 w 1440502"/>
                    <a:gd name="connsiteY5276" fmla="*/ 419394 h 2360402"/>
                    <a:gd name="connsiteX5277" fmla="*/ 611241 w 1440502"/>
                    <a:gd name="connsiteY5277" fmla="*/ 424337 h 2360402"/>
                    <a:gd name="connsiteX5278" fmla="*/ 610882 w 1440502"/>
                    <a:gd name="connsiteY5278" fmla="*/ 426432 h 2360402"/>
                    <a:gd name="connsiteX5279" fmla="*/ 611449 w 1440502"/>
                    <a:gd name="connsiteY5279" fmla="*/ 428261 h 2360402"/>
                    <a:gd name="connsiteX5280" fmla="*/ 615096 w 1440502"/>
                    <a:gd name="connsiteY5280" fmla="*/ 431398 h 2360402"/>
                    <a:gd name="connsiteX5281" fmla="*/ 615744 w 1440502"/>
                    <a:gd name="connsiteY5281" fmla="*/ 437453 h 2360402"/>
                    <a:gd name="connsiteX5282" fmla="*/ 617122 w 1440502"/>
                    <a:gd name="connsiteY5282" fmla="*/ 438286 h 2360402"/>
                    <a:gd name="connsiteX5283" fmla="*/ 616207 w 1440502"/>
                    <a:gd name="connsiteY5283" fmla="*/ 439606 h 2360402"/>
                    <a:gd name="connsiteX5284" fmla="*/ 621636 w 1440502"/>
                    <a:gd name="connsiteY5284" fmla="*/ 445926 h 2360402"/>
                    <a:gd name="connsiteX5285" fmla="*/ 623870 w 1440502"/>
                    <a:gd name="connsiteY5285" fmla="*/ 443993 h 2360402"/>
                    <a:gd name="connsiteX5286" fmla="*/ 626382 w 1440502"/>
                    <a:gd name="connsiteY5286" fmla="*/ 444676 h 2360402"/>
                    <a:gd name="connsiteX5287" fmla="*/ 627968 w 1440502"/>
                    <a:gd name="connsiteY5287" fmla="*/ 445092 h 2360402"/>
                    <a:gd name="connsiteX5288" fmla="*/ 629774 w 1440502"/>
                    <a:gd name="connsiteY5288" fmla="*/ 448438 h 2360402"/>
                    <a:gd name="connsiteX5289" fmla="*/ 627991 w 1440502"/>
                    <a:gd name="connsiteY5289" fmla="*/ 450464 h 2360402"/>
                    <a:gd name="connsiteX5290" fmla="*/ 630295 w 1440502"/>
                    <a:gd name="connsiteY5290" fmla="*/ 449063 h 2360402"/>
                    <a:gd name="connsiteX5291" fmla="*/ 629126 w 1440502"/>
                    <a:gd name="connsiteY5291" fmla="*/ 450394 h 2360402"/>
                    <a:gd name="connsiteX5292" fmla="*/ 630851 w 1440502"/>
                    <a:gd name="connsiteY5292" fmla="*/ 450718 h 2360402"/>
                    <a:gd name="connsiteX5293" fmla="*/ 630654 w 1440502"/>
                    <a:gd name="connsiteY5293" fmla="*/ 453230 h 2360402"/>
                    <a:gd name="connsiteX5294" fmla="*/ 628015 w 1440502"/>
                    <a:gd name="connsiteY5294" fmla="*/ 453763 h 2360402"/>
                    <a:gd name="connsiteX5295" fmla="*/ 626556 w 1440502"/>
                    <a:gd name="connsiteY5295" fmla="*/ 456252 h 2360402"/>
                    <a:gd name="connsiteX5296" fmla="*/ 627702 w 1440502"/>
                    <a:gd name="connsiteY5296" fmla="*/ 458497 h 2360402"/>
                    <a:gd name="connsiteX5297" fmla="*/ 637773 w 1440502"/>
                    <a:gd name="connsiteY5297" fmla="*/ 467307 h 2360402"/>
                    <a:gd name="connsiteX5298" fmla="*/ 639023 w 1440502"/>
                    <a:gd name="connsiteY5298" fmla="*/ 468059 h 2360402"/>
                    <a:gd name="connsiteX5299" fmla="*/ 640598 w 1440502"/>
                    <a:gd name="connsiteY5299" fmla="*/ 469008 h 2360402"/>
                    <a:gd name="connsiteX5300" fmla="*/ 645552 w 1440502"/>
                    <a:gd name="connsiteY5300" fmla="*/ 468927 h 2360402"/>
                    <a:gd name="connsiteX5301" fmla="*/ 644649 w 1440502"/>
                    <a:gd name="connsiteY5301" fmla="*/ 471763 h 2360402"/>
                    <a:gd name="connsiteX5302" fmla="*/ 646362 w 1440502"/>
                    <a:gd name="connsiteY5302" fmla="*/ 474796 h 2360402"/>
                    <a:gd name="connsiteX5303" fmla="*/ 651433 w 1440502"/>
                    <a:gd name="connsiteY5303" fmla="*/ 472134 h 2360402"/>
                    <a:gd name="connsiteX5304" fmla="*/ 654083 w 1440502"/>
                    <a:gd name="connsiteY5304" fmla="*/ 475931 h 2360402"/>
                    <a:gd name="connsiteX5305" fmla="*/ 664988 w 1440502"/>
                    <a:gd name="connsiteY5305" fmla="*/ 471347 h 2360402"/>
                    <a:gd name="connsiteX5306" fmla="*/ 679794 w 1440502"/>
                    <a:gd name="connsiteY5306" fmla="*/ 469819 h 2360402"/>
                    <a:gd name="connsiteX5307" fmla="*/ 680372 w 1440502"/>
                    <a:gd name="connsiteY5307" fmla="*/ 477262 h 2360402"/>
                    <a:gd name="connsiteX5308" fmla="*/ 682259 w 1440502"/>
                    <a:gd name="connsiteY5308" fmla="*/ 473558 h 2360402"/>
                    <a:gd name="connsiteX5309" fmla="*/ 685859 w 1440502"/>
                    <a:gd name="connsiteY5309" fmla="*/ 479010 h 2360402"/>
                    <a:gd name="connsiteX5310" fmla="*/ 687758 w 1440502"/>
                    <a:gd name="connsiteY5310" fmla="*/ 486893 h 2360402"/>
                    <a:gd name="connsiteX5311" fmla="*/ 691948 w 1440502"/>
                    <a:gd name="connsiteY5311" fmla="*/ 487090 h 2360402"/>
                    <a:gd name="connsiteX5312" fmla="*/ 693615 w 1440502"/>
                    <a:gd name="connsiteY5312" fmla="*/ 490424 h 2360402"/>
                    <a:gd name="connsiteX5313" fmla="*/ 702505 w 1440502"/>
                    <a:gd name="connsiteY5313" fmla="*/ 489590 h 2360402"/>
                    <a:gd name="connsiteX5314" fmla="*/ 696382 w 1440502"/>
                    <a:gd name="connsiteY5314" fmla="*/ 480920 h 2360402"/>
                    <a:gd name="connsiteX5315" fmla="*/ 696405 w 1440502"/>
                    <a:gd name="connsiteY5315" fmla="*/ 480816 h 2360402"/>
                    <a:gd name="connsiteX5316" fmla="*/ 703790 w 1440502"/>
                    <a:gd name="connsiteY5316" fmla="*/ 487125 h 2360402"/>
                    <a:gd name="connsiteX5317" fmla="*/ 704751 w 1440502"/>
                    <a:gd name="connsiteY5317" fmla="*/ 483131 h 2360402"/>
                    <a:gd name="connsiteX5318" fmla="*/ 705585 w 1440502"/>
                    <a:gd name="connsiteY5318" fmla="*/ 486569 h 2360402"/>
                    <a:gd name="connsiteX5319" fmla="*/ 708166 w 1440502"/>
                    <a:gd name="connsiteY5319" fmla="*/ 485446 h 2360402"/>
                    <a:gd name="connsiteX5320" fmla="*/ 707055 w 1440502"/>
                    <a:gd name="connsiteY5320" fmla="*/ 487657 h 2360402"/>
                    <a:gd name="connsiteX5321" fmla="*/ 714081 w 1440502"/>
                    <a:gd name="connsiteY5321" fmla="*/ 490470 h 2360402"/>
                    <a:gd name="connsiteX5322" fmla="*/ 719985 w 1440502"/>
                    <a:gd name="connsiteY5322" fmla="*/ 496536 h 2360402"/>
                    <a:gd name="connsiteX5323" fmla="*/ 723747 w 1440502"/>
                    <a:gd name="connsiteY5323" fmla="*/ 498839 h 2360402"/>
                    <a:gd name="connsiteX5324" fmla="*/ 732082 w 1440502"/>
                    <a:gd name="connsiteY5324" fmla="*/ 493480 h 2360402"/>
                    <a:gd name="connsiteX5325" fmla="*/ 749932 w 1440502"/>
                    <a:gd name="connsiteY5325" fmla="*/ 482008 h 2360402"/>
                    <a:gd name="connsiteX5326" fmla="*/ 753219 w 1440502"/>
                    <a:gd name="connsiteY5326" fmla="*/ 481858 h 2360402"/>
                    <a:gd name="connsiteX5327" fmla="*/ 755731 w 1440502"/>
                    <a:gd name="connsiteY5327" fmla="*/ 483142 h 2360402"/>
                    <a:gd name="connsiteX5328" fmla="*/ 754655 w 1440502"/>
                    <a:gd name="connsiteY5328" fmla="*/ 484323 h 2360402"/>
                    <a:gd name="connsiteX5329" fmla="*/ 756055 w 1440502"/>
                    <a:gd name="connsiteY5329" fmla="*/ 483247 h 2360402"/>
                    <a:gd name="connsiteX5330" fmla="*/ 758672 w 1440502"/>
                    <a:gd name="connsiteY5330" fmla="*/ 485053 h 2360402"/>
                    <a:gd name="connsiteX5331" fmla="*/ 760964 w 1440502"/>
                    <a:gd name="connsiteY5331" fmla="*/ 489081 h 2360402"/>
                    <a:gd name="connsiteX5332" fmla="*/ 766589 w 1440502"/>
                    <a:gd name="connsiteY5332" fmla="*/ 489324 h 2360402"/>
                    <a:gd name="connsiteX5333" fmla="*/ 764691 w 1440502"/>
                    <a:gd name="connsiteY5333" fmla="*/ 486719 h 2360402"/>
                    <a:gd name="connsiteX5334" fmla="*/ 772447 w 1440502"/>
                    <a:gd name="connsiteY5334" fmla="*/ 494637 h 2360402"/>
                    <a:gd name="connsiteX5335" fmla="*/ 768349 w 1440502"/>
                    <a:gd name="connsiteY5335" fmla="*/ 490620 h 2360402"/>
                    <a:gd name="connsiteX5336" fmla="*/ 768870 w 1440502"/>
                    <a:gd name="connsiteY5336" fmla="*/ 492449 h 2360402"/>
                    <a:gd name="connsiteX5337" fmla="*/ 765525 w 1440502"/>
                    <a:gd name="connsiteY5337" fmla="*/ 490400 h 2360402"/>
                    <a:gd name="connsiteX5338" fmla="*/ 766555 w 1440502"/>
                    <a:gd name="connsiteY5338" fmla="*/ 493040 h 2360402"/>
                    <a:gd name="connsiteX5339" fmla="*/ 761867 w 1440502"/>
                    <a:gd name="connsiteY5339" fmla="*/ 496663 h 2360402"/>
                    <a:gd name="connsiteX5340" fmla="*/ 756900 w 1440502"/>
                    <a:gd name="connsiteY5340" fmla="*/ 497115 h 2360402"/>
                    <a:gd name="connsiteX5341" fmla="*/ 755338 w 1440502"/>
                    <a:gd name="connsiteY5341" fmla="*/ 500819 h 2360402"/>
                    <a:gd name="connsiteX5342" fmla="*/ 750881 w 1440502"/>
                    <a:gd name="connsiteY5342" fmla="*/ 497890 h 2360402"/>
                    <a:gd name="connsiteX5343" fmla="*/ 754863 w 1440502"/>
                    <a:gd name="connsiteY5343" fmla="*/ 501629 h 2360402"/>
                    <a:gd name="connsiteX5344" fmla="*/ 757549 w 1440502"/>
                    <a:gd name="connsiteY5344" fmla="*/ 500935 h 2360402"/>
                    <a:gd name="connsiteX5345" fmla="*/ 758023 w 1440502"/>
                    <a:gd name="connsiteY5345" fmla="*/ 498920 h 2360402"/>
                    <a:gd name="connsiteX5346" fmla="*/ 763950 w 1440502"/>
                    <a:gd name="connsiteY5346" fmla="*/ 498920 h 2360402"/>
                    <a:gd name="connsiteX5347" fmla="*/ 764494 w 1440502"/>
                    <a:gd name="connsiteY5347" fmla="*/ 497010 h 2360402"/>
                    <a:gd name="connsiteX5348" fmla="*/ 767492 w 1440502"/>
                    <a:gd name="connsiteY5348" fmla="*/ 495783 h 2360402"/>
                    <a:gd name="connsiteX5349" fmla="*/ 771845 w 1440502"/>
                    <a:gd name="connsiteY5349" fmla="*/ 496941 h 2360402"/>
                    <a:gd name="connsiteX5350" fmla="*/ 784150 w 1440502"/>
                    <a:gd name="connsiteY5350" fmla="*/ 494718 h 2360402"/>
                    <a:gd name="connsiteX5351" fmla="*/ 786755 w 1440502"/>
                    <a:gd name="connsiteY5351" fmla="*/ 491581 h 2360402"/>
                    <a:gd name="connsiteX5352" fmla="*/ 793052 w 1440502"/>
                    <a:gd name="connsiteY5352" fmla="*/ 489011 h 2360402"/>
                    <a:gd name="connsiteX5353" fmla="*/ 798168 w 1440502"/>
                    <a:gd name="connsiteY5353" fmla="*/ 474843 h 2360402"/>
                    <a:gd name="connsiteX5354" fmla="*/ 798828 w 1440502"/>
                    <a:gd name="connsiteY5354" fmla="*/ 474217 h 2360402"/>
                    <a:gd name="connsiteX5355" fmla="*/ 800831 w 1440502"/>
                    <a:gd name="connsiteY5355" fmla="*/ 473095 h 2360402"/>
                    <a:gd name="connsiteX5356" fmla="*/ 811203 w 1440502"/>
                    <a:gd name="connsiteY5356" fmla="*/ 470941 h 2360402"/>
                    <a:gd name="connsiteX5357" fmla="*/ 808656 w 1440502"/>
                    <a:gd name="connsiteY5357" fmla="*/ 474217 h 2360402"/>
                    <a:gd name="connsiteX5358" fmla="*/ 808876 w 1440502"/>
                    <a:gd name="connsiteY5358" fmla="*/ 476081 h 2360402"/>
                    <a:gd name="connsiteX5359" fmla="*/ 808807 w 1440502"/>
                    <a:gd name="connsiteY5359" fmla="*/ 479392 h 2360402"/>
                    <a:gd name="connsiteX5360" fmla="*/ 804072 w 1440502"/>
                    <a:gd name="connsiteY5360" fmla="*/ 488664 h 2360402"/>
                    <a:gd name="connsiteX5361" fmla="*/ 787079 w 1440502"/>
                    <a:gd name="connsiteY5361" fmla="*/ 511932 h 2360402"/>
                    <a:gd name="connsiteX5362" fmla="*/ 778860 w 1440502"/>
                    <a:gd name="connsiteY5362" fmla="*/ 523183 h 2360402"/>
                    <a:gd name="connsiteX5363" fmla="*/ 776961 w 1440502"/>
                    <a:gd name="connsiteY5363" fmla="*/ 524955 h 2360402"/>
                    <a:gd name="connsiteX5364" fmla="*/ 773836 w 1440502"/>
                    <a:gd name="connsiteY5364" fmla="*/ 526992 h 2360402"/>
                    <a:gd name="connsiteX5365" fmla="*/ 772493 w 1440502"/>
                    <a:gd name="connsiteY5365" fmla="*/ 529122 h 2360402"/>
                    <a:gd name="connsiteX5366" fmla="*/ 764078 w 1440502"/>
                    <a:gd name="connsiteY5366" fmla="*/ 536959 h 2360402"/>
                    <a:gd name="connsiteX5367" fmla="*/ 763394 w 1440502"/>
                    <a:gd name="connsiteY5367" fmla="*/ 541844 h 2360402"/>
                    <a:gd name="connsiteX5368" fmla="*/ 758544 w 1440502"/>
                    <a:gd name="connsiteY5368" fmla="*/ 551475 h 2360402"/>
                    <a:gd name="connsiteX5369" fmla="*/ 744537 w 1440502"/>
                    <a:gd name="connsiteY5369" fmla="*/ 570656 h 2360402"/>
                    <a:gd name="connsiteX5370" fmla="*/ 740822 w 1440502"/>
                    <a:gd name="connsiteY5370" fmla="*/ 572254 h 2360402"/>
                    <a:gd name="connsiteX5371" fmla="*/ 732082 w 1440502"/>
                    <a:gd name="connsiteY5371" fmla="*/ 570760 h 2360402"/>
                    <a:gd name="connsiteX5372" fmla="*/ 725553 w 1440502"/>
                    <a:gd name="connsiteY5372" fmla="*/ 569637 h 2360402"/>
                    <a:gd name="connsiteX5373" fmla="*/ 725368 w 1440502"/>
                    <a:gd name="connsiteY5373" fmla="*/ 568109 h 2360402"/>
                    <a:gd name="connsiteX5374" fmla="*/ 727775 w 1440502"/>
                    <a:gd name="connsiteY5374" fmla="*/ 560516 h 2360402"/>
                    <a:gd name="connsiteX5375" fmla="*/ 729304 w 1440502"/>
                    <a:gd name="connsiteY5375" fmla="*/ 559948 h 2360402"/>
                    <a:gd name="connsiteX5376" fmla="*/ 729165 w 1440502"/>
                    <a:gd name="connsiteY5376" fmla="*/ 555457 h 2360402"/>
                    <a:gd name="connsiteX5377" fmla="*/ 732082 w 1440502"/>
                    <a:gd name="connsiteY5377" fmla="*/ 552493 h 2360402"/>
                    <a:gd name="connsiteX5378" fmla="*/ 734906 w 1440502"/>
                    <a:gd name="connsiteY5378" fmla="*/ 549646 h 2360402"/>
                    <a:gd name="connsiteX5379" fmla="*/ 734605 w 1440502"/>
                    <a:gd name="connsiteY5379" fmla="*/ 542133 h 2360402"/>
                    <a:gd name="connsiteX5380" fmla="*/ 732834 w 1440502"/>
                    <a:gd name="connsiteY5380" fmla="*/ 545803 h 2360402"/>
                    <a:gd name="connsiteX5381" fmla="*/ 732082 w 1440502"/>
                    <a:gd name="connsiteY5381" fmla="*/ 545004 h 2360402"/>
                    <a:gd name="connsiteX5382" fmla="*/ 731399 w 1440502"/>
                    <a:gd name="connsiteY5382" fmla="*/ 544263 h 2360402"/>
                    <a:gd name="connsiteX5383" fmla="*/ 725148 w 1440502"/>
                    <a:gd name="connsiteY5383" fmla="*/ 545039 h 2360402"/>
                    <a:gd name="connsiteX5384" fmla="*/ 723400 w 1440502"/>
                    <a:gd name="connsiteY5384" fmla="*/ 546254 h 2360402"/>
                    <a:gd name="connsiteX5385" fmla="*/ 721640 w 1440502"/>
                    <a:gd name="connsiteY5385" fmla="*/ 549345 h 2360402"/>
                    <a:gd name="connsiteX5386" fmla="*/ 721837 w 1440502"/>
                    <a:gd name="connsiteY5386" fmla="*/ 548164 h 2360402"/>
                    <a:gd name="connsiteX5387" fmla="*/ 720378 w 1440502"/>
                    <a:gd name="connsiteY5387" fmla="*/ 549229 h 2360402"/>
                    <a:gd name="connsiteX5388" fmla="*/ 714382 w 1440502"/>
                    <a:gd name="connsiteY5388" fmla="*/ 547447 h 2360402"/>
                    <a:gd name="connsiteX5389" fmla="*/ 703096 w 1440502"/>
                    <a:gd name="connsiteY5389" fmla="*/ 555168 h 2360402"/>
                    <a:gd name="connsiteX5390" fmla="*/ 700966 w 1440502"/>
                    <a:gd name="connsiteY5390" fmla="*/ 559046 h 2360402"/>
                    <a:gd name="connsiteX5391" fmla="*/ 695132 w 1440502"/>
                    <a:gd name="connsiteY5391" fmla="*/ 563560 h 2360402"/>
                    <a:gd name="connsiteX5392" fmla="*/ 684354 w 1440502"/>
                    <a:gd name="connsiteY5392" fmla="*/ 573654 h 2360402"/>
                    <a:gd name="connsiteX5393" fmla="*/ 681403 w 1440502"/>
                    <a:gd name="connsiteY5393" fmla="*/ 573249 h 2360402"/>
                    <a:gd name="connsiteX5394" fmla="*/ 681020 w 1440502"/>
                    <a:gd name="connsiteY5394" fmla="*/ 573087 h 2360402"/>
                    <a:gd name="connsiteX5395" fmla="*/ 680916 w 1440502"/>
                    <a:gd name="connsiteY5395" fmla="*/ 573180 h 2360402"/>
                    <a:gd name="connsiteX5396" fmla="*/ 680245 w 1440502"/>
                    <a:gd name="connsiteY5396" fmla="*/ 573087 h 2360402"/>
                    <a:gd name="connsiteX5397" fmla="*/ 679944 w 1440502"/>
                    <a:gd name="connsiteY5397" fmla="*/ 574187 h 2360402"/>
                    <a:gd name="connsiteX5398" fmla="*/ 679921 w 1440502"/>
                    <a:gd name="connsiteY5398" fmla="*/ 571848 h 2360402"/>
                    <a:gd name="connsiteX5399" fmla="*/ 671378 w 1440502"/>
                    <a:gd name="connsiteY5399" fmla="*/ 569406 h 2360402"/>
                    <a:gd name="connsiteX5400" fmla="*/ 661237 w 1440502"/>
                    <a:gd name="connsiteY5400" fmla="*/ 571814 h 2360402"/>
                    <a:gd name="connsiteX5401" fmla="*/ 659895 w 1440502"/>
                    <a:gd name="connsiteY5401" fmla="*/ 574164 h 2360402"/>
                    <a:gd name="connsiteX5402" fmla="*/ 661388 w 1440502"/>
                    <a:gd name="connsiteY5402" fmla="*/ 576398 h 2360402"/>
                    <a:gd name="connsiteX5403" fmla="*/ 661342 w 1440502"/>
                    <a:gd name="connsiteY5403" fmla="*/ 576421 h 2360402"/>
                    <a:gd name="connsiteX5404" fmla="*/ 658714 w 1440502"/>
                    <a:gd name="connsiteY5404" fmla="*/ 573932 h 2360402"/>
                    <a:gd name="connsiteX5405" fmla="*/ 654303 w 1440502"/>
                    <a:gd name="connsiteY5405" fmla="*/ 576537 h 2360402"/>
                    <a:gd name="connsiteX5406" fmla="*/ 657232 w 1440502"/>
                    <a:gd name="connsiteY5406" fmla="*/ 576016 h 2360402"/>
                    <a:gd name="connsiteX5407" fmla="*/ 656098 w 1440502"/>
                    <a:gd name="connsiteY5407" fmla="*/ 577266 h 2360402"/>
                    <a:gd name="connsiteX5408" fmla="*/ 653563 w 1440502"/>
                    <a:gd name="connsiteY5408" fmla="*/ 577127 h 2360402"/>
                    <a:gd name="connsiteX5409" fmla="*/ 648573 w 1440502"/>
                    <a:gd name="connsiteY5409" fmla="*/ 574198 h 2360402"/>
                    <a:gd name="connsiteX5410" fmla="*/ 645483 w 1440502"/>
                    <a:gd name="connsiteY5410" fmla="*/ 575287 h 2360402"/>
                    <a:gd name="connsiteX5411" fmla="*/ 641431 w 1440502"/>
                    <a:gd name="connsiteY5411" fmla="*/ 578840 h 2360402"/>
                    <a:gd name="connsiteX5412" fmla="*/ 641385 w 1440502"/>
                    <a:gd name="connsiteY5412" fmla="*/ 583147 h 2360402"/>
                    <a:gd name="connsiteX5413" fmla="*/ 641987 w 1440502"/>
                    <a:gd name="connsiteY5413" fmla="*/ 584524 h 2360402"/>
                    <a:gd name="connsiteX5414" fmla="*/ 648029 w 1440502"/>
                    <a:gd name="connsiteY5414" fmla="*/ 585126 h 2360402"/>
                    <a:gd name="connsiteX5415" fmla="*/ 641987 w 1440502"/>
                    <a:gd name="connsiteY5415" fmla="*/ 584663 h 2360402"/>
                    <a:gd name="connsiteX5416" fmla="*/ 639926 w 1440502"/>
                    <a:gd name="connsiteY5416" fmla="*/ 589675 h 2360402"/>
                    <a:gd name="connsiteX5417" fmla="*/ 633745 w 1440502"/>
                    <a:gd name="connsiteY5417" fmla="*/ 589872 h 2360402"/>
                    <a:gd name="connsiteX5418" fmla="*/ 631348 w 1440502"/>
                    <a:gd name="connsiteY5418" fmla="*/ 591516 h 2360402"/>
                    <a:gd name="connsiteX5419" fmla="*/ 626382 w 1440502"/>
                    <a:gd name="connsiteY5419" fmla="*/ 598704 h 2360402"/>
                    <a:gd name="connsiteX5420" fmla="*/ 626359 w 1440502"/>
                    <a:gd name="connsiteY5420" fmla="*/ 598739 h 2360402"/>
                    <a:gd name="connsiteX5421" fmla="*/ 626186 w 1440502"/>
                    <a:gd name="connsiteY5421" fmla="*/ 598959 h 2360402"/>
                    <a:gd name="connsiteX5422" fmla="*/ 620525 w 1440502"/>
                    <a:gd name="connsiteY5422" fmla="*/ 603717 h 2360402"/>
                    <a:gd name="connsiteX5423" fmla="*/ 619969 w 1440502"/>
                    <a:gd name="connsiteY5423" fmla="*/ 606923 h 2360402"/>
                    <a:gd name="connsiteX5424" fmla="*/ 615814 w 1440502"/>
                    <a:gd name="connsiteY5424" fmla="*/ 607896 h 2360402"/>
                    <a:gd name="connsiteX5425" fmla="*/ 604990 w 1440502"/>
                    <a:gd name="connsiteY5425" fmla="*/ 617168 h 2360402"/>
                    <a:gd name="connsiteX5426" fmla="*/ 604724 w 1440502"/>
                    <a:gd name="connsiteY5426" fmla="*/ 617631 h 2360402"/>
                    <a:gd name="connsiteX5427" fmla="*/ 602339 w 1440502"/>
                    <a:gd name="connsiteY5427" fmla="*/ 621902 h 2360402"/>
                    <a:gd name="connsiteX5428" fmla="*/ 603960 w 1440502"/>
                    <a:gd name="connsiteY5428" fmla="*/ 622921 h 2360402"/>
                    <a:gd name="connsiteX5429" fmla="*/ 606159 w 1440502"/>
                    <a:gd name="connsiteY5429" fmla="*/ 625815 h 2360402"/>
                    <a:gd name="connsiteX5430" fmla="*/ 603705 w 1440502"/>
                    <a:gd name="connsiteY5430" fmla="*/ 623014 h 2360402"/>
                    <a:gd name="connsiteX5431" fmla="*/ 599631 w 1440502"/>
                    <a:gd name="connsiteY5431" fmla="*/ 622435 h 2360402"/>
                    <a:gd name="connsiteX5432" fmla="*/ 603589 w 1440502"/>
                    <a:gd name="connsiteY5432" fmla="*/ 623187 h 2360402"/>
                    <a:gd name="connsiteX5433" fmla="*/ 606067 w 1440502"/>
                    <a:gd name="connsiteY5433" fmla="*/ 625954 h 2360402"/>
                    <a:gd name="connsiteX5434" fmla="*/ 606495 w 1440502"/>
                    <a:gd name="connsiteY5434" fmla="*/ 626035 h 2360402"/>
                    <a:gd name="connsiteX5435" fmla="*/ 600788 w 1440502"/>
                    <a:gd name="connsiteY5435" fmla="*/ 630885 h 2360402"/>
                    <a:gd name="connsiteX5436" fmla="*/ 599862 w 1440502"/>
                    <a:gd name="connsiteY5436" fmla="*/ 635898 h 2360402"/>
                    <a:gd name="connsiteX5437" fmla="*/ 596378 w 1440502"/>
                    <a:gd name="connsiteY5437" fmla="*/ 637310 h 2360402"/>
                    <a:gd name="connsiteX5438" fmla="*/ 594109 w 1440502"/>
                    <a:gd name="connsiteY5438" fmla="*/ 640794 h 2360402"/>
                    <a:gd name="connsiteX5439" fmla="*/ 594201 w 1440502"/>
                    <a:gd name="connsiteY5439" fmla="*/ 642762 h 2360402"/>
                    <a:gd name="connsiteX5440" fmla="*/ 595139 w 1440502"/>
                    <a:gd name="connsiteY5440" fmla="*/ 639776 h 2360402"/>
                    <a:gd name="connsiteX5441" fmla="*/ 598647 w 1440502"/>
                    <a:gd name="connsiteY5441" fmla="*/ 637148 h 2360402"/>
                    <a:gd name="connsiteX5442" fmla="*/ 604597 w 1440502"/>
                    <a:gd name="connsiteY5442" fmla="*/ 634196 h 2360402"/>
                    <a:gd name="connsiteX5443" fmla="*/ 607988 w 1440502"/>
                    <a:gd name="connsiteY5443" fmla="*/ 629577 h 2360402"/>
                    <a:gd name="connsiteX5444" fmla="*/ 618916 w 1440502"/>
                    <a:gd name="connsiteY5444" fmla="*/ 621891 h 2360402"/>
                    <a:gd name="connsiteX5445" fmla="*/ 622261 w 1440502"/>
                    <a:gd name="connsiteY5445" fmla="*/ 617631 h 2360402"/>
                    <a:gd name="connsiteX5446" fmla="*/ 623188 w 1440502"/>
                    <a:gd name="connsiteY5446" fmla="*/ 616439 h 2360402"/>
                    <a:gd name="connsiteX5447" fmla="*/ 622215 w 1440502"/>
                    <a:gd name="connsiteY5447" fmla="*/ 614529 h 2360402"/>
                    <a:gd name="connsiteX5448" fmla="*/ 622308 w 1440502"/>
                    <a:gd name="connsiteY5448" fmla="*/ 614436 h 2360402"/>
                    <a:gd name="connsiteX5449" fmla="*/ 624287 w 1440502"/>
                    <a:gd name="connsiteY5449" fmla="*/ 615536 h 2360402"/>
                    <a:gd name="connsiteX5450" fmla="*/ 626382 w 1440502"/>
                    <a:gd name="connsiteY5450" fmla="*/ 612920 h 2360402"/>
                    <a:gd name="connsiteX5451" fmla="*/ 633062 w 1440502"/>
                    <a:gd name="connsiteY5451" fmla="*/ 604573 h 2360402"/>
                    <a:gd name="connsiteX5452" fmla="*/ 662464 w 1440502"/>
                    <a:gd name="connsiteY5452" fmla="*/ 582846 h 2360402"/>
                    <a:gd name="connsiteX5453" fmla="*/ 668785 w 1440502"/>
                    <a:gd name="connsiteY5453" fmla="*/ 580333 h 2360402"/>
                    <a:gd name="connsiteX5454" fmla="*/ 671389 w 1440502"/>
                    <a:gd name="connsiteY5454" fmla="*/ 581364 h 2360402"/>
                    <a:gd name="connsiteX5455" fmla="*/ 684262 w 1440502"/>
                    <a:gd name="connsiteY5455" fmla="*/ 579720 h 2360402"/>
                    <a:gd name="connsiteX5456" fmla="*/ 683243 w 1440502"/>
                    <a:gd name="connsiteY5456" fmla="*/ 587140 h 2360402"/>
                    <a:gd name="connsiteX5457" fmla="*/ 685281 w 1440502"/>
                    <a:gd name="connsiteY5457" fmla="*/ 590300 h 2360402"/>
                    <a:gd name="connsiteX5458" fmla="*/ 684030 w 1440502"/>
                    <a:gd name="connsiteY5458" fmla="*/ 590856 h 2360402"/>
                    <a:gd name="connsiteX5459" fmla="*/ 708895 w 1440502"/>
                    <a:gd name="connsiteY5459" fmla="*/ 587163 h 2360402"/>
                    <a:gd name="connsiteX5460" fmla="*/ 717577 w 1440502"/>
                    <a:gd name="connsiteY5460" fmla="*/ 581341 h 2360402"/>
                    <a:gd name="connsiteX5461" fmla="*/ 722948 w 1440502"/>
                    <a:gd name="connsiteY5461" fmla="*/ 579928 h 2360402"/>
                    <a:gd name="connsiteX5462" fmla="*/ 724939 w 1440502"/>
                    <a:gd name="connsiteY5462" fmla="*/ 576259 h 2360402"/>
                    <a:gd name="connsiteX5463" fmla="*/ 728123 w 1440502"/>
                    <a:gd name="connsiteY5463" fmla="*/ 578944 h 2360402"/>
                    <a:gd name="connsiteX5464" fmla="*/ 732082 w 1440502"/>
                    <a:gd name="connsiteY5464" fmla="*/ 578875 h 2360402"/>
                    <a:gd name="connsiteX5465" fmla="*/ 735740 w 1440502"/>
                    <a:gd name="connsiteY5465" fmla="*/ 578817 h 2360402"/>
                    <a:gd name="connsiteX5466" fmla="*/ 736261 w 1440502"/>
                    <a:gd name="connsiteY5466" fmla="*/ 578863 h 2360402"/>
                    <a:gd name="connsiteX5467" fmla="*/ 737569 w 1440502"/>
                    <a:gd name="connsiteY5467" fmla="*/ 579813 h 2360402"/>
                    <a:gd name="connsiteX5468" fmla="*/ 738263 w 1440502"/>
                    <a:gd name="connsiteY5468" fmla="*/ 580866 h 2360402"/>
                    <a:gd name="connsiteX5469" fmla="*/ 733170 w 1440502"/>
                    <a:gd name="connsiteY5469" fmla="*/ 588471 h 2360402"/>
                    <a:gd name="connsiteX5470" fmla="*/ 732082 w 1440502"/>
                    <a:gd name="connsiteY5470" fmla="*/ 589351 h 2360402"/>
                    <a:gd name="connsiteX5471" fmla="*/ 730426 w 1440502"/>
                    <a:gd name="connsiteY5471" fmla="*/ 590694 h 2360402"/>
                    <a:gd name="connsiteX5472" fmla="*/ 728401 w 1440502"/>
                    <a:gd name="connsiteY5472" fmla="*/ 591562 h 2360402"/>
                    <a:gd name="connsiteX5473" fmla="*/ 723492 w 1440502"/>
                    <a:gd name="connsiteY5473" fmla="*/ 596262 h 2360402"/>
                    <a:gd name="connsiteX5474" fmla="*/ 721212 w 1440502"/>
                    <a:gd name="connsiteY5474" fmla="*/ 598102 h 2360402"/>
                    <a:gd name="connsiteX5475" fmla="*/ 714487 w 1440502"/>
                    <a:gd name="connsiteY5475" fmla="*/ 608382 h 2360402"/>
                    <a:gd name="connsiteX5476" fmla="*/ 710088 w 1440502"/>
                    <a:gd name="connsiteY5476" fmla="*/ 613267 h 2360402"/>
                    <a:gd name="connsiteX5477" fmla="*/ 705862 w 1440502"/>
                    <a:gd name="connsiteY5477" fmla="*/ 617631 h 2360402"/>
                    <a:gd name="connsiteX5478" fmla="*/ 703026 w 1440502"/>
                    <a:gd name="connsiteY5478" fmla="*/ 620583 h 2360402"/>
                    <a:gd name="connsiteX5479" fmla="*/ 699264 w 1440502"/>
                    <a:gd name="connsiteY5479" fmla="*/ 630689 h 2360402"/>
                    <a:gd name="connsiteX5480" fmla="*/ 701799 w 1440502"/>
                    <a:gd name="connsiteY5480" fmla="*/ 636604 h 2360402"/>
                    <a:gd name="connsiteX5481" fmla="*/ 705770 w 1440502"/>
                    <a:gd name="connsiteY5481" fmla="*/ 640285 h 2360402"/>
                    <a:gd name="connsiteX5482" fmla="*/ 705550 w 1440502"/>
                    <a:gd name="connsiteY5482" fmla="*/ 640227 h 2360402"/>
                    <a:gd name="connsiteX5483" fmla="*/ 698350 w 1440502"/>
                    <a:gd name="connsiteY5483" fmla="*/ 637484 h 2360402"/>
                    <a:gd name="connsiteX5484" fmla="*/ 693939 w 1440502"/>
                    <a:gd name="connsiteY5484" fmla="*/ 637680 h 2360402"/>
                    <a:gd name="connsiteX5485" fmla="*/ 692724 w 1440502"/>
                    <a:gd name="connsiteY5485" fmla="*/ 637414 h 2360402"/>
                    <a:gd name="connsiteX5486" fmla="*/ 692133 w 1440502"/>
                    <a:gd name="connsiteY5486" fmla="*/ 637762 h 2360402"/>
                    <a:gd name="connsiteX5487" fmla="*/ 690316 w 1440502"/>
                    <a:gd name="connsiteY5487" fmla="*/ 637842 h 2360402"/>
                    <a:gd name="connsiteX5488" fmla="*/ 679388 w 1440502"/>
                    <a:gd name="connsiteY5488" fmla="*/ 644117 h 2360402"/>
                    <a:gd name="connsiteX5489" fmla="*/ 678867 w 1440502"/>
                    <a:gd name="connsiteY5489" fmla="*/ 651722 h 2360402"/>
                    <a:gd name="connsiteX5490" fmla="*/ 674631 w 1440502"/>
                    <a:gd name="connsiteY5490" fmla="*/ 656086 h 2360402"/>
                    <a:gd name="connsiteX5491" fmla="*/ 659189 w 1440502"/>
                    <a:gd name="connsiteY5491" fmla="*/ 651826 h 2360402"/>
                    <a:gd name="connsiteX5492" fmla="*/ 654477 w 1440502"/>
                    <a:gd name="connsiteY5492" fmla="*/ 653227 h 2360402"/>
                    <a:gd name="connsiteX5493" fmla="*/ 656352 w 1440502"/>
                    <a:gd name="connsiteY5493" fmla="*/ 654350 h 2360402"/>
                    <a:gd name="connsiteX5494" fmla="*/ 655160 w 1440502"/>
                    <a:gd name="connsiteY5494" fmla="*/ 656063 h 2360402"/>
                    <a:gd name="connsiteX5495" fmla="*/ 660855 w 1440502"/>
                    <a:gd name="connsiteY5495" fmla="*/ 654963 h 2360402"/>
                    <a:gd name="connsiteX5496" fmla="*/ 662082 w 1440502"/>
                    <a:gd name="connsiteY5496" fmla="*/ 657128 h 2360402"/>
                    <a:gd name="connsiteX5497" fmla="*/ 665115 w 1440502"/>
                    <a:gd name="connsiteY5497" fmla="*/ 657903 h 2360402"/>
                    <a:gd name="connsiteX5498" fmla="*/ 670266 w 1440502"/>
                    <a:gd name="connsiteY5498" fmla="*/ 657140 h 2360402"/>
                    <a:gd name="connsiteX5499" fmla="*/ 672836 w 1440502"/>
                    <a:gd name="connsiteY5499" fmla="*/ 660797 h 2360402"/>
                    <a:gd name="connsiteX5500" fmla="*/ 668380 w 1440502"/>
                    <a:gd name="connsiteY5500" fmla="*/ 669341 h 2360402"/>
                    <a:gd name="connsiteX5501" fmla="*/ 666435 w 1440502"/>
                    <a:gd name="connsiteY5501" fmla="*/ 672084 h 2360402"/>
                    <a:gd name="connsiteX5502" fmla="*/ 664548 w 1440502"/>
                    <a:gd name="connsiteY5502" fmla="*/ 672582 h 2360402"/>
                    <a:gd name="connsiteX5503" fmla="*/ 659165 w 1440502"/>
                    <a:gd name="connsiteY5503" fmla="*/ 681993 h 2360402"/>
                    <a:gd name="connsiteX5504" fmla="*/ 647751 w 1440502"/>
                    <a:gd name="connsiteY5504" fmla="*/ 678960 h 2360402"/>
                    <a:gd name="connsiteX5505" fmla="*/ 635053 w 1440502"/>
                    <a:gd name="connsiteY5505" fmla="*/ 680233 h 2360402"/>
                    <a:gd name="connsiteX5506" fmla="*/ 626382 w 1440502"/>
                    <a:gd name="connsiteY5506" fmla="*/ 678323 h 2360402"/>
                    <a:gd name="connsiteX5507" fmla="*/ 624484 w 1440502"/>
                    <a:gd name="connsiteY5507" fmla="*/ 677907 h 2360402"/>
                    <a:gd name="connsiteX5508" fmla="*/ 618522 w 1440502"/>
                    <a:gd name="connsiteY5508" fmla="*/ 673762 h 2360402"/>
                    <a:gd name="connsiteX5509" fmla="*/ 615767 w 1440502"/>
                    <a:gd name="connsiteY5509" fmla="*/ 673890 h 2360402"/>
                    <a:gd name="connsiteX5510" fmla="*/ 615744 w 1440502"/>
                    <a:gd name="connsiteY5510" fmla="*/ 676055 h 2360402"/>
                    <a:gd name="connsiteX5511" fmla="*/ 614726 w 1440502"/>
                    <a:gd name="connsiteY5511" fmla="*/ 673670 h 2360402"/>
                    <a:gd name="connsiteX5512" fmla="*/ 606831 w 1440502"/>
                    <a:gd name="connsiteY5512" fmla="*/ 676135 h 2360402"/>
                    <a:gd name="connsiteX5513" fmla="*/ 601379 w 1440502"/>
                    <a:gd name="connsiteY5513" fmla="*/ 677895 h 2360402"/>
                    <a:gd name="connsiteX5514" fmla="*/ 598519 w 1440502"/>
                    <a:gd name="connsiteY5514" fmla="*/ 683567 h 2360402"/>
                    <a:gd name="connsiteX5515" fmla="*/ 595405 w 1440502"/>
                    <a:gd name="connsiteY5515" fmla="*/ 682039 h 2360402"/>
                    <a:gd name="connsiteX5516" fmla="*/ 596540 w 1440502"/>
                    <a:gd name="connsiteY5516" fmla="*/ 682931 h 2360402"/>
                    <a:gd name="connsiteX5517" fmla="*/ 595359 w 1440502"/>
                    <a:gd name="connsiteY5517" fmla="*/ 683428 h 2360402"/>
                    <a:gd name="connsiteX5518" fmla="*/ 597269 w 1440502"/>
                    <a:gd name="connsiteY5518" fmla="*/ 683972 h 2360402"/>
                    <a:gd name="connsiteX5519" fmla="*/ 595428 w 1440502"/>
                    <a:gd name="connsiteY5519" fmla="*/ 686137 h 2360402"/>
                    <a:gd name="connsiteX5520" fmla="*/ 594549 w 1440502"/>
                    <a:gd name="connsiteY5520" fmla="*/ 689147 h 2360402"/>
                    <a:gd name="connsiteX5521" fmla="*/ 589131 w 1440502"/>
                    <a:gd name="connsiteY5521" fmla="*/ 688568 h 2360402"/>
                    <a:gd name="connsiteX5522" fmla="*/ 588136 w 1440502"/>
                    <a:gd name="connsiteY5522" fmla="*/ 690386 h 2360402"/>
                    <a:gd name="connsiteX5523" fmla="*/ 590231 w 1440502"/>
                    <a:gd name="connsiteY5523" fmla="*/ 692689 h 2360402"/>
                    <a:gd name="connsiteX5524" fmla="*/ 588830 w 1440502"/>
                    <a:gd name="connsiteY5524" fmla="*/ 693210 h 2360402"/>
                    <a:gd name="connsiteX5525" fmla="*/ 586886 w 1440502"/>
                    <a:gd name="connsiteY5525" fmla="*/ 691138 h 2360402"/>
                    <a:gd name="connsiteX5526" fmla="*/ 586203 w 1440502"/>
                    <a:gd name="connsiteY5526" fmla="*/ 694391 h 2360402"/>
                    <a:gd name="connsiteX5527" fmla="*/ 582278 w 1440502"/>
                    <a:gd name="connsiteY5527" fmla="*/ 695282 h 2360402"/>
                    <a:gd name="connsiteX5528" fmla="*/ 581896 w 1440502"/>
                    <a:gd name="connsiteY5528" fmla="*/ 697134 h 2360402"/>
                    <a:gd name="connsiteX5529" fmla="*/ 582556 w 1440502"/>
                    <a:gd name="connsiteY5529" fmla="*/ 695502 h 2360402"/>
                    <a:gd name="connsiteX5530" fmla="*/ 586214 w 1440502"/>
                    <a:gd name="connsiteY5530" fmla="*/ 694530 h 2360402"/>
                    <a:gd name="connsiteX5531" fmla="*/ 590729 w 1440502"/>
                    <a:gd name="connsiteY5531" fmla="*/ 693001 h 2360402"/>
                    <a:gd name="connsiteX5532" fmla="*/ 590023 w 1440502"/>
                    <a:gd name="connsiteY5532" fmla="*/ 689749 h 2360402"/>
                    <a:gd name="connsiteX5533" fmla="*/ 595127 w 1440502"/>
                    <a:gd name="connsiteY5533" fmla="*/ 690547 h 2360402"/>
                    <a:gd name="connsiteX5534" fmla="*/ 595834 w 1440502"/>
                    <a:gd name="connsiteY5534" fmla="*/ 686762 h 2360402"/>
                    <a:gd name="connsiteX5535" fmla="*/ 602478 w 1440502"/>
                    <a:gd name="connsiteY5535" fmla="*/ 681796 h 2360402"/>
                    <a:gd name="connsiteX5536" fmla="*/ 608382 w 1440502"/>
                    <a:gd name="connsiteY5536" fmla="*/ 686218 h 2360402"/>
                    <a:gd name="connsiteX5537" fmla="*/ 611021 w 1440502"/>
                    <a:gd name="connsiteY5537" fmla="*/ 691994 h 2360402"/>
                    <a:gd name="connsiteX5538" fmla="*/ 613082 w 1440502"/>
                    <a:gd name="connsiteY5538" fmla="*/ 693071 h 2360402"/>
                    <a:gd name="connsiteX5539" fmla="*/ 626382 w 1440502"/>
                    <a:gd name="connsiteY5539" fmla="*/ 690837 h 2360402"/>
                    <a:gd name="connsiteX5540" fmla="*/ 628593 w 1440502"/>
                    <a:gd name="connsiteY5540" fmla="*/ 690466 h 2360402"/>
                    <a:gd name="connsiteX5541" fmla="*/ 632969 w 1440502"/>
                    <a:gd name="connsiteY5541" fmla="*/ 693280 h 2360402"/>
                    <a:gd name="connsiteX5542" fmla="*/ 635145 w 1440502"/>
                    <a:gd name="connsiteY5542" fmla="*/ 691416 h 2360402"/>
                    <a:gd name="connsiteX5543" fmla="*/ 641975 w 1440502"/>
                    <a:gd name="connsiteY5543" fmla="*/ 692863 h 2360402"/>
                    <a:gd name="connsiteX5544" fmla="*/ 651085 w 1440502"/>
                    <a:gd name="connsiteY5544" fmla="*/ 688626 h 2360402"/>
                    <a:gd name="connsiteX5545" fmla="*/ 650402 w 1440502"/>
                    <a:gd name="connsiteY5545" fmla="*/ 688082 h 2360402"/>
                    <a:gd name="connsiteX5546" fmla="*/ 650703 w 1440502"/>
                    <a:gd name="connsiteY5546" fmla="*/ 687700 h 2360402"/>
                    <a:gd name="connsiteX5547" fmla="*/ 653597 w 1440502"/>
                    <a:gd name="connsiteY5547" fmla="*/ 687908 h 2360402"/>
                    <a:gd name="connsiteX5548" fmla="*/ 655264 w 1440502"/>
                    <a:gd name="connsiteY5548" fmla="*/ 685107 h 2360402"/>
                    <a:gd name="connsiteX5549" fmla="*/ 657174 w 1440502"/>
                    <a:gd name="connsiteY5549" fmla="*/ 686148 h 2360402"/>
                    <a:gd name="connsiteX5550" fmla="*/ 658054 w 1440502"/>
                    <a:gd name="connsiteY5550" fmla="*/ 685049 h 2360402"/>
                    <a:gd name="connsiteX5551" fmla="*/ 657603 w 1440502"/>
                    <a:gd name="connsiteY5551" fmla="*/ 687561 h 2360402"/>
                    <a:gd name="connsiteX5552" fmla="*/ 659570 w 1440502"/>
                    <a:gd name="connsiteY5552" fmla="*/ 690443 h 2360402"/>
                    <a:gd name="connsiteX5553" fmla="*/ 658830 w 1440502"/>
                    <a:gd name="connsiteY5553" fmla="*/ 693326 h 2360402"/>
                    <a:gd name="connsiteX5554" fmla="*/ 659304 w 1440502"/>
                    <a:gd name="connsiteY5554" fmla="*/ 693106 h 2360402"/>
                    <a:gd name="connsiteX5555" fmla="*/ 660242 w 1440502"/>
                    <a:gd name="connsiteY5555" fmla="*/ 690571 h 2360402"/>
                    <a:gd name="connsiteX5556" fmla="*/ 658343 w 1440502"/>
                    <a:gd name="connsiteY5556" fmla="*/ 686542 h 2360402"/>
                    <a:gd name="connsiteX5557" fmla="*/ 663622 w 1440502"/>
                    <a:gd name="connsiteY5557" fmla="*/ 684701 h 2360402"/>
                    <a:gd name="connsiteX5558" fmla="*/ 666759 w 1440502"/>
                    <a:gd name="connsiteY5558" fmla="*/ 686843 h 2360402"/>
                    <a:gd name="connsiteX5559" fmla="*/ 667338 w 1440502"/>
                    <a:gd name="connsiteY5559" fmla="*/ 685801 h 2360402"/>
                    <a:gd name="connsiteX5560" fmla="*/ 670903 w 1440502"/>
                    <a:gd name="connsiteY5560" fmla="*/ 690339 h 2360402"/>
                    <a:gd name="connsiteX5561" fmla="*/ 672524 w 1440502"/>
                    <a:gd name="connsiteY5561" fmla="*/ 689702 h 2360402"/>
                    <a:gd name="connsiteX5562" fmla="*/ 672223 w 1440502"/>
                    <a:gd name="connsiteY5562" fmla="*/ 692469 h 2360402"/>
                    <a:gd name="connsiteX5563" fmla="*/ 673381 w 1440502"/>
                    <a:gd name="connsiteY5563" fmla="*/ 692550 h 2360402"/>
                    <a:gd name="connsiteX5564" fmla="*/ 673728 w 1440502"/>
                    <a:gd name="connsiteY5564" fmla="*/ 692457 h 2360402"/>
                    <a:gd name="connsiteX5565" fmla="*/ 673913 w 1440502"/>
                    <a:gd name="connsiteY5565" fmla="*/ 692446 h 2360402"/>
                    <a:gd name="connsiteX5566" fmla="*/ 680685 w 1440502"/>
                    <a:gd name="connsiteY5566" fmla="*/ 689124 h 2360402"/>
                    <a:gd name="connsiteX5567" fmla="*/ 685940 w 1440502"/>
                    <a:gd name="connsiteY5567" fmla="*/ 683151 h 2360402"/>
                    <a:gd name="connsiteX5568" fmla="*/ 687052 w 1440502"/>
                    <a:gd name="connsiteY5568" fmla="*/ 672501 h 2360402"/>
                    <a:gd name="connsiteX5569" fmla="*/ 693083 w 1440502"/>
                    <a:gd name="connsiteY5569" fmla="*/ 674839 h 2360402"/>
                    <a:gd name="connsiteX5570" fmla="*/ 697956 w 1440502"/>
                    <a:gd name="connsiteY5570" fmla="*/ 674237 h 2360402"/>
                    <a:gd name="connsiteX5571" fmla="*/ 699669 w 1440502"/>
                    <a:gd name="connsiteY5571" fmla="*/ 671690 h 2360402"/>
                    <a:gd name="connsiteX5572" fmla="*/ 696208 w 1440502"/>
                    <a:gd name="connsiteY5572" fmla="*/ 672246 h 2360402"/>
                    <a:gd name="connsiteX5573" fmla="*/ 701545 w 1440502"/>
                    <a:gd name="connsiteY5573" fmla="*/ 663252 h 2360402"/>
                    <a:gd name="connsiteX5574" fmla="*/ 701683 w 1440502"/>
                    <a:gd name="connsiteY5574" fmla="*/ 663101 h 2360402"/>
                    <a:gd name="connsiteX5575" fmla="*/ 717901 w 1440502"/>
                    <a:gd name="connsiteY5575" fmla="*/ 653076 h 2360402"/>
                    <a:gd name="connsiteX5576" fmla="*/ 721548 w 1440502"/>
                    <a:gd name="connsiteY5576" fmla="*/ 649002 h 2360402"/>
                    <a:gd name="connsiteX5577" fmla="*/ 722474 w 1440502"/>
                    <a:gd name="connsiteY5577" fmla="*/ 644406 h 2360402"/>
                    <a:gd name="connsiteX5578" fmla="*/ 719742 w 1440502"/>
                    <a:gd name="connsiteY5578" fmla="*/ 639151 h 2360402"/>
                    <a:gd name="connsiteX5579" fmla="*/ 715934 w 1440502"/>
                    <a:gd name="connsiteY5579" fmla="*/ 635747 h 2360402"/>
                    <a:gd name="connsiteX5580" fmla="*/ 710817 w 1440502"/>
                    <a:gd name="connsiteY5580" fmla="*/ 635006 h 2360402"/>
                    <a:gd name="connsiteX5581" fmla="*/ 716605 w 1440502"/>
                    <a:gd name="connsiteY5581" fmla="*/ 630735 h 2360402"/>
                    <a:gd name="connsiteX5582" fmla="*/ 729813 w 1440502"/>
                    <a:gd name="connsiteY5582" fmla="*/ 630063 h 2360402"/>
                    <a:gd name="connsiteX5583" fmla="*/ 728933 w 1440502"/>
                    <a:gd name="connsiteY5583" fmla="*/ 626892 h 2360402"/>
                    <a:gd name="connsiteX5584" fmla="*/ 731133 w 1440502"/>
                    <a:gd name="connsiteY5584" fmla="*/ 625155 h 2360402"/>
                    <a:gd name="connsiteX5585" fmla="*/ 732082 w 1440502"/>
                    <a:gd name="connsiteY5585" fmla="*/ 625711 h 2360402"/>
                    <a:gd name="connsiteX5586" fmla="*/ 741377 w 1440502"/>
                    <a:gd name="connsiteY5586" fmla="*/ 631082 h 2360402"/>
                    <a:gd name="connsiteX5587" fmla="*/ 744086 w 1440502"/>
                    <a:gd name="connsiteY5587" fmla="*/ 634543 h 2360402"/>
                    <a:gd name="connsiteX5588" fmla="*/ 748936 w 1440502"/>
                    <a:gd name="connsiteY5588" fmla="*/ 633073 h 2360402"/>
                    <a:gd name="connsiteX5589" fmla="*/ 744341 w 1440502"/>
                    <a:gd name="connsiteY5589" fmla="*/ 632205 h 2360402"/>
                    <a:gd name="connsiteX5590" fmla="*/ 742049 w 1440502"/>
                    <a:gd name="connsiteY5590" fmla="*/ 629855 h 2360402"/>
                    <a:gd name="connsiteX5591" fmla="*/ 732603 w 1440502"/>
                    <a:gd name="connsiteY5591" fmla="*/ 624252 h 2360402"/>
                    <a:gd name="connsiteX5592" fmla="*/ 732626 w 1440502"/>
                    <a:gd name="connsiteY5592" fmla="*/ 624241 h 2360402"/>
                    <a:gd name="connsiteX5593" fmla="*/ 742373 w 1440502"/>
                    <a:gd name="connsiteY5593" fmla="*/ 629207 h 2360402"/>
                    <a:gd name="connsiteX5594" fmla="*/ 746378 w 1440502"/>
                    <a:gd name="connsiteY5594" fmla="*/ 630781 h 2360402"/>
                    <a:gd name="connsiteX5595" fmla="*/ 747431 w 1440502"/>
                    <a:gd name="connsiteY5595" fmla="*/ 631360 h 2360402"/>
                    <a:gd name="connsiteX5596" fmla="*/ 750302 w 1440502"/>
                    <a:gd name="connsiteY5596" fmla="*/ 632321 h 2360402"/>
                    <a:gd name="connsiteX5597" fmla="*/ 756947 w 1440502"/>
                    <a:gd name="connsiteY5597" fmla="*/ 634925 h 2360402"/>
                    <a:gd name="connsiteX5598" fmla="*/ 778871 w 1440502"/>
                    <a:gd name="connsiteY5598" fmla="*/ 632830 h 2360402"/>
                    <a:gd name="connsiteX5599" fmla="*/ 779219 w 1440502"/>
                    <a:gd name="connsiteY5599" fmla="*/ 631696 h 2360402"/>
                    <a:gd name="connsiteX5600" fmla="*/ 787970 w 1440502"/>
                    <a:gd name="connsiteY5600" fmla="*/ 629068 h 2360402"/>
                    <a:gd name="connsiteX5601" fmla="*/ 796004 w 1440502"/>
                    <a:gd name="connsiteY5601" fmla="*/ 621833 h 2360402"/>
                    <a:gd name="connsiteX5602" fmla="*/ 798562 w 1440502"/>
                    <a:gd name="connsiteY5602" fmla="*/ 621926 h 2360402"/>
                    <a:gd name="connsiteX5603" fmla="*/ 798342 w 1440502"/>
                    <a:gd name="connsiteY5603" fmla="*/ 620027 h 2360402"/>
                    <a:gd name="connsiteX5604" fmla="*/ 800704 w 1440502"/>
                    <a:gd name="connsiteY5604" fmla="*/ 617631 h 2360402"/>
                    <a:gd name="connsiteX5605" fmla="*/ 805311 w 1440502"/>
                    <a:gd name="connsiteY5605" fmla="*/ 612978 h 2360402"/>
                    <a:gd name="connsiteX5606" fmla="*/ 799222 w 1440502"/>
                    <a:gd name="connsiteY5606" fmla="*/ 614656 h 2360402"/>
                    <a:gd name="connsiteX5607" fmla="*/ 796038 w 1440502"/>
                    <a:gd name="connsiteY5607" fmla="*/ 617631 h 2360402"/>
                    <a:gd name="connsiteX5608" fmla="*/ 790112 w 1440502"/>
                    <a:gd name="connsiteY5608" fmla="*/ 623199 h 2360402"/>
                    <a:gd name="connsiteX5609" fmla="*/ 793804 w 1440502"/>
                    <a:gd name="connsiteY5609" fmla="*/ 617631 h 2360402"/>
                    <a:gd name="connsiteX5610" fmla="*/ 798678 w 1440502"/>
                    <a:gd name="connsiteY5610" fmla="*/ 614216 h 2360402"/>
                    <a:gd name="connsiteX5611" fmla="*/ 806920 w 1440502"/>
                    <a:gd name="connsiteY5611" fmla="*/ 611484 h 2360402"/>
                    <a:gd name="connsiteX5612" fmla="*/ 807244 w 1440502"/>
                    <a:gd name="connsiteY5612" fmla="*/ 611160 h 2360402"/>
                    <a:gd name="connsiteX5613" fmla="*/ 810636 w 1440502"/>
                    <a:gd name="connsiteY5613" fmla="*/ 609979 h 2360402"/>
                    <a:gd name="connsiteX5614" fmla="*/ 820024 w 1440502"/>
                    <a:gd name="connsiteY5614" fmla="*/ 601957 h 2360402"/>
                    <a:gd name="connsiteX5615" fmla="*/ 821482 w 1440502"/>
                    <a:gd name="connsiteY5615" fmla="*/ 601656 h 2360402"/>
                    <a:gd name="connsiteX5616" fmla="*/ 823635 w 1440502"/>
                    <a:gd name="connsiteY5616" fmla="*/ 602177 h 2360402"/>
                    <a:gd name="connsiteX5617" fmla="*/ 820973 w 1440502"/>
                    <a:gd name="connsiteY5617" fmla="*/ 602015 h 2360402"/>
                    <a:gd name="connsiteX5618" fmla="*/ 816227 w 1440502"/>
                    <a:gd name="connsiteY5618" fmla="*/ 605407 h 2360402"/>
                    <a:gd name="connsiteX5619" fmla="*/ 811180 w 1440502"/>
                    <a:gd name="connsiteY5619" fmla="*/ 610049 h 2360402"/>
                    <a:gd name="connsiteX5620" fmla="*/ 813321 w 1440502"/>
                    <a:gd name="connsiteY5620" fmla="*/ 610778 h 2360402"/>
                    <a:gd name="connsiteX5621" fmla="*/ 829713 w 1440502"/>
                    <a:gd name="connsiteY5621" fmla="*/ 601216 h 2360402"/>
                    <a:gd name="connsiteX5622" fmla="*/ 831877 w 1440502"/>
                    <a:gd name="connsiteY5622" fmla="*/ 599040 h 2360402"/>
                    <a:gd name="connsiteX5623" fmla="*/ 830928 w 1440502"/>
                    <a:gd name="connsiteY5623" fmla="*/ 597153 h 2360402"/>
                    <a:gd name="connsiteX5624" fmla="*/ 834007 w 1440502"/>
                    <a:gd name="connsiteY5624" fmla="*/ 594595 h 2360402"/>
                    <a:gd name="connsiteX5625" fmla="*/ 823635 w 1440502"/>
                    <a:gd name="connsiteY5625" fmla="*/ 597975 h 2360402"/>
                    <a:gd name="connsiteX5626" fmla="*/ 825962 w 1440502"/>
                    <a:gd name="connsiteY5626" fmla="*/ 596111 h 2360402"/>
                    <a:gd name="connsiteX5627" fmla="*/ 832885 w 1440502"/>
                    <a:gd name="connsiteY5627" fmla="*/ 593901 h 2360402"/>
                    <a:gd name="connsiteX5628" fmla="*/ 837793 w 1440502"/>
                    <a:gd name="connsiteY5628" fmla="*/ 593241 h 2360402"/>
                    <a:gd name="connsiteX5629" fmla="*/ 848431 w 1440502"/>
                    <a:gd name="connsiteY5629" fmla="*/ 591805 h 2360402"/>
                    <a:gd name="connsiteX5630" fmla="*/ 851811 w 1440502"/>
                    <a:gd name="connsiteY5630" fmla="*/ 592210 h 2360402"/>
                    <a:gd name="connsiteX5631" fmla="*/ 856013 w 1440502"/>
                    <a:gd name="connsiteY5631" fmla="*/ 596632 h 2360402"/>
                    <a:gd name="connsiteX5632" fmla="*/ 853663 w 1440502"/>
                    <a:gd name="connsiteY5632" fmla="*/ 601402 h 2360402"/>
                    <a:gd name="connsiteX5633" fmla="*/ 854462 w 1440502"/>
                    <a:gd name="connsiteY5633" fmla="*/ 602849 h 2360402"/>
                    <a:gd name="connsiteX5634" fmla="*/ 849102 w 1440502"/>
                    <a:gd name="connsiteY5634" fmla="*/ 603103 h 2360402"/>
                    <a:gd name="connsiteX5635" fmla="*/ 847354 w 1440502"/>
                    <a:gd name="connsiteY5635" fmla="*/ 605523 h 2360402"/>
                    <a:gd name="connsiteX5636" fmla="*/ 849114 w 1440502"/>
                    <a:gd name="connsiteY5636" fmla="*/ 604527 h 2360402"/>
                    <a:gd name="connsiteX5637" fmla="*/ 850619 w 1440502"/>
                    <a:gd name="connsiteY5637" fmla="*/ 605036 h 2360402"/>
                    <a:gd name="connsiteX5638" fmla="*/ 848963 w 1440502"/>
                    <a:gd name="connsiteY5638" fmla="*/ 605685 h 2360402"/>
                    <a:gd name="connsiteX5639" fmla="*/ 852378 w 1440502"/>
                    <a:gd name="connsiteY5639" fmla="*/ 605951 h 2360402"/>
                    <a:gd name="connsiteX5640" fmla="*/ 850156 w 1440502"/>
                    <a:gd name="connsiteY5640" fmla="*/ 609841 h 2360402"/>
                    <a:gd name="connsiteX5641" fmla="*/ 855272 w 1440502"/>
                    <a:gd name="connsiteY5641" fmla="*/ 606564 h 2360402"/>
                    <a:gd name="connsiteX5642" fmla="*/ 854636 w 1440502"/>
                    <a:gd name="connsiteY5642" fmla="*/ 608382 h 2360402"/>
                    <a:gd name="connsiteX5643" fmla="*/ 859625 w 1440502"/>
                    <a:gd name="connsiteY5643" fmla="*/ 608312 h 2360402"/>
                    <a:gd name="connsiteX5644" fmla="*/ 864359 w 1440502"/>
                    <a:gd name="connsiteY5644" fmla="*/ 611519 h 2360402"/>
                    <a:gd name="connsiteX5645" fmla="*/ 868214 w 1440502"/>
                    <a:gd name="connsiteY5645" fmla="*/ 607988 h 2360402"/>
                    <a:gd name="connsiteX5646" fmla="*/ 866559 w 1440502"/>
                    <a:gd name="connsiteY5646" fmla="*/ 601784 h 2360402"/>
                    <a:gd name="connsiteX5647" fmla="*/ 854647 w 1440502"/>
                    <a:gd name="connsiteY5647" fmla="*/ 592176 h 2360402"/>
                    <a:gd name="connsiteX5648" fmla="*/ 878250 w 1440502"/>
                    <a:gd name="connsiteY5648" fmla="*/ 593379 h 2360402"/>
                    <a:gd name="connsiteX5649" fmla="*/ 881388 w 1440502"/>
                    <a:gd name="connsiteY5649" fmla="*/ 592326 h 2360402"/>
                    <a:gd name="connsiteX5650" fmla="*/ 882221 w 1440502"/>
                    <a:gd name="connsiteY5650" fmla="*/ 592268 h 2360402"/>
                    <a:gd name="connsiteX5651" fmla="*/ 883876 w 1440502"/>
                    <a:gd name="connsiteY5651" fmla="*/ 591481 h 2360402"/>
                    <a:gd name="connsiteX5652" fmla="*/ 888923 w 1440502"/>
                    <a:gd name="connsiteY5652" fmla="*/ 589791 h 2360402"/>
                    <a:gd name="connsiteX5653" fmla="*/ 889224 w 1440502"/>
                    <a:gd name="connsiteY5653" fmla="*/ 589698 h 2360402"/>
                    <a:gd name="connsiteX5654" fmla="*/ 896274 w 1440502"/>
                    <a:gd name="connsiteY5654" fmla="*/ 580403 h 2360402"/>
                    <a:gd name="connsiteX5655" fmla="*/ 897617 w 1440502"/>
                    <a:gd name="connsiteY5655" fmla="*/ 571559 h 2360402"/>
                    <a:gd name="connsiteX5656" fmla="*/ 894966 w 1440502"/>
                    <a:gd name="connsiteY5656" fmla="*/ 570668 h 2360402"/>
                    <a:gd name="connsiteX5657" fmla="*/ 894885 w 1440502"/>
                    <a:gd name="connsiteY5657" fmla="*/ 569198 h 2360402"/>
                    <a:gd name="connsiteX5658" fmla="*/ 895140 w 1440502"/>
                    <a:gd name="connsiteY5658" fmla="*/ 568734 h 2360402"/>
                    <a:gd name="connsiteX5659" fmla="*/ 899932 w 1440502"/>
                    <a:gd name="connsiteY5659" fmla="*/ 570031 h 2360402"/>
                    <a:gd name="connsiteX5660" fmla="*/ 907491 w 1440502"/>
                    <a:gd name="connsiteY5660" fmla="*/ 569174 h 2360402"/>
                    <a:gd name="connsiteX5661" fmla="*/ 913777 w 1440502"/>
                    <a:gd name="connsiteY5661" fmla="*/ 566188 h 2360402"/>
                    <a:gd name="connsiteX5662" fmla="*/ 913858 w 1440502"/>
                    <a:gd name="connsiteY5662" fmla="*/ 564787 h 2360402"/>
                    <a:gd name="connsiteX5663" fmla="*/ 914043 w 1440502"/>
                    <a:gd name="connsiteY5663" fmla="*/ 564660 h 2360402"/>
                    <a:gd name="connsiteX5664" fmla="*/ 917180 w 1440502"/>
                    <a:gd name="connsiteY5664" fmla="*/ 565296 h 2360402"/>
                    <a:gd name="connsiteX5665" fmla="*/ 919970 w 1440502"/>
                    <a:gd name="connsiteY5665" fmla="*/ 562842 h 2360402"/>
                    <a:gd name="connsiteX5666" fmla="*/ 922146 w 1440502"/>
                    <a:gd name="connsiteY5666" fmla="*/ 564162 h 2360402"/>
                    <a:gd name="connsiteX5667" fmla="*/ 943145 w 1440502"/>
                    <a:gd name="connsiteY5667" fmla="*/ 557784 h 2360402"/>
                    <a:gd name="connsiteX5668" fmla="*/ 943492 w 1440502"/>
                    <a:gd name="connsiteY5668" fmla="*/ 557853 h 2360402"/>
                    <a:gd name="connsiteX5669" fmla="*/ 956503 w 1440502"/>
                    <a:gd name="connsiteY5669" fmla="*/ 560388 h 2360402"/>
                    <a:gd name="connsiteX5670" fmla="*/ 960995 w 1440502"/>
                    <a:gd name="connsiteY5670" fmla="*/ 557726 h 2360402"/>
                    <a:gd name="connsiteX5671" fmla="*/ 964549 w 1440502"/>
                    <a:gd name="connsiteY5671" fmla="*/ 558571 h 2360402"/>
                    <a:gd name="connsiteX5672" fmla="*/ 964537 w 1440502"/>
                    <a:gd name="connsiteY5672" fmla="*/ 559138 h 2360402"/>
                    <a:gd name="connsiteX5673" fmla="*/ 962835 w 1440502"/>
                    <a:gd name="connsiteY5673" fmla="*/ 562171 h 2360402"/>
                    <a:gd name="connsiteX5674" fmla="*/ 970765 w 1440502"/>
                    <a:gd name="connsiteY5674" fmla="*/ 569649 h 2360402"/>
                    <a:gd name="connsiteX5675" fmla="*/ 964016 w 1440502"/>
                    <a:gd name="connsiteY5675" fmla="*/ 561303 h 2360402"/>
                    <a:gd name="connsiteX5676" fmla="*/ 979204 w 1440502"/>
                    <a:gd name="connsiteY5676" fmla="*/ 571964 h 2360402"/>
                    <a:gd name="connsiteX5677" fmla="*/ 994159 w 1440502"/>
                    <a:gd name="connsiteY5677" fmla="*/ 578620 h 2360402"/>
                    <a:gd name="connsiteX5678" fmla="*/ 996348 w 1440502"/>
                    <a:gd name="connsiteY5678" fmla="*/ 579824 h 2360402"/>
                    <a:gd name="connsiteX5679" fmla="*/ 1002506 w 1440502"/>
                    <a:gd name="connsiteY5679" fmla="*/ 582336 h 2360402"/>
                    <a:gd name="connsiteX5680" fmla="*/ 1008653 w 1440502"/>
                    <a:gd name="connsiteY5680" fmla="*/ 585068 h 2360402"/>
                    <a:gd name="connsiteX5681" fmla="*/ 1009961 w 1440502"/>
                    <a:gd name="connsiteY5681" fmla="*/ 585357 h 2360402"/>
                    <a:gd name="connsiteX5682" fmla="*/ 1013700 w 1440502"/>
                    <a:gd name="connsiteY5682" fmla="*/ 586886 h 2360402"/>
                    <a:gd name="connsiteX5683" fmla="*/ 1016709 w 1440502"/>
                    <a:gd name="connsiteY5683" fmla="*/ 586874 h 2360402"/>
                    <a:gd name="connsiteX5684" fmla="*/ 1018238 w 1440502"/>
                    <a:gd name="connsiteY5684" fmla="*/ 587210 h 2360402"/>
                    <a:gd name="connsiteX5685" fmla="*/ 1020194 w 1440502"/>
                    <a:gd name="connsiteY5685" fmla="*/ 588853 h 2360402"/>
                    <a:gd name="connsiteX5686" fmla="*/ 1017879 w 1440502"/>
                    <a:gd name="connsiteY5686" fmla="*/ 588425 h 2360402"/>
                    <a:gd name="connsiteX5687" fmla="*/ 1018330 w 1440502"/>
                    <a:gd name="connsiteY5687" fmla="*/ 592083 h 2360402"/>
                    <a:gd name="connsiteX5688" fmla="*/ 1019557 w 1440502"/>
                    <a:gd name="connsiteY5688" fmla="*/ 589235 h 2360402"/>
                    <a:gd name="connsiteX5689" fmla="*/ 1020541 w 1440502"/>
                    <a:gd name="connsiteY5689" fmla="*/ 590983 h 2360402"/>
                    <a:gd name="connsiteX5690" fmla="*/ 1022405 w 1440502"/>
                    <a:gd name="connsiteY5690" fmla="*/ 590671 h 2360402"/>
                    <a:gd name="connsiteX5691" fmla="*/ 1020020 w 1440502"/>
                    <a:gd name="connsiteY5691" fmla="*/ 587893 h 2360402"/>
                    <a:gd name="connsiteX5692" fmla="*/ 1042906 w 1440502"/>
                    <a:gd name="connsiteY5692" fmla="*/ 595371 h 2360402"/>
                    <a:gd name="connsiteX5693" fmla="*/ 1047872 w 1440502"/>
                    <a:gd name="connsiteY5693" fmla="*/ 593704 h 2360402"/>
                    <a:gd name="connsiteX5694" fmla="*/ 1050152 w 1440502"/>
                    <a:gd name="connsiteY5694" fmla="*/ 593275 h 2360402"/>
                    <a:gd name="connsiteX5695" fmla="*/ 1050441 w 1440502"/>
                    <a:gd name="connsiteY5695" fmla="*/ 592847 h 2360402"/>
                    <a:gd name="connsiteX5696" fmla="*/ 1051877 w 1440502"/>
                    <a:gd name="connsiteY5696" fmla="*/ 592372 h 2360402"/>
                    <a:gd name="connsiteX5697" fmla="*/ 1059540 w 1440502"/>
                    <a:gd name="connsiteY5697" fmla="*/ 587279 h 2360402"/>
                    <a:gd name="connsiteX5698" fmla="*/ 1063071 w 1440502"/>
                    <a:gd name="connsiteY5698" fmla="*/ 586758 h 2360402"/>
                    <a:gd name="connsiteX5699" fmla="*/ 1063187 w 1440502"/>
                    <a:gd name="connsiteY5699" fmla="*/ 586654 h 2360402"/>
                    <a:gd name="connsiteX5700" fmla="*/ 1064414 w 1440502"/>
                    <a:gd name="connsiteY5700" fmla="*/ 586527 h 2360402"/>
                    <a:gd name="connsiteX5701" fmla="*/ 1066856 w 1440502"/>
                    <a:gd name="connsiteY5701" fmla="*/ 584732 h 2360402"/>
                    <a:gd name="connsiteX5702" fmla="*/ 1064506 w 1440502"/>
                    <a:gd name="connsiteY5702" fmla="*/ 585415 h 2360402"/>
                    <a:gd name="connsiteX5703" fmla="*/ 1065062 w 1440502"/>
                    <a:gd name="connsiteY5703" fmla="*/ 584895 h 2360402"/>
                    <a:gd name="connsiteX5704" fmla="*/ 1067041 w 1440502"/>
                    <a:gd name="connsiteY5704" fmla="*/ 583806 h 2360402"/>
                    <a:gd name="connsiteX5705" fmla="*/ 1073038 w 1440502"/>
                    <a:gd name="connsiteY5705" fmla="*/ 582128 h 2360402"/>
                    <a:gd name="connsiteX5706" fmla="*/ 1075608 w 1440502"/>
                    <a:gd name="connsiteY5706" fmla="*/ 577231 h 2360402"/>
                    <a:gd name="connsiteX5707" fmla="*/ 1076441 w 1440502"/>
                    <a:gd name="connsiteY5707" fmla="*/ 575900 h 2360402"/>
                    <a:gd name="connsiteX5708" fmla="*/ 1078791 w 1440502"/>
                    <a:gd name="connsiteY5708" fmla="*/ 575448 h 2360402"/>
                    <a:gd name="connsiteX5709" fmla="*/ 1082055 w 1440502"/>
                    <a:gd name="connsiteY5709" fmla="*/ 575877 h 2360402"/>
                    <a:gd name="connsiteX5710" fmla="*/ 1082935 w 1440502"/>
                    <a:gd name="connsiteY5710" fmla="*/ 574661 h 2360402"/>
                    <a:gd name="connsiteX5711" fmla="*/ 1084903 w 1440502"/>
                    <a:gd name="connsiteY5711" fmla="*/ 574279 h 2360402"/>
                    <a:gd name="connsiteX5712" fmla="*/ 1084996 w 1440502"/>
                    <a:gd name="connsiteY5712" fmla="*/ 574488 h 2360402"/>
                    <a:gd name="connsiteX5713" fmla="*/ 1085540 w 1440502"/>
                    <a:gd name="connsiteY5713" fmla="*/ 574164 h 2360402"/>
                    <a:gd name="connsiteX5714" fmla="*/ 1088040 w 1440502"/>
                    <a:gd name="connsiteY5714" fmla="*/ 573689 h 2360402"/>
                    <a:gd name="connsiteX5715" fmla="*/ 1090425 w 1440502"/>
                    <a:gd name="connsiteY5715" fmla="*/ 571490 h 2360402"/>
                    <a:gd name="connsiteX5716" fmla="*/ 1090587 w 1440502"/>
                    <a:gd name="connsiteY5716" fmla="*/ 571536 h 2360402"/>
                    <a:gd name="connsiteX5717" fmla="*/ 1092983 w 1440502"/>
                    <a:gd name="connsiteY5717" fmla="*/ 572774 h 2360402"/>
                    <a:gd name="connsiteX5718" fmla="*/ 1098667 w 1440502"/>
                    <a:gd name="connsiteY5718" fmla="*/ 570864 h 2360402"/>
                    <a:gd name="connsiteX5719" fmla="*/ 1098840 w 1440502"/>
                    <a:gd name="connsiteY5719" fmla="*/ 570980 h 2360402"/>
                    <a:gd name="connsiteX5720" fmla="*/ 1099338 w 1440502"/>
                    <a:gd name="connsiteY5720" fmla="*/ 570598 h 2360402"/>
                    <a:gd name="connsiteX5721" fmla="*/ 1099327 w 1440502"/>
                    <a:gd name="connsiteY5721" fmla="*/ 570807 h 2360402"/>
                    <a:gd name="connsiteX5722" fmla="*/ 1098875 w 1440502"/>
                    <a:gd name="connsiteY5722" fmla="*/ 570992 h 2360402"/>
                    <a:gd name="connsiteX5723" fmla="*/ 1099847 w 1440502"/>
                    <a:gd name="connsiteY5723" fmla="*/ 571571 h 2360402"/>
                    <a:gd name="connsiteX5724" fmla="*/ 1100172 w 1440502"/>
                    <a:gd name="connsiteY5724" fmla="*/ 573075 h 2360402"/>
                    <a:gd name="connsiteX5725" fmla="*/ 1100148 w 1440502"/>
                    <a:gd name="connsiteY5725" fmla="*/ 575645 h 2360402"/>
                    <a:gd name="connsiteX5726" fmla="*/ 1103818 w 1440502"/>
                    <a:gd name="connsiteY5726" fmla="*/ 578296 h 2360402"/>
                    <a:gd name="connsiteX5727" fmla="*/ 1107129 w 1440502"/>
                    <a:gd name="connsiteY5727" fmla="*/ 579234 h 2360402"/>
                    <a:gd name="connsiteX5728" fmla="*/ 1112650 w 1440502"/>
                    <a:gd name="connsiteY5728" fmla="*/ 576641 h 2360402"/>
                    <a:gd name="connsiteX5729" fmla="*/ 1114294 w 1440502"/>
                    <a:gd name="connsiteY5729" fmla="*/ 577787 h 2360402"/>
                    <a:gd name="connsiteX5730" fmla="*/ 1114317 w 1440502"/>
                    <a:gd name="connsiteY5730" fmla="*/ 577775 h 2360402"/>
                    <a:gd name="connsiteX5731" fmla="*/ 1117246 w 1440502"/>
                    <a:gd name="connsiteY5731" fmla="*/ 574592 h 2360402"/>
                    <a:gd name="connsiteX5732" fmla="*/ 1118566 w 1440502"/>
                    <a:gd name="connsiteY5732" fmla="*/ 576027 h 2360402"/>
                    <a:gd name="connsiteX5733" fmla="*/ 1118496 w 1440502"/>
                    <a:gd name="connsiteY5733" fmla="*/ 576421 h 2360402"/>
                    <a:gd name="connsiteX5734" fmla="*/ 1119955 w 1440502"/>
                    <a:gd name="connsiteY5734" fmla="*/ 577544 h 2360402"/>
                    <a:gd name="connsiteX5735" fmla="*/ 1121738 w 1440502"/>
                    <a:gd name="connsiteY5735" fmla="*/ 579465 h 2360402"/>
                    <a:gd name="connsiteX5736" fmla="*/ 1127815 w 1440502"/>
                    <a:gd name="connsiteY5736" fmla="*/ 578389 h 2360402"/>
                    <a:gd name="connsiteX5737" fmla="*/ 1127896 w 1440502"/>
                    <a:gd name="connsiteY5737" fmla="*/ 578585 h 2360402"/>
                    <a:gd name="connsiteX5738" fmla="*/ 1128185 w 1440502"/>
                    <a:gd name="connsiteY5738" fmla="*/ 579732 h 2360402"/>
                    <a:gd name="connsiteX5739" fmla="*/ 1128266 w 1440502"/>
                    <a:gd name="connsiteY5739" fmla="*/ 579604 h 2360402"/>
                    <a:gd name="connsiteX5740" fmla="*/ 1128208 w 1440502"/>
                    <a:gd name="connsiteY5740" fmla="*/ 579847 h 2360402"/>
                    <a:gd name="connsiteX5741" fmla="*/ 1128440 w 1440502"/>
                    <a:gd name="connsiteY5741" fmla="*/ 580739 h 2360402"/>
                    <a:gd name="connsiteX5742" fmla="*/ 1130836 w 1440502"/>
                    <a:gd name="connsiteY5742" fmla="*/ 580438 h 2360402"/>
                    <a:gd name="connsiteX5743" fmla="*/ 1130882 w 1440502"/>
                    <a:gd name="connsiteY5743" fmla="*/ 580530 h 2360402"/>
                    <a:gd name="connsiteX5744" fmla="*/ 1131253 w 1440502"/>
                    <a:gd name="connsiteY5744" fmla="*/ 585346 h 2360402"/>
                    <a:gd name="connsiteX5745" fmla="*/ 1133464 w 1440502"/>
                    <a:gd name="connsiteY5745" fmla="*/ 585797 h 2360402"/>
                    <a:gd name="connsiteX5746" fmla="*/ 1141798 w 1440502"/>
                    <a:gd name="connsiteY5746" fmla="*/ 579523 h 2360402"/>
                    <a:gd name="connsiteX5747" fmla="*/ 1144137 w 1440502"/>
                    <a:gd name="connsiteY5747" fmla="*/ 583482 h 2360402"/>
                    <a:gd name="connsiteX5748" fmla="*/ 1148119 w 1440502"/>
                    <a:gd name="connsiteY5748" fmla="*/ 584478 h 2360402"/>
                    <a:gd name="connsiteX5749" fmla="*/ 1150353 w 1440502"/>
                    <a:gd name="connsiteY5749" fmla="*/ 583100 h 2360402"/>
                    <a:gd name="connsiteX5750" fmla="*/ 1150469 w 1440502"/>
                    <a:gd name="connsiteY5750" fmla="*/ 583100 h 2360402"/>
                    <a:gd name="connsiteX5751" fmla="*/ 1151036 w 1440502"/>
                    <a:gd name="connsiteY5751" fmla="*/ 584559 h 2360402"/>
                    <a:gd name="connsiteX5752" fmla="*/ 1151048 w 1440502"/>
                    <a:gd name="connsiteY5752" fmla="*/ 584941 h 2360402"/>
                    <a:gd name="connsiteX5753" fmla="*/ 1151163 w 1440502"/>
                    <a:gd name="connsiteY5753" fmla="*/ 584860 h 2360402"/>
                    <a:gd name="connsiteX5754" fmla="*/ 1151395 w 1440502"/>
                    <a:gd name="connsiteY5754" fmla="*/ 585450 h 2360402"/>
                    <a:gd name="connsiteX5755" fmla="*/ 1154902 w 1440502"/>
                    <a:gd name="connsiteY5755" fmla="*/ 582336 h 2360402"/>
                    <a:gd name="connsiteX5756" fmla="*/ 1156095 w 1440502"/>
                    <a:gd name="connsiteY5756" fmla="*/ 581271 h 2360402"/>
                    <a:gd name="connsiteX5757" fmla="*/ 1156534 w 1440502"/>
                    <a:gd name="connsiteY5757" fmla="*/ 580959 h 2360402"/>
                    <a:gd name="connsiteX5758" fmla="*/ 1158329 w 1440502"/>
                    <a:gd name="connsiteY5758" fmla="*/ 583332 h 2360402"/>
                    <a:gd name="connsiteX5759" fmla="*/ 1158780 w 1440502"/>
                    <a:gd name="connsiteY5759" fmla="*/ 583262 h 2360402"/>
                    <a:gd name="connsiteX5760" fmla="*/ 1158965 w 1440502"/>
                    <a:gd name="connsiteY5760" fmla="*/ 583227 h 2360402"/>
                    <a:gd name="connsiteX5761" fmla="*/ 1162392 w 1440502"/>
                    <a:gd name="connsiteY5761" fmla="*/ 582683 h 2360402"/>
                    <a:gd name="connsiteX5762" fmla="*/ 1162519 w 1440502"/>
                    <a:gd name="connsiteY5762" fmla="*/ 584975 h 2360402"/>
                    <a:gd name="connsiteX5763" fmla="*/ 1163109 w 1440502"/>
                    <a:gd name="connsiteY5763" fmla="*/ 584895 h 2360402"/>
                    <a:gd name="connsiteX5764" fmla="*/ 1163538 w 1440502"/>
                    <a:gd name="connsiteY5764" fmla="*/ 585138 h 2360402"/>
                    <a:gd name="connsiteX5765" fmla="*/ 1162832 w 1440502"/>
                    <a:gd name="connsiteY5765" fmla="*/ 586515 h 2360402"/>
                    <a:gd name="connsiteX5766" fmla="*/ 1164476 w 1440502"/>
                    <a:gd name="connsiteY5766" fmla="*/ 585670 h 2360402"/>
                    <a:gd name="connsiteX5767" fmla="*/ 1165680 w 1440502"/>
                    <a:gd name="connsiteY5767" fmla="*/ 587117 h 2360402"/>
                    <a:gd name="connsiteX5768" fmla="*/ 1172092 w 1440502"/>
                    <a:gd name="connsiteY5768" fmla="*/ 586503 h 2360402"/>
                    <a:gd name="connsiteX5769" fmla="*/ 1173366 w 1440502"/>
                    <a:gd name="connsiteY5769" fmla="*/ 587198 h 2360402"/>
                    <a:gd name="connsiteX5770" fmla="*/ 1173771 w 1440502"/>
                    <a:gd name="connsiteY5770" fmla="*/ 587869 h 2360402"/>
                    <a:gd name="connsiteX5771" fmla="*/ 1178286 w 1440502"/>
                    <a:gd name="connsiteY5771" fmla="*/ 586121 h 2360402"/>
                    <a:gd name="connsiteX5772" fmla="*/ 1179050 w 1440502"/>
                    <a:gd name="connsiteY5772" fmla="*/ 586585 h 2360402"/>
                    <a:gd name="connsiteX5773" fmla="*/ 1179918 w 1440502"/>
                    <a:gd name="connsiteY5773" fmla="*/ 587765 h 2360402"/>
                    <a:gd name="connsiteX5774" fmla="*/ 1181272 w 1440502"/>
                    <a:gd name="connsiteY5774" fmla="*/ 587927 h 2360402"/>
                    <a:gd name="connsiteX5775" fmla="*/ 1182789 w 1440502"/>
                    <a:gd name="connsiteY5775" fmla="*/ 588853 h 2360402"/>
                    <a:gd name="connsiteX5776" fmla="*/ 1183460 w 1440502"/>
                    <a:gd name="connsiteY5776" fmla="*/ 588193 h 2360402"/>
                    <a:gd name="connsiteX5777" fmla="*/ 1183529 w 1440502"/>
                    <a:gd name="connsiteY5777" fmla="*/ 588205 h 2360402"/>
                    <a:gd name="connsiteX5778" fmla="*/ 1183819 w 1440502"/>
                    <a:gd name="connsiteY5778" fmla="*/ 587846 h 2360402"/>
                    <a:gd name="connsiteX5779" fmla="*/ 1185868 w 1440502"/>
                    <a:gd name="connsiteY5779" fmla="*/ 585832 h 2360402"/>
                    <a:gd name="connsiteX5780" fmla="*/ 1187986 w 1440502"/>
                    <a:gd name="connsiteY5780" fmla="*/ 590335 h 2360402"/>
                    <a:gd name="connsiteX5781" fmla="*/ 1192281 w 1440502"/>
                    <a:gd name="connsiteY5781" fmla="*/ 592963 h 2360402"/>
                    <a:gd name="connsiteX5782" fmla="*/ 1195788 w 1440502"/>
                    <a:gd name="connsiteY5782" fmla="*/ 593009 h 2360402"/>
                    <a:gd name="connsiteX5783" fmla="*/ 1196680 w 1440502"/>
                    <a:gd name="connsiteY5783" fmla="*/ 593275 h 2360402"/>
                    <a:gd name="connsiteX5784" fmla="*/ 1197640 w 1440502"/>
                    <a:gd name="connsiteY5784" fmla="*/ 593032 h 2360402"/>
                    <a:gd name="connsiteX5785" fmla="*/ 1202143 w 1440502"/>
                    <a:gd name="connsiteY5785" fmla="*/ 593102 h 2360402"/>
                    <a:gd name="connsiteX5786" fmla="*/ 1202861 w 1440502"/>
                    <a:gd name="connsiteY5786" fmla="*/ 595000 h 2360402"/>
                    <a:gd name="connsiteX5787" fmla="*/ 1203463 w 1440502"/>
                    <a:gd name="connsiteY5787" fmla="*/ 595162 h 2360402"/>
                    <a:gd name="connsiteX5788" fmla="*/ 1204783 w 1440502"/>
                    <a:gd name="connsiteY5788" fmla="*/ 598311 h 2360402"/>
                    <a:gd name="connsiteX5789" fmla="*/ 1204933 w 1440502"/>
                    <a:gd name="connsiteY5789" fmla="*/ 598647 h 2360402"/>
                    <a:gd name="connsiteX5790" fmla="*/ 1204725 w 1440502"/>
                    <a:gd name="connsiteY5790" fmla="*/ 599029 h 2360402"/>
                    <a:gd name="connsiteX5791" fmla="*/ 1203243 w 1440502"/>
                    <a:gd name="connsiteY5791" fmla="*/ 601784 h 2360402"/>
                    <a:gd name="connsiteX5792" fmla="*/ 1202954 w 1440502"/>
                    <a:gd name="connsiteY5792" fmla="*/ 602015 h 2360402"/>
                    <a:gd name="connsiteX5793" fmla="*/ 1202884 w 1440502"/>
                    <a:gd name="connsiteY5793" fmla="*/ 602096 h 2360402"/>
                    <a:gd name="connsiteX5794" fmla="*/ 1202780 w 1440502"/>
                    <a:gd name="connsiteY5794" fmla="*/ 602189 h 2360402"/>
                    <a:gd name="connsiteX5795" fmla="*/ 1202294 w 1440502"/>
                    <a:gd name="connsiteY5795" fmla="*/ 602617 h 2360402"/>
                    <a:gd name="connsiteX5796" fmla="*/ 1202120 w 1440502"/>
                    <a:gd name="connsiteY5796" fmla="*/ 602791 h 2360402"/>
                    <a:gd name="connsiteX5797" fmla="*/ 1201067 w 1440502"/>
                    <a:gd name="connsiteY5797" fmla="*/ 603647 h 2360402"/>
                    <a:gd name="connsiteX5798" fmla="*/ 1201032 w 1440502"/>
                    <a:gd name="connsiteY5798" fmla="*/ 603682 h 2360402"/>
                    <a:gd name="connsiteX5799" fmla="*/ 1200754 w 1440502"/>
                    <a:gd name="connsiteY5799" fmla="*/ 603844 h 2360402"/>
                    <a:gd name="connsiteX5800" fmla="*/ 1200361 w 1440502"/>
                    <a:gd name="connsiteY5800" fmla="*/ 604006 h 2360402"/>
                    <a:gd name="connsiteX5801" fmla="*/ 1200268 w 1440502"/>
                    <a:gd name="connsiteY5801" fmla="*/ 604018 h 2360402"/>
                    <a:gd name="connsiteX5802" fmla="*/ 1200164 w 1440502"/>
                    <a:gd name="connsiteY5802" fmla="*/ 604076 h 2360402"/>
                    <a:gd name="connsiteX5803" fmla="*/ 1201009 w 1440502"/>
                    <a:gd name="connsiteY5803" fmla="*/ 603948 h 2360402"/>
                    <a:gd name="connsiteX5804" fmla="*/ 1204551 w 1440502"/>
                    <a:gd name="connsiteY5804" fmla="*/ 601089 h 2360402"/>
                    <a:gd name="connsiteX5805" fmla="*/ 1205188 w 1440502"/>
                    <a:gd name="connsiteY5805" fmla="*/ 598658 h 2360402"/>
                    <a:gd name="connsiteX5806" fmla="*/ 1204910 w 1440502"/>
                    <a:gd name="connsiteY5806" fmla="*/ 596864 h 2360402"/>
                    <a:gd name="connsiteX5807" fmla="*/ 1206473 w 1440502"/>
                    <a:gd name="connsiteY5807" fmla="*/ 595255 h 2360402"/>
                    <a:gd name="connsiteX5808" fmla="*/ 1209645 w 1440502"/>
                    <a:gd name="connsiteY5808" fmla="*/ 593507 h 2360402"/>
                    <a:gd name="connsiteX5809" fmla="*/ 1210594 w 1440502"/>
                    <a:gd name="connsiteY5809" fmla="*/ 591620 h 2360402"/>
                    <a:gd name="connsiteX5810" fmla="*/ 1211786 w 1440502"/>
                    <a:gd name="connsiteY5810" fmla="*/ 591562 h 2360402"/>
                    <a:gd name="connsiteX5811" fmla="*/ 1212527 w 1440502"/>
                    <a:gd name="connsiteY5811" fmla="*/ 592233 h 2360402"/>
                    <a:gd name="connsiteX5812" fmla="*/ 1213395 w 1440502"/>
                    <a:gd name="connsiteY5812" fmla="*/ 591481 h 2360402"/>
                    <a:gd name="connsiteX5813" fmla="*/ 1216220 w 1440502"/>
                    <a:gd name="connsiteY5813" fmla="*/ 591331 h 2360402"/>
                    <a:gd name="connsiteX5814" fmla="*/ 1217806 w 1440502"/>
                    <a:gd name="connsiteY5814" fmla="*/ 593217 h 2360402"/>
                    <a:gd name="connsiteX5815" fmla="*/ 1220954 w 1440502"/>
                    <a:gd name="connsiteY5815" fmla="*/ 592673 h 2360402"/>
                    <a:gd name="connsiteX5816" fmla="*/ 1220943 w 1440502"/>
                    <a:gd name="connsiteY5816" fmla="*/ 592546 h 2360402"/>
                    <a:gd name="connsiteX5817" fmla="*/ 1220966 w 1440502"/>
                    <a:gd name="connsiteY5817" fmla="*/ 592523 h 2360402"/>
                    <a:gd name="connsiteX5818" fmla="*/ 1221070 w 1440502"/>
                    <a:gd name="connsiteY5818" fmla="*/ 592511 h 2360402"/>
                    <a:gd name="connsiteX5819" fmla="*/ 1221001 w 1440502"/>
                    <a:gd name="connsiteY5819" fmla="*/ 592673 h 2360402"/>
                    <a:gd name="connsiteX5820" fmla="*/ 1223084 w 1440502"/>
                    <a:gd name="connsiteY5820" fmla="*/ 592315 h 2360402"/>
                    <a:gd name="connsiteX5821" fmla="*/ 1223339 w 1440502"/>
                    <a:gd name="connsiteY5821" fmla="*/ 592291 h 2360402"/>
                    <a:gd name="connsiteX5822" fmla="*/ 1225863 w 1440502"/>
                    <a:gd name="connsiteY5822" fmla="*/ 594282 h 2360402"/>
                    <a:gd name="connsiteX5823" fmla="*/ 1231974 w 1440502"/>
                    <a:gd name="connsiteY5823" fmla="*/ 591169 h 2360402"/>
                    <a:gd name="connsiteX5824" fmla="*/ 1233549 w 1440502"/>
                    <a:gd name="connsiteY5824" fmla="*/ 593264 h 2360402"/>
                    <a:gd name="connsiteX5825" fmla="*/ 1238191 w 1440502"/>
                    <a:gd name="connsiteY5825" fmla="*/ 592708 h 2360402"/>
                    <a:gd name="connsiteX5826" fmla="*/ 1241814 w 1440502"/>
                    <a:gd name="connsiteY5826" fmla="*/ 594711 h 2360402"/>
                    <a:gd name="connsiteX5827" fmla="*/ 1252684 w 1440502"/>
                    <a:gd name="connsiteY5827" fmla="*/ 590208 h 2360402"/>
                    <a:gd name="connsiteX5828" fmla="*/ 1256504 w 1440502"/>
                    <a:gd name="connsiteY5828" fmla="*/ 594028 h 2360402"/>
                    <a:gd name="connsiteX5829" fmla="*/ 1258182 w 1440502"/>
                    <a:gd name="connsiteY5829" fmla="*/ 593843 h 2360402"/>
                    <a:gd name="connsiteX5830" fmla="*/ 1260601 w 1440502"/>
                    <a:gd name="connsiteY5830" fmla="*/ 592106 h 2360402"/>
                    <a:gd name="connsiteX5831" fmla="*/ 1264410 w 1440502"/>
                    <a:gd name="connsiteY5831" fmla="*/ 589363 h 2360402"/>
                    <a:gd name="connsiteX5832" fmla="*/ 1264179 w 1440502"/>
                    <a:gd name="connsiteY5832" fmla="*/ 587592 h 2360402"/>
                    <a:gd name="connsiteX5833" fmla="*/ 1264260 w 1440502"/>
                    <a:gd name="connsiteY5833" fmla="*/ 583887 h 2360402"/>
                    <a:gd name="connsiteX5834" fmla="*/ 1273092 w 1440502"/>
                    <a:gd name="connsiteY5834" fmla="*/ 578435 h 2360402"/>
                    <a:gd name="connsiteX5835" fmla="*/ 1275430 w 1440502"/>
                    <a:gd name="connsiteY5835" fmla="*/ 579581 h 2360402"/>
                    <a:gd name="connsiteX5836" fmla="*/ 1274979 w 1440502"/>
                    <a:gd name="connsiteY5836" fmla="*/ 581479 h 2360402"/>
                    <a:gd name="connsiteX5837" fmla="*/ 1274736 w 1440502"/>
                    <a:gd name="connsiteY5837" fmla="*/ 582313 h 2360402"/>
                    <a:gd name="connsiteX5838" fmla="*/ 1274782 w 1440502"/>
                    <a:gd name="connsiteY5838" fmla="*/ 582325 h 2360402"/>
                    <a:gd name="connsiteX5839" fmla="*/ 1274736 w 1440502"/>
                    <a:gd name="connsiteY5839" fmla="*/ 582521 h 2360402"/>
                    <a:gd name="connsiteX5840" fmla="*/ 1281264 w 1440502"/>
                    <a:gd name="connsiteY5840" fmla="*/ 584362 h 2360402"/>
                    <a:gd name="connsiteX5841" fmla="*/ 1281126 w 1440502"/>
                    <a:gd name="connsiteY5841" fmla="*/ 586781 h 2360402"/>
                    <a:gd name="connsiteX5842" fmla="*/ 1283835 w 1440502"/>
                    <a:gd name="connsiteY5842" fmla="*/ 588425 h 2360402"/>
                    <a:gd name="connsiteX5843" fmla="*/ 1284483 w 1440502"/>
                    <a:gd name="connsiteY5843" fmla="*/ 588182 h 2360402"/>
                    <a:gd name="connsiteX5844" fmla="*/ 1284541 w 1440502"/>
                    <a:gd name="connsiteY5844" fmla="*/ 588309 h 2360402"/>
                    <a:gd name="connsiteX5845" fmla="*/ 1286312 w 1440502"/>
                    <a:gd name="connsiteY5845" fmla="*/ 587499 h 2360402"/>
                    <a:gd name="connsiteX5846" fmla="*/ 1288986 w 1440502"/>
                    <a:gd name="connsiteY5846" fmla="*/ 586503 h 2360402"/>
                    <a:gd name="connsiteX5847" fmla="*/ 1297367 w 1440502"/>
                    <a:gd name="connsiteY5847" fmla="*/ 589513 h 2360402"/>
                    <a:gd name="connsiteX5848" fmla="*/ 1300110 w 1440502"/>
                    <a:gd name="connsiteY5848" fmla="*/ 588344 h 2360402"/>
                    <a:gd name="connsiteX5849" fmla="*/ 1306338 w 1440502"/>
                    <a:gd name="connsiteY5849" fmla="*/ 593206 h 2360402"/>
                    <a:gd name="connsiteX5850" fmla="*/ 1311582 w 1440502"/>
                    <a:gd name="connsiteY5850" fmla="*/ 591875 h 2360402"/>
                    <a:gd name="connsiteX5851" fmla="*/ 1316004 w 1440502"/>
                    <a:gd name="connsiteY5851" fmla="*/ 585531 h 2360402"/>
                    <a:gd name="connsiteX5852" fmla="*/ 1316594 w 1440502"/>
                    <a:gd name="connsiteY5852" fmla="*/ 586110 h 2360402"/>
                    <a:gd name="connsiteX5853" fmla="*/ 1317740 w 1440502"/>
                    <a:gd name="connsiteY5853" fmla="*/ 587233 h 2360402"/>
                    <a:gd name="connsiteX5854" fmla="*/ 1329640 w 1440502"/>
                    <a:gd name="connsiteY5854" fmla="*/ 575726 h 2360402"/>
                    <a:gd name="connsiteX5855" fmla="*/ 1332187 w 1440502"/>
                    <a:gd name="connsiteY5855" fmla="*/ 578041 h 2360402"/>
                    <a:gd name="connsiteX5856" fmla="*/ 1341795 w 1440502"/>
                    <a:gd name="connsiteY5856" fmla="*/ 576062 h 2360402"/>
                    <a:gd name="connsiteX5857" fmla="*/ 1348451 w 1440502"/>
                    <a:gd name="connsiteY5857" fmla="*/ 577683 h 2360402"/>
                    <a:gd name="connsiteX5858" fmla="*/ 1348775 w 1440502"/>
                    <a:gd name="connsiteY5858" fmla="*/ 578273 h 2360402"/>
                    <a:gd name="connsiteX5859" fmla="*/ 1349192 w 1440502"/>
                    <a:gd name="connsiteY5859" fmla="*/ 579350 h 2360402"/>
                    <a:gd name="connsiteX5860" fmla="*/ 1349134 w 1440502"/>
                    <a:gd name="connsiteY5860" fmla="*/ 578863 h 2360402"/>
                    <a:gd name="connsiteX5861" fmla="*/ 1349308 w 1440502"/>
                    <a:gd name="connsiteY5861" fmla="*/ 578227 h 2360402"/>
                    <a:gd name="connsiteX5862" fmla="*/ 1350454 w 1440502"/>
                    <a:gd name="connsiteY5862" fmla="*/ 580241 h 2360402"/>
                    <a:gd name="connsiteX5863" fmla="*/ 1353834 w 1440502"/>
                    <a:gd name="connsiteY5863" fmla="*/ 581248 h 2360402"/>
                    <a:gd name="connsiteX5864" fmla="*/ 1359633 w 1440502"/>
                    <a:gd name="connsiteY5864" fmla="*/ 578018 h 2360402"/>
                    <a:gd name="connsiteX5865" fmla="*/ 1363083 w 1440502"/>
                    <a:gd name="connsiteY5865" fmla="*/ 579025 h 2360402"/>
                    <a:gd name="connsiteX5866" fmla="*/ 1365884 w 1440502"/>
                    <a:gd name="connsiteY5866" fmla="*/ 577370 h 2360402"/>
                    <a:gd name="connsiteX5867" fmla="*/ 1368408 w 1440502"/>
                    <a:gd name="connsiteY5867" fmla="*/ 581225 h 2360402"/>
                    <a:gd name="connsiteX5868" fmla="*/ 1366371 w 1440502"/>
                    <a:gd name="connsiteY5868" fmla="*/ 578748 h 2360402"/>
                    <a:gd name="connsiteX5869" fmla="*/ 1366996 w 1440502"/>
                    <a:gd name="connsiteY5869" fmla="*/ 580727 h 2360402"/>
                    <a:gd name="connsiteX5870" fmla="*/ 1366313 w 1440502"/>
                    <a:gd name="connsiteY5870" fmla="*/ 580866 h 2360402"/>
                    <a:gd name="connsiteX5871" fmla="*/ 1365664 w 1440502"/>
                    <a:gd name="connsiteY5871" fmla="*/ 580993 h 2360402"/>
                    <a:gd name="connsiteX5872" fmla="*/ 1366313 w 1440502"/>
                    <a:gd name="connsiteY5872" fmla="*/ 582093 h 2360402"/>
                    <a:gd name="connsiteX5873" fmla="*/ 1366509 w 1440502"/>
                    <a:gd name="connsiteY5873" fmla="*/ 582429 h 2360402"/>
                    <a:gd name="connsiteX5874" fmla="*/ 1367898 w 1440502"/>
                    <a:gd name="connsiteY5874" fmla="*/ 581468 h 2360402"/>
                    <a:gd name="connsiteX5875" fmla="*/ 1366405 w 1440502"/>
                    <a:gd name="connsiteY5875" fmla="*/ 584802 h 2360402"/>
                    <a:gd name="connsiteX5876" fmla="*/ 1368223 w 1440502"/>
                    <a:gd name="connsiteY5876" fmla="*/ 587522 h 2360402"/>
                    <a:gd name="connsiteX5877" fmla="*/ 1370781 w 1440502"/>
                    <a:gd name="connsiteY5877" fmla="*/ 588240 h 2360402"/>
                    <a:gd name="connsiteX5878" fmla="*/ 1371105 w 1440502"/>
                    <a:gd name="connsiteY5878" fmla="*/ 588471 h 2360402"/>
                    <a:gd name="connsiteX5879" fmla="*/ 1372297 w 1440502"/>
                    <a:gd name="connsiteY5879" fmla="*/ 588657 h 2360402"/>
                    <a:gd name="connsiteX5880" fmla="*/ 1381407 w 1440502"/>
                    <a:gd name="connsiteY5880" fmla="*/ 591215 h 2360402"/>
                    <a:gd name="connsiteX5881" fmla="*/ 1385714 w 1440502"/>
                    <a:gd name="connsiteY5881" fmla="*/ 587893 h 2360402"/>
                    <a:gd name="connsiteX5882" fmla="*/ 1392046 w 1440502"/>
                    <a:gd name="connsiteY5882" fmla="*/ 591192 h 2360402"/>
                    <a:gd name="connsiteX5883" fmla="*/ 1393470 w 1440502"/>
                    <a:gd name="connsiteY5883" fmla="*/ 595139 h 2360402"/>
                    <a:gd name="connsiteX5884" fmla="*/ 1393446 w 1440502"/>
                    <a:gd name="connsiteY5884" fmla="*/ 595591 h 2360402"/>
                    <a:gd name="connsiteX5885" fmla="*/ 1393678 w 1440502"/>
                    <a:gd name="connsiteY5885" fmla="*/ 595753 h 2360402"/>
                    <a:gd name="connsiteX5886" fmla="*/ 1394824 w 1440502"/>
                    <a:gd name="connsiteY5886" fmla="*/ 598924 h 2360402"/>
                    <a:gd name="connsiteX5887" fmla="*/ 1398771 w 1440502"/>
                    <a:gd name="connsiteY5887" fmla="*/ 602733 h 2360402"/>
                    <a:gd name="connsiteX5888" fmla="*/ 1399350 w 1440502"/>
                    <a:gd name="connsiteY5888" fmla="*/ 604110 h 2360402"/>
                    <a:gd name="connsiteX5889" fmla="*/ 1399258 w 1440502"/>
                    <a:gd name="connsiteY5889" fmla="*/ 604747 h 2360402"/>
                    <a:gd name="connsiteX5890" fmla="*/ 1400612 w 1440502"/>
                    <a:gd name="connsiteY5890" fmla="*/ 607132 h 2360402"/>
                    <a:gd name="connsiteX5891" fmla="*/ 1402892 w 1440502"/>
                    <a:gd name="connsiteY5891" fmla="*/ 612584 h 2360402"/>
                    <a:gd name="connsiteX5892" fmla="*/ 1401434 w 1440502"/>
                    <a:gd name="connsiteY5892" fmla="*/ 612352 h 2360402"/>
                    <a:gd name="connsiteX5893" fmla="*/ 1401306 w 1440502"/>
                    <a:gd name="connsiteY5893" fmla="*/ 615050 h 2360402"/>
                    <a:gd name="connsiteX5894" fmla="*/ 1403020 w 1440502"/>
                    <a:gd name="connsiteY5894" fmla="*/ 614563 h 2360402"/>
                    <a:gd name="connsiteX5895" fmla="*/ 1402591 w 1440502"/>
                    <a:gd name="connsiteY5895" fmla="*/ 612572 h 2360402"/>
                    <a:gd name="connsiteX5896" fmla="*/ 1407222 w 1440502"/>
                    <a:gd name="connsiteY5896" fmla="*/ 617631 h 2360402"/>
                    <a:gd name="connsiteX5897" fmla="*/ 1409630 w 1440502"/>
                    <a:gd name="connsiteY5897" fmla="*/ 620270 h 2360402"/>
                    <a:gd name="connsiteX5898" fmla="*/ 1422583 w 1440502"/>
                    <a:gd name="connsiteY5898" fmla="*/ 628049 h 2360402"/>
                    <a:gd name="connsiteX5899" fmla="*/ 1423416 w 1440502"/>
                    <a:gd name="connsiteY5899" fmla="*/ 630723 h 2360402"/>
                    <a:gd name="connsiteX5900" fmla="*/ 1421090 w 1440502"/>
                    <a:gd name="connsiteY5900" fmla="*/ 639903 h 2360402"/>
                    <a:gd name="connsiteX5901" fmla="*/ 1421958 w 1440502"/>
                    <a:gd name="connsiteY5901" fmla="*/ 645401 h 2360402"/>
                    <a:gd name="connsiteX5902" fmla="*/ 1421946 w 1440502"/>
                    <a:gd name="connsiteY5902" fmla="*/ 645633 h 2360402"/>
                    <a:gd name="connsiteX5903" fmla="*/ 1422039 w 1440502"/>
                    <a:gd name="connsiteY5903" fmla="*/ 645899 h 2360402"/>
                    <a:gd name="connsiteX5904" fmla="*/ 1423081 w 1440502"/>
                    <a:gd name="connsiteY5904" fmla="*/ 652509 h 2360402"/>
                    <a:gd name="connsiteX5905" fmla="*/ 1422051 w 1440502"/>
                    <a:gd name="connsiteY5905" fmla="*/ 652023 h 2360402"/>
                    <a:gd name="connsiteX5906" fmla="*/ 1421761 w 1440502"/>
                    <a:gd name="connsiteY5906" fmla="*/ 654083 h 2360402"/>
                    <a:gd name="connsiteX5907" fmla="*/ 1423347 w 1440502"/>
                    <a:gd name="connsiteY5907" fmla="*/ 652961 h 2360402"/>
                    <a:gd name="connsiteX5908" fmla="*/ 1424852 w 1440502"/>
                    <a:gd name="connsiteY5908" fmla="*/ 655137 h 2360402"/>
                    <a:gd name="connsiteX5909" fmla="*/ 1425153 w 1440502"/>
                    <a:gd name="connsiteY5909" fmla="*/ 656121 h 2360402"/>
                    <a:gd name="connsiteX5910" fmla="*/ 1426241 w 1440502"/>
                    <a:gd name="connsiteY5910" fmla="*/ 657151 h 2360402"/>
                    <a:gd name="connsiteX5911" fmla="*/ 1428776 w 1440502"/>
                    <a:gd name="connsiteY5911" fmla="*/ 660821 h 2360402"/>
                    <a:gd name="connsiteX5912" fmla="*/ 1429042 w 1440502"/>
                    <a:gd name="connsiteY5912" fmla="*/ 663228 h 2360402"/>
                    <a:gd name="connsiteX5913" fmla="*/ 1428660 w 1440502"/>
                    <a:gd name="connsiteY5913" fmla="*/ 664456 h 2360402"/>
                    <a:gd name="connsiteX5914" fmla="*/ 1429285 w 1440502"/>
                    <a:gd name="connsiteY5914" fmla="*/ 665544 h 2360402"/>
                    <a:gd name="connsiteX5915" fmla="*/ 1429505 w 1440502"/>
                    <a:gd name="connsiteY5915" fmla="*/ 667581 h 2360402"/>
                    <a:gd name="connsiteX5916" fmla="*/ 1427954 w 1440502"/>
                    <a:gd name="connsiteY5916" fmla="*/ 675777 h 2360402"/>
                    <a:gd name="connsiteX5917" fmla="*/ 1431022 w 1440502"/>
                    <a:gd name="connsiteY5917" fmla="*/ 683799 h 2360402"/>
                    <a:gd name="connsiteX5918" fmla="*/ 1426519 w 1440502"/>
                    <a:gd name="connsiteY5918" fmla="*/ 683370 h 2360402"/>
                    <a:gd name="connsiteX5919" fmla="*/ 1434182 w 1440502"/>
                    <a:gd name="connsiteY5919" fmla="*/ 684586 h 2360402"/>
                    <a:gd name="connsiteX5920" fmla="*/ 1440097 w 1440502"/>
                    <a:gd name="connsiteY5920" fmla="*/ 689494 h 2360402"/>
                    <a:gd name="connsiteX5921" fmla="*/ 1440502 w 1440502"/>
                    <a:gd name="connsiteY5921" fmla="*/ 690316 h 2360402"/>
                    <a:gd name="connsiteX5922" fmla="*/ 1439692 w 1440502"/>
                    <a:gd name="connsiteY5922" fmla="*/ 693603 h 2360402"/>
                    <a:gd name="connsiteX5923" fmla="*/ 1439657 w 1440502"/>
                    <a:gd name="connsiteY5923" fmla="*/ 693731 h 2360402"/>
                    <a:gd name="connsiteX5924" fmla="*/ 1439194 w 1440502"/>
                    <a:gd name="connsiteY5924" fmla="*/ 693731 h 2360402"/>
                    <a:gd name="connsiteX5925" fmla="*/ 1439218 w 1440502"/>
                    <a:gd name="connsiteY5925" fmla="*/ 693430 h 2360402"/>
                    <a:gd name="connsiteX5926" fmla="*/ 1438349 w 1440502"/>
                    <a:gd name="connsiteY5926" fmla="*/ 693465 h 2360402"/>
                    <a:gd name="connsiteX5927" fmla="*/ 1439542 w 1440502"/>
                    <a:gd name="connsiteY5927" fmla="*/ 689934 h 2360402"/>
                    <a:gd name="connsiteX5928" fmla="*/ 1437944 w 1440502"/>
                    <a:gd name="connsiteY5928" fmla="*/ 689668 h 2360402"/>
                    <a:gd name="connsiteX5929" fmla="*/ 1438801 w 1440502"/>
                    <a:gd name="connsiteY5929" fmla="*/ 691392 h 2360402"/>
                    <a:gd name="connsiteX5930" fmla="*/ 1437771 w 1440502"/>
                    <a:gd name="connsiteY5930" fmla="*/ 692469 h 2360402"/>
                    <a:gd name="connsiteX5931" fmla="*/ 1434680 w 1440502"/>
                    <a:gd name="connsiteY5931" fmla="*/ 691913 h 2360402"/>
                    <a:gd name="connsiteX5932" fmla="*/ 1434518 w 1440502"/>
                    <a:gd name="connsiteY5932" fmla="*/ 692284 h 2360402"/>
                    <a:gd name="connsiteX5933" fmla="*/ 1433522 w 1440502"/>
                    <a:gd name="connsiteY5933" fmla="*/ 691971 h 2360402"/>
                    <a:gd name="connsiteX5934" fmla="*/ 1433267 w 1440502"/>
                    <a:gd name="connsiteY5934" fmla="*/ 692979 h 2360402"/>
                    <a:gd name="connsiteX5935" fmla="*/ 1433129 w 1440502"/>
                    <a:gd name="connsiteY5935" fmla="*/ 692701 h 2360402"/>
                    <a:gd name="connsiteX5936" fmla="*/ 1432989 w 1440502"/>
                    <a:gd name="connsiteY5936" fmla="*/ 694090 h 2360402"/>
                    <a:gd name="connsiteX5937" fmla="*/ 1432237 w 1440502"/>
                    <a:gd name="connsiteY5937" fmla="*/ 697088 h 2360402"/>
                    <a:gd name="connsiteX5938" fmla="*/ 1432700 w 1440502"/>
                    <a:gd name="connsiteY5938" fmla="*/ 696879 h 2360402"/>
                    <a:gd name="connsiteX5939" fmla="*/ 1432677 w 1440502"/>
                    <a:gd name="connsiteY5939" fmla="*/ 697088 h 2360402"/>
                    <a:gd name="connsiteX5940" fmla="*/ 1434136 w 1440502"/>
                    <a:gd name="connsiteY5940" fmla="*/ 696220 h 2360402"/>
                    <a:gd name="connsiteX5941" fmla="*/ 1435722 w 1440502"/>
                    <a:gd name="connsiteY5941" fmla="*/ 699148 h 2360402"/>
                    <a:gd name="connsiteX5942" fmla="*/ 1437909 w 1440502"/>
                    <a:gd name="connsiteY5942" fmla="*/ 696139 h 2360402"/>
                    <a:gd name="connsiteX5943" fmla="*/ 1435409 w 1440502"/>
                    <a:gd name="connsiteY5943" fmla="*/ 700665 h 2360402"/>
                    <a:gd name="connsiteX5944" fmla="*/ 1431450 w 1440502"/>
                    <a:gd name="connsiteY5944" fmla="*/ 703026 h 2360402"/>
                    <a:gd name="connsiteX5945" fmla="*/ 1432156 w 1440502"/>
                    <a:gd name="connsiteY5945" fmla="*/ 703651 h 2360402"/>
                    <a:gd name="connsiteX5946" fmla="*/ 1431971 w 1440502"/>
                    <a:gd name="connsiteY5946" fmla="*/ 703790 h 2360402"/>
                    <a:gd name="connsiteX5947" fmla="*/ 1435096 w 1440502"/>
                    <a:gd name="connsiteY5947" fmla="*/ 706256 h 2360402"/>
                    <a:gd name="connsiteX5948" fmla="*/ 1437979 w 1440502"/>
                    <a:gd name="connsiteY5948" fmla="*/ 708802 h 2360402"/>
                    <a:gd name="connsiteX5949" fmla="*/ 1437967 w 1440502"/>
                    <a:gd name="connsiteY5949" fmla="*/ 708837 h 2360402"/>
                    <a:gd name="connsiteX5950" fmla="*/ 1436960 w 1440502"/>
                    <a:gd name="connsiteY5950" fmla="*/ 708710 h 2360402"/>
                    <a:gd name="connsiteX5951" fmla="*/ 1436648 w 1440502"/>
                    <a:gd name="connsiteY5951" fmla="*/ 712495 h 2360402"/>
                    <a:gd name="connsiteX5952" fmla="*/ 1436856 w 1440502"/>
                    <a:gd name="connsiteY5952" fmla="*/ 712472 h 2360402"/>
                    <a:gd name="connsiteX5953" fmla="*/ 1436949 w 1440502"/>
                    <a:gd name="connsiteY5953" fmla="*/ 712565 h 2360402"/>
                    <a:gd name="connsiteX5954" fmla="*/ 1436949 w 1440502"/>
                    <a:gd name="connsiteY5954" fmla="*/ 712576 h 2360402"/>
                    <a:gd name="connsiteX5955" fmla="*/ 1436648 w 1440502"/>
                    <a:gd name="connsiteY5955" fmla="*/ 712530 h 2360402"/>
                    <a:gd name="connsiteX5956" fmla="*/ 1436416 w 1440502"/>
                    <a:gd name="connsiteY5956" fmla="*/ 715332 h 2360402"/>
                    <a:gd name="connsiteX5957" fmla="*/ 1436138 w 1440502"/>
                    <a:gd name="connsiteY5957" fmla="*/ 716848 h 2360402"/>
                    <a:gd name="connsiteX5958" fmla="*/ 1429922 w 1440502"/>
                    <a:gd name="connsiteY5958" fmla="*/ 721258 h 2360402"/>
                    <a:gd name="connsiteX5959" fmla="*/ 1430536 w 1440502"/>
                    <a:gd name="connsiteY5959" fmla="*/ 723342 h 2360402"/>
                    <a:gd name="connsiteX5960" fmla="*/ 1430744 w 1440502"/>
                    <a:gd name="connsiteY5960" fmla="*/ 724048 h 2360402"/>
                    <a:gd name="connsiteX5961" fmla="*/ 1430594 w 1440502"/>
                    <a:gd name="connsiteY5961" fmla="*/ 724118 h 2360402"/>
                    <a:gd name="connsiteX5962" fmla="*/ 1430767 w 1440502"/>
                    <a:gd name="connsiteY5962" fmla="*/ 724129 h 2360402"/>
                    <a:gd name="connsiteX5963" fmla="*/ 1431045 w 1440502"/>
                    <a:gd name="connsiteY5963" fmla="*/ 725078 h 2360402"/>
                    <a:gd name="connsiteX5964" fmla="*/ 1428463 w 1440502"/>
                    <a:gd name="connsiteY5964" fmla="*/ 726143 h 2360402"/>
                    <a:gd name="connsiteX5965" fmla="*/ 1427838 w 1440502"/>
                    <a:gd name="connsiteY5965" fmla="*/ 728366 h 2360402"/>
                    <a:gd name="connsiteX5966" fmla="*/ 1424412 w 1440502"/>
                    <a:gd name="connsiteY5966" fmla="*/ 731873 h 2360402"/>
                    <a:gd name="connsiteX5967" fmla="*/ 1424076 w 1440502"/>
                    <a:gd name="connsiteY5967" fmla="*/ 732058 h 2360402"/>
                    <a:gd name="connsiteX5968" fmla="*/ 1424111 w 1440502"/>
                    <a:gd name="connsiteY5968" fmla="*/ 732186 h 2360402"/>
                    <a:gd name="connsiteX5969" fmla="*/ 1424701 w 1440502"/>
                    <a:gd name="connsiteY5969" fmla="*/ 734177 h 2360402"/>
                    <a:gd name="connsiteX5970" fmla="*/ 1425431 w 1440502"/>
                    <a:gd name="connsiteY5970" fmla="*/ 736631 h 2360402"/>
                    <a:gd name="connsiteX5971" fmla="*/ 1424933 w 1440502"/>
                    <a:gd name="connsiteY5971" fmla="*/ 737036 h 2360402"/>
                    <a:gd name="connsiteX5972" fmla="*/ 1424018 w 1440502"/>
                    <a:gd name="connsiteY5972" fmla="*/ 737765 h 2360402"/>
                    <a:gd name="connsiteX5973" fmla="*/ 1423984 w 1440502"/>
                    <a:gd name="connsiteY5973" fmla="*/ 737742 h 2360402"/>
                    <a:gd name="connsiteX5974" fmla="*/ 1423995 w 1440502"/>
                    <a:gd name="connsiteY5974" fmla="*/ 737777 h 2360402"/>
                    <a:gd name="connsiteX5975" fmla="*/ 1421252 w 1440502"/>
                    <a:gd name="connsiteY5975" fmla="*/ 739930 h 2360402"/>
                    <a:gd name="connsiteX5976" fmla="*/ 1419619 w 1440502"/>
                    <a:gd name="connsiteY5976" fmla="*/ 743287 h 2360402"/>
                    <a:gd name="connsiteX5977" fmla="*/ 1420383 w 1440502"/>
                    <a:gd name="connsiteY5977" fmla="*/ 743183 h 2360402"/>
                    <a:gd name="connsiteX5978" fmla="*/ 1421495 w 1440502"/>
                    <a:gd name="connsiteY5978" fmla="*/ 743056 h 2360402"/>
                    <a:gd name="connsiteX5979" fmla="*/ 1421055 w 1440502"/>
                    <a:gd name="connsiteY5979" fmla="*/ 743322 h 2360402"/>
                    <a:gd name="connsiteX5980" fmla="*/ 1421124 w 1440502"/>
                    <a:gd name="connsiteY5980" fmla="*/ 743241 h 2360402"/>
                    <a:gd name="connsiteX5981" fmla="*/ 1420789 w 1440502"/>
                    <a:gd name="connsiteY5981" fmla="*/ 743380 h 2360402"/>
                    <a:gd name="connsiteX5982" fmla="*/ 1420881 w 1440502"/>
                    <a:gd name="connsiteY5982" fmla="*/ 743426 h 2360402"/>
                    <a:gd name="connsiteX5983" fmla="*/ 1419006 w 1440502"/>
                    <a:gd name="connsiteY5983" fmla="*/ 744549 h 2360402"/>
                    <a:gd name="connsiteX5984" fmla="*/ 1419133 w 1440502"/>
                    <a:gd name="connsiteY5984" fmla="*/ 746274 h 2360402"/>
                    <a:gd name="connsiteX5985" fmla="*/ 1419110 w 1440502"/>
                    <a:gd name="connsiteY5985" fmla="*/ 746309 h 2360402"/>
                    <a:gd name="connsiteX5986" fmla="*/ 1418230 w 1440502"/>
                    <a:gd name="connsiteY5986" fmla="*/ 745290 h 2360402"/>
                    <a:gd name="connsiteX5987" fmla="*/ 1418149 w 1440502"/>
                    <a:gd name="connsiteY5987" fmla="*/ 746933 h 2360402"/>
                    <a:gd name="connsiteX5988" fmla="*/ 1416309 w 1440502"/>
                    <a:gd name="connsiteY5988" fmla="*/ 746690 h 2360402"/>
                    <a:gd name="connsiteX5989" fmla="*/ 1414769 w 1440502"/>
                    <a:gd name="connsiteY5989" fmla="*/ 743310 h 2360402"/>
                    <a:gd name="connsiteX5990" fmla="*/ 1415186 w 1440502"/>
                    <a:gd name="connsiteY5990" fmla="*/ 744746 h 2360402"/>
                    <a:gd name="connsiteX5991" fmla="*/ 1411470 w 1440502"/>
                    <a:gd name="connsiteY5991" fmla="*/ 748149 h 2360402"/>
                    <a:gd name="connsiteX5992" fmla="*/ 1409838 w 1440502"/>
                    <a:gd name="connsiteY5992" fmla="*/ 752663 h 2360402"/>
                    <a:gd name="connsiteX5993" fmla="*/ 1411725 w 1440502"/>
                    <a:gd name="connsiteY5993" fmla="*/ 758150 h 2360402"/>
                    <a:gd name="connsiteX5994" fmla="*/ 1411690 w 1440502"/>
                    <a:gd name="connsiteY5994" fmla="*/ 758741 h 2360402"/>
                    <a:gd name="connsiteX5995" fmla="*/ 1409699 w 1440502"/>
                    <a:gd name="connsiteY5995" fmla="*/ 759320 h 2360402"/>
                    <a:gd name="connsiteX5996" fmla="*/ 1406840 w 1440502"/>
                    <a:gd name="connsiteY5996" fmla="*/ 763394 h 2360402"/>
                    <a:gd name="connsiteX5997" fmla="*/ 1406041 w 1440502"/>
                    <a:gd name="connsiteY5997" fmla="*/ 764425 h 2360402"/>
                    <a:gd name="connsiteX5998" fmla="*/ 1402395 w 1440502"/>
                    <a:gd name="connsiteY5998" fmla="*/ 768696 h 2360402"/>
                    <a:gd name="connsiteX5999" fmla="*/ 1400670 w 1440502"/>
                    <a:gd name="connsiteY5999" fmla="*/ 768465 h 2360402"/>
                    <a:gd name="connsiteX6000" fmla="*/ 1395391 w 1440502"/>
                    <a:gd name="connsiteY6000" fmla="*/ 772991 h 2360402"/>
                    <a:gd name="connsiteX6001" fmla="*/ 1393863 w 1440502"/>
                    <a:gd name="connsiteY6001" fmla="*/ 775005 h 2360402"/>
                    <a:gd name="connsiteX6002" fmla="*/ 1394859 w 1440502"/>
                    <a:gd name="connsiteY6002" fmla="*/ 776718 h 2360402"/>
                    <a:gd name="connsiteX6003" fmla="*/ 1391363 w 1440502"/>
                    <a:gd name="connsiteY6003" fmla="*/ 779392 h 2360402"/>
                    <a:gd name="connsiteX6004" fmla="*/ 1391386 w 1440502"/>
                    <a:gd name="connsiteY6004" fmla="*/ 782205 h 2360402"/>
                    <a:gd name="connsiteX6005" fmla="*/ 1387624 w 1440502"/>
                    <a:gd name="connsiteY6005" fmla="*/ 783698 h 2360402"/>
                    <a:gd name="connsiteX6006" fmla="*/ 1384996 w 1440502"/>
                    <a:gd name="connsiteY6006" fmla="*/ 788746 h 2360402"/>
                    <a:gd name="connsiteX6007" fmla="*/ 1383850 w 1440502"/>
                    <a:gd name="connsiteY6007" fmla="*/ 789568 h 2360402"/>
                    <a:gd name="connsiteX6008" fmla="*/ 1383873 w 1440502"/>
                    <a:gd name="connsiteY6008" fmla="*/ 789776 h 2360402"/>
                    <a:gd name="connsiteX6009" fmla="*/ 1383804 w 1440502"/>
                    <a:gd name="connsiteY6009" fmla="*/ 789637 h 2360402"/>
                    <a:gd name="connsiteX6010" fmla="*/ 1383815 w 1440502"/>
                    <a:gd name="connsiteY6010" fmla="*/ 789591 h 2360402"/>
                    <a:gd name="connsiteX6011" fmla="*/ 1383491 w 1440502"/>
                    <a:gd name="connsiteY6011" fmla="*/ 789822 h 2360402"/>
                    <a:gd name="connsiteX6012" fmla="*/ 1383480 w 1440502"/>
                    <a:gd name="connsiteY6012" fmla="*/ 789834 h 2360402"/>
                    <a:gd name="connsiteX6013" fmla="*/ 1380794 w 1440502"/>
                    <a:gd name="connsiteY6013" fmla="*/ 791755 h 2360402"/>
                    <a:gd name="connsiteX6014" fmla="*/ 1381847 w 1440502"/>
                    <a:gd name="connsiteY6014" fmla="*/ 793052 h 2360402"/>
                    <a:gd name="connsiteX6015" fmla="*/ 1381361 w 1440502"/>
                    <a:gd name="connsiteY6015" fmla="*/ 793596 h 2360402"/>
                    <a:gd name="connsiteX6016" fmla="*/ 1381384 w 1440502"/>
                    <a:gd name="connsiteY6016" fmla="*/ 793596 h 2360402"/>
                    <a:gd name="connsiteX6017" fmla="*/ 1381292 w 1440502"/>
                    <a:gd name="connsiteY6017" fmla="*/ 793781 h 2360402"/>
                    <a:gd name="connsiteX6018" fmla="*/ 1381280 w 1440502"/>
                    <a:gd name="connsiteY6018" fmla="*/ 793677 h 2360402"/>
                    <a:gd name="connsiteX6019" fmla="*/ 1380782 w 1440502"/>
                    <a:gd name="connsiteY6019" fmla="*/ 794232 h 2360402"/>
                    <a:gd name="connsiteX6020" fmla="*/ 1376719 w 1440502"/>
                    <a:gd name="connsiteY6020" fmla="*/ 795761 h 2360402"/>
                    <a:gd name="connsiteX6021" fmla="*/ 1370654 w 1440502"/>
                    <a:gd name="connsiteY6021" fmla="*/ 805866 h 2360402"/>
                    <a:gd name="connsiteX6022" fmla="*/ 1369311 w 1440502"/>
                    <a:gd name="connsiteY6022" fmla="*/ 804848 h 2360402"/>
                    <a:gd name="connsiteX6023" fmla="*/ 1371290 w 1440502"/>
                    <a:gd name="connsiteY6023" fmla="*/ 801259 h 2360402"/>
                    <a:gd name="connsiteX6024" fmla="*/ 1367123 w 1440502"/>
                    <a:gd name="connsiteY6024" fmla="*/ 788896 h 2360402"/>
                    <a:gd name="connsiteX6025" fmla="*/ 1369832 w 1440502"/>
                    <a:gd name="connsiteY6025" fmla="*/ 782958 h 2360402"/>
                    <a:gd name="connsiteX6026" fmla="*/ 1367922 w 1440502"/>
                    <a:gd name="connsiteY6026" fmla="*/ 780249 h 2360402"/>
                    <a:gd name="connsiteX6027" fmla="*/ 1367528 w 1440502"/>
                    <a:gd name="connsiteY6027" fmla="*/ 781349 h 2360402"/>
                    <a:gd name="connsiteX6028" fmla="*/ 1366313 w 1440502"/>
                    <a:gd name="connsiteY6028" fmla="*/ 780897 h 2360402"/>
                    <a:gd name="connsiteX6029" fmla="*/ 1365120 w 1440502"/>
                    <a:gd name="connsiteY6029" fmla="*/ 780457 h 2360402"/>
                    <a:gd name="connsiteX6030" fmla="*/ 1361358 w 1440502"/>
                    <a:gd name="connsiteY6030" fmla="*/ 775746 h 2360402"/>
                    <a:gd name="connsiteX6031" fmla="*/ 1350072 w 1440502"/>
                    <a:gd name="connsiteY6031" fmla="*/ 774392 h 2360402"/>
                    <a:gd name="connsiteX6032" fmla="*/ 1361115 w 1440502"/>
                    <a:gd name="connsiteY6032" fmla="*/ 776521 h 2360402"/>
                    <a:gd name="connsiteX6033" fmla="*/ 1364148 w 1440502"/>
                    <a:gd name="connsiteY6033" fmla="*/ 782622 h 2360402"/>
                    <a:gd name="connsiteX6034" fmla="*/ 1366313 w 1440502"/>
                    <a:gd name="connsiteY6034" fmla="*/ 783444 h 2360402"/>
                    <a:gd name="connsiteX6035" fmla="*/ 1368350 w 1440502"/>
                    <a:gd name="connsiteY6035" fmla="*/ 784208 h 2360402"/>
                    <a:gd name="connsiteX6036" fmla="*/ 1366313 w 1440502"/>
                    <a:gd name="connsiteY6036" fmla="*/ 785377 h 2360402"/>
                    <a:gd name="connsiteX6037" fmla="*/ 1364287 w 1440502"/>
                    <a:gd name="connsiteY6037" fmla="*/ 786535 h 2360402"/>
                    <a:gd name="connsiteX6038" fmla="*/ 1364773 w 1440502"/>
                    <a:gd name="connsiteY6038" fmla="*/ 790702 h 2360402"/>
                    <a:gd name="connsiteX6039" fmla="*/ 1363905 w 1440502"/>
                    <a:gd name="connsiteY6039" fmla="*/ 789556 h 2360402"/>
                    <a:gd name="connsiteX6040" fmla="*/ 1362238 w 1440502"/>
                    <a:gd name="connsiteY6040" fmla="*/ 791188 h 2360402"/>
                    <a:gd name="connsiteX6041" fmla="*/ 1365930 w 1440502"/>
                    <a:gd name="connsiteY6041" fmla="*/ 791246 h 2360402"/>
                    <a:gd name="connsiteX6042" fmla="*/ 1366313 w 1440502"/>
                    <a:gd name="connsiteY6042" fmla="*/ 791813 h 2360402"/>
                    <a:gd name="connsiteX6043" fmla="*/ 1367262 w 1440502"/>
                    <a:gd name="connsiteY6043" fmla="*/ 793225 h 2360402"/>
                    <a:gd name="connsiteX6044" fmla="*/ 1366891 w 1440502"/>
                    <a:gd name="connsiteY6044" fmla="*/ 797613 h 2360402"/>
                    <a:gd name="connsiteX6045" fmla="*/ 1368651 w 1440502"/>
                    <a:gd name="connsiteY6045" fmla="*/ 798944 h 2360402"/>
                    <a:gd name="connsiteX6046" fmla="*/ 1366660 w 1440502"/>
                    <a:gd name="connsiteY6046" fmla="*/ 799685 h 2360402"/>
                    <a:gd name="connsiteX6047" fmla="*/ 1366313 w 1440502"/>
                    <a:gd name="connsiteY6047" fmla="*/ 800947 h 2360402"/>
                    <a:gd name="connsiteX6048" fmla="*/ 1365942 w 1440502"/>
                    <a:gd name="connsiteY6048" fmla="*/ 802243 h 2360402"/>
                    <a:gd name="connsiteX6049" fmla="*/ 1366313 w 1440502"/>
                    <a:gd name="connsiteY6049" fmla="*/ 801965 h 2360402"/>
                    <a:gd name="connsiteX6050" fmla="*/ 1368535 w 1440502"/>
                    <a:gd name="connsiteY6050" fmla="*/ 800217 h 2360402"/>
                    <a:gd name="connsiteX6051" fmla="*/ 1368686 w 1440502"/>
                    <a:gd name="connsiteY6051" fmla="*/ 804987 h 2360402"/>
                    <a:gd name="connsiteX6052" fmla="*/ 1369982 w 1440502"/>
                    <a:gd name="connsiteY6052" fmla="*/ 808830 h 2360402"/>
                    <a:gd name="connsiteX6053" fmla="*/ 1366313 w 1440502"/>
                    <a:gd name="connsiteY6053" fmla="*/ 816273 h 2360402"/>
                    <a:gd name="connsiteX6054" fmla="*/ 1360015 w 1440502"/>
                    <a:gd name="connsiteY6054" fmla="*/ 829041 h 2360402"/>
                    <a:gd name="connsiteX6055" fmla="*/ 1359691 w 1440502"/>
                    <a:gd name="connsiteY6055" fmla="*/ 829690 h 2360402"/>
                    <a:gd name="connsiteX6056" fmla="*/ 1352850 w 1440502"/>
                    <a:gd name="connsiteY6056" fmla="*/ 845167 h 2360402"/>
                    <a:gd name="connsiteX6057" fmla="*/ 1347456 w 1440502"/>
                    <a:gd name="connsiteY6057" fmla="*/ 863283 h 2360402"/>
                    <a:gd name="connsiteX6058" fmla="*/ 1347363 w 1440502"/>
                    <a:gd name="connsiteY6058" fmla="*/ 863584 h 2360402"/>
                    <a:gd name="connsiteX6059" fmla="*/ 1342281 w 1440502"/>
                    <a:gd name="connsiteY6059" fmla="*/ 883784 h 2360402"/>
                    <a:gd name="connsiteX6060" fmla="*/ 1338843 w 1440502"/>
                    <a:gd name="connsiteY6060" fmla="*/ 884686 h 2360402"/>
                    <a:gd name="connsiteX6061" fmla="*/ 1335266 w 1440502"/>
                    <a:gd name="connsiteY6061" fmla="*/ 883876 h 2360402"/>
                    <a:gd name="connsiteX6062" fmla="*/ 1335266 w 1440502"/>
                    <a:gd name="connsiteY6062" fmla="*/ 883911 h 2360402"/>
                    <a:gd name="connsiteX6063" fmla="*/ 1336632 w 1440502"/>
                    <a:gd name="connsiteY6063" fmla="*/ 885254 h 2360402"/>
                    <a:gd name="connsiteX6064" fmla="*/ 1340371 w 1440502"/>
                    <a:gd name="connsiteY6064" fmla="*/ 885902 h 2360402"/>
                    <a:gd name="connsiteX6065" fmla="*/ 1342408 w 1440502"/>
                    <a:gd name="connsiteY6065" fmla="*/ 884385 h 2360402"/>
                    <a:gd name="connsiteX6066" fmla="*/ 1341633 w 1440502"/>
                    <a:gd name="connsiteY6066" fmla="*/ 894989 h 2360402"/>
                    <a:gd name="connsiteX6067" fmla="*/ 1343844 w 1440502"/>
                    <a:gd name="connsiteY6067" fmla="*/ 903254 h 2360402"/>
                    <a:gd name="connsiteX6068" fmla="*/ 1345001 w 1440502"/>
                    <a:gd name="connsiteY6068" fmla="*/ 903984 h 2360402"/>
                    <a:gd name="connsiteX6069" fmla="*/ 1347317 w 1440502"/>
                    <a:gd name="connsiteY6069" fmla="*/ 902548 h 2360402"/>
                    <a:gd name="connsiteX6070" fmla="*/ 1345164 w 1440502"/>
                    <a:gd name="connsiteY6070" fmla="*/ 904088 h 2360402"/>
                    <a:gd name="connsiteX6071" fmla="*/ 1343659 w 1440502"/>
                    <a:gd name="connsiteY6071" fmla="*/ 904829 h 2360402"/>
                    <a:gd name="connsiteX6072" fmla="*/ 1342663 w 1440502"/>
                    <a:gd name="connsiteY6072" fmla="*/ 903069 h 2360402"/>
                    <a:gd name="connsiteX6073" fmla="*/ 1336840 w 1440502"/>
                    <a:gd name="connsiteY6073" fmla="*/ 902432 h 2360402"/>
                    <a:gd name="connsiteX6074" fmla="*/ 1341563 w 1440502"/>
                    <a:gd name="connsiteY6074" fmla="*/ 904018 h 2360402"/>
                    <a:gd name="connsiteX6075" fmla="*/ 1337686 w 1440502"/>
                    <a:gd name="connsiteY6075" fmla="*/ 904446 h 2360402"/>
                    <a:gd name="connsiteX6076" fmla="*/ 1342709 w 1440502"/>
                    <a:gd name="connsiteY6076" fmla="*/ 905141 h 2360402"/>
                    <a:gd name="connsiteX6077" fmla="*/ 1338137 w 1440502"/>
                    <a:gd name="connsiteY6077" fmla="*/ 905604 h 2360402"/>
                    <a:gd name="connsiteX6078" fmla="*/ 1336239 w 1440502"/>
                    <a:gd name="connsiteY6078" fmla="*/ 907271 h 2360402"/>
                    <a:gd name="connsiteX6079" fmla="*/ 1335428 w 1440502"/>
                    <a:gd name="connsiteY6079" fmla="*/ 911936 h 2360402"/>
                    <a:gd name="connsiteX6080" fmla="*/ 1330242 w 1440502"/>
                    <a:gd name="connsiteY6080" fmla="*/ 912688 h 2360402"/>
                    <a:gd name="connsiteX6081" fmla="*/ 1328506 w 1440502"/>
                    <a:gd name="connsiteY6081" fmla="*/ 915825 h 2360402"/>
                    <a:gd name="connsiteX6082" fmla="*/ 1328158 w 1440502"/>
                    <a:gd name="connsiteY6082" fmla="*/ 916532 h 2360402"/>
                    <a:gd name="connsiteX6083" fmla="*/ 1330485 w 1440502"/>
                    <a:gd name="connsiteY6083" fmla="*/ 913117 h 2360402"/>
                    <a:gd name="connsiteX6084" fmla="*/ 1329744 w 1440502"/>
                    <a:gd name="connsiteY6084" fmla="*/ 914460 h 2360402"/>
                    <a:gd name="connsiteX6085" fmla="*/ 1336192 w 1440502"/>
                    <a:gd name="connsiteY6085" fmla="*/ 911901 h 2360402"/>
                    <a:gd name="connsiteX6086" fmla="*/ 1337466 w 1440502"/>
                    <a:gd name="connsiteY6086" fmla="*/ 906577 h 2360402"/>
                    <a:gd name="connsiteX6087" fmla="*/ 1344075 w 1440502"/>
                    <a:gd name="connsiteY6087" fmla="*/ 906033 h 2360402"/>
                    <a:gd name="connsiteX6088" fmla="*/ 1349007 w 1440502"/>
                    <a:gd name="connsiteY6088" fmla="*/ 904446 h 2360402"/>
                    <a:gd name="connsiteX6089" fmla="*/ 1349053 w 1440502"/>
                    <a:gd name="connsiteY6089" fmla="*/ 903023 h 2360402"/>
                    <a:gd name="connsiteX6090" fmla="*/ 1349863 w 1440502"/>
                    <a:gd name="connsiteY6090" fmla="*/ 905674 h 2360402"/>
                    <a:gd name="connsiteX6091" fmla="*/ 1351970 w 1440502"/>
                    <a:gd name="connsiteY6091" fmla="*/ 906229 h 2360402"/>
                    <a:gd name="connsiteX6092" fmla="*/ 1348266 w 1440502"/>
                    <a:gd name="connsiteY6092" fmla="*/ 908683 h 2360402"/>
                    <a:gd name="connsiteX6093" fmla="*/ 1348486 w 1440502"/>
                    <a:gd name="connsiteY6093" fmla="*/ 911299 h 2360402"/>
                    <a:gd name="connsiteX6094" fmla="*/ 1351275 w 1440502"/>
                    <a:gd name="connsiteY6094" fmla="*/ 912770 h 2360402"/>
                    <a:gd name="connsiteX6095" fmla="*/ 1351137 w 1440502"/>
                    <a:gd name="connsiteY6095" fmla="*/ 913071 h 2360402"/>
                    <a:gd name="connsiteX6096" fmla="*/ 1351125 w 1440502"/>
                    <a:gd name="connsiteY6096" fmla="*/ 913094 h 2360402"/>
                    <a:gd name="connsiteX6097" fmla="*/ 1344469 w 1440502"/>
                    <a:gd name="connsiteY6097" fmla="*/ 927263 h 2360402"/>
                    <a:gd name="connsiteX6098" fmla="*/ 1343439 w 1440502"/>
                    <a:gd name="connsiteY6098" fmla="*/ 927263 h 2360402"/>
                    <a:gd name="connsiteX6099" fmla="*/ 1343786 w 1440502"/>
                    <a:gd name="connsiteY6099" fmla="*/ 928721 h 2360402"/>
                    <a:gd name="connsiteX6100" fmla="*/ 1341969 w 1440502"/>
                    <a:gd name="connsiteY6100" fmla="*/ 932587 h 2360402"/>
                    <a:gd name="connsiteX6101" fmla="*/ 1340776 w 1440502"/>
                    <a:gd name="connsiteY6101" fmla="*/ 933514 h 2360402"/>
                    <a:gd name="connsiteX6102" fmla="*/ 1339537 w 1440502"/>
                    <a:gd name="connsiteY6102" fmla="*/ 937750 h 2360402"/>
                    <a:gd name="connsiteX6103" fmla="*/ 1336007 w 1440502"/>
                    <a:gd name="connsiteY6103" fmla="*/ 944777 h 2360402"/>
                    <a:gd name="connsiteX6104" fmla="*/ 1337315 w 1440502"/>
                    <a:gd name="connsiteY6104" fmla="*/ 948250 h 2360402"/>
                    <a:gd name="connsiteX6105" fmla="*/ 1333518 w 1440502"/>
                    <a:gd name="connsiteY6105" fmla="*/ 950345 h 2360402"/>
                    <a:gd name="connsiteX6106" fmla="*/ 1333495 w 1440502"/>
                    <a:gd name="connsiteY6106" fmla="*/ 950530 h 2360402"/>
                    <a:gd name="connsiteX6107" fmla="*/ 1332893 w 1440502"/>
                    <a:gd name="connsiteY6107" fmla="*/ 950889 h 2360402"/>
                    <a:gd name="connsiteX6108" fmla="*/ 1333125 w 1440502"/>
                    <a:gd name="connsiteY6108" fmla="*/ 954153 h 2360402"/>
                    <a:gd name="connsiteX6109" fmla="*/ 1333090 w 1440502"/>
                    <a:gd name="connsiteY6109" fmla="*/ 954512 h 2360402"/>
                    <a:gd name="connsiteX6110" fmla="*/ 1332314 w 1440502"/>
                    <a:gd name="connsiteY6110" fmla="*/ 954570 h 2360402"/>
                    <a:gd name="connsiteX6111" fmla="*/ 1331863 w 1440502"/>
                    <a:gd name="connsiteY6111" fmla="*/ 954443 h 2360402"/>
                    <a:gd name="connsiteX6112" fmla="*/ 1331840 w 1440502"/>
                    <a:gd name="connsiteY6112" fmla="*/ 954605 h 2360402"/>
                    <a:gd name="connsiteX6113" fmla="*/ 1331238 w 1440502"/>
                    <a:gd name="connsiteY6113" fmla="*/ 954651 h 2360402"/>
                    <a:gd name="connsiteX6114" fmla="*/ 1331249 w 1440502"/>
                    <a:gd name="connsiteY6114" fmla="*/ 956642 h 2360402"/>
                    <a:gd name="connsiteX6115" fmla="*/ 1327325 w 1440502"/>
                    <a:gd name="connsiteY6115" fmla="*/ 959907 h 2360402"/>
                    <a:gd name="connsiteX6116" fmla="*/ 1327915 w 1440502"/>
                    <a:gd name="connsiteY6116" fmla="*/ 961747 h 2360402"/>
                    <a:gd name="connsiteX6117" fmla="*/ 1328054 w 1440502"/>
                    <a:gd name="connsiteY6117" fmla="*/ 962708 h 2360402"/>
                    <a:gd name="connsiteX6118" fmla="*/ 1324304 w 1440502"/>
                    <a:gd name="connsiteY6118" fmla="*/ 965648 h 2360402"/>
                    <a:gd name="connsiteX6119" fmla="*/ 1324280 w 1440502"/>
                    <a:gd name="connsiteY6119" fmla="*/ 965787 h 2360402"/>
                    <a:gd name="connsiteX6120" fmla="*/ 1324258 w 1440502"/>
                    <a:gd name="connsiteY6120" fmla="*/ 965799 h 2360402"/>
                    <a:gd name="connsiteX6121" fmla="*/ 1324118 w 1440502"/>
                    <a:gd name="connsiteY6121" fmla="*/ 966655 h 2360402"/>
                    <a:gd name="connsiteX6122" fmla="*/ 1323783 w 1440502"/>
                    <a:gd name="connsiteY6122" fmla="*/ 968473 h 2360402"/>
                    <a:gd name="connsiteX6123" fmla="*/ 1320866 w 1440502"/>
                    <a:gd name="connsiteY6123" fmla="*/ 968809 h 2360402"/>
                    <a:gd name="connsiteX6124" fmla="*/ 1319430 w 1440502"/>
                    <a:gd name="connsiteY6124" fmla="*/ 974307 h 2360402"/>
                    <a:gd name="connsiteX6125" fmla="*/ 1315066 w 1440502"/>
                    <a:gd name="connsiteY6125" fmla="*/ 977594 h 2360402"/>
                    <a:gd name="connsiteX6126" fmla="*/ 1315112 w 1440502"/>
                    <a:gd name="connsiteY6126" fmla="*/ 982329 h 2360402"/>
                    <a:gd name="connsiteX6127" fmla="*/ 1314557 w 1440502"/>
                    <a:gd name="connsiteY6127" fmla="*/ 982619 h 2360402"/>
                    <a:gd name="connsiteX6128" fmla="*/ 1312925 w 1440502"/>
                    <a:gd name="connsiteY6128" fmla="*/ 982862 h 2360402"/>
                    <a:gd name="connsiteX6129" fmla="*/ 1311825 w 1440502"/>
                    <a:gd name="connsiteY6129" fmla="*/ 989321 h 2360402"/>
                    <a:gd name="connsiteX6130" fmla="*/ 1308306 w 1440502"/>
                    <a:gd name="connsiteY6130" fmla="*/ 996452 h 2360402"/>
                    <a:gd name="connsiteX6131" fmla="*/ 1308908 w 1440502"/>
                    <a:gd name="connsiteY6131" fmla="*/ 997899 h 2360402"/>
                    <a:gd name="connsiteX6132" fmla="*/ 1308943 w 1440502"/>
                    <a:gd name="connsiteY6132" fmla="*/ 999195 h 2360402"/>
                    <a:gd name="connsiteX6133" fmla="*/ 1309521 w 1440502"/>
                    <a:gd name="connsiteY6133" fmla="*/ 999415 h 2360402"/>
                    <a:gd name="connsiteX6134" fmla="*/ 1309857 w 1440502"/>
                    <a:gd name="connsiteY6134" fmla="*/ 1000248 h 2360402"/>
                    <a:gd name="connsiteX6135" fmla="*/ 1306604 w 1440502"/>
                    <a:gd name="connsiteY6135" fmla="*/ 1000735 h 2360402"/>
                    <a:gd name="connsiteX6136" fmla="*/ 1299624 w 1440502"/>
                    <a:gd name="connsiteY6136" fmla="*/ 1007206 h 2360402"/>
                    <a:gd name="connsiteX6137" fmla="*/ 1300504 w 1440502"/>
                    <a:gd name="connsiteY6137" fmla="*/ 1010389 h 2360402"/>
                    <a:gd name="connsiteX6138" fmla="*/ 1302506 w 1440502"/>
                    <a:gd name="connsiteY6138" fmla="*/ 1011396 h 2360402"/>
                    <a:gd name="connsiteX6139" fmla="*/ 1302367 w 1440502"/>
                    <a:gd name="connsiteY6139" fmla="*/ 1011558 h 2360402"/>
                    <a:gd name="connsiteX6140" fmla="*/ 1301604 w 1440502"/>
                    <a:gd name="connsiteY6140" fmla="*/ 1011998 h 2360402"/>
                    <a:gd name="connsiteX6141" fmla="*/ 1301905 w 1440502"/>
                    <a:gd name="connsiteY6141" fmla="*/ 1012033 h 2360402"/>
                    <a:gd name="connsiteX6142" fmla="*/ 1301441 w 1440502"/>
                    <a:gd name="connsiteY6142" fmla="*/ 1012507 h 2360402"/>
                    <a:gd name="connsiteX6143" fmla="*/ 1304219 w 1440502"/>
                    <a:gd name="connsiteY6143" fmla="*/ 1012334 h 2360402"/>
                    <a:gd name="connsiteX6144" fmla="*/ 1302402 w 1440502"/>
                    <a:gd name="connsiteY6144" fmla="*/ 1015471 h 2360402"/>
                    <a:gd name="connsiteX6145" fmla="*/ 1304879 w 1440502"/>
                    <a:gd name="connsiteY6145" fmla="*/ 1016871 h 2360402"/>
                    <a:gd name="connsiteX6146" fmla="*/ 1304683 w 1440502"/>
                    <a:gd name="connsiteY6146" fmla="*/ 1017022 h 2360402"/>
                    <a:gd name="connsiteX6147" fmla="*/ 1303432 w 1440502"/>
                    <a:gd name="connsiteY6147" fmla="*/ 1016779 h 2360402"/>
                    <a:gd name="connsiteX6148" fmla="*/ 1302367 w 1440502"/>
                    <a:gd name="connsiteY6148" fmla="*/ 1018469 h 2360402"/>
                    <a:gd name="connsiteX6149" fmla="*/ 1304162 w 1440502"/>
                    <a:gd name="connsiteY6149" fmla="*/ 1019870 h 2360402"/>
                    <a:gd name="connsiteX6150" fmla="*/ 1303942 w 1440502"/>
                    <a:gd name="connsiteY6150" fmla="*/ 1020055 h 2360402"/>
                    <a:gd name="connsiteX6151" fmla="*/ 1302738 w 1440502"/>
                    <a:gd name="connsiteY6151" fmla="*/ 1020692 h 2360402"/>
                    <a:gd name="connsiteX6152" fmla="*/ 1303108 w 1440502"/>
                    <a:gd name="connsiteY6152" fmla="*/ 1021629 h 2360402"/>
                    <a:gd name="connsiteX6153" fmla="*/ 1301812 w 1440502"/>
                    <a:gd name="connsiteY6153" fmla="*/ 1027452 h 2360402"/>
                    <a:gd name="connsiteX6154" fmla="*/ 1302333 w 1440502"/>
                    <a:gd name="connsiteY6154" fmla="*/ 1027961 h 2360402"/>
                    <a:gd name="connsiteX6155" fmla="*/ 1302680 w 1440502"/>
                    <a:gd name="connsiteY6155" fmla="*/ 1031758 h 2360402"/>
                    <a:gd name="connsiteX6156" fmla="*/ 1302148 w 1440502"/>
                    <a:gd name="connsiteY6156" fmla="*/ 1033703 h 2360402"/>
                    <a:gd name="connsiteX6157" fmla="*/ 1303351 w 1440502"/>
                    <a:gd name="connsiteY6157" fmla="*/ 1040452 h 2360402"/>
                    <a:gd name="connsiteX6158" fmla="*/ 1303595 w 1440502"/>
                    <a:gd name="connsiteY6158" fmla="*/ 1041759 h 2360402"/>
                    <a:gd name="connsiteX6159" fmla="*/ 1303595 w 1440502"/>
                    <a:gd name="connsiteY6159" fmla="*/ 1041806 h 2360402"/>
                    <a:gd name="connsiteX6160" fmla="*/ 1301337 w 1440502"/>
                    <a:gd name="connsiteY6160" fmla="*/ 1042315 h 2360402"/>
                    <a:gd name="connsiteX6161" fmla="*/ 1301360 w 1440502"/>
                    <a:gd name="connsiteY6161" fmla="*/ 1042963 h 2360402"/>
                    <a:gd name="connsiteX6162" fmla="*/ 1300307 w 1440502"/>
                    <a:gd name="connsiteY6162" fmla="*/ 1047767 h 2360402"/>
                    <a:gd name="connsiteX6163" fmla="*/ 1297135 w 1440502"/>
                    <a:gd name="connsiteY6163" fmla="*/ 1050175 h 2360402"/>
                    <a:gd name="connsiteX6164" fmla="*/ 1298223 w 1440502"/>
                    <a:gd name="connsiteY6164" fmla="*/ 1052143 h 2360402"/>
                    <a:gd name="connsiteX6165" fmla="*/ 1296221 w 1440502"/>
                    <a:gd name="connsiteY6165" fmla="*/ 1054922 h 2360402"/>
                    <a:gd name="connsiteX6166" fmla="*/ 1297621 w 1440502"/>
                    <a:gd name="connsiteY6166" fmla="*/ 1057480 h 2360402"/>
                    <a:gd name="connsiteX6167" fmla="*/ 1296151 w 1440502"/>
                    <a:gd name="connsiteY6167" fmla="*/ 1060489 h 2360402"/>
                    <a:gd name="connsiteX6168" fmla="*/ 1291683 w 1440502"/>
                    <a:gd name="connsiteY6168" fmla="*/ 1068882 h 2360402"/>
                    <a:gd name="connsiteX6169" fmla="*/ 1288662 w 1440502"/>
                    <a:gd name="connsiteY6169" fmla="*/ 1070317 h 2360402"/>
                    <a:gd name="connsiteX6170" fmla="*/ 1282283 w 1440502"/>
                    <a:gd name="connsiteY6170" fmla="*/ 1079589 h 2360402"/>
                    <a:gd name="connsiteX6171" fmla="*/ 1278313 w 1440502"/>
                    <a:gd name="connsiteY6171" fmla="*/ 1078976 h 2360402"/>
                    <a:gd name="connsiteX6172" fmla="*/ 1279412 w 1440502"/>
                    <a:gd name="connsiteY6172" fmla="*/ 1079960 h 2360402"/>
                    <a:gd name="connsiteX6173" fmla="*/ 1279181 w 1440502"/>
                    <a:gd name="connsiteY6173" fmla="*/ 1080944 h 2360402"/>
                    <a:gd name="connsiteX6174" fmla="*/ 1278382 w 1440502"/>
                    <a:gd name="connsiteY6174" fmla="*/ 1081129 h 2360402"/>
                    <a:gd name="connsiteX6175" fmla="*/ 1278799 w 1440502"/>
                    <a:gd name="connsiteY6175" fmla="*/ 1082518 h 2360402"/>
                    <a:gd name="connsiteX6176" fmla="*/ 1277410 w 1440502"/>
                    <a:gd name="connsiteY6176" fmla="*/ 1088329 h 2360402"/>
                    <a:gd name="connsiteX6177" fmla="*/ 1274782 w 1440502"/>
                    <a:gd name="connsiteY6177" fmla="*/ 1090193 h 2360402"/>
                    <a:gd name="connsiteX6178" fmla="*/ 1274609 w 1440502"/>
                    <a:gd name="connsiteY6178" fmla="*/ 1090101 h 2360402"/>
                    <a:gd name="connsiteX6179" fmla="*/ 1274794 w 1440502"/>
                    <a:gd name="connsiteY6179" fmla="*/ 1089244 h 2360402"/>
                    <a:gd name="connsiteX6180" fmla="*/ 1273335 w 1440502"/>
                    <a:gd name="connsiteY6180" fmla="*/ 1089614 h 2360402"/>
                    <a:gd name="connsiteX6181" fmla="*/ 1264769 w 1440502"/>
                    <a:gd name="connsiteY6181" fmla="*/ 1104814 h 2360402"/>
                    <a:gd name="connsiteX6182" fmla="*/ 1260601 w 1440502"/>
                    <a:gd name="connsiteY6182" fmla="*/ 1107383 h 2360402"/>
                    <a:gd name="connsiteX6183" fmla="*/ 1251052 w 1440502"/>
                    <a:gd name="connsiteY6183" fmla="*/ 1113252 h 2360402"/>
                    <a:gd name="connsiteX6184" fmla="*/ 1245460 w 1440502"/>
                    <a:gd name="connsiteY6184" fmla="*/ 1119052 h 2360402"/>
                    <a:gd name="connsiteX6185" fmla="*/ 1245403 w 1440502"/>
                    <a:gd name="connsiteY6185" fmla="*/ 1121147 h 2360402"/>
                    <a:gd name="connsiteX6186" fmla="*/ 1241930 w 1440502"/>
                    <a:gd name="connsiteY6186" fmla="*/ 1119712 h 2360402"/>
                    <a:gd name="connsiteX6187" fmla="*/ 1237242 w 1440502"/>
                    <a:gd name="connsiteY6187" fmla="*/ 1120973 h 2360402"/>
                    <a:gd name="connsiteX6188" fmla="*/ 1228895 w 1440502"/>
                    <a:gd name="connsiteY6188" fmla="*/ 1132422 h 2360402"/>
                    <a:gd name="connsiteX6189" fmla="*/ 1229544 w 1440502"/>
                    <a:gd name="connsiteY6189" fmla="*/ 1130304 h 2360402"/>
                    <a:gd name="connsiteX6190" fmla="*/ 1227900 w 1440502"/>
                    <a:gd name="connsiteY6190" fmla="*/ 1132468 h 2360402"/>
                    <a:gd name="connsiteX6191" fmla="*/ 1225863 w 1440502"/>
                    <a:gd name="connsiteY6191" fmla="*/ 1131542 h 2360402"/>
                    <a:gd name="connsiteX6192" fmla="*/ 1226754 w 1440502"/>
                    <a:gd name="connsiteY6192" fmla="*/ 1132676 h 2360402"/>
                    <a:gd name="connsiteX6193" fmla="*/ 1225376 w 1440502"/>
                    <a:gd name="connsiteY6193" fmla="*/ 1133406 h 2360402"/>
                    <a:gd name="connsiteX6194" fmla="*/ 1226164 w 1440502"/>
                    <a:gd name="connsiteY6194" fmla="*/ 1133441 h 2360402"/>
                    <a:gd name="connsiteX6195" fmla="*/ 1227402 w 1440502"/>
                    <a:gd name="connsiteY6195" fmla="*/ 1133499 h 2360402"/>
                    <a:gd name="connsiteX6196" fmla="*/ 1225446 w 1440502"/>
                    <a:gd name="connsiteY6196" fmla="*/ 1133672 h 2360402"/>
                    <a:gd name="connsiteX6197" fmla="*/ 1223027 w 1440502"/>
                    <a:gd name="connsiteY6197" fmla="*/ 1133892 h 2360402"/>
                    <a:gd name="connsiteX6198" fmla="*/ 1224022 w 1440502"/>
                    <a:gd name="connsiteY6198" fmla="*/ 1134135 h 2360402"/>
                    <a:gd name="connsiteX6199" fmla="*/ 1226869 w 1440502"/>
                    <a:gd name="connsiteY6199" fmla="*/ 1134830 h 2360402"/>
                    <a:gd name="connsiteX6200" fmla="*/ 1229370 w 1440502"/>
                    <a:gd name="connsiteY6200" fmla="*/ 1132399 h 2360402"/>
                    <a:gd name="connsiteX6201" fmla="*/ 1229625 w 1440502"/>
                    <a:gd name="connsiteY6201" fmla="*/ 1132144 h 2360402"/>
                    <a:gd name="connsiteX6202" fmla="*/ 1229567 w 1440502"/>
                    <a:gd name="connsiteY6202" fmla="*/ 1132329 h 2360402"/>
                    <a:gd name="connsiteX6203" fmla="*/ 1225006 w 1440502"/>
                    <a:gd name="connsiteY6203" fmla="*/ 1146151 h 2360402"/>
                    <a:gd name="connsiteX6204" fmla="*/ 1219681 w 1440502"/>
                    <a:gd name="connsiteY6204" fmla="*/ 1162288 h 2360402"/>
                    <a:gd name="connsiteX6205" fmla="*/ 1212816 w 1440502"/>
                    <a:gd name="connsiteY6205" fmla="*/ 1160065 h 2360402"/>
                    <a:gd name="connsiteX6206" fmla="*/ 1214020 w 1440502"/>
                    <a:gd name="connsiteY6206" fmla="*/ 1155990 h 2360402"/>
                    <a:gd name="connsiteX6207" fmla="*/ 1212168 w 1440502"/>
                    <a:gd name="connsiteY6207" fmla="*/ 1151233 h 2360402"/>
                    <a:gd name="connsiteX6208" fmla="*/ 1199956 w 1440502"/>
                    <a:gd name="connsiteY6208" fmla="*/ 1150330 h 2360402"/>
                    <a:gd name="connsiteX6209" fmla="*/ 1195719 w 1440502"/>
                    <a:gd name="connsiteY6209" fmla="*/ 1158514 h 2360402"/>
                    <a:gd name="connsiteX6210" fmla="*/ 1194469 w 1440502"/>
                    <a:gd name="connsiteY6210" fmla="*/ 1157206 h 2360402"/>
                    <a:gd name="connsiteX6211" fmla="*/ 1195360 w 1440502"/>
                    <a:gd name="connsiteY6211" fmla="*/ 1154902 h 2360402"/>
                    <a:gd name="connsiteX6212" fmla="*/ 1192512 w 1440502"/>
                    <a:gd name="connsiteY6212" fmla="*/ 1152657 h 2360402"/>
                    <a:gd name="connsiteX6213" fmla="*/ 1194874 w 1440502"/>
                    <a:gd name="connsiteY6213" fmla="*/ 1155817 h 2360402"/>
                    <a:gd name="connsiteX6214" fmla="*/ 1193519 w 1440502"/>
                    <a:gd name="connsiteY6214" fmla="*/ 1156917 h 2360402"/>
                    <a:gd name="connsiteX6215" fmla="*/ 1191227 w 1440502"/>
                    <a:gd name="connsiteY6215" fmla="*/ 1156199 h 2360402"/>
                    <a:gd name="connsiteX6216" fmla="*/ 1194573 w 1440502"/>
                    <a:gd name="connsiteY6216" fmla="*/ 1158989 h 2360402"/>
                    <a:gd name="connsiteX6217" fmla="*/ 1194596 w 1440502"/>
                    <a:gd name="connsiteY6217" fmla="*/ 1161443 h 2360402"/>
                    <a:gd name="connsiteX6218" fmla="*/ 1199794 w 1440502"/>
                    <a:gd name="connsiteY6218" fmla="*/ 1164997 h 2360402"/>
                    <a:gd name="connsiteX6219" fmla="*/ 1211404 w 1440502"/>
                    <a:gd name="connsiteY6219" fmla="*/ 1164406 h 2360402"/>
                    <a:gd name="connsiteX6220" fmla="*/ 1211207 w 1440502"/>
                    <a:gd name="connsiteY6220" fmla="*/ 1162149 h 2360402"/>
                    <a:gd name="connsiteX6221" fmla="*/ 1212782 w 1440502"/>
                    <a:gd name="connsiteY6221" fmla="*/ 1161200 h 2360402"/>
                    <a:gd name="connsiteX6222" fmla="*/ 1216451 w 1440502"/>
                    <a:gd name="connsiteY6222" fmla="*/ 1163550 h 2360402"/>
                    <a:gd name="connsiteX6223" fmla="*/ 1225585 w 1440502"/>
                    <a:gd name="connsiteY6223" fmla="*/ 1163318 h 2360402"/>
                    <a:gd name="connsiteX6224" fmla="*/ 1223582 w 1440502"/>
                    <a:gd name="connsiteY6224" fmla="*/ 1166003 h 2360402"/>
                    <a:gd name="connsiteX6225" fmla="*/ 1224033 w 1440502"/>
                    <a:gd name="connsiteY6225" fmla="*/ 1167636 h 2360402"/>
                    <a:gd name="connsiteX6226" fmla="*/ 1223721 w 1440502"/>
                    <a:gd name="connsiteY6226" fmla="*/ 1168180 h 2360402"/>
                    <a:gd name="connsiteX6227" fmla="*/ 1224485 w 1440502"/>
                    <a:gd name="connsiteY6227" fmla="*/ 1170946 h 2360402"/>
                    <a:gd name="connsiteX6228" fmla="*/ 1221406 w 1440502"/>
                    <a:gd name="connsiteY6228" fmla="*/ 1174072 h 2360402"/>
                    <a:gd name="connsiteX6229" fmla="*/ 1221927 w 1440502"/>
                    <a:gd name="connsiteY6229" fmla="*/ 1175565 h 2360402"/>
                    <a:gd name="connsiteX6230" fmla="*/ 1221938 w 1440502"/>
                    <a:gd name="connsiteY6230" fmla="*/ 1175658 h 2360402"/>
                    <a:gd name="connsiteX6231" fmla="*/ 1221452 w 1440502"/>
                    <a:gd name="connsiteY6231" fmla="*/ 1174454 h 2360402"/>
                    <a:gd name="connsiteX6232" fmla="*/ 1221139 w 1440502"/>
                    <a:gd name="connsiteY6232" fmla="*/ 1175623 h 2360402"/>
                    <a:gd name="connsiteX6233" fmla="*/ 1218153 w 1440502"/>
                    <a:gd name="connsiteY6233" fmla="*/ 1177811 h 2360402"/>
                    <a:gd name="connsiteX6234" fmla="*/ 1215722 w 1440502"/>
                    <a:gd name="connsiteY6234" fmla="*/ 1178563 h 2360402"/>
                    <a:gd name="connsiteX6235" fmla="*/ 1215166 w 1440502"/>
                    <a:gd name="connsiteY6235" fmla="*/ 1181422 h 2360402"/>
                    <a:gd name="connsiteX6236" fmla="*/ 1210270 w 1440502"/>
                    <a:gd name="connsiteY6236" fmla="*/ 1180855 h 2360402"/>
                    <a:gd name="connsiteX6237" fmla="*/ 1210223 w 1440502"/>
                    <a:gd name="connsiteY6237" fmla="*/ 1181168 h 2360402"/>
                    <a:gd name="connsiteX6238" fmla="*/ 1207735 w 1440502"/>
                    <a:gd name="connsiteY6238" fmla="*/ 1184236 h 2360402"/>
                    <a:gd name="connsiteX6239" fmla="*/ 1204817 w 1440502"/>
                    <a:gd name="connsiteY6239" fmla="*/ 1186250 h 2360402"/>
                    <a:gd name="connsiteX6240" fmla="*/ 1203151 w 1440502"/>
                    <a:gd name="connsiteY6240" fmla="*/ 1192373 h 2360402"/>
                    <a:gd name="connsiteX6241" fmla="*/ 1201102 w 1440502"/>
                    <a:gd name="connsiteY6241" fmla="*/ 1192755 h 2360402"/>
                    <a:gd name="connsiteX6242" fmla="*/ 1202757 w 1440502"/>
                    <a:gd name="connsiteY6242" fmla="*/ 1194364 h 2360402"/>
                    <a:gd name="connsiteX6243" fmla="*/ 1203116 w 1440502"/>
                    <a:gd name="connsiteY6243" fmla="*/ 1203104 h 2360402"/>
                    <a:gd name="connsiteX6244" fmla="*/ 1204470 w 1440502"/>
                    <a:gd name="connsiteY6244" fmla="*/ 1205639 h 2360402"/>
                    <a:gd name="connsiteX6245" fmla="*/ 1210050 w 1440502"/>
                    <a:gd name="connsiteY6245" fmla="*/ 1206137 h 2360402"/>
                    <a:gd name="connsiteX6246" fmla="*/ 1210328 w 1440502"/>
                    <a:gd name="connsiteY6246" fmla="*/ 1206496 h 2360402"/>
                    <a:gd name="connsiteX6247" fmla="*/ 1210976 w 1440502"/>
                    <a:gd name="connsiteY6247" fmla="*/ 1209888 h 2360402"/>
                    <a:gd name="connsiteX6248" fmla="*/ 1210617 w 1440502"/>
                    <a:gd name="connsiteY6248" fmla="*/ 1210675 h 2360402"/>
                    <a:gd name="connsiteX6249" fmla="*/ 1209216 w 1440502"/>
                    <a:gd name="connsiteY6249" fmla="*/ 1211265 h 2360402"/>
                    <a:gd name="connsiteX6250" fmla="*/ 1205014 w 1440502"/>
                    <a:gd name="connsiteY6250" fmla="*/ 1220109 h 2360402"/>
                    <a:gd name="connsiteX6251" fmla="*/ 1204343 w 1440502"/>
                    <a:gd name="connsiteY6251" fmla="*/ 1220572 h 2360402"/>
                    <a:gd name="connsiteX6252" fmla="*/ 1203000 w 1440502"/>
                    <a:gd name="connsiteY6252" fmla="*/ 1223941 h 2360402"/>
                    <a:gd name="connsiteX6253" fmla="*/ 1198775 w 1440502"/>
                    <a:gd name="connsiteY6253" fmla="*/ 1227147 h 2360402"/>
                    <a:gd name="connsiteX6254" fmla="*/ 1197710 w 1440502"/>
                    <a:gd name="connsiteY6254" fmla="*/ 1233977 h 2360402"/>
                    <a:gd name="connsiteX6255" fmla="*/ 1197479 w 1440502"/>
                    <a:gd name="connsiteY6255" fmla="*/ 1234151 h 2360402"/>
                    <a:gd name="connsiteX6256" fmla="*/ 1192292 w 1440502"/>
                    <a:gd name="connsiteY6256" fmla="*/ 1237056 h 2360402"/>
                    <a:gd name="connsiteX6257" fmla="*/ 1192246 w 1440502"/>
                    <a:gd name="connsiteY6257" fmla="*/ 1240726 h 2360402"/>
                    <a:gd name="connsiteX6258" fmla="*/ 1191910 w 1440502"/>
                    <a:gd name="connsiteY6258" fmla="*/ 1242705 h 2360402"/>
                    <a:gd name="connsiteX6259" fmla="*/ 1191100 w 1440502"/>
                    <a:gd name="connsiteY6259" fmla="*/ 1243400 h 2360402"/>
                    <a:gd name="connsiteX6260" fmla="*/ 1187245 w 1440502"/>
                    <a:gd name="connsiteY6260" fmla="*/ 1245599 h 2360402"/>
                    <a:gd name="connsiteX6261" fmla="*/ 1182407 w 1440502"/>
                    <a:gd name="connsiteY6261" fmla="*/ 1246074 h 2360402"/>
                    <a:gd name="connsiteX6262" fmla="*/ 1177695 w 1440502"/>
                    <a:gd name="connsiteY6262" fmla="*/ 1249697 h 2360402"/>
                    <a:gd name="connsiteX6263" fmla="*/ 1177394 w 1440502"/>
                    <a:gd name="connsiteY6263" fmla="*/ 1249651 h 2360402"/>
                    <a:gd name="connsiteX6264" fmla="*/ 1177140 w 1440502"/>
                    <a:gd name="connsiteY6264" fmla="*/ 1249280 h 2360402"/>
                    <a:gd name="connsiteX6265" fmla="*/ 1177290 w 1440502"/>
                    <a:gd name="connsiteY6265" fmla="*/ 1248447 h 2360402"/>
                    <a:gd name="connsiteX6266" fmla="*/ 1177047 w 1440502"/>
                    <a:gd name="connsiteY6266" fmla="*/ 1249141 h 2360402"/>
                    <a:gd name="connsiteX6267" fmla="*/ 1176781 w 1440502"/>
                    <a:gd name="connsiteY6267" fmla="*/ 1248760 h 2360402"/>
                    <a:gd name="connsiteX6268" fmla="*/ 1175577 w 1440502"/>
                    <a:gd name="connsiteY6268" fmla="*/ 1250947 h 2360402"/>
                    <a:gd name="connsiteX6269" fmla="*/ 1171710 w 1440502"/>
                    <a:gd name="connsiteY6269" fmla="*/ 1251202 h 2360402"/>
                    <a:gd name="connsiteX6270" fmla="*/ 1170703 w 1440502"/>
                    <a:gd name="connsiteY6270" fmla="*/ 1251862 h 2360402"/>
                    <a:gd name="connsiteX6271" fmla="*/ 1165702 w 1440502"/>
                    <a:gd name="connsiteY6271" fmla="*/ 1255114 h 2360402"/>
                    <a:gd name="connsiteX6272" fmla="*/ 1160042 w 1440502"/>
                    <a:gd name="connsiteY6272" fmla="*/ 1265487 h 2360402"/>
                    <a:gd name="connsiteX6273" fmla="*/ 1154902 w 1440502"/>
                    <a:gd name="connsiteY6273" fmla="*/ 1269330 h 2360402"/>
                    <a:gd name="connsiteX6274" fmla="*/ 1151105 w 1440502"/>
                    <a:gd name="connsiteY6274" fmla="*/ 1272166 h 2360402"/>
                    <a:gd name="connsiteX6275" fmla="*/ 1150839 w 1440502"/>
                    <a:gd name="connsiteY6275" fmla="*/ 1272328 h 2360402"/>
                    <a:gd name="connsiteX6276" fmla="*/ 1150827 w 1440502"/>
                    <a:gd name="connsiteY6276" fmla="*/ 1272386 h 2360402"/>
                    <a:gd name="connsiteX6277" fmla="*/ 1144669 w 1440502"/>
                    <a:gd name="connsiteY6277" fmla="*/ 1276981 h 2360402"/>
                    <a:gd name="connsiteX6278" fmla="*/ 1133649 w 1440502"/>
                    <a:gd name="connsiteY6278" fmla="*/ 1284182 h 2360402"/>
                    <a:gd name="connsiteX6279" fmla="*/ 1131797 w 1440502"/>
                    <a:gd name="connsiteY6279" fmla="*/ 1294484 h 2360402"/>
                    <a:gd name="connsiteX6280" fmla="*/ 1127711 w 1440502"/>
                    <a:gd name="connsiteY6280" fmla="*/ 1302194 h 2360402"/>
                    <a:gd name="connsiteX6281" fmla="*/ 1124655 w 1440502"/>
                    <a:gd name="connsiteY6281" fmla="*/ 1301985 h 2360402"/>
                    <a:gd name="connsiteX6282" fmla="*/ 1124099 w 1440502"/>
                    <a:gd name="connsiteY6282" fmla="*/ 1301789 h 2360402"/>
                    <a:gd name="connsiteX6283" fmla="*/ 1110069 w 1440502"/>
                    <a:gd name="connsiteY6283" fmla="*/ 1293662 h 2360402"/>
                    <a:gd name="connsiteX6284" fmla="*/ 1105520 w 1440502"/>
                    <a:gd name="connsiteY6284" fmla="*/ 1292574 h 2360402"/>
                    <a:gd name="connsiteX6285" fmla="*/ 1093782 w 1440502"/>
                    <a:gd name="connsiteY6285" fmla="*/ 1296024 h 2360402"/>
                    <a:gd name="connsiteX6286" fmla="*/ 1093434 w 1440502"/>
                    <a:gd name="connsiteY6286" fmla="*/ 1296244 h 2360402"/>
                    <a:gd name="connsiteX6287" fmla="*/ 1083433 w 1440502"/>
                    <a:gd name="connsiteY6287" fmla="*/ 1302738 h 2360402"/>
                    <a:gd name="connsiteX6288" fmla="*/ 1077587 w 1440502"/>
                    <a:gd name="connsiteY6288" fmla="*/ 1299033 h 2360402"/>
                    <a:gd name="connsiteX6289" fmla="*/ 1070723 w 1440502"/>
                    <a:gd name="connsiteY6289" fmla="*/ 1299288 h 2360402"/>
                    <a:gd name="connsiteX6290" fmla="*/ 1060235 w 1440502"/>
                    <a:gd name="connsiteY6290" fmla="*/ 1301291 h 2360402"/>
                    <a:gd name="connsiteX6291" fmla="*/ 1059957 w 1440502"/>
                    <a:gd name="connsiteY6291" fmla="*/ 1301325 h 2360402"/>
                    <a:gd name="connsiteX6292" fmla="*/ 1059911 w 1440502"/>
                    <a:gd name="connsiteY6292" fmla="*/ 1301360 h 2360402"/>
                    <a:gd name="connsiteX6293" fmla="*/ 1059725 w 1440502"/>
                    <a:gd name="connsiteY6293" fmla="*/ 1301395 h 2360402"/>
                    <a:gd name="connsiteX6294" fmla="*/ 1051842 w 1440502"/>
                    <a:gd name="connsiteY6294" fmla="*/ 1305551 h 2360402"/>
                    <a:gd name="connsiteX6295" fmla="*/ 1049203 w 1440502"/>
                    <a:gd name="connsiteY6295" fmla="*/ 1306755 h 2360402"/>
                    <a:gd name="connsiteX6296" fmla="*/ 1047351 w 1440502"/>
                    <a:gd name="connsiteY6296" fmla="*/ 1307588 h 2360402"/>
                    <a:gd name="connsiteX6297" fmla="*/ 1041598 w 1440502"/>
                    <a:gd name="connsiteY6297" fmla="*/ 1308711 h 2360402"/>
                    <a:gd name="connsiteX6298" fmla="*/ 1041817 w 1440502"/>
                    <a:gd name="connsiteY6298" fmla="*/ 1308746 h 2360402"/>
                    <a:gd name="connsiteX6299" fmla="*/ 1033182 w 1440502"/>
                    <a:gd name="connsiteY6299" fmla="*/ 1308722 h 2360402"/>
                    <a:gd name="connsiteX6300" fmla="*/ 1031260 w 1440502"/>
                    <a:gd name="connsiteY6300" fmla="*/ 1308502 h 2360402"/>
                    <a:gd name="connsiteX6301" fmla="*/ 1031746 w 1440502"/>
                    <a:gd name="connsiteY6301" fmla="*/ 1308722 h 2360402"/>
                    <a:gd name="connsiteX6302" fmla="*/ 1028632 w 1440502"/>
                    <a:gd name="connsiteY6302" fmla="*/ 1308711 h 2360402"/>
                    <a:gd name="connsiteX6303" fmla="*/ 1024199 w 1440502"/>
                    <a:gd name="connsiteY6303" fmla="*/ 1304301 h 2360402"/>
                    <a:gd name="connsiteX6304" fmla="*/ 1024164 w 1440502"/>
                    <a:gd name="connsiteY6304" fmla="*/ 1304347 h 2360402"/>
                    <a:gd name="connsiteX6305" fmla="*/ 1021884 w 1440502"/>
                    <a:gd name="connsiteY6305" fmla="*/ 1307472 h 2360402"/>
                    <a:gd name="connsiteX6306" fmla="*/ 1013202 w 1440502"/>
                    <a:gd name="connsiteY6306" fmla="*/ 1308769 h 2360402"/>
                    <a:gd name="connsiteX6307" fmla="*/ 1008328 w 1440502"/>
                    <a:gd name="connsiteY6307" fmla="*/ 1315680 h 2360402"/>
                    <a:gd name="connsiteX6308" fmla="*/ 999635 w 1440502"/>
                    <a:gd name="connsiteY6308" fmla="*/ 1319963 h 2360402"/>
                    <a:gd name="connsiteX6309" fmla="*/ 977282 w 1440502"/>
                    <a:gd name="connsiteY6309" fmla="*/ 1346934 h 2360402"/>
                    <a:gd name="connsiteX6310" fmla="*/ 974330 w 1440502"/>
                    <a:gd name="connsiteY6310" fmla="*/ 1346946 h 2360402"/>
                    <a:gd name="connsiteX6311" fmla="*/ 972189 w 1440502"/>
                    <a:gd name="connsiteY6311" fmla="*/ 1350882 h 2360402"/>
                    <a:gd name="connsiteX6312" fmla="*/ 965753 w 1440502"/>
                    <a:gd name="connsiteY6312" fmla="*/ 1353741 h 2360402"/>
                    <a:gd name="connsiteX6313" fmla="*/ 965637 w 1440502"/>
                    <a:gd name="connsiteY6313" fmla="*/ 1356369 h 2360402"/>
                    <a:gd name="connsiteX6314" fmla="*/ 964224 w 1440502"/>
                    <a:gd name="connsiteY6314" fmla="*/ 1355778 h 2360402"/>
                    <a:gd name="connsiteX6315" fmla="*/ 964965 w 1440502"/>
                    <a:gd name="connsiteY6315" fmla="*/ 1354540 h 2360402"/>
                    <a:gd name="connsiteX6316" fmla="*/ 960925 w 1440502"/>
                    <a:gd name="connsiteY6316" fmla="*/ 1355535 h 2360402"/>
                    <a:gd name="connsiteX6317" fmla="*/ 964120 w 1440502"/>
                    <a:gd name="connsiteY6317" fmla="*/ 1355778 h 2360402"/>
                    <a:gd name="connsiteX6318" fmla="*/ 957406 w 1440502"/>
                    <a:gd name="connsiteY6318" fmla="*/ 1355825 h 2360402"/>
                    <a:gd name="connsiteX6319" fmla="*/ 954524 w 1440502"/>
                    <a:gd name="connsiteY6319" fmla="*/ 1357561 h 2360402"/>
                    <a:gd name="connsiteX6320" fmla="*/ 949338 w 1440502"/>
                    <a:gd name="connsiteY6320" fmla="*/ 1360687 h 2360402"/>
                    <a:gd name="connsiteX6321" fmla="*/ 943492 w 1440502"/>
                    <a:gd name="connsiteY6321" fmla="*/ 1361659 h 2360402"/>
                    <a:gd name="connsiteX6322" fmla="*/ 941327 w 1440502"/>
                    <a:gd name="connsiteY6322" fmla="*/ 1362018 h 2360402"/>
                    <a:gd name="connsiteX6323" fmla="*/ 936431 w 1440502"/>
                    <a:gd name="connsiteY6323" fmla="*/ 1357561 h 2360402"/>
                    <a:gd name="connsiteX6324" fmla="*/ 929636 w 1440502"/>
                    <a:gd name="connsiteY6324" fmla="*/ 1351380 h 2360402"/>
                    <a:gd name="connsiteX6325" fmla="*/ 916127 w 1440502"/>
                    <a:gd name="connsiteY6325" fmla="*/ 1345291 h 2360402"/>
                    <a:gd name="connsiteX6326" fmla="*/ 908660 w 1440502"/>
                    <a:gd name="connsiteY6326" fmla="*/ 1348381 h 2360402"/>
                    <a:gd name="connsiteX6327" fmla="*/ 907155 w 1440502"/>
                    <a:gd name="connsiteY6327" fmla="*/ 1348127 h 2360402"/>
                    <a:gd name="connsiteX6328" fmla="*/ 906623 w 1440502"/>
                    <a:gd name="connsiteY6328" fmla="*/ 1349215 h 2360402"/>
                    <a:gd name="connsiteX6329" fmla="*/ 909123 w 1440502"/>
                    <a:gd name="connsiteY6329" fmla="*/ 1349469 h 2360402"/>
                    <a:gd name="connsiteX6330" fmla="*/ 915617 w 1440502"/>
                    <a:gd name="connsiteY6330" fmla="*/ 1346113 h 2360402"/>
                    <a:gd name="connsiteX6331" fmla="*/ 927656 w 1440502"/>
                    <a:gd name="connsiteY6331" fmla="*/ 1353556 h 2360402"/>
                    <a:gd name="connsiteX6332" fmla="*/ 926869 w 1440502"/>
                    <a:gd name="connsiteY6332" fmla="*/ 1351877 h 2360402"/>
                    <a:gd name="connsiteX6333" fmla="*/ 928490 w 1440502"/>
                    <a:gd name="connsiteY6333" fmla="*/ 1352398 h 2360402"/>
                    <a:gd name="connsiteX6334" fmla="*/ 932263 w 1440502"/>
                    <a:gd name="connsiteY6334" fmla="*/ 1357561 h 2360402"/>
                    <a:gd name="connsiteX6335" fmla="*/ 934393 w 1440502"/>
                    <a:gd name="connsiteY6335" fmla="*/ 1360478 h 2360402"/>
                    <a:gd name="connsiteX6336" fmla="*/ 941802 w 1440502"/>
                    <a:gd name="connsiteY6336" fmla="*/ 1364530 h 2360402"/>
                    <a:gd name="connsiteX6337" fmla="*/ 940170 w 1440502"/>
                    <a:gd name="connsiteY6337" fmla="*/ 1366903 h 2360402"/>
                    <a:gd name="connsiteX6338" fmla="*/ 930770 w 1440502"/>
                    <a:gd name="connsiteY6338" fmla="*/ 1364924 h 2360402"/>
                    <a:gd name="connsiteX6339" fmla="*/ 929844 w 1440502"/>
                    <a:gd name="connsiteY6339" fmla="*/ 1366857 h 2360402"/>
                    <a:gd name="connsiteX6340" fmla="*/ 931465 w 1440502"/>
                    <a:gd name="connsiteY6340" fmla="*/ 1370676 h 2360402"/>
                    <a:gd name="connsiteX6341" fmla="*/ 929543 w 1440502"/>
                    <a:gd name="connsiteY6341" fmla="*/ 1372922 h 2360402"/>
                    <a:gd name="connsiteX6342" fmla="*/ 927830 w 1440502"/>
                    <a:gd name="connsiteY6342" fmla="*/ 1365271 h 2360402"/>
                    <a:gd name="connsiteX6343" fmla="*/ 925109 w 1440502"/>
                    <a:gd name="connsiteY6343" fmla="*/ 1366532 h 2360402"/>
                    <a:gd name="connsiteX6344" fmla="*/ 920375 w 1440502"/>
                    <a:gd name="connsiteY6344" fmla="*/ 1364437 h 2360402"/>
                    <a:gd name="connsiteX6345" fmla="*/ 916104 w 1440502"/>
                    <a:gd name="connsiteY6345" fmla="*/ 1366417 h 2360402"/>
                    <a:gd name="connsiteX6346" fmla="*/ 914113 w 1440502"/>
                    <a:gd name="connsiteY6346" fmla="*/ 1365074 h 2360402"/>
                    <a:gd name="connsiteX6347" fmla="*/ 910420 w 1440502"/>
                    <a:gd name="connsiteY6347" fmla="*/ 1366150 h 2360402"/>
                    <a:gd name="connsiteX6348" fmla="*/ 910466 w 1440502"/>
                    <a:gd name="connsiteY6348" fmla="*/ 1366498 h 2360402"/>
                    <a:gd name="connsiteX6349" fmla="*/ 914136 w 1440502"/>
                    <a:gd name="connsiteY6349" fmla="*/ 1365375 h 2360402"/>
                    <a:gd name="connsiteX6350" fmla="*/ 916138 w 1440502"/>
                    <a:gd name="connsiteY6350" fmla="*/ 1366648 h 2360402"/>
                    <a:gd name="connsiteX6351" fmla="*/ 920190 w 1440502"/>
                    <a:gd name="connsiteY6351" fmla="*/ 1364784 h 2360402"/>
                    <a:gd name="connsiteX6352" fmla="*/ 925318 w 1440502"/>
                    <a:gd name="connsiteY6352" fmla="*/ 1366984 h 2360402"/>
                    <a:gd name="connsiteX6353" fmla="*/ 927517 w 1440502"/>
                    <a:gd name="connsiteY6353" fmla="*/ 1365630 h 2360402"/>
                    <a:gd name="connsiteX6354" fmla="*/ 929381 w 1440502"/>
                    <a:gd name="connsiteY6354" fmla="*/ 1373420 h 2360402"/>
                    <a:gd name="connsiteX6355" fmla="*/ 932217 w 1440502"/>
                    <a:gd name="connsiteY6355" fmla="*/ 1370827 h 2360402"/>
                    <a:gd name="connsiteX6356" fmla="*/ 931233 w 1440502"/>
                    <a:gd name="connsiteY6356" fmla="*/ 1365456 h 2360402"/>
                    <a:gd name="connsiteX6357" fmla="*/ 938758 w 1440502"/>
                    <a:gd name="connsiteY6357" fmla="*/ 1368130 h 2360402"/>
                    <a:gd name="connsiteX6358" fmla="*/ 942936 w 1440502"/>
                    <a:gd name="connsiteY6358" fmla="*/ 1365769 h 2360402"/>
                    <a:gd name="connsiteX6359" fmla="*/ 943492 w 1440502"/>
                    <a:gd name="connsiteY6359" fmla="*/ 1365826 h 2360402"/>
                    <a:gd name="connsiteX6360" fmla="*/ 949662 w 1440502"/>
                    <a:gd name="connsiteY6360" fmla="*/ 1366567 h 2360402"/>
                    <a:gd name="connsiteX6361" fmla="*/ 950032 w 1440502"/>
                    <a:gd name="connsiteY6361" fmla="*/ 1366509 h 2360402"/>
                    <a:gd name="connsiteX6362" fmla="*/ 953065 w 1440502"/>
                    <a:gd name="connsiteY6362" fmla="*/ 1366070 h 2360402"/>
                    <a:gd name="connsiteX6363" fmla="*/ 957152 w 1440502"/>
                    <a:gd name="connsiteY6363" fmla="*/ 1365826 h 2360402"/>
                    <a:gd name="connsiteX6364" fmla="*/ 959004 w 1440502"/>
                    <a:gd name="connsiteY6364" fmla="*/ 1365201 h 2360402"/>
                    <a:gd name="connsiteX6365" fmla="*/ 966320 w 1440502"/>
                    <a:gd name="connsiteY6365" fmla="*/ 1364125 h 2360402"/>
                    <a:gd name="connsiteX6366" fmla="*/ 965313 w 1440502"/>
                    <a:gd name="connsiteY6366" fmla="*/ 1363419 h 2360402"/>
                    <a:gd name="connsiteX6367" fmla="*/ 976414 w 1440502"/>
                    <a:gd name="connsiteY6367" fmla="*/ 1359136 h 2360402"/>
                    <a:gd name="connsiteX6368" fmla="*/ 978138 w 1440502"/>
                    <a:gd name="connsiteY6368" fmla="*/ 1357561 h 2360402"/>
                    <a:gd name="connsiteX6369" fmla="*/ 981646 w 1440502"/>
                    <a:gd name="connsiteY6369" fmla="*/ 1354366 h 2360402"/>
                    <a:gd name="connsiteX6370" fmla="*/ 1002714 w 1440502"/>
                    <a:gd name="connsiteY6370" fmla="*/ 1343103 h 2360402"/>
                    <a:gd name="connsiteX6371" fmla="*/ 1009451 w 1440502"/>
                    <a:gd name="connsiteY6371" fmla="*/ 1342026 h 2360402"/>
                    <a:gd name="connsiteX6372" fmla="*/ 1019928 w 1440502"/>
                    <a:gd name="connsiteY6372" fmla="*/ 1336852 h 2360402"/>
                    <a:gd name="connsiteX6373" fmla="*/ 1025368 w 1440502"/>
                    <a:gd name="connsiteY6373" fmla="*/ 1333506 h 2360402"/>
                    <a:gd name="connsiteX6374" fmla="*/ 1026757 w 1440502"/>
                    <a:gd name="connsiteY6374" fmla="*/ 1331226 h 2360402"/>
                    <a:gd name="connsiteX6375" fmla="*/ 1029316 w 1440502"/>
                    <a:gd name="connsiteY6375" fmla="*/ 1329247 h 2360402"/>
                    <a:gd name="connsiteX6376" fmla="*/ 1042940 w 1440502"/>
                    <a:gd name="connsiteY6376" fmla="*/ 1327047 h 2360402"/>
                    <a:gd name="connsiteX6377" fmla="*/ 1049203 w 1440502"/>
                    <a:gd name="connsiteY6377" fmla="*/ 1323320 h 2360402"/>
                    <a:gd name="connsiteX6378" fmla="*/ 1058487 w 1440502"/>
                    <a:gd name="connsiteY6378" fmla="*/ 1317786 h 2360402"/>
                    <a:gd name="connsiteX6379" fmla="*/ 1061473 w 1440502"/>
                    <a:gd name="connsiteY6379" fmla="*/ 1311848 h 2360402"/>
                    <a:gd name="connsiteX6380" fmla="*/ 1067122 w 1440502"/>
                    <a:gd name="connsiteY6380" fmla="*/ 1308803 h 2360402"/>
                    <a:gd name="connsiteX6381" fmla="*/ 1078293 w 1440502"/>
                    <a:gd name="connsiteY6381" fmla="*/ 1308595 h 2360402"/>
                    <a:gd name="connsiteX6382" fmla="*/ 1080053 w 1440502"/>
                    <a:gd name="connsiteY6382" fmla="*/ 1309417 h 2360402"/>
                    <a:gd name="connsiteX6383" fmla="*/ 1083514 w 1440502"/>
                    <a:gd name="connsiteY6383" fmla="*/ 1312473 h 2360402"/>
                    <a:gd name="connsiteX6384" fmla="*/ 1084787 w 1440502"/>
                    <a:gd name="connsiteY6384" fmla="*/ 1315877 h 2360402"/>
                    <a:gd name="connsiteX6385" fmla="*/ 1088179 w 1440502"/>
                    <a:gd name="connsiteY6385" fmla="*/ 1316768 h 2360402"/>
                    <a:gd name="connsiteX6386" fmla="*/ 1100588 w 1440502"/>
                    <a:gd name="connsiteY6386" fmla="*/ 1313237 h 2360402"/>
                    <a:gd name="connsiteX6387" fmla="*/ 1104513 w 1440502"/>
                    <a:gd name="connsiteY6387" fmla="*/ 1314927 h 2360402"/>
                    <a:gd name="connsiteX6388" fmla="*/ 1104883 w 1440502"/>
                    <a:gd name="connsiteY6388" fmla="*/ 1322359 h 2360402"/>
                    <a:gd name="connsiteX6389" fmla="*/ 1101780 w 1440502"/>
                    <a:gd name="connsiteY6389" fmla="*/ 1343392 h 2360402"/>
                    <a:gd name="connsiteX6390" fmla="*/ 1097775 w 1440502"/>
                    <a:gd name="connsiteY6390" fmla="*/ 1351461 h 2360402"/>
                    <a:gd name="connsiteX6391" fmla="*/ 1088584 w 1440502"/>
                    <a:gd name="connsiteY6391" fmla="*/ 1357561 h 2360402"/>
                    <a:gd name="connsiteX6392" fmla="*/ 1088237 w 1440502"/>
                    <a:gd name="connsiteY6392" fmla="*/ 1357781 h 2360402"/>
                    <a:gd name="connsiteX6393" fmla="*/ 1087890 w 1440502"/>
                    <a:gd name="connsiteY6393" fmla="*/ 1357561 h 2360402"/>
                    <a:gd name="connsiteX6394" fmla="*/ 1086061 w 1440502"/>
                    <a:gd name="connsiteY6394" fmla="*/ 1356403 h 2360402"/>
                    <a:gd name="connsiteX6395" fmla="*/ 1084602 w 1440502"/>
                    <a:gd name="connsiteY6395" fmla="*/ 1357561 h 2360402"/>
                    <a:gd name="connsiteX6396" fmla="*/ 1083248 w 1440502"/>
                    <a:gd name="connsiteY6396" fmla="*/ 1358638 h 2360402"/>
                    <a:gd name="connsiteX6397" fmla="*/ 1078629 w 1440502"/>
                    <a:gd name="connsiteY6397" fmla="*/ 1358128 h 2360402"/>
                    <a:gd name="connsiteX6398" fmla="*/ 1076568 w 1440502"/>
                    <a:gd name="connsiteY6398" fmla="*/ 1359517 h 2360402"/>
                    <a:gd name="connsiteX6399" fmla="*/ 1075955 w 1440502"/>
                    <a:gd name="connsiteY6399" fmla="*/ 1364634 h 2360402"/>
                    <a:gd name="connsiteX6400" fmla="*/ 1069125 w 1440502"/>
                    <a:gd name="connsiteY6400" fmla="*/ 1366393 h 2360402"/>
                    <a:gd name="connsiteX6401" fmla="*/ 1067180 w 1440502"/>
                    <a:gd name="connsiteY6401" fmla="*/ 1369843 h 2360402"/>
                    <a:gd name="connsiteX6402" fmla="*/ 1067076 w 1440502"/>
                    <a:gd name="connsiteY6402" fmla="*/ 1369994 h 2360402"/>
                    <a:gd name="connsiteX6403" fmla="*/ 1064240 w 1440502"/>
                    <a:gd name="connsiteY6403" fmla="*/ 1373941 h 2360402"/>
                    <a:gd name="connsiteX6404" fmla="*/ 1067146 w 1440502"/>
                    <a:gd name="connsiteY6404" fmla="*/ 1370052 h 2360402"/>
                    <a:gd name="connsiteX6405" fmla="*/ 1069553 w 1440502"/>
                    <a:gd name="connsiteY6405" fmla="*/ 1366521 h 2360402"/>
                    <a:gd name="connsiteX6406" fmla="*/ 1074450 w 1440502"/>
                    <a:gd name="connsiteY6406" fmla="*/ 1366486 h 2360402"/>
                    <a:gd name="connsiteX6407" fmla="*/ 1077008 w 1440502"/>
                    <a:gd name="connsiteY6407" fmla="*/ 1364148 h 2360402"/>
                    <a:gd name="connsiteX6408" fmla="*/ 1076974 w 1440502"/>
                    <a:gd name="connsiteY6408" fmla="*/ 1363291 h 2360402"/>
                    <a:gd name="connsiteX6409" fmla="*/ 1076962 w 1440502"/>
                    <a:gd name="connsiteY6409" fmla="*/ 1361833 h 2360402"/>
                    <a:gd name="connsiteX6410" fmla="*/ 1079057 w 1440502"/>
                    <a:gd name="connsiteY6410" fmla="*/ 1361578 h 2360402"/>
                    <a:gd name="connsiteX6411" fmla="*/ 1083063 w 1440502"/>
                    <a:gd name="connsiteY6411" fmla="*/ 1363060 h 2360402"/>
                    <a:gd name="connsiteX6412" fmla="*/ 1084695 w 1440502"/>
                    <a:gd name="connsiteY6412" fmla="*/ 1360583 h 2360402"/>
                    <a:gd name="connsiteX6413" fmla="*/ 1086257 w 1440502"/>
                    <a:gd name="connsiteY6413" fmla="*/ 1363430 h 2360402"/>
                    <a:gd name="connsiteX6414" fmla="*/ 1092867 w 1440502"/>
                    <a:gd name="connsiteY6414" fmla="*/ 1367262 h 2360402"/>
                    <a:gd name="connsiteX6415" fmla="*/ 1096444 w 1440502"/>
                    <a:gd name="connsiteY6415" fmla="*/ 1365907 h 2360402"/>
                    <a:gd name="connsiteX6416" fmla="*/ 1098852 w 1440502"/>
                    <a:gd name="connsiteY6416" fmla="*/ 1359031 h 2360402"/>
                    <a:gd name="connsiteX6417" fmla="*/ 1101445 w 1440502"/>
                    <a:gd name="connsiteY6417" fmla="*/ 1361983 h 2360402"/>
                    <a:gd name="connsiteX6418" fmla="*/ 1103459 w 1440502"/>
                    <a:gd name="connsiteY6418" fmla="*/ 1372367 h 2360402"/>
                    <a:gd name="connsiteX6419" fmla="*/ 1112129 w 1440502"/>
                    <a:gd name="connsiteY6419" fmla="*/ 1375458 h 2360402"/>
                    <a:gd name="connsiteX6420" fmla="*/ 1110602 w 1440502"/>
                    <a:gd name="connsiteY6420" fmla="*/ 1375666 h 2360402"/>
                    <a:gd name="connsiteX6421" fmla="*/ 1112766 w 1440502"/>
                    <a:gd name="connsiteY6421" fmla="*/ 1379393 h 2360402"/>
                    <a:gd name="connsiteX6422" fmla="*/ 1121865 w 1440502"/>
                    <a:gd name="connsiteY6422" fmla="*/ 1379764 h 2360402"/>
                    <a:gd name="connsiteX6423" fmla="*/ 1122606 w 1440502"/>
                    <a:gd name="connsiteY6423" fmla="*/ 1381269 h 2360402"/>
                    <a:gd name="connsiteX6424" fmla="*/ 1130917 w 1440502"/>
                    <a:gd name="connsiteY6424" fmla="*/ 1383607 h 2360402"/>
                    <a:gd name="connsiteX6425" fmla="*/ 1133579 w 1440502"/>
                    <a:gd name="connsiteY6425" fmla="*/ 1382415 h 2360402"/>
                    <a:gd name="connsiteX6426" fmla="*/ 1136045 w 1440502"/>
                    <a:gd name="connsiteY6426" fmla="*/ 1384498 h 2360402"/>
                    <a:gd name="connsiteX6427" fmla="*/ 1141370 w 1440502"/>
                    <a:gd name="connsiteY6427" fmla="*/ 1383514 h 2360402"/>
                    <a:gd name="connsiteX6428" fmla="*/ 1144866 w 1440502"/>
                    <a:gd name="connsiteY6428" fmla="*/ 1386478 h 2360402"/>
                    <a:gd name="connsiteX6429" fmla="*/ 1144334 w 1440502"/>
                    <a:gd name="connsiteY6429" fmla="*/ 1388226 h 2360402"/>
                    <a:gd name="connsiteX6430" fmla="*/ 1147054 w 1440502"/>
                    <a:gd name="connsiteY6430" fmla="*/ 1386929 h 2360402"/>
                    <a:gd name="connsiteX6431" fmla="*/ 1150943 w 1440502"/>
                    <a:gd name="connsiteY6431" fmla="*/ 1388272 h 2360402"/>
                    <a:gd name="connsiteX6432" fmla="*/ 1152853 w 1440502"/>
                    <a:gd name="connsiteY6432" fmla="*/ 1393932 h 2360402"/>
                    <a:gd name="connsiteX6433" fmla="*/ 1154902 w 1440502"/>
                    <a:gd name="connsiteY6433" fmla="*/ 1396421 h 2360402"/>
                    <a:gd name="connsiteX6434" fmla="*/ 1160609 w 1440502"/>
                    <a:gd name="connsiteY6434" fmla="*/ 1403344 h 2360402"/>
                    <a:gd name="connsiteX6435" fmla="*/ 1166281 w 1440502"/>
                    <a:gd name="connsiteY6435" fmla="*/ 1407152 h 2360402"/>
                    <a:gd name="connsiteX6436" fmla="*/ 1170727 w 1440502"/>
                    <a:gd name="connsiteY6436" fmla="*/ 1407117 h 2360402"/>
                    <a:gd name="connsiteX6437" fmla="*/ 1171560 w 1440502"/>
                    <a:gd name="connsiteY6437" fmla="*/ 1409537 h 2360402"/>
                    <a:gd name="connsiteX6438" fmla="*/ 1175241 w 1440502"/>
                    <a:gd name="connsiteY6438" fmla="*/ 1411551 h 2360402"/>
                    <a:gd name="connsiteX6439" fmla="*/ 1175229 w 1440502"/>
                    <a:gd name="connsiteY6439" fmla="*/ 1411586 h 2360402"/>
                    <a:gd name="connsiteX6440" fmla="*/ 1171919 w 1440502"/>
                    <a:gd name="connsiteY6440" fmla="*/ 1417825 h 2360402"/>
                    <a:gd name="connsiteX6441" fmla="*/ 1169465 w 1440502"/>
                    <a:gd name="connsiteY6441" fmla="*/ 1420684 h 2360402"/>
                    <a:gd name="connsiteX6442" fmla="*/ 1165043 w 1440502"/>
                    <a:gd name="connsiteY6442" fmla="*/ 1422456 h 2360402"/>
                    <a:gd name="connsiteX6443" fmla="*/ 1164024 w 1440502"/>
                    <a:gd name="connsiteY6443" fmla="*/ 1422525 h 2360402"/>
                    <a:gd name="connsiteX6444" fmla="*/ 1163225 w 1440502"/>
                    <a:gd name="connsiteY6444" fmla="*/ 1423185 h 2360402"/>
                    <a:gd name="connsiteX6445" fmla="*/ 1160621 w 1440502"/>
                    <a:gd name="connsiteY6445" fmla="*/ 1424227 h 2360402"/>
                    <a:gd name="connsiteX6446" fmla="*/ 1160991 w 1440502"/>
                    <a:gd name="connsiteY6446" fmla="*/ 1426356 h 2360402"/>
                    <a:gd name="connsiteX6447" fmla="*/ 1155018 w 1440502"/>
                    <a:gd name="connsiteY6447" fmla="*/ 1432642 h 2360402"/>
                    <a:gd name="connsiteX6448" fmla="*/ 1154902 w 1440502"/>
                    <a:gd name="connsiteY6448" fmla="*/ 1432712 h 2360402"/>
                    <a:gd name="connsiteX6449" fmla="*/ 1146243 w 1440502"/>
                    <a:gd name="connsiteY6449" fmla="*/ 1437979 h 2360402"/>
                    <a:gd name="connsiteX6450" fmla="*/ 1138951 w 1440502"/>
                    <a:gd name="connsiteY6450" fmla="*/ 1446256 h 2360402"/>
                    <a:gd name="connsiteX6451" fmla="*/ 1138789 w 1440502"/>
                    <a:gd name="connsiteY6451" fmla="*/ 1446348 h 2360402"/>
                    <a:gd name="connsiteX6452" fmla="*/ 1138187 w 1440502"/>
                    <a:gd name="connsiteY6452" fmla="*/ 1445920 h 2360402"/>
                    <a:gd name="connsiteX6453" fmla="*/ 1137446 w 1440502"/>
                    <a:gd name="connsiteY6453" fmla="*/ 1445040 h 2360402"/>
                    <a:gd name="connsiteX6454" fmla="*/ 1137967 w 1440502"/>
                    <a:gd name="connsiteY6454" fmla="*/ 1445758 h 2360402"/>
                    <a:gd name="connsiteX6455" fmla="*/ 1136068 w 1440502"/>
                    <a:gd name="connsiteY6455" fmla="*/ 1444415 h 2360402"/>
                    <a:gd name="connsiteX6456" fmla="*/ 1135108 w 1440502"/>
                    <a:gd name="connsiteY6456" fmla="*/ 1447575 h 2360402"/>
                    <a:gd name="connsiteX6457" fmla="*/ 1134934 w 1440502"/>
                    <a:gd name="connsiteY6457" fmla="*/ 1447529 h 2360402"/>
                    <a:gd name="connsiteX6458" fmla="*/ 1135061 w 1440502"/>
                    <a:gd name="connsiteY6458" fmla="*/ 1447714 h 2360402"/>
                    <a:gd name="connsiteX6459" fmla="*/ 1134783 w 1440502"/>
                    <a:gd name="connsiteY6459" fmla="*/ 1448629 h 2360402"/>
                    <a:gd name="connsiteX6460" fmla="*/ 1131044 w 1440502"/>
                    <a:gd name="connsiteY6460" fmla="*/ 1448883 h 2360402"/>
                    <a:gd name="connsiteX6461" fmla="*/ 1127826 w 1440502"/>
                    <a:gd name="connsiteY6461" fmla="*/ 1451523 h 2360402"/>
                    <a:gd name="connsiteX6462" fmla="*/ 1128394 w 1440502"/>
                    <a:gd name="connsiteY6462" fmla="*/ 1450122 h 2360402"/>
                    <a:gd name="connsiteX6463" fmla="*/ 1123196 w 1440502"/>
                    <a:gd name="connsiteY6463" fmla="*/ 1451326 h 2360402"/>
                    <a:gd name="connsiteX6464" fmla="*/ 1110532 w 1440502"/>
                    <a:gd name="connsiteY6464" fmla="*/ 1456940 h 2360402"/>
                    <a:gd name="connsiteX6465" fmla="*/ 1104165 w 1440502"/>
                    <a:gd name="connsiteY6465" fmla="*/ 1461536 h 2360402"/>
                    <a:gd name="connsiteX6466" fmla="*/ 1102915 w 1440502"/>
                    <a:gd name="connsiteY6466" fmla="*/ 1463261 h 2360402"/>
                    <a:gd name="connsiteX6467" fmla="*/ 1100600 w 1440502"/>
                    <a:gd name="connsiteY6467" fmla="*/ 1466490 h 2360402"/>
                    <a:gd name="connsiteX6468" fmla="*/ 1100264 w 1440502"/>
                    <a:gd name="connsiteY6468" fmla="*/ 1466317 h 2360402"/>
                    <a:gd name="connsiteX6469" fmla="*/ 1100519 w 1440502"/>
                    <a:gd name="connsiteY6469" fmla="*/ 1465055 h 2360402"/>
                    <a:gd name="connsiteX6470" fmla="*/ 1098759 w 1440502"/>
                    <a:gd name="connsiteY6470" fmla="*/ 1465564 h 2360402"/>
                    <a:gd name="connsiteX6471" fmla="*/ 1097903 w 1440502"/>
                    <a:gd name="connsiteY6471" fmla="*/ 1465124 h 2360402"/>
                    <a:gd name="connsiteX6472" fmla="*/ 1098204 w 1440502"/>
                    <a:gd name="connsiteY6472" fmla="*/ 1463411 h 2360402"/>
                    <a:gd name="connsiteX6473" fmla="*/ 1093932 w 1440502"/>
                    <a:gd name="connsiteY6473" fmla="*/ 1463863 h 2360402"/>
                    <a:gd name="connsiteX6474" fmla="*/ 1092057 w 1440502"/>
                    <a:gd name="connsiteY6474" fmla="*/ 1466536 h 2360402"/>
                    <a:gd name="connsiteX6475" fmla="*/ 1091490 w 1440502"/>
                    <a:gd name="connsiteY6475" fmla="*/ 1466814 h 2360402"/>
                    <a:gd name="connsiteX6476" fmla="*/ 1087241 w 1440502"/>
                    <a:gd name="connsiteY6476" fmla="*/ 1463654 h 2360402"/>
                    <a:gd name="connsiteX6477" fmla="*/ 1081639 w 1440502"/>
                    <a:gd name="connsiteY6477" fmla="*/ 1464730 h 2360402"/>
                    <a:gd name="connsiteX6478" fmla="*/ 1081882 w 1440502"/>
                    <a:gd name="connsiteY6478" fmla="*/ 1463261 h 2360402"/>
                    <a:gd name="connsiteX6479" fmla="*/ 1082321 w 1440502"/>
                    <a:gd name="connsiteY6479" fmla="*/ 1460737 h 2360402"/>
                    <a:gd name="connsiteX6480" fmla="*/ 1077541 w 1440502"/>
                    <a:gd name="connsiteY6480" fmla="*/ 1461246 h 2360402"/>
                    <a:gd name="connsiteX6481" fmla="*/ 1079532 w 1440502"/>
                    <a:gd name="connsiteY6481" fmla="*/ 1459301 h 2360402"/>
                    <a:gd name="connsiteX6482" fmla="*/ 1076649 w 1440502"/>
                    <a:gd name="connsiteY6482" fmla="*/ 1454856 h 2360402"/>
                    <a:gd name="connsiteX6483" fmla="*/ 1072042 w 1440502"/>
                    <a:gd name="connsiteY6483" fmla="*/ 1452321 h 2360402"/>
                    <a:gd name="connsiteX6484" fmla="*/ 1063696 w 1440502"/>
                    <a:gd name="connsiteY6484" fmla="*/ 1449705 h 2360402"/>
                    <a:gd name="connsiteX6485" fmla="*/ 1057943 w 1440502"/>
                    <a:gd name="connsiteY6485" fmla="*/ 1450238 h 2360402"/>
                    <a:gd name="connsiteX6486" fmla="*/ 1057595 w 1440502"/>
                    <a:gd name="connsiteY6486" fmla="*/ 1448860 h 2360402"/>
                    <a:gd name="connsiteX6487" fmla="*/ 1057595 w 1440502"/>
                    <a:gd name="connsiteY6487" fmla="*/ 1448987 h 2360402"/>
                    <a:gd name="connsiteX6488" fmla="*/ 1057572 w 1440502"/>
                    <a:gd name="connsiteY6488" fmla="*/ 1448872 h 2360402"/>
                    <a:gd name="connsiteX6489" fmla="*/ 1057595 w 1440502"/>
                    <a:gd name="connsiteY6489" fmla="*/ 1449092 h 2360402"/>
                    <a:gd name="connsiteX6490" fmla="*/ 1057619 w 1440502"/>
                    <a:gd name="connsiteY6490" fmla="*/ 1450053 h 2360402"/>
                    <a:gd name="connsiteX6491" fmla="*/ 1049203 w 1440502"/>
                    <a:gd name="connsiteY6491" fmla="*/ 1453062 h 2360402"/>
                    <a:gd name="connsiteX6492" fmla="*/ 1048080 w 1440502"/>
                    <a:gd name="connsiteY6492" fmla="*/ 1453467 h 2360402"/>
                    <a:gd name="connsiteX6493" fmla="*/ 1040058 w 1440502"/>
                    <a:gd name="connsiteY6493" fmla="*/ 1461038 h 2360402"/>
                    <a:gd name="connsiteX6494" fmla="*/ 1035833 w 1440502"/>
                    <a:gd name="connsiteY6494" fmla="*/ 1459741 h 2360402"/>
                    <a:gd name="connsiteX6495" fmla="*/ 1039908 w 1440502"/>
                    <a:gd name="connsiteY6495" fmla="*/ 1462091 h 2360402"/>
                    <a:gd name="connsiteX6496" fmla="*/ 1039236 w 1440502"/>
                    <a:gd name="connsiteY6496" fmla="*/ 1463261 h 2360402"/>
                    <a:gd name="connsiteX6497" fmla="*/ 1036122 w 1440502"/>
                    <a:gd name="connsiteY6497" fmla="*/ 1468701 h 2360402"/>
                    <a:gd name="connsiteX6498" fmla="*/ 1037175 w 1440502"/>
                    <a:gd name="connsiteY6498" fmla="*/ 1464997 h 2360402"/>
                    <a:gd name="connsiteX6499" fmla="*/ 1035196 w 1440502"/>
                    <a:gd name="connsiteY6499" fmla="*/ 1468007 h 2360402"/>
                    <a:gd name="connsiteX6500" fmla="*/ 1034953 w 1440502"/>
                    <a:gd name="connsiteY6500" fmla="*/ 1467833 h 2360402"/>
                    <a:gd name="connsiteX6501" fmla="*/ 1033402 w 1440502"/>
                    <a:gd name="connsiteY6501" fmla="*/ 1470727 h 2360402"/>
                    <a:gd name="connsiteX6502" fmla="*/ 1032892 w 1440502"/>
                    <a:gd name="connsiteY6502" fmla="*/ 1471514 h 2360402"/>
                    <a:gd name="connsiteX6503" fmla="*/ 1026723 w 1440502"/>
                    <a:gd name="connsiteY6503" fmla="*/ 1476029 h 2360402"/>
                    <a:gd name="connsiteX6504" fmla="*/ 1023470 w 1440502"/>
                    <a:gd name="connsiteY6504" fmla="*/ 1475369 h 2360402"/>
                    <a:gd name="connsiteX6505" fmla="*/ 1017786 w 1440502"/>
                    <a:gd name="connsiteY6505" fmla="*/ 1480740 h 2360402"/>
                    <a:gd name="connsiteX6506" fmla="*/ 1010736 w 1440502"/>
                    <a:gd name="connsiteY6506" fmla="*/ 1491587 h 2360402"/>
                    <a:gd name="connsiteX6507" fmla="*/ 1006986 w 1440502"/>
                    <a:gd name="connsiteY6507" fmla="*/ 1491401 h 2360402"/>
                    <a:gd name="connsiteX6508" fmla="*/ 1004566 w 1440502"/>
                    <a:gd name="connsiteY6508" fmla="*/ 1493693 h 2360402"/>
                    <a:gd name="connsiteX6509" fmla="*/ 997540 w 1440502"/>
                    <a:gd name="connsiteY6509" fmla="*/ 1502155 h 2360402"/>
                    <a:gd name="connsiteX6510" fmla="*/ 997274 w 1440502"/>
                    <a:gd name="connsiteY6510" fmla="*/ 1500859 h 2360402"/>
                    <a:gd name="connsiteX6511" fmla="*/ 997424 w 1440502"/>
                    <a:gd name="connsiteY6511" fmla="*/ 1502016 h 2360402"/>
                    <a:gd name="connsiteX6512" fmla="*/ 992053 w 1440502"/>
                    <a:gd name="connsiteY6512" fmla="*/ 1503105 h 2360402"/>
                    <a:gd name="connsiteX6513" fmla="*/ 989390 w 1440502"/>
                    <a:gd name="connsiteY6513" fmla="*/ 1505408 h 2360402"/>
                    <a:gd name="connsiteX6514" fmla="*/ 989113 w 1440502"/>
                    <a:gd name="connsiteY6514" fmla="*/ 1504054 h 2360402"/>
                    <a:gd name="connsiteX6515" fmla="*/ 989483 w 1440502"/>
                    <a:gd name="connsiteY6515" fmla="*/ 1506959 h 2360402"/>
                    <a:gd name="connsiteX6516" fmla="*/ 989471 w 1440502"/>
                    <a:gd name="connsiteY6516" fmla="*/ 1506971 h 2360402"/>
                    <a:gd name="connsiteX6517" fmla="*/ 988684 w 1440502"/>
                    <a:gd name="connsiteY6517" fmla="*/ 1505721 h 2360402"/>
                    <a:gd name="connsiteX6518" fmla="*/ 988650 w 1440502"/>
                    <a:gd name="connsiteY6518" fmla="*/ 1505755 h 2360402"/>
                    <a:gd name="connsiteX6519" fmla="*/ 988638 w 1440502"/>
                    <a:gd name="connsiteY6519" fmla="*/ 1505733 h 2360402"/>
                    <a:gd name="connsiteX6520" fmla="*/ 988615 w 1440502"/>
                    <a:gd name="connsiteY6520" fmla="*/ 1505802 h 2360402"/>
                    <a:gd name="connsiteX6521" fmla="*/ 987446 w 1440502"/>
                    <a:gd name="connsiteY6521" fmla="*/ 1507423 h 2360402"/>
                    <a:gd name="connsiteX6522" fmla="*/ 985339 w 1440502"/>
                    <a:gd name="connsiteY6522" fmla="*/ 1515063 h 2360402"/>
                    <a:gd name="connsiteX6523" fmla="*/ 985628 w 1440502"/>
                    <a:gd name="connsiteY6523" fmla="*/ 1524161 h 2360402"/>
                    <a:gd name="connsiteX6524" fmla="*/ 980558 w 1440502"/>
                    <a:gd name="connsiteY6524" fmla="*/ 1533156 h 2360402"/>
                    <a:gd name="connsiteX6525" fmla="*/ 980350 w 1440502"/>
                    <a:gd name="connsiteY6525" fmla="*/ 1536455 h 2360402"/>
                    <a:gd name="connsiteX6526" fmla="*/ 966424 w 1440502"/>
                    <a:gd name="connsiteY6526" fmla="*/ 1535482 h 2360402"/>
                    <a:gd name="connsiteX6527" fmla="*/ 963518 w 1440502"/>
                    <a:gd name="connsiteY6527" fmla="*/ 1537254 h 2360402"/>
                    <a:gd name="connsiteX6528" fmla="*/ 964467 w 1440502"/>
                    <a:gd name="connsiteY6528" fmla="*/ 1539742 h 2360402"/>
                    <a:gd name="connsiteX6529" fmla="*/ 964398 w 1440502"/>
                    <a:gd name="connsiteY6529" fmla="*/ 1539766 h 2360402"/>
                    <a:gd name="connsiteX6530" fmla="*/ 963657 w 1440502"/>
                    <a:gd name="connsiteY6530" fmla="*/ 1539465 h 2360402"/>
                    <a:gd name="connsiteX6531" fmla="*/ 959941 w 1440502"/>
                    <a:gd name="connsiteY6531" fmla="*/ 1541351 h 2360402"/>
                    <a:gd name="connsiteX6532" fmla="*/ 959305 w 1440502"/>
                    <a:gd name="connsiteY6532" fmla="*/ 1539812 h 2360402"/>
                    <a:gd name="connsiteX6533" fmla="*/ 959270 w 1440502"/>
                    <a:gd name="connsiteY6533" fmla="*/ 1540738 h 2360402"/>
                    <a:gd name="connsiteX6534" fmla="*/ 955126 w 1440502"/>
                    <a:gd name="connsiteY6534" fmla="*/ 1536964 h 2360402"/>
                    <a:gd name="connsiteX6535" fmla="*/ 949754 w 1440502"/>
                    <a:gd name="connsiteY6535" fmla="*/ 1537913 h 2360402"/>
                    <a:gd name="connsiteX6536" fmla="*/ 944117 w 1440502"/>
                    <a:gd name="connsiteY6536" fmla="*/ 1539592 h 2360402"/>
                    <a:gd name="connsiteX6537" fmla="*/ 944267 w 1440502"/>
                    <a:gd name="connsiteY6537" fmla="*/ 1543030 h 2360402"/>
                    <a:gd name="connsiteX6538" fmla="*/ 943492 w 1440502"/>
                    <a:gd name="connsiteY6538" fmla="*/ 1542694 h 2360402"/>
                    <a:gd name="connsiteX6539" fmla="*/ 940563 w 1440502"/>
                    <a:gd name="connsiteY6539" fmla="*/ 1541421 h 2360402"/>
                    <a:gd name="connsiteX6540" fmla="*/ 939197 w 1440502"/>
                    <a:gd name="connsiteY6540" fmla="*/ 1544176 h 2360402"/>
                    <a:gd name="connsiteX6541" fmla="*/ 937588 w 1440502"/>
                    <a:gd name="connsiteY6541" fmla="*/ 1545449 h 2360402"/>
                    <a:gd name="connsiteX6542" fmla="*/ 937554 w 1440502"/>
                    <a:gd name="connsiteY6542" fmla="*/ 1545542 h 2360402"/>
                    <a:gd name="connsiteX6543" fmla="*/ 935320 w 1440502"/>
                    <a:gd name="connsiteY6543" fmla="*/ 1546850 h 2360402"/>
                    <a:gd name="connsiteX6544" fmla="*/ 936431 w 1440502"/>
                    <a:gd name="connsiteY6544" fmla="*/ 1549142 h 2360402"/>
                    <a:gd name="connsiteX6545" fmla="*/ 931882 w 1440502"/>
                    <a:gd name="connsiteY6545" fmla="*/ 1552291 h 2360402"/>
                    <a:gd name="connsiteX6546" fmla="*/ 931268 w 1440502"/>
                    <a:gd name="connsiteY6546" fmla="*/ 1552036 h 2360402"/>
                    <a:gd name="connsiteX6547" fmla="*/ 930990 w 1440502"/>
                    <a:gd name="connsiteY6547" fmla="*/ 1550033 h 2360402"/>
                    <a:gd name="connsiteX6548" fmla="*/ 927390 w 1440502"/>
                    <a:gd name="connsiteY6548" fmla="*/ 1549049 h 2360402"/>
                    <a:gd name="connsiteX6549" fmla="*/ 923582 w 1440502"/>
                    <a:gd name="connsiteY6549" fmla="*/ 1550207 h 2360402"/>
                    <a:gd name="connsiteX6550" fmla="*/ 924855 w 1440502"/>
                    <a:gd name="connsiteY6550" fmla="*/ 1552811 h 2360402"/>
                    <a:gd name="connsiteX6551" fmla="*/ 919796 w 1440502"/>
                    <a:gd name="connsiteY6551" fmla="*/ 1556840 h 2360402"/>
                    <a:gd name="connsiteX6552" fmla="*/ 914008 w 1440502"/>
                    <a:gd name="connsiteY6552" fmla="*/ 1554826 h 2360402"/>
                    <a:gd name="connsiteX6553" fmla="*/ 908869 w 1440502"/>
                    <a:gd name="connsiteY6553" fmla="*/ 1557500 h 2360402"/>
                    <a:gd name="connsiteX6554" fmla="*/ 907213 w 1440502"/>
                    <a:gd name="connsiteY6554" fmla="*/ 1554779 h 2360402"/>
                    <a:gd name="connsiteX6555" fmla="*/ 904736 w 1440502"/>
                    <a:gd name="connsiteY6555" fmla="*/ 1557673 h 2360402"/>
                    <a:gd name="connsiteX6556" fmla="*/ 909343 w 1440502"/>
                    <a:gd name="connsiteY6556" fmla="*/ 1558217 h 2360402"/>
                    <a:gd name="connsiteX6557" fmla="*/ 908764 w 1440502"/>
                    <a:gd name="connsiteY6557" fmla="*/ 1561818 h 2360402"/>
                    <a:gd name="connsiteX6558" fmla="*/ 908961 w 1440502"/>
                    <a:gd name="connsiteY6558" fmla="*/ 1565672 h 2360402"/>
                    <a:gd name="connsiteX6559" fmla="*/ 908267 w 1440502"/>
                    <a:gd name="connsiteY6559" fmla="*/ 1568427 h 2360402"/>
                    <a:gd name="connsiteX6560" fmla="*/ 908174 w 1440502"/>
                    <a:gd name="connsiteY6560" fmla="*/ 1568497 h 2360402"/>
                    <a:gd name="connsiteX6561" fmla="*/ 906658 w 1440502"/>
                    <a:gd name="connsiteY6561" fmla="*/ 1566031 h 2360402"/>
                    <a:gd name="connsiteX6562" fmla="*/ 905616 w 1440502"/>
                    <a:gd name="connsiteY6562" fmla="*/ 1567767 h 2360402"/>
                    <a:gd name="connsiteX6563" fmla="*/ 902606 w 1440502"/>
                    <a:gd name="connsiteY6563" fmla="*/ 1562315 h 2360402"/>
                    <a:gd name="connsiteX6564" fmla="*/ 892975 w 1440502"/>
                    <a:gd name="connsiteY6564" fmla="*/ 1557650 h 2360402"/>
                    <a:gd name="connsiteX6565" fmla="*/ 891169 w 1440502"/>
                    <a:gd name="connsiteY6565" fmla="*/ 1556944 h 2360402"/>
                    <a:gd name="connsiteX6566" fmla="*/ 890208 w 1440502"/>
                    <a:gd name="connsiteY6566" fmla="*/ 1558518 h 2360402"/>
                    <a:gd name="connsiteX6567" fmla="*/ 891424 w 1440502"/>
                    <a:gd name="connsiteY6567" fmla="*/ 1559109 h 2360402"/>
                    <a:gd name="connsiteX6568" fmla="*/ 889514 w 1440502"/>
                    <a:gd name="connsiteY6568" fmla="*/ 1558854 h 2360402"/>
                    <a:gd name="connsiteX6569" fmla="*/ 891470 w 1440502"/>
                    <a:gd name="connsiteY6569" fmla="*/ 1561076 h 2360402"/>
                    <a:gd name="connsiteX6570" fmla="*/ 887176 w 1440502"/>
                    <a:gd name="connsiteY6570" fmla="*/ 1559537 h 2360402"/>
                    <a:gd name="connsiteX6571" fmla="*/ 884964 w 1440502"/>
                    <a:gd name="connsiteY6571" fmla="*/ 1557338 h 2360402"/>
                    <a:gd name="connsiteX6572" fmla="*/ 886157 w 1440502"/>
                    <a:gd name="connsiteY6572" fmla="*/ 1555011 h 2360402"/>
                    <a:gd name="connsiteX6573" fmla="*/ 884455 w 1440502"/>
                    <a:gd name="connsiteY6573" fmla="*/ 1553541 h 2360402"/>
                    <a:gd name="connsiteX6574" fmla="*/ 879836 w 1440502"/>
                    <a:gd name="connsiteY6574" fmla="*/ 1553599 h 2360402"/>
                    <a:gd name="connsiteX6575" fmla="*/ 879697 w 1440502"/>
                    <a:gd name="connsiteY6575" fmla="*/ 1553552 h 2360402"/>
                    <a:gd name="connsiteX6576" fmla="*/ 877047 w 1440502"/>
                    <a:gd name="connsiteY6576" fmla="*/ 1550936 h 2360402"/>
                    <a:gd name="connsiteX6577" fmla="*/ 871154 w 1440502"/>
                    <a:gd name="connsiteY6577" fmla="*/ 1551029 h 2360402"/>
                    <a:gd name="connsiteX6578" fmla="*/ 870934 w 1440502"/>
                    <a:gd name="connsiteY6578" fmla="*/ 1550983 h 2360402"/>
                    <a:gd name="connsiteX6579" fmla="*/ 869024 w 1440502"/>
                    <a:gd name="connsiteY6579" fmla="*/ 1547822 h 2360402"/>
                    <a:gd name="connsiteX6580" fmla="*/ 865969 w 1440502"/>
                    <a:gd name="connsiteY6580" fmla="*/ 1546549 h 2360402"/>
                    <a:gd name="connsiteX6581" fmla="*/ 862438 w 1440502"/>
                    <a:gd name="connsiteY6581" fmla="*/ 1548887 h 2360402"/>
                    <a:gd name="connsiteX6582" fmla="*/ 862577 w 1440502"/>
                    <a:gd name="connsiteY6582" fmla="*/ 1547556 h 2360402"/>
                    <a:gd name="connsiteX6583" fmla="*/ 857472 w 1440502"/>
                    <a:gd name="connsiteY6583" fmla="*/ 1547487 h 2360402"/>
                    <a:gd name="connsiteX6584" fmla="*/ 848292 w 1440502"/>
                    <a:gd name="connsiteY6584" fmla="*/ 1536027 h 2360402"/>
                    <a:gd name="connsiteX6585" fmla="*/ 843395 w 1440502"/>
                    <a:gd name="connsiteY6585" fmla="*/ 1535563 h 2360402"/>
                    <a:gd name="connsiteX6586" fmla="*/ 844599 w 1440502"/>
                    <a:gd name="connsiteY6586" fmla="*/ 1540564 h 2360402"/>
                    <a:gd name="connsiteX6587" fmla="*/ 842087 w 1440502"/>
                    <a:gd name="connsiteY6587" fmla="*/ 1543562 h 2360402"/>
                    <a:gd name="connsiteX6588" fmla="*/ 837897 w 1440502"/>
                    <a:gd name="connsiteY6588" fmla="*/ 1543285 h 2360402"/>
                    <a:gd name="connsiteX6589" fmla="*/ 837295 w 1440502"/>
                    <a:gd name="connsiteY6589" fmla="*/ 1543018 h 2360402"/>
                    <a:gd name="connsiteX6590" fmla="*/ 834389 w 1440502"/>
                    <a:gd name="connsiteY6590" fmla="*/ 1537416 h 2360402"/>
                    <a:gd name="connsiteX6591" fmla="*/ 822790 w 1440502"/>
                    <a:gd name="connsiteY6591" fmla="*/ 1539256 h 2360402"/>
                    <a:gd name="connsiteX6592" fmla="*/ 822200 w 1440502"/>
                    <a:gd name="connsiteY6592" fmla="*/ 1539615 h 2360402"/>
                    <a:gd name="connsiteX6593" fmla="*/ 822084 w 1440502"/>
                    <a:gd name="connsiteY6593" fmla="*/ 1539557 h 2360402"/>
                    <a:gd name="connsiteX6594" fmla="*/ 822188 w 1440502"/>
                    <a:gd name="connsiteY6594" fmla="*/ 1539626 h 2360402"/>
                    <a:gd name="connsiteX6595" fmla="*/ 817118 w 1440502"/>
                    <a:gd name="connsiteY6595" fmla="*/ 1542729 h 2360402"/>
                    <a:gd name="connsiteX6596" fmla="*/ 812106 w 1440502"/>
                    <a:gd name="connsiteY6596" fmla="*/ 1541687 h 2360402"/>
                    <a:gd name="connsiteX6597" fmla="*/ 804524 w 1440502"/>
                    <a:gd name="connsiteY6597" fmla="*/ 1536455 h 2360402"/>
                    <a:gd name="connsiteX6598" fmla="*/ 794672 w 1440502"/>
                    <a:gd name="connsiteY6598" fmla="*/ 1524034 h 2360402"/>
                    <a:gd name="connsiteX6599" fmla="*/ 795309 w 1440502"/>
                    <a:gd name="connsiteY6599" fmla="*/ 1522228 h 2360402"/>
                    <a:gd name="connsiteX6600" fmla="*/ 795135 w 1440502"/>
                    <a:gd name="connsiteY6600" fmla="*/ 1522517 h 2360402"/>
                    <a:gd name="connsiteX6601" fmla="*/ 794869 w 1440502"/>
                    <a:gd name="connsiteY6601" fmla="*/ 1522957 h 2360402"/>
                    <a:gd name="connsiteX6602" fmla="*/ 789776 w 1440502"/>
                    <a:gd name="connsiteY6602" fmla="*/ 1521406 h 2360402"/>
                    <a:gd name="connsiteX6603" fmla="*/ 782692 w 1440502"/>
                    <a:gd name="connsiteY6603" fmla="*/ 1514519 h 2360402"/>
                    <a:gd name="connsiteX6604" fmla="*/ 786072 w 1440502"/>
                    <a:gd name="connsiteY6604" fmla="*/ 1510930 h 2360402"/>
                    <a:gd name="connsiteX6605" fmla="*/ 782911 w 1440502"/>
                    <a:gd name="connsiteY6605" fmla="*/ 1513882 h 2360402"/>
                    <a:gd name="connsiteX6606" fmla="*/ 776105 w 1440502"/>
                    <a:gd name="connsiteY6606" fmla="*/ 1504783 h 2360402"/>
                    <a:gd name="connsiteX6607" fmla="*/ 770907 w 1440502"/>
                    <a:gd name="connsiteY6607" fmla="*/ 1503058 h 2360402"/>
                    <a:gd name="connsiteX6608" fmla="*/ 768175 w 1440502"/>
                    <a:gd name="connsiteY6608" fmla="*/ 1503730 h 2360402"/>
                    <a:gd name="connsiteX6609" fmla="*/ 765235 w 1440502"/>
                    <a:gd name="connsiteY6609" fmla="*/ 1507816 h 2360402"/>
                    <a:gd name="connsiteX6610" fmla="*/ 764228 w 1440502"/>
                    <a:gd name="connsiteY6610" fmla="*/ 1506149 h 2360402"/>
                    <a:gd name="connsiteX6611" fmla="*/ 765582 w 1440502"/>
                    <a:gd name="connsiteY6611" fmla="*/ 1503788 h 2360402"/>
                    <a:gd name="connsiteX6612" fmla="*/ 764691 w 1440502"/>
                    <a:gd name="connsiteY6612" fmla="*/ 1504436 h 2360402"/>
                    <a:gd name="connsiteX6613" fmla="*/ 764402 w 1440502"/>
                    <a:gd name="connsiteY6613" fmla="*/ 1504181 h 2360402"/>
                    <a:gd name="connsiteX6614" fmla="*/ 765675 w 1440502"/>
                    <a:gd name="connsiteY6614" fmla="*/ 1503637 h 2360402"/>
                    <a:gd name="connsiteX6615" fmla="*/ 766034 w 1440502"/>
                    <a:gd name="connsiteY6615" fmla="*/ 1503000 h 2360402"/>
                    <a:gd name="connsiteX6616" fmla="*/ 765849 w 1440502"/>
                    <a:gd name="connsiteY6616" fmla="*/ 1502121 h 2360402"/>
                    <a:gd name="connsiteX6617" fmla="*/ 766069 w 1440502"/>
                    <a:gd name="connsiteY6617" fmla="*/ 1502584 h 2360402"/>
                    <a:gd name="connsiteX6618" fmla="*/ 766080 w 1440502"/>
                    <a:gd name="connsiteY6618" fmla="*/ 1502919 h 2360402"/>
                    <a:gd name="connsiteX6619" fmla="*/ 766578 w 1440502"/>
                    <a:gd name="connsiteY6619" fmla="*/ 1502063 h 2360402"/>
                    <a:gd name="connsiteX6620" fmla="*/ 763742 w 1440502"/>
                    <a:gd name="connsiteY6620" fmla="*/ 1499030 h 2360402"/>
                    <a:gd name="connsiteX6621" fmla="*/ 758278 w 1440502"/>
                    <a:gd name="connsiteY6621" fmla="*/ 1497016 h 2360402"/>
                    <a:gd name="connsiteX6622" fmla="*/ 760605 w 1440502"/>
                    <a:gd name="connsiteY6622" fmla="*/ 1494978 h 2360402"/>
                    <a:gd name="connsiteX6623" fmla="*/ 756495 w 1440502"/>
                    <a:gd name="connsiteY6623" fmla="*/ 1497896 h 2360402"/>
                    <a:gd name="connsiteX6624" fmla="*/ 756264 w 1440502"/>
                    <a:gd name="connsiteY6624" fmla="*/ 1501635 h 2360402"/>
                    <a:gd name="connsiteX6625" fmla="*/ 756217 w 1440502"/>
                    <a:gd name="connsiteY6625" fmla="*/ 1502433 h 2360402"/>
                    <a:gd name="connsiteX6626" fmla="*/ 756125 w 1440502"/>
                    <a:gd name="connsiteY6626" fmla="*/ 1502514 h 2360402"/>
                    <a:gd name="connsiteX6627" fmla="*/ 753474 w 1440502"/>
                    <a:gd name="connsiteY6627" fmla="*/ 1504725 h 2360402"/>
                    <a:gd name="connsiteX6628" fmla="*/ 753312 w 1440502"/>
                    <a:gd name="connsiteY6628" fmla="*/ 1504864 h 2360402"/>
                    <a:gd name="connsiteX6629" fmla="*/ 753231 w 1440502"/>
                    <a:gd name="connsiteY6629" fmla="*/ 1504760 h 2360402"/>
                    <a:gd name="connsiteX6630" fmla="*/ 752536 w 1440502"/>
                    <a:gd name="connsiteY6630" fmla="*/ 1503845 h 2360402"/>
                    <a:gd name="connsiteX6631" fmla="*/ 752039 w 1440502"/>
                    <a:gd name="connsiteY6631" fmla="*/ 1503197 h 2360402"/>
                    <a:gd name="connsiteX6632" fmla="*/ 752918 w 1440502"/>
                    <a:gd name="connsiteY6632" fmla="*/ 1502480 h 2360402"/>
                    <a:gd name="connsiteX6633" fmla="*/ 754666 w 1440502"/>
                    <a:gd name="connsiteY6633" fmla="*/ 1501067 h 2360402"/>
                    <a:gd name="connsiteX6634" fmla="*/ 754423 w 1440502"/>
                    <a:gd name="connsiteY6634" fmla="*/ 1498255 h 2360402"/>
                    <a:gd name="connsiteX6635" fmla="*/ 752814 w 1440502"/>
                    <a:gd name="connsiteY6635" fmla="*/ 1496808 h 2360402"/>
                    <a:gd name="connsiteX6636" fmla="*/ 750244 w 1440502"/>
                    <a:gd name="connsiteY6636" fmla="*/ 1497432 h 2360402"/>
                    <a:gd name="connsiteX6637" fmla="*/ 747929 w 1440502"/>
                    <a:gd name="connsiteY6637" fmla="*/ 1491969 h 2360402"/>
                    <a:gd name="connsiteX6638" fmla="*/ 747732 w 1440502"/>
                    <a:gd name="connsiteY6638" fmla="*/ 1491911 h 2360402"/>
                    <a:gd name="connsiteX6639" fmla="*/ 745394 w 1440502"/>
                    <a:gd name="connsiteY6639" fmla="*/ 1491297 h 2360402"/>
                    <a:gd name="connsiteX6640" fmla="*/ 741424 w 1440502"/>
                    <a:gd name="connsiteY6640" fmla="*/ 1496495 h 2360402"/>
                    <a:gd name="connsiteX6641" fmla="*/ 741134 w 1440502"/>
                    <a:gd name="connsiteY6641" fmla="*/ 1496946 h 2360402"/>
                    <a:gd name="connsiteX6642" fmla="*/ 743137 w 1440502"/>
                    <a:gd name="connsiteY6642" fmla="*/ 1495673 h 2360402"/>
                    <a:gd name="connsiteX6643" fmla="*/ 743172 w 1440502"/>
                    <a:gd name="connsiteY6643" fmla="*/ 1495638 h 2360402"/>
                    <a:gd name="connsiteX6644" fmla="*/ 746610 w 1440502"/>
                    <a:gd name="connsiteY6644" fmla="*/ 1492073 h 2360402"/>
                    <a:gd name="connsiteX6645" fmla="*/ 749006 w 1440502"/>
                    <a:gd name="connsiteY6645" fmla="*/ 1495985 h 2360402"/>
                    <a:gd name="connsiteX6646" fmla="*/ 748774 w 1440502"/>
                    <a:gd name="connsiteY6646" fmla="*/ 1497317 h 2360402"/>
                    <a:gd name="connsiteX6647" fmla="*/ 745915 w 1440502"/>
                    <a:gd name="connsiteY6647" fmla="*/ 1497710 h 2360402"/>
                    <a:gd name="connsiteX6648" fmla="*/ 748716 w 1440502"/>
                    <a:gd name="connsiteY6648" fmla="*/ 1497641 h 2360402"/>
                    <a:gd name="connsiteX6649" fmla="*/ 749805 w 1440502"/>
                    <a:gd name="connsiteY6649" fmla="*/ 1497618 h 2360402"/>
                    <a:gd name="connsiteX6650" fmla="*/ 753289 w 1440502"/>
                    <a:gd name="connsiteY6650" fmla="*/ 1497560 h 2360402"/>
                    <a:gd name="connsiteX6651" fmla="*/ 753520 w 1440502"/>
                    <a:gd name="connsiteY6651" fmla="*/ 1498255 h 2360402"/>
                    <a:gd name="connsiteX6652" fmla="*/ 753844 w 1440502"/>
                    <a:gd name="connsiteY6652" fmla="*/ 1499227 h 2360402"/>
                    <a:gd name="connsiteX6653" fmla="*/ 754192 w 1440502"/>
                    <a:gd name="connsiteY6653" fmla="*/ 1500257 h 2360402"/>
                    <a:gd name="connsiteX6654" fmla="*/ 753219 w 1440502"/>
                    <a:gd name="connsiteY6654" fmla="*/ 1501415 h 2360402"/>
                    <a:gd name="connsiteX6655" fmla="*/ 751228 w 1440502"/>
                    <a:gd name="connsiteY6655" fmla="*/ 1503799 h 2360402"/>
                    <a:gd name="connsiteX6656" fmla="*/ 752270 w 1440502"/>
                    <a:gd name="connsiteY6656" fmla="*/ 1504772 h 2360402"/>
                    <a:gd name="connsiteX6657" fmla="*/ 752363 w 1440502"/>
                    <a:gd name="connsiteY6657" fmla="*/ 1504864 h 2360402"/>
                    <a:gd name="connsiteX6658" fmla="*/ 753624 w 1440502"/>
                    <a:gd name="connsiteY6658" fmla="*/ 1506033 h 2360402"/>
                    <a:gd name="connsiteX6659" fmla="*/ 757317 w 1440502"/>
                    <a:gd name="connsiteY6659" fmla="*/ 1503441 h 2360402"/>
                    <a:gd name="connsiteX6660" fmla="*/ 757363 w 1440502"/>
                    <a:gd name="connsiteY6660" fmla="*/ 1498706 h 2360402"/>
                    <a:gd name="connsiteX6661" fmla="*/ 762167 w 1440502"/>
                    <a:gd name="connsiteY6661" fmla="*/ 1500083 h 2360402"/>
                    <a:gd name="connsiteX6662" fmla="*/ 762260 w 1440502"/>
                    <a:gd name="connsiteY6662" fmla="*/ 1504239 h 2360402"/>
                    <a:gd name="connsiteX6663" fmla="*/ 762318 w 1440502"/>
                    <a:gd name="connsiteY6663" fmla="*/ 1506786 h 2360402"/>
                    <a:gd name="connsiteX6664" fmla="*/ 762364 w 1440502"/>
                    <a:gd name="connsiteY6664" fmla="*/ 1508569 h 2360402"/>
                    <a:gd name="connsiteX6665" fmla="*/ 760061 w 1440502"/>
                    <a:gd name="connsiteY6665" fmla="*/ 1508418 h 2360402"/>
                    <a:gd name="connsiteX6666" fmla="*/ 767840 w 1440502"/>
                    <a:gd name="connsiteY6666" fmla="*/ 1510664 h 2360402"/>
                    <a:gd name="connsiteX6667" fmla="*/ 768407 w 1440502"/>
                    <a:gd name="connsiteY6667" fmla="*/ 1510826 h 2360402"/>
                    <a:gd name="connsiteX6668" fmla="*/ 774611 w 1440502"/>
                    <a:gd name="connsiteY6668" fmla="*/ 1506462 h 2360402"/>
                    <a:gd name="connsiteX6669" fmla="*/ 775283 w 1440502"/>
                    <a:gd name="connsiteY6669" fmla="*/ 1510247 h 2360402"/>
                    <a:gd name="connsiteX6670" fmla="*/ 776510 w 1440502"/>
                    <a:gd name="connsiteY6670" fmla="*/ 1510085 h 2360402"/>
                    <a:gd name="connsiteX6671" fmla="*/ 784856 w 1440502"/>
                    <a:gd name="connsiteY6671" fmla="*/ 1524034 h 2360402"/>
                    <a:gd name="connsiteX6672" fmla="*/ 793307 w 1440502"/>
                    <a:gd name="connsiteY6672" fmla="*/ 1529289 h 2360402"/>
                    <a:gd name="connsiteX6673" fmla="*/ 793307 w 1440502"/>
                    <a:gd name="connsiteY6673" fmla="*/ 1531188 h 2360402"/>
                    <a:gd name="connsiteX6674" fmla="*/ 793932 w 1440502"/>
                    <a:gd name="connsiteY6674" fmla="*/ 1529324 h 2360402"/>
                    <a:gd name="connsiteX6675" fmla="*/ 796374 w 1440502"/>
                    <a:gd name="connsiteY6675" fmla="*/ 1531431 h 2360402"/>
                    <a:gd name="connsiteX6676" fmla="*/ 798029 w 1440502"/>
                    <a:gd name="connsiteY6676" fmla="*/ 1541548 h 2360402"/>
                    <a:gd name="connsiteX6677" fmla="*/ 796166 w 1440502"/>
                    <a:gd name="connsiteY6677" fmla="*/ 1542405 h 2360402"/>
                    <a:gd name="connsiteX6678" fmla="*/ 798134 w 1440502"/>
                    <a:gd name="connsiteY6678" fmla="*/ 1542208 h 2360402"/>
                    <a:gd name="connsiteX6679" fmla="*/ 797578 w 1440502"/>
                    <a:gd name="connsiteY6679" fmla="*/ 1550427 h 2360402"/>
                    <a:gd name="connsiteX6680" fmla="*/ 801352 w 1440502"/>
                    <a:gd name="connsiteY6680" fmla="*/ 1553853 h 2360402"/>
                    <a:gd name="connsiteX6681" fmla="*/ 788884 w 1440502"/>
                    <a:gd name="connsiteY6681" fmla="*/ 1557303 h 2360402"/>
                    <a:gd name="connsiteX6682" fmla="*/ 805311 w 1440502"/>
                    <a:gd name="connsiteY6682" fmla="*/ 1554120 h 2360402"/>
                    <a:gd name="connsiteX6683" fmla="*/ 808621 w 1440502"/>
                    <a:gd name="connsiteY6683" fmla="*/ 1548864 h 2360402"/>
                    <a:gd name="connsiteX6684" fmla="*/ 812673 w 1440502"/>
                    <a:gd name="connsiteY6684" fmla="*/ 1548609 h 2360402"/>
                    <a:gd name="connsiteX6685" fmla="*/ 813472 w 1440502"/>
                    <a:gd name="connsiteY6685" fmla="*/ 1551689 h 2360402"/>
                    <a:gd name="connsiteX6686" fmla="*/ 809003 w 1440502"/>
                    <a:gd name="connsiteY6686" fmla="*/ 1555636 h 2360402"/>
                    <a:gd name="connsiteX6687" fmla="*/ 813356 w 1440502"/>
                    <a:gd name="connsiteY6687" fmla="*/ 1552024 h 2360402"/>
                    <a:gd name="connsiteX6688" fmla="*/ 814363 w 1440502"/>
                    <a:gd name="connsiteY6688" fmla="*/ 1554363 h 2360402"/>
                    <a:gd name="connsiteX6689" fmla="*/ 811990 w 1440502"/>
                    <a:gd name="connsiteY6689" fmla="*/ 1556215 h 2360402"/>
                    <a:gd name="connsiteX6690" fmla="*/ 816111 w 1440502"/>
                    <a:gd name="connsiteY6690" fmla="*/ 1560660 h 2360402"/>
                    <a:gd name="connsiteX6691" fmla="*/ 814652 w 1440502"/>
                    <a:gd name="connsiteY6691" fmla="*/ 1562824 h 2360402"/>
                    <a:gd name="connsiteX6692" fmla="*/ 814097 w 1440502"/>
                    <a:gd name="connsiteY6692" fmla="*/ 1565684 h 2360402"/>
                    <a:gd name="connsiteX6693" fmla="*/ 809131 w 1440502"/>
                    <a:gd name="connsiteY6693" fmla="*/ 1567050 h 2360402"/>
                    <a:gd name="connsiteX6694" fmla="*/ 809663 w 1440502"/>
                    <a:gd name="connsiteY6694" fmla="*/ 1568971 h 2360402"/>
                    <a:gd name="connsiteX6695" fmla="*/ 809837 w 1440502"/>
                    <a:gd name="connsiteY6695" fmla="*/ 1569597 h 2360402"/>
                    <a:gd name="connsiteX6696" fmla="*/ 808621 w 1440502"/>
                    <a:gd name="connsiteY6696" fmla="*/ 1570025 h 2360402"/>
                    <a:gd name="connsiteX6697" fmla="*/ 809941 w 1440502"/>
                    <a:gd name="connsiteY6697" fmla="*/ 1569724 h 2360402"/>
                    <a:gd name="connsiteX6698" fmla="*/ 809814 w 1440502"/>
                    <a:gd name="connsiteY6698" fmla="*/ 1568971 h 2360402"/>
                    <a:gd name="connsiteX6699" fmla="*/ 809513 w 1440502"/>
                    <a:gd name="connsiteY6699" fmla="*/ 1567200 h 2360402"/>
                    <a:gd name="connsiteX6700" fmla="*/ 814236 w 1440502"/>
                    <a:gd name="connsiteY6700" fmla="*/ 1565904 h 2360402"/>
                    <a:gd name="connsiteX6701" fmla="*/ 814514 w 1440502"/>
                    <a:gd name="connsiteY6701" fmla="*/ 1564665 h 2360402"/>
                    <a:gd name="connsiteX6702" fmla="*/ 814873 w 1440502"/>
                    <a:gd name="connsiteY6702" fmla="*/ 1562987 h 2360402"/>
                    <a:gd name="connsiteX6703" fmla="*/ 815220 w 1440502"/>
                    <a:gd name="connsiteY6703" fmla="*/ 1562871 h 2360402"/>
                    <a:gd name="connsiteX6704" fmla="*/ 819734 w 1440502"/>
                    <a:gd name="connsiteY6704" fmla="*/ 1561320 h 2360402"/>
                    <a:gd name="connsiteX6705" fmla="*/ 829076 w 1440502"/>
                    <a:gd name="connsiteY6705" fmla="*/ 1562003 h 2360402"/>
                    <a:gd name="connsiteX6706" fmla="*/ 829053 w 1440502"/>
                    <a:gd name="connsiteY6706" fmla="*/ 1559560 h 2360402"/>
                    <a:gd name="connsiteX6707" fmla="*/ 834551 w 1440502"/>
                    <a:gd name="connsiteY6707" fmla="*/ 1560973 h 2360402"/>
                    <a:gd name="connsiteX6708" fmla="*/ 837063 w 1440502"/>
                    <a:gd name="connsiteY6708" fmla="*/ 1558391 h 2360402"/>
                    <a:gd name="connsiteX6709" fmla="*/ 837793 w 1440502"/>
                    <a:gd name="connsiteY6709" fmla="*/ 1558345 h 2360402"/>
                    <a:gd name="connsiteX6710" fmla="*/ 840536 w 1440502"/>
                    <a:gd name="connsiteY6710" fmla="*/ 1558148 h 2360402"/>
                    <a:gd name="connsiteX6711" fmla="*/ 864324 w 1440502"/>
                    <a:gd name="connsiteY6711" fmla="*/ 1568728 h 2360402"/>
                    <a:gd name="connsiteX6712" fmla="*/ 867381 w 1440502"/>
                    <a:gd name="connsiteY6712" fmla="*/ 1567351 h 2360402"/>
                    <a:gd name="connsiteX6713" fmla="*/ 867172 w 1440502"/>
                    <a:gd name="connsiteY6713" fmla="*/ 1568971 h 2360402"/>
                    <a:gd name="connsiteX6714" fmla="*/ 867033 w 1440502"/>
                    <a:gd name="connsiteY6714" fmla="*/ 1570048 h 2360402"/>
                    <a:gd name="connsiteX6715" fmla="*/ 867230 w 1440502"/>
                    <a:gd name="connsiteY6715" fmla="*/ 1570164 h 2360402"/>
                    <a:gd name="connsiteX6716" fmla="*/ 870819 w 1440502"/>
                    <a:gd name="connsiteY6716" fmla="*/ 1572375 h 2360402"/>
                    <a:gd name="connsiteX6717" fmla="*/ 879998 w 1440502"/>
                    <a:gd name="connsiteY6717" fmla="*/ 1572699 h 2360402"/>
                    <a:gd name="connsiteX6718" fmla="*/ 881445 w 1440502"/>
                    <a:gd name="connsiteY6718" fmla="*/ 1571425 h 2360402"/>
                    <a:gd name="connsiteX6719" fmla="*/ 896899 w 1440502"/>
                    <a:gd name="connsiteY6719" fmla="*/ 1575350 h 2360402"/>
                    <a:gd name="connsiteX6720" fmla="*/ 896922 w 1440502"/>
                    <a:gd name="connsiteY6720" fmla="*/ 1575361 h 2360402"/>
                    <a:gd name="connsiteX6721" fmla="*/ 899643 w 1440502"/>
                    <a:gd name="connsiteY6721" fmla="*/ 1575604 h 2360402"/>
                    <a:gd name="connsiteX6722" fmla="*/ 901032 w 1440502"/>
                    <a:gd name="connsiteY6722" fmla="*/ 1573243 h 2360402"/>
                    <a:gd name="connsiteX6723" fmla="*/ 900406 w 1440502"/>
                    <a:gd name="connsiteY6723" fmla="*/ 1576091 h 2360402"/>
                    <a:gd name="connsiteX6724" fmla="*/ 902919 w 1440502"/>
                    <a:gd name="connsiteY6724" fmla="*/ 1575442 h 2360402"/>
                    <a:gd name="connsiteX6725" fmla="*/ 908637 w 1440502"/>
                    <a:gd name="connsiteY6725" fmla="*/ 1577966 h 2360402"/>
                    <a:gd name="connsiteX6726" fmla="*/ 912909 w 1440502"/>
                    <a:gd name="connsiteY6726" fmla="*/ 1577063 h 2360402"/>
                    <a:gd name="connsiteX6727" fmla="*/ 915224 w 1440502"/>
                    <a:gd name="connsiteY6727" fmla="*/ 1574424 h 2360402"/>
                    <a:gd name="connsiteX6728" fmla="*/ 919183 w 1440502"/>
                    <a:gd name="connsiteY6728" fmla="*/ 1571981 h 2360402"/>
                    <a:gd name="connsiteX6729" fmla="*/ 921208 w 1440502"/>
                    <a:gd name="connsiteY6729" fmla="*/ 1571287 h 2360402"/>
                    <a:gd name="connsiteX6730" fmla="*/ 927100 w 1440502"/>
                    <a:gd name="connsiteY6730" fmla="*/ 1576658 h 2360402"/>
                    <a:gd name="connsiteX6731" fmla="*/ 929369 w 1440502"/>
                    <a:gd name="connsiteY6731" fmla="*/ 1581045 h 2360402"/>
                    <a:gd name="connsiteX6732" fmla="*/ 936709 w 1440502"/>
                    <a:gd name="connsiteY6732" fmla="*/ 1583511 h 2360402"/>
                    <a:gd name="connsiteX6733" fmla="*/ 936767 w 1440502"/>
                    <a:gd name="connsiteY6733" fmla="*/ 1587053 h 2360402"/>
                    <a:gd name="connsiteX6734" fmla="*/ 938781 w 1440502"/>
                    <a:gd name="connsiteY6734" fmla="*/ 1582885 h 2360402"/>
                    <a:gd name="connsiteX6735" fmla="*/ 938341 w 1440502"/>
                    <a:gd name="connsiteY6735" fmla="*/ 1583974 h 2360402"/>
                    <a:gd name="connsiteX6736" fmla="*/ 940818 w 1440502"/>
                    <a:gd name="connsiteY6736" fmla="*/ 1584830 h 2360402"/>
                    <a:gd name="connsiteX6737" fmla="*/ 943492 w 1440502"/>
                    <a:gd name="connsiteY6737" fmla="*/ 1584761 h 2360402"/>
                    <a:gd name="connsiteX6738" fmla="*/ 948400 w 1440502"/>
                    <a:gd name="connsiteY6738" fmla="*/ 1584633 h 2360402"/>
                    <a:gd name="connsiteX6739" fmla="*/ 950461 w 1440502"/>
                    <a:gd name="connsiteY6739" fmla="*/ 1585004 h 2360402"/>
                    <a:gd name="connsiteX6740" fmla="*/ 953378 w 1440502"/>
                    <a:gd name="connsiteY6740" fmla="*/ 1583106 h 2360402"/>
                    <a:gd name="connsiteX6741" fmla="*/ 958078 w 1440502"/>
                    <a:gd name="connsiteY6741" fmla="*/ 1582584 h 2360402"/>
                    <a:gd name="connsiteX6742" fmla="*/ 958344 w 1440502"/>
                    <a:gd name="connsiteY6742" fmla="*/ 1582481 h 2360402"/>
                    <a:gd name="connsiteX6743" fmla="*/ 959941 w 1440502"/>
                    <a:gd name="connsiteY6743" fmla="*/ 1582538 h 2360402"/>
                    <a:gd name="connsiteX6744" fmla="*/ 960312 w 1440502"/>
                    <a:gd name="connsiteY6744" fmla="*/ 1582307 h 2360402"/>
                    <a:gd name="connsiteX6745" fmla="*/ 961249 w 1440502"/>
                    <a:gd name="connsiteY6745" fmla="*/ 1581277 h 2360402"/>
                    <a:gd name="connsiteX6746" fmla="*/ 963206 w 1440502"/>
                    <a:gd name="connsiteY6746" fmla="*/ 1580478 h 2360402"/>
                    <a:gd name="connsiteX6747" fmla="*/ 962685 w 1440502"/>
                    <a:gd name="connsiteY6747" fmla="*/ 1580802 h 2360402"/>
                    <a:gd name="connsiteX6748" fmla="*/ 964028 w 1440502"/>
                    <a:gd name="connsiteY6748" fmla="*/ 1581207 h 2360402"/>
                    <a:gd name="connsiteX6749" fmla="*/ 963449 w 1440502"/>
                    <a:gd name="connsiteY6749" fmla="*/ 1583870 h 2360402"/>
                    <a:gd name="connsiteX6750" fmla="*/ 965000 w 1440502"/>
                    <a:gd name="connsiteY6750" fmla="*/ 1584576 h 2360402"/>
                    <a:gd name="connsiteX6751" fmla="*/ 964329 w 1440502"/>
                    <a:gd name="connsiteY6751" fmla="*/ 1580154 h 2360402"/>
                    <a:gd name="connsiteX6752" fmla="*/ 965058 w 1440502"/>
                    <a:gd name="connsiteY6752" fmla="*/ 1584472 h 2360402"/>
                    <a:gd name="connsiteX6753" fmla="*/ 971772 w 1440502"/>
                    <a:gd name="connsiteY6753" fmla="*/ 1584576 h 2360402"/>
                    <a:gd name="connsiteX6754" fmla="*/ 972015 w 1440502"/>
                    <a:gd name="connsiteY6754" fmla="*/ 1583916 h 2360402"/>
                    <a:gd name="connsiteX6755" fmla="*/ 974226 w 1440502"/>
                    <a:gd name="connsiteY6755" fmla="*/ 1581369 h 2360402"/>
                    <a:gd name="connsiteX6756" fmla="*/ 977479 w 1440502"/>
                    <a:gd name="connsiteY6756" fmla="*/ 1580177 h 2360402"/>
                    <a:gd name="connsiteX6757" fmla="*/ 977016 w 1440502"/>
                    <a:gd name="connsiteY6757" fmla="*/ 1578301 h 2360402"/>
                    <a:gd name="connsiteX6758" fmla="*/ 985212 w 1440502"/>
                    <a:gd name="connsiteY6758" fmla="*/ 1584009 h 2360402"/>
                    <a:gd name="connsiteX6759" fmla="*/ 985663 w 1440502"/>
                    <a:gd name="connsiteY6759" fmla="*/ 1584553 h 2360402"/>
                    <a:gd name="connsiteX6760" fmla="*/ 985698 w 1440502"/>
                    <a:gd name="connsiteY6760" fmla="*/ 1584680 h 2360402"/>
                    <a:gd name="connsiteX6761" fmla="*/ 985779 w 1440502"/>
                    <a:gd name="connsiteY6761" fmla="*/ 1584680 h 2360402"/>
                    <a:gd name="connsiteX6762" fmla="*/ 992354 w 1440502"/>
                    <a:gd name="connsiteY6762" fmla="*/ 1592412 h 2360402"/>
                    <a:gd name="connsiteX6763" fmla="*/ 997725 w 1440502"/>
                    <a:gd name="connsiteY6763" fmla="*/ 1598004 h 2360402"/>
                    <a:gd name="connsiteX6764" fmla="*/ 1005574 w 1440502"/>
                    <a:gd name="connsiteY6764" fmla="*/ 1603653 h 2360402"/>
                    <a:gd name="connsiteX6765" fmla="*/ 1010690 w 1440502"/>
                    <a:gd name="connsiteY6765" fmla="*/ 1604984 h 2360402"/>
                    <a:gd name="connsiteX6766" fmla="*/ 1011107 w 1440502"/>
                    <a:gd name="connsiteY6766" fmla="*/ 1605100 h 2360402"/>
                    <a:gd name="connsiteX6767" fmla="*/ 1014718 w 1440502"/>
                    <a:gd name="connsiteY6767" fmla="*/ 1606188 h 2360402"/>
                    <a:gd name="connsiteX6768" fmla="*/ 1014174 w 1440502"/>
                    <a:gd name="connsiteY6768" fmla="*/ 1605250 h 2360402"/>
                    <a:gd name="connsiteX6769" fmla="*/ 1020414 w 1440502"/>
                    <a:gd name="connsiteY6769" fmla="*/ 1603884 h 2360402"/>
                    <a:gd name="connsiteX6770" fmla="*/ 1020101 w 1440502"/>
                    <a:gd name="connsiteY6770" fmla="*/ 1605898 h 2360402"/>
                    <a:gd name="connsiteX6771" fmla="*/ 1019499 w 1440502"/>
                    <a:gd name="connsiteY6771" fmla="*/ 1607021 h 2360402"/>
                    <a:gd name="connsiteX6772" fmla="*/ 1020090 w 1440502"/>
                    <a:gd name="connsiteY6772" fmla="*/ 1606014 h 2360402"/>
                    <a:gd name="connsiteX6773" fmla="*/ 1022636 w 1440502"/>
                    <a:gd name="connsiteY6773" fmla="*/ 1601222 h 2360402"/>
                    <a:gd name="connsiteX6774" fmla="*/ 1026815 w 1440502"/>
                    <a:gd name="connsiteY6774" fmla="*/ 1601477 h 2360402"/>
                    <a:gd name="connsiteX6775" fmla="*/ 1029686 w 1440502"/>
                    <a:gd name="connsiteY6775" fmla="*/ 1602657 h 2360402"/>
                    <a:gd name="connsiteX6776" fmla="*/ 1032858 w 1440502"/>
                    <a:gd name="connsiteY6776" fmla="*/ 1602021 h 2360402"/>
                    <a:gd name="connsiteX6777" fmla="*/ 1033159 w 1440502"/>
                    <a:gd name="connsiteY6777" fmla="*/ 1601882 h 2360402"/>
                    <a:gd name="connsiteX6778" fmla="*/ 1033390 w 1440502"/>
                    <a:gd name="connsiteY6778" fmla="*/ 1601893 h 2360402"/>
                    <a:gd name="connsiteX6779" fmla="*/ 1041980 w 1440502"/>
                    <a:gd name="connsiteY6779" fmla="*/ 1597876 h 2360402"/>
                    <a:gd name="connsiteX6780" fmla="*/ 1046401 w 1440502"/>
                    <a:gd name="connsiteY6780" fmla="*/ 1591811 h 2360402"/>
                    <a:gd name="connsiteX6781" fmla="*/ 1049203 w 1440502"/>
                    <a:gd name="connsiteY6781" fmla="*/ 1590885 h 2360402"/>
                    <a:gd name="connsiteX6782" fmla="*/ 1051587 w 1440502"/>
                    <a:gd name="connsiteY6782" fmla="*/ 1590086 h 2360402"/>
                    <a:gd name="connsiteX6783" fmla="*/ 1062886 w 1440502"/>
                    <a:gd name="connsiteY6783" fmla="*/ 1590120 h 2360402"/>
                    <a:gd name="connsiteX6784" fmla="*/ 1070919 w 1440502"/>
                    <a:gd name="connsiteY6784" fmla="*/ 1584020 h 2360402"/>
                    <a:gd name="connsiteX6785" fmla="*/ 1070179 w 1440502"/>
                    <a:gd name="connsiteY6785" fmla="*/ 1581473 h 2360402"/>
                    <a:gd name="connsiteX6786" fmla="*/ 1073837 w 1440502"/>
                    <a:gd name="connsiteY6786" fmla="*/ 1579413 h 2360402"/>
                    <a:gd name="connsiteX6787" fmla="*/ 1075133 w 1440502"/>
                    <a:gd name="connsiteY6787" fmla="*/ 1575801 h 2360402"/>
                    <a:gd name="connsiteX6788" fmla="*/ 1073362 w 1440502"/>
                    <a:gd name="connsiteY6788" fmla="*/ 1568971 h 2360402"/>
                    <a:gd name="connsiteX6789" fmla="*/ 1073292 w 1440502"/>
                    <a:gd name="connsiteY6789" fmla="*/ 1568659 h 2360402"/>
                    <a:gd name="connsiteX6790" fmla="*/ 1078802 w 1440502"/>
                    <a:gd name="connsiteY6790" fmla="*/ 1566517 h 2360402"/>
                    <a:gd name="connsiteX6791" fmla="*/ 1080400 w 1440502"/>
                    <a:gd name="connsiteY6791" fmla="*/ 1568311 h 2360402"/>
                    <a:gd name="connsiteX6792" fmla="*/ 1083977 w 1440502"/>
                    <a:gd name="connsiteY6792" fmla="*/ 1568358 h 2360402"/>
                    <a:gd name="connsiteX6793" fmla="*/ 1089290 w 1440502"/>
                    <a:gd name="connsiteY6793" fmla="*/ 1566031 h 2360402"/>
                    <a:gd name="connsiteX6794" fmla="*/ 1089718 w 1440502"/>
                    <a:gd name="connsiteY6794" fmla="*/ 1564596 h 2360402"/>
                    <a:gd name="connsiteX6795" fmla="*/ 1088781 w 1440502"/>
                    <a:gd name="connsiteY6795" fmla="*/ 1565973 h 2360402"/>
                    <a:gd name="connsiteX6796" fmla="*/ 1085158 w 1440502"/>
                    <a:gd name="connsiteY6796" fmla="*/ 1565256 h 2360402"/>
                    <a:gd name="connsiteX6797" fmla="*/ 1082171 w 1440502"/>
                    <a:gd name="connsiteY6797" fmla="*/ 1561192 h 2360402"/>
                    <a:gd name="connsiteX6798" fmla="*/ 1081673 w 1440502"/>
                    <a:gd name="connsiteY6798" fmla="*/ 1552754 h 2360402"/>
                    <a:gd name="connsiteX6799" fmla="*/ 1081835 w 1440502"/>
                    <a:gd name="connsiteY6799" fmla="*/ 1552638 h 2360402"/>
                    <a:gd name="connsiteX6800" fmla="*/ 1090772 w 1440502"/>
                    <a:gd name="connsiteY6800" fmla="*/ 1550647 h 2360402"/>
                    <a:gd name="connsiteX6801" fmla="*/ 1093110 w 1440502"/>
                    <a:gd name="connsiteY6801" fmla="*/ 1544604 h 2360402"/>
                    <a:gd name="connsiteX6802" fmla="*/ 1093122 w 1440502"/>
                    <a:gd name="connsiteY6802" fmla="*/ 1544581 h 2360402"/>
                    <a:gd name="connsiteX6803" fmla="*/ 1095749 w 1440502"/>
                    <a:gd name="connsiteY6803" fmla="*/ 1543748 h 2360402"/>
                    <a:gd name="connsiteX6804" fmla="*/ 1099234 w 1440502"/>
                    <a:gd name="connsiteY6804" fmla="*/ 1537763 h 2360402"/>
                    <a:gd name="connsiteX6805" fmla="*/ 1101352 w 1440502"/>
                    <a:gd name="connsiteY6805" fmla="*/ 1538701 h 2360402"/>
                    <a:gd name="connsiteX6806" fmla="*/ 1108761 w 1440502"/>
                    <a:gd name="connsiteY6806" fmla="*/ 1536489 h 2360402"/>
                    <a:gd name="connsiteX6807" fmla="*/ 1117640 w 1440502"/>
                    <a:gd name="connsiteY6807" fmla="*/ 1540564 h 2360402"/>
                    <a:gd name="connsiteX6808" fmla="*/ 1122987 w 1440502"/>
                    <a:gd name="connsiteY6808" fmla="*/ 1538550 h 2360402"/>
                    <a:gd name="connsiteX6809" fmla="*/ 1129412 w 1440502"/>
                    <a:gd name="connsiteY6809" fmla="*/ 1540657 h 2360402"/>
                    <a:gd name="connsiteX6810" fmla="*/ 1130824 w 1440502"/>
                    <a:gd name="connsiteY6810" fmla="*/ 1538620 h 2360402"/>
                    <a:gd name="connsiteX6811" fmla="*/ 1131832 w 1440502"/>
                    <a:gd name="connsiteY6811" fmla="*/ 1540622 h 2360402"/>
                    <a:gd name="connsiteX6812" fmla="*/ 1135281 w 1440502"/>
                    <a:gd name="connsiteY6812" fmla="*/ 1541629 h 2360402"/>
                    <a:gd name="connsiteX6813" fmla="*/ 1143407 w 1440502"/>
                    <a:gd name="connsiteY6813" fmla="*/ 1539082 h 2360402"/>
                    <a:gd name="connsiteX6814" fmla="*/ 1146325 w 1440502"/>
                    <a:gd name="connsiteY6814" fmla="*/ 1541548 h 2360402"/>
                    <a:gd name="connsiteX6815" fmla="*/ 1151268 w 1440502"/>
                    <a:gd name="connsiteY6815" fmla="*/ 1540529 h 2360402"/>
                    <a:gd name="connsiteX6816" fmla="*/ 1153305 w 1440502"/>
                    <a:gd name="connsiteY6816" fmla="*/ 1543875 h 2360402"/>
                    <a:gd name="connsiteX6817" fmla="*/ 1154902 w 1440502"/>
                    <a:gd name="connsiteY6817" fmla="*/ 1544164 h 2360402"/>
                    <a:gd name="connsiteX6818" fmla="*/ 1159799 w 1440502"/>
                    <a:gd name="connsiteY6818" fmla="*/ 1545032 h 2360402"/>
                    <a:gd name="connsiteX6819" fmla="*/ 1162565 w 1440502"/>
                    <a:gd name="connsiteY6819" fmla="*/ 1547429 h 2360402"/>
                    <a:gd name="connsiteX6820" fmla="*/ 1165691 w 1440502"/>
                    <a:gd name="connsiteY6820" fmla="*/ 1555231 h 2360402"/>
                    <a:gd name="connsiteX6821" fmla="*/ 1164649 w 1440502"/>
                    <a:gd name="connsiteY6821" fmla="*/ 1556203 h 2360402"/>
                    <a:gd name="connsiteX6822" fmla="*/ 1166189 w 1440502"/>
                    <a:gd name="connsiteY6822" fmla="*/ 1555625 h 2360402"/>
                    <a:gd name="connsiteX6823" fmla="*/ 1172810 w 1440502"/>
                    <a:gd name="connsiteY6823" fmla="*/ 1562686 h 2360402"/>
                    <a:gd name="connsiteX6824" fmla="*/ 1175102 w 1440502"/>
                    <a:gd name="connsiteY6824" fmla="*/ 1561933 h 2360402"/>
                    <a:gd name="connsiteX6825" fmla="*/ 1172174 w 1440502"/>
                    <a:gd name="connsiteY6825" fmla="*/ 1565973 h 2360402"/>
                    <a:gd name="connsiteX6826" fmla="*/ 1173551 w 1440502"/>
                    <a:gd name="connsiteY6826" fmla="*/ 1568971 h 2360402"/>
                    <a:gd name="connsiteX6827" fmla="*/ 1174743 w 1440502"/>
                    <a:gd name="connsiteY6827" fmla="*/ 1571553 h 2360402"/>
                    <a:gd name="connsiteX6828" fmla="*/ 1173100 w 1440502"/>
                    <a:gd name="connsiteY6828" fmla="*/ 1568971 h 2360402"/>
                    <a:gd name="connsiteX6829" fmla="*/ 1171884 w 1440502"/>
                    <a:gd name="connsiteY6829" fmla="*/ 1567062 h 2360402"/>
                    <a:gd name="connsiteX6830" fmla="*/ 1171456 w 1440502"/>
                    <a:gd name="connsiteY6830" fmla="*/ 1568971 h 2360402"/>
                    <a:gd name="connsiteX6831" fmla="*/ 1170530 w 1440502"/>
                    <a:gd name="connsiteY6831" fmla="*/ 1573000 h 2360402"/>
                    <a:gd name="connsiteX6832" fmla="*/ 1168342 w 1440502"/>
                    <a:gd name="connsiteY6832" fmla="*/ 1572502 h 2360402"/>
                    <a:gd name="connsiteX6833" fmla="*/ 1165008 w 1440502"/>
                    <a:gd name="connsiteY6833" fmla="*/ 1571726 h 2360402"/>
                    <a:gd name="connsiteX6834" fmla="*/ 1164823 w 1440502"/>
                    <a:gd name="connsiteY6834" fmla="*/ 1571993 h 2360402"/>
                    <a:gd name="connsiteX6835" fmla="*/ 1168585 w 1440502"/>
                    <a:gd name="connsiteY6835" fmla="*/ 1572768 h 2360402"/>
                    <a:gd name="connsiteX6836" fmla="*/ 1169511 w 1440502"/>
                    <a:gd name="connsiteY6836" fmla="*/ 1573810 h 2360402"/>
                    <a:gd name="connsiteX6837" fmla="*/ 1168411 w 1440502"/>
                    <a:gd name="connsiteY6837" fmla="*/ 1573856 h 2360402"/>
                    <a:gd name="connsiteX6838" fmla="*/ 1169430 w 1440502"/>
                    <a:gd name="connsiteY6838" fmla="*/ 1577075 h 2360402"/>
                    <a:gd name="connsiteX6839" fmla="*/ 1175727 w 1440502"/>
                    <a:gd name="connsiteY6839" fmla="*/ 1574991 h 2360402"/>
                    <a:gd name="connsiteX6840" fmla="*/ 1175276 w 1440502"/>
                    <a:gd name="connsiteY6840" fmla="*/ 1576924 h 2360402"/>
                    <a:gd name="connsiteX6841" fmla="*/ 1176549 w 1440502"/>
                    <a:gd name="connsiteY6841" fmla="*/ 1572803 h 2360402"/>
                    <a:gd name="connsiteX6842" fmla="*/ 1178911 w 1440502"/>
                    <a:gd name="connsiteY6842" fmla="*/ 1571634 h 2360402"/>
                    <a:gd name="connsiteX6843" fmla="*/ 1176642 w 1440502"/>
                    <a:gd name="connsiteY6843" fmla="*/ 1569458 h 2360402"/>
                    <a:gd name="connsiteX6844" fmla="*/ 1176989 w 1440502"/>
                    <a:gd name="connsiteY6844" fmla="*/ 1568971 h 2360402"/>
                    <a:gd name="connsiteX6845" fmla="*/ 1177348 w 1440502"/>
                    <a:gd name="connsiteY6845" fmla="*/ 1568474 h 2360402"/>
                    <a:gd name="connsiteX6846" fmla="*/ 1177950 w 1440502"/>
                    <a:gd name="connsiteY6846" fmla="*/ 1568971 h 2360402"/>
                    <a:gd name="connsiteX6847" fmla="*/ 1184317 w 1440502"/>
                    <a:gd name="connsiteY6847" fmla="*/ 1574239 h 2360402"/>
                    <a:gd name="connsiteX6848" fmla="*/ 1183020 w 1440502"/>
                    <a:gd name="connsiteY6848" fmla="*/ 1575396 h 2360402"/>
                    <a:gd name="connsiteX6849" fmla="*/ 1185219 w 1440502"/>
                    <a:gd name="connsiteY6849" fmla="*/ 1575720 h 2360402"/>
                    <a:gd name="connsiteX6850" fmla="*/ 1184490 w 1440502"/>
                    <a:gd name="connsiteY6850" fmla="*/ 1577954 h 2360402"/>
                    <a:gd name="connsiteX6851" fmla="*/ 1187535 w 1440502"/>
                    <a:gd name="connsiteY6851" fmla="*/ 1576577 h 2360402"/>
                    <a:gd name="connsiteX6852" fmla="*/ 1188102 w 1440502"/>
                    <a:gd name="connsiteY6852" fmla="*/ 1572826 h 2360402"/>
                    <a:gd name="connsiteX6853" fmla="*/ 1198046 w 1440502"/>
                    <a:gd name="connsiteY6853" fmla="*/ 1572155 h 2360402"/>
                    <a:gd name="connsiteX6854" fmla="*/ 1199423 w 1440502"/>
                    <a:gd name="connsiteY6854" fmla="*/ 1576368 h 2360402"/>
                    <a:gd name="connsiteX6855" fmla="*/ 1205778 w 1440502"/>
                    <a:gd name="connsiteY6855" fmla="*/ 1578718 h 2360402"/>
                    <a:gd name="connsiteX6856" fmla="*/ 1210582 w 1440502"/>
                    <a:gd name="connsiteY6856" fmla="*/ 1578487 h 2360402"/>
                    <a:gd name="connsiteX6857" fmla="*/ 1213488 w 1440502"/>
                    <a:gd name="connsiteY6857" fmla="*/ 1583326 h 2360402"/>
                    <a:gd name="connsiteX6858" fmla="*/ 1220017 w 1440502"/>
                    <a:gd name="connsiteY6858" fmla="*/ 1583210 h 2360402"/>
                    <a:gd name="connsiteX6859" fmla="*/ 1222158 w 1440502"/>
                    <a:gd name="connsiteY6859" fmla="*/ 1588002 h 2360402"/>
                    <a:gd name="connsiteX6860" fmla="*/ 1225816 w 1440502"/>
                    <a:gd name="connsiteY6860" fmla="*/ 1591128 h 2360402"/>
                    <a:gd name="connsiteX6861" fmla="*/ 1228652 w 1440502"/>
                    <a:gd name="connsiteY6861" fmla="*/ 1591174 h 2360402"/>
                    <a:gd name="connsiteX6862" fmla="*/ 1227460 w 1440502"/>
                    <a:gd name="connsiteY6862" fmla="*/ 1592262 h 2360402"/>
                    <a:gd name="connsiteX6863" fmla="*/ 1228456 w 1440502"/>
                    <a:gd name="connsiteY6863" fmla="*/ 1593466 h 2360402"/>
                    <a:gd name="connsiteX6864" fmla="*/ 1231442 w 1440502"/>
                    <a:gd name="connsiteY6864" fmla="*/ 1593431 h 2360402"/>
                    <a:gd name="connsiteX6865" fmla="*/ 1231465 w 1440502"/>
                    <a:gd name="connsiteY6865" fmla="*/ 1593373 h 2360402"/>
                    <a:gd name="connsiteX6866" fmla="*/ 1231523 w 1440502"/>
                    <a:gd name="connsiteY6866" fmla="*/ 1593397 h 2360402"/>
                    <a:gd name="connsiteX6867" fmla="*/ 1232403 w 1440502"/>
                    <a:gd name="connsiteY6867" fmla="*/ 1591880 h 2360402"/>
                    <a:gd name="connsiteX6868" fmla="*/ 1233965 w 1440502"/>
                    <a:gd name="connsiteY6868" fmla="*/ 1592783 h 2360402"/>
                    <a:gd name="connsiteX6869" fmla="*/ 1236987 w 1440502"/>
                    <a:gd name="connsiteY6869" fmla="*/ 1601800 h 2360402"/>
                    <a:gd name="connsiteX6870" fmla="*/ 1239695 w 1440502"/>
                    <a:gd name="connsiteY6870" fmla="*/ 1605065 h 2360402"/>
                    <a:gd name="connsiteX6871" fmla="*/ 1245773 w 1440502"/>
                    <a:gd name="connsiteY6871" fmla="*/ 1608040 h 2360402"/>
                    <a:gd name="connsiteX6872" fmla="*/ 1246386 w 1440502"/>
                    <a:gd name="connsiteY6872" fmla="*/ 1608329 h 2360402"/>
                    <a:gd name="connsiteX6873" fmla="*/ 1250137 w 1440502"/>
                    <a:gd name="connsiteY6873" fmla="*/ 1610054 h 2360402"/>
                    <a:gd name="connsiteX6874" fmla="*/ 1250230 w 1440502"/>
                    <a:gd name="connsiteY6874" fmla="*/ 1612369 h 2360402"/>
                    <a:gd name="connsiteX6875" fmla="*/ 1255751 w 1440502"/>
                    <a:gd name="connsiteY6875" fmla="*/ 1613666 h 2360402"/>
                    <a:gd name="connsiteX6876" fmla="*/ 1255358 w 1440502"/>
                    <a:gd name="connsiteY6876" fmla="*/ 1615553 h 2360402"/>
                    <a:gd name="connsiteX6877" fmla="*/ 1257708 w 1440502"/>
                    <a:gd name="connsiteY6877" fmla="*/ 1617347 h 2360402"/>
                    <a:gd name="connsiteX6878" fmla="*/ 1260601 w 1440502"/>
                    <a:gd name="connsiteY6878" fmla="*/ 1617115 h 2360402"/>
                    <a:gd name="connsiteX6879" fmla="*/ 1267339 w 1440502"/>
                    <a:gd name="connsiteY6879" fmla="*/ 1616595 h 2360402"/>
                    <a:gd name="connsiteX6880" fmla="*/ 1267397 w 1440502"/>
                    <a:gd name="connsiteY6880" fmla="*/ 1617903 h 2360402"/>
                    <a:gd name="connsiteX6881" fmla="*/ 1273555 w 1440502"/>
                    <a:gd name="connsiteY6881" fmla="*/ 1618991 h 2360402"/>
                    <a:gd name="connsiteX6882" fmla="*/ 1274435 w 1440502"/>
                    <a:gd name="connsiteY6882" fmla="*/ 1620426 h 2360402"/>
                    <a:gd name="connsiteX6883" fmla="*/ 1281242 w 1440502"/>
                    <a:gd name="connsiteY6883" fmla="*/ 1621237 h 2360402"/>
                    <a:gd name="connsiteX6884" fmla="*/ 1292968 w 1440502"/>
                    <a:gd name="connsiteY6884" fmla="*/ 1615865 h 2360402"/>
                    <a:gd name="connsiteX6885" fmla="*/ 1298212 w 1440502"/>
                    <a:gd name="connsiteY6885" fmla="*/ 1617694 h 2360402"/>
                    <a:gd name="connsiteX6886" fmla="*/ 1300585 w 1440502"/>
                    <a:gd name="connsiteY6886" fmla="*/ 1621028 h 2360402"/>
                    <a:gd name="connsiteX6887" fmla="*/ 1300828 w 1440502"/>
                    <a:gd name="connsiteY6887" fmla="*/ 1621723 h 2360402"/>
                    <a:gd name="connsiteX6888" fmla="*/ 1308966 w 1440502"/>
                    <a:gd name="connsiteY6888" fmla="*/ 1625786 h 2360402"/>
                    <a:gd name="connsiteX6889" fmla="*/ 1316421 w 1440502"/>
                    <a:gd name="connsiteY6889" fmla="*/ 1627105 h 2360402"/>
                    <a:gd name="connsiteX6890" fmla="*/ 1317300 w 1440502"/>
                    <a:gd name="connsiteY6890" fmla="*/ 1625751 h 2360402"/>
                    <a:gd name="connsiteX6891" fmla="*/ 1318076 w 1440502"/>
                    <a:gd name="connsiteY6891" fmla="*/ 1624813 h 2360402"/>
                    <a:gd name="connsiteX6892" fmla="*/ 1321271 w 1440502"/>
                    <a:gd name="connsiteY6892" fmla="*/ 1625346 h 2360402"/>
                    <a:gd name="connsiteX6893" fmla="*/ 1323817 w 1440502"/>
                    <a:gd name="connsiteY6893" fmla="*/ 1629930 h 2360402"/>
                    <a:gd name="connsiteX6894" fmla="*/ 1323933 w 1440502"/>
                    <a:gd name="connsiteY6894" fmla="*/ 1630162 h 2360402"/>
                    <a:gd name="connsiteX6895" fmla="*/ 1322162 w 1440502"/>
                    <a:gd name="connsiteY6895" fmla="*/ 1633866 h 2360402"/>
                    <a:gd name="connsiteX6896" fmla="*/ 1324767 w 1440502"/>
                    <a:gd name="connsiteY6896" fmla="*/ 1635996 h 2360402"/>
                    <a:gd name="connsiteX6897" fmla="*/ 1322359 w 1440502"/>
                    <a:gd name="connsiteY6897" fmla="*/ 1640221 h 2360402"/>
                    <a:gd name="connsiteX6898" fmla="*/ 1324964 w 1440502"/>
                    <a:gd name="connsiteY6898" fmla="*/ 1641610 h 2360402"/>
                    <a:gd name="connsiteX6899" fmla="*/ 1325288 w 1440502"/>
                    <a:gd name="connsiteY6899" fmla="*/ 1644979 h 2360402"/>
                    <a:gd name="connsiteX6900" fmla="*/ 1328471 w 1440502"/>
                    <a:gd name="connsiteY6900" fmla="*/ 1646171 h 2360402"/>
                    <a:gd name="connsiteX6901" fmla="*/ 1331377 w 1440502"/>
                    <a:gd name="connsiteY6901" fmla="*/ 1648081 h 2360402"/>
                    <a:gd name="connsiteX6902" fmla="*/ 1332569 w 1440502"/>
                    <a:gd name="connsiteY6902" fmla="*/ 1649690 h 2360402"/>
                    <a:gd name="connsiteX6903" fmla="*/ 1333912 w 1440502"/>
                    <a:gd name="connsiteY6903" fmla="*/ 1648382 h 2360402"/>
                    <a:gd name="connsiteX6904" fmla="*/ 1334792 w 1440502"/>
                    <a:gd name="connsiteY6904" fmla="*/ 1647768 h 2360402"/>
                    <a:gd name="connsiteX6905" fmla="*/ 1336540 w 1440502"/>
                    <a:gd name="connsiteY6905" fmla="*/ 1648289 h 2360402"/>
                    <a:gd name="connsiteX6906" fmla="*/ 1336701 w 1440502"/>
                    <a:gd name="connsiteY6906" fmla="*/ 1648382 h 2360402"/>
                    <a:gd name="connsiteX6907" fmla="*/ 1336887 w 1440502"/>
                    <a:gd name="connsiteY6907" fmla="*/ 1649667 h 2360402"/>
                    <a:gd name="connsiteX6908" fmla="*/ 1336806 w 1440502"/>
                    <a:gd name="connsiteY6908" fmla="*/ 1650662 h 2360402"/>
                    <a:gd name="connsiteX6909" fmla="*/ 1337026 w 1440502"/>
                    <a:gd name="connsiteY6909" fmla="*/ 1650581 h 2360402"/>
                    <a:gd name="connsiteX6910" fmla="*/ 1337385 w 1440502"/>
                    <a:gd name="connsiteY6910" fmla="*/ 1653012 h 2360402"/>
                    <a:gd name="connsiteX6911" fmla="*/ 1337732 w 1440502"/>
                    <a:gd name="connsiteY6911" fmla="*/ 1650292 h 2360402"/>
                    <a:gd name="connsiteX6912" fmla="*/ 1338021 w 1440502"/>
                    <a:gd name="connsiteY6912" fmla="*/ 1650165 h 2360402"/>
                    <a:gd name="connsiteX6913" fmla="*/ 1341401 w 1440502"/>
                    <a:gd name="connsiteY6913" fmla="*/ 1651484 h 2360402"/>
                    <a:gd name="connsiteX6914" fmla="*/ 1342316 w 1440502"/>
                    <a:gd name="connsiteY6914" fmla="*/ 1658372 h 2360402"/>
                    <a:gd name="connsiteX6915" fmla="*/ 1342073 w 1440502"/>
                    <a:gd name="connsiteY6915" fmla="*/ 1660374 h 2360402"/>
                    <a:gd name="connsiteX6916" fmla="*/ 1342732 w 1440502"/>
                    <a:gd name="connsiteY6916" fmla="*/ 1661567 h 2360402"/>
                    <a:gd name="connsiteX6917" fmla="*/ 1343740 w 1440502"/>
                    <a:gd name="connsiteY6917" fmla="*/ 1669103 h 2360402"/>
                    <a:gd name="connsiteX6918" fmla="*/ 1348069 w 1440502"/>
                    <a:gd name="connsiteY6918" fmla="*/ 1672437 h 2360402"/>
                    <a:gd name="connsiteX6919" fmla="*/ 1348694 w 1440502"/>
                    <a:gd name="connsiteY6919" fmla="*/ 1674671 h 2360402"/>
                    <a:gd name="connsiteX6920" fmla="*/ 1350882 w 1440502"/>
                    <a:gd name="connsiteY6920" fmla="*/ 1682403 h 2360402"/>
                    <a:gd name="connsiteX6921" fmla="*/ 1352259 w 1440502"/>
                    <a:gd name="connsiteY6921" fmla="*/ 1684001 h 2360402"/>
                    <a:gd name="connsiteX6922" fmla="*/ 1352364 w 1440502"/>
                    <a:gd name="connsiteY6922" fmla="*/ 1684348 h 2360402"/>
                    <a:gd name="connsiteX6923" fmla="*/ 1352537 w 1440502"/>
                    <a:gd name="connsiteY6923" fmla="*/ 1684325 h 2360402"/>
                    <a:gd name="connsiteX6924" fmla="*/ 1355431 w 1440502"/>
                    <a:gd name="connsiteY6924" fmla="*/ 1687705 h 2360402"/>
                    <a:gd name="connsiteX6925" fmla="*/ 1355373 w 1440502"/>
                    <a:gd name="connsiteY6925" fmla="*/ 1687740 h 2360402"/>
                    <a:gd name="connsiteX6926" fmla="*/ 1355269 w 1440502"/>
                    <a:gd name="connsiteY6926" fmla="*/ 1687856 h 2360402"/>
                    <a:gd name="connsiteX6927" fmla="*/ 1354748 w 1440502"/>
                    <a:gd name="connsiteY6927" fmla="*/ 1688319 h 2360402"/>
                    <a:gd name="connsiteX6928" fmla="*/ 1354609 w 1440502"/>
                    <a:gd name="connsiteY6928" fmla="*/ 1688411 h 2360402"/>
                    <a:gd name="connsiteX6929" fmla="*/ 1354355 w 1440502"/>
                    <a:gd name="connsiteY6929" fmla="*/ 1688539 h 2360402"/>
                    <a:gd name="connsiteX6930" fmla="*/ 1353950 w 1440502"/>
                    <a:gd name="connsiteY6930" fmla="*/ 1688828 h 2360402"/>
                    <a:gd name="connsiteX6931" fmla="*/ 1353880 w 1440502"/>
                    <a:gd name="connsiteY6931" fmla="*/ 1688886 h 2360402"/>
                    <a:gd name="connsiteX6932" fmla="*/ 1353244 w 1440502"/>
                    <a:gd name="connsiteY6932" fmla="*/ 1689488 h 2360402"/>
                    <a:gd name="connsiteX6933" fmla="*/ 1353081 w 1440502"/>
                    <a:gd name="connsiteY6933" fmla="*/ 1689650 h 2360402"/>
                    <a:gd name="connsiteX6934" fmla="*/ 1353012 w 1440502"/>
                    <a:gd name="connsiteY6934" fmla="*/ 1689627 h 2360402"/>
                    <a:gd name="connsiteX6935" fmla="*/ 1352850 w 1440502"/>
                    <a:gd name="connsiteY6935" fmla="*/ 1689801 h 2360402"/>
                    <a:gd name="connsiteX6936" fmla="*/ 1352954 w 1440502"/>
                    <a:gd name="connsiteY6936" fmla="*/ 1689916 h 2360402"/>
                    <a:gd name="connsiteX6937" fmla="*/ 1352965 w 1440502"/>
                    <a:gd name="connsiteY6937" fmla="*/ 1689928 h 2360402"/>
                    <a:gd name="connsiteX6938" fmla="*/ 1352931 w 1440502"/>
                    <a:gd name="connsiteY6938" fmla="*/ 1689962 h 2360402"/>
                    <a:gd name="connsiteX6939" fmla="*/ 1352364 w 1440502"/>
                    <a:gd name="connsiteY6939" fmla="*/ 1690403 h 2360402"/>
                    <a:gd name="connsiteX6940" fmla="*/ 1352306 w 1440502"/>
                    <a:gd name="connsiteY6940" fmla="*/ 1690460 h 2360402"/>
                    <a:gd name="connsiteX6941" fmla="*/ 1352236 w 1440502"/>
                    <a:gd name="connsiteY6941" fmla="*/ 1690518 h 2360402"/>
                    <a:gd name="connsiteX6942" fmla="*/ 1351982 w 1440502"/>
                    <a:gd name="connsiteY6942" fmla="*/ 1690784 h 2360402"/>
                    <a:gd name="connsiteX6943" fmla="*/ 1351739 w 1440502"/>
                    <a:gd name="connsiteY6943" fmla="*/ 1691062 h 2360402"/>
                    <a:gd name="connsiteX6944" fmla="*/ 1351391 w 1440502"/>
                    <a:gd name="connsiteY6944" fmla="*/ 1691328 h 2360402"/>
                    <a:gd name="connsiteX6945" fmla="*/ 1351368 w 1440502"/>
                    <a:gd name="connsiteY6945" fmla="*/ 1691340 h 2360402"/>
                    <a:gd name="connsiteX6946" fmla="*/ 1351333 w 1440502"/>
                    <a:gd name="connsiteY6946" fmla="*/ 1691352 h 2360402"/>
                    <a:gd name="connsiteX6947" fmla="*/ 1351218 w 1440502"/>
                    <a:gd name="connsiteY6947" fmla="*/ 1691433 h 2360402"/>
                    <a:gd name="connsiteX6948" fmla="*/ 1351137 w 1440502"/>
                    <a:gd name="connsiteY6948" fmla="*/ 1691502 h 2360402"/>
                    <a:gd name="connsiteX6949" fmla="*/ 1351021 w 1440502"/>
                    <a:gd name="connsiteY6949" fmla="*/ 1691618 h 2360402"/>
                    <a:gd name="connsiteX6950" fmla="*/ 1350905 w 1440502"/>
                    <a:gd name="connsiteY6950" fmla="*/ 1691722 h 2360402"/>
                    <a:gd name="connsiteX6951" fmla="*/ 1350673 w 1440502"/>
                    <a:gd name="connsiteY6951" fmla="*/ 1691872 h 2360402"/>
                    <a:gd name="connsiteX6952" fmla="*/ 1350384 w 1440502"/>
                    <a:gd name="connsiteY6952" fmla="*/ 1692081 h 2360402"/>
                    <a:gd name="connsiteX6953" fmla="*/ 1350153 w 1440502"/>
                    <a:gd name="connsiteY6953" fmla="*/ 1692208 h 2360402"/>
                    <a:gd name="connsiteX6954" fmla="*/ 1349921 w 1440502"/>
                    <a:gd name="connsiteY6954" fmla="*/ 1692347 h 2360402"/>
                    <a:gd name="connsiteX6955" fmla="*/ 1349690 w 1440502"/>
                    <a:gd name="connsiteY6955" fmla="*/ 1692486 h 2360402"/>
                    <a:gd name="connsiteX6956" fmla="*/ 1349331 w 1440502"/>
                    <a:gd name="connsiteY6956" fmla="*/ 1692683 h 2360402"/>
                    <a:gd name="connsiteX6957" fmla="*/ 1349296 w 1440502"/>
                    <a:gd name="connsiteY6957" fmla="*/ 1692660 h 2360402"/>
                    <a:gd name="connsiteX6958" fmla="*/ 1348567 w 1440502"/>
                    <a:gd name="connsiteY6958" fmla="*/ 1692567 h 2360402"/>
                    <a:gd name="connsiteX6959" fmla="*/ 1346784 w 1440502"/>
                    <a:gd name="connsiteY6959" fmla="*/ 1692648 h 2360402"/>
                    <a:gd name="connsiteX6960" fmla="*/ 1346170 w 1440502"/>
                    <a:gd name="connsiteY6960" fmla="*/ 1692625 h 2360402"/>
                    <a:gd name="connsiteX6961" fmla="*/ 1345870 w 1440502"/>
                    <a:gd name="connsiteY6961" fmla="*/ 1692787 h 2360402"/>
                    <a:gd name="connsiteX6962" fmla="*/ 1345846 w 1440502"/>
                    <a:gd name="connsiteY6962" fmla="*/ 1692799 h 2360402"/>
                    <a:gd name="connsiteX6963" fmla="*/ 1345325 w 1440502"/>
                    <a:gd name="connsiteY6963" fmla="*/ 1693123 h 2360402"/>
                    <a:gd name="connsiteX6964" fmla="*/ 1345279 w 1440502"/>
                    <a:gd name="connsiteY6964" fmla="*/ 1693169 h 2360402"/>
                    <a:gd name="connsiteX6965" fmla="*/ 1345221 w 1440502"/>
                    <a:gd name="connsiteY6965" fmla="*/ 1693215 h 2360402"/>
                    <a:gd name="connsiteX6966" fmla="*/ 1344758 w 1440502"/>
                    <a:gd name="connsiteY6966" fmla="*/ 1693806 h 2360402"/>
                    <a:gd name="connsiteX6967" fmla="*/ 1344573 w 1440502"/>
                    <a:gd name="connsiteY6967" fmla="*/ 1694766 h 2360402"/>
                    <a:gd name="connsiteX6968" fmla="*/ 1344596 w 1440502"/>
                    <a:gd name="connsiteY6968" fmla="*/ 1695079 h 2360402"/>
                    <a:gd name="connsiteX6969" fmla="*/ 1342848 w 1440502"/>
                    <a:gd name="connsiteY6969" fmla="*/ 1695901 h 2360402"/>
                    <a:gd name="connsiteX6970" fmla="*/ 1342374 w 1440502"/>
                    <a:gd name="connsiteY6970" fmla="*/ 1696572 h 2360402"/>
                    <a:gd name="connsiteX6971" fmla="*/ 1341980 w 1440502"/>
                    <a:gd name="connsiteY6971" fmla="*/ 1697000 h 2360402"/>
                    <a:gd name="connsiteX6972" fmla="*/ 1341864 w 1440502"/>
                    <a:gd name="connsiteY6972" fmla="*/ 1697105 h 2360402"/>
                    <a:gd name="connsiteX6973" fmla="*/ 1341517 w 1440502"/>
                    <a:gd name="connsiteY6973" fmla="*/ 1697336 h 2360402"/>
                    <a:gd name="connsiteX6974" fmla="*/ 1341494 w 1440502"/>
                    <a:gd name="connsiteY6974" fmla="*/ 1697371 h 2360402"/>
                    <a:gd name="connsiteX6975" fmla="*/ 1341436 w 1440502"/>
                    <a:gd name="connsiteY6975" fmla="*/ 1697452 h 2360402"/>
                    <a:gd name="connsiteX6976" fmla="*/ 1341320 w 1440502"/>
                    <a:gd name="connsiteY6976" fmla="*/ 1697660 h 2360402"/>
                    <a:gd name="connsiteX6977" fmla="*/ 1340869 w 1440502"/>
                    <a:gd name="connsiteY6977" fmla="*/ 1697811 h 2360402"/>
                    <a:gd name="connsiteX6978" fmla="*/ 1340799 w 1440502"/>
                    <a:gd name="connsiteY6978" fmla="*/ 1697834 h 2360402"/>
                    <a:gd name="connsiteX6979" fmla="*/ 1339838 w 1440502"/>
                    <a:gd name="connsiteY6979" fmla="*/ 1697834 h 2360402"/>
                    <a:gd name="connsiteX6980" fmla="*/ 1339619 w 1440502"/>
                    <a:gd name="connsiteY6980" fmla="*/ 1697823 h 2360402"/>
                    <a:gd name="connsiteX6981" fmla="*/ 1339561 w 1440502"/>
                    <a:gd name="connsiteY6981" fmla="*/ 1697857 h 2360402"/>
                    <a:gd name="connsiteX6982" fmla="*/ 1339294 w 1440502"/>
                    <a:gd name="connsiteY6982" fmla="*/ 1698089 h 2360402"/>
                    <a:gd name="connsiteX6983" fmla="*/ 1338993 w 1440502"/>
                    <a:gd name="connsiteY6983" fmla="*/ 1698297 h 2360402"/>
                    <a:gd name="connsiteX6984" fmla="*/ 1338901 w 1440502"/>
                    <a:gd name="connsiteY6984" fmla="*/ 1698343 h 2360402"/>
                    <a:gd name="connsiteX6985" fmla="*/ 1338426 w 1440502"/>
                    <a:gd name="connsiteY6985" fmla="*/ 1698378 h 2360402"/>
                    <a:gd name="connsiteX6986" fmla="*/ 1338287 w 1440502"/>
                    <a:gd name="connsiteY6986" fmla="*/ 1698297 h 2360402"/>
                    <a:gd name="connsiteX6987" fmla="*/ 1338067 w 1440502"/>
                    <a:gd name="connsiteY6987" fmla="*/ 1699049 h 2360402"/>
                    <a:gd name="connsiteX6988" fmla="*/ 1337732 w 1440502"/>
                    <a:gd name="connsiteY6988" fmla="*/ 1699513 h 2360402"/>
                    <a:gd name="connsiteX6989" fmla="*/ 1337674 w 1440502"/>
                    <a:gd name="connsiteY6989" fmla="*/ 1699593 h 2360402"/>
                    <a:gd name="connsiteX6990" fmla="*/ 1337639 w 1440502"/>
                    <a:gd name="connsiteY6990" fmla="*/ 1699663 h 2360402"/>
                    <a:gd name="connsiteX6991" fmla="*/ 1337570 w 1440502"/>
                    <a:gd name="connsiteY6991" fmla="*/ 1699964 h 2360402"/>
                    <a:gd name="connsiteX6992" fmla="*/ 1337570 w 1440502"/>
                    <a:gd name="connsiteY6992" fmla="*/ 1700103 h 2360402"/>
                    <a:gd name="connsiteX6993" fmla="*/ 1337558 w 1440502"/>
                    <a:gd name="connsiteY6993" fmla="*/ 1700184 h 2360402"/>
                    <a:gd name="connsiteX6994" fmla="*/ 1337581 w 1440502"/>
                    <a:gd name="connsiteY6994" fmla="*/ 1700288 h 2360402"/>
                    <a:gd name="connsiteX6995" fmla="*/ 1337581 w 1440502"/>
                    <a:gd name="connsiteY6995" fmla="*/ 1700913 h 2360402"/>
                    <a:gd name="connsiteX6996" fmla="*/ 1337488 w 1440502"/>
                    <a:gd name="connsiteY6996" fmla="*/ 1702025 h 2360402"/>
                    <a:gd name="connsiteX6997" fmla="*/ 1337488 w 1440502"/>
                    <a:gd name="connsiteY6997" fmla="*/ 1702071 h 2360402"/>
                    <a:gd name="connsiteX6998" fmla="*/ 1337558 w 1440502"/>
                    <a:gd name="connsiteY6998" fmla="*/ 1702592 h 2360402"/>
                    <a:gd name="connsiteX6999" fmla="*/ 1338357 w 1440502"/>
                    <a:gd name="connsiteY6999" fmla="*/ 1704919 h 2360402"/>
                    <a:gd name="connsiteX7000" fmla="*/ 1338345 w 1440502"/>
                    <a:gd name="connsiteY7000" fmla="*/ 1705173 h 2360402"/>
                    <a:gd name="connsiteX7001" fmla="*/ 1338230 w 1440502"/>
                    <a:gd name="connsiteY7001" fmla="*/ 1706296 h 2360402"/>
                    <a:gd name="connsiteX7002" fmla="*/ 1338148 w 1440502"/>
                    <a:gd name="connsiteY7002" fmla="*/ 1706701 h 2360402"/>
                    <a:gd name="connsiteX7003" fmla="*/ 1338056 w 1440502"/>
                    <a:gd name="connsiteY7003" fmla="*/ 1707048 h 2360402"/>
                    <a:gd name="connsiteX7004" fmla="*/ 1338044 w 1440502"/>
                    <a:gd name="connsiteY7004" fmla="*/ 1707662 h 2360402"/>
                    <a:gd name="connsiteX7005" fmla="*/ 1338114 w 1440502"/>
                    <a:gd name="connsiteY7005" fmla="*/ 1708299 h 2360402"/>
                    <a:gd name="connsiteX7006" fmla="*/ 1338125 w 1440502"/>
                    <a:gd name="connsiteY7006" fmla="*/ 1708403 h 2360402"/>
                    <a:gd name="connsiteX7007" fmla="*/ 1338137 w 1440502"/>
                    <a:gd name="connsiteY7007" fmla="*/ 1708484 h 2360402"/>
                    <a:gd name="connsiteX7008" fmla="*/ 1338137 w 1440502"/>
                    <a:gd name="connsiteY7008" fmla="*/ 1708785 h 2360402"/>
                    <a:gd name="connsiteX7009" fmla="*/ 1338137 w 1440502"/>
                    <a:gd name="connsiteY7009" fmla="*/ 1708877 h 2360402"/>
                    <a:gd name="connsiteX7010" fmla="*/ 1337940 w 1440502"/>
                    <a:gd name="connsiteY7010" fmla="*/ 1709665 h 2360402"/>
                    <a:gd name="connsiteX7011" fmla="*/ 1337836 w 1440502"/>
                    <a:gd name="connsiteY7011" fmla="*/ 1710348 h 2360402"/>
                    <a:gd name="connsiteX7012" fmla="*/ 1337824 w 1440502"/>
                    <a:gd name="connsiteY7012" fmla="*/ 1710429 h 2360402"/>
                    <a:gd name="connsiteX7013" fmla="*/ 1337824 w 1440502"/>
                    <a:gd name="connsiteY7013" fmla="*/ 1710753 h 2360402"/>
                    <a:gd name="connsiteX7014" fmla="*/ 1337836 w 1440502"/>
                    <a:gd name="connsiteY7014" fmla="*/ 1710996 h 2360402"/>
                    <a:gd name="connsiteX7015" fmla="*/ 1337905 w 1440502"/>
                    <a:gd name="connsiteY7015" fmla="*/ 1711112 h 2360402"/>
                    <a:gd name="connsiteX7016" fmla="*/ 1337929 w 1440502"/>
                    <a:gd name="connsiteY7016" fmla="*/ 1711146 h 2360402"/>
                    <a:gd name="connsiteX7017" fmla="*/ 1337929 w 1440502"/>
                    <a:gd name="connsiteY7017" fmla="*/ 1711181 h 2360402"/>
                    <a:gd name="connsiteX7018" fmla="*/ 1337859 w 1440502"/>
                    <a:gd name="connsiteY7018" fmla="*/ 1711378 h 2360402"/>
                    <a:gd name="connsiteX7019" fmla="*/ 1338033 w 1440502"/>
                    <a:gd name="connsiteY7019" fmla="*/ 1711887 h 2360402"/>
                    <a:gd name="connsiteX7020" fmla="*/ 1338148 w 1440502"/>
                    <a:gd name="connsiteY7020" fmla="*/ 1712269 h 2360402"/>
                    <a:gd name="connsiteX7021" fmla="*/ 1338206 w 1440502"/>
                    <a:gd name="connsiteY7021" fmla="*/ 1712397 h 2360402"/>
                    <a:gd name="connsiteX7022" fmla="*/ 1338241 w 1440502"/>
                    <a:gd name="connsiteY7022" fmla="*/ 1712489 h 2360402"/>
                    <a:gd name="connsiteX7023" fmla="*/ 1338287 w 1440502"/>
                    <a:gd name="connsiteY7023" fmla="*/ 1712593 h 2360402"/>
                    <a:gd name="connsiteX7024" fmla="*/ 1338403 w 1440502"/>
                    <a:gd name="connsiteY7024" fmla="*/ 1712987 h 2360402"/>
                    <a:gd name="connsiteX7025" fmla="*/ 1338403 w 1440502"/>
                    <a:gd name="connsiteY7025" fmla="*/ 1713022 h 2360402"/>
                    <a:gd name="connsiteX7026" fmla="*/ 1338415 w 1440502"/>
                    <a:gd name="connsiteY7026" fmla="*/ 1713057 h 2360402"/>
                    <a:gd name="connsiteX7027" fmla="*/ 1338391 w 1440502"/>
                    <a:gd name="connsiteY7027" fmla="*/ 1713380 h 2360402"/>
                    <a:gd name="connsiteX7028" fmla="*/ 1338391 w 1440502"/>
                    <a:gd name="connsiteY7028" fmla="*/ 1713404 h 2360402"/>
                    <a:gd name="connsiteX7029" fmla="*/ 1338461 w 1440502"/>
                    <a:gd name="connsiteY7029" fmla="*/ 1714295 h 2360402"/>
                    <a:gd name="connsiteX7030" fmla="*/ 1338449 w 1440502"/>
                    <a:gd name="connsiteY7030" fmla="*/ 1714330 h 2360402"/>
                    <a:gd name="connsiteX7031" fmla="*/ 1338426 w 1440502"/>
                    <a:gd name="connsiteY7031" fmla="*/ 1714388 h 2360402"/>
                    <a:gd name="connsiteX7032" fmla="*/ 1338334 w 1440502"/>
                    <a:gd name="connsiteY7032" fmla="*/ 1714457 h 2360402"/>
                    <a:gd name="connsiteX7033" fmla="*/ 1338276 w 1440502"/>
                    <a:gd name="connsiteY7033" fmla="*/ 1714469 h 2360402"/>
                    <a:gd name="connsiteX7034" fmla="*/ 1338287 w 1440502"/>
                    <a:gd name="connsiteY7034" fmla="*/ 1714908 h 2360402"/>
                    <a:gd name="connsiteX7035" fmla="*/ 1338311 w 1440502"/>
                    <a:gd name="connsiteY7035" fmla="*/ 1715070 h 2360402"/>
                    <a:gd name="connsiteX7036" fmla="*/ 1338391 w 1440502"/>
                    <a:gd name="connsiteY7036" fmla="*/ 1715244 h 2360402"/>
                    <a:gd name="connsiteX7037" fmla="*/ 1338403 w 1440502"/>
                    <a:gd name="connsiteY7037" fmla="*/ 1715522 h 2360402"/>
                    <a:gd name="connsiteX7038" fmla="*/ 1338415 w 1440502"/>
                    <a:gd name="connsiteY7038" fmla="*/ 1716124 h 2360402"/>
                    <a:gd name="connsiteX7039" fmla="*/ 1337373 w 1440502"/>
                    <a:gd name="connsiteY7039" fmla="*/ 1716321 h 2360402"/>
                    <a:gd name="connsiteX7040" fmla="*/ 1336540 w 1440502"/>
                    <a:gd name="connsiteY7040" fmla="*/ 1716182 h 2360402"/>
                    <a:gd name="connsiteX7041" fmla="*/ 1335336 w 1440502"/>
                    <a:gd name="connsiteY7041" fmla="*/ 1716101 h 2360402"/>
                    <a:gd name="connsiteX7042" fmla="*/ 1335174 w 1440502"/>
                    <a:gd name="connsiteY7042" fmla="*/ 1716101 h 2360402"/>
                    <a:gd name="connsiteX7043" fmla="*/ 1334734 w 1440502"/>
                    <a:gd name="connsiteY7043" fmla="*/ 1716170 h 2360402"/>
                    <a:gd name="connsiteX7044" fmla="*/ 1334132 w 1440502"/>
                    <a:gd name="connsiteY7044" fmla="*/ 1716286 h 2360402"/>
                    <a:gd name="connsiteX7045" fmla="*/ 1333657 w 1440502"/>
                    <a:gd name="connsiteY7045" fmla="*/ 1716379 h 2360402"/>
                    <a:gd name="connsiteX7046" fmla="*/ 1333287 w 1440502"/>
                    <a:gd name="connsiteY7046" fmla="*/ 1716483 h 2360402"/>
                    <a:gd name="connsiteX7047" fmla="*/ 1333101 w 1440502"/>
                    <a:gd name="connsiteY7047" fmla="*/ 1716541 h 2360402"/>
                    <a:gd name="connsiteX7048" fmla="*/ 1332789 w 1440502"/>
                    <a:gd name="connsiteY7048" fmla="*/ 1716668 h 2360402"/>
                    <a:gd name="connsiteX7049" fmla="*/ 1331840 w 1440502"/>
                    <a:gd name="connsiteY7049" fmla="*/ 1717270 h 2360402"/>
                    <a:gd name="connsiteX7050" fmla="*/ 1331701 w 1440502"/>
                    <a:gd name="connsiteY7050" fmla="*/ 1717362 h 2360402"/>
                    <a:gd name="connsiteX7051" fmla="*/ 1331076 w 1440502"/>
                    <a:gd name="connsiteY7051" fmla="*/ 1717478 h 2360402"/>
                    <a:gd name="connsiteX7052" fmla="*/ 1331099 w 1440502"/>
                    <a:gd name="connsiteY7052" fmla="*/ 1717860 h 2360402"/>
                    <a:gd name="connsiteX7053" fmla="*/ 1331006 w 1440502"/>
                    <a:gd name="connsiteY7053" fmla="*/ 1717988 h 2360402"/>
                    <a:gd name="connsiteX7054" fmla="*/ 1330775 w 1440502"/>
                    <a:gd name="connsiteY7054" fmla="*/ 1718416 h 2360402"/>
                    <a:gd name="connsiteX7055" fmla="*/ 1330728 w 1440502"/>
                    <a:gd name="connsiteY7055" fmla="*/ 1718497 h 2360402"/>
                    <a:gd name="connsiteX7056" fmla="*/ 1330601 w 1440502"/>
                    <a:gd name="connsiteY7056" fmla="*/ 1718682 h 2360402"/>
                    <a:gd name="connsiteX7057" fmla="*/ 1330555 w 1440502"/>
                    <a:gd name="connsiteY7057" fmla="*/ 1718775 h 2360402"/>
                    <a:gd name="connsiteX7058" fmla="*/ 1330497 w 1440502"/>
                    <a:gd name="connsiteY7058" fmla="*/ 1718960 h 2360402"/>
                    <a:gd name="connsiteX7059" fmla="*/ 1330485 w 1440502"/>
                    <a:gd name="connsiteY7059" fmla="*/ 1719018 h 2360402"/>
                    <a:gd name="connsiteX7060" fmla="*/ 1330485 w 1440502"/>
                    <a:gd name="connsiteY7060" fmla="*/ 1719088 h 2360402"/>
                    <a:gd name="connsiteX7061" fmla="*/ 1330485 w 1440502"/>
                    <a:gd name="connsiteY7061" fmla="*/ 1719134 h 2360402"/>
                    <a:gd name="connsiteX7062" fmla="*/ 1330485 w 1440502"/>
                    <a:gd name="connsiteY7062" fmla="*/ 1719261 h 2360402"/>
                    <a:gd name="connsiteX7063" fmla="*/ 1330485 w 1440502"/>
                    <a:gd name="connsiteY7063" fmla="*/ 1719377 h 2360402"/>
                    <a:gd name="connsiteX7064" fmla="*/ 1330508 w 1440502"/>
                    <a:gd name="connsiteY7064" fmla="*/ 1719481 h 2360402"/>
                    <a:gd name="connsiteX7065" fmla="*/ 1330543 w 1440502"/>
                    <a:gd name="connsiteY7065" fmla="*/ 1719678 h 2360402"/>
                    <a:gd name="connsiteX7066" fmla="*/ 1330670 w 1440502"/>
                    <a:gd name="connsiteY7066" fmla="*/ 1720199 h 2360402"/>
                    <a:gd name="connsiteX7067" fmla="*/ 1330705 w 1440502"/>
                    <a:gd name="connsiteY7067" fmla="*/ 1720372 h 2360402"/>
                    <a:gd name="connsiteX7068" fmla="*/ 1330717 w 1440502"/>
                    <a:gd name="connsiteY7068" fmla="*/ 1720430 h 2360402"/>
                    <a:gd name="connsiteX7069" fmla="*/ 1330971 w 1440502"/>
                    <a:gd name="connsiteY7069" fmla="*/ 1720997 h 2360402"/>
                    <a:gd name="connsiteX7070" fmla="*/ 1331214 w 1440502"/>
                    <a:gd name="connsiteY7070" fmla="*/ 1721565 h 2360402"/>
                    <a:gd name="connsiteX7071" fmla="*/ 1331249 w 1440502"/>
                    <a:gd name="connsiteY7071" fmla="*/ 1721669 h 2360402"/>
                    <a:gd name="connsiteX7072" fmla="*/ 1331353 w 1440502"/>
                    <a:gd name="connsiteY7072" fmla="*/ 1724320 h 2360402"/>
                    <a:gd name="connsiteX7073" fmla="*/ 1328621 w 1440502"/>
                    <a:gd name="connsiteY7073" fmla="*/ 1724482 h 2360402"/>
                    <a:gd name="connsiteX7074" fmla="*/ 1328378 w 1440502"/>
                    <a:gd name="connsiteY7074" fmla="*/ 1725141 h 2360402"/>
                    <a:gd name="connsiteX7075" fmla="*/ 1328043 w 1440502"/>
                    <a:gd name="connsiteY7075" fmla="*/ 1725732 h 2360402"/>
                    <a:gd name="connsiteX7076" fmla="*/ 1327591 w 1440502"/>
                    <a:gd name="connsiteY7076" fmla="*/ 1726901 h 2360402"/>
                    <a:gd name="connsiteX7077" fmla="*/ 1327464 w 1440502"/>
                    <a:gd name="connsiteY7077" fmla="*/ 1727491 h 2360402"/>
                    <a:gd name="connsiteX7078" fmla="*/ 1327290 w 1440502"/>
                    <a:gd name="connsiteY7078" fmla="*/ 1727955 h 2360402"/>
                    <a:gd name="connsiteX7079" fmla="*/ 1327244 w 1440502"/>
                    <a:gd name="connsiteY7079" fmla="*/ 1728198 h 2360402"/>
                    <a:gd name="connsiteX7080" fmla="*/ 1327279 w 1440502"/>
                    <a:gd name="connsiteY7080" fmla="*/ 1728510 h 2360402"/>
                    <a:gd name="connsiteX7081" fmla="*/ 1327313 w 1440502"/>
                    <a:gd name="connsiteY7081" fmla="*/ 1728568 h 2360402"/>
                    <a:gd name="connsiteX7082" fmla="*/ 1327406 w 1440502"/>
                    <a:gd name="connsiteY7082" fmla="*/ 1728661 h 2360402"/>
                    <a:gd name="connsiteX7083" fmla="*/ 1327557 w 1440502"/>
                    <a:gd name="connsiteY7083" fmla="*/ 1728753 h 2360402"/>
                    <a:gd name="connsiteX7084" fmla="*/ 1326584 w 1440502"/>
                    <a:gd name="connsiteY7084" fmla="*/ 1730640 h 2360402"/>
                    <a:gd name="connsiteX7085" fmla="*/ 1322637 w 1440502"/>
                    <a:gd name="connsiteY7085" fmla="*/ 1729552 h 2360402"/>
                    <a:gd name="connsiteX7086" fmla="*/ 1322533 w 1440502"/>
                    <a:gd name="connsiteY7086" fmla="*/ 1729482 h 2360402"/>
                    <a:gd name="connsiteX7087" fmla="*/ 1322220 w 1440502"/>
                    <a:gd name="connsiteY7087" fmla="*/ 1729378 h 2360402"/>
                    <a:gd name="connsiteX7088" fmla="*/ 1322116 w 1440502"/>
                    <a:gd name="connsiteY7088" fmla="*/ 1729344 h 2360402"/>
                    <a:gd name="connsiteX7089" fmla="*/ 1321699 w 1440502"/>
                    <a:gd name="connsiteY7089" fmla="*/ 1729286 h 2360402"/>
                    <a:gd name="connsiteX7090" fmla="*/ 1321491 w 1440502"/>
                    <a:gd name="connsiteY7090" fmla="*/ 1729228 h 2360402"/>
                    <a:gd name="connsiteX7091" fmla="*/ 1321572 w 1440502"/>
                    <a:gd name="connsiteY7091" fmla="*/ 1729274 h 2360402"/>
                    <a:gd name="connsiteX7092" fmla="*/ 1321063 w 1440502"/>
                    <a:gd name="connsiteY7092" fmla="*/ 1729205 h 2360402"/>
                    <a:gd name="connsiteX7093" fmla="*/ 1320715 w 1440502"/>
                    <a:gd name="connsiteY7093" fmla="*/ 1729205 h 2360402"/>
                    <a:gd name="connsiteX7094" fmla="*/ 1320391 w 1440502"/>
                    <a:gd name="connsiteY7094" fmla="*/ 1729286 h 2360402"/>
                    <a:gd name="connsiteX7095" fmla="*/ 1320044 w 1440502"/>
                    <a:gd name="connsiteY7095" fmla="*/ 1729402 h 2360402"/>
                    <a:gd name="connsiteX7096" fmla="*/ 1319801 w 1440502"/>
                    <a:gd name="connsiteY7096" fmla="*/ 1729494 h 2360402"/>
                    <a:gd name="connsiteX7097" fmla="*/ 1319523 w 1440502"/>
                    <a:gd name="connsiteY7097" fmla="*/ 1729622 h 2360402"/>
                    <a:gd name="connsiteX7098" fmla="*/ 1318956 w 1440502"/>
                    <a:gd name="connsiteY7098" fmla="*/ 1729899 h 2360402"/>
                    <a:gd name="connsiteX7099" fmla="*/ 1318597 w 1440502"/>
                    <a:gd name="connsiteY7099" fmla="*/ 1730142 h 2360402"/>
                    <a:gd name="connsiteX7100" fmla="*/ 1318470 w 1440502"/>
                    <a:gd name="connsiteY7100" fmla="*/ 1730247 h 2360402"/>
                    <a:gd name="connsiteX7101" fmla="*/ 1318423 w 1440502"/>
                    <a:gd name="connsiteY7101" fmla="*/ 1730304 h 2360402"/>
                    <a:gd name="connsiteX7102" fmla="*/ 1318064 w 1440502"/>
                    <a:gd name="connsiteY7102" fmla="*/ 1730721 h 2360402"/>
                    <a:gd name="connsiteX7103" fmla="*/ 1317821 w 1440502"/>
                    <a:gd name="connsiteY7103" fmla="*/ 1731022 h 2360402"/>
                    <a:gd name="connsiteX7104" fmla="*/ 1317208 w 1440502"/>
                    <a:gd name="connsiteY7104" fmla="*/ 1732041 h 2360402"/>
                    <a:gd name="connsiteX7105" fmla="*/ 1317150 w 1440502"/>
                    <a:gd name="connsiteY7105" fmla="*/ 1732238 h 2360402"/>
                    <a:gd name="connsiteX7106" fmla="*/ 1317081 w 1440502"/>
                    <a:gd name="connsiteY7106" fmla="*/ 1732527 h 2360402"/>
                    <a:gd name="connsiteX7107" fmla="*/ 1317069 w 1440502"/>
                    <a:gd name="connsiteY7107" fmla="*/ 1733048 h 2360402"/>
                    <a:gd name="connsiteX7108" fmla="*/ 1317081 w 1440502"/>
                    <a:gd name="connsiteY7108" fmla="*/ 1733384 h 2360402"/>
                    <a:gd name="connsiteX7109" fmla="*/ 1317104 w 1440502"/>
                    <a:gd name="connsiteY7109" fmla="*/ 1733511 h 2360402"/>
                    <a:gd name="connsiteX7110" fmla="*/ 1317231 w 1440502"/>
                    <a:gd name="connsiteY7110" fmla="*/ 1733963 h 2360402"/>
                    <a:gd name="connsiteX7111" fmla="*/ 1317497 w 1440502"/>
                    <a:gd name="connsiteY7111" fmla="*/ 1734912 h 2360402"/>
                    <a:gd name="connsiteX7112" fmla="*/ 1317682 w 1440502"/>
                    <a:gd name="connsiteY7112" fmla="*/ 1735641 h 2360402"/>
                    <a:gd name="connsiteX7113" fmla="*/ 1317775 w 1440502"/>
                    <a:gd name="connsiteY7113" fmla="*/ 1736683 h 2360402"/>
                    <a:gd name="connsiteX7114" fmla="*/ 1317786 w 1440502"/>
                    <a:gd name="connsiteY7114" fmla="*/ 1736775 h 2360402"/>
                    <a:gd name="connsiteX7115" fmla="*/ 1317786 w 1440502"/>
                    <a:gd name="connsiteY7115" fmla="*/ 1736822 h 2360402"/>
                    <a:gd name="connsiteX7116" fmla="*/ 1317775 w 1440502"/>
                    <a:gd name="connsiteY7116" fmla="*/ 1737111 h 2360402"/>
                    <a:gd name="connsiteX7117" fmla="*/ 1317775 w 1440502"/>
                    <a:gd name="connsiteY7117" fmla="*/ 1737158 h 2360402"/>
                    <a:gd name="connsiteX7118" fmla="*/ 1317625 w 1440502"/>
                    <a:gd name="connsiteY7118" fmla="*/ 1737655 h 2360402"/>
                    <a:gd name="connsiteX7119" fmla="*/ 1317428 w 1440502"/>
                    <a:gd name="connsiteY7119" fmla="*/ 1738199 h 2360402"/>
                    <a:gd name="connsiteX7120" fmla="*/ 1317324 w 1440502"/>
                    <a:gd name="connsiteY7120" fmla="*/ 1738500 h 2360402"/>
                    <a:gd name="connsiteX7121" fmla="*/ 1317046 w 1440502"/>
                    <a:gd name="connsiteY7121" fmla="*/ 1739079 h 2360402"/>
                    <a:gd name="connsiteX7122" fmla="*/ 1316976 w 1440502"/>
                    <a:gd name="connsiteY7122" fmla="*/ 1739183 h 2360402"/>
                    <a:gd name="connsiteX7123" fmla="*/ 1316860 w 1440502"/>
                    <a:gd name="connsiteY7123" fmla="*/ 1739345 h 2360402"/>
                    <a:gd name="connsiteX7124" fmla="*/ 1316826 w 1440502"/>
                    <a:gd name="connsiteY7124" fmla="*/ 1739392 h 2360402"/>
                    <a:gd name="connsiteX7125" fmla="*/ 1316582 w 1440502"/>
                    <a:gd name="connsiteY7125" fmla="*/ 1739623 h 2360402"/>
                    <a:gd name="connsiteX7126" fmla="*/ 1316421 w 1440502"/>
                    <a:gd name="connsiteY7126" fmla="*/ 1739762 h 2360402"/>
                    <a:gd name="connsiteX7127" fmla="*/ 1316316 w 1440502"/>
                    <a:gd name="connsiteY7127" fmla="*/ 1739820 h 2360402"/>
                    <a:gd name="connsiteX7128" fmla="*/ 1315923 w 1440502"/>
                    <a:gd name="connsiteY7128" fmla="*/ 1739912 h 2360402"/>
                    <a:gd name="connsiteX7129" fmla="*/ 1315089 w 1440502"/>
                    <a:gd name="connsiteY7129" fmla="*/ 1739924 h 2360402"/>
                    <a:gd name="connsiteX7130" fmla="*/ 1314661 w 1440502"/>
                    <a:gd name="connsiteY7130" fmla="*/ 1739820 h 2360402"/>
                    <a:gd name="connsiteX7131" fmla="*/ 1314105 w 1440502"/>
                    <a:gd name="connsiteY7131" fmla="*/ 1739542 h 2360402"/>
                    <a:gd name="connsiteX7132" fmla="*/ 1312797 w 1440502"/>
                    <a:gd name="connsiteY7132" fmla="*/ 1739542 h 2360402"/>
                    <a:gd name="connsiteX7133" fmla="*/ 1311813 w 1440502"/>
                    <a:gd name="connsiteY7133" fmla="*/ 1739658 h 2360402"/>
                    <a:gd name="connsiteX7134" fmla="*/ 1311293 w 1440502"/>
                    <a:gd name="connsiteY7134" fmla="*/ 1739739 h 2360402"/>
                    <a:gd name="connsiteX7135" fmla="*/ 1310957 w 1440502"/>
                    <a:gd name="connsiteY7135" fmla="*/ 1739831 h 2360402"/>
                    <a:gd name="connsiteX7136" fmla="*/ 1310691 w 1440502"/>
                    <a:gd name="connsiteY7136" fmla="*/ 1739924 h 2360402"/>
                    <a:gd name="connsiteX7137" fmla="*/ 1310551 w 1440502"/>
                    <a:gd name="connsiteY7137" fmla="*/ 1739982 h 2360402"/>
                    <a:gd name="connsiteX7138" fmla="*/ 1310297 w 1440502"/>
                    <a:gd name="connsiteY7138" fmla="*/ 1740132 h 2360402"/>
                    <a:gd name="connsiteX7139" fmla="*/ 1310112 w 1440502"/>
                    <a:gd name="connsiteY7139" fmla="*/ 1740237 h 2360402"/>
                    <a:gd name="connsiteX7140" fmla="*/ 1309718 w 1440502"/>
                    <a:gd name="connsiteY7140" fmla="*/ 1740456 h 2360402"/>
                    <a:gd name="connsiteX7141" fmla="*/ 1309614 w 1440502"/>
                    <a:gd name="connsiteY7141" fmla="*/ 1740526 h 2360402"/>
                    <a:gd name="connsiteX7142" fmla="*/ 1309440 w 1440502"/>
                    <a:gd name="connsiteY7142" fmla="*/ 1740630 h 2360402"/>
                    <a:gd name="connsiteX7143" fmla="*/ 1309359 w 1440502"/>
                    <a:gd name="connsiteY7143" fmla="*/ 1740688 h 2360402"/>
                    <a:gd name="connsiteX7144" fmla="*/ 1308734 w 1440502"/>
                    <a:gd name="connsiteY7144" fmla="*/ 1741255 h 2360402"/>
                    <a:gd name="connsiteX7145" fmla="*/ 1308688 w 1440502"/>
                    <a:gd name="connsiteY7145" fmla="*/ 1741290 h 2360402"/>
                    <a:gd name="connsiteX7146" fmla="*/ 1308537 w 1440502"/>
                    <a:gd name="connsiteY7146" fmla="*/ 1741487 h 2360402"/>
                    <a:gd name="connsiteX7147" fmla="*/ 1308098 w 1440502"/>
                    <a:gd name="connsiteY7147" fmla="*/ 1742100 h 2360402"/>
                    <a:gd name="connsiteX7148" fmla="*/ 1308040 w 1440502"/>
                    <a:gd name="connsiteY7148" fmla="*/ 1742239 h 2360402"/>
                    <a:gd name="connsiteX7149" fmla="*/ 1308051 w 1440502"/>
                    <a:gd name="connsiteY7149" fmla="*/ 1743327 h 2360402"/>
                    <a:gd name="connsiteX7150" fmla="*/ 1308086 w 1440502"/>
                    <a:gd name="connsiteY7150" fmla="*/ 1743443 h 2360402"/>
                    <a:gd name="connsiteX7151" fmla="*/ 1308155 w 1440502"/>
                    <a:gd name="connsiteY7151" fmla="*/ 1743617 h 2360402"/>
                    <a:gd name="connsiteX7152" fmla="*/ 1308271 w 1440502"/>
                    <a:gd name="connsiteY7152" fmla="*/ 1743952 h 2360402"/>
                    <a:gd name="connsiteX7153" fmla="*/ 1308364 w 1440502"/>
                    <a:gd name="connsiteY7153" fmla="*/ 1744219 h 2360402"/>
                    <a:gd name="connsiteX7154" fmla="*/ 1308502 w 1440502"/>
                    <a:gd name="connsiteY7154" fmla="*/ 1744566 h 2360402"/>
                    <a:gd name="connsiteX7155" fmla="*/ 1308734 w 1440502"/>
                    <a:gd name="connsiteY7155" fmla="*/ 1745052 h 2360402"/>
                    <a:gd name="connsiteX7156" fmla="*/ 1309545 w 1440502"/>
                    <a:gd name="connsiteY7156" fmla="*/ 1746615 h 2360402"/>
                    <a:gd name="connsiteX7157" fmla="*/ 1310598 w 1440502"/>
                    <a:gd name="connsiteY7157" fmla="*/ 1747576 h 2360402"/>
                    <a:gd name="connsiteX7158" fmla="*/ 1310829 w 1440502"/>
                    <a:gd name="connsiteY7158" fmla="*/ 1747842 h 2360402"/>
                    <a:gd name="connsiteX7159" fmla="*/ 1310910 w 1440502"/>
                    <a:gd name="connsiteY7159" fmla="*/ 1747900 h 2360402"/>
                    <a:gd name="connsiteX7160" fmla="*/ 1311119 w 1440502"/>
                    <a:gd name="connsiteY7160" fmla="*/ 1748039 h 2360402"/>
                    <a:gd name="connsiteX7161" fmla="*/ 1311246 w 1440502"/>
                    <a:gd name="connsiteY7161" fmla="*/ 1748166 h 2360402"/>
                    <a:gd name="connsiteX7162" fmla="*/ 1311385 w 1440502"/>
                    <a:gd name="connsiteY7162" fmla="*/ 1748409 h 2360402"/>
                    <a:gd name="connsiteX7163" fmla="*/ 1311408 w 1440502"/>
                    <a:gd name="connsiteY7163" fmla="*/ 1748479 h 2360402"/>
                    <a:gd name="connsiteX7164" fmla="*/ 1311443 w 1440502"/>
                    <a:gd name="connsiteY7164" fmla="*/ 1748606 h 2360402"/>
                    <a:gd name="connsiteX7165" fmla="*/ 1311454 w 1440502"/>
                    <a:gd name="connsiteY7165" fmla="*/ 1748664 h 2360402"/>
                    <a:gd name="connsiteX7166" fmla="*/ 1311478 w 1440502"/>
                    <a:gd name="connsiteY7166" fmla="*/ 1748756 h 2360402"/>
                    <a:gd name="connsiteX7167" fmla="*/ 1311501 w 1440502"/>
                    <a:gd name="connsiteY7167" fmla="*/ 1748941 h 2360402"/>
                    <a:gd name="connsiteX7168" fmla="*/ 1311304 w 1440502"/>
                    <a:gd name="connsiteY7168" fmla="*/ 1749382 h 2360402"/>
                    <a:gd name="connsiteX7169" fmla="*/ 1311281 w 1440502"/>
                    <a:gd name="connsiteY7169" fmla="*/ 1749428 h 2360402"/>
                    <a:gd name="connsiteX7170" fmla="*/ 1311211 w 1440502"/>
                    <a:gd name="connsiteY7170" fmla="*/ 1749497 h 2360402"/>
                    <a:gd name="connsiteX7171" fmla="*/ 1310887 w 1440502"/>
                    <a:gd name="connsiteY7171" fmla="*/ 1749706 h 2360402"/>
                    <a:gd name="connsiteX7172" fmla="*/ 1310586 w 1440502"/>
                    <a:gd name="connsiteY7172" fmla="*/ 1749902 h 2360402"/>
                    <a:gd name="connsiteX7173" fmla="*/ 1310366 w 1440502"/>
                    <a:gd name="connsiteY7173" fmla="*/ 1750007 h 2360402"/>
                    <a:gd name="connsiteX7174" fmla="*/ 1310204 w 1440502"/>
                    <a:gd name="connsiteY7174" fmla="*/ 1750076 h 2360402"/>
                    <a:gd name="connsiteX7175" fmla="*/ 1310042 w 1440502"/>
                    <a:gd name="connsiteY7175" fmla="*/ 1750122 h 2360402"/>
                    <a:gd name="connsiteX7176" fmla="*/ 1309660 w 1440502"/>
                    <a:gd name="connsiteY7176" fmla="*/ 1750238 h 2360402"/>
                    <a:gd name="connsiteX7177" fmla="*/ 1308642 w 1440502"/>
                    <a:gd name="connsiteY7177" fmla="*/ 1750585 h 2360402"/>
                    <a:gd name="connsiteX7178" fmla="*/ 1308514 w 1440502"/>
                    <a:gd name="connsiteY7178" fmla="*/ 1750631 h 2360402"/>
                    <a:gd name="connsiteX7179" fmla="*/ 1307901 w 1440502"/>
                    <a:gd name="connsiteY7179" fmla="*/ 1750829 h 2360402"/>
                    <a:gd name="connsiteX7180" fmla="*/ 1307565 w 1440502"/>
                    <a:gd name="connsiteY7180" fmla="*/ 1750886 h 2360402"/>
                    <a:gd name="connsiteX7181" fmla="*/ 1307021 w 1440502"/>
                    <a:gd name="connsiteY7181" fmla="*/ 1750990 h 2360402"/>
                    <a:gd name="connsiteX7182" fmla="*/ 1306662 w 1440502"/>
                    <a:gd name="connsiteY7182" fmla="*/ 1751141 h 2360402"/>
                    <a:gd name="connsiteX7183" fmla="*/ 1306523 w 1440502"/>
                    <a:gd name="connsiteY7183" fmla="*/ 1751245 h 2360402"/>
                    <a:gd name="connsiteX7184" fmla="*/ 1306303 w 1440502"/>
                    <a:gd name="connsiteY7184" fmla="*/ 1751430 h 2360402"/>
                    <a:gd name="connsiteX7185" fmla="*/ 1305852 w 1440502"/>
                    <a:gd name="connsiteY7185" fmla="*/ 1751870 h 2360402"/>
                    <a:gd name="connsiteX7186" fmla="*/ 1305829 w 1440502"/>
                    <a:gd name="connsiteY7186" fmla="*/ 1751893 h 2360402"/>
                    <a:gd name="connsiteX7187" fmla="*/ 1305296 w 1440502"/>
                    <a:gd name="connsiteY7187" fmla="*/ 1752519 h 2360402"/>
                    <a:gd name="connsiteX7188" fmla="*/ 1304741 w 1440502"/>
                    <a:gd name="connsiteY7188" fmla="*/ 1753549 h 2360402"/>
                    <a:gd name="connsiteX7189" fmla="*/ 1304787 w 1440502"/>
                    <a:gd name="connsiteY7189" fmla="*/ 1753676 h 2360402"/>
                    <a:gd name="connsiteX7190" fmla="*/ 1304810 w 1440502"/>
                    <a:gd name="connsiteY7190" fmla="*/ 1753815 h 2360402"/>
                    <a:gd name="connsiteX7191" fmla="*/ 1304764 w 1440502"/>
                    <a:gd name="connsiteY7191" fmla="*/ 1753919 h 2360402"/>
                    <a:gd name="connsiteX7192" fmla="*/ 1304555 w 1440502"/>
                    <a:gd name="connsiteY7192" fmla="*/ 1754324 h 2360402"/>
                    <a:gd name="connsiteX7193" fmla="*/ 1304440 w 1440502"/>
                    <a:gd name="connsiteY7193" fmla="*/ 1754591 h 2360402"/>
                    <a:gd name="connsiteX7194" fmla="*/ 1304347 w 1440502"/>
                    <a:gd name="connsiteY7194" fmla="*/ 1754811 h 2360402"/>
                    <a:gd name="connsiteX7195" fmla="*/ 1304324 w 1440502"/>
                    <a:gd name="connsiteY7195" fmla="*/ 1754857 h 2360402"/>
                    <a:gd name="connsiteX7196" fmla="*/ 1303571 w 1440502"/>
                    <a:gd name="connsiteY7196" fmla="*/ 1755262 h 2360402"/>
                    <a:gd name="connsiteX7197" fmla="*/ 1303340 w 1440502"/>
                    <a:gd name="connsiteY7197" fmla="*/ 1755135 h 2360402"/>
                    <a:gd name="connsiteX7198" fmla="*/ 1303120 w 1440502"/>
                    <a:gd name="connsiteY7198" fmla="*/ 1755355 h 2360402"/>
                    <a:gd name="connsiteX7199" fmla="*/ 1302969 w 1440502"/>
                    <a:gd name="connsiteY7199" fmla="*/ 1755586 h 2360402"/>
                    <a:gd name="connsiteX7200" fmla="*/ 1302842 w 1440502"/>
                    <a:gd name="connsiteY7200" fmla="*/ 1755829 h 2360402"/>
                    <a:gd name="connsiteX7201" fmla="*/ 1302784 w 1440502"/>
                    <a:gd name="connsiteY7201" fmla="*/ 1755945 h 2360402"/>
                    <a:gd name="connsiteX7202" fmla="*/ 1302321 w 1440502"/>
                    <a:gd name="connsiteY7202" fmla="*/ 1757172 h 2360402"/>
                    <a:gd name="connsiteX7203" fmla="*/ 1302066 w 1440502"/>
                    <a:gd name="connsiteY7203" fmla="*/ 1757739 h 2360402"/>
                    <a:gd name="connsiteX7204" fmla="*/ 1301638 w 1440502"/>
                    <a:gd name="connsiteY7204" fmla="*/ 1758758 h 2360402"/>
                    <a:gd name="connsiteX7205" fmla="*/ 1301626 w 1440502"/>
                    <a:gd name="connsiteY7205" fmla="*/ 1758769 h 2360402"/>
                    <a:gd name="connsiteX7206" fmla="*/ 1301464 w 1440502"/>
                    <a:gd name="connsiteY7206" fmla="*/ 1759070 h 2360402"/>
                    <a:gd name="connsiteX7207" fmla="*/ 1301279 w 1440502"/>
                    <a:gd name="connsiteY7207" fmla="*/ 1759499 h 2360402"/>
                    <a:gd name="connsiteX7208" fmla="*/ 1301221 w 1440502"/>
                    <a:gd name="connsiteY7208" fmla="*/ 1759614 h 2360402"/>
                    <a:gd name="connsiteX7209" fmla="*/ 1300469 w 1440502"/>
                    <a:gd name="connsiteY7209" fmla="*/ 1760321 h 2360402"/>
                    <a:gd name="connsiteX7210" fmla="*/ 1299994 w 1440502"/>
                    <a:gd name="connsiteY7210" fmla="*/ 1760494 h 2360402"/>
                    <a:gd name="connsiteX7211" fmla="*/ 1299416 w 1440502"/>
                    <a:gd name="connsiteY7211" fmla="*/ 1760587 h 2360402"/>
                    <a:gd name="connsiteX7212" fmla="*/ 1299011 w 1440502"/>
                    <a:gd name="connsiteY7212" fmla="*/ 1760726 h 2360402"/>
                    <a:gd name="connsiteX7213" fmla="*/ 1297679 w 1440502"/>
                    <a:gd name="connsiteY7213" fmla="*/ 1762520 h 2360402"/>
                    <a:gd name="connsiteX7214" fmla="*/ 1297610 w 1440502"/>
                    <a:gd name="connsiteY7214" fmla="*/ 1762798 h 2360402"/>
                    <a:gd name="connsiteX7215" fmla="*/ 1297598 w 1440502"/>
                    <a:gd name="connsiteY7215" fmla="*/ 1762856 h 2360402"/>
                    <a:gd name="connsiteX7216" fmla="*/ 1297575 w 1440502"/>
                    <a:gd name="connsiteY7216" fmla="*/ 1763504 h 2360402"/>
                    <a:gd name="connsiteX7217" fmla="*/ 1297506 w 1440502"/>
                    <a:gd name="connsiteY7217" fmla="*/ 1763955 h 2360402"/>
                    <a:gd name="connsiteX7218" fmla="*/ 1297471 w 1440502"/>
                    <a:gd name="connsiteY7218" fmla="*/ 1764060 h 2360402"/>
                    <a:gd name="connsiteX7219" fmla="*/ 1297448 w 1440502"/>
                    <a:gd name="connsiteY7219" fmla="*/ 1764164 h 2360402"/>
                    <a:gd name="connsiteX7220" fmla="*/ 1297401 w 1440502"/>
                    <a:gd name="connsiteY7220" fmla="*/ 1764338 h 2360402"/>
                    <a:gd name="connsiteX7221" fmla="*/ 1297297 w 1440502"/>
                    <a:gd name="connsiteY7221" fmla="*/ 1764442 h 2360402"/>
                    <a:gd name="connsiteX7222" fmla="*/ 1297274 w 1440502"/>
                    <a:gd name="connsiteY7222" fmla="*/ 1764465 h 2360402"/>
                    <a:gd name="connsiteX7223" fmla="*/ 1296765 w 1440502"/>
                    <a:gd name="connsiteY7223" fmla="*/ 1764766 h 2360402"/>
                    <a:gd name="connsiteX7224" fmla="*/ 1295862 w 1440502"/>
                    <a:gd name="connsiteY7224" fmla="*/ 1765588 h 2360402"/>
                    <a:gd name="connsiteX7225" fmla="*/ 1295109 w 1440502"/>
                    <a:gd name="connsiteY7225" fmla="*/ 1766259 h 2360402"/>
                    <a:gd name="connsiteX7226" fmla="*/ 1294588 w 1440502"/>
                    <a:gd name="connsiteY7226" fmla="*/ 1766630 h 2360402"/>
                    <a:gd name="connsiteX7227" fmla="*/ 1294519 w 1440502"/>
                    <a:gd name="connsiteY7227" fmla="*/ 1766699 h 2360402"/>
                    <a:gd name="connsiteX7228" fmla="*/ 1294149 w 1440502"/>
                    <a:gd name="connsiteY7228" fmla="*/ 1767104 h 2360402"/>
                    <a:gd name="connsiteX7229" fmla="*/ 1294033 w 1440502"/>
                    <a:gd name="connsiteY7229" fmla="*/ 1767312 h 2360402"/>
                    <a:gd name="connsiteX7230" fmla="*/ 1293940 w 1440502"/>
                    <a:gd name="connsiteY7230" fmla="*/ 1767567 h 2360402"/>
                    <a:gd name="connsiteX7231" fmla="*/ 1293905 w 1440502"/>
                    <a:gd name="connsiteY7231" fmla="*/ 1767729 h 2360402"/>
                    <a:gd name="connsiteX7232" fmla="*/ 1293859 w 1440502"/>
                    <a:gd name="connsiteY7232" fmla="*/ 1767984 h 2360402"/>
                    <a:gd name="connsiteX7233" fmla="*/ 1293801 w 1440502"/>
                    <a:gd name="connsiteY7233" fmla="*/ 1768597 h 2360402"/>
                    <a:gd name="connsiteX7234" fmla="*/ 1293917 w 1440502"/>
                    <a:gd name="connsiteY7234" fmla="*/ 1769512 h 2360402"/>
                    <a:gd name="connsiteX7235" fmla="*/ 1294010 w 1440502"/>
                    <a:gd name="connsiteY7235" fmla="*/ 1769825 h 2360402"/>
                    <a:gd name="connsiteX7236" fmla="*/ 1294137 w 1440502"/>
                    <a:gd name="connsiteY7236" fmla="*/ 1770102 h 2360402"/>
                    <a:gd name="connsiteX7237" fmla="*/ 1294369 w 1440502"/>
                    <a:gd name="connsiteY7237" fmla="*/ 1770774 h 2360402"/>
                    <a:gd name="connsiteX7238" fmla="*/ 1294554 w 1440502"/>
                    <a:gd name="connsiteY7238" fmla="*/ 1771700 h 2360402"/>
                    <a:gd name="connsiteX7239" fmla="*/ 1294577 w 1440502"/>
                    <a:gd name="connsiteY7239" fmla="*/ 1771804 h 2360402"/>
                    <a:gd name="connsiteX7240" fmla="*/ 1294670 w 1440502"/>
                    <a:gd name="connsiteY7240" fmla="*/ 1772209 h 2360402"/>
                    <a:gd name="connsiteX7241" fmla="*/ 1294670 w 1440502"/>
                    <a:gd name="connsiteY7241" fmla="*/ 1772325 h 2360402"/>
                    <a:gd name="connsiteX7242" fmla="*/ 1294670 w 1440502"/>
                    <a:gd name="connsiteY7242" fmla="*/ 1772464 h 2360402"/>
                    <a:gd name="connsiteX7243" fmla="*/ 1294530 w 1440502"/>
                    <a:gd name="connsiteY7243" fmla="*/ 1773263 h 2360402"/>
                    <a:gd name="connsiteX7244" fmla="*/ 1294484 w 1440502"/>
                    <a:gd name="connsiteY7244" fmla="*/ 1773401 h 2360402"/>
                    <a:gd name="connsiteX7245" fmla="*/ 1294369 w 1440502"/>
                    <a:gd name="connsiteY7245" fmla="*/ 1773679 h 2360402"/>
                    <a:gd name="connsiteX7246" fmla="*/ 1294241 w 1440502"/>
                    <a:gd name="connsiteY7246" fmla="*/ 1773887 h 2360402"/>
                    <a:gd name="connsiteX7247" fmla="*/ 1294137 w 1440502"/>
                    <a:gd name="connsiteY7247" fmla="*/ 1774015 h 2360402"/>
                    <a:gd name="connsiteX7248" fmla="*/ 1293859 w 1440502"/>
                    <a:gd name="connsiteY7248" fmla="*/ 1774223 h 2360402"/>
                    <a:gd name="connsiteX7249" fmla="*/ 1293825 w 1440502"/>
                    <a:gd name="connsiteY7249" fmla="*/ 1774235 h 2360402"/>
                    <a:gd name="connsiteX7250" fmla="*/ 1293454 w 1440502"/>
                    <a:gd name="connsiteY7250" fmla="*/ 1774385 h 2360402"/>
                    <a:gd name="connsiteX7251" fmla="*/ 1293384 w 1440502"/>
                    <a:gd name="connsiteY7251" fmla="*/ 1774409 h 2360402"/>
                    <a:gd name="connsiteX7252" fmla="*/ 1292204 w 1440502"/>
                    <a:gd name="connsiteY7252" fmla="*/ 1774524 h 2360402"/>
                    <a:gd name="connsiteX7253" fmla="*/ 1291625 w 1440502"/>
                    <a:gd name="connsiteY7253" fmla="*/ 1774571 h 2360402"/>
                    <a:gd name="connsiteX7254" fmla="*/ 1289865 w 1440502"/>
                    <a:gd name="connsiteY7254" fmla="*/ 1775531 h 2360402"/>
                    <a:gd name="connsiteX7255" fmla="*/ 1289761 w 1440502"/>
                    <a:gd name="connsiteY7255" fmla="*/ 1775670 h 2360402"/>
                    <a:gd name="connsiteX7256" fmla="*/ 1289414 w 1440502"/>
                    <a:gd name="connsiteY7256" fmla="*/ 1776469 h 2360402"/>
                    <a:gd name="connsiteX7257" fmla="*/ 1289368 w 1440502"/>
                    <a:gd name="connsiteY7257" fmla="*/ 1776585 h 2360402"/>
                    <a:gd name="connsiteX7258" fmla="*/ 1289321 w 1440502"/>
                    <a:gd name="connsiteY7258" fmla="*/ 1776677 h 2360402"/>
                    <a:gd name="connsiteX7259" fmla="*/ 1289240 w 1440502"/>
                    <a:gd name="connsiteY7259" fmla="*/ 1776978 h 2360402"/>
                    <a:gd name="connsiteX7260" fmla="*/ 1288662 w 1440502"/>
                    <a:gd name="connsiteY7260" fmla="*/ 1777916 h 2360402"/>
                    <a:gd name="connsiteX7261" fmla="*/ 1288476 w 1440502"/>
                    <a:gd name="connsiteY7261" fmla="*/ 1778101 h 2360402"/>
                    <a:gd name="connsiteX7262" fmla="*/ 1287157 w 1440502"/>
                    <a:gd name="connsiteY7262" fmla="*/ 1779294 h 2360402"/>
                    <a:gd name="connsiteX7263" fmla="*/ 1287110 w 1440502"/>
                    <a:gd name="connsiteY7263" fmla="*/ 1779328 h 2360402"/>
                    <a:gd name="connsiteX7264" fmla="*/ 1286914 w 1440502"/>
                    <a:gd name="connsiteY7264" fmla="*/ 1779421 h 2360402"/>
                    <a:gd name="connsiteX7265" fmla="*/ 1286659 w 1440502"/>
                    <a:gd name="connsiteY7265" fmla="*/ 1779537 h 2360402"/>
                    <a:gd name="connsiteX7266" fmla="*/ 1286613 w 1440502"/>
                    <a:gd name="connsiteY7266" fmla="*/ 1779560 h 2360402"/>
                    <a:gd name="connsiteX7267" fmla="*/ 1286532 w 1440502"/>
                    <a:gd name="connsiteY7267" fmla="*/ 1779606 h 2360402"/>
                    <a:gd name="connsiteX7268" fmla="*/ 1286184 w 1440502"/>
                    <a:gd name="connsiteY7268" fmla="*/ 1779826 h 2360402"/>
                    <a:gd name="connsiteX7269" fmla="*/ 1285131 w 1440502"/>
                    <a:gd name="connsiteY7269" fmla="*/ 1780509 h 2360402"/>
                    <a:gd name="connsiteX7270" fmla="*/ 1284205 w 1440502"/>
                    <a:gd name="connsiteY7270" fmla="*/ 1781563 h 2360402"/>
                    <a:gd name="connsiteX7271" fmla="*/ 1285571 w 1440502"/>
                    <a:gd name="connsiteY7271" fmla="*/ 1783171 h 2360402"/>
                    <a:gd name="connsiteX7272" fmla="*/ 1285756 w 1440502"/>
                    <a:gd name="connsiteY7272" fmla="*/ 1783333 h 2360402"/>
                    <a:gd name="connsiteX7273" fmla="*/ 1286173 w 1440502"/>
                    <a:gd name="connsiteY7273" fmla="*/ 1783669 h 2360402"/>
                    <a:gd name="connsiteX7274" fmla="*/ 1286647 w 1440502"/>
                    <a:gd name="connsiteY7274" fmla="*/ 1783970 h 2360402"/>
                    <a:gd name="connsiteX7275" fmla="*/ 1286775 w 1440502"/>
                    <a:gd name="connsiteY7275" fmla="*/ 1784040 h 2360402"/>
                    <a:gd name="connsiteX7276" fmla="*/ 1287273 w 1440502"/>
                    <a:gd name="connsiteY7276" fmla="*/ 1784144 h 2360402"/>
                    <a:gd name="connsiteX7277" fmla="*/ 1287909 w 1440502"/>
                    <a:gd name="connsiteY7277" fmla="*/ 1784248 h 2360402"/>
                    <a:gd name="connsiteX7278" fmla="*/ 1288152 w 1440502"/>
                    <a:gd name="connsiteY7278" fmla="*/ 1784306 h 2360402"/>
                    <a:gd name="connsiteX7279" fmla="*/ 1288511 w 1440502"/>
                    <a:gd name="connsiteY7279" fmla="*/ 1784422 h 2360402"/>
                    <a:gd name="connsiteX7280" fmla="*/ 1288673 w 1440502"/>
                    <a:gd name="connsiteY7280" fmla="*/ 1784514 h 2360402"/>
                    <a:gd name="connsiteX7281" fmla="*/ 1289067 w 1440502"/>
                    <a:gd name="connsiteY7281" fmla="*/ 1784792 h 2360402"/>
                    <a:gd name="connsiteX7282" fmla="*/ 1289750 w 1440502"/>
                    <a:gd name="connsiteY7282" fmla="*/ 1786007 h 2360402"/>
                    <a:gd name="connsiteX7283" fmla="*/ 1289287 w 1440502"/>
                    <a:gd name="connsiteY7283" fmla="*/ 1786980 h 2360402"/>
                    <a:gd name="connsiteX7284" fmla="*/ 1286184 w 1440502"/>
                    <a:gd name="connsiteY7284" fmla="*/ 1788172 h 2360402"/>
                    <a:gd name="connsiteX7285" fmla="*/ 1283811 w 1440502"/>
                    <a:gd name="connsiteY7285" fmla="*/ 1787431 h 2360402"/>
                    <a:gd name="connsiteX7286" fmla="*/ 1283753 w 1440502"/>
                    <a:gd name="connsiteY7286" fmla="*/ 1787293 h 2360402"/>
                    <a:gd name="connsiteX7287" fmla="*/ 1283719 w 1440502"/>
                    <a:gd name="connsiteY7287" fmla="*/ 1787258 h 2360402"/>
                    <a:gd name="connsiteX7288" fmla="*/ 1283186 w 1440502"/>
                    <a:gd name="connsiteY7288" fmla="*/ 1786297 h 2360402"/>
                    <a:gd name="connsiteX7289" fmla="*/ 1282978 w 1440502"/>
                    <a:gd name="connsiteY7289" fmla="*/ 1786147 h 2360402"/>
                    <a:gd name="connsiteX7290" fmla="*/ 1282468 w 1440502"/>
                    <a:gd name="connsiteY7290" fmla="*/ 1785869 h 2360402"/>
                    <a:gd name="connsiteX7291" fmla="*/ 1282017 w 1440502"/>
                    <a:gd name="connsiteY7291" fmla="*/ 1785625 h 2360402"/>
                    <a:gd name="connsiteX7292" fmla="*/ 1281751 w 1440502"/>
                    <a:gd name="connsiteY7292" fmla="*/ 1785545 h 2360402"/>
                    <a:gd name="connsiteX7293" fmla="*/ 1281276 w 1440502"/>
                    <a:gd name="connsiteY7293" fmla="*/ 1785463 h 2360402"/>
                    <a:gd name="connsiteX7294" fmla="*/ 1278209 w 1440502"/>
                    <a:gd name="connsiteY7294" fmla="*/ 1786007 h 2360402"/>
                    <a:gd name="connsiteX7295" fmla="*/ 1278127 w 1440502"/>
                    <a:gd name="connsiteY7295" fmla="*/ 1786031 h 2360402"/>
                    <a:gd name="connsiteX7296" fmla="*/ 1277097 w 1440502"/>
                    <a:gd name="connsiteY7296" fmla="*/ 1786378 h 2360402"/>
                    <a:gd name="connsiteX7297" fmla="*/ 1276553 w 1440502"/>
                    <a:gd name="connsiteY7297" fmla="*/ 1786471 h 2360402"/>
                    <a:gd name="connsiteX7298" fmla="*/ 1274192 w 1440502"/>
                    <a:gd name="connsiteY7298" fmla="*/ 1786540 h 2360402"/>
                    <a:gd name="connsiteX7299" fmla="*/ 1274053 w 1440502"/>
                    <a:gd name="connsiteY7299" fmla="*/ 1786528 h 2360402"/>
                    <a:gd name="connsiteX7300" fmla="*/ 1270105 w 1440502"/>
                    <a:gd name="connsiteY7300" fmla="*/ 1785672 h 2360402"/>
                    <a:gd name="connsiteX7301" fmla="*/ 1269816 w 1440502"/>
                    <a:gd name="connsiteY7301" fmla="*/ 1785440 h 2360402"/>
                    <a:gd name="connsiteX7302" fmla="*/ 1269446 w 1440502"/>
                    <a:gd name="connsiteY7302" fmla="*/ 1785047 h 2360402"/>
                    <a:gd name="connsiteX7303" fmla="*/ 1268925 w 1440502"/>
                    <a:gd name="connsiteY7303" fmla="*/ 1784711 h 2360402"/>
                    <a:gd name="connsiteX7304" fmla="*/ 1268647 w 1440502"/>
                    <a:gd name="connsiteY7304" fmla="*/ 1784549 h 2360402"/>
                    <a:gd name="connsiteX7305" fmla="*/ 1267941 w 1440502"/>
                    <a:gd name="connsiteY7305" fmla="*/ 1784144 h 2360402"/>
                    <a:gd name="connsiteX7306" fmla="*/ 1265961 w 1440502"/>
                    <a:gd name="connsiteY7306" fmla="*/ 1783866 h 2360402"/>
                    <a:gd name="connsiteX7307" fmla="*/ 1265776 w 1440502"/>
                    <a:gd name="connsiteY7307" fmla="*/ 1783878 h 2360402"/>
                    <a:gd name="connsiteX7308" fmla="*/ 1264862 w 1440502"/>
                    <a:gd name="connsiteY7308" fmla="*/ 1784028 h 2360402"/>
                    <a:gd name="connsiteX7309" fmla="*/ 1263600 w 1440502"/>
                    <a:gd name="connsiteY7309" fmla="*/ 1784537 h 2360402"/>
                    <a:gd name="connsiteX7310" fmla="*/ 1262315 w 1440502"/>
                    <a:gd name="connsiteY7310" fmla="*/ 1785799 h 2360402"/>
                    <a:gd name="connsiteX7311" fmla="*/ 1262188 w 1440502"/>
                    <a:gd name="connsiteY7311" fmla="*/ 1785915 h 2360402"/>
                    <a:gd name="connsiteX7312" fmla="*/ 1261134 w 1440502"/>
                    <a:gd name="connsiteY7312" fmla="*/ 1786251 h 2360402"/>
                    <a:gd name="connsiteX7313" fmla="*/ 1258668 w 1440502"/>
                    <a:gd name="connsiteY7313" fmla="*/ 1786355 h 2360402"/>
                    <a:gd name="connsiteX7314" fmla="*/ 1258634 w 1440502"/>
                    <a:gd name="connsiteY7314" fmla="*/ 1786401 h 2360402"/>
                    <a:gd name="connsiteX7315" fmla="*/ 1258414 w 1440502"/>
                    <a:gd name="connsiteY7315" fmla="*/ 1787663 h 2360402"/>
                    <a:gd name="connsiteX7316" fmla="*/ 1258391 w 1440502"/>
                    <a:gd name="connsiteY7316" fmla="*/ 1787906 h 2360402"/>
                    <a:gd name="connsiteX7317" fmla="*/ 1258367 w 1440502"/>
                    <a:gd name="connsiteY7317" fmla="*/ 1788126 h 2360402"/>
                    <a:gd name="connsiteX7318" fmla="*/ 1258437 w 1440502"/>
                    <a:gd name="connsiteY7318" fmla="*/ 1788693 h 2360402"/>
                    <a:gd name="connsiteX7319" fmla="*/ 1258472 w 1440502"/>
                    <a:gd name="connsiteY7319" fmla="*/ 1788878 h 2360402"/>
                    <a:gd name="connsiteX7320" fmla="*/ 1258483 w 1440502"/>
                    <a:gd name="connsiteY7320" fmla="*/ 1789214 h 2360402"/>
                    <a:gd name="connsiteX7321" fmla="*/ 1258356 w 1440502"/>
                    <a:gd name="connsiteY7321" fmla="*/ 1789689 h 2360402"/>
                    <a:gd name="connsiteX7322" fmla="*/ 1258217 w 1440502"/>
                    <a:gd name="connsiteY7322" fmla="*/ 1789955 h 2360402"/>
                    <a:gd name="connsiteX7323" fmla="*/ 1258159 w 1440502"/>
                    <a:gd name="connsiteY7323" fmla="*/ 1790036 h 2360402"/>
                    <a:gd name="connsiteX7324" fmla="*/ 1258124 w 1440502"/>
                    <a:gd name="connsiteY7324" fmla="*/ 1790082 h 2360402"/>
                    <a:gd name="connsiteX7325" fmla="*/ 1258090 w 1440502"/>
                    <a:gd name="connsiteY7325" fmla="*/ 1790129 h 2360402"/>
                    <a:gd name="connsiteX7326" fmla="*/ 1258020 w 1440502"/>
                    <a:gd name="connsiteY7326" fmla="*/ 1790209 h 2360402"/>
                    <a:gd name="connsiteX7327" fmla="*/ 1257986 w 1440502"/>
                    <a:gd name="connsiteY7327" fmla="*/ 1790267 h 2360402"/>
                    <a:gd name="connsiteX7328" fmla="*/ 1257939 w 1440502"/>
                    <a:gd name="connsiteY7328" fmla="*/ 1790325 h 2360402"/>
                    <a:gd name="connsiteX7329" fmla="*/ 1257256 w 1440502"/>
                    <a:gd name="connsiteY7329" fmla="*/ 1790661 h 2360402"/>
                    <a:gd name="connsiteX7330" fmla="*/ 1257071 w 1440502"/>
                    <a:gd name="connsiteY7330" fmla="*/ 1790707 h 2360402"/>
                    <a:gd name="connsiteX7331" fmla="*/ 1256157 w 1440502"/>
                    <a:gd name="connsiteY7331" fmla="*/ 1791159 h 2360402"/>
                    <a:gd name="connsiteX7332" fmla="*/ 1255983 w 1440502"/>
                    <a:gd name="connsiteY7332" fmla="*/ 1791263 h 2360402"/>
                    <a:gd name="connsiteX7333" fmla="*/ 1255763 w 1440502"/>
                    <a:gd name="connsiteY7333" fmla="*/ 1791240 h 2360402"/>
                    <a:gd name="connsiteX7334" fmla="*/ 1255636 w 1440502"/>
                    <a:gd name="connsiteY7334" fmla="*/ 1791263 h 2360402"/>
                    <a:gd name="connsiteX7335" fmla="*/ 1255311 w 1440502"/>
                    <a:gd name="connsiteY7335" fmla="*/ 1791437 h 2360402"/>
                    <a:gd name="connsiteX7336" fmla="*/ 1255277 w 1440502"/>
                    <a:gd name="connsiteY7336" fmla="*/ 1791668 h 2360402"/>
                    <a:gd name="connsiteX7337" fmla="*/ 1255254 w 1440502"/>
                    <a:gd name="connsiteY7337" fmla="*/ 1791738 h 2360402"/>
                    <a:gd name="connsiteX7338" fmla="*/ 1255242 w 1440502"/>
                    <a:gd name="connsiteY7338" fmla="*/ 1791784 h 2360402"/>
                    <a:gd name="connsiteX7339" fmla="*/ 1255254 w 1440502"/>
                    <a:gd name="connsiteY7339" fmla="*/ 1791819 h 2360402"/>
                    <a:gd name="connsiteX7340" fmla="*/ 1255311 w 1440502"/>
                    <a:gd name="connsiteY7340" fmla="*/ 1791888 h 2360402"/>
                    <a:gd name="connsiteX7341" fmla="*/ 1255323 w 1440502"/>
                    <a:gd name="connsiteY7341" fmla="*/ 1792004 h 2360402"/>
                    <a:gd name="connsiteX7342" fmla="*/ 1255300 w 1440502"/>
                    <a:gd name="connsiteY7342" fmla="*/ 1792096 h 2360402"/>
                    <a:gd name="connsiteX7343" fmla="*/ 1255045 w 1440502"/>
                    <a:gd name="connsiteY7343" fmla="*/ 1792432 h 2360402"/>
                    <a:gd name="connsiteX7344" fmla="*/ 1255034 w 1440502"/>
                    <a:gd name="connsiteY7344" fmla="*/ 1792513 h 2360402"/>
                    <a:gd name="connsiteX7345" fmla="*/ 1255300 w 1440502"/>
                    <a:gd name="connsiteY7345" fmla="*/ 1792814 h 2360402"/>
                    <a:gd name="connsiteX7346" fmla="*/ 1255473 w 1440502"/>
                    <a:gd name="connsiteY7346" fmla="*/ 1793138 h 2360402"/>
                    <a:gd name="connsiteX7347" fmla="*/ 1255497 w 1440502"/>
                    <a:gd name="connsiteY7347" fmla="*/ 1793173 h 2360402"/>
                    <a:gd name="connsiteX7348" fmla="*/ 1255694 w 1440502"/>
                    <a:gd name="connsiteY7348" fmla="*/ 1793439 h 2360402"/>
                    <a:gd name="connsiteX7349" fmla="*/ 1255809 w 1440502"/>
                    <a:gd name="connsiteY7349" fmla="*/ 1793578 h 2360402"/>
                    <a:gd name="connsiteX7350" fmla="*/ 1256110 w 1440502"/>
                    <a:gd name="connsiteY7350" fmla="*/ 1793914 h 2360402"/>
                    <a:gd name="connsiteX7351" fmla="*/ 1256330 w 1440502"/>
                    <a:gd name="connsiteY7351" fmla="*/ 1794111 h 2360402"/>
                    <a:gd name="connsiteX7352" fmla="*/ 1256388 w 1440502"/>
                    <a:gd name="connsiteY7352" fmla="*/ 1794111 h 2360402"/>
                    <a:gd name="connsiteX7353" fmla="*/ 1256492 w 1440502"/>
                    <a:gd name="connsiteY7353" fmla="*/ 1794099 h 2360402"/>
                    <a:gd name="connsiteX7354" fmla="*/ 1256677 w 1440502"/>
                    <a:gd name="connsiteY7354" fmla="*/ 1794203 h 2360402"/>
                    <a:gd name="connsiteX7355" fmla="*/ 1256920 w 1440502"/>
                    <a:gd name="connsiteY7355" fmla="*/ 1794307 h 2360402"/>
                    <a:gd name="connsiteX7356" fmla="*/ 1256944 w 1440502"/>
                    <a:gd name="connsiteY7356" fmla="*/ 1794331 h 2360402"/>
                    <a:gd name="connsiteX7357" fmla="*/ 1257106 w 1440502"/>
                    <a:gd name="connsiteY7357" fmla="*/ 1794527 h 2360402"/>
                    <a:gd name="connsiteX7358" fmla="*/ 1257141 w 1440502"/>
                    <a:gd name="connsiteY7358" fmla="*/ 1794585 h 2360402"/>
                    <a:gd name="connsiteX7359" fmla="*/ 1257221 w 1440502"/>
                    <a:gd name="connsiteY7359" fmla="*/ 1794840 h 2360402"/>
                    <a:gd name="connsiteX7360" fmla="*/ 1257256 w 1440502"/>
                    <a:gd name="connsiteY7360" fmla="*/ 1794898 h 2360402"/>
                    <a:gd name="connsiteX7361" fmla="*/ 1257499 w 1440502"/>
                    <a:gd name="connsiteY7361" fmla="*/ 1795257 h 2360402"/>
                    <a:gd name="connsiteX7362" fmla="*/ 1257673 w 1440502"/>
                    <a:gd name="connsiteY7362" fmla="*/ 1795523 h 2360402"/>
                    <a:gd name="connsiteX7363" fmla="*/ 1258055 w 1440502"/>
                    <a:gd name="connsiteY7363" fmla="*/ 1795754 h 2360402"/>
                    <a:gd name="connsiteX7364" fmla="*/ 1258634 w 1440502"/>
                    <a:gd name="connsiteY7364" fmla="*/ 1796055 h 2360402"/>
                    <a:gd name="connsiteX7365" fmla="*/ 1258842 w 1440502"/>
                    <a:gd name="connsiteY7365" fmla="*/ 1796183 h 2360402"/>
                    <a:gd name="connsiteX7366" fmla="*/ 1259328 w 1440502"/>
                    <a:gd name="connsiteY7366" fmla="*/ 1796229 h 2360402"/>
                    <a:gd name="connsiteX7367" fmla="*/ 1259745 w 1440502"/>
                    <a:gd name="connsiteY7367" fmla="*/ 1796229 h 2360402"/>
                    <a:gd name="connsiteX7368" fmla="*/ 1259791 w 1440502"/>
                    <a:gd name="connsiteY7368" fmla="*/ 1796206 h 2360402"/>
                    <a:gd name="connsiteX7369" fmla="*/ 1259872 w 1440502"/>
                    <a:gd name="connsiteY7369" fmla="*/ 1796148 h 2360402"/>
                    <a:gd name="connsiteX7370" fmla="*/ 1259953 w 1440502"/>
                    <a:gd name="connsiteY7370" fmla="*/ 1796079 h 2360402"/>
                    <a:gd name="connsiteX7371" fmla="*/ 1260011 w 1440502"/>
                    <a:gd name="connsiteY7371" fmla="*/ 1795963 h 2360402"/>
                    <a:gd name="connsiteX7372" fmla="*/ 1260011 w 1440502"/>
                    <a:gd name="connsiteY7372" fmla="*/ 1795939 h 2360402"/>
                    <a:gd name="connsiteX7373" fmla="*/ 1260057 w 1440502"/>
                    <a:gd name="connsiteY7373" fmla="*/ 1795893 h 2360402"/>
                    <a:gd name="connsiteX7374" fmla="*/ 1260115 w 1440502"/>
                    <a:gd name="connsiteY7374" fmla="*/ 1795801 h 2360402"/>
                    <a:gd name="connsiteX7375" fmla="*/ 1260162 w 1440502"/>
                    <a:gd name="connsiteY7375" fmla="*/ 1795662 h 2360402"/>
                    <a:gd name="connsiteX7376" fmla="*/ 1260197 w 1440502"/>
                    <a:gd name="connsiteY7376" fmla="*/ 1795616 h 2360402"/>
                    <a:gd name="connsiteX7377" fmla="*/ 1260208 w 1440502"/>
                    <a:gd name="connsiteY7377" fmla="*/ 1795592 h 2360402"/>
                    <a:gd name="connsiteX7378" fmla="*/ 1260532 w 1440502"/>
                    <a:gd name="connsiteY7378" fmla="*/ 1795234 h 2360402"/>
                    <a:gd name="connsiteX7379" fmla="*/ 1260787 w 1440502"/>
                    <a:gd name="connsiteY7379" fmla="*/ 1795118 h 2360402"/>
                    <a:gd name="connsiteX7380" fmla="*/ 1261181 w 1440502"/>
                    <a:gd name="connsiteY7380" fmla="*/ 1795048 h 2360402"/>
                    <a:gd name="connsiteX7381" fmla="*/ 1261979 w 1440502"/>
                    <a:gd name="connsiteY7381" fmla="*/ 1795222 h 2360402"/>
                    <a:gd name="connsiteX7382" fmla="*/ 1262095 w 1440502"/>
                    <a:gd name="connsiteY7382" fmla="*/ 1795210 h 2360402"/>
                    <a:gd name="connsiteX7383" fmla="*/ 1262454 w 1440502"/>
                    <a:gd name="connsiteY7383" fmla="*/ 1795129 h 2360402"/>
                    <a:gd name="connsiteX7384" fmla="*/ 1262523 w 1440502"/>
                    <a:gd name="connsiteY7384" fmla="*/ 1795094 h 2360402"/>
                    <a:gd name="connsiteX7385" fmla="*/ 1262882 w 1440502"/>
                    <a:gd name="connsiteY7385" fmla="*/ 1794921 h 2360402"/>
                    <a:gd name="connsiteX7386" fmla="*/ 1262975 w 1440502"/>
                    <a:gd name="connsiteY7386" fmla="*/ 1794863 h 2360402"/>
                    <a:gd name="connsiteX7387" fmla="*/ 1264074 w 1440502"/>
                    <a:gd name="connsiteY7387" fmla="*/ 1795917 h 2360402"/>
                    <a:gd name="connsiteX7388" fmla="*/ 1264063 w 1440502"/>
                    <a:gd name="connsiteY7388" fmla="*/ 1796310 h 2360402"/>
                    <a:gd name="connsiteX7389" fmla="*/ 1264005 w 1440502"/>
                    <a:gd name="connsiteY7389" fmla="*/ 1797306 h 2360402"/>
                    <a:gd name="connsiteX7390" fmla="*/ 1264005 w 1440502"/>
                    <a:gd name="connsiteY7390" fmla="*/ 1798231 h 2360402"/>
                    <a:gd name="connsiteX7391" fmla="*/ 1263125 w 1440502"/>
                    <a:gd name="connsiteY7391" fmla="*/ 1798833 h 2360402"/>
                    <a:gd name="connsiteX7392" fmla="*/ 1262940 w 1440502"/>
                    <a:gd name="connsiteY7392" fmla="*/ 1798938 h 2360402"/>
                    <a:gd name="connsiteX7393" fmla="*/ 1262824 w 1440502"/>
                    <a:gd name="connsiteY7393" fmla="*/ 1798996 h 2360402"/>
                    <a:gd name="connsiteX7394" fmla="*/ 1262130 w 1440502"/>
                    <a:gd name="connsiteY7394" fmla="*/ 1799331 h 2360402"/>
                    <a:gd name="connsiteX7395" fmla="*/ 1262106 w 1440502"/>
                    <a:gd name="connsiteY7395" fmla="*/ 1799343 h 2360402"/>
                    <a:gd name="connsiteX7396" fmla="*/ 1261921 w 1440502"/>
                    <a:gd name="connsiteY7396" fmla="*/ 1800165 h 2360402"/>
                    <a:gd name="connsiteX7397" fmla="*/ 1262431 w 1440502"/>
                    <a:gd name="connsiteY7397" fmla="*/ 1801125 h 2360402"/>
                    <a:gd name="connsiteX7398" fmla="*/ 1262454 w 1440502"/>
                    <a:gd name="connsiteY7398" fmla="*/ 1801160 h 2360402"/>
                    <a:gd name="connsiteX7399" fmla="*/ 1263229 w 1440502"/>
                    <a:gd name="connsiteY7399" fmla="*/ 1802665 h 2360402"/>
                    <a:gd name="connsiteX7400" fmla="*/ 1263588 w 1440502"/>
                    <a:gd name="connsiteY7400" fmla="*/ 1803348 h 2360402"/>
                    <a:gd name="connsiteX7401" fmla="*/ 1263692 w 1440502"/>
                    <a:gd name="connsiteY7401" fmla="*/ 1803545 h 2360402"/>
                    <a:gd name="connsiteX7402" fmla="*/ 1264387 w 1440502"/>
                    <a:gd name="connsiteY7402" fmla="*/ 1804876 h 2360402"/>
                    <a:gd name="connsiteX7403" fmla="*/ 1264526 w 1440502"/>
                    <a:gd name="connsiteY7403" fmla="*/ 1805108 h 2360402"/>
                    <a:gd name="connsiteX7404" fmla="*/ 1264839 w 1440502"/>
                    <a:gd name="connsiteY7404" fmla="*/ 1804691 h 2360402"/>
                    <a:gd name="connsiteX7405" fmla="*/ 1264850 w 1440502"/>
                    <a:gd name="connsiteY7405" fmla="*/ 1804668 h 2360402"/>
                    <a:gd name="connsiteX7406" fmla="*/ 1264977 w 1440502"/>
                    <a:gd name="connsiteY7406" fmla="*/ 1804529 h 2360402"/>
                    <a:gd name="connsiteX7407" fmla="*/ 1265024 w 1440502"/>
                    <a:gd name="connsiteY7407" fmla="*/ 1804552 h 2360402"/>
                    <a:gd name="connsiteX7408" fmla="*/ 1266077 w 1440502"/>
                    <a:gd name="connsiteY7408" fmla="*/ 1805154 h 2360402"/>
                    <a:gd name="connsiteX7409" fmla="*/ 1267524 w 1440502"/>
                    <a:gd name="connsiteY7409" fmla="*/ 1805965 h 2360402"/>
                    <a:gd name="connsiteX7410" fmla="*/ 1267605 w 1440502"/>
                    <a:gd name="connsiteY7410" fmla="*/ 1806011 h 2360402"/>
                    <a:gd name="connsiteX7411" fmla="*/ 1268288 w 1440502"/>
                    <a:gd name="connsiteY7411" fmla="*/ 1806427 h 2360402"/>
                    <a:gd name="connsiteX7412" fmla="*/ 1268520 w 1440502"/>
                    <a:gd name="connsiteY7412" fmla="*/ 1806555 h 2360402"/>
                    <a:gd name="connsiteX7413" fmla="*/ 1268438 w 1440502"/>
                    <a:gd name="connsiteY7413" fmla="*/ 1806717 h 2360402"/>
                    <a:gd name="connsiteX7414" fmla="*/ 1269145 w 1440502"/>
                    <a:gd name="connsiteY7414" fmla="*/ 1808986 h 2360402"/>
                    <a:gd name="connsiteX7415" fmla="*/ 1269573 w 1440502"/>
                    <a:gd name="connsiteY7415" fmla="*/ 1808986 h 2360402"/>
                    <a:gd name="connsiteX7416" fmla="*/ 1269689 w 1440502"/>
                    <a:gd name="connsiteY7416" fmla="*/ 1809055 h 2360402"/>
                    <a:gd name="connsiteX7417" fmla="*/ 1269943 w 1440502"/>
                    <a:gd name="connsiteY7417" fmla="*/ 1809171 h 2360402"/>
                    <a:gd name="connsiteX7418" fmla="*/ 1270036 w 1440502"/>
                    <a:gd name="connsiteY7418" fmla="*/ 1809217 h 2360402"/>
                    <a:gd name="connsiteX7419" fmla="*/ 1270314 w 1440502"/>
                    <a:gd name="connsiteY7419" fmla="*/ 1809356 h 2360402"/>
                    <a:gd name="connsiteX7420" fmla="*/ 1270395 w 1440502"/>
                    <a:gd name="connsiteY7420" fmla="*/ 1809391 h 2360402"/>
                    <a:gd name="connsiteX7421" fmla="*/ 1270522 w 1440502"/>
                    <a:gd name="connsiteY7421" fmla="*/ 1809449 h 2360402"/>
                    <a:gd name="connsiteX7422" fmla="*/ 1270406 w 1440502"/>
                    <a:gd name="connsiteY7422" fmla="*/ 1809611 h 2360402"/>
                    <a:gd name="connsiteX7423" fmla="*/ 1270163 w 1440502"/>
                    <a:gd name="connsiteY7423" fmla="*/ 1809958 h 2360402"/>
                    <a:gd name="connsiteX7424" fmla="*/ 1270152 w 1440502"/>
                    <a:gd name="connsiteY7424" fmla="*/ 1809993 h 2360402"/>
                    <a:gd name="connsiteX7425" fmla="*/ 1270163 w 1440502"/>
                    <a:gd name="connsiteY7425" fmla="*/ 1810016 h 2360402"/>
                    <a:gd name="connsiteX7426" fmla="*/ 1270742 w 1440502"/>
                    <a:gd name="connsiteY7426" fmla="*/ 1810734 h 2360402"/>
                    <a:gd name="connsiteX7427" fmla="*/ 1270812 w 1440502"/>
                    <a:gd name="connsiteY7427" fmla="*/ 1810815 h 2360402"/>
                    <a:gd name="connsiteX7428" fmla="*/ 1270870 w 1440502"/>
                    <a:gd name="connsiteY7428" fmla="*/ 1810884 h 2360402"/>
                    <a:gd name="connsiteX7429" fmla="*/ 1270985 w 1440502"/>
                    <a:gd name="connsiteY7429" fmla="*/ 1811011 h 2360402"/>
                    <a:gd name="connsiteX7430" fmla="*/ 1270997 w 1440502"/>
                    <a:gd name="connsiteY7430" fmla="*/ 1811127 h 2360402"/>
                    <a:gd name="connsiteX7431" fmla="*/ 1270939 w 1440502"/>
                    <a:gd name="connsiteY7431" fmla="*/ 1811312 h 2360402"/>
                    <a:gd name="connsiteX7432" fmla="*/ 1270846 w 1440502"/>
                    <a:gd name="connsiteY7432" fmla="*/ 1811498 h 2360402"/>
                    <a:gd name="connsiteX7433" fmla="*/ 1270777 w 1440502"/>
                    <a:gd name="connsiteY7433" fmla="*/ 1811602 h 2360402"/>
                    <a:gd name="connsiteX7434" fmla="*/ 1270777 w 1440502"/>
                    <a:gd name="connsiteY7434" fmla="*/ 1811984 h 2360402"/>
                    <a:gd name="connsiteX7435" fmla="*/ 1270684 w 1440502"/>
                    <a:gd name="connsiteY7435" fmla="*/ 1812204 h 2360402"/>
                    <a:gd name="connsiteX7436" fmla="*/ 1270603 w 1440502"/>
                    <a:gd name="connsiteY7436" fmla="*/ 1812632 h 2360402"/>
                    <a:gd name="connsiteX7437" fmla="*/ 1270742 w 1440502"/>
                    <a:gd name="connsiteY7437" fmla="*/ 1812852 h 2360402"/>
                    <a:gd name="connsiteX7438" fmla="*/ 1270777 w 1440502"/>
                    <a:gd name="connsiteY7438" fmla="*/ 1812829 h 2360402"/>
                    <a:gd name="connsiteX7439" fmla="*/ 1270927 w 1440502"/>
                    <a:gd name="connsiteY7439" fmla="*/ 1812841 h 2360402"/>
                    <a:gd name="connsiteX7440" fmla="*/ 1271599 w 1440502"/>
                    <a:gd name="connsiteY7440" fmla="*/ 1813697 h 2360402"/>
                    <a:gd name="connsiteX7441" fmla="*/ 1271564 w 1440502"/>
                    <a:gd name="connsiteY7441" fmla="*/ 1813732 h 2360402"/>
                    <a:gd name="connsiteX7442" fmla="*/ 1270939 w 1440502"/>
                    <a:gd name="connsiteY7442" fmla="*/ 1814438 h 2360402"/>
                    <a:gd name="connsiteX7443" fmla="*/ 1270870 w 1440502"/>
                    <a:gd name="connsiteY7443" fmla="*/ 1814496 h 2360402"/>
                    <a:gd name="connsiteX7444" fmla="*/ 1270742 w 1440502"/>
                    <a:gd name="connsiteY7444" fmla="*/ 1814588 h 2360402"/>
                    <a:gd name="connsiteX7445" fmla="*/ 1270707 w 1440502"/>
                    <a:gd name="connsiteY7445" fmla="*/ 1814635 h 2360402"/>
                    <a:gd name="connsiteX7446" fmla="*/ 1270742 w 1440502"/>
                    <a:gd name="connsiteY7446" fmla="*/ 1815121 h 2360402"/>
                    <a:gd name="connsiteX7447" fmla="*/ 1270765 w 1440502"/>
                    <a:gd name="connsiteY7447" fmla="*/ 1815225 h 2360402"/>
                    <a:gd name="connsiteX7448" fmla="*/ 1270846 w 1440502"/>
                    <a:gd name="connsiteY7448" fmla="*/ 1815468 h 2360402"/>
                    <a:gd name="connsiteX7449" fmla="*/ 1270893 w 1440502"/>
                    <a:gd name="connsiteY7449" fmla="*/ 1815677 h 2360402"/>
                    <a:gd name="connsiteX7450" fmla="*/ 1270939 w 1440502"/>
                    <a:gd name="connsiteY7450" fmla="*/ 1815908 h 2360402"/>
                    <a:gd name="connsiteX7451" fmla="*/ 1270881 w 1440502"/>
                    <a:gd name="connsiteY7451" fmla="*/ 1816128 h 2360402"/>
                    <a:gd name="connsiteX7452" fmla="*/ 1270881 w 1440502"/>
                    <a:gd name="connsiteY7452" fmla="*/ 1816383 h 2360402"/>
                    <a:gd name="connsiteX7453" fmla="*/ 1270835 w 1440502"/>
                    <a:gd name="connsiteY7453" fmla="*/ 1816753 h 2360402"/>
                    <a:gd name="connsiteX7454" fmla="*/ 1270754 w 1440502"/>
                    <a:gd name="connsiteY7454" fmla="*/ 1816834 h 2360402"/>
                    <a:gd name="connsiteX7455" fmla="*/ 1270395 w 1440502"/>
                    <a:gd name="connsiteY7455" fmla="*/ 1817239 h 2360402"/>
                    <a:gd name="connsiteX7456" fmla="*/ 1270291 w 1440502"/>
                    <a:gd name="connsiteY7456" fmla="*/ 1817436 h 2360402"/>
                    <a:gd name="connsiteX7457" fmla="*/ 1270082 w 1440502"/>
                    <a:gd name="connsiteY7457" fmla="*/ 1817864 h 2360402"/>
                    <a:gd name="connsiteX7458" fmla="*/ 1270036 w 1440502"/>
                    <a:gd name="connsiteY7458" fmla="*/ 1818003 h 2360402"/>
                    <a:gd name="connsiteX7459" fmla="*/ 1269897 w 1440502"/>
                    <a:gd name="connsiteY7459" fmla="*/ 1818559 h 2360402"/>
                    <a:gd name="connsiteX7460" fmla="*/ 1269885 w 1440502"/>
                    <a:gd name="connsiteY7460" fmla="*/ 1818640 h 2360402"/>
                    <a:gd name="connsiteX7461" fmla="*/ 1269724 w 1440502"/>
                    <a:gd name="connsiteY7461" fmla="*/ 1819219 h 2360402"/>
                    <a:gd name="connsiteX7462" fmla="*/ 1269584 w 1440502"/>
                    <a:gd name="connsiteY7462" fmla="*/ 1819485 h 2360402"/>
                    <a:gd name="connsiteX7463" fmla="*/ 1269480 w 1440502"/>
                    <a:gd name="connsiteY7463" fmla="*/ 1819774 h 2360402"/>
                    <a:gd name="connsiteX7464" fmla="*/ 1269434 w 1440502"/>
                    <a:gd name="connsiteY7464" fmla="*/ 1819902 h 2360402"/>
                    <a:gd name="connsiteX7465" fmla="*/ 1269423 w 1440502"/>
                    <a:gd name="connsiteY7465" fmla="*/ 1819983 h 2360402"/>
                    <a:gd name="connsiteX7466" fmla="*/ 1269561 w 1440502"/>
                    <a:gd name="connsiteY7466" fmla="*/ 1820411 h 2360402"/>
                    <a:gd name="connsiteX7467" fmla="*/ 1269666 w 1440502"/>
                    <a:gd name="connsiteY7467" fmla="*/ 1820712 h 2360402"/>
                    <a:gd name="connsiteX7468" fmla="*/ 1269920 w 1440502"/>
                    <a:gd name="connsiteY7468" fmla="*/ 1821476 h 2360402"/>
                    <a:gd name="connsiteX7469" fmla="*/ 1269990 w 1440502"/>
                    <a:gd name="connsiteY7469" fmla="*/ 1821684 h 2360402"/>
                    <a:gd name="connsiteX7470" fmla="*/ 1270592 w 1440502"/>
                    <a:gd name="connsiteY7470" fmla="*/ 1823224 h 2360402"/>
                    <a:gd name="connsiteX7471" fmla="*/ 1271715 w 1440502"/>
                    <a:gd name="connsiteY7471" fmla="*/ 1824764 h 2360402"/>
                    <a:gd name="connsiteX7472" fmla="*/ 1272259 w 1440502"/>
                    <a:gd name="connsiteY7472" fmla="*/ 1824845 h 2360402"/>
                    <a:gd name="connsiteX7473" fmla="*/ 1272837 w 1440502"/>
                    <a:gd name="connsiteY7473" fmla="*/ 1824937 h 2360402"/>
                    <a:gd name="connsiteX7474" fmla="*/ 1273474 w 1440502"/>
                    <a:gd name="connsiteY7474" fmla="*/ 1825018 h 2360402"/>
                    <a:gd name="connsiteX7475" fmla="*/ 1273937 w 1440502"/>
                    <a:gd name="connsiteY7475" fmla="*/ 1825389 h 2360402"/>
                    <a:gd name="connsiteX7476" fmla="*/ 1274667 w 1440502"/>
                    <a:gd name="connsiteY7476" fmla="*/ 1825968 h 2360402"/>
                    <a:gd name="connsiteX7477" fmla="*/ 1274828 w 1440502"/>
                    <a:gd name="connsiteY7477" fmla="*/ 1826118 h 2360402"/>
                    <a:gd name="connsiteX7478" fmla="*/ 1275025 w 1440502"/>
                    <a:gd name="connsiteY7478" fmla="*/ 1826338 h 2360402"/>
                    <a:gd name="connsiteX7479" fmla="*/ 1275118 w 1440502"/>
                    <a:gd name="connsiteY7479" fmla="*/ 1826558 h 2360402"/>
                    <a:gd name="connsiteX7480" fmla="*/ 1275211 w 1440502"/>
                    <a:gd name="connsiteY7480" fmla="*/ 1826766 h 2360402"/>
                    <a:gd name="connsiteX7481" fmla="*/ 1275512 w 1440502"/>
                    <a:gd name="connsiteY7481" fmla="*/ 1827241 h 2360402"/>
                    <a:gd name="connsiteX7482" fmla="*/ 1275581 w 1440502"/>
                    <a:gd name="connsiteY7482" fmla="*/ 1827391 h 2360402"/>
                    <a:gd name="connsiteX7483" fmla="*/ 1275778 w 1440502"/>
                    <a:gd name="connsiteY7483" fmla="*/ 1827796 h 2360402"/>
                    <a:gd name="connsiteX7484" fmla="*/ 1275905 w 1440502"/>
                    <a:gd name="connsiteY7484" fmla="*/ 1827959 h 2360402"/>
                    <a:gd name="connsiteX7485" fmla="*/ 1275998 w 1440502"/>
                    <a:gd name="connsiteY7485" fmla="*/ 1828063 h 2360402"/>
                    <a:gd name="connsiteX7486" fmla="*/ 1276113 w 1440502"/>
                    <a:gd name="connsiteY7486" fmla="*/ 1828248 h 2360402"/>
                    <a:gd name="connsiteX7487" fmla="*/ 1276206 w 1440502"/>
                    <a:gd name="connsiteY7487" fmla="*/ 1828387 h 2360402"/>
                    <a:gd name="connsiteX7488" fmla="*/ 1276241 w 1440502"/>
                    <a:gd name="connsiteY7488" fmla="*/ 1828445 h 2360402"/>
                    <a:gd name="connsiteX7489" fmla="*/ 1276576 w 1440502"/>
                    <a:gd name="connsiteY7489" fmla="*/ 1828931 h 2360402"/>
                    <a:gd name="connsiteX7490" fmla="*/ 1276704 w 1440502"/>
                    <a:gd name="connsiteY7490" fmla="*/ 1829105 h 2360402"/>
                    <a:gd name="connsiteX7491" fmla="*/ 1276796 w 1440502"/>
                    <a:gd name="connsiteY7491" fmla="*/ 1829232 h 2360402"/>
                    <a:gd name="connsiteX7492" fmla="*/ 1276877 w 1440502"/>
                    <a:gd name="connsiteY7492" fmla="*/ 1829324 h 2360402"/>
                    <a:gd name="connsiteX7493" fmla="*/ 1277676 w 1440502"/>
                    <a:gd name="connsiteY7493" fmla="*/ 1830077 h 2360402"/>
                    <a:gd name="connsiteX7494" fmla="*/ 1277826 w 1440502"/>
                    <a:gd name="connsiteY7494" fmla="*/ 1830251 h 2360402"/>
                    <a:gd name="connsiteX7495" fmla="*/ 1277954 w 1440502"/>
                    <a:gd name="connsiteY7495" fmla="*/ 1830378 h 2360402"/>
                    <a:gd name="connsiteX7496" fmla="*/ 1278510 w 1440502"/>
                    <a:gd name="connsiteY7496" fmla="*/ 1831014 h 2360402"/>
                    <a:gd name="connsiteX7497" fmla="*/ 1278671 w 1440502"/>
                    <a:gd name="connsiteY7497" fmla="*/ 1831188 h 2360402"/>
                    <a:gd name="connsiteX7498" fmla="*/ 1278857 w 1440502"/>
                    <a:gd name="connsiteY7498" fmla="*/ 1831327 h 2360402"/>
                    <a:gd name="connsiteX7499" fmla="*/ 1279193 w 1440502"/>
                    <a:gd name="connsiteY7499" fmla="*/ 1831524 h 2360402"/>
                    <a:gd name="connsiteX7500" fmla="*/ 1279482 w 1440502"/>
                    <a:gd name="connsiteY7500" fmla="*/ 1831674 h 2360402"/>
                    <a:gd name="connsiteX7501" fmla="*/ 1279644 w 1440502"/>
                    <a:gd name="connsiteY7501" fmla="*/ 1831779 h 2360402"/>
                    <a:gd name="connsiteX7502" fmla="*/ 1279795 w 1440502"/>
                    <a:gd name="connsiteY7502" fmla="*/ 1831836 h 2360402"/>
                    <a:gd name="connsiteX7503" fmla="*/ 1279875 w 1440502"/>
                    <a:gd name="connsiteY7503" fmla="*/ 1831917 h 2360402"/>
                    <a:gd name="connsiteX7504" fmla="*/ 1280026 w 1440502"/>
                    <a:gd name="connsiteY7504" fmla="*/ 1832068 h 2360402"/>
                    <a:gd name="connsiteX7505" fmla="*/ 1280096 w 1440502"/>
                    <a:gd name="connsiteY7505" fmla="*/ 1832137 h 2360402"/>
                    <a:gd name="connsiteX7506" fmla="*/ 1280211 w 1440502"/>
                    <a:gd name="connsiteY7506" fmla="*/ 1832242 h 2360402"/>
                    <a:gd name="connsiteX7507" fmla="*/ 1280246 w 1440502"/>
                    <a:gd name="connsiteY7507" fmla="*/ 1832276 h 2360402"/>
                    <a:gd name="connsiteX7508" fmla="*/ 1280292 w 1440502"/>
                    <a:gd name="connsiteY7508" fmla="*/ 1832577 h 2360402"/>
                    <a:gd name="connsiteX7509" fmla="*/ 1280223 w 1440502"/>
                    <a:gd name="connsiteY7509" fmla="*/ 1832913 h 2360402"/>
                    <a:gd name="connsiteX7510" fmla="*/ 1280211 w 1440502"/>
                    <a:gd name="connsiteY7510" fmla="*/ 1833063 h 2360402"/>
                    <a:gd name="connsiteX7511" fmla="*/ 1280732 w 1440502"/>
                    <a:gd name="connsiteY7511" fmla="*/ 1833526 h 2360402"/>
                    <a:gd name="connsiteX7512" fmla="*/ 1280987 w 1440502"/>
                    <a:gd name="connsiteY7512" fmla="*/ 1833723 h 2360402"/>
                    <a:gd name="connsiteX7513" fmla="*/ 1280998 w 1440502"/>
                    <a:gd name="connsiteY7513" fmla="*/ 1833723 h 2360402"/>
                    <a:gd name="connsiteX7514" fmla="*/ 1281357 w 1440502"/>
                    <a:gd name="connsiteY7514" fmla="*/ 1833943 h 2360402"/>
                    <a:gd name="connsiteX7515" fmla="*/ 1281380 w 1440502"/>
                    <a:gd name="connsiteY7515" fmla="*/ 1833955 h 2360402"/>
                    <a:gd name="connsiteX7516" fmla="*/ 1281658 w 1440502"/>
                    <a:gd name="connsiteY7516" fmla="*/ 1834105 h 2360402"/>
                    <a:gd name="connsiteX7517" fmla="*/ 1281774 w 1440502"/>
                    <a:gd name="connsiteY7517" fmla="*/ 1834152 h 2360402"/>
                    <a:gd name="connsiteX7518" fmla="*/ 1282202 w 1440502"/>
                    <a:gd name="connsiteY7518" fmla="*/ 1834267 h 2360402"/>
                    <a:gd name="connsiteX7519" fmla="*/ 1282434 w 1440502"/>
                    <a:gd name="connsiteY7519" fmla="*/ 1834383 h 2360402"/>
                    <a:gd name="connsiteX7520" fmla="*/ 1282492 w 1440502"/>
                    <a:gd name="connsiteY7520" fmla="*/ 1834464 h 2360402"/>
                    <a:gd name="connsiteX7521" fmla="*/ 1282851 w 1440502"/>
                    <a:gd name="connsiteY7521" fmla="*/ 1834973 h 2360402"/>
                    <a:gd name="connsiteX7522" fmla="*/ 1283024 w 1440502"/>
                    <a:gd name="connsiteY7522" fmla="*/ 1835170 h 2360402"/>
                    <a:gd name="connsiteX7523" fmla="*/ 1283105 w 1440502"/>
                    <a:gd name="connsiteY7523" fmla="*/ 1835298 h 2360402"/>
                    <a:gd name="connsiteX7524" fmla="*/ 1283094 w 1440502"/>
                    <a:gd name="connsiteY7524" fmla="*/ 1835321 h 2360402"/>
                    <a:gd name="connsiteX7525" fmla="*/ 1283568 w 1440502"/>
                    <a:gd name="connsiteY7525" fmla="*/ 1836166 h 2360402"/>
                    <a:gd name="connsiteX7526" fmla="*/ 1283603 w 1440502"/>
                    <a:gd name="connsiteY7526" fmla="*/ 1836201 h 2360402"/>
                    <a:gd name="connsiteX7527" fmla="*/ 1283696 w 1440502"/>
                    <a:gd name="connsiteY7527" fmla="*/ 1836328 h 2360402"/>
                    <a:gd name="connsiteX7528" fmla="*/ 1283927 w 1440502"/>
                    <a:gd name="connsiteY7528" fmla="*/ 1836710 h 2360402"/>
                    <a:gd name="connsiteX7529" fmla="*/ 1284494 w 1440502"/>
                    <a:gd name="connsiteY7529" fmla="*/ 1837219 h 2360402"/>
                    <a:gd name="connsiteX7530" fmla="*/ 1284506 w 1440502"/>
                    <a:gd name="connsiteY7530" fmla="*/ 1837219 h 2360402"/>
                    <a:gd name="connsiteX7531" fmla="*/ 1285316 w 1440502"/>
                    <a:gd name="connsiteY7531" fmla="*/ 1837138 h 2360402"/>
                    <a:gd name="connsiteX7532" fmla="*/ 1286173 w 1440502"/>
                    <a:gd name="connsiteY7532" fmla="*/ 1837509 h 2360402"/>
                    <a:gd name="connsiteX7533" fmla="*/ 1286312 w 1440502"/>
                    <a:gd name="connsiteY7533" fmla="*/ 1837578 h 2360402"/>
                    <a:gd name="connsiteX7534" fmla="*/ 1286717 w 1440502"/>
                    <a:gd name="connsiteY7534" fmla="*/ 1837821 h 2360402"/>
                    <a:gd name="connsiteX7535" fmla="*/ 1286717 w 1440502"/>
                    <a:gd name="connsiteY7535" fmla="*/ 1837972 h 2360402"/>
                    <a:gd name="connsiteX7536" fmla="*/ 1286659 w 1440502"/>
                    <a:gd name="connsiteY7536" fmla="*/ 1838516 h 2360402"/>
                    <a:gd name="connsiteX7537" fmla="*/ 1286983 w 1440502"/>
                    <a:gd name="connsiteY7537" fmla="*/ 1840159 h 2360402"/>
                    <a:gd name="connsiteX7538" fmla="*/ 1287052 w 1440502"/>
                    <a:gd name="connsiteY7538" fmla="*/ 1840206 h 2360402"/>
                    <a:gd name="connsiteX7539" fmla="*/ 1287365 w 1440502"/>
                    <a:gd name="connsiteY7539" fmla="*/ 1840669 h 2360402"/>
                    <a:gd name="connsiteX7540" fmla="*/ 1287423 w 1440502"/>
                    <a:gd name="connsiteY7540" fmla="*/ 1840761 h 2360402"/>
                    <a:gd name="connsiteX7541" fmla="*/ 1287828 w 1440502"/>
                    <a:gd name="connsiteY7541" fmla="*/ 1841387 h 2360402"/>
                    <a:gd name="connsiteX7542" fmla="*/ 1288118 w 1440502"/>
                    <a:gd name="connsiteY7542" fmla="*/ 1841780 h 2360402"/>
                    <a:gd name="connsiteX7543" fmla="*/ 1288407 w 1440502"/>
                    <a:gd name="connsiteY7543" fmla="*/ 1842116 h 2360402"/>
                    <a:gd name="connsiteX7544" fmla="*/ 1288430 w 1440502"/>
                    <a:gd name="connsiteY7544" fmla="*/ 1842174 h 2360402"/>
                    <a:gd name="connsiteX7545" fmla="*/ 1288534 w 1440502"/>
                    <a:gd name="connsiteY7545" fmla="*/ 1842509 h 2360402"/>
                    <a:gd name="connsiteX7546" fmla="*/ 1288742 w 1440502"/>
                    <a:gd name="connsiteY7546" fmla="*/ 1843111 h 2360402"/>
                    <a:gd name="connsiteX7547" fmla="*/ 1289252 w 1440502"/>
                    <a:gd name="connsiteY7547" fmla="*/ 1843922 h 2360402"/>
                    <a:gd name="connsiteX7548" fmla="*/ 1289333 w 1440502"/>
                    <a:gd name="connsiteY7548" fmla="*/ 1844084 h 2360402"/>
                    <a:gd name="connsiteX7549" fmla="*/ 1289368 w 1440502"/>
                    <a:gd name="connsiteY7549" fmla="*/ 1844582 h 2360402"/>
                    <a:gd name="connsiteX7550" fmla="*/ 1289344 w 1440502"/>
                    <a:gd name="connsiteY7550" fmla="*/ 1844720 h 2360402"/>
                    <a:gd name="connsiteX7551" fmla="*/ 1289287 w 1440502"/>
                    <a:gd name="connsiteY7551" fmla="*/ 1844940 h 2360402"/>
                    <a:gd name="connsiteX7552" fmla="*/ 1289264 w 1440502"/>
                    <a:gd name="connsiteY7552" fmla="*/ 1844964 h 2360402"/>
                    <a:gd name="connsiteX7553" fmla="*/ 1289194 w 1440502"/>
                    <a:gd name="connsiteY7553" fmla="*/ 1845021 h 2360402"/>
                    <a:gd name="connsiteX7554" fmla="*/ 1289078 w 1440502"/>
                    <a:gd name="connsiteY7554" fmla="*/ 1845137 h 2360402"/>
                    <a:gd name="connsiteX7555" fmla="*/ 1289078 w 1440502"/>
                    <a:gd name="connsiteY7555" fmla="*/ 1845577 h 2360402"/>
                    <a:gd name="connsiteX7556" fmla="*/ 1289113 w 1440502"/>
                    <a:gd name="connsiteY7556" fmla="*/ 1845728 h 2360402"/>
                    <a:gd name="connsiteX7557" fmla="*/ 1289136 w 1440502"/>
                    <a:gd name="connsiteY7557" fmla="*/ 1845913 h 2360402"/>
                    <a:gd name="connsiteX7558" fmla="*/ 1289067 w 1440502"/>
                    <a:gd name="connsiteY7558" fmla="*/ 1846110 h 2360402"/>
                    <a:gd name="connsiteX7559" fmla="*/ 1289020 w 1440502"/>
                    <a:gd name="connsiteY7559" fmla="*/ 1846156 h 2360402"/>
                    <a:gd name="connsiteX7560" fmla="*/ 1288963 w 1440502"/>
                    <a:gd name="connsiteY7560" fmla="*/ 1846225 h 2360402"/>
                    <a:gd name="connsiteX7561" fmla="*/ 1288858 w 1440502"/>
                    <a:gd name="connsiteY7561" fmla="*/ 1847035 h 2360402"/>
                    <a:gd name="connsiteX7562" fmla="*/ 1288882 w 1440502"/>
                    <a:gd name="connsiteY7562" fmla="*/ 1847464 h 2360402"/>
                    <a:gd name="connsiteX7563" fmla="*/ 1288928 w 1440502"/>
                    <a:gd name="connsiteY7563" fmla="*/ 1849698 h 2360402"/>
                    <a:gd name="connsiteX7564" fmla="*/ 1288951 w 1440502"/>
                    <a:gd name="connsiteY7564" fmla="*/ 1850520 h 2360402"/>
                    <a:gd name="connsiteX7565" fmla="*/ 1288951 w 1440502"/>
                    <a:gd name="connsiteY7565" fmla="*/ 1850763 h 2360402"/>
                    <a:gd name="connsiteX7566" fmla="*/ 1288963 w 1440502"/>
                    <a:gd name="connsiteY7566" fmla="*/ 1851087 h 2360402"/>
                    <a:gd name="connsiteX7567" fmla="*/ 1288870 w 1440502"/>
                    <a:gd name="connsiteY7567" fmla="*/ 1851099 h 2360402"/>
                    <a:gd name="connsiteX7568" fmla="*/ 1288882 w 1440502"/>
                    <a:gd name="connsiteY7568" fmla="*/ 1851492 h 2360402"/>
                    <a:gd name="connsiteX7569" fmla="*/ 1288893 w 1440502"/>
                    <a:gd name="connsiteY7569" fmla="*/ 1851516 h 2360402"/>
                    <a:gd name="connsiteX7570" fmla="*/ 1288963 w 1440502"/>
                    <a:gd name="connsiteY7570" fmla="*/ 1852384 h 2360402"/>
                    <a:gd name="connsiteX7571" fmla="*/ 1288997 w 1440502"/>
                    <a:gd name="connsiteY7571" fmla="*/ 1852777 h 2360402"/>
                    <a:gd name="connsiteX7572" fmla="*/ 1289020 w 1440502"/>
                    <a:gd name="connsiteY7572" fmla="*/ 1853136 h 2360402"/>
                    <a:gd name="connsiteX7573" fmla="*/ 1289148 w 1440502"/>
                    <a:gd name="connsiteY7573" fmla="*/ 1853182 h 2360402"/>
                    <a:gd name="connsiteX7574" fmla="*/ 1290757 w 1440502"/>
                    <a:gd name="connsiteY7574" fmla="*/ 1853796 h 2360402"/>
                    <a:gd name="connsiteX7575" fmla="*/ 1290896 w 1440502"/>
                    <a:gd name="connsiteY7575" fmla="*/ 1853854 h 2360402"/>
                    <a:gd name="connsiteX7576" fmla="*/ 1290919 w 1440502"/>
                    <a:gd name="connsiteY7576" fmla="*/ 1853935 h 2360402"/>
                    <a:gd name="connsiteX7577" fmla="*/ 1291440 w 1440502"/>
                    <a:gd name="connsiteY7577" fmla="*/ 1855567 h 2360402"/>
                    <a:gd name="connsiteX7578" fmla="*/ 1291498 w 1440502"/>
                    <a:gd name="connsiteY7578" fmla="*/ 1855775 h 2360402"/>
                    <a:gd name="connsiteX7579" fmla="*/ 1291694 w 1440502"/>
                    <a:gd name="connsiteY7579" fmla="*/ 1856401 h 2360402"/>
                    <a:gd name="connsiteX7580" fmla="*/ 1291903 w 1440502"/>
                    <a:gd name="connsiteY7580" fmla="*/ 1856956 h 2360402"/>
                    <a:gd name="connsiteX7581" fmla="*/ 1291937 w 1440502"/>
                    <a:gd name="connsiteY7581" fmla="*/ 1857292 h 2360402"/>
                    <a:gd name="connsiteX7582" fmla="*/ 1291903 w 1440502"/>
                    <a:gd name="connsiteY7582" fmla="*/ 1857361 h 2360402"/>
                    <a:gd name="connsiteX7583" fmla="*/ 1291799 w 1440502"/>
                    <a:gd name="connsiteY7583" fmla="*/ 1857547 h 2360402"/>
                    <a:gd name="connsiteX7584" fmla="*/ 1291660 w 1440502"/>
                    <a:gd name="connsiteY7584" fmla="*/ 1858160 h 2360402"/>
                    <a:gd name="connsiteX7585" fmla="*/ 1291475 w 1440502"/>
                    <a:gd name="connsiteY7585" fmla="*/ 1858415 h 2360402"/>
                    <a:gd name="connsiteX7586" fmla="*/ 1291278 w 1440502"/>
                    <a:gd name="connsiteY7586" fmla="*/ 1858820 h 2360402"/>
                    <a:gd name="connsiteX7587" fmla="*/ 1291220 w 1440502"/>
                    <a:gd name="connsiteY7587" fmla="*/ 1859017 h 2360402"/>
                    <a:gd name="connsiteX7588" fmla="*/ 1291197 w 1440502"/>
                    <a:gd name="connsiteY7588" fmla="*/ 1859086 h 2360402"/>
                    <a:gd name="connsiteX7589" fmla="*/ 1291174 w 1440502"/>
                    <a:gd name="connsiteY7589" fmla="*/ 1859375 h 2360402"/>
                    <a:gd name="connsiteX7590" fmla="*/ 1291162 w 1440502"/>
                    <a:gd name="connsiteY7590" fmla="*/ 1859468 h 2360402"/>
                    <a:gd name="connsiteX7591" fmla="*/ 1291150 w 1440502"/>
                    <a:gd name="connsiteY7591" fmla="*/ 1859885 h 2360402"/>
                    <a:gd name="connsiteX7592" fmla="*/ 1290873 w 1440502"/>
                    <a:gd name="connsiteY7592" fmla="*/ 1861621 h 2360402"/>
                    <a:gd name="connsiteX7593" fmla="*/ 1290849 w 1440502"/>
                    <a:gd name="connsiteY7593" fmla="*/ 1861760 h 2360402"/>
                    <a:gd name="connsiteX7594" fmla="*/ 1290826 w 1440502"/>
                    <a:gd name="connsiteY7594" fmla="*/ 1861888 h 2360402"/>
                    <a:gd name="connsiteX7595" fmla="*/ 1290849 w 1440502"/>
                    <a:gd name="connsiteY7595" fmla="*/ 1862061 h 2360402"/>
                    <a:gd name="connsiteX7596" fmla="*/ 1290861 w 1440502"/>
                    <a:gd name="connsiteY7596" fmla="*/ 1862327 h 2360402"/>
                    <a:gd name="connsiteX7597" fmla="*/ 1290815 w 1440502"/>
                    <a:gd name="connsiteY7597" fmla="*/ 1862512 h 2360402"/>
                    <a:gd name="connsiteX7598" fmla="*/ 1290711 w 1440502"/>
                    <a:gd name="connsiteY7598" fmla="*/ 1862825 h 2360402"/>
                    <a:gd name="connsiteX7599" fmla="*/ 1290641 w 1440502"/>
                    <a:gd name="connsiteY7599" fmla="*/ 1863300 h 2360402"/>
                    <a:gd name="connsiteX7600" fmla="*/ 1290641 w 1440502"/>
                    <a:gd name="connsiteY7600" fmla="*/ 1863369 h 2360402"/>
                    <a:gd name="connsiteX7601" fmla="*/ 1290444 w 1440502"/>
                    <a:gd name="connsiteY7601" fmla="*/ 1864527 h 2360402"/>
                    <a:gd name="connsiteX7602" fmla="*/ 1290572 w 1440502"/>
                    <a:gd name="connsiteY7602" fmla="*/ 1865372 h 2360402"/>
                    <a:gd name="connsiteX7603" fmla="*/ 1290977 w 1440502"/>
                    <a:gd name="connsiteY7603" fmla="*/ 1866136 h 2360402"/>
                    <a:gd name="connsiteX7604" fmla="*/ 1291914 w 1440502"/>
                    <a:gd name="connsiteY7604" fmla="*/ 1866576 h 2360402"/>
                    <a:gd name="connsiteX7605" fmla="*/ 1292169 w 1440502"/>
                    <a:gd name="connsiteY7605" fmla="*/ 1866657 h 2360402"/>
                    <a:gd name="connsiteX7606" fmla="*/ 1292875 w 1440502"/>
                    <a:gd name="connsiteY7606" fmla="*/ 1866784 h 2360402"/>
                    <a:gd name="connsiteX7607" fmla="*/ 1293223 w 1440502"/>
                    <a:gd name="connsiteY7607" fmla="*/ 1866865 h 2360402"/>
                    <a:gd name="connsiteX7608" fmla="*/ 1293303 w 1440502"/>
                    <a:gd name="connsiteY7608" fmla="*/ 1866923 h 2360402"/>
                    <a:gd name="connsiteX7609" fmla="*/ 1293628 w 1440502"/>
                    <a:gd name="connsiteY7609" fmla="*/ 1867305 h 2360402"/>
                    <a:gd name="connsiteX7610" fmla="*/ 1293836 w 1440502"/>
                    <a:gd name="connsiteY7610" fmla="*/ 1867710 h 2360402"/>
                    <a:gd name="connsiteX7611" fmla="*/ 1294172 w 1440502"/>
                    <a:gd name="connsiteY7611" fmla="*/ 1868405 h 2360402"/>
                    <a:gd name="connsiteX7612" fmla="*/ 1294496 w 1440502"/>
                    <a:gd name="connsiteY7612" fmla="*/ 1869030 h 2360402"/>
                    <a:gd name="connsiteX7613" fmla="*/ 1294820 w 1440502"/>
                    <a:gd name="connsiteY7613" fmla="*/ 1869446 h 2360402"/>
                    <a:gd name="connsiteX7614" fmla="*/ 1294901 w 1440502"/>
                    <a:gd name="connsiteY7614" fmla="*/ 1869551 h 2360402"/>
                    <a:gd name="connsiteX7615" fmla="*/ 1295295 w 1440502"/>
                    <a:gd name="connsiteY7615" fmla="*/ 1870083 h 2360402"/>
                    <a:gd name="connsiteX7616" fmla="*/ 1295468 w 1440502"/>
                    <a:gd name="connsiteY7616" fmla="*/ 1870268 h 2360402"/>
                    <a:gd name="connsiteX7617" fmla="*/ 1296278 w 1440502"/>
                    <a:gd name="connsiteY7617" fmla="*/ 1871368 h 2360402"/>
                    <a:gd name="connsiteX7618" fmla="*/ 1296741 w 1440502"/>
                    <a:gd name="connsiteY7618" fmla="*/ 1872387 h 2360402"/>
                    <a:gd name="connsiteX7619" fmla="*/ 1297123 w 1440502"/>
                    <a:gd name="connsiteY7619" fmla="*/ 1873093 h 2360402"/>
                    <a:gd name="connsiteX7620" fmla="*/ 1297135 w 1440502"/>
                    <a:gd name="connsiteY7620" fmla="*/ 1873116 h 2360402"/>
                    <a:gd name="connsiteX7621" fmla="*/ 1297123 w 1440502"/>
                    <a:gd name="connsiteY7621" fmla="*/ 1873510 h 2360402"/>
                    <a:gd name="connsiteX7622" fmla="*/ 1298015 w 1440502"/>
                    <a:gd name="connsiteY7622" fmla="*/ 1874852 h 2360402"/>
                    <a:gd name="connsiteX7623" fmla="*/ 1298084 w 1440502"/>
                    <a:gd name="connsiteY7623" fmla="*/ 1875072 h 2360402"/>
                    <a:gd name="connsiteX7624" fmla="*/ 1298166 w 1440502"/>
                    <a:gd name="connsiteY7624" fmla="*/ 1875281 h 2360402"/>
                    <a:gd name="connsiteX7625" fmla="*/ 1298293 w 1440502"/>
                    <a:gd name="connsiteY7625" fmla="*/ 1875628 h 2360402"/>
                    <a:gd name="connsiteX7626" fmla="*/ 1298455 w 1440502"/>
                    <a:gd name="connsiteY7626" fmla="*/ 1875848 h 2360402"/>
                    <a:gd name="connsiteX7627" fmla="*/ 1298547 w 1440502"/>
                    <a:gd name="connsiteY7627" fmla="*/ 1875975 h 2360402"/>
                    <a:gd name="connsiteX7628" fmla="*/ 1298802 w 1440502"/>
                    <a:gd name="connsiteY7628" fmla="*/ 1876288 h 2360402"/>
                    <a:gd name="connsiteX7629" fmla="*/ 1298871 w 1440502"/>
                    <a:gd name="connsiteY7629" fmla="*/ 1876357 h 2360402"/>
                    <a:gd name="connsiteX7630" fmla="*/ 1299080 w 1440502"/>
                    <a:gd name="connsiteY7630" fmla="*/ 1876623 h 2360402"/>
                    <a:gd name="connsiteX7631" fmla="*/ 1299184 w 1440502"/>
                    <a:gd name="connsiteY7631" fmla="*/ 1876855 h 2360402"/>
                    <a:gd name="connsiteX7632" fmla="*/ 1299196 w 1440502"/>
                    <a:gd name="connsiteY7632" fmla="*/ 1876913 h 2360402"/>
                    <a:gd name="connsiteX7633" fmla="*/ 1298906 w 1440502"/>
                    <a:gd name="connsiteY7633" fmla="*/ 1878568 h 2360402"/>
                    <a:gd name="connsiteX7634" fmla="*/ 1298779 w 1440502"/>
                    <a:gd name="connsiteY7634" fmla="*/ 1878892 h 2360402"/>
                    <a:gd name="connsiteX7635" fmla="*/ 1298455 w 1440502"/>
                    <a:gd name="connsiteY7635" fmla="*/ 1879703 h 2360402"/>
                    <a:gd name="connsiteX7636" fmla="*/ 1298339 w 1440502"/>
                    <a:gd name="connsiteY7636" fmla="*/ 1879958 h 2360402"/>
                    <a:gd name="connsiteX7637" fmla="*/ 1298142 w 1440502"/>
                    <a:gd name="connsiteY7637" fmla="*/ 1880351 h 2360402"/>
                    <a:gd name="connsiteX7638" fmla="*/ 1298015 w 1440502"/>
                    <a:gd name="connsiteY7638" fmla="*/ 1880606 h 2360402"/>
                    <a:gd name="connsiteX7639" fmla="*/ 1297980 w 1440502"/>
                    <a:gd name="connsiteY7639" fmla="*/ 1880721 h 2360402"/>
                    <a:gd name="connsiteX7640" fmla="*/ 1297934 w 1440502"/>
                    <a:gd name="connsiteY7640" fmla="*/ 1880964 h 2360402"/>
                    <a:gd name="connsiteX7641" fmla="*/ 1297922 w 1440502"/>
                    <a:gd name="connsiteY7641" fmla="*/ 1881069 h 2360402"/>
                    <a:gd name="connsiteX7642" fmla="*/ 1298327 w 1440502"/>
                    <a:gd name="connsiteY7642" fmla="*/ 1882400 h 2360402"/>
                    <a:gd name="connsiteX7643" fmla="*/ 1298339 w 1440502"/>
                    <a:gd name="connsiteY7643" fmla="*/ 1882423 h 2360402"/>
                    <a:gd name="connsiteX7644" fmla="*/ 1298663 w 1440502"/>
                    <a:gd name="connsiteY7644" fmla="*/ 1882782 h 2360402"/>
                    <a:gd name="connsiteX7645" fmla="*/ 1298814 w 1440502"/>
                    <a:gd name="connsiteY7645" fmla="*/ 1883013 h 2360402"/>
                    <a:gd name="connsiteX7646" fmla="*/ 1298860 w 1440502"/>
                    <a:gd name="connsiteY7646" fmla="*/ 1883117 h 2360402"/>
                    <a:gd name="connsiteX7647" fmla="*/ 1298964 w 1440502"/>
                    <a:gd name="connsiteY7647" fmla="*/ 1883396 h 2360402"/>
                    <a:gd name="connsiteX7648" fmla="*/ 1299080 w 1440502"/>
                    <a:gd name="connsiteY7648" fmla="*/ 1883777 h 2360402"/>
                    <a:gd name="connsiteX7649" fmla="*/ 1299462 w 1440502"/>
                    <a:gd name="connsiteY7649" fmla="*/ 1884947 h 2360402"/>
                    <a:gd name="connsiteX7650" fmla="*/ 1299601 w 1440502"/>
                    <a:gd name="connsiteY7650" fmla="*/ 1885178 h 2360402"/>
                    <a:gd name="connsiteX7651" fmla="*/ 1299693 w 1440502"/>
                    <a:gd name="connsiteY7651" fmla="*/ 1885282 h 2360402"/>
                    <a:gd name="connsiteX7652" fmla="*/ 1300434 w 1440502"/>
                    <a:gd name="connsiteY7652" fmla="*/ 1885224 h 2360402"/>
                    <a:gd name="connsiteX7653" fmla="*/ 1301106 w 1440502"/>
                    <a:gd name="connsiteY7653" fmla="*/ 1885132 h 2360402"/>
                    <a:gd name="connsiteX7654" fmla="*/ 1301592 w 1440502"/>
                    <a:gd name="connsiteY7654" fmla="*/ 1885143 h 2360402"/>
                    <a:gd name="connsiteX7655" fmla="*/ 1301789 w 1440502"/>
                    <a:gd name="connsiteY7655" fmla="*/ 1885236 h 2360402"/>
                    <a:gd name="connsiteX7656" fmla="*/ 1303247 w 1440502"/>
                    <a:gd name="connsiteY7656" fmla="*/ 1885838 h 2360402"/>
                    <a:gd name="connsiteX7657" fmla="*/ 1303745 w 1440502"/>
                    <a:gd name="connsiteY7657" fmla="*/ 1885965 h 2360402"/>
                    <a:gd name="connsiteX7658" fmla="*/ 1304208 w 1440502"/>
                    <a:gd name="connsiteY7658" fmla="*/ 1886058 h 2360402"/>
                    <a:gd name="connsiteX7659" fmla="*/ 1304590 w 1440502"/>
                    <a:gd name="connsiteY7659" fmla="*/ 1886162 h 2360402"/>
                    <a:gd name="connsiteX7660" fmla="*/ 1305111 w 1440502"/>
                    <a:gd name="connsiteY7660" fmla="*/ 1886255 h 2360402"/>
                    <a:gd name="connsiteX7661" fmla="*/ 1305759 w 1440502"/>
                    <a:gd name="connsiteY7661" fmla="*/ 1886336 h 2360402"/>
                    <a:gd name="connsiteX7662" fmla="*/ 1307299 w 1440502"/>
                    <a:gd name="connsiteY7662" fmla="*/ 1886718 h 2360402"/>
                    <a:gd name="connsiteX7663" fmla="*/ 1307334 w 1440502"/>
                    <a:gd name="connsiteY7663" fmla="*/ 1886718 h 2360402"/>
                    <a:gd name="connsiteX7664" fmla="*/ 1307681 w 1440502"/>
                    <a:gd name="connsiteY7664" fmla="*/ 1886799 h 2360402"/>
                    <a:gd name="connsiteX7665" fmla="*/ 1308549 w 1440502"/>
                    <a:gd name="connsiteY7665" fmla="*/ 1886891 h 2360402"/>
                    <a:gd name="connsiteX7666" fmla="*/ 1308815 w 1440502"/>
                    <a:gd name="connsiteY7666" fmla="*/ 1886961 h 2360402"/>
                    <a:gd name="connsiteX7667" fmla="*/ 1308989 w 1440502"/>
                    <a:gd name="connsiteY7667" fmla="*/ 1887146 h 2360402"/>
                    <a:gd name="connsiteX7668" fmla="*/ 1309440 w 1440502"/>
                    <a:gd name="connsiteY7668" fmla="*/ 1887632 h 2360402"/>
                    <a:gd name="connsiteX7669" fmla="*/ 1309626 w 1440502"/>
                    <a:gd name="connsiteY7669" fmla="*/ 1887841 h 2360402"/>
                    <a:gd name="connsiteX7670" fmla="*/ 1309938 w 1440502"/>
                    <a:gd name="connsiteY7670" fmla="*/ 1888176 h 2360402"/>
                    <a:gd name="connsiteX7671" fmla="*/ 1310459 w 1440502"/>
                    <a:gd name="connsiteY7671" fmla="*/ 1888732 h 2360402"/>
                    <a:gd name="connsiteX7672" fmla="*/ 1310609 w 1440502"/>
                    <a:gd name="connsiteY7672" fmla="*/ 1888825 h 2360402"/>
                    <a:gd name="connsiteX7673" fmla="*/ 1311038 w 1440502"/>
                    <a:gd name="connsiteY7673" fmla="*/ 1888917 h 2360402"/>
                    <a:gd name="connsiteX7674" fmla="*/ 1311293 w 1440502"/>
                    <a:gd name="connsiteY7674" fmla="*/ 1889033 h 2360402"/>
                    <a:gd name="connsiteX7675" fmla="*/ 1311524 w 1440502"/>
                    <a:gd name="connsiteY7675" fmla="*/ 1889218 h 2360402"/>
                    <a:gd name="connsiteX7676" fmla="*/ 1310772 w 1440502"/>
                    <a:gd name="connsiteY7676" fmla="*/ 1889866 h 2360402"/>
                    <a:gd name="connsiteX7677" fmla="*/ 1310563 w 1440502"/>
                    <a:gd name="connsiteY7677" fmla="*/ 1889924 h 2360402"/>
                    <a:gd name="connsiteX7678" fmla="*/ 1310204 w 1440502"/>
                    <a:gd name="connsiteY7678" fmla="*/ 1890028 h 2360402"/>
                    <a:gd name="connsiteX7679" fmla="*/ 1309857 w 1440502"/>
                    <a:gd name="connsiteY7679" fmla="*/ 1890133 h 2360402"/>
                    <a:gd name="connsiteX7680" fmla="*/ 1309579 w 1440502"/>
                    <a:gd name="connsiteY7680" fmla="*/ 1890225 h 2360402"/>
                    <a:gd name="connsiteX7681" fmla="*/ 1309267 w 1440502"/>
                    <a:gd name="connsiteY7681" fmla="*/ 1890318 h 2360402"/>
                    <a:gd name="connsiteX7682" fmla="*/ 1309000 w 1440502"/>
                    <a:gd name="connsiteY7682" fmla="*/ 1890399 h 2360402"/>
                    <a:gd name="connsiteX7683" fmla="*/ 1308676 w 1440502"/>
                    <a:gd name="connsiteY7683" fmla="*/ 1890503 h 2360402"/>
                    <a:gd name="connsiteX7684" fmla="*/ 1308456 w 1440502"/>
                    <a:gd name="connsiteY7684" fmla="*/ 1890584 h 2360402"/>
                    <a:gd name="connsiteX7685" fmla="*/ 1307831 w 1440502"/>
                    <a:gd name="connsiteY7685" fmla="*/ 1890839 h 2360402"/>
                    <a:gd name="connsiteX7686" fmla="*/ 1307356 w 1440502"/>
                    <a:gd name="connsiteY7686" fmla="*/ 1890966 h 2360402"/>
                    <a:gd name="connsiteX7687" fmla="*/ 1306697 w 1440502"/>
                    <a:gd name="connsiteY7687" fmla="*/ 1891174 h 2360402"/>
                    <a:gd name="connsiteX7688" fmla="*/ 1306268 w 1440502"/>
                    <a:gd name="connsiteY7688" fmla="*/ 1891313 h 2360402"/>
                    <a:gd name="connsiteX7689" fmla="*/ 1305863 w 1440502"/>
                    <a:gd name="connsiteY7689" fmla="*/ 1891498 h 2360402"/>
                    <a:gd name="connsiteX7690" fmla="*/ 1305805 w 1440502"/>
                    <a:gd name="connsiteY7690" fmla="*/ 1891533 h 2360402"/>
                    <a:gd name="connsiteX7691" fmla="*/ 1305678 w 1440502"/>
                    <a:gd name="connsiteY7691" fmla="*/ 1891580 h 2360402"/>
                    <a:gd name="connsiteX7692" fmla="*/ 1305354 w 1440502"/>
                    <a:gd name="connsiteY7692" fmla="*/ 1891684 h 2360402"/>
                    <a:gd name="connsiteX7693" fmla="*/ 1305134 w 1440502"/>
                    <a:gd name="connsiteY7693" fmla="*/ 1891788 h 2360402"/>
                    <a:gd name="connsiteX7694" fmla="*/ 1304868 w 1440502"/>
                    <a:gd name="connsiteY7694" fmla="*/ 1892066 h 2360402"/>
                    <a:gd name="connsiteX7695" fmla="*/ 1304555 w 1440502"/>
                    <a:gd name="connsiteY7695" fmla="*/ 1892332 h 2360402"/>
                    <a:gd name="connsiteX7696" fmla="*/ 1304069 w 1440502"/>
                    <a:gd name="connsiteY7696" fmla="*/ 1892807 h 2360402"/>
                    <a:gd name="connsiteX7697" fmla="*/ 1303918 w 1440502"/>
                    <a:gd name="connsiteY7697" fmla="*/ 1892945 h 2360402"/>
                    <a:gd name="connsiteX7698" fmla="*/ 1303652 w 1440502"/>
                    <a:gd name="connsiteY7698" fmla="*/ 1893258 h 2360402"/>
                    <a:gd name="connsiteX7699" fmla="*/ 1303432 w 1440502"/>
                    <a:gd name="connsiteY7699" fmla="*/ 1893478 h 2360402"/>
                    <a:gd name="connsiteX7700" fmla="*/ 1303421 w 1440502"/>
                    <a:gd name="connsiteY7700" fmla="*/ 1893524 h 2360402"/>
                    <a:gd name="connsiteX7701" fmla="*/ 1303606 w 1440502"/>
                    <a:gd name="connsiteY7701" fmla="*/ 1894890 h 2360402"/>
                    <a:gd name="connsiteX7702" fmla="*/ 1303768 w 1440502"/>
                    <a:gd name="connsiteY7702" fmla="*/ 1895874 h 2360402"/>
                    <a:gd name="connsiteX7703" fmla="*/ 1303826 w 1440502"/>
                    <a:gd name="connsiteY7703" fmla="*/ 1896314 h 2360402"/>
                    <a:gd name="connsiteX7704" fmla="*/ 1303699 w 1440502"/>
                    <a:gd name="connsiteY7704" fmla="*/ 1896626 h 2360402"/>
                    <a:gd name="connsiteX7705" fmla="*/ 1303641 w 1440502"/>
                    <a:gd name="connsiteY7705" fmla="*/ 1896766 h 2360402"/>
                    <a:gd name="connsiteX7706" fmla="*/ 1303456 w 1440502"/>
                    <a:gd name="connsiteY7706" fmla="*/ 1897125 h 2360402"/>
                    <a:gd name="connsiteX7707" fmla="*/ 1302576 w 1440502"/>
                    <a:gd name="connsiteY7707" fmla="*/ 1898490 h 2360402"/>
                    <a:gd name="connsiteX7708" fmla="*/ 1302414 w 1440502"/>
                    <a:gd name="connsiteY7708" fmla="*/ 1899266 h 2360402"/>
                    <a:gd name="connsiteX7709" fmla="*/ 1302344 w 1440502"/>
                    <a:gd name="connsiteY7709" fmla="*/ 1899636 h 2360402"/>
                    <a:gd name="connsiteX7710" fmla="*/ 1302182 w 1440502"/>
                    <a:gd name="connsiteY7710" fmla="*/ 1899995 h 2360402"/>
                    <a:gd name="connsiteX7711" fmla="*/ 1302148 w 1440502"/>
                    <a:gd name="connsiteY7711" fmla="*/ 1900285 h 2360402"/>
                    <a:gd name="connsiteX7712" fmla="*/ 1302194 w 1440502"/>
                    <a:gd name="connsiteY7712" fmla="*/ 1900933 h 2360402"/>
                    <a:gd name="connsiteX7713" fmla="*/ 1302194 w 1440502"/>
                    <a:gd name="connsiteY7713" fmla="*/ 1901326 h 2360402"/>
                    <a:gd name="connsiteX7714" fmla="*/ 1302182 w 1440502"/>
                    <a:gd name="connsiteY7714" fmla="*/ 1901755 h 2360402"/>
                    <a:gd name="connsiteX7715" fmla="*/ 1302101 w 1440502"/>
                    <a:gd name="connsiteY7715" fmla="*/ 1902033 h 2360402"/>
                    <a:gd name="connsiteX7716" fmla="*/ 1301905 w 1440502"/>
                    <a:gd name="connsiteY7716" fmla="*/ 1902762 h 2360402"/>
                    <a:gd name="connsiteX7717" fmla="*/ 1301823 w 1440502"/>
                    <a:gd name="connsiteY7717" fmla="*/ 1902935 h 2360402"/>
                    <a:gd name="connsiteX7718" fmla="*/ 1301696 w 1440502"/>
                    <a:gd name="connsiteY7718" fmla="*/ 1903156 h 2360402"/>
                    <a:gd name="connsiteX7719" fmla="*/ 1301650 w 1440502"/>
                    <a:gd name="connsiteY7719" fmla="*/ 1903225 h 2360402"/>
                    <a:gd name="connsiteX7720" fmla="*/ 1301407 w 1440502"/>
                    <a:gd name="connsiteY7720" fmla="*/ 1903526 h 2360402"/>
                    <a:gd name="connsiteX7721" fmla="*/ 1301233 w 1440502"/>
                    <a:gd name="connsiteY7721" fmla="*/ 1903758 h 2360402"/>
                    <a:gd name="connsiteX7722" fmla="*/ 1300747 w 1440502"/>
                    <a:gd name="connsiteY7722" fmla="*/ 1904348 h 2360402"/>
                    <a:gd name="connsiteX7723" fmla="*/ 1300619 w 1440502"/>
                    <a:gd name="connsiteY7723" fmla="*/ 1904498 h 2360402"/>
                    <a:gd name="connsiteX7724" fmla="*/ 1300017 w 1440502"/>
                    <a:gd name="connsiteY7724" fmla="*/ 1904984 h 2360402"/>
                    <a:gd name="connsiteX7725" fmla="*/ 1299647 w 1440502"/>
                    <a:gd name="connsiteY7725" fmla="*/ 1905285 h 2360402"/>
                    <a:gd name="connsiteX7726" fmla="*/ 1299497 w 1440502"/>
                    <a:gd name="connsiteY7726" fmla="*/ 1905390 h 2360402"/>
                    <a:gd name="connsiteX7727" fmla="*/ 1299450 w 1440502"/>
                    <a:gd name="connsiteY7727" fmla="*/ 1905413 h 2360402"/>
                    <a:gd name="connsiteX7728" fmla="*/ 1299323 w 1440502"/>
                    <a:gd name="connsiteY7728" fmla="*/ 1905528 h 2360402"/>
                    <a:gd name="connsiteX7729" fmla="*/ 1299242 w 1440502"/>
                    <a:gd name="connsiteY7729" fmla="*/ 1905679 h 2360402"/>
                    <a:gd name="connsiteX7730" fmla="*/ 1299138 w 1440502"/>
                    <a:gd name="connsiteY7730" fmla="*/ 1905887 h 2360402"/>
                    <a:gd name="connsiteX7731" fmla="*/ 1298918 w 1440502"/>
                    <a:gd name="connsiteY7731" fmla="*/ 1906304 h 2360402"/>
                    <a:gd name="connsiteX7732" fmla="*/ 1298721 w 1440502"/>
                    <a:gd name="connsiteY7732" fmla="*/ 1906663 h 2360402"/>
                    <a:gd name="connsiteX7733" fmla="*/ 1298467 w 1440502"/>
                    <a:gd name="connsiteY7733" fmla="*/ 1906917 h 2360402"/>
                    <a:gd name="connsiteX7734" fmla="*/ 1298293 w 1440502"/>
                    <a:gd name="connsiteY7734" fmla="*/ 1907033 h 2360402"/>
                    <a:gd name="connsiteX7735" fmla="*/ 1298166 w 1440502"/>
                    <a:gd name="connsiteY7735" fmla="*/ 1907103 h 2360402"/>
                    <a:gd name="connsiteX7736" fmla="*/ 1298108 w 1440502"/>
                    <a:gd name="connsiteY7736" fmla="*/ 1907253 h 2360402"/>
                    <a:gd name="connsiteX7737" fmla="*/ 1298096 w 1440502"/>
                    <a:gd name="connsiteY7737" fmla="*/ 1907276 h 2360402"/>
                    <a:gd name="connsiteX7738" fmla="*/ 1296811 w 1440502"/>
                    <a:gd name="connsiteY7738" fmla="*/ 1907936 h 2360402"/>
                    <a:gd name="connsiteX7739" fmla="*/ 1295526 w 1440502"/>
                    <a:gd name="connsiteY7739" fmla="*/ 1908585 h 2360402"/>
                    <a:gd name="connsiteX7740" fmla="*/ 1295387 w 1440502"/>
                    <a:gd name="connsiteY7740" fmla="*/ 1908654 h 2360402"/>
                    <a:gd name="connsiteX7741" fmla="*/ 1294635 w 1440502"/>
                    <a:gd name="connsiteY7741" fmla="*/ 1909013 h 2360402"/>
                    <a:gd name="connsiteX7742" fmla="*/ 1294299 w 1440502"/>
                    <a:gd name="connsiteY7742" fmla="*/ 1909198 h 2360402"/>
                    <a:gd name="connsiteX7743" fmla="*/ 1293188 w 1440502"/>
                    <a:gd name="connsiteY7743" fmla="*/ 1909742 h 2360402"/>
                    <a:gd name="connsiteX7744" fmla="*/ 1293153 w 1440502"/>
                    <a:gd name="connsiteY7744" fmla="*/ 1909754 h 2360402"/>
                    <a:gd name="connsiteX7745" fmla="*/ 1292933 w 1440502"/>
                    <a:gd name="connsiteY7745" fmla="*/ 1909858 h 2360402"/>
                    <a:gd name="connsiteX7746" fmla="*/ 1292806 w 1440502"/>
                    <a:gd name="connsiteY7746" fmla="*/ 1909950 h 2360402"/>
                    <a:gd name="connsiteX7747" fmla="*/ 1292215 w 1440502"/>
                    <a:gd name="connsiteY7747" fmla="*/ 1910425 h 2360402"/>
                    <a:gd name="connsiteX7748" fmla="*/ 1292146 w 1440502"/>
                    <a:gd name="connsiteY7748" fmla="*/ 1910865 h 2360402"/>
                    <a:gd name="connsiteX7749" fmla="*/ 1291903 w 1440502"/>
                    <a:gd name="connsiteY7749" fmla="*/ 1911050 h 2360402"/>
                    <a:gd name="connsiteX7750" fmla="*/ 1291810 w 1440502"/>
                    <a:gd name="connsiteY7750" fmla="*/ 1911085 h 2360402"/>
                    <a:gd name="connsiteX7751" fmla="*/ 1291509 w 1440502"/>
                    <a:gd name="connsiteY7751" fmla="*/ 1911189 h 2360402"/>
                    <a:gd name="connsiteX7752" fmla="*/ 1290699 w 1440502"/>
                    <a:gd name="connsiteY7752" fmla="*/ 1911455 h 2360402"/>
                    <a:gd name="connsiteX7753" fmla="*/ 1290132 w 1440502"/>
                    <a:gd name="connsiteY7753" fmla="*/ 1911444 h 2360402"/>
                    <a:gd name="connsiteX7754" fmla="*/ 1289877 w 1440502"/>
                    <a:gd name="connsiteY7754" fmla="*/ 1911490 h 2360402"/>
                    <a:gd name="connsiteX7755" fmla="*/ 1289553 w 1440502"/>
                    <a:gd name="connsiteY7755" fmla="*/ 1912439 h 2360402"/>
                    <a:gd name="connsiteX7756" fmla="*/ 1288696 w 1440502"/>
                    <a:gd name="connsiteY7756" fmla="*/ 1912219 h 2360402"/>
                    <a:gd name="connsiteX7757" fmla="*/ 1288604 w 1440502"/>
                    <a:gd name="connsiteY7757" fmla="*/ 1912161 h 2360402"/>
                    <a:gd name="connsiteX7758" fmla="*/ 1288326 w 1440502"/>
                    <a:gd name="connsiteY7758" fmla="*/ 1911895 h 2360402"/>
                    <a:gd name="connsiteX7759" fmla="*/ 1288175 w 1440502"/>
                    <a:gd name="connsiteY7759" fmla="*/ 1911791 h 2360402"/>
                    <a:gd name="connsiteX7760" fmla="*/ 1288048 w 1440502"/>
                    <a:gd name="connsiteY7760" fmla="*/ 1911652 h 2360402"/>
                    <a:gd name="connsiteX7761" fmla="*/ 1287921 w 1440502"/>
                    <a:gd name="connsiteY7761" fmla="*/ 1911455 h 2360402"/>
                    <a:gd name="connsiteX7762" fmla="*/ 1287736 w 1440502"/>
                    <a:gd name="connsiteY7762" fmla="*/ 1911201 h 2360402"/>
                    <a:gd name="connsiteX7763" fmla="*/ 1287435 w 1440502"/>
                    <a:gd name="connsiteY7763" fmla="*/ 1911062 h 2360402"/>
                    <a:gd name="connsiteX7764" fmla="*/ 1287330 w 1440502"/>
                    <a:gd name="connsiteY7764" fmla="*/ 1911027 h 2360402"/>
                    <a:gd name="connsiteX7765" fmla="*/ 1286902 w 1440502"/>
                    <a:gd name="connsiteY7765" fmla="*/ 1910888 h 2360402"/>
                    <a:gd name="connsiteX7766" fmla="*/ 1286601 w 1440502"/>
                    <a:gd name="connsiteY7766" fmla="*/ 1910784 h 2360402"/>
                    <a:gd name="connsiteX7767" fmla="*/ 1286520 w 1440502"/>
                    <a:gd name="connsiteY7767" fmla="*/ 1910749 h 2360402"/>
                    <a:gd name="connsiteX7768" fmla="*/ 1286231 w 1440502"/>
                    <a:gd name="connsiteY7768" fmla="*/ 1910622 h 2360402"/>
                    <a:gd name="connsiteX7769" fmla="*/ 1285906 w 1440502"/>
                    <a:gd name="connsiteY7769" fmla="*/ 1910529 h 2360402"/>
                    <a:gd name="connsiteX7770" fmla="*/ 1282607 w 1440502"/>
                    <a:gd name="connsiteY7770" fmla="*/ 1910518 h 2360402"/>
                    <a:gd name="connsiteX7771" fmla="*/ 1281774 w 1440502"/>
                    <a:gd name="connsiteY7771" fmla="*/ 1910529 h 2360402"/>
                    <a:gd name="connsiteX7772" fmla="*/ 1281311 w 1440502"/>
                    <a:gd name="connsiteY7772" fmla="*/ 1910425 h 2360402"/>
                    <a:gd name="connsiteX7773" fmla="*/ 1280211 w 1440502"/>
                    <a:gd name="connsiteY7773" fmla="*/ 1910344 h 2360402"/>
                    <a:gd name="connsiteX7774" fmla="*/ 1280061 w 1440502"/>
                    <a:gd name="connsiteY7774" fmla="*/ 1910251 h 2360402"/>
                    <a:gd name="connsiteX7775" fmla="*/ 1279957 w 1440502"/>
                    <a:gd name="connsiteY7775" fmla="*/ 1910159 h 2360402"/>
                    <a:gd name="connsiteX7776" fmla="*/ 1279875 w 1440502"/>
                    <a:gd name="connsiteY7776" fmla="*/ 1910089 h 2360402"/>
                    <a:gd name="connsiteX7777" fmla="*/ 1279667 w 1440502"/>
                    <a:gd name="connsiteY7777" fmla="*/ 1909974 h 2360402"/>
                    <a:gd name="connsiteX7778" fmla="*/ 1279656 w 1440502"/>
                    <a:gd name="connsiteY7778" fmla="*/ 1910020 h 2360402"/>
                    <a:gd name="connsiteX7779" fmla="*/ 1279505 w 1440502"/>
                    <a:gd name="connsiteY7779" fmla="*/ 1910576 h 2360402"/>
                    <a:gd name="connsiteX7780" fmla="*/ 1279494 w 1440502"/>
                    <a:gd name="connsiteY7780" fmla="*/ 1910888 h 2360402"/>
                    <a:gd name="connsiteX7781" fmla="*/ 1279482 w 1440502"/>
                    <a:gd name="connsiteY7781" fmla="*/ 1911108 h 2360402"/>
                    <a:gd name="connsiteX7782" fmla="*/ 1279436 w 1440502"/>
                    <a:gd name="connsiteY7782" fmla="*/ 1911282 h 2360402"/>
                    <a:gd name="connsiteX7783" fmla="*/ 1279424 w 1440502"/>
                    <a:gd name="connsiteY7783" fmla="*/ 1911316 h 2360402"/>
                    <a:gd name="connsiteX7784" fmla="*/ 1279401 w 1440502"/>
                    <a:gd name="connsiteY7784" fmla="*/ 1911559 h 2360402"/>
                    <a:gd name="connsiteX7785" fmla="*/ 1279378 w 1440502"/>
                    <a:gd name="connsiteY7785" fmla="*/ 1911733 h 2360402"/>
                    <a:gd name="connsiteX7786" fmla="*/ 1279193 w 1440502"/>
                    <a:gd name="connsiteY7786" fmla="*/ 1911988 h 2360402"/>
                    <a:gd name="connsiteX7787" fmla="*/ 1279111 w 1440502"/>
                    <a:gd name="connsiteY7787" fmla="*/ 1912335 h 2360402"/>
                    <a:gd name="connsiteX7788" fmla="*/ 1278660 w 1440502"/>
                    <a:gd name="connsiteY7788" fmla="*/ 1912486 h 2360402"/>
                    <a:gd name="connsiteX7789" fmla="*/ 1278243 w 1440502"/>
                    <a:gd name="connsiteY7789" fmla="*/ 1912347 h 2360402"/>
                    <a:gd name="connsiteX7790" fmla="*/ 1278162 w 1440502"/>
                    <a:gd name="connsiteY7790" fmla="*/ 1912312 h 2360402"/>
                    <a:gd name="connsiteX7791" fmla="*/ 1277919 w 1440502"/>
                    <a:gd name="connsiteY7791" fmla="*/ 1912161 h 2360402"/>
                    <a:gd name="connsiteX7792" fmla="*/ 1277190 w 1440502"/>
                    <a:gd name="connsiteY7792" fmla="*/ 1911722 h 2360402"/>
                    <a:gd name="connsiteX7793" fmla="*/ 1276959 w 1440502"/>
                    <a:gd name="connsiteY7793" fmla="*/ 1911722 h 2360402"/>
                    <a:gd name="connsiteX7794" fmla="*/ 1276600 w 1440502"/>
                    <a:gd name="connsiteY7794" fmla="*/ 1911826 h 2360402"/>
                    <a:gd name="connsiteX7795" fmla="*/ 1276518 w 1440502"/>
                    <a:gd name="connsiteY7795" fmla="*/ 1911849 h 2360402"/>
                    <a:gd name="connsiteX7796" fmla="*/ 1276148 w 1440502"/>
                    <a:gd name="connsiteY7796" fmla="*/ 1912127 h 2360402"/>
                    <a:gd name="connsiteX7797" fmla="*/ 1275859 w 1440502"/>
                    <a:gd name="connsiteY7797" fmla="*/ 1912567 h 2360402"/>
                    <a:gd name="connsiteX7798" fmla="*/ 1275743 w 1440502"/>
                    <a:gd name="connsiteY7798" fmla="*/ 1912821 h 2360402"/>
                    <a:gd name="connsiteX7799" fmla="*/ 1275199 w 1440502"/>
                    <a:gd name="connsiteY7799" fmla="*/ 1914037 h 2360402"/>
                    <a:gd name="connsiteX7800" fmla="*/ 1273706 w 1440502"/>
                    <a:gd name="connsiteY7800" fmla="*/ 1913863 h 2360402"/>
                    <a:gd name="connsiteX7801" fmla="*/ 1273509 w 1440502"/>
                    <a:gd name="connsiteY7801" fmla="*/ 1913956 h 2360402"/>
                    <a:gd name="connsiteX7802" fmla="*/ 1273023 w 1440502"/>
                    <a:gd name="connsiteY7802" fmla="*/ 1914257 h 2360402"/>
                    <a:gd name="connsiteX7803" fmla="*/ 1272941 w 1440502"/>
                    <a:gd name="connsiteY7803" fmla="*/ 1914338 h 2360402"/>
                    <a:gd name="connsiteX7804" fmla="*/ 1272629 w 1440502"/>
                    <a:gd name="connsiteY7804" fmla="*/ 1914604 h 2360402"/>
                    <a:gd name="connsiteX7805" fmla="*/ 1272548 w 1440502"/>
                    <a:gd name="connsiteY7805" fmla="*/ 1914696 h 2360402"/>
                    <a:gd name="connsiteX7806" fmla="*/ 1272166 w 1440502"/>
                    <a:gd name="connsiteY7806" fmla="*/ 1915414 h 2360402"/>
                    <a:gd name="connsiteX7807" fmla="*/ 1271958 w 1440502"/>
                    <a:gd name="connsiteY7807" fmla="*/ 1915762 h 2360402"/>
                    <a:gd name="connsiteX7808" fmla="*/ 1271749 w 1440502"/>
                    <a:gd name="connsiteY7808" fmla="*/ 1915912 h 2360402"/>
                    <a:gd name="connsiteX7809" fmla="*/ 1269793 w 1440502"/>
                    <a:gd name="connsiteY7809" fmla="*/ 1916687 h 2360402"/>
                    <a:gd name="connsiteX7810" fmla="*/ 1268520 w 1440502"/>
                    <a:gd name="connsiteY7810" fmla="*/ 1917174 h 2360402"/>
                    <a:gd name="connsiteX7811" fmla="*/ 1268300 w 1440502"/>
                    <a:gd name="connsiteY7811" fmla="*/ 1917255 h 2360402"/>
                    <a:gd name="connsiteX7812" fmla="*/ 1268369 w 1440502"/>
                    <a:gd name="connsiteY7812" fmla="*/ 1918736 h 2360402"/>
                    <a:gd name="connsiteX7813" fmla="*/ 1268323 w 1440502"/>
                    <a:gd name="connsiteY7813" fmla="*/ 1918829 h 2360402"/>
                    <a:gd name="connsiteX7814" fmla="*/ 1268172 w 1440502"/>
                    <a:gd name="connsiteY7814" fmla="*/ 1919200 h 2360402"/>
                    <a:gd name="connsiteX7815" fmla="*/ 1268022 w 1440502"/>
                    <a:gd name="connsiteY7815" fmla="*/ 1919882 h 2360402"/>
                    <a:gd name="connsiteX7816" fmla="*/ 1267987 w 1440502"/>
                    <a:gd name="connsiteY7816" fmla="*/ 1920137 h 2360402"/>
                    <a:gd name="connsiteX7817" fmla="*/ 1267976 w 1440502"/>
                    <a:gd name="connsiteY7817" fmla="*/ 1920207 h 2360402"/>
                    <a:gd name="connsiteX7818" fmla="*/ 1267941 w 1440502"/>
                    <a:gd name="connsiteY7818" fmla="*/ 1920334 h 2360402"/>
                    <a:gd name="connsiteX7819" fmla="*/ 1267906 w 1440502"/>
                    <a:gd name="connsiteY7819" fmla="*/ 1920392 h 2360402"/>
                    <a:gd name="connsiteX7820" fmla="*/ 1267825 w 1440502"/>
                    <a:gd name="connsiteY7820" fmla="*/ 1920496 h 2360402"/>
                    <a:gd name="connsiteX7821" fmla="*/ 1267733 w 1440502"/>
                    <a:gd name="connsiteY7821" fmla="*/ 1920612 h 2360402"/>
                    <a:gd name="connsiteX7822" fmla="*/ 1267721 w 1440502"/>
                    <a:gd name="connsiteY7822" fmla="*/ 1920624 h 2360402"/>
                    <a:gd name="connsiteX7823" fmla="*/ 1267628 w 1440502"/>
                    <a:gd name="connsiteY7823" fmla="*/ 1920681 h 2360402"/>
                    <a:gd name="connsiteX7824" fmla="*/ 1266725 w 1440502"/>
                    <a:gd name="connsiteY7824" fmla="*/ 1920994 h 2360402"/>
                    <a:gd name="connsiteX7825" fmla="*/ 1266413 w 1440502"/>
                    <a:gd name="connsiteY7825" fmla="*/ 1921156 h 2360402"/>
                    <a:gd name="connsiteX7826" fmla="*/ 1265845 w 1440502"/>
                    <a:gd name="connsiteY7826" fmla="*/ 1921249 h 2360402"/>
                    <a:gd name="connsiteX7827" fmla="*/ 1265822 w 1440502"/>
                    <a:gd name="connsiteY7827" fmla="*/ 1921272 h 2360402"/>
                    <a:gd name="connsiteX7828" fmla="*/ 1265718 w 1440502"/>
                    <a:gd name="connsiteY7828" fmla="*/ 1921353 h 2360402"/>
                    <a:gd name="connsiteX7829" fmla="*/ 1265626 w 1440502"/>
                    <a:gd name="connsiteY7829" fmla="*/ 1921434 h 2360402"/>
                    <a:gd name="connsiteX7830" fmla="*/ 1265197 w 1440502"/>
                    <a:gd name="connsiteY7830" fmla="*/ 1921700 h 2360402"/>
                    <a:gd name="connsiteX7831" fmla="*/ 1265070 w 1440502"/>
                    <a:gd name="connsiteY7831" fmla="*/ 1921770 h 2360402"/>
                    <a:gd name="connsiteX7832" fmla="*/ 1264549 w 1440502"/>
                    <a:gd name="connsiteY7832" fmla="*/ 1922314 h 2360402"/>
                    <a:gd name="connsiteX7833" fmla="*/ 1264306 w 1440502"/>
                    <a:gd name="connsiteY7833" fmla="*/ 1922580 h 2360402"/>
                    <a:gd name="connsiteX7834" fmla="*/ 1264260 w 1440502"/>
                    <a:gd name="connsiteY7834" fmla="*/ 1922615 h 2360402"/>
                    <a:gd name="connsiteX7835" fmla="*/ 1264121 w 1440502"/>
                    <a:gd name="connsiteY7835" fmla="*/ 1922695 h 2360402"/>
                    <a:gd name="connsiteX7836" fmla="*/ 1263843 w 1440502"/>
                    <a:gd name="connsiteY7836" fmla="*/ 1922800 h 2360402"/>
                    <a:gd name="connsiteX7837" fmla="*/ 1263172 w 1440502"/>
                    <a:gd name="connsiteY7837" fmla="*/ 1923193 h 2360402"/>
                    <a:gd name="connsiteX7838" fmla="*/ 1262894 w 1440502"/>
                    <a:gd name="connsiteY7838" fmla="*/ 1923344 h 2360402"/>
                    <a:gd name="connsiteX7839" fmla="*/ 1262349 w 1440502"/>
                    <a:gd name="connsiteY7839" fmla="*/ 1923448 h 2360402"/>
                    <a:gd name="connsiteX7840" fmla="*/ 1262245 w 1440502"/>
                    <a:gd name="connsiteY7840" fmla="*/ 1923471 h 2360402"/>
                    <a:gd name="connsiteX7841" fmla="*/ 1262211 w 1440502"/>
                    <a:gd name="connsiteY7841" fmla="*/ 1923656 h 2360402"/>
                    <a:gd name="connsiteX7842" fmla="*/ 1261991 w 1440502"/>
                    <a:gd name="connsiteY7842" fmla="*/ 1925277 h 2360402"/>
                    <a:gd name="connsiteX7843" fmla="*/ 1261840 w 1440502"/>
                    <a:gd name="connsiteY7843" fmla="*/ 1925208 h 2360402"/>
                    <a:gd name="connsiteX7844" fmla="*/ 1261597 w 1440502"/>
                    <a:gd name="connsiteY7844" fmla="*/ 1925103 h 2360402"/>
                    <a:gd name="connsiteX7845" fmla="*/ 1261261 w 1440502"/>
                    <a:gd name="connsiteY7845" fmla="*/ 1924999 h 2360402"/>
                    <a:gd name="connsiteX7846" fmla="*/ 1260486 w 1440502"/>
                    <a:gd name="connsiteY7846" fmla="*/ 1924930 h 2360402"/>
                    <a:gd name="connsiteX7847" fmla="*/ 1260057 w 1440502"/>
                    <a:gd name="connsiteY7847" fmla="*/ 1924860 h 2360402"/>
                    <a:gd name="connsiteX7848" fmla="*/ 1259224 w 1440502"/>
                    <a:gd name="connsiteY7848" fmla="*/ 1924640 h 2360402"/>
                    <a:gd name="connsiteX7849" fmla="*/ 1259062 w 1440502"/>
                    <a:gd name="connsiteY7849" fmla="*/ 1924733 h 2360402"/>
                    <a:gd name="connsiteX7850" fmla="*/ 1258367 w 1440502"/>
                    <a:gd name="connsiteY7850" fmla="*/ 1924733 h 2360402"/>
                    <a:gd name="connsiteX7851" fmla="*/ 1258043 w 1440502"/>
                    <a:gd name="connsiteY7851" fmla="*/ 1924652 h 2360402"/>
                    <a:gd name="connsiteX7852" fmla="*/ 1257291 w 1440502"/>
                    <a:gd name="connsiteY7852" fmla="*/ 1924559 h 2360402"/>
                    <a:gd name="connsiteX7853" fmla="*/ 1257106 w 1440502"/>
                    <a:gd name="connsiteY7853" fmla="*/ 1924501 h 2360402"/>
                    <a:gd name="connsiteX7854" fmla="*/ 1256909 w 1440502"/>
                    <a:gd name="connsiteY7854" fmla="*/ 1924397 h 2360402"/>
                    <a:gd name="connsiteX7855" fmla="*/ 1256724 w 1440502"/>
                    <a:gd name="connsiteY7855" fmla="*/ 1924247 h 2360402"/>
                    <a:gd name="connsiteX7856" fmla="*/ 1256423 w 1440502"/>
                    <a:gd name="connsiteY7856" fmla="*/ 1923934 h 2360402"/>
                    <a:gd name="connsiteX7857" fmla="*/ 1256226 w 1440502"/>
                    <a:gd name="connsiteY7857" fmla="*/ 1923691 h 2360402"/>
                    <a:gd name="connsiteX7858" fmla="*/ 1256180 w 1440502"/>
                    <a:gd name="connsiteY7858" fmla="*/ 1923598 h 2360402"/>
                    <a:gd name="connsiteX7859" fmla="*/ 1255323 w 1440502"/>
                    <a:gd name="connsiteY7859" fmla="*/ 1923819 h 2360402"/>
                    <a:gd name="connsiteX7860" fmla="*/ 1254513 w 1440502"/>
                    <a:gd name="connsiteY7860" fmla="*/ 1924409 h 2360402"/>
                    <a:gd name="connsiteX7861" fmla="*/ 1255207 w 1440502"/>
                    <a:gd name="connsiteY7861" fmla="*/ 1926261 h 2360402"/>
                    <a:gd name="connsiteX7862" fmla="*/ 1255335 w 1440502"/>
                    <a:gd name="connsiteY7862" fmla="*/ 1927303 h 2360402"/>
                    <a:gd name="connsiteX7863" fmla="*/ 1255126 w 1440502"/>
                    <a:gd name="connsiteY7863" fmla="*/ 1927916 h 2360402"/>
                    <a:gd name="connsiteX7864" fmla="*/ 1255092 w 1440502"/>
                    <a:gd name="connsiteY7864" fmla="*/ 1927951 h 2360402"/>
                    <a:gd name="connsiteX7865" fmla="*/ 1254455 w 1440502"/>
                    <a:gd name="connsiteY7865" fmla="*/ 1928067 h 2360402"/>
                    <a:gd name="connsiteX7866" fmla="*/ 1254177 w 1440502"/>
                    <a:gd name="connsiteY7866" fmla="*/ 1928171 h 2360402"/>
                    <a:gd name="connsiteX7867" fmla="*/ 1253934 w 1440502"/>
                    <a:gd name="connsiteY7867" fmla="*/ 1928425 h 2360402"/>
                    <a:gd name="connsiteX7868" fmla="*/ 1253818 w 1440502"/>
                    <a:gd name="connsiteY7868" fmla="*/ 1928518 h 2360402"/>
                    <a:gd name="connsiteX7869" fmla="*/ 1253448 w 1440502"/>
                    <a:gd name="connsiteY7869" fmla="*/ 1928530 h 2360402"/>
                    <a:gd name="connsiteX7870" fmla="*/ 1252869 w 1440502"/>
                    <a:gd name="connsiteY7870" fmla="*/ 1928553 h 2360402"/>
                    <a:gd name="connsiteX7871" fmla="*/ 1252765 w 1440502"/>
                    <a:gd name="connsiteY7871" fmla="*/ 1928634 h 2360402"/>
                    <a:gd name="connsiteX7872" fmla="*/ 1252545 w 1440502"/>
                    <a:gd name="connsiteY7872" fmla="*/ 1928831 h 2360402"/>
                    <a:gd name="connsiteX7873" fmla="*/ 1252313 w 1440502"/>
                    <a:gd name="connsiteY7873" fmla="*/ 1928993 h 2360402"/>
                    <a:gd name="connsiteX7874" fmla="*/ 1252116 w 1440502"/>
                    <a:gd name="connsiteY7874" fmla="*/ 1928981 h 2360402"/>
                    <a:gd name="connsiteX7875" fmla="*/ 1252013 w 1440502"/>
                    <a:gd name="connsiteY7875" fmla="*/ 1928993 h 2360402"/>
                    <a:gd name="connsiteX7876" fmla="*/ 1251526 w 1440502"/>
                    <a:gd name="connsiteY7876" fmla="*/ 1929444 h 2360402"/>
                    <a:gd name="connsiteX7877" fmla="*/ 1251422 w 1440502"/>
                    <a:gd name="connsiteY7877" fmla="*/ 1929560 h 2360402"/>
                    <a:gd name="connsiteX7878" fmla="*/ 1251364 w 1440502"/>
                    <a:gd name="connsiteY7878" fmla="*/ 1929618 h 2360402"/>
                    <a:gd name="connsiteX7879" fmla="*/ 1251445 w 1440502"/>
                    <a:gd name="connsiteY7879" fmla="*/ 1929792 h 2360402"/>
                    <a:gd name="connsiteX7880" fmla="*/ 1251642 w 1440502"/>
                    <a:gd name="connsiteY7880" fmla="*/ 1930278 h 2360402"/>
                    <a:gd name="connsiteX7881" fmla="*/ 1251746 w 1440502"/>
                    <a:gd name="connsiteY7881" fmla="*/ 1930509 h 2360402"/>
                    <a:gd name="connsiteX7882" fmla="*/ 1252232 w 1440502"/>
                    <a:gd name="connsiteY7882" fmla="*/ 1931181 h 2360402"/>
                    <a:gd name="connsiteX7883" fmla="*/ 1252429 w 1440502"/>
                    <a:gd name="connsiteY7883" fmla="*/ 1931447 h 2360402"/>
                    <a:gd name="connsiteX7884" fmla="*/ 1252730 w 1440502"/>
                    <a:gd name="connsiteY7884" fmla="*/ 1931783 h 2360402"/>
                    <a:gd name="connsiteX7885" fmla="*/ 1253563 w 1440502"/>
                    <a:gd name="connsiteY7885" fmla="*/ 1932512 h 2360402"/>
                    <a:gd name="connsiteX7886" fmla="*/ 1254281 w 1440502"/>
                    <a:gd name="connsiteY7886" fmla="*/ 1933334 h 2360402"/>
                    <a:gd name="connsiteX7887" fmla="*/ 1254490 w 1440502"/>
                    <a:gd name="connsiteY7887" fmla="*/ 1933589 h 2360402"/>
                    <a:gd name="connsiteX7888" fmla="*/ 1254501 w 1440502"/>
                    <a:gd name="connsiteY7888" fmla="*/ 1933681 h 2360402"/>
                    <a:gd name="connsiteX7889" fmla="*/ 1254478 w 1440502"/>
                    <a:gd name="connsiteY7889" fmla="*/ 1933878 h 2360402"/>
                    <a:gd name="connsiteX7890" fmla="*/ 1254628 w 1440502"/>
                    <a:gd name="connsiteY7890" fmla="*/ 1934561 h 2360402"/>
                    <a:gd name="connsiteX7891" fmla="*/ 1254663 w 1440502"/>
                    <a:gd name="connsiteY7891" fmla="*/ 1934723 h 2360402"/>
                    <a:gd name="connsiteX7892" fmla="*/ 1254663 w 1440502"/>
                    <a:gd name="connsiteY7892" fmla="*/ 1934757 h 2360402"/>
                    <a:gd name="connsiteX7893" fmla="*/ 1254686 w 1440502"/>
                    <a:gd name="connsiteY7893" fmla="*/ 1934954 h 2360402"/>
                    <a:gd name="connsiteX7894" fmla="*/ 1254686 w 1440502"/>
                    <a:gd name="connsiteY7894" fmla="*/ 1935197 h 2360402"/>
                    <a:gd name="connsiteX7895" fmla="*/ 1254663 w 1440502"/>
                    <a:gd name="connsiteY7895" fmla="*/ 1935394 h 2360402"/>
                    <a:gd name="connsiteX7896" fmla="*/ 1254640 w 1440502"/>
                    <a:gd name="connsiteY7896" fmla="*/ 1935950 h 2360402"/>
                    <a:gd name="connsiteX7897" fmla="*/ 1254455 w 1440502"/>
                    <a:gd name="connsiteY7897" fmla="*/ 1936494 h 2360402"/>
                    <a:gd name="connsiteX7898" fmla="*/ 1254374 w 1440502"/>
                    <a:gd name="connsiteY7898" fmla="*/ 1937096 h 2360402"/>
                    <a:gd name="connsiteX7899" fmla="*/ 1254385 w 1440502"/>
                    <a:gd name="connsiteY7899" fmla="*/ 1937466 h 2360402"/>
                    <a:gd name="connsiteX7900" fmla="*/ 1254478 w 1440502"/>
                    <a:gd name="connsiteY7900" fmla="*/ 1937559 h 2360402"/>
                    <a:gd name="connsiteX7901" fmla="*/ 1254675 w 1440502"/>
                    <a:gd name="connsiteY7901" fmla="*/ 1937686 h 2360402"/>
                    <a:gd name="connsiteX7902" fmla="*/ 1254710 w 1440502"/>
                    <a:gd name="connsiteY7902" fmla="*/ 1938242 h 2360402"/>
                    <a:gd name="connsiteX7903" fmla="*/ 1254721 w 1440502"/>
                    <a:gd name="connsiteY7903" fmla="*/ 1938937 h 2360402"/>
                    <a:gd name="connsiteX7904" fmla="*/ 1254733 w 1440502"/>
                    <a:gd name="connsiteY7904" fmla="*/ 1939064 h 2360402"/>
                    <a:gd name="connsiteX7905" fmla="*/ 1254733 w 1440502"/>
                    <a:gd name="connsiteY7905" fmla="*/ 1939145 h 2360402"/>
                    <a:gd name="connsiteX7906" fmla="*/ 1254906 w 1440502"/>
                    <a:gd name="connsiteY7906" fmla="*/ 1939365 h 2360402"/>
                    <a:gd name="connsiteX7907" fmla="*/ 1255207 w 1440502"/>
                    <a:gd name="connsiteY7907" fmla="*/ 1939631 h 2360402"/>
                    <a:gd name="connsiteX7908" fmla="*/ 1255381 w 1440502"/>
                    <a:gd name="connsiteY7908" fmla="*/ 1939782 h 2360402"/>
                    <a:gd name="connsiteX7909" fmla="*/ 1255740 w 1440502"/>
                    <a:gd name="connsiteY7909" fmla="*/ 1940025 h 2360402"/>
                    <a:gd name="connsiteX7910" fmla="*/ 1255925 w 1440502"/>
                    <a:gd name="connsiteY7910" fmla="*/ 1940175 h 2360402"/>
                    <a:gd name="connsiteX7911" fmla="*/ 1256064 w 1440502"/>
                    <a:gd name="connsiteY7911" fmla="*/ 1940256 h 2360402"/>
                    <a:gd name="connsiteX7912" fmla="*/ 1256318 w 1440502"/>
                    <a:gd name="connsiteY7912" fmla="*/ 1940279 h 2360402"/>
                    <a:gd name="connsiteX7913" fmla="*/ 1256145 w 1440502"/>
                    <a:gd name="connsiteY7913" fmla="*/ 1940696 h 2360402"/>
                    <a:gd name="connsiteX7914" fmla="*/ 1255902 w 1440502"/>
                    <a:gd name="connsiteY7914" fmla="*/ 1940812 h 2360402"/>
                    <a:gd name="connsiteX7915" fmla="*/ 1255659 w 1440502"/>
                    <a:gd name="connsiteY7915" fmla="*/ 1940916 h 2360402"/>
                    <a:gd name="connsiteX7916" fmla="*/ 1255508 w 1440502"/>
                    <a:gd name="connsiteY7916" fmla="*/ 1941020 h 2360402"/>
                    <a:gd name="connsiteX7917" fmla="*/ 1254686 w 1440502"/>
                    <a:gd name="connsiteY7917" fmla="*/ 1941796 h 2360402"/>
                    <a:gd name="connsiteX7918" fmla="*/ 1254501 w 1440502"/>
                    <a:gd name="connsiteY7918" fmla="*/ 1941934 h 2360402"/>
                    <a:gd name="connsiteX7919" fmla="*/ 1254281 w 1440502"/>
                    <a:gd name="connsiteY7919" fmla="*/ 1942097 h 2360402"/>
                    <a:gd name="connsiteX7920" fmla="*/ 1254258 w 1440502"/>
                    <a:gd name="connsiteY7920" fmla="*/ 1942120 h 2360402"/>
                    <a:gd name="connsiteX7921" fmla="*/ 1254165 w 1440502"/>
                    <a:gd name="connsiteY7921" fmla="*/ 1942201 h 2360402"/>
                    <a:gd name="connsiteX7922" fmla="*/ 1254142 w 1440502"/>
                    <a:gd name="connsiteY7922" fmla="*/ 1942235 h 2360402"/>
                    <a:gd name="connsiteX7923" fmla="*/ 1254026 w 1440502"/>
                    <a:gd name="connsiteY7923" fmla="*/ 1942606 h 2360402"/>
                    <a:gd name="connsiteX7924" fmla="*/ 1253992 w 1440502"/>
                    <a:gd name="connsiteY7924" fmla="*/ 1942722 h 2360402"/>
                    <a:gd name="connsiteX7925" fmla="*/ 1253598 w 1440502"/>
                    <a:gd name="connsiteY7925" fmla="*/ 1943127 h 2360402"/>
                    <a:gd name="connsiteX7926" fmla="*/ 1253425 w 1440502"/>
                    <a:gd name="connsiteY7926" fmla="*/ 1943254 h 2360402"/>
                    <a:gd name="connsiteX7927" fmla="*/ 1252753 w 1440502"/>
                    <a:gd name="connsiteY7927" fmla="*/ 1943706 h 2360402"/>
                    <a:gd name="connsiteX7928" fmla="*/ 1252406 w 1440502"/>
                    <a:gd name="connsiteY7928" fmla="*/ 1943926 h 2360402"/>
                    <a:gd name="connsiteX7929" fmla="*/ 1252198 w 1440502"/>
                    <a:gd name="connsiteY7929" fmla="*/ 1944076 h 2360402"/>
                    <a:gd name="connsiteX7930" fmla="*/ 1251931 w 1440502"/>
                    <a:gd name="connsiteY7930" fmla="*/ 1944308 h 2360402"/>
                    <a:gd name="connsiteX7931" fmla="*/ 1251712 w 1440502"/>
                    <a:gd name="connsiteY7931" fmla="*/ 1944458 h 2360402"/>
                    <a:gd name="connsiteX7932" fmla="*/ 1251433 w 1440502"/>
                    <a:gd name="connsiteY7932" fmla="*/ 1944643 h 2360402"/>
                    <a:gd name="connsiteX7933" fmla="*/ 1251110 w 1440502"/>
                    <a:gd name="connsiteY7933" fmla="*/ 1944886 h 2360402"/>
                    <a:gd name="connsiteX7934" fmla="*/ 1250901 w 1440502"/>
                    <a:gd name="connsiteY7934" fmla="*/ 1945025 h 2360402"/>
                    <a:gd name="connsiteX7935" fmla="*/ 1251086 w 1440502"/>
                    <a:gd name="connsiteY7935" fmla="*/ 1945315 h 2360402"/>
                    <a:gd name="connsiteX7936" fmla="*/ 1251491 w 1440502"/>
                    <a:gd name="connsiteY7936" fmla="*/ 1945789 h 2360402"/>
                    <a:gd name="connsiteX7937" fmla="*/ 1251619 w 1440502"/>
                    <a:gd name="connsiteY7937" fmla="*/ 1946032 h 2360402"/>
                    <a:gd name="connsiteX7938" fmla="*/ 1251688 w 1440502"/>
                    <a:gd name="connsiteY7938" fmla="*/ 1946218 h 2360402"/>
                    <a:gd name="connsiteX7939" fmla="*/ 1251920 w 1440502"/>
                    <a:gd name="connsiteY7939" fmla="*/ 1946530 h 2360402"/>
                    <a:gd name="connsiteX7940" fmla="*/ 1252059 w 1440502"/>
                    <a:gd name="connsiteY7940" fmla="*/ 1946658 h 2360402"/>
                    <a:gd name="connsiteX7941" fmla="*/ 1252163 w 1440502"/>
                    <a:gd name="connsiteY7941" fmla="*/ 1946750 h 2360402"/>
                    <a:gd name="connsiteX7942" fmla="*/ 1252232 w 1440502"/>
                    <a:gd name="connsiteY7942" fmla="*/ 1946796 h 2360402"/>
                    <a:gd name="connsiteX7943" fmla="*/ 1252487 w 1440502"/>
                    <a:gd name="connsiteY7943" fmla="*/ 1947028 h 2360402"/>
                    <a:gd name="connsiteX7944" fmla="*/ 1252579 w 1440502"/>
                    <a:gd name="connsiteY7944" fmla="*/ 1947132 h 2360402"/>
                    <a:gd name="connsiteX7945" fmla="*/ 1252811 w 1440502"/>
                    <a:gd name="connsiteY7945" fmla="*/ 1947306 h 2360402"/>
                    <a:gd name="connsiteX7946" fmla="*/ 1253019 w 1440502"/>
                    <a:gd name="connsiteY7946" fmla="*/ 1947410 h 2360402"/>
                    <a:gd name="connsiteX7947" fmla="*/ 1253135 w 1440502"/>
                    <a:gd name="connsiteY7947" fmla="*/ 1947468 h 2360402"/>
                    <a:gd name="connsiteX7948" fmla="*/ 1253170 w 1440502"/>
                    <a:gd name="connsiteY7948" fmla="*/ 1947479 h 2360402"/>
                    <a:gd name="connsiteX7949" fmla="*/ 1253181 w 1440502"/>
                    <a:gd name="connsiteY7949" fmla="*/ 1947503 h 2360402"/>
                    <a:gd name="connsiteX7950" fmla="*/ 1253251 w 1440502"/>
                    <a:gd name="connsiteY7950" fmla="*/ 1947549 h 2360402"/>
                    <a:gd name="connsiteX7951" fmla="*/ 1253274 w 1440502"/>
                    <a:gd name="connsiteY7951" fmla="*/ 1947561 h 2360402"/>
                    <a:gd name="connsiteX7952" fmla="*/ 1253320 w 1440502"/>
                    <a:gd name="connsiteY7952" fmla="*/ 1947665 h 2360402"/>
                    <a:gd name="connsiteX7953" fmla="*/ 1253390 w 1440502"/>
                    <a:gd name="connsiteY7953" fmla="*/ 1947757 h 2360402"/>
                    <a:gd name="connsiteX7954" fmla="*/ 1253402 w 1440502"/>
                    <a:gd name="connsiteY7954" fmla="*/ 1947896 h 2360402"/>
                    <a:gd name="connsiteX7955" fmla="*/ 1253459 w 1440502"/>
                    <a:gd name="connsiteY7955" fmla="*/ 1948012 h 2360402"/>
                    <a:gd name="connsiteX7956" fmla="*/ 1253459 w 1440502"/>
                    <a:gd name="connsiteY7956" fmla="*/ 1948023 h 2360402"/>
                    <a:gd name="connsiteX7957" fmla="*/ 1253448 w 1440502"/>
                    <a:gd name="connsiteY7957" fmla="*/ 1948093 h 2360402"/>
                    <a:gd name="connsiteX7958" fmla="*/ 1253459 w 1440502"/>
                    <a:gd name="connsiteY7958" fmla="*/ 1948186 h 2360402"/>
                    <a:gd name="connsiteX7959" fmla="*/ 1253575 w 1440502"/>
                    <a:gd name="connsiteY7959" fmla="*/ 1948290 h 2360402"/>
                    <a:gd name="connsiteX7960" fmla="*/ 1253633 w 1440502"/>
                    <a:gd name="connsiteY7960" fmla="*/ 1948371 h 2360402"/>
                    <a:gd name="connsiteX7961" fmla="*/ 1253749 w 1440502"/>
                    <a:gd name="connsiteY7961" fmla="*/ 1948475 h 2360402"/>
                    <a:gd name="connsiteX7962" fmla="*/ 1253772 w 1440502"/>
                    <a:gd name="connsiteY7962" fmla="*/ 1948498 h 2360402"/>
                    <a:gd name="connsiteX7963" fmla="*/ 1253679 w 1440502"/>
                    <a:gd name="connsiteY7963" fmla="*/ 1948544 h 2360402"/>
                    <a:gd name="connsiteX7964" fmla="*/ 1253656 w 1440502"/>
                    <a:gd name="connsiteY7964" fmla="*/ 1948533 h 2360402"/>
                    <a:gd name="connsiteX7965" fmla="*/ 1253297 w 1440502"/>
                    <a:gd name="connsiteY7965" fmla="*/ 1948556 h 2360402"/>
                    <a:gd name="connsiteX7966" fmla="*/ 1253263 w 1440502"/>
                    <a:gd name="connsiteY7966" fmla="*/ 1948614 h 2360402"/>
                    <a:gd name="connsiteX7967" fmla="*/ 1253239 w 1440502"/>
                    <a:gd name="connsiteY7967" fmla="*/ 1948637 h 2360402"/>
                    <a:gd name="connsiteX7968" fmla="*/ 1253077 w 1440502"/>
                    <a:gd name="connsiteY7968" fmla="*/ 1948741 h 2360402"/>
                    <a:gd name="connsiteX7969" fmla="*/ 1253008 w 1440502"/>
                    <a:gd name="connsiteY7969" fmla="*/ 1948822 h 2360402"/>
                    <a:gd name="connsiteX7970" fmla="*/ 1252973 w 1440502"/>
                    <a:gd name="connsiteY7970" fmla="*/ 1948961 h 2360402"/>
                    <a:gd name="connsiteX7971" fmla="*/ 1252962 w 1440502"/>
                    <a:gd name="connsiteY7971" fmla="*/ 1949054 h 2360402"/>
                    <a:gd name="connsiteX7972" fmla="*/ 1252892 w 1440502"/>
                    <a:gd name="connsiteY7972" fmla="*/ 1949169 h 2360402"/>
                    <a:gd name="connsiteX7973" fmla="*/ 1252776 w 1440502"/>
                    <a:gd name="connsiteY7973" fmla="*/ 1949216 h 2360402"/>
                    <a:gd name="connsiteX7974" fmla="*/ 1252753 w 1440502"/>
                    <a:gd name="connsiteY7974" fmla="*/ 1949239 h 2360402"/>
                    <a:gd name="connsiteX7975" fmla="*/ 1252626 w 1440502"/>
                    <a:gd name="connsiteY7975" fmla="*/ 1949424 h 2360402"/>
                    <a:gd name="connsiteX7976" fmla="*/ 1252557 w 1440502"/>
                    <a:gd name="connsiteY7976" fmla="*/ 1949494 h 2360402"/>
                    <a:gd name="connsiteX7977" fmla="*/ 1252302 w 1440502"/>
                    <a:gd name="connsiteY7977" fmla="*/ 1949552 h 2360402"/>
                    <a:gd name="connsiteX7978" fmla="*/ 1252256 w 1440502"/>
                    <a:gd name="connsiteY7978" fmla="*/ 1949644 h 2360402"/>
                    <a:gd name="connsiteX7979" fmla="*/ 1252059 w 1440502"/>
                    <a:gd name="connsiteY7979" fmla="*/ 1949679 h 2360402"/>
                    <a:gd name="connsiteX7980" fmla="*/ 1252059 w 1440502"/>
                    <a:gd name="connsiteY7980" fmla="*/ 1949748 h 2360402"/>
                    <a:gd name="connsiteX7981" fmla="*/ 1251816 w 1440502"/>
                    <a:gd name="connsiteY7981" fmla="*/ 1949771 h 2360402"/>
                    <a:gd name="connsiteX7982" fmla="*/ 1251665 w 1440502"/>
                    <a:gd name="connsiteY7982" fmla="*/ 1949829 h 2360402"/>
                    <a:gd name="connsiteX7983" fmla="*/ 1251480 w 1440502"/>
                    <a:gd name="connsiteY7983" fmla="*/ 1949945 h 2360402"/>
                    <a:gd name="connsiteX7984" fmla="*/ 1251260 w 1440502"/>
                    <a:gd name="connsiteY7984" fmla="*/ 1950049 h 2360402"/>
                    <a:gd name="connsiteX7985" fmla="*/ 1250739 w 1440502"/>
                    <a:gd name="connsiteY7985" fmla="*/ 1950049 h 2360402"/>
                    <a:gd name="connsiteX7986" fmla="*/ 1250484 w 1440502"/>
                    <a:gd name="connsiteY7986" fmla="*/ 1950049 h 2360402"/>
                    <a:gd name="connsiteX7987" fmla="*/ 1250265 w 1440502"/>
                    <a:gd name="connsiteY7987" fmla="*/ 1950142 h 2360402"/>
                    <a:gd name="connsiteX7988" fmla="*/ 1250149 w 1440502"/>
                    <a:gd name="connsiteY7988" fmla="*/ 1950212 h 2360402"/>
                    <a:gd name="connsiteX7989" fmla="*/ 1249987 w 1440502"/>
                    <a:gd name="connsiteY7989" fmla="*/ 1950315 h 2360402"/>
                    <a:gd name="connsiteX7990" fmla="*/ 1249790 w 1440502"/>
                    <a:gd name="connsiteY7990" fmla="*/ 1950431 h 2360402"/>
                    <a:gd name="connsiteX7991" fmla="*/ 1249743 w 1440502"/>
                    <a:gd name="connsiteY7991" fmla="*/ 1950489 h 2360402"/>
                    <a:gd name="connsiteX7992" fmla="*/ 1249709 w 1440502"/>
                    <a:gd name="connsiteY7992" fmla="*/ 1950582 h 2360402"/>
                    <a:gd name="connsiteX7993" fmla="*/ 1249547 w 1440502"/>
                    <a:gd name="connsiteY7993" fmla="*/ 1950570 h 2360402"/>
                    <a:gd name="connsiteX7994" fmla="*/ 1249396 w 1440502"/>
                    <a:gd name="connsiteY7994" fmla="*/ 1950674 h 2360402"/>
                    <a:gd name="connsiteX7995" fmla="*/ 1249292 w 1440502"/>
                    <a:gd name="connsiteY7995" fmla="*/ 1950779 h 2360402"/>
                    <a:gd name="connsiteX7996" fmla="*/ 1248910 w 1440502"/>
                    <a:gd name="connsiteY7996" fmla="*/ 1950929 h 2360402"/>
                    <a:gd name="connsiteX7997" fmla="*/ 1248806 w 1440502"/>
                    <a:gd name="connsiteY7997" fmla="*/ 1950975 h 2360402"/>
                    <a:gd name="connsiteX7998" fmla="*/ 1248563 w 1440502"/>
                    <a:gd name="connsiteY7998" fmla="*/ 1951057 h 2360402"/>
                    <a:gd name="connsiteX7999" fmla="*/ 1248285 w 1440502"/>
                    <a:gd name="connsiteY7999" fmla="*/ 1951161 h 2360402"/>
                    <a:gd name="connsiteX8000" fmla="*/ 1248019 w 1440502"/>
                    <a:gd name="connsiteY8000" fmla="*/ 1951253 h 2360402"/>
                    <a:gd name="connsiteX8001" fmla="*/ 1247903 w 1440502"/>
                    <a:gd name="connsiteY8001" fmla="*/ 1951300 h 2360402"/>
                    <a:gd name="connsiteX8002" fmla="*/ 1247752 w 1440502"/>
                    <a:gd name="connsiteY8002" fmla="*/ 1951438 h 2360402"/>
                    <a:gd name="connsiteX8003" fmla="*/ 1247614 w 1440502"/>
                    <a:gd name="connsiteY8003" fmla="*/ 1951705 h 2360402"/>
                    <a:gd name="connsiteX8004" fmla="*/ 1247590 w 1440502"/>
                    <a:gd name="connsiteY8004" fmla="*/ 1951739 h 2360402"/>
                    <a:gd name="connsiteX8005" fmla="*/ 1247451 w 1440502"/>
                    <a:gd name="connsiteY8005" fmla="*/ 1951890 h 2360402"/>
                    <a:gd name="connsiteX8006" fmla="*/ 1246838 w 1440502"/>
                    <a:gd name="connsiteY8006" fmla="*/ 1952654 h 2360402"/>
                    <a:gd name="connsiteX8007" fmla="*/ 1246664 w 1440502"/>
                    <a:gd name="connsiteY8007" fmla="*/ 1952781 h 2360402"/>
                    <a:gd name="connsiteX8008" fmla="*/ 1246398 w 1440502"/>
                    <a:gd name="connsiteY8008" fmla="*/ 1952920 h 2360402"/>
                    <a:gd name="connsiteX8009" fmla="*/ 1245877 w 1440502"/>
                    <a:gd name="connsiteY8009" fmla="*/ 1953175 h 2360402"/>
                    <a:gd name="connsiteX8010" fmla="*/ 1245611 w 1440502"/>
                    <a:gd name="connsiteY8010" fmla="*/ 1953256 h 2360402"/>
                    <a:gd name="connsiteX8011" fmla="*/ 1245102 w 1440502"/>
                    <a:gd name="connsiteY8011" fmla="*/ 1953360 h 2360402"/>
                    <a:gd name="connsiteX8012" fmla="*/ 1244407 w 1440502"/>
                    <a:gd name="connsiteY8012" fmla="*/ 1954043 h 2360402"/>
                    <a:gd name="connsiteX8013" fmla="*/ 1244210 w 1440502"/>
                    <a:gd name="connsiteY8013" fmla="*/ 1954228 h 2360402"/>
                    <a:gd name="connsiteX8014" fmla="*/ 1243875 w 1440502"/>
                    <a:gd name="connsiteY8014" fmla="*/ 1954402 h 2360402"/>
                    <a:gd name="connsiteX8015" fmla="*/ 1243770 w 1440502"/>
                    <a:gd name="connsiteY8015" fmla="*/ 1954471 h 2360402"/>
                    <a:gd name="connsiteX8016" fmla="*/ 1243041 w 1440502"/>
                    <a:gd name="connsiteY8016" fmla="*/ 1955062 h 2360402"/>
                    <a:gd name="connsiteX8017" fmla="*/ 1242925 w 1440502"/>
                    <a:gd name="connsiteY8017" fmla="*/ 1955189 h 2360402"/>
                    <a:gd name="connsiteX8018" fmla="*/ 1242844 w 1440502"/>
                    <a:gd name="connsiteY8018" fmla="*/ 1955258 h 2360402"/>
                    <a:gd name="connsiteX8019" fmla="*/ 1242647 w 1440502"/>
                    <a:gd name="connsiteY8019" fmla="*/ 1955374 h 2360402"/>
                    <a:gd name="connsiteX8020" fmla="*/ 1242242 w 1440502"/>
                    <a:gd name="connsiteY8020" fmla="*/ 1955502 h 2360402"/>
                    <a:gd name="connsiteX8021" fmla="*/ 1241918 w 1440502"/>
                    <a:gd name="connsiteY8021" fmla="*/ 1955594 h 2360402"/>
                    <a:gd name="connsiteX8022" fmla="*/ 1241907 w 1440502"/>
                    <a:gd name="connsiteY8022" fmla="*/ 1955594 h 2360402"/>
                    <a:gd name="connsiteX8023" fmla="*/ 1241744 w 1440502"/>
                    <a:gd name="connsiteY8023" fmla="*/ 1955745 h 2360402"/>
                    <a:gd name="connsiteX8024" fmla="*/ 1241594 w 1440502"/>
                    <a:gd name="connsiteY8024" fmla="*/ 1955872 h 2360402"/>
                    <a:gd name="connsiteX8025" fmla="*/ 1241374 w 1440502"/>
                    <a:gd name="connsiteY8025" fmla="*/ 1956127 h 2360402"/>
                    <a:gd name="connsiteX8026" fmla="*/ 1241200 w 1440502"/>
                    <a:gd name="connsiteY8026" fmla="*/ 1956312 h 2360402"/>
                    <a:gd name="connsiteX8027" fmla="*/ 1240633 w 1440502"/>
                    <a:gd name="connsiteY8027" fmla="*/ 1957261 h 2360402"/>
                    <a:gd name="connsiteX8028" fmla="*/ 1240355 w 1440502"/>
                    <a:gd name="connsiteY8028" fmla="*/ 1957620 h 2360402"/>
                    <a:gd name="connsiteX8029" fmla="*/ 1240321 w 1440502"/>
                    <a:gd name="connsiteY8029" fmla="*/ 1957655 h 2360402"/>
                    <a:gd name="connsiteX8030" fmla="*/ 1240251 w 1440502"/>
                    <a:gd name="connsiteY8030" fmla="*/ 1957747 h 2360402"/>
                    <a:gd name="connsiteX8031" fmla="*/ 1240240 w 1440502"/>
                    <a:gd name="connsiteY8031" fmla="*/ 1957759 h 2360402"/>
                    <a:gd name="connsiteX8032" fmla="*/ 1240101 w 1440502"/>
                    <a:gd name="connsiteY8032" fmla="*/ 1958002 h 2360402"/>
                    <a:gd name="connsiteX8033" fmla="*/ 1239823 w 1440502"/>
                    <a:gd name="connsiteY8033" fmla="*/ 1958256 h 2360402"/>
                    <a:gd name="connsiteX8034" fmla="*/ 1239835 w 1440502"/>
                    <a:gd name="connsiteY8034" fmla="*/ 1959055 h 2360402"/>
                    <a:gd name="connsiteX8035" fmla="*/ 1238596 w 1440502"/>
                    <a:gd name="connsiteY8035" fmla="*/ 1959287 h 2360402"/>
                    <a:gd name="connsiteX8036" fmla="*/ 1238341 w 1440502"/>
                    <a:gd name="connsiteY8036" fmla="*/ 1959402 h 2360402"/>
                    <a:gd name="connsiteX8037" fmla="*/ 1238191 w 1440502"/>
                    <a:gd name="connsiteY8037" fmla="*/ 1959460 h 2360402"/>
                    <a:gd name="connsiteX8038" fmla="*/ 1237994 w 1440502"/>
                    <a:gd name="connsiteY8038" fmla="*/ 1959518 h 2360402"/>
                    <a:gd name="connsiteX8039" fmla="*/ 1236998 w 1440502"/>
                    <a:gd name="connsiteY8039" fmla="*/ 1959646 h 2360402"/>
                    <a:gd name="connsiteX8040" fmla="*/ 1236281 w 1440502"/>
                    <a:gd name="connsiteY8040" fmla="*/ 1959727 h 2360402"/>
                    <a:gd name="connsiteX8041" fmla="*/ 1235725 w 1440502"/>
                    <a:gd name="connsiteY8041" fmla="*/ 1959831 h 2360402"/>
                    <a:gd name="connsiteX8042" fmla="*/ 1234938 w 1440502"/>
                    <a:gd name="connsiteY8042" fmla="*/ 1960016 h 2360402"/>
                    <a:gd name="connsiteX8043" fmla="*/ 1234544 w 1440502"/>
                    <a:gd name="connsiteY8043" fmla="*/ 1959900 h 2360402"/>
                    <a:gd name="connsiteX8044" fmla="*/ 1234139 w 1440502"/>
                    <a:gd name="connsiteY8044" fmla="*/ 1959819 h 2360402"/>
                    <a:gd name="connsiteX8045" fmla="*/ 1232877 w 1440502"/>
                    <a:gd name="connsiteY8045" fmla="*/ 1959542 h 2360402"/>
                    <a:gd name="connsiteX8046" fmla="*/ 1232831 w 1440502"/>
                    <a:gd name="connsiteY8046" fmla="*/ 1959507 h 2360402"/>
                    <a:gd name="connsiteX8047" fmla="*/ 1232785 w 1440502"/>
                    <a:gd name="connsiteY8047" fmla="*/ 1959449 h 2360402"/>
                    <a:gd name="connsiteX8048" fmla="*/ 1232739 w 1440502"/>
                    <a:gd name="connsiteY8048" fmla="*/ 1959402 h 2360402"/>
                    <a:gd name="connsiteX8049" fmla="*/ 1232704 w 1440502"/>
                    <a:gd name="connsiteY8049" fmla="*/ 1959252 h 2360402"/>
                    <a:gd name="connsiteX8050" fmla="*/ 1232727 w 1440502"/>
                    <a:gd name="connsiteY8050" fmla="*/ 1959136 h 2360402"/>
                    <a:gd name="connsiteX8051" fmla="*/ 1232704 w 1440502"/>
                    <a:gd name="connsiteY8051" fmla="*/ 1957273 h 2360402"/>
                    <a:gd name="connsiteX8052" fmla="*/ 1232496 w 1440502"/>
                    <a:gd name="connsiteY8052" fmla="*/ 1956474 h 2360402"/>
                    <a:gd name="connsiteX8053" fmla="*/ 1232241 w 1440502"/>
                    <a:gd name="connsiteY8053" fmla="*/ 1956231 h 2360402"/>
                    <a:gd name="connsiteX8054" fmla="*/ 1232183 w 1440502"/>
                    <a:gd name="connsiteY8054" fmla="*/ 1956138 h 2360402"/>
                    <a:gd name="connsiteX8055" fmla="*/ 1231998 w 1440502"/>
                    <a:gd name="connsiteY8055" fmla="*/ 1955872 h 2360402"/>
                    <a:gd name="connsiteX8056" fmla="*/ 1231778 w 1440502"/>
                    <a:gd name="connsiteY8056" fmla="*/ 1955687 h 2360402"/>
                    <a:gd name="connsiteX8057" fmla="*/ 1230377 w 1440502"/>
                    <a:gd name="connsiteY8057" fmla="*/ 1954506 h 2360402"/>
                    <a:gd name="connsiteX8058" fmla="*/ 1227668 w 1440502"/>
                    <a:gd name="connsiteY8058" fmla="*/ 1953267 h 2360402"/>
                    <a:gd name="connsiteX8059" fmla="*/ 1226395 w 1440502"/>
                    <a:gd name="connsiteY8059" fmla="*/ 1953209 h 2360402"/>
                    <a:gd name="connsiteX8060" fmla="*/ 1226140 w 1440502"/>
                    <a:gd name="connsiteY8060" fmla="*/ 1953175 h 2360402"/>
                    <a:gd name="connsiteX8061" fmla="*/ 1225642 w 1440502"/>
                    <a:gd name="connsiteY8061" fmla="*/ 1953360 h 2360402"/>
                    <a:gd name="connsiteX8062" fmla="*/ 1224543 w 1440502"/>
                    <a:gd name="connsiteY8062" fmla="*/ 1953464 h 2360402"/>
                    <a:gd name="connsiteX8063" fmla="*/ 1224242 w 1440502"/>
                    <a:gd name="connsiteY8063" fmla="*/ 1953557 h 2360402"/>
                    <a:gd name="connsiteX8064" fmla="*/ 1224010 w 1440502"/>
                    <a:gd name="connsiteY8064" fmla="*/ 1953661 h 2360402"/>
                    <a:gd name="connsiteX8065" fmla="*/ 1223316 w 1440502"/>
                    <a:gd name="connsiteY8065" fmla="*/ 1954217 h 2360402"/>
                    <a:gd name="connsiteX8066" fmla="*/ 1223223 w 1440502"/>
                    <a:gd name="connsiteY8066" fmla="*/ 1954321 h 2360402"/>
                    <a:gd name="connsiteX8067" fmla="*/ 1223061 w 1440502"/>
                    <a:gd name="connsiteY8067" fmla="*/ 1954552 h 2360402"/>
                    <a:gd name="connsiteX8068" fmla="*/ 1221498 w 1440502"/>
                    <a:gd name="connsiteY8068" fmla="*/ 1954031 h 2360402"/>
                    <a:gd name="connsiteX8069" fmla="*/ 1220908 w 1440502"/>
                    <a:gd name="connsiteY8069" fmla="*/ 1953765 h 2360402"/>
                    <a:gd name="connsiteX8070" fmla="*/ 1220410 w 1440502"/>
                    <a:gd name="connsiteY8070" fmla="*/ 1953510 h 2360402"/>
                    <a:gd name="connsiteX8071" fmla="*/ 1219658 w 1440502"/>
                    <a:gd name="connsiteY8071" fmla="*/ 1952897 h 2360402"/>
                    <a:gd name="connsiteX8072" fmla="*/ 1219542 w 1440502"/>
                    <a:gd name="connsiteY8072" fmla="*/ 1952897 h 2360402"/>
                    <a:gd name="connsiteX8073" fmla="*/ 1219461 w 1440502"/>
                    <a:gd name="connsiteY8073" fmla="*/ 1952966 h 2360402"/>
                    <a:gd name="connsiteX8074" fmla="*/ 1217748 w 1440502"/>
                    <a:gd name="connsiteY8074" fmla="*/ 1953094 h 2360402"/>
                    <a:gd name="connsiteX8075" fmla="*/ 1217667 w 1440502"/>
                    <a:gd name="connsiteY8075" fmla="*/ 1953163 h 2360402"/>
                    <a:gd name="connsiteX8076" fmla="*/ 1215514 w 1440502"/>
                    <a:gd name="connsiteY8076" fmla="*/ 1954564 h 2360402"/>
                    <a:gd name="connsiteX8077" fmla="*/ 1215317 w 1440502"/>
                    <a:gd name="connsiteY8077" fmla="*/ 1954668 h 2360402"/>
                    <a:gd name="connsiteX8078" fmla="*/ 1215062 w 1440502"/>
                    <a:gd name="connsiteY8078" fmla="*/ 1954738 h 2360402"/>
                    <a:gd name="connsiteX8079" fmla="*/ 1214796 w 1440502"/>
                    <a:gd name="connsiteY8079" fmla="*/ 1954830 h 2360402"/>
                    <a:gd name="connsiteX8080" fmla="*/ 1214715 w 1440502"/>
                    <a:gd name="connsiteY8080" fmla="*/ 1954865 h 2360402"/>
                    <a:gd name="connsiteX8081" fmla="*/ 1214356 w 1440502"/>
                    <a:gd name="connsiteY8081" fmla="*/ 1955097 h 2360402"/>
                    <a:gd name="connsiteX8082" fmla="*/ 1214182 w 1440502"/>
                    <a:gd name="connsiteY8082" fmla="*/ 1955212 h 2360402"/>
                    <a:gd name="connsiteX8083" fmla="*/ 1213974 w 1440502"/>
                    <a:gd name="connsiteY8083" fmla="*/ 1955305 h 2360402"/>
                    <a:gd name="connsiteX8084" fmla="*/ 1213731 w 1440502"/>
                    <a:gd name="connsiteY8084" fmla="*/ 1955478 h 2360402"/>
                    <a:gd name="connsiteX8085" fmla="*/ 1213673 w 1440502"/>
                    <a:gd name="connsiteY8085" fmla="*/ 1955687 h 2360402"/>
                    <a:gd name="connsiteX8086" fmla="*/ 1213592 w 1440502"/>
                    <a:gd name="connsiteY8086" fmla="*/ 1955756 h 2360402"/>
                    <a:gd name="connsiteX8087" fmla="*/ 1213465 w 1440502"/>
                    <a:gd name="connsiteY8087" fmla="*/ 1955849 h 2360402"/>
                    <a:gd name="connsiteX8088" fmla="*/ 1212955 w 1440502"/>
                    <a:gd name="connsiteY8088" fmla="*/ 1956150 h 2360402"/>
                    <a:gd name="connsiteX8089" fmla="*/ 1212226 w 1440502"/>
                    <a:gd name="connsiteY8089" fmla="*/ 1956486 h 2360402"/>
                    <a:gd name="connsiteX8090" fmla="*/ 1212110 w 1440502"/>
                    <a:gd name="connsiteY8090" fmla="*/ 1956416 h 2360402"/>
                    <a:gd name="connsiteX8091" fmla="*/ 1211913 w 1440502"/>
                    <a:gd name="connsiteY8091" fmla="*/ 1956335 h 2360402"/>
                    <a:gd name="connsiteX8092" fmla="*/ 1210351 w 1440502"/>
                    <a:gd name="connsiteY8092" fmla="*/ 1956682 h 2360402"/>
                    <a:gd name="connsiteX8093" fmla="*/ 1208915 w 1440502"/>
                    <a:gd name="connsiteY8093" fmla="*/ 1956161 h 2360402"/>
                    <a:gd name="connsiteX8094" fmla="*/ 1208174 w 1440502"/>
                    <a:gd name="connsiteY8094" fmla="*/ 1955594 h 2360402"/>
                    <a:gd name="connsiteX8095" fmla="*/ 1207978 w 1440502"/>
                    <a:gd name="connsiteY8095" fmla="*/ 1955571 h 2360402"/>
                    <a:gd name="connsiteX8096" fmla="*/ 1207584 w 1440502"/>
                    <a:gd name="connsiteY8096" fmla="*/ 1955571 h 2360402"/>
                    <a:gd name="connsiteX8097" fmla="*/ 1207283 w 1440502"/>
                    <a:gd name="connsiteY8097" fmla="*/ 1955664 h 2360402"/>
                    <a:gd name="connsiteX8098" fmla="*/ 1206936 w 1440502"/>
                    <a:gd name="connsiteY8098" fmla="*/ 1955779 h 2360402"/>
                    <a:gd name="connsiteX8099" fmla="*/ 1206832 w 1440502"/>
                    <a:gd name="connsiteY8099" fmla="*/ 1955814 h 2360402"/>
                    <a:gd name="connsiteX8100" fmla="*/ 1206809 w 1440502"/>
                    <a:gd name="connsiteY8100" fmla="*/ 1955826 h 2360402"/>
                    <a:gd name="connsiteX8101" fmla="*/ 1206426 w 1440502"/>
                    <a:gd name="connsiteY8101" fmla="*/ 1955942 h 2360402"/>
                    <a:gd name="connsiteX8102" fmla="*/ 1205859 w 1440502"/>
                    <a:gd name="connsiteY8102" fmla="*/ 1956103 h 2360402"/>
                    <a:gd name="connsiteX8103" fmla="*/ 1205674 w 1440502"/>
                    <a:gd name="connsiteY8103" fmla="*/ 1956150 h 2360402"/>
                    <a:gd name="connsiteX8104" fmla="*/ 1205269 w 1440502"/>
                    <a:gd name="connsiteY8104" fmla="*/ 1956323 h 2360402"/>
                    <a:gd name="connsiteX8105" fmla="*/ 1204841 w 1440502"/>
                    <a:gd name="connsiteY8105" fmla="*/ 1956497 h 2360402"/>
                    <a:gd name="connsiteX8106" fmla="*/ 1204656 w 1440502"/>
                    <a:gd name="connsiteY8106" fmla="*/ 1956566 h 2360402"/>
                    <a:gd name="connsiteX8107" fmla="*/ 1204308 w 1440502"/>
                    <a:gd name="connsiteY8107" fmla="*/ 1956694 h 2360402"/>
                    <a:gd name="connsiteX8108" fmla="*/ 1204158 w 1440502"/>
                    <a:gd name="connsiteY8108" fmla="*/ 1956763 h 2360402"/>
                    <a:gd name="connsiteX8109" fmla="*/ 1203903 w 1440502"/>
                    <a:gd name="connsiteY8109" fmla="*/ 1956891 h 2360402"/>
                    <a:gd name="connsiteX8110" fmla="*/ 1203741 w 1440502"/>
                    <a:gd name="connsiteY8110" fmla="*/ 1956960 h 2360402"/>
                    <a:gd name="connsiteX8111" fmla="*/ 1203174 w 1440502"/>
                    <a:gd name="connsiteY8111" fmla="*/ 1957238 h 2360402"/>
                    <a:gd name="connsiteX8112" fmla="*/ 1202977 w 1440502"/>
                    <a:gd name="connsiteY8112" fmla="*/ 1957400 h 2360402"/>
                    <a:gd name="connsiteX8113" fmla="*/ 1202630 w 1440502"/>
                    <a:gd name="connsiteY8113" fmla="*/ 1957759 h 2360402"/>
                    <a:gd name="connsiteX8114" fmla="*/ 1202306 w 1440502"/>
                    <a:gd name="connsiteY8114" fmla="*/ 1958083 h 2360402"/>
                    <a:gd name="connsiteX8115" fmla="*/ 1202271 w 1440502"/>
                    <a:gd name="connsiteY8115" fmla="*/ 1958118 h 2360402"/>
                    <a:gd name="connsiteX8116" fmla="*/ 1202097 w 1440502"/>
                    <a:gd name="connsiteY8116" fmla="*/ 1958384 h 2360402"/>
                    <a:gd name="connsiteX8117" fmla="*/ 1201866 w 1440502"/>
                    <a:gd name="connsiteY8117" fmla="*/ 1958754 h 2360402"/>
                    <a:gd name="connsiteX8118" fmla="*/ 1201796 w 1440502"/>
                    <a:gd name="connsiteY8118" fmla="*/ 1958835 h 2360402"/>
                    <a:gd name="connsiteX8119" fmla="*/ 1201403 w 1440502"/>
                    <a:gd name="connsiteY8119" fmla="*/ 1959252 h 2360402"/>
                    <a:gd name="connsiteX8120" fmla="*/ 1200951 w 1440502"/>
                    <a:gd name="connsiteY8120" fmla="*/ 1959750 h 2360402"/>
                    <a:gd name="connsiteX8121" fmla="*/ 1200870 w 1440502"/>
                    <a:gd name="connsiteY8121" fmla="*/ 1959877 h 2360402"/>
                    <a:gd name="connsiteX8122" fmla="*/ 1200720 w 1440502"/>
                    <a:gd name="connsiteY8122" fmla="*/ 1960120 h 2360402"/>
                    <a:gd name="connsiteX8123" fmla="*/ 1199932 w 1440502"/>
                    <a:gd name="connsiteY8123" fmla="*/ 1961891 h 2360402"/>
                    <a:gd name="connsiteX8124" fmla="*/ 1199701 w 1440502"/>
                    <a:gd name="connsiteY8124" fmla="*/ 1962667 h 2360402"/>
                    <a:gd name="connsiteX8125" fmla="*/ 1199122 w 1440502"/>
                    <a:gd name="connsiteY8125" fmla="*/ 1963512 h 2360402"/>
                    <a:gd name="connsiteX8126" fmla="*/ 1198926 w 1440502"/>
                    <a:gd name="connsiteY8126" fmla="*/ 1963697 h 2360402"/>
                    <a:gd name="connsiteX8127" fmla="*/ 1198705 w 1440502"/>
                    <a:gd name="connsiteY8127" fmla="*/ 1963883 h 2360402"/>
                    <a:gd name="connsiteX8128" fmla="*/ 1198497 w 1440502"/>
                    <a:gd name="connsiteY8128" fmla="*/ 1964924 h 2360402"/>
                    <a:gd name="connsiteX8129" fmla="*/ 1198509 w 1440502"/>
                    <a:gd name="connsiteY8129" fmla="*/ 1965179 h 2360402"/>
                    <a:gd name="connsiteX8130" fmla="*/ 1198520 w 1440502"/>
                    <a:gd name="connsiteY8130" fmla="*/ 1965225 h 2360402"/>
                    <a:gd name="connsiteX8131" fmla="*/ 1198520 w 1440502"/>
                    <a:gd name="connsiteY8131" fmla="*/ 1965364 h 2360402"/>
                    <a:gd name="connsiteX8132" fmla="*/ 1198509 w 1440502"/>
                    <a:gd name="connsiteY8132" fmla="*/ 1965457 h 2360402"/>
                    <a:gd name="connsiteX8133" fmla="*/ 1198509 w 1440502"/>
                    <a:gd name="connsiteY8133" fmla="*/ 1965491 h 2360402"/>
                    <a:gd name="connsiteX8134" fmla="*/ 1198555 w 1440502"/>
                    <a:gd name="connsiteY8134" fmla="*/ 1965619 h 2360402"/>
                    <a:gd name="connsiteX8135" fmla="*/ 1198567 w 1440502"/>
                    <a:gd name="connsiteY8135" fmla="*/ 1965723 h 2360402"/>
                    <a:gd name="connsiteX8136" fmla="*/ 1198543 w 1440502"/>
                    <a:gd name="connsiteY8136" fmla="*/ 1965816 h 2360402"/>
                    <a:gd name="connsiteX8137" fmla="*/ 1198462 w 1440502"/>
                    <a:gd name="connsiteY8137" fmla="*/ 1965966 h 2360402"/>
                    <a:gd name="connsiteX8138" fmla="*/ 1198254 w 1440502"/>
                    <a:gd name="connsiteY8138" fmla="*/ 1966198 h 2360402"/>
                    <a:gd name="connsiteX8139" fmla="*/ 1197930 w 1440502"/>
                    <a:gd name="connsiteY8139" fmla="*/ 1966661 h 2360402"/>
                    <a:gd name="connsiteX8140" fmla="*/ 1197710 w 1440502"/>
                    <a:gd name="connsiteY8140" fmla="*/ 1966950 h 2360402"/>
                    <a:gd name="connsiteX8141" fmla="*/ 1197652 w 1440502"/>
                    <a:gd name="connsiteY8141" fmla="*/ 1966996 h 2360402"/>
                    <a:gd name="connsiteX8142" fmla="*/ 1197374 w 1440502"/>
                    <a:gd name="connsiteY8142" fmla="*/ 1967239 h 2360402"/>
                    <a:gd name="connsiteX8143" fmla="*/ 1197038 w 1440502"/>
                    <a:gd name="connsiteY8143" fmla="*/ 1967552 h 2360402"/>
                    <a:gd name="connsiteX8144" fmla="*/ 1196807 w 1440502"/>
                    <a:gd name="connsiteY8144" fmla="*/ 1967841 h 2360402"/>
                    <a:gd name="connsiteX8145" fmla="*/ 1196726 w 1440502"/>
                    <a:gd name="connsiteY8145" fmla="*/ 1967980 h 2360402"/>
                    <a:gd name="connsiteX8146" fmla="*/ 1196656 w 1440502"/>
                    <a:gd name="connsiteY8146" fmla="*/ 1968119 h 2360402"/>
                    <a:gd name="connsiteX8147" fmla="*/ 1196541 w 1440502"/>
                    <a:gd name="connsiteY8147" fmla="*/ 1968339 h 2360402"/>
                    <a:gd name="connsiteX8148" fmla="*/ 1196298 w 1440502"/>
                    <a:gd name="connsiteY8148" fmla="*/ 1968802 h 2360402"/>
                    <a:gd name="connsiteX8149" fmla="*/ 1195881 w 1440502"/>
                    <a:gd name="connsiteY8149" fmla="*/ 1969277 h 2360402"/>
                    <a:gd name="connsiteX8150" fmla="*/ 1195094 w 1440502"/>
                    <a:gd name="connsiteY8150" fmla="*/ 1969937 h 2360402"/>
                    <a:gd name="connsiteX8151" fmla="*/ 1195036 w 1440502"/>
                    <a:gd name="connsiteY8151" fmla="*/ 1969972 h 2360402"/>
                    <a:gd name="connsiteX8152" fmla="*/ 1194596 w 1440502"/>
                    <a:gd name="connsiteY8152" fmla="*/ 1970238 h 2360402"/>
                    <a:gd name="connsiteX8153" fmla="*/ 1194573 w 1440502"/>
                    <a:gd name="connsiteY8153" fmla="*/ 1970261 h 2360402"/>
                    <a:gd name="connsiteX8154" fmla="*/ 1194538 w 1440502"/>
                    <a:gd name="connsiteY8154" fmla="*/ 1970319 h 2360402"/>
                    <a:gd name="connsiteX8155" fmla="*/ 1194330 w 1440502"/>
                    <a:gd name="connsiteY8155" fmla="*/ 1970654 h 2360402"/>
                    <a:gd name="connsiteX8156" fmla="*/ 1194179 w 1440502"/>
                    <a:gd name="connsiteY8156" fmla="*/ 1970886 h 2360402"/>
                    <a:gd name="connsiteX8157" fmla="*/ 1193647 w 1440502"/>
                    <a:gd name="connsiteY8157" fmla="*/ 1971997 h 2360402"/>
                    <a:gd name="connsiteX8158" fmla="*/ 1193357 w 1440502"/>
                    <a:gd name="connsiteY8158" fmla="*/ 1972761 h 2360402"/>
                    <a:gd name="connsiteX8159" fmla="*/ 1193241 w 1440502"/>
                    <a:gd name="connsiteY8159" fmla="*/ 1973074 h 2360402"/>
                    <a:gd name="connsiteX8160" fmla="*/ 1192304 w 1440502"/>
                    <a:gd name="connsiteY8160" fmla="*/ 1974139 h 2360402"/>
                    <a:gd name="connsiteX8161" fmla="*/ 1192200 w 1440502"/>
                    <a:gd name="connsiteY8161" fmla="*/ 1974220 h 2360402"/>
                    <a:gd name="connsiteX8162" fmla="*/ 1192095 w 1440502"/>
                    <a:gd name="connsiteY8162" fmla="*/ 1974289 h 2360402"/>
                    <a:gd name="connsiteX8163" fmla="*/ 1191818 w 1440502"/>
                    <a:gd name="connsiteY8163" fmla="*/ 1974440 h 2360402"/>
                    <a:gd name="connsiteX8164" fmla="*/ 1191679 w 1440502"/>
                    <a:gd name="connsiteY8164" fmla="*/ 1974498 h 2360402"/>
                    <a:gd name="connsiteX8165" fmla="*/ 1191424 w 1440502"/>
                    <a:gd name="connsiteY8165" fmla="*/ 1974579 h 2360402"/>
                    <a:gd name="connsiteX8166" fmla="*/ 1190047 w 1440502"/>
                    <a:gd name="connsiteY8166" fmla="*/ 1974613 h 2360402"/>
                    <a:gd name="connsiteX8167" fmla="*/ 1189665 w 1440502"/>
                    <a:gd name="connsiteY8167" fmla="*/ 1974463 h 2360402"/>
                    <a:gd name="connsiteX8168" fmla="*/ 1189398 w 1440502"/>
                    <a:gd name="connsiteY8168" fmla="*/ 1974405 h 2360402"/>
                    <a:gd name="connsiteX8169" fmla="*/ 1189086 w 1440502"/>
                    <a:gd name="connsiteY8169" fmla="*/ 1974347 h 2360402"/>
                    <a:gd name="connsiteX8170" fmla="*/ 1188287 w 1440502"/>
                    <a:gd name="connsiteY8170" fmla="*/ 1974544 h 2360402"/>
                    <a:gd name="connsiteX8171" fmla="*/ 1187292 w 1440502"/>
                    <a:gd name="connsiteY8171" fmla="*/ 1975065 h 2360402"/>
                    <a:gd name="connsiteX8172" fmla="*/ 1187014 w 1440502"/>
                    <a:gd name="connsiteY8172" fmla="*/ 1975227 h 2360402"/>
                    <a:gd name="connsiteX8173" fmla="*/ 1186794 w 1440502"/>
                    <a:gd name="connsiteY8173" fmla="*/ 1975331 h 2360402"/>
                    <a:gd name="connsiteX8174" fmla="*/ 1186377 w 1440502"/>
                    <a:gd name="connsiteY8174" fmla="*/ 1975459 h 2360402"/>
                    <a:gd name="connsiteX8175" fmla="*/ 1184768 w 1440502"/>
                    <a:gd name="connsiteY8175" fmla="*/ 1976060 h 2360402"/>
                    <a:gd name="connsiteX8176" fmla="*/ 1184398 w 1440502"/>
                    <a:gd name="connsiteY8176" fmla="*/ 1976605 h 2360402"/>
                    <a:gd name="connsiteX8177" fmla="*/ 1184270 w 1440502"/>
                    <a:gd name="connsiteY8177" fmla="*/ 1976871 h 2360402"/>
                    <a:gd name="connsiteX8178" fmla="*/ 1182198 w 1440502"/>
                    <a:gd name="connsiteY8178" fmla="*/ 1978306 h 2360402"/>
                    <a:gd name="connsiteX8179" fmla="*/ 1181017 w 1440502"/>
                    <a:gd name="connsiteY8179" fmla="*/ 1977831 h 2360402"/>
                    <a:gd name="connsiteX8180" fmla="*/ 1180844 w 1440502"/>
                    <a:gd name="connsiteY8180" fmla="*/ 1977762 h 2360402"/>
                    <a:gd name="connsiteX8181" fmla="*/ 1180358 w 1440502"/>
                    <a:gd name="connsiteY8181" fmla="*/ 1977554 h 2360402"/>
                    <a:gd name="connsiteX8182" fmla="*/ 1179640 w 1440502"/>
                    <a:gd name="connsiteY8182" fmla="*/ 1977172 h 2360402"/>
                    <a:gd name="connsiteX8183" fmla="*/ 1179547 w 1440502"/>
                    <a:gd name="connsiteY8183" fmla="*/ 1977102 h 2360402"/>
                    <a:gd name="connsiteX8184" fmla="*/ 1179269 w 1440502"/>
                    <a:gd name="connsiteY8184" fmla="*/ 1977160 h 2360402"/>
                    <a:gd name="connsiteX8185" fmla="*/ 1179223 w 1440502"/>
                    <a:gd name="connsiteY8185" fmla="*/ 1977276 h 2360402"/>
                    <a:gd name="connsiteX8186" fmla="*/ 1179212 w 1440502"/>
                    <a:gd name="connsiteY8186" fmla="*/ 1977299 h 2360402"/>
                    <a:gd name="connsiteX8187" fmla="*/ 1179188 w 1440502"/>
                    <a:gd name="connsiteY8187" fmla="*/ 1977415 h 2360402"/>
                    <a:gd name="connsiteX8188" fmla="*/ 1179188 w 1440502"/>
                    <a:gd name="connsiteY8188" fmla="*/ 1977450 h 2360402"/>
                    <a:gd name="connsiteX8189" fmla="*/ 1179223 w 1440502"/>
                    <a:gd name="connsiteY8189" fmla="*/ 1977646 h 2360402"/>
                    <a:gd name="connsiteX8190" fmla="*/ 1179246 w 1440502"/>
                    <a:gd name="connsiteY8190" fmla="*/ 1977727 h 2360402"/>
                    <a:gd name="connsiteX8191" fmla="*/ 1179269 w 1440502"/>
                    <a:gd name="connsiteY8191" fmla="*/ 1977785 h 2360402"/>
                    <a:gd name="connsiteX8192" fmla="*/ 1179258 w 1440502"/>
                    <a:gd name="connsiteY8192" fmla="*/ 1977866 h 2360402"/>
                    <a:gd name="connsiteX8193" fmla="*/ 1179258 w 1440502"/>
                    <a:gd name="connsiteY8193" fmla="*/ 1977889 h 2360402"/>
                    <a:gd name="connsiteX8194" fmla="*/ 1179235 w 1440502"/>
                    <a:gd name="connsiteY8194" fmla="*/ 1977982 h 2360402"/>
                    <a:gd name="connsiteX8195" fmla="*/ 1179212 w 1440502"/>
                    <a:gd name="connsiteY8195" fmla="*/ 1978248 h 2360402"/>
                    <a:gd name="connsiteX8196" fmla="*/ 1179258 w 1440502"/>
                    <a:gd name="connsiteY8196" fmla="*/ 1978596 h 2360402"/>
                    <a:gd name="connsiteX8197" fmla="*/ 1179258 w 1440502"/>
                    <a:gd name="connsiteY8197" fmla="*/ 1978630 h 2360402"/>
                    <a:gd name="connsiteX8198" fmla="*/ 1179269 w 1440502"/>
                    <a:gd name="connsiteY8198" fmla="*/ 1978688 h 2360402"/>
                    <a:gd name="connsiteX8199" fmla="*/ 1179269 w 1440502"/>
                    <a:gd name="connsiteY8199" fmla="*/ 1978723 h 2360402"/>
                    <a:gd name="connsiteX8200" fmla="*/ 1179304 w 1440502"/>
                    <a:gd name="connsiteY8200" fmla="*/ 1978781 h 2360402"/>
                    <a:gd name="connsiteX8201" fmla="*/ 1179339 w 1440502"/>
                    <a:gd name="connsiteY8201" fmla="*/ 1978897 h 2360402"/>
                    <a:gd name="connsiteX8202" fmla="*/ 1179351 w 1440502"/>
                    <a:gd name="connsiteY8202" fmla="*/ 1978943 h 2360402"/>
                    <a:gd name="connsiteX8203" fmla="*/ 1179489 w 1440502"/>
                    <a:gd name="connsiteY8203" fmla="*/ 1979001 h 2360402"/>
                    <a:gd name="connsiteX8204" fmla="*/ 1179559 w 1440502"/>
                    <a:gd name="connsiteY8204" fmla="*/ 1979116 h 2360402"/>
                    <a:gd name="connsiteX8205" fmla="*/ 1179594 w 1440502"/>
                    <a:gd name="connsiteY8205" fmla="*/ 1979197 h 2360402"/>
                    <a:gd name="connsiteX8206" fmla="*/ 1179686 w 1440502"/>
                    <a:gd name="connsiteY8206" fmla="*/ 1979383 h 2360402"/>
                    <a:gd name="connsiteX8207" fmla="*/ 1179733 w 1440502"/>
                    <a:gd name="connsiteY8207" fmla="*/ 1979441 h 2360402"/>
                    <a:gd name="connsiteX8208" fmla="*/ 1179767 w 1440502"/>
                    <a:gd name="connsiteY8208" fmla="*/ 1979498 h 2360402"/>
                    <a:gd name="connsiteX8209" fmla="*/ 1179848 w 1440502"/>
                    <a:gd name="connsiteY8209" fmla="*/ 1979637 h 2360402"/>
                    <a:gd name="connsiteX8210" fmla="*/ 1179906 w 1440502"/>
                    <a:gd name="connsiteY8210" fmla="*/ 1979811 h 2360402"/>
                    <a:gd name="connsiteX8211" fmla="*/ 1179906 w 1440502"/>
                    <a:gd name="connsiteY8211" fmla="*/ 1979903 h 2360402"/>
                    <a:gd name="connsiteX8212" fmla="*/ 1179941 w 1440502"/>
                    <a:gd name="connsiteY8212" fmla="*/ 1980123 h 2360402"/>
                    <a:gd name="connsiteX8213" fmla="*/ 1179999 w 1440502"/>
                    <a:gd name="connsiteY8213" fmla="*/ 1980193 h 2360402"/>
                    <a:gd name="connsiteX8214" fmla="*/ 1180011 w 1440502"/>
                    <a:gd name="connsiteY8214" fmla="*/ 1980216 h 2360402"/>
                    <a:gd name="connsiteX8215" fmla="*/ 1179964 w 1440502"/>
                    <a:gd name="connsiteY8215" fmla="*/ 1980448 h 2360402"/>
                    <a:gd name="connsiteX8216" fmla="*/ 1179941 w 1440502"/>
                    <a:gd name="connsiteY8216" fmla="*/ 1980529 h 2360402"/>
                    <a:gd name="connsiteX8217" fmla="*/ 1179883 w 1440502"/>
                    <a:gd name="connsiteY8217" fmla="*/ 1980587 h 2360402"/>
                    <a:gd name="connsiteX8218" fmla="*/ 1179871 w 1440502"/>
                    <a:gd name="connsiteY8218" fmla="*/ 1980621 h 2360402"/>
                    <a:gd name="connsiteX8219" fmla="*/ 1179941 w 1440502"/>
                    <a:gd name="connsiteY8219" fmla="*/ 1980691 h 2360402"/>
                    <a:gd name="connsiteX8220" fmla="*/ 1179953 w 1440502"/>
                    <a:gd name="connsiteY8220" fmla="*/ 1980714 h 2360402"/>
                    <a:gd name="connsiteX8221" fmla="*/ 1179906 w 1440502"/>
                    <a:gd name="connsiteY8221" fmla="*/ 1980818 h 2360402"/>
                    <a:gd name="connsiteX8222" fmla="*/ 1179883 w 1440502"/>
                    <a:gd name="connsiteY8222" fmla="*/ 1980853 h 2360402"/>
                    <a:gd name="connsiteX8223" fmla="*/ 1179582 w 1440502"/>
                    <a:gd name="connsiteY8223" fmla="*/ 1981281 h 2360402"/>
                    <a:gd name="connsiteX8224" fmla="*/ 1179478 w 1440502"/>
                    <a:gd name="connsiteY8224" fmla="*/ 1981443 h 2360402"/>
                    <a:gd name="connsiteX8225" fmla="*/ 1179327 w 1440502"/>
                    <a:gd name="connsiteY8225" fmla="*/ 1981512 h 2360402"/>
                    <a:gd name="connsiteX8226" fmla="*/ 1179212 w 1440502"/>
                    <a:gd name="connsiteY8226" fmla="*/ 1981605 h 2360402"/>
                    <a:gd name="connsiteX8227" fmla="*/ 1179177 w 1440502"/>
                    <a:gd name="connsiteY8227" fmla="*/ 1981709 h 2360402"/>
                    <a:gd name="connsiteX8228" fmla="*/ 1178980 w 1440502"/>
                    <a:gd name="connsiteY8228" fmla="*/ 1981964 h 2360402"/>
                    <a:gd name="connsiteX8229" fmla="*/ 1178969 w 1440502"/>
                    <a:gd name="connsiteY8229" fmla="*/ 1981999 h 2360402"/>
                    <a:gd name="connsiteX8230" fmla="*/ 1178957 w 1440502"/>
                    <a:gd name="connsiteY8230" fmla="*/ 1982034 h 2360402"/>
                    <a:gd name="connsiteX8231" fmla="*/ 1178957 w 1440502"/>
                    <a:gd name="connsiteY8231" fmla="*/ 1982068 h 2360402"/>
                    <a:gd name="connsiteX8232" fmla="*/ 1178957 w 1440502"/>
                    <a:gd name="connsiteY8232" fmla="*/ 1982346 h 2360402"/>
                    <a:gd name="connsiteX8233" fmla="*/ 1178945 w 1440502"/>
                    <a:gd name="connsiteY8233" fmla="*/ 1982381 h 2360402"/>
                    <a:gd name="connsiteX8234" fmla="*/ 1178922 w 1440502"/>
                    <a:gd name="connsiteY8234" fmla="*/ 1982415 h 2360402"/>
                    <a:gd name="connsiteX8235" fmla="*/ 1178911 w 1440502"/>
                    <a:gd name="connsiteY8235" fmla="*/ 1982427 h 2360402"/>
                    <a:gd name="connsiteX8236" fmla="*/ 1178795 w 1440502"/>
                    <a:gd name="connsiteY8236" fmla="*/ 1982520 h 2360402"/>
                    <a:gd name="connsiteX8237" fmla="*/ 1178343 w 1440502"/>
                    <a:gd name="connsiteY8237" fmla="*/ 1982821 h 2360402"/>
                    <a:gd name="connsiteX8238" fmla="*/ 1178135 w 1440502"/>
                    <a:gd name="connsiteY8238" fmla="*/ 1982902 h 2360402"/>
                    <a:gd name="connsiteX8239" fmla="*/ 1177915 w 1440502"/>
                    <a:gd name="connsiteY8239" fmla="*/ 1983006 h 2360402"/>
                    <a:gd name="connsiteX8240" fmla="*/ 1177822 w 1440502"/>
                    <a:gd name="connsiteY8240" fmla="*/ 1983087 h 2360402"/>
                    <a:gd name="connsiteX8241" fmla="*/ 1177684 w 1440502"/>
                    <a:gd name="connsiteY8241" fmla="*/ 1983237 h 2360402"/>
                    <a:gd name="connsiteX8242" fmla="*/ 1177649 w 1440502"/>
                    <a:gd name="connsiteY8242" fmla="*/ 1983284 h 2360402"/>
                    <a:gd name="connsiteX8243" fmla="*/ 1177510 w 1440502"/>
                    <a:gd name="connsiteY8243" fmla="*/ 1983481 h 2360402"/>
                    <a:gd name="connsiteX8244" fmla="*/ 1177232 w 1440502"/>
                    <a:gd name="connsiteY8244" fmla="*/ 1983978 h 2360402"/>
                    <a:gd name="connsiteX8245" fmla="*/ 1177197 w 1440502"/>
                    <a:gd name="connsiteY8245" fmla="*/ 1984059 h 2360402"/>
                    <a:gd name="connsiteX8246" fmla="*/ 1177151 w 1440502"/>
                    <a:gd name="connsiteY8246" fmla="*/ 1984221 h 2360402"/>
                    <a:gd name="connsiteX8247" fmla="*/ 1177012 w 1440502"/>
                    <a:gd name="connsiteY8247" fmla="*/ 1984870 h 2360402"/>
                    <a:gd name="connsiteX8248" fmla="*/ 1176896 w 1440502"/>
                    <a:gd name="connsiteY8248" fmla="*/ 1985286 h 2360402"/>
                    <a:gd name="connsiteX8249" fmla="*/ 1176121 w 1440502"/>
                    <a:gd name="connsiteY8249" fmla="*/ 1986016 h 2360402"/>
                    <a:gd name="connsiteX8250" fmla="*/ 1175542 w 1440502"/>
                    <a:gd name="connsiteY8250" fmla="*/ 1986525 h 2360402"/>
                    <a:gd name="connsiteX8251" fmla="*/ 1175449 w 1440502"/>
                    <a:gd name="connsiteY8251" fmla="*/ 1986606 h 2360402"/>
                    <a:gd name="connsiteX8252" fmla="*/ 1175357 w 1440502"/>
                    <a:gd name="connsiteY8252" fmla="*/ 1986687 h 2360402"/>
                    <a:gd name="connsiteX8253" fmla="*/ 1175195 w 1440502"/>
                    <a:gd name="connsiteY8253" fmla="*/ 1986780 h 2360402"/>
                    <a:gd name="connsiteX8254" fmla="*/ 1174442 w 1440502"/>
                    <a:gd name="connsiteY8254" fmla="*/ 1987057 h 2360402"/>
                    <a:gd name="connsiteX8255" fmla="*/ 1174350 w 1440502"/>
                    <a:gd name="connsiteY8255" fmla="*/ 1988007 h 2360402"/>
                    <a:gd name="connsiteX8256" fmla="*/ 1174419 w 1440502"/>
                    <a:gd name="connsiteY8256" fmla="*/ 1989361 h 2360402"/>
                    <a:gd name="connsiteX8257" fmla="*/ 1174396 w 1440502"/>
                    <a:gd name="connsiteY8257" fmla="*/ 1989373 h 2360402"/>
                    <a:gd name="connsiteX8258" fmla="*/ 1174292 w 1440502"/>
                    <a:gd name="connsiteY8258" fmla="*/ 1989442 h 2360402"/>
                    <a:gd name="connsiteX8259" fmla="*/ 1174165 w 1440502"/>
                    <a:gd name="connsiteY8259" fmla="*/ 1989569 h 2360402"/>
                    <a:gd name="connsiteX8260" fmla="*/ 1173956 w 1440502"/>
                    <a:gd name="connsiteY8260" fmla="*/ 1989674 h 2360402"/>
                    <a:gd name="connsiteX8261" fmla="*/ 1173898 w 1440502"/>
                    <a:gd name="connsiteY8261" fmla="*/ 1989720 h 2360402"/>
                    <a:gd name="connsiteX8262" fmla="*/ 1173887 w 1440502"/>
                    <a:gd name="connsiteY8262" fmla="*/ 1989732 h 2360402"/>
                    <a:gd name="connsiteX8263" fmla="*/ 1173864 w 1440502"/>
                    <a:gd name="connsiteY8263" fmla="*/ 1989743 h 2360402"/>
                    <a:gd name="connsiteX8264" fmla="*/ 1173586 w 1440502"/>
                    <a:gd name="connsiteY8264" fmla="*/ 1989835 h 2360402"/>
                    <a:gd name="connsiteX8265" fmla="*/ 1173505 w 1440502"/>
                    <a:gd name="connsiteY8265" fmla="*/ 1989963 h 2360402"/>
                    <a:gd name="connsiteX8266" fmla="*/ 1173331 w 1440502"/>
                    <a:gd name="connsiteY8266" fmla="*/ 1990194 h 2360402"/>
                    <a:gd name="connsiteX8267" fmla="*/ 1173204 w 1440502"/>
                    <a:gd name="connsiteY8267" fmla="*/ 1990299 h 2360402"/>
                    <a:gd name="connsiteX8268" fmla="*/ 1173134 w 1440502"/>
                    <a:gd name="connsiteY8268" fmla="*/ 1990391 h 2360402"/>
                    <a:gd name="connsiteX8269" fmla="*/ 1173065 w 1440502"/>
                    <a:gd name="connsiteY8269" fmla="*/ 1990507 h 2360402"/>
                    <a:gd name="connsiteX8270" fmla="*/ 1172972 w 1440502"/>
                    <a:gd name="connsiteY8270" fmla="*/ 1990588 h 2360402"/>
                    <a:gd name="connsiteX8271" fmla="*/ 1172776 w 1440502"/>
                    <a:gd name="connsiteY8271" fmla="*/ 1990680 h 2360402"/>
                    <a:gd name="connsiteX8272" fmla="*/ 1172729 w 1440502"/>
                    <a:gd name="connsiteY8272" fmla="*/ 1990715 h 2360402"/>
                    <a:gd name="connsiteX8273" fmla="*/ 1172486 w 1440502"/>
                    <a:gd name="connsiteY8273" fmla="*/ 1990866 h 2360402"/>
                    <a:gd name="connsiteX8274" fmla="*/ 1172347 w 1440502"/>
                    <a:gd name="connsiteY8274" fmla="*/ 1990947 h 2360402"/>
                    <a:gd name="connsiteX8275" fmla="*/ 1172116 w 1440502"/>
                    <a:gd name="connsiteY8275" fmla="*/ 1991028 h 2360402"/>
                    <a:gd name="connsiteX8276" fmla="*/ 1172081 w 1440502"/>
                    <a:gd name="connsiteY8276" fmla="*/ 1991028 h 2360402"/>
                    <a:gd name="connsiteX8277" fmla="*/ 1171988 w 1440502"/>
                    <a:gd name="connsiteY8277" fmla="*/ 1991016 h 2360402"/>
                    <a:gd name="connsiteX8278" fmla="*/ 1171954 w 1440502"/>
                    <a:gd name="connsiteY8278" fmla="*/ 1991039 h 2360402"/>
                    <a:gd name="connsiteX8279" fmla="*/ 1171896 w 1440502"/>
                    <a:gd name="connsiteY8279" fmla="*/ 1991074 h 2360402"/>
                    <a:gd name="connsiteX8280" fmla="*/ 1171838 w 1440502"/>
                    <a:gd name="connsiteY8280" fmla="*/ 1991121 h 2360402"/>
                    <a:gd name="connsiteX8281" fmla="*/ 1171560 w 1440502"/>
                    <a:gd name="connsiteY8281" fmla="*/ 1991202 h 2360402"/>
                    <a:gd name="connsiteX8282" fmla="*/ 1171247 w 1440502"/>
                    <a:gd name="connsiteY8282" fmla="*/ 1991317 h 2360402"/>
                    <a:gd name="connsiteX8283" fmla="*/ 1171120 w 1440502"/>
                    <a:gd name="connsiteY8283" fmla="*/ 1991375 h 2360402"/>
                    <a:gd name="connsiteX8284" fmla="*/ 1171004 w 1440502"/>
                    <a:gd name="connsiteY8284" fmla="*/ 1991491 h 2360402"/>
                    <a:gd name="connsiteX8285" fmla="*/ 1170785 w 1440502"/>
                    <a:gd name="connsiteY8285" fmla="*/ 1991583 h 2360402"/>
                    <a:gd name="connsiteX8286" fmla="*/ 1170750 w 1440502"/>
                    <a:gd name="connsiteY8286" fmla="*/ 1991607 h 2360402"/>
                    <a:gd name="connsiteX8287" fmla="*/ 1170379 w 1440502"/>
                    <a:gd name="connsiteY8287" fmla="*/ 1991780 h 2360402"/>
                    <a:gd name="connsiteX8288" fmla="*/ 1170229 w 1440502"/>
                    <a:gd name="connsiteY8288" fmla="*/ 1991850 h 2360402"/>
                    <a:gd name="connsiteX8289" fmla="*/ 1169222 w 1440502"/>
                    <a:gd name="connsiteY8289" fmla="*/ 1992255 h 2360402"/>
                    <a:gd name="connsiteX8290" fmla="*/ 1168608 w 1440502"/>
                    <a:gd name="connsiteY8290" fmla="*/ 1992602 h 2360402"/>
                    <a:gd name="connsiteX8291" fmla="*/ 1168469 w 1440502"/>
                    <a:gd name="connsiteY8291" fmla="*/ 1992706 h 2360402"/>
                    <a:gd name="connsiteX8292" fmla="*/ 1168122 w 1440502"/>
                    <a:gd name="connsiteY8292" fmla="*/ 1992938 h 2360402"/>
                    <a:gd name="connsiteX8293" fmla="*/ 1167902 w 1440502"/>
                    <a:gd name="connsiteY8293" fmla="*/ 1993077 h 2360402"/>
                    <a:gd name="connsiteX8294" fmla="*/ 1167450 w 1440502"/>
                    <a:gd name="connsiteY8294" fmla="*/ 1993389 h 2360402"/>
                    <a:gd name="connsiteX8295" fmla="*/ 1167069 w 1440502"/>
                    <a:gd name="connsiteY8295" fmla="*/ 1993852 h 2360402"/>
                    <a:gd name="connsiteX8296" fmla="*/ 1166779 w 1440502"/>
                    <a:gd name="connsiteY8296" fmla="*/ 1994188 h 2360402"/>
                    <a:gd name="connsiteX8297" fmla="*/ 1166397 w 1440502"/>
                    <a:gd name="connsiteY8297" fmla="*/ 1994570 h 2360402"/>
                    <a:gd name="connsiteX8298" fmla="*/ 1166154 w 1440502"/>
                    <a:gd name="connsiteY8298" fmla="*/ 1994813 h 2360402"/>
                    <a:gd name="connsiteX8299" fmla="*/ 1165853 w 1440502"/>
                    <a:gd name="connsiteY8299" fmla="*/ 1995091 h 2360402"/>
                    <a:gd name="connsiteX8300" fmla="*/ 1165286 w 1440502"/>
                    <a:gd name="connsiteY8300" fmla="*/ 1995496 h 2360402"/>
                    <a:gd name="connsiteX8301" fmla="*/ 1165054 w 1440502"/>
                    <a:gd name="connsiteY8301" fmla="*/ 1995647 h 2360402"/>
                    <a:gd name="connsiteX8302" fmla="*/ 1164857 w 1440502"/>
                    <a:gd name="connsiteY8302" fmla="*/ 1995786 h 2360402"/>
                    <a:gd name="connsiteX8303" fmla="*/ 1164233 w 1440502"/>
                    <a:gd name="connsiteY8303" fmla="*/ 1995936 h 2360402"/>
                    <a:gd name="connsiteX8304" fmla="*/ 1164036 w 1440502"/>
                    <a:gd name="connsiteY8304" fmla="*/ 1995913 h 2360402"/>
                    <a:gd name="connsiteX8305" fmla="*/ 1163769 w 1440502"/>
                    <a:gd name="connsiteY8305" fmla="*/ 1996006 h 2360402"/>
                    <a:gd name="connsiteX8306" fmla="*/ 1163677 w 1440502"/>
                    <a:gd name="connsiteY8306" fmla="*/ 1996040 h 2360402"/>
                    <a:gd name="connsiteX8307" fmla="*/ 1163619 w 1440502"/>
                    <a:gd name="connsiteY8307" fmla="*/ 1996087 h 2360402"/>
                    <a:gd name="connsiteX8308" fmla="*/ 1163538 w 1440502"/>
                    <a:gd name="connsiteY8308" fmla="*/ 1996179 h 2360402"/>
                    <a:gd name="connsiteX8309" fmla="*/ 1163249 w 1440502"/>
                    <a:gd name="connsiteY8309" fmla="*/ 1996422 h 2360402"/>
                    <a:gd name="connsiteX8310" fmla="*/ 1163179 w 1440502"/>
                    <a:gd name="connsiteY8310" fmla="*/ 1996457 h 2360402"/>
                    <a:gd name="connsiteX8311" fmla="*/ 1163005 w 1440502"/>
                    <a:gd name="connsiteY8311" fmla="*/ 1996712 h 2360402"/>
                    <a:gd name="connsiteX8312" fmla="*/ 1162994 w 1440502"/>
                    <a:gd name="connsiteY8312" fmla="*/ 1996712 h 2360402"/>
                    <a:gd name="connsiteX8313" fmla="*/ 1162959 w 1440502"/>
                    <a:gd name="connsiteY8313" fmla="*/ 1996746 h 2360402"/>
                    <a:gd name="connsiteX8314" fmla="*/ 1162681 w 1440502"/>
                    <a:gd name="connsiteY8314" fmla="*/ 1997001 h 2360402"/>
                    <a:gd name="connsiteX8315" fmla="*/ 1162589 w 1440502"/>
                    <a:gd name="connsiteY8315" fmla="*/ 1997094 h 2360402"/>
                    <a:gd name="connsiteX8316" fmla="*/ 1162427 w 1440502"/>
                    <a:gd name="connsiteY8316" fmla="*/ 1997175 h 2360402"/>
                    <a:gd name="connsiteX8317" fmla="*/ 1162195 w 1440502"/>
                    <a:gd name="connsiteY8317" fmla="*/ 1997453 h 2360402"/>
                    <a:gd name="connsiteX8318" fmla="*/ 1161998 w 1440502"/>
                    <a:gd name="connsiteY8318" fmla="*/ 1997846 h 2360402"/>
                    <a:gd name="connsiteX8319" fmla="*/ 1161883 w 1440502"/>
                    <a:gd name="connsiteY8319" fmla="*/ 1998089 h 2360402"/>
                    <a:gd name="connsiteX8320" fmla="*/ 1161871 w 1440502"/>
                    <a:gd name="connsiteY8320" fmla="*/ 1998216 h 2360402"/>
                    <a:gd name="connsiteX8321" fmla="*/ 1161720 w 1440502"/>
                    <a:gd name="connsiteY8321" fmla="*/ 1998541 h 2360402"/>
                    <a:gd name="connsiteX8322" fmla="*/ 1161709 w 1440502"/>
                    <a:gd name="connsiteY8322" fmla="*/ 1998622 h 2360402"/>
                    <a:gd name="connsiteX8323" fmla="*/ 1161674 w 1440502"/>
                    <a:gd name="connsiteY8323" fmla="*/ 1998668 h 2360402"/>
                    <a:gd name="connsiteX8324" fmla="*/ 1161663 w 1440502"/>
                    <a:gd name="connsiteY8324" fmla="*/ 1998691 h 2360402"/>
                    <a:gd name="connsiteX8325" fmla="*/ 1161547 w 1440502"/>
                    <a:gd name="connsiteY8325" fmla="*/ 1998830 h 2360402"/>
                    <a:gd name="connsiteX8326" fmla="*/ 1161489 w 1440502"/>
                    <a:gd name="connsiteY8326" fmla="*/ 1998900 h 2360402"/>
                    <a:gd name="connsiteX8327" fmla="*/ 1161419 w 1440502"/>
                    <a:gd name="connsiteY8327" fmla="*/ 1999004 h 2360402"/>
                    <a:gd name="connsiteX8328" fmla="*/ 1161385 w 1440502"/>
                    <a:gd name="connsiteY8328" fmla="*/ 1999073 h 2360402"/>
                    <a:gd name="connsiteX8329" fmla="*/ 1161373 w 1440502"/>
                    <a:gd name="connsiteY8329" fmla="*/ 1999096 h 2360402"/>
                    <a:gd name="connsiteX8330" fmla="*/ 1161350 w 1440502"/>
                    <a:gd name="connsiteY8330" fmla="*/ 1999201 h 2360402"/>
                    <a:gd name="connsiteX8331" fmla="*/ 1161327 w 1440502"/>
                    <a:gd name="connsiteY8331" fmla="*/ 1999247 h 2360402"/>
                    <a:gd name="connsiteX8332" fmla="*/ 1161292 w 1440502"/>
                    <a:gd name="connsiteY8332" fmla="*/ 1999293 h 2360402"/>
                    <a:gd name="connsiteX8333" fmla="*/ 1161118 w 1440502"/>
                    <a:gd name="connsiteY8333" fmla="*/ 1999432 h 2360402"/>
                    <a:gd name="connsiteX8334" fmla="*/ 1161026 w 1440502"/>
                    <a:gd name="connsiteY8334" fmla="*/ 1999502 h 2360402"/>
                    <a:gd name="connsiteX8335" fmla="*/ 1160899 w 1440502"/>
                    <a:gd name="connsiteY8335" fmla="*/ 1999606 h 2360402"/>
                    <a:gd name="connsiteX8336" fmla="*/ 1160841 w 1440502"/>
                    <a:gd name="connsiteY8336" fmla="*/ 1999849 h 2360402"/>
                    <a:gd name="connsiteX8337" fmla="*/ 1160829 w 1440502"/>
                    <a:gd name="connsiteY8337" fmla="*/ 1999895 h 2360402"/>
                    <a:gd name="connsiteX8338" fmla="*/ 1160725 w 1440502"/>
                    <a:gd name="connsiteY8338" fmla="*/ 2000173 h 2360402"/>
                    <a:gd name="connsiteX8339" fmla="*/ 1160574 w 1440502"/>
                    <a:gd name="connsiteY8339" fmla="*/ 2000242 h 2360402"/>
                    <a:gd name="connsiteX8340" fmla="*/ 1160343 w 1440502"/>
                    <a:gd name="connsiteY8340" fmla="*/ 2000405 h 2360402"/>
                    <a:gd name="connsiteX8341" fmla="*/ 1160320 w 1440502"/>
                    <a:gd name="connsiteY8341" fmla="*/ 2000427 h 2360402"/>
                    <a:gd name="connsiteX8342" fmla="*/ 1160181 w 1440502"/>
                    <a:gd name="connsiteY8342" fmla="*/ 2000509 h 2360402"/>
                    <a:gd name="connsiteX8343" fmla="*/ 1159984 w 1440502"/>
                    <a:gd name="connsiteY8343" fmla="*/ 2000659 h 2360402"/>
                    <a:gd name="connsiteX8344" fmla="*/ 1159706 w 1440502"/>
                    <a:gd name="connsiteY8344" fmla="*/ 2000821 h 2360402"/>
                    <a:gd name="connsiteX8345" fmla="*/ 1159671 w 1440502"/>
                    <a:gd name="connsiteY8345" fmla="*/ 2000844 h 2360402"/>
                    <a:gd name="connsiteX8346" fmla="*/ 1159625 w 1440502"/>
                    <a:gd name="connsiteY8346" fmla="*/ 2000925 h 2360402"/>
                    <a:gd name="connsiteX8347" fmla="*/ 1159625 w 1440502"/>
                    <a:gd name="connsiteY8347" fmla="*/ 2001053 h 2360402"/>
                    <a:gd name="connsiteX8348" fmla="*/ 1159579 w 1440502"/>
                    <a:gd name="connsiteY8348" fmla="*/ 2001319 h 2360402"/>
                    <a:gd name="connsiteX8349" fmla="*/ 1159567 w 1440502"/>
                    <a:gd name="connsiteY8349" fmla="*/ 2001365 h 2360402"/>
                    <a:gd name="connsiteX8350" fmla="*/ 1159509 w 1440502"/>
                    <a:gd name="connsiteY8350" fmla="*/ 2001458 h 2360402"/>
                    <a:gd name="connsiteX8351" fmla="*/ 1159486 w 1440502"/>
                    <a:gd name="connsiteY8351" fmla="*/ 2001527 h 2360402"/>
                    <a:gd name="connsiteX8352" fmla="*/ 1159394 w 1440502"/>
                    <a:gd name="connsiteY8352" fmla="*/ 2001678 h 2360402"/>
                    <a:gd name="connsiteX8353" fmla="*/ 1159255 w 1440502"/>
                    <a:gd name="connsiteY8353" fmla="*/ 2001863 h 2360402"/>
                    <a:gd name="connsiteX8354" fmla="*/ 1159209 w 1440502"/>
                    <a:gd name="connsiteY8354" fmla="*/ 2001909 h 2360402"/>
                    <a:gd name="connsiteX8355" fmla="*/ 1159209 w 1440502"/>
                    <a:gd name="connsiteY8355" fmla="*/ 2001967 h 2360402"/>
                    <a:gd name="connsiteX8356" fmla="*/ 1159197 w 1440502"/>
                    <a:gd name="connsiteY8356" fmla="*/ 2002048 h 2360402"/>
                    <a:gd name="connsiteX8357" fmla="*/ 1159081 w 1440502"/>
                    <a:gd name="connsiteY8357" fmla="*/ 2002222 h 2360402"/>
                    <a:gd name="connsiteX8358" fmla="*/ 1158965 w 1440502"/>
                    <a:gd name="connsiteY8358" fmla="*/ 2002314 h 2360402"/>
                    <a:gd name="connsiteX8359" fmla="*/ 1158931 w 1440502"/>
                    <a:gd name="connsiteY8359" fmla="*/ 2002338 h 2360402"/>
                    <a:gd name="connsiteX8360" fmla="*/ 1158804 w 1440502"/>
                    <a:gd name="connsiteY8360" fmla="*/ 2002465 h 2360402"/>
                    <a:gd name="connsiteX8361" fmla="*/ 1158630 w 1440502"/>
                    <a:gd name="connsiteY8361" fmla="*/ 2002708 h 2360402"/>
                    <a:gd name="connsiteX8362" fmla="*/ 1158549 w 1440502"/>
                    <a:gd name="connsiteY8362" fmla="*/ 2002824 h 2360402"/>
                    <a:gd name="connsiteX8363" fmla="*/ 1158132 w 1440502"/>
                    <a:gd name="connsiteY8363" fmla="*/ 2003102 h 2360402"/>
                    <a:gd name="connsiteX8364" fmla="*/ 1157912 w 1440502"/>
                    <a:gd name="connsiteY8364" fmla="*/ 2003229 h 2360402"/>
                    <a:gd name="connsiteX8365" fmla="*/ 1157866 w 1440502"/>
                    <a:gd name="connsiteY8365" fmla="*/ 2003518 h 2360402"/>
                    <a:gd name="connsiteX8366" fmla="*/ 1157738 w 1440502"/>
                    <a:gd name="connsiteY8366" fmla="*/ 2003715 h 2360402"/>
                    <a:gd name="connsiteX8367" fmla="*/ 1157692 w 1440502"/>
                    <a:gd name="connsiteY8367" fmla="*/ 2003785 h 2360402"/>
                    <a:gd name="connsiteX8368" fmla="*/ 1157565 w 1440502"/>
                    <a:gd name="connsiteY8368" fmla="*/ 2003854 h 2360402"/>
                    <a:gd name="connsiteX8369" fmla="*/ 1157518 w 1440502"/>
                    <a:gd name="connsiteY8369" fmla="*/ 2003958 h 2360402"/>
                    <a:gd name="connsiteX8370" fmla="*/ 1157530 w 1440502"/>
                    <a:gd name="connsiteY8370" fmla="*/ 2004097 h 2360402"/>
                    <a:gd name="connsiteX8371" fmla="*/ 1157530 w 1440502"/>
                    <a:gd name="connsiteY8371" fmla="*/ 2004259 h 2360402"/>
                    <a:gd name="connsiteX8372" fmla="*/ 1157542 w 1440502"/>
                    <a:gd name="connsiteY8372" fmla="*/ 2004699 h 2360402"/>
                    <a:gd name="connsiteX8373" fmla="*/ 1157553 w 1440502"/>
                    <a:gd name="connsiteY8373" fmla="*/ 2004826 h 2360402"/>
                    <a:gd name="connsiteX8374" fmla="*/ 1157391 w 1440502"/>
                    <a:gd name="connsiteY8374" fmla="*/ 2005301 h 2360402"/>
                    <a:gd name="connsiteX8375" fmla="*/ 1157357 w 1440502"/>
                    <a:gd name="connsiteY8375" fmla="*/ 2005324 h 2360402"/>
                    <a:gd name="connsiteX8376" fmla="*/ 1157044 w 1440502"/>
                    <a:gd name="connsiteY8376" fmla="*/ 2005498 h 2360402"/>
                    <a:gd name="connsiteX8377" fmla="*/ 1156847 w 1440502"/>
                    <a:gd name="connsiteY8377" fmla="*/ 2005637 h 2360402"/>
                    <a:gd name="connsiteX8378" fmla="*/ 1156268 w 1440502"/>
                    <a:gd name="connsiteY8378" fmla="*/ 2005996 h 2360402"/>
                    <a:gd name="connsiteX8379" fmla="*/ 1155863 w 1440502"/>
                    <a:gd name="connsiteY8379" fmla="*/ 2006239 h 2360402"/>
                    <a:gd name="connsiteX8380" fmla="*/ 1156048 w 1440502"/>
                    <a:gd name="connsiteY8380" fmla="*/ 2006783 h 2360402"/>
                    <a:gd name="connsiteX8381" fmla="*/ 1156118 w 1440502"/>
                    <a:gd name="connsiteY8381" fmla="*/ 2006991 h 2360402"/>
                    <a:gd name="connsiteX8382" fmla="*/ 1156199 w 1440502"/>
                    <a:gd name="connsiteY8382" fmla="*/ 2007257 h 2360402"/>
                    <a:gd name="connsiteX8383" fmla="*/ 1156222 w 1440502"/>
                    <a:gd name="connsiteY8383" fmla="*/ 2007315 h 2360402"/>
                    <a:gd name="connsiteX8384" fmla="*/ 1156419 w 1440502"/>
                    <a:gd name="connsiteY8384" fmla="*/ 2007987 h 2360402"/>
                    <a:gd name="connsiteX8385" fmla="*/ 1156396 w 1440502"/>
                    <a:gd name="connsiteY8385" fmla="*/ 2008403 h 2360402"/>
                    <a:gd name="connsiteX8386" fmla="*/ 1156303 w 1440502"/>
                    <a:gd name="connsiteY8386" fmla="*/ 2008866 h 2360402"/>
                    <a:gd name="connsiteX8387" fmla="*/ 1156291 w 1440502"/>
                    <a:gd name="connsiteY8387" fmla="*/ 2009225 h 2360402"/>
                    <a:gd name="connsiteX8388" fmla="*/ 1156037 w 1440502"/>
                    <a:gd name="connsiteY8388" fmla="*/ 2009677 h 2360402"/>
                    <a:gd name="connsiteX8389" fmla="*/ 1154694 w 1440502"/>
                    <a:gd name="connsiteY8389" fmla="*/ 2009966 h 2360402"/>
                    <a:gd name="connsiteX8390" fmla="*/ 1154150 w 1440502"/>
                    <a:gd name="connsiteY8390" fmla="*/ 2010012 h 2360402"/>
                    <a:gd name="connsiteX8391" fmla="*/ 1154080 w 1440502"/>
                    <a:gd name="connsiteY8391" fmla="*/ 2010070 h 2360402"/>
                    <a:gd name="connsiteX8392" fmla="*/ 1153687 w 1440502"/>
                    <a:gd name="connsiteY8392" fmla="*/ 2010105 h 2360402"/>
                    <a:gd name="connsiteX8393" fmla="*/ 1152101 w 1440502"/>
                    <a:gd name="connsiteY8393" fmla="*/ 2010232 h 2360402"/>
                    <a:gd name="connsiteX8394" fmla="*/ 1151904 w 1440502"/>
                    <a:gd name="connsiteY8394" fmla="*/ 2010325 h 2360402"/>
                    <a:gd name="connsiteX8395" fmla="*/ 1151696 w 1440502"/>
                    <a:gd name="connsiteY8395" fmla="*/ 2010418 h 2360402"/>
                    <a:gd name="connsiteX8396" fmla="*/ 1151615 w 1440502"/>
                    <a:gd name="connsiteY8396" fmla="*/ 2010440 h 2360402"/>
                    <a:gd name="connsiteX8397" fmla="*/ 1151534 w 1440502"/>
                    <a:gd name="connsiteY8397" fmla="*/ 2010279 h 2360402"/>
                    <a:gd name="connsiteX8398" fmla="*/ 1151418 w 1440502"/>
                    <a:gd name="connsiteY8398" fmla="*/ 2010313 h 2360402"/>
                    <a:gd name="connsiteX8399" fmla="*/ 1151128 w 1440502"/>
                    <a:gd name="connsiteY8399" fmla="*/ 2010418 h 2360402"/>
                    <a:gd name="connsiteX8400" fmla="*/ 1149578 w 1440502"/>
                    <a:gd name="connsiteY8400" fmla="*/ 2010811 h 2360402"/>
                    <a:gd name="connsiteX8401" fmla="*/ 1149554 w 1440502"/>
                    <a:gd name="connsiteY8401" fmla="*/ 2010915 h 2360402"/>
                    <a:gd name="connsiteX8402" fmla="*/ 1150365 w 1440502"/>
                    <a:gd name="connsiteY8402" fmla="*/ 2011876 h 2360402"/>
                    <a:gd name="connsiteX8403" fmla="*/ 1150480 w 1440502"/>
                    <a:gd name="connsiteY8403" fmla="*/ 2011969 h 2360402"/>
                    <a:gd name="connsiteX8404" fmla="*/ 1150851 w 1440502"/>
                    <a:gd name="connsiteY8404" fmla="*/ 2012270 h 2360402"/>
                    <a:gd name="connsiteX8405" fmla="*/ 1151314 w 1440502"/>
                    <a:gd name="connsiteY8405" fmla="*/ 2012663 h 2360402"/>
                    <a:gd name="connsiteX8406" fmla="*/ 1151765 w 1440502"/>
                    <a:gd name="connsiteY8406" fmla="*/ 2012987 h 2360402"/>
                    <a:gd name="connsiteX8407" fmla="*/ 1152124 w 1440502"/>
                    <a:gd name="connsiteY8407" fmla="*/ 2013138 h 2360402"/>
                    <a:gd name="connsiteX8408" fmla="*/ 1152298 w 1440502"/>
                    <a:gd name="connsiteY8408" fmla="*/ 2013207 h 2360402"/>
                    <a:gd name="connsiteX8409" fmla="*/ 1152414 w 1440502"/>
                    <a:gd name="connsiteY8409" fmla="*/ 2013254 h 2360402"/>
                    <a:gd name="connsiteX8410" fmla="*/ 1152518 w 1440502"/>
                    <a:gd name="connsiteY8410" fmla="*/ 2013323 h 2360402"/>
                    <a:gd name="connsiteX8411" fmla="*/ 1152738 w 1440502"/>
                    <a:gd name="connsiteY8411" fmla="*/ 2013474 h 2360402"/>
                    <a:gd name="connsiteX8412" fmla="*/ 1153131 w 1440502"/>
                    <a:gd name="connsiteY8412" fmla="*/ 2013751 h 2360402"/>
                    <a:gd name="connsiteX8413" fmla="*/ 1153791 w 1440502"/>
                    <a:gd name="connsiteY8413" fmla="*/ 2014284 h 2360402"/>
                    <a:gd name="connsiteX8414" fmla="*/ 1154370 w 1440502"/>
                    <a:gd name="connsiteY8414" fmla="*/ 2014793 h 2360402"/>
                    <a:gd name="connsiteX8415" fmla="*/ 1154451 w 1440502"/>
                    <a:gd name="connsiteY8415" fmla="*/ 2014897 h 2360402"/>
                    <a:gd name="connsiteX8416" fmla="*/ 1154474 w 1440502"/>
                    <a:gd name="connsiteY8416" fmla="*/ 2014921 h 2360402"/>
                    <a:gd name="connsiteX8417" fmla="*/ 1154844 w 1440502"/>
                    <a:gd name="connsiteY8417" fmla="*/ 2015395 h 2360402"/>
                    <a:gd name="connsiteX8418" fmla="*/ 1155122 w 1440502"/>
                    <a:gd name="connsiteY8418" fmla="*/ 2015708 h 2360402"/>
                    <a:gd name="connsiteX8419" fmla="*/ 1155250 w 1440502"/>
                    <a:gd name="connsiteY8419" fmla="*/ 2015904 h 2360402"/>
                    <a:gd name="connsiteX8420" fmla="*/ 1155308 w 1440502"/>
                    <a:gd name="connsiteY8420" fmla="*/ 2015962 h 2360402"/>
                    <a:gd name="connsiteX8421" fmla="*/ 1155435 w 1440502"/>
                    <a:gd name="connsiteY8421" fmla="*/ 2016090 h 2360402"/>
                    <a:gd name="connsiteX8422" fmla="*/ 1155574 w 1440502"/>
                    <a:gd name="connsiteY8422" fmla="*/ 2016194 h 2360402"/>
                    <a:gd name="connsiteX8423" fmla="*/ 1155886 w 1440502"/>
                    <a:gd name="connsiteY8423" fmla="*/ 2016391 h 2360402"/>
                    <a:gd name="connsiteX8424" fmla="*/ 1156083 w 1440502"/>
                    <a:gd name="connsiteY8424" fmla="*/ 2016529 h 2360402"/>
                    <a:gd name="connsiteX8425" fmla="*/ 1156963 w 1440502"/>
                    <a:gd name="connsiteY8425" fmla="*/ 2017004 h 2360402"/>
                    <a:gd name="connsiteX8426" fmla="*/ 1157102 w 1440502"/>
                    <a:gd name="connsiteY8426" fmla="*/ 2017074 h 2360402"/>
                    <a:gd name="connsiteX8427" fmla="*/ 1157588 w 1440502"/>
                    <a:gd name="connsiteY8427" fmla="*/ 2017143 h 2360402"/>
                    <a:gd name="connsiteX8428" fmla="*/ 1157796 w 1440502"/>
                    <a:gd name="connsiteY8428" fmla="*/ 2017236 h 2360402"/>
                    <a:gd name="connsiteX8429" fmla="*/ 1158340 w 1440502"/>
                    <a:gd name="connsiteY8429" fmla="*/ 2017340 h 2360402"/>
                    <a:gd name="connsiteX8430" fmla="*/ 1158572 w 1440502"/>
                    <a:gd name="connsiteY8430" fmla="*/ 2017444 h 2360402"/>
                    <a:gd name="connsiteX8431" fmla="*/ 1158780 w 1440502"/>
                    <a:gd name="connsiteY8431" fmla="*/ 2017525 h 2360402"/>
                    <a:gd name="connsiteX8432" fmla="*/ 1159047 w 1440502"/>
                    <a:gd name="connsiteY8432" fmla="*/ 2017664 h 2360402"/>
                    <a:gd name="connsiteX8433" fmla="*/ 1160158 w 1440502"/>
                    <a:gd name="connsiteY8433" fmla="*/ 2017861 h 2360402"/>
                    <a:gd name="connsiteX8434" fmla="*/ 1160459 w 1440502"/>
                    <a:gd name="connsiteY8434" fmla="*/ 2017988 h 2360402"/>
                    <a:gd name="connsiteX8435" fmla="*/ 1161130 w 1440502"/>
                    <a:gd name="connsiteY8435" fmla="*/ 2018173 h 2360402"/>
                    <a:gd name="connsiteX8436" fmla="*/ 1161292 w 1440502"/>
                    <a:gd name="connsiteY8436" fmla="*/ 2018254 h 2360402"/>
                    <a:gd name="connsiteX8437" fmla="*/ 1161362 w 1440502"/>
                    <a:gd name="connsiteY8437" fmla="*/ 2018393 h 2360402"/>
                    <a:gd name="connsiteX8438" fmla="*/ 1161362 w 1440502"/>
                    <a:gd name="connsiteY8438" fmla="*/ 2018428 h 2360402"/>
                    <a:gd name="connsiteX8439" fmla="*/ 1161246 w 1440502"/>
                    <a:gd name="connsiteY8439" fmla="*/ 2018590 h 2360402"/>
                    <a:gd name="connsiteX8440" fmla="*/ 1161153 w 1440502"/>
                    <a:gd name="connsiteY8440" fmla="*/ 2018671 h 2360402"/>
                    <a:gd name="connsiteX8441" fmla="*/ 1160725 w 1440502"/>
                    <a:gd name="connsiteY8441" fmla="*/ 2018972 h 2360402"/>
                    <a:gd name="connsiteX8442" fmla="*/ 1160459 w 1440502"/>
                    <a:gd name="connsiteY8442" fmla="*/ 2019192 h 2360402"/>
                    <a:gd name="connsiteX8443" fmla="*/ 1160401 w 1440502"/>
                    <a:gd name="connsiteY8443" fmla="*/ 2019262 h 2360402"/>
                    <a:gd name="connsiteX8444" fmla="*/ 1160158 w 1440502"/>
                    <a:gd name="connsiteY8444" fmla="*/ 2019366 h 2360402"/>
                    <a:gd name="connsiteX8445" fmla="*/ 1160088 w 1440502"/>
                    <a:gd name="connsiteY8445" fmla="*/ 2019320 h 2360402"/>
                    <a:gd name="connsiteX8446" fmla="*/ 1160065 w 1440502"/>
                    <a:gd name="connsiteY8446" fmla="*/ 2019285 h 2360402"/>
                    <a:gd name="connsiteX8447" fmla="*/ 1160007 w 1440502"/>
                    <a:gd name="connsiteY8447" fmla="*/ 2019169 h 2360402"/>
                    <a:gd name="connsiteX8448" fmla="*/ 1159822 w 1440502"/>
                    <a:gd name="connsiteY8448" fmla="*/ 2018903 h 2360402"/>
                    <a:gd name="connsiteX8449" fmla="*/ 1159810 w 1440502"/>
                    <a:gd name="connsiteY8449" fmla="*/ 2018891 h 2360402"/>
                    <a:gd name="connsiteX8450" fmla="*/ 1159729 w 1440502"/>
                    <a:gd name="connsiteY8450" fmla="*/ 2018903 h 2360402"/>
                    <a:gd name="connsiteX8451" fmla="*/ 1159695 w 1440502"/>
                    <a:gd name="connsiteY8451" fmla="*/ 2018879 h 2360402"/>
                    <a:gd name="connsiteX8452" fmla="*/ 1159533 w 1440502"/>
                    <a:gd name="connsiteY8452" fmla="*/ 2018625 h 2360402"/>
                    <a:gd name="connsiteX8453" fmla="*/ 1159405 w 1440502"/>
                    <a:gd name="connsiteY8453" fmla="*/ 2018625 h 2360402"/>
                    <a:gd name="connsiteX8454" fmla="*/ 1159278 w 1440502"/>
                    <a:gd name="connsiteY8454" fmla="*/ 2018648 h 2360402"/>
                    <a:gd name="connsiteX8455" fmla="*/ 1159290 w 1440502"/>
                    <a:gd name="connsiteY8455" fmla="*/ 2018625 h 2360402"/>
                    <a:gd name="connsiteX8456" fmla="*/ 1159313 w 1440502"/>
                    <a:gd name="connsiteY8456" fmla="*/ 2018567 h 2360402"/>
                    <a:gd name="connsiteX8457" fmla="*/ 1159301 w 1440502"/>
                    <a:gd name="connsiteY8457" fmla="*/ 2018509 h 2360402"/>
                    <a:gd name="connsiteX8458" fmla="*/ 1159220 w 1440502"/>
                    <a:gd name="connsiteY8458" fmla="*/ 2018451 h 2360402"/>
                    <a:gd name="connsiteX8459" fmla="*/ 1159104 w 1440502"/>
                    <a:gd name="connsiteY8459" fmla="*/ 2018440 h 2360402"/>
                    <a:gd name="connsiteX8460" fmla="*/ 1158884 w 1440502"/>
                    <a:gd name="connsiteY8460" fmla="*/ 2018440 h 2360402"/>
                    <a:gd name="connsiteX8461" fmla="*/ 1158387 w 1440502"/>
                    <a:gd name="connsiteY8461" fmla="*/ 2018463 h 2360402"/>
                    <a:gd name="connsiteX8462" fmla="*/ 1158190 w 1440502"/>
                    <a:gd name="connsiteY8462" fmla="*/ 2018613 h 2360402"/>
                    <a:gd name="connsiteX8463" fmla="*/ 1158167 w 1440502"/>
                    <a:gd name="connsiteY8463" fmla="*/ 2018660 h 2360402"/>
                    <a:gd name="connsiteX8464" fmla="*/ 1157958 w 1440502"/>
                    <a:gd name="connsiteY8464" fmla="*/ 2018833 h 2360402"/>
                    <a:gd name="connsiteX8465" fmla="*/ 1157924 w 1440502"/>
                    <a:gd name="connsiteY8465" fmla="*/ 2018879 h 2360402"/>
                    <a:gd name="connsiteX8466" fmla="*/ 1157843 w 1440502"/>
                    <a:gd name="connsiteY8466" fmla="*/ 2019007 h 2360402"/>
                    <a:gd name="connsiteX8467" fmla="*/ 1157658 w 1440502"/>
                    <a:gd name="connsiteY8467" fmla="*/ 2019065 h 2360402"/>
                    <a:gd name="connsiteX8468" fmla="*/ 1157136 w 1440502"/>
                    <a:gd name="connsiteY8468" fmla="*/ 2018914 h 2360402"/>
                    <a:gd name="connsiteX8469" fmla="*/ 1157113 w 1440502"/>
                    <a:gd name="connsiteY8469" fmla="*/ 2018903 h 2360402"/>
                    <a:gd name="connsiteX8470" fmla="*/ 1157090 w 1440502"/>
                    <a:gd name="connsiteY8470" fmla="*/ 2018914 h 2360402"/>
                    <a:gd name="connsiteX8471" fmla="*/ 1157056 w 1440502"/>
                    <a:gd name="connsiteY8471" fmla="*/ 2018926 h 2360402"/>
                    <a:gd name="connsiteX8472" fmla="*/ 1157021 w 1440502"/>
                    <a:gd name="connsiteY8472" fmla="*/ 2018984 h 2360402"/>
                    <a:gd name="connsiteX8473" fmla="*/ 1156998 w 1440502"/>
                    <a:gd name="connsiteY8473" fmla="*/ 2019030 h 2360402"/>
                    <a:gd name="connsiteX8474" fmla="*/ 1156974 w 1440502"/>
                    <a:gd name="connsiteY8474" fmla="*/ 2019099 h 2360402"/>
                    <a:gd name="connsiteX8475" fmla="*/ 1156951 w 1440502"/>
                    <a:gd name="connsiteY8475" fmla="*/ 2019122 h 2360402"/>
                    <a:gd name="connsiteX8476" fmla="*/ 1156569 w 1440502"/>
                    <a:gd name="connsiteY8476" fmla="*/ 2019134 h 2360402"/>
                    <a:gd name="connsiteX8477" fmla="*/ 1156534 w 1440502"/>
                    <a:gd name="connsiteY8477" fmla="*/ 2019204 h 2360402"/>
                    <a:gd name="connsiteX8478" fmla="*/ 1156430 w 1440502"/>
                    <a:gd name="connsiteY8478" fmla="*/ 2019331 h 2360402"/>
                    <a:gd name="connsiteX8479" fmla="*/ 1156372 w 1440502"/>
                    <a:gd name="connsiteY8479" fmla="*/ 2019342 h 2360402"/>
                    <a:gd name="connsiteX8480" fmla="*/ 1156199 w 1440502"/>
                    <a:gd name="connsiteY8480" fmla="*/ 2019366 h 2360402"/>
                    <a:gd name="connsiteX8481" fmla="*/ 1156083 w 1440502"/>
                    <a:gd name="connsiteY8481" fmla="*/ 2019377 h 2360402"/>
                    <a:gd name="connsiteX8482" fmla="*/ 1155944 w 1440502"/>
                    <a:gd name="connsiteY8482" fmla="*/ 2019470 h 2360402"/>
                    <a:gd name="connsiteX8483" fmla="*/ 1155817 w 1440502"/>
                    <a:gd name="connsiteY8483" fmla="*/ 2019528 h 2360402"/>
                    <a:gd name="connsiteX8484" fmla="*/ 1155435 w 1440502"/>
                    <a:gd name="connsiteY8484" fmla="*/ 2019643 h 2360402"/>
                    <a:gd name="connsiteX8485" fmla="*/ 1155319 w 1440502"/>
                    <a:gd name="connsiteY8485" fmla="*/ 2019748 h 2360402"/>
                    <a:gd name="connsiteX8486" fmla="*/ 1155076 w 1440502"/>
                    <a:gd name="connsiteY8486" fmla="*/ 2019794 h 2360402"/>
                    <a:gd name="connsiteX8487" fmla="*/ 1155065 w 1440502"/>
                    <a:gd name="connsiteY8487" fmla="*/ 2019817 h 2360402"/>
                    <a:gd name="connsiteX8488" fmla="*/ 1155041 w 1440502"/>
                    <a:gd name="connsiteY8488" fmla="*/ 2019864 h 2360402"/>
                    <a:gd name="connsiteX8489" fmla="*/ 1155030 w 1440502"/>
                    <a:gd name="connsiteY8489" fmla="*/ 2019910 h 2360402"/>
                    <a:gd name="connsiteX8490" fmla="*/ 1155030 w 1440502"/>
                    <a:gd name="connsiteY8490" fmla="*/ 2019956 h 2360402"/>
                    <a:gd name="connsiteX8491" fmla="*/ 1155053 w 1440502"/>
                    <a:gd name="connsiteY8491" fmla="*/ 2020014 h 2360402"/>
                    <a:gd name="connsiteX8492" fmla="*/ 1155087 w 1440502"/>
                    <a:gd name="connsiteY8492" fmla="*/ 2020095 h 2360402"/>
                    <a:gd name="connsiteX8493" fmla="*/ 1155099 w 1440502"/>
                    <a:gd name="connsiteY8493" fmla="*/ 2020245 h 2360402"/>
                    <a:gd name="connsiteX8494" fmla="*/ 1155053 w 1440502"/>
                    <a:gd name="connsiteY8494" fmla="*/ 2020326 h 2360402"/>
                    <a:gd name="connsiteX8495" fmla="*/ 1154972 w 1440502"/>
                    <a:gd name="connsiteY8495" fmla="*/ 2020500 h 2360402"/>
                    <a:gd name="connsiteX8496" fmla="*/ 1154960 w 1440502"/>
                    <a:gd name="connsiteY8496" fmla="*/ 2020581 h 2360402"/>
                    <a:gd name="connsiteX8497" fmla="*/ 1154914 w 1440502"/>
                    <a:gd name="connsiteY8497" fmla="*/ 2020674 h 2360402"/>
                    <a:gd name="connsiteX8498" fmla="*/ 1154844 w 1440502"/>
                    <a:gd name="connsiteY8498" fmla="*/ 2020709 h 2360402"/>
                    <a:gd name="connsiteX8499" fmla="*/ 1154821 w 1440502"/>
                    <a:gd name="connsiteY8499" fmla="*/ 2020755 h 2360402"/>
                    <a:gd name="connsiteX8500" fmla="*/ 1154821 w 1440502"/>
                    <a:gd name="connsiteY8500" fmla="*/ 2020778 h 2360402"/>
                    <a:gd name="connsiteX8501" fmla="*/ 1154821 w 1440502"/>
                    <a:gd name="connsiteY8501" fmla="*/ 2020836 h 2360402"/>
                    <a:gd name="connsiteX8502" fmla="*/ 1154833 w 1440502"/>
                    <a:gd name="connsiteY8502" fmla="*/ 2020859 h 2360402"/>
                    <a:gd name="connsiteX8503" fmla="*/ 1154844 w 1440502"/>
                    <a:gd name="connsiteY8503" fmla="*/ 2020894 h 2360402"/>
                    <a:gd name="connsiteX8504" fmla="*/ 1154821 w 1440502"/>
                    <a:gd name="connsiteY8504" fmla="*/ 2021021 h 2360402"/>
                    <a:gd name="connsiteX8505" fmla="*/ 1154810 w 1440502"/>
                    <a:gd name="connsiteY8505" fmla="*/ 2021056 h 2360402"/>
                    <a:gd name="connsiteX8506" fmla="*/ 1154798 w 1440502"/>
                    <a:gd name="connsiteY8506" fmla="*/ 2021125 h 2360402"/>
                    <a:gd name="connsiteX8507" fmla="*/ 1154786 w 1440502"/>
                    <a:gd name="connsiteY8507" fmla="*/ 2021206 h 2360402"/>
                    <a:gd name="connsiteX8508" fmla="*/ 1154798 w 1440502"/>
                    <a:gd name="connsiteY8508" fmla="*/ 2021253 h 2360402"/>
                    <a:gd name="connsiteX8509" fmla="*/ 1154810 w 1440502"/>
                    <a:gd name="connsiteY8509" fmla="*/ 2021311 h 2360402"/>
                    <a:gd name="connsiteX8510" fmla="*/ 1154740 w 1440502"/>
                    <a:gd name="connsiteY8510" fmla="*/ 2021403 h 2360402"/>
                    <a:gd name="connsiteX8511" fmla="*/ 1154682 w 1440502"/>
                    <a:gd name="connsiteY8511" fmla="*/ 2021496 h 2360402"/>
                    <a:gd name="connsiteX8512" fmla="*/ 1154671 w 1440502"/>
                    <a:gd name="connsiteY8512" fmla="*/ 2021542 h 2360402"/>
                    <a:gd name="connsiteX8513" fmla="*/ 1154682 w 1440502"/>
                    <a:gd name="connsiteY8513" fmla="*/ 2021588 h 2360402"/>
                    <a:gd name="connsiteX8514" fmla="*/ 1154694 w 1440502"/>
                    <a:gd name="connsiteY8514" fmla="*/ 2021692 h 2360402"/>
                    <a:gd name="connsiteX8515" fmla="*/ 1154740 w 1440502"/>
                    <a:gd name="connsiteY8515" fmla="*/ 2021901 h 2360402"/>
                    <a:gd name="connsiteX8516" fmla="*/ 1154752 w 1440502"/>
                    <a:gd name="connsiteY8516" fmla="*/ 2021982 h 2360402"/>
                    <a:gd name="connsiteX8517" fmla="*/ 1154740 w 1440502"/>
                    <a:gd name="connsiteY8517" fmla="*/ 2022016 h 2360402"/>
                    <a:gd name="connsiteX8518" fmla="*/ 1154706 w 1440502"/>
                    <a:gd name="connsiteY8518" fmla="*/ 2022260 h 2360402"/>
                    <a:gd name="connsiteX8519" fmla="*/ 1154706 w 1440502"/>
                    <a:gd name="connsiteY8519" fmla="*/ 2022306 h 2360402"/>
                    <a:gd name="connsiteX8520" fmla="*/ 1154613 w 1440502"/>
                    <a:gd name="connsiteY8520" fmla="*/ 2022676 h 2360402"/>
                    <a:gd name="connsiteX8521" fmla="*/ 1154474 w 1440502"/>
                    <a:gd name="connsiteY8521" fmla="*/ 2022723 h 2360402"/>
                    <a:gd name="connsiteX8522" fmla="*/ 1154439 w 1440502"/>
                    <a:gd name="connsiteY8522" fmla="*/ 2022665 h 2360402"/>
                    <a:gd name="connsiteX8523" fmla="*/ 1154405 w 1440502"/>
                    <a:gd name="connsiteY8523" fmla="*/ 2022630 h 2360402"/>
                    <a:gd name="connsiteX8524" fmla="*/ 1154393 w 1440502"/>
                    <a:gd name="connsiteY8524" fmla="*/ 2022618 h 2360402"/>
                    <a:gd name="connsiteX8525" fmla="*/ 1154370 w 1440502"/>
                    <a:gd name="connsiteY8525" fmla="*/ 2022607 h 2360402"/>
                    <a:gd name="connsiteX8526" fmla="*/ 1154323 w 1440502"/>
                    <a:gd name="connsiteY8526" fmla="*/ 2022618 h 2360402"/>
                    <a:gd name="connsiteX8527" fmla="*/ 1154115 w 1440502"/>
                    <a:gd name="connsiteY8527" fmla="*/ 2022723 h 2360402"/>
                    <a:gd name="connsiteX8528" fmla="*/ 1154104 w 1440502"/>
                    <a:gd name="connsiteY8528" fmla="*/ 2022734 h 2360402"/>
                    <a:gd name="connsiteX8529" fmla="*/ 1154115 w 1440502"/>
                    <a:gd name="connsiteY8529" fmla="*/ 2022862 h 2360402"/>
                    <a:gd name="connsiteX8530" fmla="*/ 1154138 w 1440502"/>
                    <a:gd name="connsiteY8530" fmla="*/ 2022885 h 2360402"/>
                    <a:gd name="connsiteX8531" fmla="*/ 1154347 w 1440502"/>
                    <a:gd name="connsiteY8531" fmla="*/ 2023024 h 2360402"/>
                    <a:gd name="connsiteX8532" fmla="*/ 1154497 w 1440502"/>
                    <a:gd name="connsiteY8532" fmla="*/ 2023174 h 2360402"/>
                    <a:gd name="connsiteX8533" fmla="*/ 1154555 w 1440502"/>
                    <a:gd name="connsiteY8533" fmla="*/ 2023371 h 2360402"/>
                    <a:gd name="connsiteX8534" fmla="*/ 1154567 w 1440502"/>
                    <a:gd name="connsiteY8534" fmla="*/ 2023591 h 2360402"/>
                    <a:gd name="connsiteX8535" fmla="*/ 1154555 w 1440502"/>
                    <a:gd name="connsiteY8535" fmla="*/ 2023614 h 2360402"/>
                    <a:gd name="connsiteX8536" fmla="*/ 1154543 w 1440502"/>
                    <a:gd name="connsiteY8536" fmla="*/ 2023730 h 2360402"/>
                    <a:gd name="connsiteX8537" fmla="*/ 1154463 w 1440502"/>
                    <a:gd name="connsiteY8537" fmla="*/ 2024008 h 2360402"/>
                    <a:gd name="connsiteX8538" fmla="*/ 1154289 w 1440502"/>
                    <a:gd name="connsiteY8538" fmla="*/ 2024170 h 2360402"/>
                    <a:gd name="connsiteX8539" fmla="*/ 1154231 w 1440502"/>
                    <a:gd name="connsiteY8539" fmla="*/ 2024274 h 2360402"/>
                    <a:gd name="connsiteX8540" fmla="*/ 1154231 w 1440502"/>
                    <a:gd name="connsiteY8540" fmla="*/ 2024297 h 2360402"/>
                    <a:gd name="connsiteX8541" fmla="*/ 1154242 w 1440502"/>
                    <a:gd name="connsiteY8541" fmla="*/ 2024332 h 2360402"/>
                    <a:gd name="connsiteX8542" fmla="*/ 1154254 w 1440502"/>
                    <a:gd name="connsiteY8542" fmla="*/ 2024355 h 2360402"/>
                    <a:gd name="connsiteX8543" fmla="*/ 1154347 w 1440502"/>
                    <a:gd name="connsiteY8543" fmla="*/ 2024436 h 2360402"/>
                    <a:gd name="connsiteX8544" fmla="*/ 1154358 w 1440502"/>
                    <a:gd name="connsiteY8544" fmla="*/ 2024471 h 2360402"/>
                    <a:gd name="connsiteX8545" fmla="*/ 1154358 w 1440502"/>
                    <a:gd name="connsiteY8545" fmla="*/ 2024494 h 2360402"/>
                    <a:gd name="connsiteX8546" fmla="*/ 1154358 w 1440502"/>
                    <a:gd name="connsiteY8546" fmla="*/ 2024586 h 2360402"/>
                    <a:gd name="connsiteX8547" fmla="*/ 1154312 w 1440502"/>
                    <a:gd name="connsiteY8547" fmla="*/ 2024667 h 2360402"/>
                    <a:gd name="connsiteX8548" fmla="*/ 1154300 w 1440502"/>
                    <a:gd name="connsiteY8548" fmla="*/ 2024691 h 2360402"/>
                    <a:gd name="connsiteX8549" fmla="*/ 1154266 w 1440502"/>
                    <a:gd name="connsiteY8549" fmla="*/ 2024714 h 2360402"/>
                    <a:gd name="connsiteX8550" fmla="*/ 1154069 w 1440502"/>
                    <a:gd name="connsiteY8550" fmla="*/ 2024841 h 2360402"/>
                    <a:gd name="connsiteX8551" fmla="*/ 1153965 w 1440502"/>
                    <a:gd name="connsiteY8551" fmla="*/ 2024980 h 2360402"/>
                    <a:gd name="connsiteX8552" fmla="*/ 1153907 w 1440502"/>
                    <a:gd name="connsiteY8552" fmla="*/ 2025142 h 2360402"/>
                    <a:gd name="connsiteX8553" fmla="*/ 1153884 w 1440502"/>
                    <a:gd name="connsiteY8553" fmla="*/ 2025269 h 2360402"/>
                    <a:gd name="connsiteX8554" fmla="*/ 1153884 w 1440502"/>
                    <a:gd name="connsiteY8554" fmla="*/ 2025385 h 2360402"/>
                    <a:gd name="connsiteX8555" fmla="*/ 1153976 w 1440502"/>
                    <a:gd name="connsiteY8555" fmla="*/ 2025617 h 2360402"/>
                    <a:gd name="connsiteX8556" fmla="*/ 1153965 w 1440502"/>
                    <a:gd name="connsiteY8556" fmla="*/ 2025709 h 2360402"/>
                    <a:gd name="connsiteX8557" fmla="*/ 1153976 w 1440502"/>
                    <a:gd name="connsiteY8557" fmla="*/ 2025779 h 2360402"/>
                    <a:gd name="connsiteX8558" fmla="*/ 1153988 w 1440502"/>
                    <a:gd name="connsiteY8558" fmla="*/ 2025929 h 2360402"/>
                    <a:gd name="connsiteX8559" fmla="*/ 1153988 w 1440502"/>
                    <a:gd name="connsiteY8559" fmla="*/ 2025964 h 2360402"/>
                    <a:gd name="connsiteX8560" fmla="*/ 1153837 w 1440502"/>
                    <a:gd name="connsiteY8560" fmla="*/ 2026415 h 2360402"/>
                    <a:gd name="connsiteX8561" fmla="*/ 1153837 w 1440502"/>
                    <a:gd name="connsiteY8561" fmla="*/ 2026439 h 2360402"/>
                    <a:gd name="connsiteX8562" fmla="*/ 1153814 w 1440502"/>
                    <a:gd name="connsiteY8562" fmla="*/ 2026624 h 2360402"/>
                    <a:gd name="connsiteX8563" fmla="*/ 1153803 w 1440502"/>
                    <a:gd name="connsiteY8563" fmla="*/ 2026716 h 2360402"/>
                    <a:gd name="connsiteX8564" fmla="*/ 1153803 w 1440502"/>
                    <a:gd name="connsiteY8564" fmla="*/ 2026774 h 2360402"/>
                    <a:gd name="connsiteX8565" fmla="*/ 1153710 w 1440502"/>
                    <a:gd name="connsiteY8565" fmla="*/ 2027087 h 2360402"/>
                    <a:gd name="connsiteX8566" fmla="*/ 1153698 w 1440502"/>
                    <a:gd name="connsiteY8566" fmla="*/ 2027133 h 2360402"/>
                    <a:gd name="connsiteX8567" fmla="*/ 1153606 w 1440502"/>
                    <a:gd name="connsiteY8567" fmla="*/ 2027388 h 2360402"/>
                    <a:gd name="connsiteX8568" fmla="*/ 1153583 w 1440502"/>
                    <a:gd name="connsiteY8568" fmla="*/ 2027422 h 2360402"/>
                    <a:gd name="connsiteX8569" fmla="*/ 1153502 w 1440502"/>
                    <a:gd name="connsiteY8569" fmla="*/ 2027434 h 2360402"/>
                    <a:gd name="connsiteX8570" fmla="*/ 1153490 w 1440502"/>
                    <a:gd name="connsiteY8570" fmla="*/ 2027527 h 2360402"/>
                    <a:gd name="connsiteX8571" fmla="*/ 1153502 w 1440502"/>
                    <a:gd name="connsiteY8571" fmla="*/ 2027561 h 2360402"/>
                    <a:gd name="connsiteX8572" fmla="*/ 1153536 w 1440502"/>
                    <a:gd name="connsiteY8572" fmla="*/ 2027665 h 2360402"/>
                    <a:gd name="connsiteX8573" fmla="*/ 1153710 w 1440502"/>
                    <a:gd name="connsiteY8573" fmla="*/ 2027723 h 2360402"/>
                    <a:gd name="connsiteX8574" fmla="*/ 1153409 w 1440502"/>
                    <a:gd name="connsiteY8574" fmla="*/ 2028233 h 2360402"/>
                    <a:gd name="connsiteX8575" fmla="*/ 1153397 w 1440502"/>
                    <a:gd name="connsiteY8575" fmla="*/ 2028291 h 2360402"/>
                    <a:gd name="connsiteX8576" fmla="*/ 1153305 w 1440502"/>
                    <a:gd name="connsiteY8576" fmla="*/ 2028453 h 2360402"/>
                    <a:gd name="connsiteX8577" fmla="*/ 1153270 w 1440502"/>
                    <a:gd name="connsiteY8577" fmla="*/ 2028510 h 2360402"/>
                    <a:gd name="connsiteX8578" fmla="*/ 1153235 w 1440502"/>
                    <a:gd name="connsiteY8578" fmla="*/ 2028603 h 2360402"/>
                    <a:gd name="connsiteX8579" fmla="*/ 1153096 w 1440502"/>
                    <a:gd name="connsiteY8579" fmla="*/ 2028661 h 2360402"/>
                    <a:gd name="connsiteX8580" fmla="*/ 1153154 w 1440502"/>
                    <a:gd name="connsiteY8580" fmla="*/ 2028962 h 2360402"/>
                    <a:gd name="connsiteX8581" fmla="*/ 1153259 w 1440502"/>
                    <a:gd name="connsiteY8581" fmla="*/ 2029367 h 2360402"/>
                    <a:gd name="connsiteX8582" fmla="*/ 1153270 w 1440502"/>
                    <a:gd name="connsiteY8582" fmla="*/ 2029402 h 2360402"/>
                    <a:gd name="connsiteX8583" fmla="*/ 1153259 w 1440502"/>
                    <a:gd name="connsiteY8583" fmla="*/ 2029495 h 2360402"/>
                    <a:gd name="connsiteX8584" fmla="*/ 1153409 w 1440502"/>
                    <a:gd name="connsiteY8584" fmla="*/ 2030120 h 2360402"/>
                    <a:gd name="connsiteX8585" fmla="*/ 1153340 w 1440502"/>
                    <a:gd name="connsiteY8585" fmla="*/ 2030710 h 2360402"/>
                    <a:gd name="connsiteX8586" fmla="*/ 1153351 w 1440502"/>
                    <a:gd name="connsiteY8586" fmla="*/ 2030756 h 2360402"/>
                    <a:gd name="connsiteX8587" fmla="*/ 1153374 w 1440502"/>
                    <a:gd name="connsiteY8587" fmla="*/ 2030802 h 2360402"/>
                    <a:gd name="connsiteX8588" fmla="*/ 1153409 w 1440502"/>
                    <a:gd name="connsiteY8588" fmla="*/ 2030895 h 2360402"/>
                    <a:gd name="connsiteX8589" fmla="*/ 1153467 w 1440502"/>
                    <a:gd name="connsiteY8589" fmla="*/ 2031196 h 2360402"/>
                    <a:gd name="connsiteX8590" fmla="*/ 1153513 w 1440502"/>
                    <a:gd name="connsiteY8590" fmla="*/ 2031254 h 2360402"/>
                    <a:gd name="connsiteX8591" fmla="*/ 1153640 w 1440502"/>
                    <a:gd name="connsiteY8591" fmla="*/ 2031393 h 2360402"/>
                    <a:gd name="connsiteX8592" fmla="*/ 1153721 w 1440502"/>
                    <a:gd name="connsiteY8592" fmla="*/ 2032481 h 2360402"/>
                    <a:gd name="connsiteX8593" fmla="*/ 1152274 w 1440502"/>
                    <a:gd name="connsiteY8593" fmla="*/ 2032759 h 2360402"/>
                    <a:gd name="connsiteX8594" fmla="*/ 1151916 w 1440502"/>
                    <a:gd name="connsiteY8594" fmla="*/ 2032863 h 2360402"/>
                    <a:gd name="connsiteX8595" fmla="*/ 1151823 w 1440502"/>
                    <a:gd name="connsiteY8595" fmla="*/ 2032921 h 2360402"/>
                    <a:gd name="connsiteX8596" fmla="*/ 1151730 w 1440502"/>
                    <a:gd name="connsiteY8596" fmla="*/ 2033014 h 2360402"/>
                    <a:gd name="connsiteX8597" fmla="*/ 1151696 w 1440502"/>
                    <a:gd name="connsiteY8597" fmla="*/ 2033060 h 2360402"/>
                    <a:gd name="connsiteX8598" fmla="*/ 1151592 w 1440502"/>
                    <a:gd name="connsiteY8598" fmla="*/ 2033280 h 2360402"/>
                    <a:gd name="connsiteX8599" fmla="*/ 1151569 w 1440502"/>
                    <a:gd name="connsiteY8599" fmla="*/ 2033326 h 2360402"/>
                    <a:gd name="connsiteX8600" fmla="*/ 1151534 w 1440502"/>
                    <a:gd name="connsiteY8600" fmla="*/ 2033395 h 2360402"/>
                    <a:gd name="connsiteX8601" fmla="*/ 1151487 w 1440502"/>
                    <a:gd name="connsiteY8601" fmla="*/ 2033465 h 2360402"/>
                    <a:gd name="connsiteX8602" fmla="*/ 1151326 w 1440502"/>
                    <a:gd name="connsiteY8602" fmla="*/ 2033627 h 2360402"/>
                    <a:gd name="connsiteX8603" fmla="*/ 1151244 w 1440502"/>
                    <a:gd name="connsiteY8603" fmla="*/ 2033685 h 2360402"/>
                    <a:gd name="connsiteX8604" fmla="*/ 1151071 w 1440502"/>
                    <a:gd name="connsiteY8604" fmla="*/ 2033778 h 2360402"/>
                    <a:gd name="connsiteX8605" fmla="*/ 1150781 w 1440502"/>
                    <a:gd name="connsiteY8605" fmla="*/ 2033789 h 2360402"/>
                    <a:gd name="connsiteX8606" fmla="*/ 1150341 w 1440502"/>
                    <a:gd name="connsiteY8606" fmla="*/ 2033847 h 2360402"/>
                    <a:gd name="connsiteX8607" fmla="*/ 1149496 w 1440502"/>
                    <a:gd name="connsiteY8607" fmla="*/ 2034240 h 2360402"/>
                    <a:gd name="connsiteX8608" fmla="*/ 1149219 w 1440502"/>
                    <a:gd name="connsiteY8608" fmla="*/ 2034310 h 2360402"/>
                    <a:gd name="connsiteX8609" fmla="*/ 1149010 w 1440502"/>
                    <a:gd name="connsiteY8609" fmla="*/ 2034414 h 2360402"/>
                    <a:gd name="connsiteX8610" fmla="*/ 1147633 w 1440502"/>
                    <a:gd name="connsiteY8610" fmla="*/ 2034414 h 2360402"/>
                    <a:gd name="connsiteX8611" fmla="*/ 1144901 w 1440502"/>
                    <a:gd name="connsiteY8611" fmla="*/ 2034391 h 2360402"/>
                    <a:gd name="connsiteX8612" fmla="*/ 1144322 w 1440502"/>
                    <a:gd name="connsiteY8612" fmla="*/ 2034102 h 2360402"/>
                    <a:gd name="connsiteX8613" fmla="*/ 1142944 w 1440502"/>
                    <a:gd name="connsiteY8613" fmla="*/ 2033511 h 2360402"/>
                    <a:gd name="connsiteX8614" fmla="*/ 1142377 w 1440502"/>
                    <a:gd name="connsiteY8614" fmla="*/ 2033778 h 2360402"/>
                    <a:gd name="connsiteX8615" fmla="*/ 1142007 w 1440502"/>
                    <a:gd name="connsiteY8615" fmla="*/ 2034356 h 2360402"/>
                    <a:gd name="connsiteX8616" fmla="*/ 1141868 w 1440502"/>
                    <a:gd name="connsiteY8616" fmla="*/ 2034646 h 2360402"/>
                    <a:gd name="connsiteX8617" fmla="*/ 1141613 w 1440502"/>
                    <a:gd name="connsiteY8617" fmla="*/ 2035271 h 2360402"/>
                    <a:gd name="connsiteX8618" fmla="*/ 1141324 w 1440502"/>
                    <a:gd name="connsiteY8618" fmla="*/ 2035977 h 2360402"/>
                    <a:gd name="connsiteX8619" fmla="*/ 1141254 w 1440502"/>
                    <a:gd name="connsiteY8619" fmla="*/ 2036151 h 2360402"/>
                    <a:gd name="connsiteX8620" fmla="*/ 1141104 w 1440502"/>
                    <a:gd name="connsiteY8620" fmla="*/ 2036417 h 2360402"/>
                    <a:gd name="connsiteX8621" fmla="*/ 1140849 w 1440502"/>
                    <a:gd name="connsiteY8621" fmla="*/ 2036891 h 2360402"/>
                    <a:gd name="connsiteX8622" fmla="*/ 1140629 w 1440502"/>
                    <a:gd name="connsiteY8622" fmla="*/ 2037343 h 2360402"/>
                    <a:gd name="connsiteX8623" fmla="*/ 1140548 w 1440502"/>
                    <a:gd name="connsiteY8623" fmla="*/ 2037505 h 2360402"/>
                    <a:gd name="connsiteX8624" fmla="*/ 1140132 w 1440502"/>
                    <a:gd name="connsiteY8624" fmla="*/ 2038408 h 2360402"/>
                    <a:gd name="connsiteX8625" fmla="*/ 1140108 w 1440502"/>
                    <a:gd name="connsiteY8625" fmla="*/ 2038454 h 2360402"/>
                    <a:gd name="connsiteX8626" fmla="*/ 1139645 w 1440502"/>
                    <a:gd name="connsiteY8626" fmla="*/ 2039404 h 2360402"/>
                    <a:gd name="connsiteX8627" fmla="*/ 1137782 w 1440502"/>
                    <a:gd name="connsiteY8627" fmla="*/ 2043200 h 2360402"/>
                    <a:gd name="connsiteX8628" fmla="*/ 1137608 w 1440502"/>
                    <a:gd name="connsiteY8628" fmla="*/ 2043582 h 2360402"/>
                    <a:gd name="connsiteX8629" fmla="*/ 1137388 w 1440502"/>
                    <a:gd name="connsiteY8629" fmla="*/ 2044034 h 2360402"/>
                    <a:gd name="connsiteX8630" fmla="*/ 1137029 w 1440502"/>
                    <a:gd name="connsiteY8630" fmla="*/ 2044752 h 2360402"/>
                    <a:gd name="connsiteX8631" fmla="*/ 1136971 w 1440502"/>
                    <a:gd name="connsiteY8631" fmla="*/ 2044983 h 2360402"/>
                    <a:gd name="connsiteX8632" fmla="*/ 1136983 w 1440502"/>
                    <a:gd name="connsiteY8632" fmla="*/ 2044995 h 2360402"/>
                    <a:gd name="connsiteX8633" fmla="*/ 1137029 w 1440502"/>
                    <a:gd name="connsiteY8633" fmla="*/ 2045099 h 2360402"/>
                    <a:gd name="connsiteX8634" fmla="*/ 1137122 w 1440502"/>
                    <a:gd name="connsiteY8634" fmla="*/ 2045342 h 2360402"/>
                    <a:gd name="connsiteX8635" fmla="*/ 1137133 w 1440502"/>
                    <a:gd name="connsiteY8635" fmla="*/ 2045412 h 2360402"/>
                    <a:gd name="connsiteX8636" fmla="*/ 1137133 w 1440502"/>
                    <a:gd name="connsiteY8636" fmla="*/ 2045446 h 2360402"/>
                    <a:gd name="connsiteX8637" fmla="*/ 1137110 w 1440502"/>
                    <a:gd name="connsiteY8637" fmla="*/ 2045608 h 2360402"/>
                    <a:gd name="connsiteX8638" fmla="*/ 1137145 w 1440502"/>
                    <a:gd name="connsiteY8638" fmla="*/ 2045759 h 2360402"/>
                    <a:gd name="connsiteX8639" fmla="*/ 1137156 w 1440502"/>
                    <a:gd name="connsiteY8639" fmla="*/ 2045782 h 2360402"/>
                    <a:gd name="connsiteX8640" fmla="*/ 1137180 w 1440502"/>
                    <a:gd name="connsiteY8640" fmla="*/ 2045828 h 2360402"/>
                    <a:gd name="connsiteX8641" fmla="*/ 1137191 w 1440502"/>
                    <a:gd name="connsiteY8641" fmla="*/ 2045851 h 2360402"/>
                    <a:gd name="connsiteX8642" fmla="*/ 1137191 w 1440502"/>
                    <a:gd name="connsiteY8642" fmla="*/ 2045886 h 2360402"/>
                    <a:gd name="connsiteX8643" fmla="*/ 1137191 w 1440502"/>
                    <a:gd name="connsiteY8643" fmla="*/ 2045898 h 2360402"/>
                    <a:gd name="connsiteX8644" fmla="*/ 1137180 w 1440502"/>
                    <a:gd name="connsiteY8644" fmla="*/ 2045956 h 2360402"/>
                    <a:gd name="connsiteX8645" fmla="*/ 1137168 w 1440502"/>
                    <a:gd name="connsiteY8645" fmla="*/ 2045979 h 2360402"/>
                    <a:gd name="connsiteX8646" fmla="*/ 1137156 w 1440502"/>
                    <a:gd name="connsiteY8646" fmla="*/ 2046002 h 2360402"/>
                    <a:gd name="connsiteX8647" fmla="*/ 1137133 w 1440502"/>
                    <a:gd name="connsiteY8647" fmla="*/ 2046036 h 2360402"/>
                    <a:gd name="connsiteX8648" fmla="*/ 1137156 w 1440502"/>
                    <a:gd name="connsiteY8648" fmla="*/ 2046083 h 2360402"/>
                    <a:gd name="connsiteX8649" fmla="*/ 1137168 w 1440502"/>
                    <a:gd name="connsiteY8649" fmla="*/ 2046117 h 2360402"/>
                    <a:gd name="connsiteX8650" fmla="*/ 1137168 w 1440502"/>
                    <a:gd name="connsiteY8650" fmla="*/ 2046175 h 2360402"/>
                    <a:gd name="connsiteX8651" fmla="*/ 1137226 w 1440502"/>
                    <a:gd name="connsiteY8651" fmla="*/ 2046233 h 2360402"/>
                    <a:gd name="connsiteX8652" fmla="*/ 1137330 w 1440502"/>
                    <a:gd name="connsiteY8652" fmla="*/ 2046349 h 2360402"/>
                    <a:gd name="connsiteX8653" fmla="*/ 1137353 w 1440502"/>
                    <a:gd name="connsiteY8653" fmla="*/ 2046418 h 2360402"/>
                    <a:gd name="connsiteX8654" fmla="*/ 1137446 w 1440502"/>
                    <a:gd name="connsiteY8654" fmla="*/ 2046523 h 2360402"/>
                    <a:gd name="connsiteX8655" fmla="*/ 1137527 w 1440502"/>
                    <a:gd name="connsiteY8655" fmla="*/ 2046569 h 2360402"/>
                    <a:gd name="connsiteX8656" fmla="*/ 1137562 w 1440502"/>
                    <a:gd name="connsiteY8656" fmla="*/ 2046650 h 2360402"/>
                    <a:gd name="connsiteX8657" fmla="*/ 1137562 w 1440502"/>
                    <a:gd name="connsiteY8657" fmla="*/ 2046673 h 2360402"/>
                    <a:gd name="connsiteX8658" fmla="*/ 1137608 w 1440502"/>
                    <a:gd name="connsiteY8658" fmla="*/ 2046766 h 2360402"/>
                    <a:gd name="connsiteX8659" fmla="*/ 1137643 w 1440502"/>
                    <a:gd name="connsiteY8659" fmla="*/ 2046847 h 2360402"/>
                    <a:gd name="connsiteX8660" fmla="*/ 1137619 w 1440502"/>
                    <a:gd name="connsiteY8660" fmla="*/ 2046881 h 2360402"/>
                    <a:gd name="connsiteX8661" fmla="*/ 1137619 w 1440502"/>
                    <a:gd name="connsiteY8661" fmla="*/ 2046916 h 2360402"/>
                    <a:gd name="connsiteX8662" fmla="*/ 1137619 w 1440502"/>
                    <a:gd name="connsiteY8662" fmla="*/ 2046939 h 2360402"/>
                    <a:gd name="connsiteX8663" fmla="*/ 1137573 w 1440502"/>
                    <a:gd name="connsiteY8663" fmla="*/ 2047020 h 2360402"/>
                    <a:gd name="connsiteX8664" fmla="*/ 1137562 w 1440502"/>
                    <a:gd name="connsiteY8664" fmla="*/ 2047055 h 2360402"/>
                    <a:gd name="connsiteX8665" fmla="*/ 1137550 w 1440502"/>
                    <a:gd name="connsiteY8665" fmla="*/ 2047182 h 2360402"/>
                    <a:gd name="connsiteX8666" fmla="*/ 1137527 w 1440502"/>
                    <a:gd name="connsiteY8666" fmla="*/ 2047206 h 2360402"/>
                    <a:gd name="connsiteX8667" fmla="*/ 1137515 w 1440502"/>
                    <a:gd name="connsiteY8667" fmla="*/ 2047217 h 2360402"/>
                    <a:gd name="connsiteX8668" fmla="*/ 1137527 w 1440502"/>
                    <a:gd name="connsiteY8668" fmla="*/ 2047275 h 2360402"/>
                    <a:gd name="connsiteX8669" fmla="*/ 1137492 w 1440502"/>
                    <a:gd name="connsiteY8669" fmla="*/ 2047333 h 2360402"/>
                    <a:gd name="connsiteX8670" fmla="*/ 1137481 w 1440502"/>
                    <a:gd name="connsiteY8670" fmla="*/ 2047403 h 2360402"/>
                    <a:gd name="connsiteX8671" fmla="*/ 1137400 w 1440502"/>
                    <a:gd name="connsiteY8671" fmla="*/ 2047669 h 2360402"/>
                    <a:gd name="connsiteX8672" fmla="*/ 1137342 w 1440502"/>
                    <a:gd name="connsiteY8672" fmla="*/ 2047761 h 2360402"/>
                    <a:gd name="connsiteX8673" fmla="*/ 1137284 w 1440502"/>
                    <a:gd name="connsiteY8673" fmla="*/ 2047877 h 2360402"/>
                    <a:gd name="connsiteX8674" fmla="*/ 1137249 w 1440502"/>
                    <a:gd name="connsiteY8674" fmla="*/ 2047900 h 2360402"/>
                    <a:gd name="connsiteX8675" fmla="*/ 1137168 w 1440502"/>
                    <a:gd name="connsiteY8675" fmla="*/ 2047947 h 2360402"/>
                    <a:gd name="connsiteX8676" fmla="*/ 1137087 w 1440502"/>
                    <a:gd name="connsiteY8676" fmla="*/ 2048062 h 2360402"/>
                    <a:gd name="connsiteX8677" fmla="*/ 1137041 w 1440502"/>
                    <a:gd name="connsiteY8677" fmla="*/ 2048109 h 2360402"/>
                    <a:gd name="connsiteX8678" fmla="*/ 1137029 w 1440502"/>
                    <a:gd name="connsiteY8678" fmla="*/ 2048120 h 2360402"/>
                    <a:gd name="connsiteX8679" fmla="*/ 1136879 w 1440502"/>
                    <a:gd name="connsiteY8679" fmla="*/ 2048224 h 2360402"/>
                    <a:gd name="connsiteX8680" fmla="*/ 1136821 w 1440502"/>
                    <a:gd name="connsiteY8680" fmla="*/ 2048248 h 2360402"/>
                    <a:gd name="connsiteX8681" fmla="*/ 1136786 w 1440502"/>
                    <a:gd name="connsiteY8681" fmla="*/ 2048236 h 2360402"/>
                    <a:gd name="connsiteX8682" fmla="*/ 1136774 w 1440502"/>
                    <a:gd name="connsiteY8682" fmla="*/ 2048248 h 2360402"/>
                    <a:gd name="connsiteX8683" fmla="*/ 1136763 w 1440502"/>
                    <a:gd name="connsiteY8683" fmla="*/ 2048259 h 2360402"/>
                    <a:gd name="connsiteX8684" fmla="*/ 1136763 w 1440502"/>
                    <a:gd name="connsiteY8684" fmla="*/ 2048294 h 2360402"/>
                    <a:gd name="connsiteX8685" fmla="*/ 1136798 w 1440502"/>
                    <a:gd name="connsiteY8685" fmla="*/ 2048328 h 2360402"/>
                    <a:gd name="connsiteX8686" fmla="*/ 1136809 w 1440502"/>
                    <a:gd name="connsiteY8686" fmla="*/ 2048352 h 2360402"/>
                    <a:gd name="connsiteX8687" fmla="*/ 1136774 w 1440502"/>
                    <a:gd name="connsiteY8687" fmla="*/ 2048502 h 2360402"/>
                    <a:gd name="connsiteX8688" fmla="*/ 1136659 w 1440502"/>
                    <a:gd name="connsiteY8688" fmla="*/ 2048456 h 2360402"/>
                    <a:gd name="connsiteX8689" fmla="*/ 1136624 w 1440502"/>
                    <a:gd name="connsiteY8689" fmla="*/ 2048456 h 2360402"/>
                    <a:gd name="connsiteX8690" fmla="*/ 1136612 w 1440502"/>
                    <a:gd name="connsiteY8690" fmla="*/ 2048456 h 2360402"/>
                    <a:gd name="connsiteX8691" fmla="*/ 1136578 w 1440502"/>
                    <a:gd name="connsiteY8691" fmla="*/ 2048502 h 2360402"/>
                    <a:gd name="connsiteX8692" fmla="*/ 1136543 w 1440502"/>
                    <a:gd name="connsiteY8692" fmla="*/ 2048525 h 2360402"/>
                    <a:gd name="connsiteX8693" fmla="*/ 1136485 w 1440502"/>
                    <a:gd name="connsiteY8693" fmla="*/ 2048572 h 2360402"/>
                    <a:gd name="connsiteX8694" fmla="*/ 1136473 w 1440502"/>
                    <a:gd name="connsiteY8694" fmla="*/ 2048629 h 2360402"/>
                    <a:gd name="connsiteX8695" fmla="*/ 1136473 w 1440502"/>
                    <a:gd name="connsiteY8695" fmla="*/ 2048653 h 2360402"/>
                    <a:gd name="connsiteX8696" fmla="*/ 1136369 w 1440502"/>
                    <a:gd name="connsiteY8696" fmla="*/ 2048664 h 2360402"/>
                    <a:gd name="connsiteX8697" fmla="*/ 1136323 w 1440502"/>
                    <a:gd name="connsiteY8697" fmla="*/ 2048653 h 2360402"/>
                    <a:gd name="connsiteX8698" fmla="*/ 1136300 w 1440502"/>
                    <a:gd name="connsiteY8698" fmla="*/ 2048734 h 2360402"/>
                    <a:gd name="connsiteX8699" fmla="*/ 1136254 w 1440502"/>
                    <a:gd name="connsiteY8699" fmla="*/ 2048792 h 2360402"/>
                    <a:gd name="connsiteX8700" fmla="*/ 1136219 w 1440502"/>
                    <a:gd name="connsiteY8700" fmla="*/ 2048803 h 2360402"/>
                    <a:gd name="connsiteX8701" fmla="*/ 1136172 w 1440502"/>
                    <a:gd name="connsiteY8701" fmla="*/ 2048942 h 2360402"/>
                    <a:gd name="connsiteX8702" fmla="*/ 1136150 w 1440502"/>
                    <a:gd name="connsiteY8702" fmla="*/ 2048954 h 2360402"/>
                    <a:gd name="connsiteX8703" fmla="*/ 1136161 w 1440502"/>
                    <a:gd name="connsiteY8703" fmla="*/ 2048977 h 2360402"/>
                    <a:gd name="connsiteX8704" fmla="*/ 1136161 w 1440502"/>
                    <a:gd name="connsiteY8704" fmla="*/ 2049069 h 2360402"/>
                    <a:gd name="connsiteX8705" fmla="*/ 1136138 w 1440502"/>
                    <a:gd name="connsiteY8705" fmla="*/ 2049127 h 2360402"/>
                    <a:gd name="connsiteX8706" fmla="*/ 1136115 w 1440502"/>
                    <a:gd name="connsiteY8706" fmla="*/ 2049151 h 2360402"/>
                    <a:gd name="connsiteX8707" fmla="*/ 1136057 w 1440502"/>
                    <a:gd name="connsiteY8707" fmla="*/ 2049278 h 2360402"/>
                    <a:gd name="connsiteX8708" fmla="*/ 1136080 w 1440502"/>
                    <a:gd name="connsiteY8708" fmla="*/ 2049312 h 2360402"/>
                    <a:gd name="connsiteX8709" fmla="*/ 1136092 w 1440502"/>
                    <a:gd name="connsiteY8709" fmla="*/ 2049336 h 2360402"/>
                    <a:gd name="connsiteX8710" fmla="*/ 1136080 w 1440502"/>
                    <a:gd name="connsiteY8710" fmla="*/ 2049359 h 2360402"/>
                    <a:gd name="connsiteX8711" fmla="*/ 1136034 w 1440502"/>
                    <a:gd name="connsiteY8711" fmla="*/ 2049509 h 2360402"/>
                    <a:gd name="connsiteX8712" fmla="*/ 1135941 w 1440502"/>
                    <a:gd name="connsiteY8712" fmla="*/ 2049509 h 2360402"/>
                    <a:gd name="connsiteX8713" fmla="*/ 1135941 w 1440502"/>
                    <a:gd name="connsiteY8713" fmla="*/ 2049556 h 2360402"/>
                    <a:gd name="connsiteX8714" fmla="*/ 1135953 w 1440502"/>
                    <a:gd name="connsiteY8714" fmla="*/ 2049579 h 2360402"/>
                    <a:gd name="connsiteX8715" fmla="*/ 1135964 w 1440502"/>
                    <a:gd name="connsiteY8715" fmla="*/ 2049590 h 2360402"/>
                    <a:gd name="connsiteX8716" fmla="*/ 1136010 w 1440502"/>
                    <a:gd name="connsiteY8716" fmla="*/ 2049660 h 2360402"/>
                    <a:gd name="connsiteX8717" fmla="*/ 1136034 w 1440502"/>
                    <a:gd name="connsiteY8717" fmla="*/ 2049683 h 2360402"/>
                    <a:gd name="connsiteX8718" fmla="*/ 1135999 w 1440502"/>
                    <a:gd name="connsiteY8718" fmla="*/ 2049706 h 2360402"/>
                    <a:gd name="connsiteX8719" fmla="*/ 1136219 w 1440502"/>
                    <a:gd name="connsiteY8719" fmla="*/ 2049961 h 2360402"/>
                    <a:gd name="connsiteX8720" fmla="*/ 1136323 w 1440502"/>
                    <a:gd name="connsiteY8720" fmla="*/ 2050053 h 2360402"/>
                    <a:gd name="connsiteX8721" fmla="*/ 1136404 w 1440502"/>
                    <a:gd name="connsiteY8721" fmla="*/ 2050123 h 2360402"/>
                    <a:gd name="connsiteX8722" fmla="*/ 1136427 w 1440502"/>
                    <a:gd name="connsiteY8722" fmla="*/ 2050157 h 2360402"/>
                    <a:gd name="connsiteX8723" fmla="*/ 1136427 w 1440502"/>
                    <a:gd name="connsiteY8723" fmla="*/ 2050262 h 2360402"/>
                    <a:gd name="connsiteX8724" fmla="*/ 1136381 w 1440502"/>
                    <a:gd name="connsiteY8724" fmla="*/ 2050308 h 2360402"/>
                    <a:gd name="connsiteX8725" fmla="*/ 1136184 w 1440502"/>
                    <a:gd name="connsiteY8725" fmla="*/ 2050343 h 2360402"/>
                    <a:gd name="connsiteX8726" fmla="*/ 1136138 w 1440502"/>
                    <a:gd name="connsiteY8726" fmla="*/ 2050401 h 2360402"/>
                    <a:gd name="connsiteX8727" fmla="*/ 1136150 w 1440502"/>
                    <a:gd name="connsiteY8727" fmla="*/ 2050458 h 2360402"/>
                    <a:gd name="connsiteX8728" fmla="*/ 1136172 w 1440502"/>
                    <a:gd name="connsiteY8728" fmla="*/ 2050493 h 2360402"/>
                    <a:gd name="connsiteX8729" fmla="*/ 1136184 w 1440502"/>
                    <a:gd name="connsiteY8729" fmla="*/ 2050563 h 2360402"/>
                    <a:gd name="connsiteX8730" fmla="*/ 1136161 w 1440502"/>
                    <a:gd name="connsiteY8730" fmla="*/ 2050620 h 2360402"/>
                    <a:gd name="connsiteX8731" fmla="*/ 1136115 w 1440502"/>
                    <a:gd name="connsiteY8731" fmla="*/ 2050667 h 2360402"/>
                    <a:gd name="connsiteX8732" fmla="*/ 1136115 w 1440502"/>
                    <a:gd name="connsiteY8732" fmla="*/ 2050690 h 2360402"/>
                    <a:gd name="connsiteX8733" fmla="*/ 1136115 w 1440502"/>
                    <a:gd name="connsiteY8733" fmla="*/ 2050702 h 2360402"/>
                    <a:gd name="connsiteX8734" fmla="*/ 1136115 w 1440502"/>
                    <a:gd name="connsiteY8734" fmla="*/ 2050748 h 2360402"/>
                    <a:gd name="connsiteX8735" fmla="*/ 1136150 w 1440502"/>
                    <a:gd name="connsiteY8735" fmla="*/ 2050829 h 2360402"/>
                    <a:gd name="connsiteX8736" fmla="*/ 1136150 w 1440502"/>
                    <a:gd name="connsiteY8736" fmla="*/ 2050898 h 2360402"/>
                    <a:gd name="connsiteX8737" fmla="*/ 1136150 w 1440502"/>
                    <a:gd name="connsiteY8737" fmla="*/ 2050921 h 2360402"/>
                    <a:gd name="connsiteX8738" fmla="*/ 1136115 w 1440502"/>
                    <a:gd name="connsiteY8738" fmla="*/ 2050945 h 2360402"/>
                    <a:gd name="connsiteX8739" fmla="*/ 1136092 w 1440502"/>
                    <a:gd name="connsiteY8739" fmla="*/ 2050956 h 2360402"/>
                    <a:gd name="connsiteX8740" fmla="*/ 1136092 w 1440502"/>
                    <a:gd name="connsiteY8740" fmla="*/ 2050991 h 2360402"/>
                    <a:gd name="connsiteX8741" fmla="*/ 1136057 w 1440502"/>
                    <a:gd name="connsiteY8741" fmla="*/ 2051107 h 2360402"/>
                    <a:gd name="connsiteX8742" fmla="*/ 1136022 w 1440502"/>
                    <a:gd name="connsiteY8742" fmla="*/ 2051222 h 2360402"/>
                    <a:gd name="connsiteX8743" fmla="*/ 1135906 w 1440502"/>
                    <a:gd name="connsiteY8743" fmla="*/ 2051211 h 2360402"/>
                    <a:gd name="connsiteX8744" fmla="*/ 1135906 w 1440502"/>
                    <a:gd name="connsiteY8744" fmla="*/ 2051269 h 2360402"/>
                    <a:gd name="connsiteX8745" fmla="*/ 1135953 w 1440502"/>
                    <a:gd name="connsiteY8745" fmla="*/ 2051419 h 2360402"/>
                    <a:gd name="connsiteX8746" fmla="*/ 1135849 w 1440502"/>
                    <a:gd name="connsiteY8746" fmla="*/ 2051523 h 2360402"/>
                    <a:gd name="connsiteX8747" fmla="*/ 1135721 w 1440502"/>
                    <a:gd name="connsiteY8747" fmla="*/ 2051581 h 2360402"/>
                    <a:gd name="connsiteX8748" fmla="*/ 1135709 w 1440502"/>
                    <a:gd name="connsiteY8748" fmla="*/ 2051604 h 2360402"/>
                    <a:gd name="connsiteX8749" fmla="*/ 1135698 w 1440502"/>
                    <a:gd name="connsiteY8749" fmla="*/ 2051766 h 2360402"/>
                    <a:gd name="connsiteX8750" fmla="*/ 1135513 w 1440502"/>
                    <a:gd name="connsiteY8750" fmla="*/ 2051859 h 2360402"/>
                    <a:gd name="connsiteX8751" fmla="*/ 1135548 w 1440502"/>
                    <a:gd name="connsiteY8751" fmla="*/ 2051987 h 2360402"/>
                    <a:gd name="connsiteX8752" fmla="*/ 1135548 w 1440502"/>
                    <a:gd name="connsiteY8752" fmla="*/ 2052056 h 2360402"/>
                    <a:gd name="connsiteX8753" fmla="*/ 1135420 w 1440502"/>
                    <a:gd name="connsiteY8753" fmla="*/ 2052149 h 2360402"/>
                    <a:gd name="connsiteX8754" fmla="*/ 1135270 w 1440502"/>
                    <a:gd name="connsiteY8754" fmla="*/ 2052241 h 2360402"/>
                    <a:gd name="connsiteX8755" fmla="*/ 1134980 w 1440502"/>
                    <a:gd name="connsiteY8755" fmla="*/ 2052368 h 2360402"/>
                    <a:gd name="connsiteX8756" fmla="*/ 1134969 w 1440502"/>
                    <a:gd name="connsiteY8756" fmla="*/ 2052450 h 2360402"/>
                    <a:gd name="connsiteX8757" fmla="*/ 1134934 w 1440502"/>
                    <a:gd name="connsiteY8757" fmla="*/ 2052484 h 2360402"/>
                    <a:gd name="connsiteX8758" fmla="*/ 1134783 w 1440502"/>
                    <a:gd name="connsiteY8758" fmla="*/ 2052507 h 2360402"/>
                    <a:gd name="connsiteX8759" fmla="*/ 1134714 w 1440502"/>
                    <a:gd name="connsiteY8759" fmla="*/ 2052473 h 2360402"/>
                    <a:gd name="connsiteX8760" fmla="*/ 1134645 w 1440502"/>
                    <a:gd name="connsiteY8760" fmla="*/ 2052623 h 2360402"/>
                    <a:gd name="connsiteX8761" fmla="*/ 1134633 w 1440502"/>
                    <a:gd name="connsiteY8761" fmla="*/ 2052658 h 2360402"/>
                    <a:gd name="connsiteX8762" fmla="*/ 1134645 w 1440502"/>
                    <a:gd name="connsiteY8762" fmla="*/ 2052716 h 2360402"/>
                    <a:gd name="connsiteX8763" fmla="*/ 1134656 w 1440502"/>
                    <a:gd name="connsiteY8763" fmla="*/ 2052751 h 2360402"/>
                    <a:gd name="connsiteX8764" fmla="*/ 1134668 w 1440502"/>
                    <a:gd name="connsiteY8764" fmla="*/ 2052797 h 2360402"/>
                    <a:gd name="connsiteX8765" fmla="*/ 1134668 w 1440502"/>
                    <a:gd name="connsiteY8765" fmla="*/ 2052843 h 2360402"/>
                    <a:gd name="connsiteX8766" fmla="*/ 1134621 w 1440502"/>
                    <a:gd name="connsiteY8766" fmla="*/ 2052890 h 2360402"/>
                    <a:gd name="connsiteX8767" fmla="*/ 1134506 w 1440502"/>
                    <a:gd name="connsiteY8767" fmla="*/ 2052970 h 2360402"/>
                    <a:gd name="connsiteX8768" fmla="*/ 1134436 w 1440502"/>
                    <a:gd name="connsiteY8768" fmla="*/ 2053051 h 2360402"/>
                    <a:gd name="connsiteX8769" fmla="*/ 1134355 w 1440502"/>
                    <a:gd name="connsiteY8769" fmla="*/ 2053156 h 2360402"/>
                    <a:gd name="connsiteX8770" fmla="*/ 1134344 w 1440502"/>
                    <a:gd name="connsiteY8770" fmla="*/ 2053167 h 2360402"/>
                    <a:gd name="connsiteX8771" fmla="*/ 1134170 w 1440502"/>
                    <a:gd name="connsiteY8771" fmla="*/ 2053503 h 2360402"/>
                    <a:gd name="connsiteX8772" fmla="*/ 1134135 w 1440502"/>
                    <a:gd name="connsiteY8772" fmla="*/ 2053561 h 2360402"/>
                    <a:gd name="connsiteX8773" fmla="*/ 1134031 w 1440502"/>
                    <a:gd name="connsiteY8773" fmla="*/ 2053711 h 2360402"/>
                    <a:gd name="connsiteX8774" fmla="*/ 1133962 w 1440502"/>
                    <a:gd name="connsiteY8774" fmla="*/ 2053839 h 2360402"/>
                    <a:gd name="connsiteX8775" fmla="*/ 1133938 w 1440502"/>
                    <a:gd name="connsiteY8775" fmla="*/ 2053908 h 2360402"/>
                    <a:gd name="connsiteX8776" fmla="*/ 1133788 w 1440502"/>
                    <a:gd name="connsiteY8776" fmla="*/ 2053978 h 2360402"/>
                    <a:gd name="connsiteX8777" fmla="*/ 1133707 w 1440502"/>
                    <a:gd name="connsiteY8777" fmla="*/ 2054058 h 2360402"/>
                    <a:gd name="connsiteX8778" fmla="*/ 1133672 w 1440502"/>
                    <a:gd name="connsiteY8778" fmla="*/ 2054128 h 2360402"/>
                    <a:gd name="connsiteX8779" fmla="*/ 1133661 w 1440502"/>
                    <a:gd name="connsiteY8779" fmla="*/ 2054232 h 2360402"/>
                    <a:gd name="connsiteX8780" fmla="*/ 1133661 w 1440502"/>
                    <a:gd name="connsiteY8780" fmla="*/ 2054279 h 2360402"/>
                    <a:gd name="connsiteX8781" fmla="*/ 1133672 w 1440502"/>
                    <a:gd name="connsiteY8781" fmla="*/ 2054302 h 2360402"/>
                    <a:gd name="connsiteX8782" fmla="*/ 1133649 w 1440502"/>
                    <a:gd name="connsiteY8782" fmla="*/ 2054325 h 2360402"/>
                    <a:gd name="connsiteX8783" fmla="*/ 1133557 w 1440502"/>
                    <a:gd name="connsiteY8783" fmla="*/ 2054359 h 2360402"/>
                    <a:gd name="connsiteX8784" fmla="*/ 1133487 w 1440502"/>
                    <a:gd name="connsiteY8784" fmla="*/ 2054452 h 2360402"/>
                    <a:gd name="connsiteX8785" fmla="*/ 1133487 w 1440502"/>
                    <a:gd name="connsiteY8785" fmla="*/ 2054487 h 2360402"/>
                    <a:gd name="connsiteX8786" fmla="*/ 1133441 w 1440502"/>
                    <a:gd name="connsiteY8786" fmla="*/ 2054602 h 2360402"/>
                    <a:gd name="connsiteX8787" fmla="*/ 1133336 w 1440502"/>
                    <a:gd name="connsiteY8787" fmla="*/ 2055112 h 2360402"/>
                    <a:gd name="connsiteX8788" fmla="*/ 1133209 w 1440502"/>
                    <a:gd name="connsiteY8788" fmla="*/ 2055251 h 2360402"/>
                    <a:gd name="connsiteX8789" fmla="*/ 1133116 w 1440502"/>
                    <a:gd name="connsiteY8789" fmla="*/ 2055459 h 2360402"/>
                    <a:gd name="connsiteX8790" fmla="*/ 1132827 w 1440502"/>
                    <a:gd name="connsiteY8790" fmla="*/ 2056049 h 2360402"/>
                    <a:gd name="connsiteX8791" fmla="*/ 1132804 w 1440502"/>
                    <a:gd name="connsiteY8791" fmla="*/ 2056096 h 2360402"/>
                    <a:gd name="connsiteX8792" fmla="*/ 1132758 w 1440502"/>
                    <a:gd name="connsiteY8792" fmla="*/ 2056142 h 2360402"/>
                    <a:gd name="connsiteX8793" fmla="*/ 1132677 w 1440502"/>
                    <a:gd name="connsiteY8793" fmla="*/ 2056200 h 2360402"/>
                    <a:gd name="connsiteX8794" fmla="*/ 1132561 w 1440502"/>
                    <a:gd name="connsiteY8794" fmla="*/ 2056281 h 2360402"/>
                    <a:gd name="connsiteX8795" fmla="*/ 1132480 w 1440502"/>
                    <a:gd name="connsiteY8795" fmla="*/ 2056385 h 2360402"/>
                    <a:gd name="connsiteX8796" fmla="*/ 1132457 w 1440502"/>
                    <a:gd name="connsiteY8796" fmla="*/ 2056466 h 2360402"/>
                    <a:gd name="connsiteX8797" fmla="*/ 1132433 w 1440502"/>
                    <a:gd name="connsiteY8797" fmla="*/ 2056582 h 2360402"/>
                    <a:gd name="connsiteX8798" fmla="*/ 1132422 w 1440502"/>
                    <a:gd name="connsiteY8798" fmla="*/ 2056698 h 2360402"/>
                    <a:gd name="connsiteX8799" fmla="*/ 1132422 w 1440502"/>
                    <a:gd name="connsiteY8799" fmla="*/ 2056791 h 2360402"/>
                    <a:gd name="connsiteX8800" fmla="*/ 1132387 w 1440502"/>
                    <a:gd name="connsiteY8800" fmla="*/ 2057034 h 2360402"/>
                    <a:gd name="connsiteX8801" fmla="*/ 1132248 w 1440502"/>
                    <a:gd name="connsiteY8801" fmla="*/ 2057115 h 2360402"/>
                    <a:gd name="connsiteX8802" fmla="*/ 1132052 w 1440502"/>
                    <a:gd name="connsiteY8802" fmla="*/ 2057242 h 2360402"/>
                    <a:gd name="connsiteX8803" fmla="*/ 1132028 w 1440502"/>
                    <a:gd name="connsiteY8803" fmla="*/ 2057358 h 2360402"/>
                    <a:gd name="connsiteX8804" fmla="*/ 1132063 w 1440502"/>
                    <a:gd name="connsiteY8804" fmla="*/ 2057531 h 2360402"/>
                    <a:gd name="connsiteX8805" fmla="*/ 1132040 w 1440502"/>
                    <a:gd name="connsiteY8805" fmla="*/ 2057659 h 2360402"/>
                    <a:gd name="connsiteX8806" fmla="*/ 1131936 w 1440502"/>
                    <a:gd name="connsiteY8806" fmla="*/ 2057890 h 2360402"/>
                    <a:gd name="connsiteX8807" fmla="*/ 1131924 w 1440502"/>
                    <a:gd name="connsiteY8807" fmla="*/ 2057913 h 2360402"/>
                    <a:gd name="connsiteX8808" fmla="*/ 1131693 w 1440502"/>
                    <a:gd name="connsiteY8808" fmla="*/ 2058214 h 2360402"/>
                    <a:gd name="connsiteX8809" fmla="*/ 1131531 w 1440502"/>
                    <a:gd name="connsiteY8809" fmla="*/ 2058608 h 2360402"/>
                    <a:gd name="connsiteX8810" fmla="*/ 1131461 w 1440502"/>
                    <a:gd name="connsiteY8810" fmla="*/ 2058735 h 2360402"/>
                    <a:gd name="connsiteX8811" fmla="*/ 1131403 w 1440502"/>
                    <a:gd name="connsiteY8811" fmla="*/ 2058793 h 2360402"/>
                    <a:gd name="connsiteX8812" fmla="*/ 1131265 w 1440502"/>
                    <a:gd name="connsiteY8812" fmla="*/ 2059210 h 2360402"/>
                    <a:gd name="connsiteX8813" fmla="*/ 1131311 w 1440502"/>
                    <a:gd name="connsiteY8813" fmla="*/ 2059453 h 2360402"/>
                    <a:gd name="connsiteX8814" fmla="*/ 1131230 w 1440502"/>
                    <a:gd name="connsiteY8814" fmla="*/ 2059615 h 2360402"/>
                    <a:gd name="connsiteX8815" fmla="*/ 1131183 w 1440502"/>
                    <a:gd name="connsiteY8815" fmla="*/ 2059673 h 2360402"/>
                    <a:gd name="connsiteX8816" fmla="*/ 1131114 w 1440502"/>
                    <a:gd name="connsiteY8816" fmla="*/ 2059742 h 2360402"/>
                    <a:gd name="connsiteX8817" fmla="*/ 1131044 w 1440502"/>
                    <a:gd name="connsiteY8817" fmla="*/ 2059800 h 2360402"/>
                    <a:gd name="connsiteX8818" fmla="*/ 1130964 w 1440502"/>
                    <a:gd name="connsiteY8818" fmla="*/ 2060020 h 2360402"/>
                    <a:gd name="connsiteX8819" fmla="*/ 1130952 w 1440502"/>
                    <a:gd name="connsiteY8819" fmla="*/ 2060101 h 2360402"/>
                    <a:gd name="connsiteX8820" fmla="*/ 1130917 w 1440502"/>
                    <a:gd name="connsiteY8820" fmla="*/ 2060171 h 2360402"/>
                    <a:gd name="connsiteX8821" fmla="*/ 1130906 w 1440502"/>
                    <a:gd name="connsiteY8821" fmla="*/ 2060182 h 2360402"/>
                    <a:gd name="connsiteX8822" fmla="*/ 1130836 w 1440502"/>
                    <a:gd name="connsiteY8822" fmla="*/ 2060298 h 2360402"/>
                    <a:gd name="connsiteX8823" fmla="*/ 1130859 w 1440502"/>
                    <a:gd name="connsiteY8823" fmla="*/ 2060333 h 2360402"/>
                    <a:gd name="connsiteX8824" fmla="*/ 1130813 w 1440502"/>
                    <a:gd name="connsiteY8824" fmla="*/ 2060472 h 2360402"/>
                    <a:gd name="connsiteX8825" fmla="*/ 1130639 w 1440502"/>
                    <a:gd name="connsiteY8825" fmla="*/ 2060576 h 2360402"/>
                    <a:gd name="connsiteX8826" fmla="*/ 1130222 w 1440502"/>
                    <a:gd name="connsiteY8826" fmla="*/ 2061108 h 2360402"/>
                    <a:gd name="connsiteX8827" fmla="*/ 1130199 w 1440502"/>
                    <a:gd name="connsiteY8827" fmla="*/ 2061143 h 2360402"/>
                    <a:gd name="connsiteX8828" fmla="*/ 1130165 w 1440502"/>
                    <a:gd name="connsiteY8828" fmla="*/ 2061235 h 2360402"/>
                    <a:gd name="connsiteX8829" fmla="*/ 1129979 w 1440502"/>
                    <a:gd name="connsiteY8829" fmla="*/ 2061745 h 2360402"/>
                    <a:gd name="connsiteX8830" fmla="*/ 1129933 w 1440502"/>
                    <a:gd name="connsiteY8830" fmla="*/ 2061768 h 2360402"/>
                    <a:gd name="connsiteX8831" fmla="*/ 1129783 w 1440502"/>
                    <a:gd name="connsiteY8831" fmla="*/ 2061780 h 2360402"/>
                    <a:gd name="connsiteX8832" fmla="*/ 1129459 w 1440502"/>
                    <a:gd name="connsiteY8832" fmla="*/ 2062115 h 2360402"/>
                    <a:gd name="connsiteX8833" fmla="*/ 1129377 w 1440502"/>
                    <a:gd name="connsiteY8833" fmla="*/ 2062196 h 2360402"/>
                    <a:gd name="connsiteX8834" fmla="*/ 1129239 w 1440502"/>
                    <a:gd name="connsiteY8834" fmla="*/ 2062254 h 2360402"/>
                    <a:gd name="connsiteX8835" fmla="*/ 1129181 w 1440502"/>
                    <a:gd name="connsiteY8835" fmla="*/ 2062231 h 2360402"/>
                    <a:gd name="connsiteX8836" fmla="*/ 1129100 w 1440502"/>
                    <a:gd name="connsiteY8836" fmla="*/ 2062185 h 2360402"/>
                    <a:gd name="connsiteX8837" fmla="*/ 1129088 w 1440502"/>
                    <a:gd name="connsiteY8837" fmla="*/ 2062173 h 2360402"/>
                    <a:gd name="connsiteX8838" fmla="*/ 1128995 w 1440502"/>
                    <a:gd name="connsiteY8838" fmla="*/ 2062150 h 2360402"/>
                    <a:gd name="connsiteX8839" fmla="*/ 1128926 w 1440502"/>
                    <a:gd name="connsiteY8839" fmla="*/ 2062150 h 2360402"/>
                    <a:gd name="connsiteX8840" fmla="*/ 1128833 w 1440502"/>
                    <a:gd name="connsiteY8840" fmla="*/ 2062162 h 2360402"/>
                    <a:gd name="connsiteX8841" fmla="*/ 1128822 w 1440502"/>
                    <a:gd name="connsiteY8841" fmla="*/ 2062173 h 2360402"/>
                    <a:gd name="connsiteX8842" fmla="*/ 1128706 w 1440502"/>
                    <a:gd name="connsiteY8842" fmla="*/ 2062301 h 2360402"/>
                    <a:gd name="connsiteX8843" fmla="*/ 1128672 w 1440502"/>
                    <a:gd name="connsiteY8843" fmla="*/ 2062335 h 2360402"/>
                    <a:gd name="connsiteX8844" fmla="*/ 1128532 w 1440502"/>
                    <a:gd name="connsiteY8844" fmla="*/ 2062381 h 2360402"/>
                    <a:gd name="connsiteX8845" fmla="*/ 1128474 w 1440502"/>
                    <a:gd name="connsiteY8845" fmla="*/ 2062324 h 2360402"/>
                    <a:gd name="connsiteX8846" fmla="*/ 1126773 w 1440502"/>
                    <a:gd name="connsiteY8846" fmla="*/ 2062335 h 2360402"/>
                    <a:gd name="connsiteX8847" fmla="*/ 1126588 w 1440502"/>
                    <a:gd name="connsiteY8847" fmla="*/ 2062301 h 2360402"/>
                    <a:gd name="connsiteX8848" fmla="*/ 1126437 w 1440502"/>
                    <a:gd name="connsiteY8848" fmla="*/ 2062416 h 2360402"/>
                    <a:gd name="connsiteX8849" fmla="*/ 1125638 w 1440502"/>
                    <a:gd name="connsiteY8849" fmla="*/ 2062775 h 2360402"/>
                    <a:gd name="connsiteX8850" fmla="*/ 1125604 w 1440502"/>
                    <a:gd name="connsiteY8850" fmla="*/ 2062798 h 2360402"/>
                    <a:gd name="connsiteX8851" fmla="*/ 1125291 w 1440502"/>
                    <a:gd name="connsiteY8851" fmla="*/ 2062891 h 2360402"/>
                    <a:gd name="connsiteX8852" fmla="*/ 1125152 w 1440502"/>
                    <a:gd name="connsiteY8852" fmla="*/ 2062960 h 2360402"/>
                    <a:gd name="connsiteX8853" fmla="*/ 1124307 w 1440502"/>
                    <a:gd name="connsiteY8853" fmla="*/ 2063620 h 2360402"/>
                    <a:gd name="connsiteX8854" fmla="*/ 1124226 w 1440502"/>
                    <a:gd name="connsiteY8854" fmla="*/ 2063690 h 2360402"/>
                    <a:gd name="connsiteX8855" fmla="*/ 1124087 w 1440502"/>
                    <a:gd name="connsiteY8855" fmla="*/ 2063759 h 2360402"/>
                    <a:gd name="connsiteX8856" fmla="*/ 1124041 w 1440502"/>
                    <a:gd name="connsiteY8856" fmla="*/ 2063782 h 2360402"/>
                    <a:gd name="connsiteX8857" fmla="*/ 1123694 w 1440502"/>
                    <a:gd name="connsiteY8857" fmla="*/ 2063828 h 2360402"/>
                    <a:gd name="connsiteX8858" fmla="*/ 1123404 w 1440502"/>
                    <a:gd name="connsiteY8858" fmla="*/ 2063944 h 2360402"/>
                    <a:gd name="connsiteX8859" fmla="*/ 1119781 w 1440502"/>
                    <a:gd name="connsiteY8859" fmla="*/ 2065426 h 2360402"/>
                    <a:gd name="connsiteX8860" fmla="*/ 1119758 w 1440502"/>
                    <a:gd name="connsiteY8860" fmla="*/ 2065449 h 2360402"/>
                    <a:gd name="connsiteX8861" fmla="*/ 1119723 w 1440502"/>
                    <a:gd name="connsiteY8861" fmla="*/ 2065774 h 2360402"/>
                    <a:gd name="connsiteX8862" fmla="*/ 1119700 w 1440502"/>
                    <a:gd name="connsiteY8862" fmla="*/ 2065889 h 2360402"/>
                    <a:gd name="connsiteX8863" fmla="*/ 1119619 w 1440502"/>
                    <a:gd name="connsiteY8863" fmla="*/ 2065982 h 2360402"/>
                    <a:gd name="connsiteX8864" fmla="*/ 1119526 w 1440502"/>
                    <a:gd name="connsiteY8864" fmla="*/ 2065993 h 2360402"/>
                    <a:gd name="connsiteX8865" fmla="*/ 1119492 w 1440502"/>
                    <a:gd name="connsiteY8865" fmla="*/ 2066005 h 2360402"/>
                    <a:gd name="connsiteX8866" fmla="*/ 1119376 w 1440502"/>
                    <a:gd name="connsiteY8866" fmla="*/ 2066040 h 2360402"/>
                    <a:gd name="connsiteX8867" fmla="*/ 1119364 w 1440502"/>
                    <a:gd name="connsiteY8867" fmla="*/ 2066445 h 2360402"/>
                    <a:gd name="connsiteX8868" fmla="*/ 1119364 w 1440502"/>
                    <a:gd name="connsiteY8868" fmla="*/ 2066630 h 2360402"/>
                    <a:gd name="connsiteX8869" fmla="*/ 1119318 w 1440502"/>
                    <a:gd name="connsiteY8869" fmla="*/ 2066711 h 2360402"/>
                    <a:gd name="connsiteX8870" fmla="*/ 1119226 w 1440502"/>
                    <a:gd name="connsiteY8870" fmla="*/ 2066676 h 2360402"/>
                    <a:gd name="connsiteX8871" fmla="*/ 1119098 w 1440502"/>
                    <a:gd name="connsiteY8871" fmla="*/ 2066711 h 2360402"/>
                    <a:gd name="connsiteX8872" fmla="*/ 1119005 w 1440502"/>
                    <a:gd name="connsiteY8872" fmla="*/ 2066862 h 2360402"/>
                    <a:gd name="connsiteX8873" fmla="*/ 1119110 w 1440502"/>
                    <a:gd name="connsiteY8873" fmla="*/ 2066977 h 2360402"/>
                    <a:gd name="connsiteX8874" fmla="*/ 1118913 w 1440502"/>
                    <a:gd name="connsiteY8874" fmla="*/ 2067290 h 2360402"/>
                    <a:gd name="connsiteX8875" fmla="*/ 1118832 w 1440502"/>
                    <a:gd name="connsiteY8875" fmla="*/ 2067290 h 2360402"/>
                    <a:gd name="connsiteX8876" fmla="*/ 1118809 w 1440502"/>
                    <a:gd name="connsiteY8876" fmla="*/ 2067290 h 2360402"/>
                    <a:gd name="connsiteX8877" fmla="*/ 1118635 w 1440502"/>
                    <a:gd name="connsiteY8877" fmla="*/ 2067417 h 2360402"/>
                    <a:gd name="connsiteX8878" fmla="*/ 1118230 w 1440502"/>
                    <a:gd name="connsiteY8878" fmla="*/ 2067730 h 2360402"/>
                    <a:gd name="connsiteX8879" fmla="*/ 1117952 w 1440502"/>
                    <a:gd name="connsiteY8879" fmla="*/ 2067741 h 2360402"/>
                    <a:gd name="connsiteX8880" fmla="*/ 1117582 w 1440502"/>
                    <a:gd name="connsiteY8880" fmla="*/ 2067811 h 2360402"/>
                    <a:gd name="connsiteX8881" fmla="*/ 1117500 w 1440502"/>
                    <a:gd name="connsiteY8881" fmla="*/ 2067869 h 2360402"/>
                    <a:gd name="connsiteX8882" fmla="*/ 1117177 w 1440502"/>
                    <a:gd name="connsiteY8882" fmla="*/ 2068077 h 2360402"/>
                    <a:gd name="connsiteX8883" fmla="*/ 1117315 w 1440502"/>
                    <a:gd name="connsiteY8883" fmla="*/ 2068401 h 2360402"/>
                    <a:gd name="connsiteX8884" fmla="*/ 1117431 w 1440502"/>
                    <a:gd name="connsiteY8884" fmla="*/ 2068447 h 2360402"/>
                    <a:gd name="connsiteX8885" fmla="*/ 1117431 w 1440502"/>
                    <a:gd name="connsiteY8885" fmla="*/ 2068459 h 2360402"/>
                    <a:gd name="connsiteX8886" fmla="*/ 1117431 w 1440502"/>
                    <a:gd name="connsiteY8886" fmla="*/ 2068528 h 2360402"/>
                    <a:gd name="connsiteX8887" fmla="*/ 1117385 w 1440502"/>
                    <a:gd name="connsiteY8887" fmla="*/ 2068575 h 2360402"/>
                    <a:gd name="connsiteX8888" fmla="*/ 1117096 w 1440502"/>
                    <a:gd name="connsiteY8888" fmla="*/ 2068656 h 2360402"/>
                    <a:gd name="connsiteX8889" fmla="*/ 1116713 w 1440502"/>
                    <a:gd name="connsiteY8889" fmla="*/ 2068702 h 2360402"/>
                    <a:gd name="connsiteX8890" fmla="*/ 1116551 w 1440502"/>
                    <a:gd name="connsiteY8890" fmla="*/ 2068957 h 2360402"/>
                    <a:gd name="connsiteX8891" fmla="*/ 1116424 w 1440502"/>
                    <a:gd name="connsiteY8891" fmla="*/ 2069316 h 2360402"/>
                    <a:gd name="connsiteX8892" fmla="*/ 1116250 w 1440502"/>
                    <a:gd name="connsiteY8892" fmla="*/ 2069489 h 2360402"/>
                    <a:gd name="connsiteX8893" fmla="*/ 1116169 w 1440502"/>
                    <a:gd name="connsiteY8893" fmla="*/ 2069304 h 2360402"/>
                    <a:gd name="connsiteX8894" fmla="*/ 1116158 w 1440502"/>
                    <a:gd name="connsiteY8894" fmla="*/ 2069292 h 2360402"/>
                    <a:gd name="connsiteX8895" fmla="*/ 1116007 w 1440502"/>
                    <a:gd name="connsiteY8895" fmla="*/ 2069165 h 2360402"/>
                    <a:gd name="connsiteX8896" fmla="*/ 1115810 w 1440502"/>
                    <a:gd name="connsiteY8896" fmla="*/ 2069350 h 2360402"/>
                    <a:gd name="connsiteX8897" fmla="*/ 1115741 w 1440502"/>
                    <a:gd name="connsiteY8897" fmla="*/ 2069941 h 2360402"/>
                    <a:gd name="connsiteX8898" fmla="*/ 1115730 w 1440502"/>
                    <a:gd name="connsiteY8898" fmla="*/ 2070068 h 2360402"/>
                    <a:gd name="connsiteX8899" fmla="*/ 1115649 w 1440502"/>
                    <a:gd name="connsiteY8899" fmla="*/ 2070230 h 2360402"/>
                    <a:gd name="connsiteX8900" fmla="*/ 1115475 w 1440502"/>
                    <a:gd name="connsiteY8900" fmla="*/ 2070380 h 2360402"/>
                    <a:gd name="connsiteX8901" fmla="*/ 1115440 w 1440502"/>
                    <a:gd name="connsiteY8901" fmla="*/ 2070392 h 2360402"/>
                    <a:gd name="connsiteX8902" fmla="*/ 1115382 w 1440502"/>
                    <a:gd name="connsiteY8902" fmla="*/ 2070392 h 2360402"/>
                    <a:gd name="connsiteX8903" fmla="*/ 1115255 w 1440502"/>
                    <a:gd name="connsiteY8903" fmla="*/ 2070369 h 2360402"/>
                    <a:gd name="connsiteX8904" fmla="*/ 1115208 w 1440502"/>
                    <a:gd name="connsiteY8904" fmla="*/ 2070369 h 2360402"/>
                    <a:gd name="connsiteX8905" fmla="*/ 1114757 w 1440502"/>
                    <a:gd name="connsiteY8905" fmla="*/ 2070346 h 2360402"/>
                    <a:gd name="connsiteX8906" fmla="*/ 1114676 w 1440502"/>
                    <a:gd name="connsiteY8906" fmla="*/ 2070415 h 2360402"/>
                    <a:gd name="connsiteX8907" fmla="*/ 1114618 w 1440502"/>
                    <a:gd name="connsiteY8907" fmla="*/ 2070589 h 2360402"/>
                    <a:gd name="connsiteX8908" fmla="*/ 1114699 w 1440502"/>
                    <a:gd name="connsiteY8908" fmla="*/ 2070797 h 2360402"/>
                    <a:gd name="connsiteX8909" fmla="*/ 1114630 w 1440502"/>
                    <a:gd name="connsiteY8909" fmla="*/ 2070902 h 2360402"/>
                    <a:gd name="connsiteX8910" fmla="*/ 1114317 w 1440502"/>
                    <a:gd name="connsiteY8910" fmla="*/ 2070809 h 2360402"/>
                    <a:gd name="connsiteX8911" fmla="*/ 1114167 w 1440502"/>
                    <a:gd name="connsiteY8911" fmla="*/ 2070832 h 2360402"/>
                    <a:gd name="connsiteX8912" fmla="*/ 1113970 w 1440502"/>
                    <a:gd name="connsiteY8912" fmla="*/ 2070936 h 2360402"/>
                    <a:gd name="connsiteX8913" fmla="*/ 1113935 w 1440502"/>
                    <a:gd name="connsiteY8913" fmla="*/ 2070971 h 2360402"/>
                    <a:gd name="connsiteX8914" fmla="*/ 1113935 w 1440502"/>
                    <a:gd name="connsiteY8914" fmla="*/ 2071006 h 2360402"/>
                    <a:gd name="connsiteX8915" fmla="*/ 1114016 w 1440502"/>
                    <a:gd name="connsiteY8915" fmla="*/ 2071087 h 2360402"/>
                    <a:gd name="connsiteX8916" fmla="*/ 1114086 w 1440502"/>
                    <a:gd name="connsiteY8916" fmla="*/ 2071191 h 2360402"/>
                    <a:gd name="connsiteX8917" fmla="*/ 1113762 w 1440502"/>
                    <a:gd name="connsiteY8917" fmla="*/ 2071422 h 2360402"/>
                    <a:gd name="connsiteX8918" fmla="*/ 1113715 w 1440502"/>
                    <a:gd name="connsiteY8918" fmla="*/ 2071422 h 2360402"/>
                    <a:gd name="connsiteX8919" fmla="*/ 1113588 w 1440502"/>
                    <a:gd name="connsiteY8919" fmla="*/ 2071295 h 2360402"/>
                    <a:gd name="connsiteX8920" fmla="*/ 1113565 w 1440502"/>
                    <a:gd name="connsiteY8920" fmla="*/ 2071260 h 2360402"/>
                    <a:gd name="connsiteX8921" fmla="*/ 1113507 w 1440502"/>
                    <a:gd name="connsiteY8921" fmla="*/ 2071237 h 2360402"/>
                    <a:gd name="connsiteX8922" fmla="*/ 1113438 w 1440502"/>
                    <a:gd name="connsiteY8922" fmla="*/ 2071226 h 2360402"/>
                    <a:gd name="connsiteX8923" fmla="*/ 1113380 w 1440502"/>
                    <a:gd name="connsiteY8923" fmla="*/ 2071237 h 2360402"/>
                    <a:gd name="connsiteX8924" fmla="*/ 1113252 w 1440502"/>
                    <a:gd name="connsiteY8924" fmla="*/ 2071318 h 2360402"/>
                    <a:gd name="connsiteX8925" fmla="*/ 1113206 w 1440502"/>
                    <a:gd name="connsiteY8925" fmla="*/ 2071330 h 2360402"/>
                    <a:gd name="connsiteX8926" fmla="*/ 1113113 w 1440502"/>
                    <a:gd name="connsiteY8926" fmla="*/ 2071307 h 2360402"/>
                    <a:gd name="connsiteX8927" fmla="*/ 1113044 w 1440502"/>
                    <a:gd name="connsiteY8927" fmla="*/ 2071272 h 2360402"/>
                    <a:gd name="connsiteX8928" fmla="*/ 1112974 w 1440502"/>
                    <a:gd name="connsiteY8928" fmla="*/ 2071272 h 2360402"/>
                    <a:gd name="connsiteX8929" fmla="*/ 1112812 w 1440502"/>
                    <a:gd name="connsiteY8929" fmla="*/ 2071341 h 2360402"/>
                    <a:gd name="connsiteX8930" fmla="*/ 1112882 w 1440502"/>
                    <a:gd name="connsiteY8930" fmla="*/ 2071561 h 2360402"/>
                    <a:gd name="connsiteX8931" fmla="*/ 1112916 w 1440502"/>
                    <a:gd name="connsiteY8931" fmla="*/ 2071712 h 2360402"/>
                    <a:gd name="connsiteX8932" fmla="*/ 1112569 w 1440502"/>
                    <a:gd name="connsiteY8932" fmla="*/ 2071874 h 2360402"/>
                    <a:gd name="connsiteX8933" fmla="*/ 1111898 w 1440502"/>
                    <a:gd name="connsiteY8933" fmla="*/ 2072210 h 2360402"/>
                    <a:gd name="connsiteX8934" fmla="*/ 1111585 w 1440502"/>
                    <a:gd name="connsiteY8934" fmla="*/ 2072314 h 2360402"/>
                    <a:gd name="connsiteX8935" fmla="*/ 1111342 w 1440502"/>
                    <a:gd name="connsiteY8935" fmla="*/ 2072349 h 2360402"/>
                    <a:gd name="connsiteX8936" fmla="*/ 1111088 w 1440502"/>
                    <a:gd name="connsiteY8936" fmla="*/ 2072360 h 2360402"/>
                    <a:gd name="connsiteX8937" fmla="*/ 1110949 w 1440502"/>
                    <a:gd name="connsiteY8937" fmla="*/ 2072337 h 2360402"/>
                    <a:gd name="connsiteX8938" fmla="*/ 1110729 w 1440502"/>
                    <a:gd name="connsiteY8938" fmla="*/ 2072418 h 2360402"/>
                    <a:gd name="connsiteX8939" fmla="*/ 1110729 w 1440502"/>
                    <a:gd name="connsiteY8939" fmla="*/ 2072510 h 2360402"/>
                    <a:gd name="connsiteX8940" fmla="*/ 1110763 w 1440502"/>
                    <a:gd name="connsiteY8940" fmla="*/ 2072603 h 2360402"/>
                    <a:gd name="connsiteX8941" fmla="*/ 1110393 w 1440502"/>
                    <a:gd name="connsiteY8941" fmla="*/ 2073159 h 2360402"/>
                    <a:gd name="connsiteX8942" fmla="*/ 1110381 w 1440502"/>
                    <a:gd name="connsiteY8942" fmla="*/ 2073170 h 2360402"/>
                    <a:gd name="connsiteX8943" fmla="*/ 1110115 w 1440502"/>
                    <a:gd name="connsiteY8943" fmla="*/ 2073217 h 2360402"/>
                    <a:gd name="connsiteX8944" fmla="*/ 1109861 w 1440502"/>
                    <a:gd name="connsiteY8944" fmla="*/ 2073321 h 2360402"/>
                    <a:gd name="connsiteX8945" fmla="*/ 1109571 w 1440502"/>
                    <a:gd name="connsiteY8945" fmla="*/ 2073437 h 2360402"/>
                    <a:gd name="connsiteX8946" fmla="*/ 1109212 w 1440502"/>
                    <a:gd name="connsiteY8946" fmla="*/ 2073506 h 2360402"/>
                    <a:gd name="connsiteX8947" fmla="*/ 1109097 w 1440502"/>
                    <a:gd name="connsiteY8947" fmla="*/ 2073529 h 2360402"/>
                    <a:gd name="connsiteX8948" fmla="*/ 1108819 w 1440502"/>
                    <a:gd name="connsiteY8948" fmla="*/ 2073853 h 2360402"/>
                    <a:gd name="connsiteX8949" fmla="*/ 1108796 w 1440502"/>
                    <a:gd name="connsiteY8949" fmla="*/ 2073911 h 2360402"/>
                    <a:gd name="connsiteX8950" fmla="*/ 1108657 w 1440502"/>
                    <a:gd name="connsiteY8950" fmla="*/ 2074143 h 2360402"/>
                    <a:gd name="connsiteX8951" fmla="*/ 1108668 w 1440502"/>
                    <a:gd name="connsiteY8951" fmla="*/ 2074351 h 2360402"/>
                    <a:gd name="connsiteX8952" fmla="*/ 1108738 w 1440502"/>
                    <a:gd name="connsiteY8952" fmla="*/ 2074363 h 2360402"/>
                    <a:gd name="connsiteX8953" fmla="*/ 1108784 w 1440502"/>
                    <a:gd name="connsiteY8953" fmla="*/ 2074548 h 2360402"/>
                    <a:gd name="connsiteX8954" fmla="*/ 1108668 w 1440502"/>
                    <a:gd name="connsiteY8954" fmla="*/ 2074559 h 2360402"/>
                    <a:gd name="connsiteX8955" fmla="*/ 1107974 w 1440502"/>
                    <a:gd name="connsiteY8955" fmla="*/ 2074571 h 2360402"/>
                    <a:gd name="connsiteX8956" fmla="*/ 1107858 w 1440502"/>
                    <a:gd name="connsiteY8956" fmla="*/ 2074617 h 2360402"/>
                    <a:gd name="connsiteX8957" fmla="*/ 1107823 w 1440502"/>
                    <a:gd name="connsiteY8957" fmla="*/ 2074641 h 2360402"/>
                    <a:gd name="connsiteX8958" fmla="*/ 1107661 w 1440502"/>
                    <a:gd name="connsiteY8958" fmla="*/ 2074779 h 2360402"/>
                    <a:gd name="connsiteX8959" fmla="*/ 1107164 w 1440502"/>
                    <a:gd name="connsiteY8959" fmla="*/ 2075208 h 2360402"/>
                    <a:gd name="connsiteX8960" fmla="*/ 1107071 w 1440502"/>
                    <a:gd name="connsiteY8960" fmla="*/ 2075277 h 2360402"/>
                    <a:gd name="connsiteX8961" fmla="*/ 1106978 w 1440502"/>
                    <a:gd name="connsiteY8961" fmla="*/ 2075335 h 2360402"/>
                    <a:gd name="connsiteX8962" fmla="*/ 1106909 w 1440502"/>
                    <a:gd name="connsiteY8962" fmla="*/ 2075312 h 2360402"/>
                    <a:gd name="connsiteX8963" fmla="*/ 1106805 w 1440502"/>
                    <a:gd name="connsiteY8963" fmla="*/ 2075300 h 2360402"/>
                    <a:gd name="connsiteX8964" fmla="*/ 1106469 w 1440502"/>
                    <a:gd name="connsiteY8964" fmla="*/ 2075358 h 2360402"/>
                    <a:gd name="connsiteX8965" fmla="*/ 1106029 w 1440502"/>
                    <a:gd name="connsiteY8965" fmla="*/ 2075462 h 2360402"/>
                    <a:gd name="connsiteX8966" fmla="*/ 1105774 w 1440502"/>
                    <a:gd name="connsiteY8966" fmla="*/ 2075659 h 2360402"/>
                    <a:gd name="connsiteX8967" fmla="*/ 1105855 w 1440502"/>
                    <a:gd name="connsiteY8967" fmla="*/ 2075740 h 2360402"/>
                    <a:gd name="connsiteX8968" fmla="*/ 1105867 w 1440502"/>
                    <a:gd name="connsiteY8968" fmla="*/ 2075775 h 2360402"/>
                    <a:gd name="connsiteX8969" fmla="*/ 1105473 w 1440502"/>
                    <a:gd name="connsiteY8969" fmla="*/ 2076365 h 2360402"/>
                    <a:gd name="connsiteX8970" fmla="*/ 1104640 w 1440502"/>
                    <a:gd name="connsiteY8970" fmla="*/ 2076863 h 2360402"/>
                    <a:gd name="connsiteX8971" fmla="*/ 1104362 w 1440502"/>
                    <a:gd name="connsiteY8971" fmla="*/ 2076921 h 2360402"/>
                    <a:gd name="connsiteX8972" fmla="*/ 1104270 w 1440502"/>
                    <a:gd name="connsiteY8972" fmla="*/ 2076979 h 2360402"/>
                    <a:gd name="connsiteX8973" fmla="*/ 1104246 w 1440502"/>
                    <a:gd name="connsiteY8973" fmla="*/ 2077002 h 2360402"/>
                    <a:gd name="connsiteX8974" fmla="*/ 1104188 w 1440502"/>
                    <a:gd name="connsiteY8974" fmla="*/ 2077095 h 2360402"/>
                    <a:gd name="connsiteX8975" fmla="*/ 1104188 w 1440502"/>
                    <a:gd name="connsiteY8975" fmla="*/ 2077141 h 2360402"/>
                    <a:gd name="connsiteX8976" fmla="*/ 1104165 w 1440502"/>
                    <a:gd name="connsiteY8976" fmla="*/ 2077187 h 2360402"/>
                    <a:gd name="connsiteX8977" fmla="*/ 1103806 w 1440502"/>
                    <a:gd name="connsiteY8977" fmla="*/ 2077430 h 2360402"/>
                    <a:gd name="connsiteX8978" fmla="*/ 1103528 w 1440502"/>
                    <a:gd name="connsiteY8978" fmla="*/ 2077511 h 2360402"/>
                    <a:gd name="connsiteX8979" fmla="*/ 1103471 w 1440502"/>
                    <a:gd name="connsiteY8979" fmla="*/ 2077546 h 2360402"/>
                    <a:gd name="connsiteX8980" fmla="*/ 1103390 w 1440502"/>
                    <a:gd name="connsiteY8980" fmla="*/ 2077627 h 2360402"/>
                    <a:gd name="connsiteX8981" fmla="*/ 1103100 w 1440502"/>
                    <a:gd name="connsiteY8981" fmla="*/ 2078067 h 2360402"/>
                    <a:gd name="connsiteX8982" fmla="*/ 1102984 w 1440502"/>
                    <a:gd name="connsiteY8982" fmla="*/ 2078380 h 2360402"/>
                    <a:gd name="connsiteX8983" fmla="*/ 1102973 w 1440502"/>
                    <a:gd name="connsiteY8983" fmla="*/ 2078402 h 2360402"/>
                    <a:gd name="connsiteX8984" fmla="*/ 1102695 w 1440502"/>
                    <a:gd name="connsiteY8984" fmla="*/ 2078831 h 2360402"/>
                    <a:gd name="connsiteX8985" fmla="*/ 1102591 w 1440502"/>
                    <a:gd name="connsiteY8985" fmla="*/ 2078935 h 2360402"/>
                    <a:gd name="connsiteX8986" fmla="*/ 1102637 w 1440502"/>
                    <a:gd name="connsiteY8986" fmla="*/ 2079155 h 2360402"/>
                    <a:gd name="connsiteX8987" fmla="*/ 1102672 w 1440502"/>
                    <a:gd name="connsiteY8987" fmla="*/ 2079410 h 2360402"/>
                    <a:gd name="connsiteX8988" fmla="*/ 1102637 w 1440502"/>
                    <a:gd name="connsiteY8988" fmla="*/ 2079526 h 2360402"/>
                    <a:gd name="connsiteX8989" fmla="*/ 1102533 w 1440502"/>
                    <a:gd name="connsiteY8989" fmla="*/ 2079745 h 2360402"/>
                    <a:gd name="connsiteX8990" fmla="*/ 1102348 w 1440502"/>
                    <a:gd name="connsiteY8990" fmla="*/ 2079919 h 2360402"/>
                    <a:gd name="connsiteX8991" fmla="*/ 1102255 w 1440502"/>
                    <a:gd name="connsiteY8991" fmla="*/ 2079954 h 2360402"/>
                    <a:gd name="connsiteX8992" fmla="*/ 1101480 w 1440502"/>
                    <a:gd name="connsiteY8992" fmla="*/ 2079942 h 2360402"/>
                    <a:gd name="connsiteX8993" fmla="*/ 1101040 w 1440502"/>
                    <a:gd name="connsiteY8993" fmla="*/ 2079884 h 2360402"/>
                    <a:gd name="connsiteX8994" fmla="*/ 1100473 w 1440502"/>
                    <a:gd name="connsiteY8994" fmla="*/ 2080197 h 2360402"/>
                    <a:gd name="connsiteX8995" fmla="*/ 1100438 w 1440502"/>
                    <a:gd name="connsiteY8995" fmla="*/ 2080486 h 2360402"/>
                    <a:gd name="connsiteX8996" fmla="*/ 1100438 w 1440502"/>
                    <a:gd name="connsiteY8996" fmla="*/ 2080845 h 2360402"/>
                    <a:gd name="connsiteX8997" fmla="*/ 1100438 w 1440502"/>
                    <a:gd name="connsiteY8997" fmla="*/ 2080880 h 2360402"/>
                    <a:gd name="connsiteX8998" fmla="*/ 1100276 w 1440502"/>
                    <a:gd name="connsiteY8998" fmla="*/ 2080973 h 2360402"/>
                    <a:gd name="connsiteX8999" fmla="*/ 1100148 w 1440502"/>
                    <a:gd name="connsiteY8999" fmla="*/ 2080845 h 2360402"/>
                    <a:gd name="connsiteX9000" fmla="*/ 1099720 w 1440502"/>
                    <a:gd name="connsiteY9000" fmla="*/ 2080764 h 2360402"/>
                    <a:gd name="connsiteX9001" fmla="*/ 1099674 w 1440502"/>
                    <a:gd name="connsiteY9001" fmla="*/ 2080810 h 2360402"/>
                    <a:gd name="connsiteX9002" fmla="*/ 1099558 w 1440502"/>
                    <a:gd name="connsiteY9002" fmla="*/ 2081088 h 2360402"/>
                    <a:gd name="connsiteX9003" fmla="*/ 1099523 w 1440502"/>
                    <a:gd name="connsiteY9003" fmla="*/ 2081146 h 2360402"/>
                    <a:gd name="connsiteX9004" fmla="*/ 1099465 w 1440502"/>
                    <a:gd name="connsiteY9004" fmla="*/ 2081135 h 2360402"/>
                    <a:gd name="connsiteX9005" fmla="*/ 1099327 w 1440502"/>
                    <a:gd name="connsiteY9005" fmla="*/ 2081042 h 2360402"/>
                    <a:gd name="connsiteX9006" fmla="*/ 1099269 w 1440502"/>
                    <a:gd name="connsiteY9006" fmla="*/ 2081042 h 2360402"/>
                    <a:gd name="connsiteX9007" fmla="*/ 1098956 w 1440502"/>
                    <a:gd name="connsiteY9007" fmla="*/ 2081123 h 2360402"/>
                    <a:gd name="connsiteX9008" fmla="*/ 1098933 w 1440502"/>
                    <a:gd name="connsiteY9008" fmla="*/ 2081146 h 2360402"/>
                    <a:gd name="connsiteX9009" fmla="*/ 1098771 w 1440502"/>
                    <a:gd name="connsiteY9009" fmla="*/ 2081331 h 2360402"/>
                    <a:gd name="connsiteX9010" fmla="*/ 1098748 w 1440502"/>
                    <a:gd name="connsiteY9010" fmla="*/ 2081343 h 2360402"/>
                    <a:gd name="connsiteX9011" fmla="*/ 1098586 w 1440502"/>
                    <a:gd name="connsiteY9011" fmla="*/ 2081447 h 2360402"/>
                    <a:gd name="connsiteX9012" fmla="*/ 1098319 w 1440502"/>
                    <a:gd name="connsiteY9012" fmla="*/ 2081574 h 2360402"/>
                    <a:gd name="connsiteX9013" fmla="*/ 1097648 w 1440502"/>
                    <a:gd name="connsiteY9013" fmla="*/ 2081748 h 2360402"/>
                    <a:gd name="connsiteX9014" fmla="*/ 1097417 w 1440502"/>
                    <a:gd name="connsiteY9014" fmla="*/ 2081818 h 2360402"/>
                    <a:gd name="connsiteX9015" fmla="*/ 1097035 w 1440502"/>
                    <a:gd name="connsiteY9015" fmla="*/ 2081771 h 2360402"/>
                    <a:gd name="connsiteX9016" fmla="*/ 1096895 w 1440502"/>
                    <a:gd name="connsiteY9016" fmla="*/ 2081667 h 2360402"/>
                    <a:gd name="connsiteX9017" fmla="*/ 1096757 w 1440502"/>
                    <a:gd name="connsiteY9017" fmla="*/ 2081574 h 2360402"/>
                    <a:gd name="connsiteX9018" fmla="*/ 1096652 w 1440502"/>
                    <a:gd name="connsiteY9018" fmla="*/ 2081551 h 2360402"/>
                    <a:gd name="connsiteX9019" fmla="*/ 1096363 w 1440502"/>
                    <a:gd name="connsiteY9019" fmla="*/ 2081840 h 2360402"/>
                    <a:gd name="connsiteX9020" fmla="*/ 1096340 w 1440502"/>
                    <a:gd name="connsiteY9020" fmla="*/ 2081852 h 2360402"/>
                    <a:gd name="connsiteX9021" fmla="*/ 1096004 w 1440502"/>
                    <a:gd name="connsiteY9021" fmla="*/ 2082234 h 2360402"/>
                    <a:gd name="connsiteX9022" fmla="*/ 1094210 w 1440502"/>
                    <a:gd name="connsiteY9022" fmla="*/ 2082558 h 2360402"/>
                    <a:gd name="connsiteX9023" fmla="*/ 1094129 w 1440502"/>
                    <a:gd name="connsiteY9023" fmla="*/ 2082547 h 2360402"/>
                    <a:gd name="connsiteX9024" fmla="*/ 1094001 w 1440502"/>
                    <a:gd name="connsiteY9024" fmla="*/ 2082570 h 2360402"/>
                    <a:gd name="connsiteX9025" fmla="*/ 1093515 w 1440502"/>
                    <a:gd name="connsiteY9025" fmla="*/ 2082801 h 2360402"/>
                    <a:gd name="connsiteX9026" fmla="*/ 1093238 w 1440502"/>
                    <a:gd name="connsiteY9026" fmla="*/ 2082848 h 2360402"/>
                    <a:gd name="connsiteX9027" fmla="*/ 1092786 w 1440502"/>
                    <a:gd name="connsiteY9027" fmla="*/ 2083044 h 2360402"/>
                    <a:gd name="connsiteX9028" fmla="*/ 1092705 w 1440502"/>
                    <a:gd name="connsiteY9028" fmla="*/ 2082732 h 2360402"/>
                    <a:gd name="connsiteX9029" fmla="*/ 1092705 w 1440502"/>
                    <a:gd name="connsiteY9029" fmla="*/ 2082697 h 2360402"/>
                    <a:gd name="connsiteX9030" fmla="*/ 1092601 w 1440502"/>
                    <a:gd name="connsiteY9030" fmla="*/ 2082558 h 2360402"/>
                    <a:gd name="connsiteX9031" fmla="*/ 1092462 w 1440502"/>
                    <a:gd name="connsiteY9031" fmla="*/ 2082524 h 2360402"/>
                    <a:gd name="connsiteX9032" fmla="*/ 1092265 w 1440502"/>
                    <a:gd name="connsiteY9032" fmla="*/ 2082408 h 2360402"/>
                    <a:gd name="connsiteX9033" fmla="*/ 1092080 w 1440502"/>
                    <a:gd name="connsiteY9033" fmla="*/ 2082165 h 2360402"/>
                    <a:gd name="connsiteX9034" fmla="*/ 1091987 w 1440502"/>
                    <a:gd name="connsiteY9034" fmla="*/ 2082130 h 2360402"/>
                    <a:gd name="connsiteX9035" fmla="*/ 1091687 w 1440502"/>
                    <a:gd name="connsiteY9035" fmla="*/ 2082061 h 2360402"/>
                    <a:gd name="connsiteX9036" fmla="*/ 1091652 w 1440502"/>
                    <a:gd name="connsiteY9036" fmla="*/ 2082049 h 2360402"/>
                    <a:gd name="connsiteX9037" fmla="*/ 1091571 w 1440502"/>
                    <a:gd name="connsiteY9037" fmla="*/ 2082061 h 2360402"/>
                    <a:gd name="connsiteX9038" fmla="*/ 1091177 w 1440502"/>
                    <a:gd name="connsiteY9038" fmla="*/ 2082350 h 2360402"/>
                    <a:gd name="connsiteX9039" fmla="*/ 1090691 w 1440502"/>
                    <a:gd name="connsiteY9039" fmla="*/ 2081702 h 2360402"/>
                    <a:gd name="connsiteX9040" fmla="*/ 1090182 w 1440502"/>
                    <a:gd name="connsiteY9040" fmla="*/ 2081898 h 2360402"/>
                    <a:gd name="connsiteX9041" fmla="*/ 1090008 w 1440502"/>
                    <a:gd name="connsiteY9041" fmla="*/ 2081875 h 2360402"/>
                    <a:gd name="connsiteX9042" fmla="*/ 1089429 w 1440502"/>
                    <a:gd name="connsiteY9042" fmla="*/ 2082026 h 2360402"/>
                    <a:gd name="connsiteX9043" fmla="*/ 1088700 w 1440502"/>
                    <a:gd name="connsiteY9043" fmla="*/ 2081783 h 2360402"/>
                    <a:gd name="connsiteX9044" fmla="*/ 1087438 w 1440502"/>
                    <a:gd name="connsiteY9044" fmla="*/ 2083681 h 2360402"/>
                    <a:gd name="connsiteX9045" fmla="*/ 1087334 w 1440502"/>
                    <a:gd name="connsiteY9045" fmla="*/ 2083809 h 2360402"/>
                    <a:gd name="connsiteX9046" fmla="*/ 1087033 w 1440502"/>
                    <a:gd name="connsiteY9046" fmla="*/ 2084121 h 2360402"/>
                    <a:gd name="connsiteX9047" fmla="*/ 1086940 w 1440502"/>
                    <a:gd name="connsiteY9047" fmla="*/ 2084202 h 2360402"/>
                    <a:gd name="connsiteX9048" fmla="*/ 1086836 w 1440502"/>
                    <a:gd name="connsiteY9048" fmla="*/ 2084283 h 2360402"/>
                    <a:gd name="connsiteX9049" fmla="*/ 1086547 w 1440502"/>
                    <a:gd name="connsiteY9049" fmla="*/ 2084549 h 2360402"/>
                    <a:gd name="connsiteX9050" fmla="*/ 1086257 w 1440502"/>
                    <a:gd name="connsiteY9050" fmla="*/ 2084874 h 2360402"/>
                    <a:gd name="connsiteX9051" fmla="*/ 1086211 w 1440502"/>
                    <a:gd name="connsiteY9051" fmla="*/ 2084920 h 2360402"/>
                    <a:gd name="connsiteX9052" fmla="*/ 1086142 w 1440502"/>
                    <a:gd name="connsiteY9052" fmla="*/ 2085047 h 2360402"/>
                    <a:gd name="connsiteX9053" fmla="*/ 1088202 w 1440502"/>
                    <a:gd name="connsiteY9053" fmla="*/ 2088450 h 2360402"/>
                    <a:gd name="connsiteX9054" fmla="*/ 1088202 w 1440502"/>
                    <a:gd name="connsiteY9054" fmla="*/ 2088647 h 2360402"/>
                    <a:gd name="connsiteX9055" fmla="*/ 1088179 w 1440502"/>
                    <a:gd name="connsiteY9055" fmla="*/ 2088914 h 2360402"/>
                    <a:gd name="connsiteX9056" fmla="*/ 1088179 w 1440502"/>
                    <a:gd name="connsiteY9056" fmla="*/ 2088937 h 2360402"/>
                    <a:gd name="connsiteX9057" fmla="*/ 1088109 w 1440502"/>
                    <a:gd name="connsiteY9057" fmla="*/ 2089215 h 2360402"/>
                    <a:gd name="connsiteX9058" fmla="*/ 1087901 w 1440502"/>
                    <a:gd name="connsiteY9058" fmla="*/ 2089677 h 2360402"/>
                    <a:gd name="connsiteX9059" fmla="*/ 1087878 w 1440502"/>
                    <a:gd name="connsiteY9059" fmla="*/ 2089712 h 2360402"/>
                    <a:gd name="connsiteX9060" fmla="*/ 1087727 w 1440502"/>
                    <a:gd name="connsiteY9060" fmla="*/ 2089921 h 2360402"/>
                    <a:gd name="connsiteX9061" fmla="*/ 1087681 w 1440502"/>
                    <a:gd name="connsiteY9061" fmla="*/ 2089978 h 2360402"/>
                    <a:gd name="connsiteX9062" fmla="*/ 1087183 w 1440502"/>
                    <a:gd name="connsiteY9062" fmla="*/ 2090615 h 2360402"/>
                    <a:gd name="connsiteX9063" fmla="*/ 1086859 w 1440502"/>
                    <a:gd name="connsiteY9063" fmla="*/ 2090963 h 2360402"/>
                    <a:gd name="connsiteX9064" fmla="*/ 1086848 w 1440502"/>
                    <a:gd name="connsiteY9064" fmla="*/ 2090974 h 2360402"/>
                    <a:gd name="connsiteX9065" fmla="*/ 1085864 w 1440502"/>
                    <a:gd name="connsiteY9065" fmla="*/ 2091726 h 2360402"/>
                    <a:gd name="connsiteX9066" fmla="*/ 1085725 w 1440502"/>
                    <a:gd name="connsiteY9066" fmla="*/ 2091750 h 2360402"/>
                    <a:gd name="connsiteX9067" fmla="*/ 1085644 w 1440502"/>
                    <a:gd name="connsiteY9067" fmla="*/ 2091750 h 2360402"/>
                    <a:gd name="connsiteX9068" fmla="*/ 1085598 w 1440502"/>
                    <a:gd name="connsiteY9068" fmla="*/ 2091750 h 2360402"/>
                    <a:gd name="connsiteX9069" fmla="*/ 1085204 w 1440502"/>
                    <a:gd name="connsiteY9069" fmla="*/ 2091726 h 2360402"/>
                    <a:gd name="connsiteX9070" fmla="*/ 1085065 w 1440502"/>
                    <a:gd name="connsiteY9070" fmla="*/ 2091680 h 2360402"/>
                    <a:gd name="connsiteX9071" fmla="*/ 1084648 w 1440502"/>
                    <a:gd name="connsiteY9071" fmla="*/ 2091460 h 2360402"/>
                    <a:gd name="connsiteX9072" fmla="*/ 1084417 w 1440502"/>
                    <a:gd name="connsiteY9072" fmla="*/ 2091368 h 2360402"/>
                    <a:gd name="connsiteX9073" fmla="*/ 1083583 w 1440502"/>
                    <a:gd name="connsiteY9073" fmla="*/ 2090997 h 2360402"/>
                    <a:gd name="connsiteX9074" fmla="*/ 1083306 w 1440502"/>
                    <a:gd name="connsiteY9074" fmla="*/ 2090997 h 2360402"/>
                    <a:gd name="connsiteX9075" fmla="*/ 1083178 w 1440502"/>
                    <a:gd name="connsiteY9075" fmla="*/ 2091124 h 2360402"/>
                    <a:gd name="connsiteX9076" fmla="*/ 1083051 w 1440502"/>
                    <a:gd name="connsiteY9076" fmla="*/ 2091402 h 2360402"/>
                    <a:gd name="connsiteX9077" fmla="*/ 1082947 w 1440502"/>
                    <a:gd name="connsiteY9077" fmla="*/ 2091703 h 2360402"/>
                    <a:gd name="connsiteX9078" fmla="*/ 1082958 w 1440502"/>
                    <a:gd name="connsiteY9078" fmla="*/ 2091877 h 2360402"/>
                    <a:gd name="connsiteX9079" fmla="*/ 1083665 w 1440502"/>
                    <a:gd name="connsiteY9079" fmla="*/ 2092653 h 2360402"/>
                    <a:gd name="connsiteX9080" fmla="*/ 1083722 w 1440502"/>
                    <a:gd name="connsiteY9080" fmla="*/ 2092711 h 2360402"/>
                    <a:gd name="connsiteX9081" fmla="*/ 1084336 w 1440502"/>
                    <a:gd name="connsiteY9081" fmla="*/ 2093694 h 2360402"/>
                    <a:gd name="connsiteX9082" fmla="*/ 1084313 w 1440502"/>
                    <a:gd name="connsiteY9082" fmla="*/ 2094180 h 2360402"/>
                    <a:gd name="connsiteX9083" fmla="*/ 1084278 w 1440502"/>
                    <a:gd name="connsiteY9083" fmla="*/ 2094250 h 2360402"/>
                    <a:gd name="connsiteX9084" fmla="*/ 1084232 w 1440502"/>
                    <a:gd name="connsiteY9084" fmla="*/ 2094285 h 2360402"/>
                    <a:gd name="connsiteX9085" fmla="*/ 1084162 w 1440502"/>
                    <a:gd name="connsiteY9085" fmla="*/ 2094331 h 2360402"/>
                    <a:gd name="connsiteX9086" fmla="*/ 1083988 w 1440502"/>
                    <a:gd name="connsiteY9086" fmla="*/ 2094343 h 2360402"/>
                    <a:gd name="connsiteX9087" fmla="*/ 1083745 w 1440502"/>
                    <a:gd name="connsiteY9087" fmla="*/ 2094065 h 2360402"/>
                    <a:gd name="connsiteX9088" fmla="*/ 1083468 w 1440502"/>
                    <a:gd name="connsiteY9088" fmla="*/ 2093764 h 2360402"/>
                    <a:gd name="connsiteX9089" fmla="*/ 1083340 w 1440502"/>
                    <a:gd name="connsiteY9089" fmla="*/ 2093636 h 2360402"/>
                    <a:gd name="connsiteX9090" fmla="*/ 1082391 w 1440502"/>
                    <a:gd name="connsiteY9090" fmla="*/ 2094435 h 2360402"/>
                    <a:gd name="connsiteX9091" fmla="*/ 1082148 w 1440502"/>
                    <a:gd name="connsiteY9091" fmla="*/ 2094702 h 2360402"/>
                    <a:gd name="connsiteX9092" fmla="*/ 1082078 w 1440502"/>
                    <a:gd name="connsiteY9092" fmla="*/ 2094771 h 2360402"/>
                    <a:gd name="connsiteX9093" fmla="*/ 1082021 w 1440502"/>
                    <a:gd name="connsiteY9093" fmla="*/ 2094875 h 2360402"/>
                    <a:gd name="connsiteX9094" fmla="*/ 1081835 w 1440502"/>
                    <a:gd name="connsiteY9094" fmla="*/ 2095072 h 2360402"/>
                    <a:gd name="connsiteX9095" fmla="*/ 1081801 w 1440502"/>
                    <a:gd name="connsiteY9095" fmla="*/ 2095118 h 2360402"/>
                    <a:gd name="connsiteX9096" fmla="*/ 1081685 w 1440502"/>
                    <a:gd name="connsiteY9096" fmla="*/ 2095280 h 2360402"/>
                    <a:gd name="connsiteX9097" fmla="*/ 1081569 w 1440502"/>
                    <a:gd name="connsiteY9097" fmla="*/ 2095454 h 2360402"/>
                    <a:gd name="connsiteX9098" fmla="*/ 1081546 w 1440502"/>
                    <a:gd name="connsiteY9098" fmla="*/ 2095489 h 2360402"/>
                    <a:gd name="connsiteX9099" fmla="*/ 1081476 w 1440502"/>
                    <a:gd name="connsiteY9099" fmla="*/ 2095697 h 2360402"/>
                    <a:gd name="connsiteX9100" fmla="*/ 1081453 w 1440502"/>
                    <a:gd name="connsiteY9100" fmla="*/ 2095848 h 2360402"/>
                    <a:gd name="connsiteX9101" fmla="*/ 1081453 w 1440502"/>
                    <a:gd name="connsiteY9101" fmla="*/ 2095906 h 2360402"/>
                    <a:gd name="connsiteX9102" fmla="*/ 1081476 w 1440502"/>
                    <a:gd name="connsiteY9102" fmla="*/ 2095998 h 2360402"/>
                    <a:gd name="connsiteX9103" fmla="*/ 1081534 w 1440502"/>
                    <a:gd name="connsiteY9103" fmla="*/ 2096310 h 2360402"/>
                    <a:gd name="connsiteX9104" fmla="*/ 1081546 w 1440502"/>
                    <a:gd name="connsiteY9104" fmla="*/ 2096380 h 2360402"/>
                    <a:gd name="connsiteX9105" fmla="*/ 1081581 w 1440502"/>
                    <a:gd name="connsiteY9105" fmla="*/ 2096461 h 2360402"/>
                    <a:gd name="connsiteX9106" fmla="*/ 1081801 w 1440502"/>
                    <a:gd name="connsiteY9106" fmla="*/ 2096681 h 2360402"/>
                    <a:gd name="connsiteX9107" fmla="*/ 1081859 w 1440502"/>
                    <a:gd name="connsiteY9107" fmla="*/ 2096727 h 2360402"/>
                    <a:gd name="connsiteX9108" fmla="*/ 1081951 w 1440502"/>
                    <a:gd name="connsiteY9108" fmla="*/ 2096831 h 2360402"/>
                    <a:gd name="connsiteX9109" fmla="*/ 1082055 w 1440502"/>
                    <a:gd name="connsiteY9109" fmla="*/ 2096947 h 2360402"/>
                    <a:gd name="connsiteX9110" fmla="*/ 1082067 w 1440502"/>
                    <a:gd name="connsiteY9110" fmla="*/ 2096970 h 2360402"/>
                    <a:gd name="connsiteX9111" fmla="*/ 1082090 w 1440502"/>
                    <a:gd name="connsiteY9111" fmla="*/ 2097086 h 2360402"/>
                    <a:gd name="connsiteX9112" fmla="*/ 1082102 w 1440502"/>
                    <a:gd name="connsiteY9112" fmla="*/ 2097179 h 2360402"/>
                    <a:gd name="connsiteX9113" fmla="*/ 1082102 w 1440502"/>
                    <a:gd name="connsiteY9113" fmla="*/ 2097202 h 2360402"/>
                    <a:gd name="connsiteX9114" fmla="*/ 1082102 w 1440502"/>
                    <a:gd name="connsiteY9114" fmla="*/ 2097237 h 2360402"/>
                    <a:gd name="connsiteX9115" fmla="*/ 1081997 w 1440502"/>
                    <a:gd name="connsiteY9115" fmla="*/ 2097399 h 2360402"/>
                    <a:gd name="connsiteX9116" fmla="*/ 1081974 w 1440502"/>
                    <a:gd name="connsiteY9116" fmla="*/ 2097422 h 2360402"/>
                    <a:gd name="connsiteX9117" fmla="*/ 1081951 w 1440502"/>
                    <a:gd name="connsiteY9117" fmla="*/ 2097433 h 2360402"/>
                    <a:gd name="connsiteX9118" fmla="*/ 1081453 w 1440502"/>
                    <a:gd name="connsiteY9118" fmla="*/ 2097445 h 2360402"/>
                    <a:gd name="connsiteX9119" fmla="*/ 1080747 w 1440502"/>
                    <a:gd name="connsiteY9119" fmla="*/ 2097457 h 2360402"/>
                    <a:gd name="connsiteX9120" fmla="*/ 1080504 w 1440502"/>
                    <a:gd name="connsiteY9120" fmla="*/ 2097561 h 2360402"/>
                    <a:gd name="connsiteX9121" fmla="*/ 1080249 w 1440502"/>
                    <a:gd name="connsiteY9121" fmla="*/ 2097688 h 2360402"/>
                    <a:gd name="connsiteX9122" fmla="*/ 1080134 w 1440502"/>
                    <a:gd name="connsiteY9122" fmla="*/ 2097769 h 2360402"/>
                    <a:gd name="connsiteX9123" fmla="*/ 1080029 w 1440502"/>
                    <a:gd name="connsiteY9123" fmla="*/ 2097897 h 2360402"/>
                    <a:gd name="connsiteX9124" fmla="*/ 1079948 w 1440502"/>
                    <a:gd name="connsiteY9124" fmla="*/ 2098024 h 2360402"/>
                    <a:gd name="connsiteX9125" fmla="*/ 1079914 w 1440502"/>
                    <a:gd name="connsiteY9125" fmla="*/ 2098105 h 2360402"/>
                    <a:gd name="connsiteX9126" fmla="*/ 1079879 w 1440502"/>
                    <a:gd name="connsiteY9126" fmla="*/ 2098209 h 2360402"/>
                    <a:gd name="connsiteX9127" fmla="*/ 1079648 w 1440502"/>
                    <a:gd name="connsiteY9127" fmla="*/ 2099031 h 2360402"/>
                    <a:gd name="connsiteX9128" fmla="*/ 1079555 w 1440502"/>
                    <a:gd name="connsiteY9128" fmla="*/ 2099181 h 2360402"/>
                    <a:gd name="connsiteX9129" fmla="*/ 1079520 w 1440502"/>
                    <a:gd name="connsiteY9129" fmla="*/ 2099204 h 2360402"/>
                    <a:gd name="connsiteX9130" fmla="*/ 1077344 w 1440502"/>
                    <a:gd name="connsiteY9130" fmla="*/ 2099262 h 2360402"/>
                    <a:gd name="connsiteX9131" fmla="*/ 1076754 w 1440502"/>
                    <a:gd name="connsiteY9131" fmla="*/ 2099332 h 2360402"/>
                    <a:gd name="connsiteX9132" fmla="*/ 1076360 w 1440502"/>
                    <a:gd name="connsiteY9132" fmla="*/ 2099424 h 2360402"/>
                    <a:gd name="connsiteX9133" fmla="*/ 1076337 w 1440502"/>
                    <a:gd name="connsiteY9133" fmla="*/ 2099424 h 2360402"/>
                    <a:gd name="connsiteX9134" fmla="*/ 1076221 w 1440502"/>
                    <a:gd name="connsiteY9134" fmla="*/ 2099482 h 2360402"/>
                    <a:gd name="connsiteX9135" fmla="*/ 1076071 w 1440502"/>
                    <a:gd name="connsiteY9135" fmla="*/ 2099563 h 2360402"/>
                    <a:gd name="connsiteX9136" fmla="*/ 1075712 w 1440502"/>
                    <a:gd name="connsiteY9136" fmla="*/ 2100061 h 2360402"/>
                    <a:gd name="connsiteX9137" fmla="*/ 1075642 w 1440502"/>
                    <a:gd name="connsiteY9137" fmla="*/ 2100177 h 2360402"/>
                    <a:gd name="connsiteX9138" fmla="*/ 1073420 w 1440502"/>
                    <a:gd name="connsiteY9138" fmla="*/ 2100247 h 2360402"/>
                    <a:gd name="connsiteX9139" fmla="*/ 1073327 w 1440502"/>
                    <a:gd name="connsiteY9139" fmla="*/ 2100304 h 2360402"/>
                    <a:gd name="connsiteX9140" fmla="*/ 1073223 w 1440502"/>
                    <a:gd name="connsiteY9140" fmla="*/ 2100397 h 2360402"/>
                    <a:gd name="connsiteX9141" fmla="*/ 1072794 w 1440502"/>
                    <a:gd name="connsiteY9141" fmla="*/ 2102561 h 2360402"/>
                    <a:gd name="connsiteX9142" fmla="*/ 1072783 w 1440502"/>
                    <a:gd name="connsiteY9142" fmla="*/ 2102585 h 2360402"/>
                    <a:gd name="connsiteX9143" fmla="*/ 1072748 w 1440502"/>
                    <a:gd name="connsiteY9143" fmla="*/ 2103453 h 2360402"/>
                    <a:gd name="connsiteX9144" fmla="*/ 1072841 w 1440502"/>
                    <a:gd name="connsiteY9144" fmla="*/ 2103627 h 2360402"/>
                    <a:gd name="connsiteX9145" fmla="*/ 1072980 w 1440502"/>
                    <a:gd name="connsiteY9145" fmla="*/ 2103904 h 2360402"/>
                    <a:gd name="connsiteX9146" fmla="*/ 1072980 w 1440502"/>
                    <a:gd name="connsiteY9146" fmla="*/ 2103928 h 2360402"/>
                    <a:gd name="connsiteX9147" fmla="*/ 1072980 w 1440502"/>
                    <a:gd name="connsiteY9147" fmla="*/ 2103951 h 2360402"/>
                    <a:gd name="connsiteX9148" fmla="*/ 1072910 w 1440502"/>
                    <a:gd name="connsiteY9148" fmla="*/ 2104113 h 2360402"/>
                    <a:gd name="connsiteX9149" fmla="*/ 1072424 w 1440502"/>
                    <a:gd name="connsiteY9149" fmla="*/ 2104645 h 2360402"/>
                    <a:gd name="connsiteX9150" fmla="*/ 1072401 w 1440502"/>
                    <a:gd name="connsiteY9150" fmla="*/ 2104668 h 2360402"/>
                    <a:gd name="connsiteX9151" fmla="*/ 1071880 w 1440502"/>
                    <a:gd name="connsiteY9151" fmla="*/ 2105618 h 2360402"/>
                    <a:gd name="connsiteX9152" fmla="*/ 1071822 w 1440502"/>
                    <a:gd name="connsiteY9152" fmla="*/ 2105676 h 2360402"/>
                    <a:gd name="connsiteX9153" fmla="*/ 1071452 w 1440502"/>
                    <a:gd name="connsiteY9153" fmla="*/ 2105999 h 2360402"/>
                    <a:gd name="connsiteX9154" fmla="*/ 1071440 w 1440502"/>
                    <a:gd name="connsiteY9154" fmla="*/ 2106011 h 2360402"/>
                    <a:gd name="connsiteX9155" fmla="*/ 1071325 w 1440502"/>
                    <a:gd name="connsiteY9155" fmla="*/ 2106139 h 2360402"/>
                    <a:gd name="connsiteX9156" fmla="*/ 1071313 w 1440502"/>
                    <a:gd name="connsiteY9156" fmla="*/ 2106185 h 2360402"/>
                    <a:gd name="connsiteX9157" fmla="*/ 1070803 w 1440502"/>
                    <a:gd name="connsiteY9157" fmla="*/ 2107088 h 2360402"/>
                    <a:gd name="connsiteX9158" fmla="*/ 1070201 w 1440502"/>
                    <a:gd name="connsiteY9158" fmla="*/ 2107111 h 2360402"/>
                    <a:gd name="connsiteX9159" fmla="*/ 1069900 w 1440502"/>
                    <a:gd name="connsiteY9159" fmla="*/ 2106995 h 2360402"/>
                    <a:gd name="connsiteX9160" fmla="*/ 1069727 w 1440502"/>
                    <a:gd name="connsiteY9160" fmla="*/ 2106914 h 2360402"/>
                    <a:gd name="connsiteX9161" fmla="*/ 1068766 w 1440502"/>
                    <a:gd name="connsiteY9161" fmla="*/ 2106752 h 2360402"/>
                    <a:gd name="connsiteX9162" fmla="*/ 1068187 w 1440502"/>
                    <a:gd name="connsiteY9162" fmla="*/ 2106845 h 2360402"/>
                    <a:gd name="connsiteX9163" fmla="*/ 1068083 w 1440502"/>
                    <a:gd name="connsiteY9163" fmla="*/ 2106914 h 2360402"/>
                    <a:gd name="connsiteX9164" fmla="*/ 1068014 w 1440502"/>
                    <a:gd name="connsiteY9164" fmla="*/ 2106972 h 2360402"/>
                    <a:gd name="connsiteX9165" fmla="*/ 1067805 w 1440502"/>
                    <a:gd name="connsiteY9165" fmla="*/ 2107377 h 2360402"/>
                    <a:gd name="connsiteX9166" fmla="*/ 1067805 w 1440502"/>
                    <a:gd name="connsiteY9166" fmla="*/ 2107470 h 2360402"/>
                    <a:gd name="connsiteX9167" fmla="*/ 1067887 w 1440502"/>
                    <a:gd name="connsiteY9167" fmla="*/ 2107736 h 2360402"/>
                    <a:gd name="connsiteX9168" fmla="*/ 1067967 w 1440502"/>
                    <a:gd name="connsiteY9168" fmla="*/ 2107840 h 2360402"/>
                    <a:gd name="connsiteX9169" fmla="*/ 1068049 w 1440502"/>
                    <a:gd name="connsiteY9169" fmla="*/ 2107898 h 2360402"/>
                    <a:gd name="connsiteX9170" fmla="*/ 1069055 w 1440502"/>
                    <a:gd name="connsiteY9170" fmla="*/ 2107991 h 2360402"/>
                    <a:gd name="connsiteX9171" fmla="*/ 1069125 w 1440502"/>
                    <a:gd name="connsiteY9171" fmla="*/ 2108025 h 2360402"/>
                    <a:gd name="connsiteX9172" fmla="*/ 1069137 w 1440502"/>
                    <a:gd name="connsiteY9172" fmla="*/ 2108048 h 2360402"/>
                    <a:gd name="connsiteX9173" fmla="*/ 1069195 w 1440502"/>
                    <a:gd name="connsiteY9173" fmla="*/ 2108153 h 2360402"/>
                    <a:gd name="connsiteX9174" fmla="*/ 1069206 w 1440502"/>
                    <a:gd name="connsiteY9174" fmla="*/ 2108199 h 2360402"/>
                    <a:gd name="connsiteX9175" fmla="*/ 1069229 w 1440502"/>
                    <a:gd name="connsiteY9175" fmla="*/ 2108396 h 2360402"/>
                    <a:gd name="connsiteX9176" fmla="*/ 1069218 w 1440502"/>
                    <a:gd name="connsiteY9176" fmla="*/ 2108581 h 2360402"/>
                    <a:gd name="connsiteX9177" fmla="*/ 1069195 w 1440502"/>
                    <a:gd name="connsiteY9177" fmla="*/ 2108697 h 2360402"/>
                    <a:gd name="connsiteX9178" fmla="*/ 1069044 w 1440502"/>
                    <a:gd name="connsiteY9178" fmla="*/ 2109287 h 2360402"/>
                    <a:gd name="connsiteX9179" fmla="*/ 1069021 w 1440502"/>
                    <a:gd name="connsiteY9179" fmla="*/ 2109368 h 2360402"/>
                    <a:gd name="connsiteX9180" fmla="*/ 1067863 w 1440502"/>
                    <a:gd name="connsiteY9180" fmla="*/ 2110468 h 2360402"/>
                    <a:gd name="connsiteX9181" fmla="*/ 1067875 w 1440502"/>
                    <a:gd name="connsiteY9181" fmla="*/ 2110503 h 2360402"/>
                    <a:gd name="connsiteX9182" fmla="*/ 1067909 w 1440502"/>
                    <a:gd name="connsiteY9182" fmla="*/ 2110595 h 2360402"/>
                    <a:gd name="connsiteX9183" fmla="*/ 1067944 w 1440502"/>
                    <a:gd name="connsiteY9183" fmla="*/ 2110630 h 2360402"/>
                    <a:gd name="connsiteX9184" fmla="*/ 1068083 w 1440502"/>
                    <a:gd name="connsiteY9184" fmla="*/ 2110780 h 2360402"/>
                    <a:gd name="connsiteX9185" fmla="*/ 1068488 w 1440502"/>
                    <a:gd name="connsiteY9185" fmla="*/ 2110873 h 2360402"/>
                    <a:gd name="connsiteX9186" fmla="*/ 1068616 w 1440502"/>
                    <a:gd name="connsiteY9186" fmla="*/ 2111475 h 2360402"/>
                    <a:gd name="connsiteX9187" fmla="*/ 1068616 w 1440502"/>
                    <a:gd name="connsiteY9187" fmla="*/ 2111498 h 2360402"/>
                    <a:gd name="connsiteX9188" fmla="*/ 1068569 w 1440502"/>
                    <a:gd name="connsiteY9188" fmla="*/ 2111556 h 2360402"/>
                    <a:gd name="connsiteX9189" fmla="*/ 1068349 w 1440502"/>
                    <a:gd name="connsiteY9189" fmla="*/ 2111776 h 2360402"/>
                    <a:gd name="connsiteX9190" fmla="*/ 1068326 w 1440502"/>
                    <a:gd name="connsiteY9190" fmla="*/ 2111787 h 2360402"/>
                    <a:gd name="connsiteX9191" fmla="*/ 1067064 w 1440502"/>
                    <a:gd name="connsiteY9191" fmla="*/ 2111660 h 2360402"/>
                    <a:gd name="connsiteX9192" fmla="*/ 1066960 w 1440502"/>
                    <a:gd name="connsiteY9192" fmla="*/ 2111637 h 2360402"/>
                    <a:gd name="connsiteX9193" fmla="*/ 1066683 w 1440502"/>
                    <a:gd name="connsiteY9193" fmla="*/ 2111602 h 2360402"/>
                    <a:gd name="connsiteX9194" fmla="*/ 1066659 w 1440502"/>
                    <a:gd name="connsiteY9194" fmla="*/ 2111510 h 2360402"/>
                    <a:gd name="connsiteX9195" fmla="*/ 1066648 w 1440502"/>
                    <a:gd name="connsiteY9195" fmla="*/ 2111440 h 2360402"/>
                    <a:gd name="connsiteX9196" fmla="*/ 1066659 w 1440502"/>
                    <a:gd name="connsiteY9196" fmla="*/ 2111371 h 2360402"/>
                    <a:gd name="connsiteX9197" fmla="*/ 1066602 w 1440502"/>
                    <a:gd name="connsiteY9197" fmla="*/ 2111290 h 2360402"/>
                    <a:gd name="connsiteX9198" fmla="*/ 1066590 w 1440502"/>
                    <a:gd name="connsiteY9198" fmla="*/ 2111267 h 2360402"/>
                    <a:gd name="connsiteX9199" fmla="*/ 1066567 w 1440502"/>
                    <a:gd name="connsiteY9199" fmla="*/ 2111070 h 2360402"/>
                    <a:gd name="connsiteX9200" fmla="*/ 1066567 w 1440502"/>
                    <a:gd name="connsiteY9200" fmla="*/ 2111047 h 2360402"/>
                    <a:gd name="connsiteX9201" fmla="*/ 1066486 w 1440502"/>
                    <a:gd name="connsiteY9201" fmla="*/ 2111024 h 2360402"/>
                    <a:gd name="connsiteX9202" fmla="*/ 1066312 w 1440502"/>
                    <a:gd name="connsiteY9202" fmla="*/ 2110942 h 2360402"/>
                    <a:gd name="connsiteX9203" fmla="*/ 1065907 w 1440502"/>
                    <a:gd name="connsiteY9203" fmla="*/ 2111000 h 2360402"/>
                    <a:gd name="connsiteX9204" fmla="*/ 1065537 w 1440502"/>
                    <a:gd name="connsiteY9204" fmla="*/ 2111128 h 2360402"/>
                    <a:gd name="connsiteX9205" fmla="*/ 1065513 w 1440502"/>
                    <a:gd name="connsiteY9205" fmla="*/ 2111139 h 2360402"/>
                    <a:gd name="connsiteX9206" fmla="*/ 1065363 w 1440502"/>
                    <a:gd name="connsiteY9206" fmla="*/ 2112216 h 2360402"/>
                    <a:gd name="connsiteX9207" fmla="*/ 1065398 w 1440502"/>
                    <a:gd name="connsiteY9207" fmla="*/ 2112297 h 2360402"/>
                    <a:gd name="connsiteX9208" fmla="*/ 1065421 w 1440502"/>
                    <a:gd name="connsiteY9208" fmla="*/ 2112343 h 2360402"/>
                    <a:gd name="connsiteX9209" fmla="*/ 1065595 w 1440502"/>
                    <a:gd name="connsiteY9209" fmla="*/ 2112540 h 2360402"/>
                    <a:gd name="connsiteX9210" fmla="*/ 1065617 w 1440502"/>
                    <a:gd name="connsiteY9210" fmla="*/ 2112563 h 2360402"/>
                    <a:gd name="connsiteX9211" fmla="*/ 1065675 w 1440502"/>
                    <a:gd name="connsiteY9211" fmla="*/ 2112841 h 2360402"/>
                    <a:gd name="connsiteX9212" fmla="*/ 1065224 w 1440502"/>
                    <a:gd name="connsiteY9212" fmla="*/ 2114045 h 2360402"/>
                    <a:gd name="connsiteX9213" fmla="*/ 1065212 w 1440502"/>
                    <a:gd name="connsiteY9213" fmla="*/ 2114068 h 2360402"/>
                    <a:gd name="connsiteX9214" fmla="*/ 1064900 w 1440502"/>
                    <a:gd name="connsiteY9214" fmla="*/ 2114878 h 2360402"/>
                    <a:gd name="connsiteX9215" fmla="*/ 1064726 w 1440502"/>
                    <a:gd name="connsiteY9215" fmla="*/ 2115330 h 2360402"/>
                    <a:gd name="connsiteX9216" fmla="*/ 1064645 w 1440502"/>
                    <a:gd name="connsiteY9216" fmla="*/ 2115631 h 2360402"/>
                    <a:gd name="connsiteX9217" fmla="*/ 1064576 w 1440502"/>
                    <a:gd name="connsiteY9217" fmla="*/ 2115839 h 2360402"/>
                    <a:gd name="connsiteX9218" fmla="*/ 1064460 w 1440502"/>
                    <a:gd name="connsiteY9218" fmla="*/ 2116464 h 2360402"/>
                    <a:gd name="connsiteX9219" fmla="*/ 1064344 w 1440502"/>
                    <a:gd name="connsiteY9219" fmla="*/ 2116788 h 2360402"/>
                    <a:gd name="connsiteX9220" fmla="*/ 1064170 w 1440502"/>
                    <a:gd name="connsiteY9220" fmla="*/ 2116997 h 2360402"/>
                    <a:gd name="connsiteX9221" fmla="*/ 1064136 w 1440502"/>
                    <a:gd name="connsiteY9221" fmla="*/ 2117031 h 2360402"/>
                    <a:gd name="connsiteX9222" fmla="*/ 1062619 w 1440502"/>
                    <a:gd name="connsiteY9222" fmla="*/ 2117541 h 2360402"/>
                    <a:gd name="connsiteX9223" fmla="*/ 1062307 w 1440502"/>
                    <a:gd name="connsiteY9223" fmla="*/ 2117506 h 2360402"/>
                    <a:gd name="connsiteX9224" fmla="*/ 1062110 w 1440502"/>
                    <a:gd name="connsiteY9224" fmla="*/ 2117471 h 2360402"/>
                    <a:gd name="connsiteX9225" fmla="*/ 1060223 w 1440502"/>
                    <a:gd name="connsiteY9225" fmla="*/ 2117344 h 2360402"/>
                    <a:gd name="connsiteX9226" fmla="*/ 1059367 w 1440502"/>
                    <a:gd name="connsiteY9226" fmla="*/ 2117043 h 2360402"/>
                    <a:gd name="connsiteX9227" fmla="*/ 1058857 w 1440502"/>
                    <a:gd name="connsiteY9227" fmla="*/ 2116302 h 2360402"/>
                    <a:gd name="connsiteX9228" fmla="*/ 1057468 w 1440502"/>
                    <a:gd name="connsiteY9228" fmla="*/ 2118154 h 2360402"/>
                    <a:gd name="connsiteX9229" fmla="*/ 1057399 w 1440502"/>
                    <a:gd name="connsiteY9229" fmla="*/ 2118339 h 2360402"/>
                    <a:gd name="connsiteX9230" fmla="*/ 1057306 w 1440502"/>
                    <a:gd name="connsiteY9230" fmla="*/ 2118513 h 2360402"/>
                    <a:gd name="connsiteX9231" fmla="*/ 1057040 w 1440502"/>
                    <a:gd name="connsiteY9231" fmla="*/ 2118872 h 2360402"/>
                    <a:gd name="connsiteX9232" fmla="*/ 1056982 w 1440502"/>
                    <a:gd name="connsiteY9232" fmla="*/ 2118941 h 2360402"/>
                    <a:gd name="connsiteX9233" fmla="*/ 1056878 w 1440502"/>
                    <a:gd name="connsiteY9233" fmla="*/ 2119080 h 2360402"/>
                    <a:gd name="connsiteX9234" fmla="*/ 1056253 w 1440502"/>
                    <a:gd name="connsiteY9234" fmla="*/ 2119810 h 2360402"/>
                    <a:gd name="connsiteX9235" fmla="*/ 1055986 w 1440502"/>
                    <a:gd name="connsiteY9235" fmla="*/ 2120030 h 2360402"/>
                    <a:gd name="connsiteX9236" fmla="*/ 1055767 w 1440502"/>
                    <a:gd name="connsiteY9236" fmla="*/ 2120192 h 2360402"/>
                    <a:gd name="connsiteX9237" fmla="*/ 1055755 w 1440502"/>
                    <a:gd name="connsiteY9237" fmla="*/ 2120203 h 2360402"/>
                    <a:gd name="connsiteX9238" fmla="*/ 1054285 w 1440502"/>
                    <a:gd name="connsiteY9238" fmla="*/ 2121164 h 2360402"/>
                    <a:gd name="connsiteX9239" fmla="*/ 1054238 w 1440502"/>
                    <a:gd name="connsiteY9239" fmla="*/ 2121199 h 2360402"/>
                    <a:gd name="connsiteX9240" fmla="*/ 1053891 w 1440502"/>
                    <a:gd name="connsiteY9240" fmla="*/ 2121326 h 2360402"/>
                    <a:gd name="connsiteX9241" fmla="*/ 1052988 w 1440502"/>
                    <a:gd name="connsiteY9241" fmla="*/ 2121268 h 2360402"/>
                    <a:gd name="connsiteX9242" fmla="*/ 1052826 w 1440502"/>
                    <a:gd name="connsiteY9242" fmla="*/ 2121187 h 2360402"/>
                    <a:gd name="connsiteX9243" fmla="*/ 1052606 w 1440502"/>
                    <a:gd name="connsiteY9243" fmla="*/ 2121083 h 2360402"/>
                    <a:gd name="connsiteX9244" fmla="*/ 1052247 w 1440502"/>
                    <a:gd name="connsiteY9244" fmla="*/ 2120875 h 2360402"/>
                    <a:gd name="connsiteX9245" fmla="*/ 1052213 w 1440502"/>
                    <a:gd name="connsiteY9245" fmla="*/ 2120840 h 2360402"/>
                    <a:gd name="connsiteX9246" fmla="*/ 1052120 w 1440502"/>
                    <a:gd name="connsiteY9246" fmla="*/ 2120805 h 2360402"/>
                    <a:gd name="connsiteX9247" fmla="*/ 1051263 w 1440502"/>
                    <a:gd name="connsiteY9247" fmla="*/ 2120852 h 2360402"/>
                    <a:gd name="connsiteX9248" fmla="*/ 1050476 w 1440502"/>
                    <a:gd name="connsiteY9248" fmla="*/ 2121199 h 2360402"/>
                    <a:gd name="connsiteX9249" fmla="*/ 1050372 w 1440502"/>
                    <a:gd name="connsiteY9249" fmla="*/ 2121245 h 2360402"/>
                    <a:gd name="connsiteX9250" fmla="*/ 1049932 w 1440502"/>
                    <a:gd name="connsiteY9250" fmla="*/ 2121523 h 2360402"/>
                    <a:gd name="connsiteX9251" fmla="*/ 1049828 w 1440502"/>
                    <a:gd name="connsiteY9251" fmla="*/ 2121592 h 2360402"/>
                    <a:gd name="connsiteX9252" fmla="*/ 1048555 w 1440502"/>
                    <a:gd name="connsiteY9252" fmla="*/ 2123907 h 2360402"/>
                    <a:gd name="connsiteX9253" fmla="*/ 1048485 w 1440502"/>
                    <a:gd name="connsiteY9253" fmla="*/ 2124370 h 2360402"/>
                    <a:gd name="connsiteX9254" fmla="*/ 1048474 w 1440502"/>
                    <a:gd name="connsiteY9254" fmla="*/ 2124637 h 2360402"/>
                    <a:gd name="connsiteX9255" fmla="*/ 1048485 w 1440502"/>
                    <a:gd name="connsiteY9255" fmla="*/ 2124706 h 2360402"/>
                    <a:gd name="connsiteX9256" fmla="*/ 1048497 w 1440502"/>
                    <a:gd name="connsiteY9256" fmla="*/ 2124799 h 2360402"/>
                    <a:gd name="connsiteX9257" fmla="*/ 1048590 w 1440502"/>
                    <a:gd name="connsiteY9257" fmla="*/ 2125135 h 2360402"/>
                    <a:gd name="connsiteX9258" fmla="*/ 1049087 w 1440502"/>
                    <a:gd name="connsiteY9258" fmla="*/ 2126038 h 2360402"/>
                    <a:gd name="connsiteX9259" fmla="*/ 1049203 w 1440502"/>
                    <a:gd name="connsiteY9259" fmla="*/ 2126153 h 2360402"/>
                    <a:gd name="connsiteX9260" fmla="*/ 1050210 w 1440502"/>
                    <a:gd name="connsiteY9260" fmla="*/ 2126859 h 2360402"/>
                    <a:gd name="connsiteX9261" fmla="*/ 1050256 w 1440502"/>
                    <a:gd name="connsiteY9261" fmla="*/ 2126883 h 2360402"/>
                    <a:gd name="connsiteX9262" fmla="*/ 1050384 w 1440502"/>
                    <a:gd name="connsiteY9262" fmla="*/ 2126975 h 2360402"/>
                    <a:gd name="connsiteX9263" fmla="*/ 1050465 w 1440502"/>
                    <a:gd name="connsiteY9263" fmla="*/ 2127045 h 2360402"/>
                    <a:gd name="connsiteX9264" fmla="*/ 1050418 w 1440502"/>
                    <a:gd name="connsiteY9264" fmla="*/ 2127878 h 2360402"/>
                    <a:gd name="connsiteX9265" fmla="*/ 1050083 w 1440502"/>
                    <a:gd name="connsiteY9265" fmla="*/ 2127808 h 2360402"/>
                    <a:gd name="connsiteX9266" fmla="*/ 1049654 w 1440502"/>
                    <a:gd name="connsiteY9266" fmla="*/ 2127855 h 2360402"/>
                    <a:gd name="connsiteX9267" fmla="*/ 1049550 w 1440502"/>
                    <a:gd name="connsiteY9267" fmla="*/ 2127890 h 2360402"/>
                    <a:gd name="connsiteX9268" fmla="*/ 1049215 w 1440502"/>
                    <a:gd name="connsiteY9268" fmla="*/ 2128017 h 2360402"/>
                    <a:gd name="connsiteX9269" fmla="*/ 1049029 w 1440502"/>
                    <a:gd name="connsiteY9269" fmla="*/ 2128098 h 2360402"/>
                    <a:gd name="connsiteX9270" fmla="*/ 1048786 w 1440502"/>
                    <a:gd name="connsiteY9270" fmla="*/ 2128202 h 2360402"/>
                    <a:gd name="connsiteX9271" fmla="*/ 1048532 w 1440502"/>
                    <a:gd name="connsiteY9271" fmla="*/ 2128295 h 2360402"/>
                    <a:gd name="connsiteX9272" fmla="*/ 1048207 w 1440502"/>
                    <a:gd name="connsiteY9272" fmla="*/ 2128410 h 2360402"/>
                    <a:gd name="connsiteX9273" fmla="*/ 1047848 w 1440502"/>
                    <a:gd name="connsiteY9273" fmla="*/ 2128677 h 2360402"/>
                    <a:gd name="connsiteX9274" fmla="*/ 1047559 w 1440502"/>
                    <a:gd name="connsiteY9274" fmla="*/ 2129059 h 2360402"/>
                    <a:gd name="connsiteX9275" fmla="*/ 1047420 w 1440502"/>
                    <a:gd name="connsiteY9275" fmla="*/ 2129290 h 2360402"/>
                    <a:gd name="connsiteX9276" fmla="*/ 1046853 w 1440502"/>
                    <a:gd name="connsiteY9276" fmla="*/ 2129881 h 2360402"/>
                    <a:gd name="connsiteX9277" fmla="*/ 1045464 w 1440502"/>
                    <a:gd name="connsiteY9277" fmla="*/ 2130054 h 2360402"/>
                    <a:gd name="connsiteX9278" fmla="*/ 1044445 w 1440502"/>
                    <a:gd name="connsiteY9278" fmla="*/ 2130263 h 2360402"/>
                    <a:gd name="connsiteX9279" fmla="*/ 1044387 w 1440502"/>
                    <a:gd name="connsiteY9279" fmla="*/ 2130286 h 2360402"/>
                    <a:gd name="connsiteX9280" fmla="*/ 1044225 w 1440502"/>
                    <a:gd name="connsiteY9280" fmla="*/ 2130390 h 2360402"/>
                    <a:gd name="connsiteX9281" fmla="*/ 1043994 w 1440502"/>
                    <a:gd name="connsiteY9281" fmla="*/ 2130807 h 2360402"/>
                    <a:gd name="connsiteX9282" fmla="*/ 1043959 w 1440502"/>
                    <a:gd name="connsiteY9282" fmla="*/ 2130876 h 2360402"/>
                    <a:gd name="connsiteX9283" fmla="*/ 1043901 w 1440502"/>
                    <a:gd name="connsiteY9283" fmla="*/ 2131003 h 2360402"/>
                    <a:gd name="connsiteX9284" fmla="*/ 1043808 w 1440502"/>
                    <a:gd name="connsiteY9284" fmla="*/ 2131258 h 2360402"/>
                    <a:gd name="connsiteX9285" fmla="*/ 1043785 w 1440502"/>
                    <a:gd name="connsiteY9285" fmla="*/ 2131328 h 2360402"/>
                    <a:gd name="connsiteX9286" fmla="*/ 1043554 w 1440502"/>
                    <a:gd name="connsiteY9286" fmla="*/ 2132161 h 2360402"/>
                    <a:gd name="connsiteX9287" fmla="*/ 1043392 w 1440502"/>
                    <a:gd name="connsiteY9287" fmla="*/ 2132717 h 2360402"/>
                    <a:gd name="connsiteX9288" fmla="*/ 1043172 w 1440502"/>
                    <a:gd name="connsiteY9288" fmla="*/ 2133446 h 2360402"/>
                    <a:gd name="connsiteX9289" fmla="*/ 1042917 w 1440502"/>
                    <a:gd name="connsiteY9289" fmla="*/ 2133573 h 2360402"/>
                    <a:gd name="connsiteX9290" fmla="*/ 1042894 w 1440502"/>
                    <a:gd name="connsiteY9290" fmla="*/ 2133562 h 2360402"/>
                    <a:gd name="connsiteX9291" fmla="*/ 1042732 w 1440502"/>
                    <a:gd name="connsiteY9291" fmla="*/ 2133377 h 2360402"/>
                    <a:gd name="connsiteX9292" fmla="*/ 1042639 w 1440502"/>
                    <a:gd name="connsiteY9292" fmla="*/ 2133400 h 2360402"/>
                    <a:gd name="connsiteX9293" fmla="*/ 1042003 w 1440502"/>
                    <a:gd name="connsiteY9293" fmla="*/ 2133388 h 2360402"/>
                    <a:gd name="connsiteX9294" fmla="*/ 1041933 w 1440502"/>
                    <a:gd name="connsiteY9294" fmla="*/ 2133365 h 2360402"/>
                    <a:gd name="connsiteX9295" fmla="*/ 1041644 w 1440502"/>
                    <a:gd name="connsiteY9295" fmla="*/ 2133284 h 2360402"/>
                    <a:gd name="connsiteX9296" fmla="*/ 1041470 w 1440502"/>
                    <a:gd name="connsiteY9296" fmla="*/ 2133191 h 2360402"/>
                    <a:gd name="connsiteX9297" fmla="*/ 1041215 w 1440502"/>
                    <a:gd name="connsiteY9297" fmla="*/ 2133099 h 2360402"/>
                    <a:gd name="connsiteX9298" fmla="*/ 1039375 w 1440502"/>
                    <a:gd name="connsiteY9298" fmla="*/ 2133018 h 2360402"/>
                    <a:gd name="connsiteX9299" fmla="*/ 1038426 w 1440502"/>
                    <a:gd name="connsiteY9299" fmla="*/ 2132925 h 2360402"/>
                    <a:gd name="connsiteX9300" fmla="*/ 1037095 w 1440502"/>
                    <a:gd name="connsiteY9300" fmla="*/ 2132717 h 2360402"/>
                    <a:gd name="connsiteX9301" fmla="*/ 1031318 w 1440502"/>
                    <a:gd name="connsiteY9301" fmla="*/ 2131814 h 2360402"/>
                    <a:gd name="connsiteX9302" fmla="*/ 1031110 w 1440502"/>
                    <a:gd name="connsiteY9302" fmla="*/ 2131814 h 2360402"/>
                    <a:gd name="connsiteX9303" fmla="*/ 1031029 w 1440502"/>
                    <a:gd name="connsiteY9303" fmla="*/ 2131802 h 2360402"/>
                    <a:gd name="connsiteX9304" fmla="*/ 1030566 w 1440502"/>
                    <a:gd name="connsiteY9304" fmla="*/ 2131721 h 2360402"/>
                    <a:gd name="connsiteX9305" fmla="*/ 1029860 w 1440502"/>
                    <a:gd name="connsiteY9305" fmla="*/ 2131605 h 2360402"/>
                    <a:gd name="connsiteX9306" fmla="*/ 1029408 w 1440502"/>
                    <a:gd name="connsiteY9306" fmla="*/ 2131536 h 2360402"/>
                    <a:gd name="connsiteX9307" fmla="*/ 1029038 w 1440502"/>
                    <a:gd name="connsiteY9307" fmla="*/ 2131478 h 2360402"/>
                    <a:gd name="connsiteX9308" fmla="*/ 1028540 w 1440502"/>
                    <a:gd name="connsiteY9308" fmla="*/ 2131339 h 2360402"/>
                    <a:gd name="connsiteX9309" fmla="*/ 1027938 w 1440502"/>
                    <a:gd name="connsiteY9309" fmla="*/ 2131224 h 2360402"/>
                    <a:gd name="connsiteX9310" fmla="*/ 1027336 w 1440502"/>
                    <a:gd name="connsiteY9310" fmla="*/ 2131108 h 2360402"/>
                    <a:gd name="connsiteX9311" fmla="*/ 1026584 w 1440502"/>
                    <a:gd name="connsiteY9311" fmla="*/ 2130899 h 2360402"/>
                    <a:gd name="connsiteX9312" fmla="*/ 1025889 w 1440502"/>
                    <a:gd name="connsiteY9312" fmla="*/ 2130784 h 2360402"/>
                    <a:gd name="connsiteX9313" fmla="*/ 1025808 w 1440502"/>
                    <a:gd name="connsiteY9313" fmla="*/ 2130760 h 2360402"/>
                    <a:gd name="connsiteX9314" fmla="*/ 1022358 w 1440502"/>
                    <a:gd name="connsiteY9314" fmla="*/ 2130054 h 2360402"/>
                    <a:gd name="connsiteX9315" fmla="*/ 1021861 w 1440502"/>
                    <a:gd name="connsiteY9315" fmla="*/ 2129950 h 2360402"/>
                    <a:gd name="connsiteX9316" fmla="*/ 1021375 w 1440502"/>
                    <a:gd name="connsiteY9316" fmla="*/ 2129869 h 2360402"/>
                    <a:gd name="connsiteX9317" fmla="*/ 1020391 w 1440502"/>
                    <a:gd name="connsiteY9317" fmla="*/ 2129765 h 2360402"/>
                    <a:gd name="connsiteX9318" fmla="*/ 1019522 w 1440502"/>
                    <a:gd name="connsiteY9318" fmla="*/ 2129684 h 2360402"/>
                    <a:gd name="connsiteX9319" fmla="*/ 1017902 w 1440502"/>
                    <a:gd name="connsiteY9319" fmla="*/ 2129614 h 2360402"/>
                    <a:gd name="connsiteX9320" fmla="*/ 1017566 w 1440502"/>
                    <a:gd name="connsiteY9320" fmla="*/ 2129603 h 2360402"/>
                    <a:gd name="connsiteX9321" fmla="*/ 1016142 w 1440502"/>
                    <a:gd name="connsiteY9321" fmla="*/ 2129684 h 2360402"/>
                    <a:gd name="connsiteX9322" fmla="*/ 1015888 w 1440502"/>
                    <a:gd name="connsiteY9322" fmla="*/ 2129684 h 2360402"/>
                    <a:gd name="connsiteX9323" fmla="*/ 1015309 w 1440502"/>
                    <a:gd name="connsiteY9323" fmla="*/ 2129545 h 2360402"/>
                    <a:gd name="connsiteX9324" fmla="*/ 1015135 w 1440502"/>
                    <a:gd name="connsiteY9324" fmla="*/ 2129510 h 2360402"/>
                    <a:gd name="connsiteX9325" fmla="*/ 1014869 w 1440502"/>
                    <a:gd name="connsiteY9325" fmla="*/ 2129464 h 2360402"/>
                    <a:gd name="connsiteX9326" fmla="*/ 1014475 w 1440502"/>
                    <a:gd name="connsiteY9326" fmla="*/ 2129811 h 2360402"/>
                    <a:gd name="connsiteX9327" fmla="*/ 1014302 w 1440502"/>
                    <a:gd name="connsiteY9327" fmla="*/ 2129939 h 2360402"/>
                    <a:gd name="connsiteX9328" fmla="*/ 1013977 w 1440502"/>
                    <a:gd name="connsiteY9328" fmla="*/ 2130170 h 2360402"/>
                    <a:gd name="connsiteX9329" fmla="*/ 1012959 w 1440502"/>
                    <a:gd name="connsiteY9329" fmla="*/ 2130911 h 2360402"/>
                    <a:gd name="connsiteX9330" fmla="*/ 1012600 w 1440502"/>
                    <a:gd name="connsiteY9330" fmla="*/ 2130911 h 2360402"/>
                    <a:gd name="connsiteX9331" fmla="*/ 1012322 w 1440502"/>
                    <a:gd name="connsiteY9331" fmla="*/ 2130969 h 2360402"/>
                    <a:gd name="connsiteX9332" fmla="*/ 1012044 w 1440502"/>
                    <a:gd name="connsiteY9332" fmla="*/ 2131015 h 2360402"/>
                    <a:gd name="connsiteX9333" fmla="*/ 1011963 w 1440502"/>
                    <a:gd name="connsiteY9333" fmla="*/ 2131061 h 2360402"/>
                    <a:gd name="connsiteX9334" fmla="*/ 1011940 w 1440502"/>
                    <a:gd name="connsiteY9334" fmla="*/ 2131085 h 2360402"/>
                    <a:gd name="connsiteX9335" fmla="*/ 1011906 w 1440502"/>
                    <a:gd name="connsiteY9335" fmla="*/ 2131142 h 2360402"/>
                    <a:gd name="connsiteX9336" fmla="*/ 1011848 w 1440502"/>
                    <a:gd name="connsiteY9336" fmla="*/ 2131443 h 2360402"/>
                    <a:gd name="connsiteX9337" fmla="*/ 1011790 w 1440502"/>
                    <a:gd name="connsiteY9337" fmla="*/ 2132057 h 2360402"/>
                    <a:gd name="connsiteX9338" fmla="*/ 1011547 w 1440502"/>
                    <a:gd name="connsiteY9338" fmla="*/ 2132370 h 2360402"/>
                    <a:gd name="connsiteX9339" fmla="*/ 1011454 w 1440502"/>
                    <a:gd name="connsiteY9339" fmla="*/ 2132532 h 2360402"/>
                    <a:gd name="connsiteX9340" fmla="*/ 1011350 w 1440502"/>
                    <a:gd name="connsiteY9340" fmla="*/ 2132624 h 2360402"/>
                    <a:gd name="connsiteX9341" fmla="*/ 1011292 w 1440502"/>
                    <a:gd name="connsiteY9341" fmla="*/ 2132659 h 2360402"/>
                    <a:gd name="connsiteX9342" fmla="*/ 1011199 w 1440502"/>
                    <a:gd name="connsiteY9342" fmla="*/ 2132775 h 2360402"/>
                    <a:gd name="connsiteX9343" fmla="*/ 1011107 w 1440502"/>
                    <a:gd name="connsiteY9343" fmla="*/ 2133099 h 2360402"/>
                    <a:gd name="connsiteX9344" fmla="*/ 1011107 w 1440502"/>
                    <a:gd name="connsiteY9344" fmla="*/ 2133145 h 2360402"/>
                    <a:gd name="connsiteX9345" fmla="*/ 1011130 w 1440502"/>
                    <a:gd name="connsiteY9345" fmla="*/ 2133342 h 2360402"/>
                    <a:gd name="connsiteX9346" fmla="*/ 1011037 w 1440502"/>
                    <a:gd name="connsiteY9346" fmla="*/ 2133562 h 2360402"/>
                    <a:gd name="connsiteX9347" fmla="*/ 1011037 w 1440502"/>
                    <a:gd name="connsiteY9347" fmla="*/ 2133654 h 2360402"/>
                    <a:gd name="connsiteX9348" fmla="*/ 1011003 w 1440502"/>
                    <a:gd name="connsiteY9348" fmla="*/ 2134094 h 2360402"/>
                    <a:gd name="connsiteX9349" fmla="*/ 1011083 w 1440502"/>
                    <a:gd name="connsiteY9349" fmla="*/ 2134268 h 2360402"/>
                    <a:gd name="connsiteX9350" fmla="*/ 1011257 w 1440502"/>
                    <a:gd name="connsiteY9350" fmla="*/ 2134337 h 2360402"/>
                    <a:gd name="connsiteX9351" fmla="*/ 1011685 w 1440502"/>
                    <a:gd name="connsiteY9351" fmla="*/ 2134106 h 2360402"/>
                    <a:gd name="connsiteX9352" fmla="*/ 1011697 w 1440502"/>
                    <a:gd name="connsiteY9352" fmla="*/ 2134083 h 2360402"/>
                    <a:gd name="connsiteX9353" fmla="*/ 1011720 w 1440502"/>
                    <a:gd name="connsiteY9353" fmla="*/ 2134036 h 2360402"/>
                    <a:gd name="connsiteX9354" fmla="*/ 1011743 w 1440502"/>
                    <a:gd name="connsiteY9354" fmla="*/ 2133979 h 2360402"/>
                    <a:gd name="connsiteX9355" fmla="*/ 1011767 w 1440502"/>
                    <a:gd name="connsiteY9355" fmla="*/ 2133932 h 2360402"/>
                    <a:gd name="connsiteX9356" fmla="*/ 1011813 w 1440502"/>
                    <a:gd name="connsiteY9356" fmla="*/ 2133724 h 2360402"/>
                    <a:gd name="connsiteX9357" fmla="*/ 1011929 w 1440502"/>
                    <a:gd name="connsiteY9357" fmla="*/ 2133446 h 2360402"/>
                    <a:gd name="connsiteX9358" fmla="*/ 1011940 w 1440502"/>
                    <a:gd name="connsiteY9358" fmla="*/ 2133423 h 2360402"/>
                    <a:gd name="connsiteX9359" fmla="*/ 1011952 w 1440502"/>
                    <a:gd name="connsiteY9359" fmla="*/ 2133411 h 2360402"/>
                    <a:gd name="connsiteX9360" fmla="*/ 1012253 w 1440502"/>
                    <a:gd name="connsiteY9360" fmla="*/ 2133492 h 2360402"/>
                    <a:gd name="connsiteX9361" fmla="*/ 1012774 w 1440502"/>
                    <a:gd name="connsiteY9361" fmla="*/ 2133759 h 2360402"/>
                    <a:gd name="connsiteX9362" fmla="*/ 1012797 w 1440502"/>
                    <a:gd name="connsiteY9362" fmla="*/ 2133770 h 2360402"/>
                    <a:gd name="connsiteX9363" fmla="*/ 1013098 w 1440502"/>
                    <a:gd name="connsiteY9363" fmla="*/ 2134060 h 2360402"/>
                    <a:gd name="connsiteX9364" fmla="*/ 1013422 w 1440502"/>
                    <a:gd name="connsiteY9364" fmla="*/ 2134280 h 2360402"/>
                    <a:gd name="connsiteX9365" fmla="*/ 1013561 w 1440502"/>
                    <a:gd name="connsiteY9365" fmla="*/ 2134303 h 2360402"/>
                    <a:gd name="connsiteX9366" fmla="*/ 1013977 w 1440502"/>
                    <a:gd name="connsiteY9366" fmla="*/ 2134337 h 2360402"/>
                    <a:gd name="connsiteX9367" fmla="*/ 1014545 w 1440502"/>
                    <a:gd name="connsiteY9367" fmla="*/ 2134349 h 2360402"/>
                    <a:gd name="connsiteX9368" fmla="*/ 1014568 w 1440502"/>
                    <a:gd name="connsiteY9368" fmla="*/ 2134418 h 2360402"/>
                    <a:gd name="connsiteX9369" fmla="*/ 1014568 w 1440502"/>
                    <a:gd name="connsiteY9369" fmla="*/ 2134430 h 2360402"/>
                    <a:gd name="connsiteX9370" fmla="*/ 1014487 w 1440502"/>
                    <a:gd name="connsiteY9370" fmla="*/ 2134731 h 2360402"/>
                    <a:gd name="connsiteX9371" fmla="*/ 1014290 w 1440502"/>
                    <a:gd name="connsiteY9371" fmla="*/ 2135773 h 2360402"/>
                    <a:gd name="connsiteX9372" fmla="*/ 1014556 w 1440502"/>
                    <a:gd name="connsiteY9372" fmla="*/ 2135830 h 2360402"/>
                    <a:gd name="connsiteX9373" fmla="*/ 1014985 w 1440502"/>
                    <a:gd name="connsiteY9373" fmla="*/ 2135946 h 2360402"/>
                    <a:gd name="connsiteX9374" fmla="*/ 1015367 w 1440502"/>
                    <a:gd name="connsiteY9374" fmla="*/ 2135819 h 2360402"/>
                    <a:gd name="connsiteX9375" fmla="*/ 1015517 w 1440502"/>
                    <a:gd name="connsiteY9375" fmla="*/ 2135796 h 2360402"/>
                    <a:gd name="connsiteX9376" fmla="*/ 1015667 w 1440502"/>
                    <a:gd name="connsiteY9376" fmla="*/ 2135854 h 2360402"/>
                    <a:gd name="connsiteX9377" fmla="*/ 1015725 w 1440502"/>
                    <a:gd name="connsiteY9377" fmla="*/ 2135900 h 2360402"/>
                    <a:gd name="connsiteX9378" fmla="*/ 1015946 w 1440502"/>
                    <a:gd name="connsiteY9378" fmla="*/ 2136108 h 2360402"/>
                    <a:gd name="connsiteX9379" fmla="*/ 1016038 w 1440502"/>
                    <a:gd name="connsiteY9379" fmla="*/ 2136294 h 2360402"/>
                    <a:gd name="connsiteX9380" fmla="*/ 1016038 w 1440502"/>
                    <a:gd name="connsiteY9380" fmla="*/ 2136791 h 2360402"/>
                    <a:gd name="connsiteX9381" fmla="*/ 1015506 w 1440502"/>
                    <a:gd name="connsiteY9381" fmla="*/ 2137706 h 2360402"/>
                    <a:gd name="connsiteX9382" fmla="*/ 1015482 w 1440502"/>
                    <a:gd name="connsiteY9382" fmla="*/ 2137752 h 2360402"/>
                    <a:gd name="connsiteX9383" fmla="*/ 1015471 w 1440502"/>
                    <a:gd name="connsiteY9383" fmla="*/ 2137787 h 2360402"/>
                    <a:gd name="connsiteX9384" fmla="*/ 1015482 w 1440502"/>
                    <a:gd name="connsiteY9384" fmla="*/ 2137903 h 2360402"/>
                    <a:gd name="connsiteX9385" fmla="*/ 1015529 w 1440502"/>
                    <a:gd name="connsiteY9385" fmla="*/ 2137961 h 2360402"/>
                    <a:gd name="connsiteX9386" fmla="*/ 1015679 w 1440502"/>
                    <a:gd name="connsiteY9386" fmla="*/ 2138007 h 2360402"/>
                    <a:gd name="connsiteX9387" fmla="*/ 1015737 w 1440502"/>
                    <a:gd name="connsiteY9387" fmla="*/ 2137984 h 2360402"/>
                    <a:gd name="connsiteX9388" fmla="*/ 1016200 w 1440502"/>
                    <a:gd name="connsiteY9388" fmla="*/ 2137856 h 2360402"/>
                    <a:gd name="connsiteX9389" fmla="*/ 1016304 w 1440502"/>
                    <a:gd name="connsiteY9389" fmla="*/ 2137937 h 2360402"/>
                    <a:gd name="connsiteX9390" fmla="*/ 1016316 w 1440502"/>
                    <a:gd name="connsiteY9390" fmla="*/ 2137949 h 2360402"/>
                    <a:gd name="connsiteX9391" fmla="*/ 1016432 w 1440502"/>
                    <a:gd name="connsiteY9391" fmla="*/ 2138076 h 2360402"/>
                    <a:gd name="connsiteX9392" fmla="*/ 1016582 w 1440502"/>
                    <a:gd name="connsiteY9392" fmla="*/ 2138273 h 2360402"/>
                    <a:gd name="connsiteX9393" fmla="*/ 1016709 w 1440502"/>
                    <a:gd name="connsiteY9393" fmla="*/ 2138435 h 2360402"/>
                    <a:gd name="connsiteX9394" fmla="*/ 1016791 w 1440502"/>
                    <a:gd name="connsiteY9394" fmla="*/ 2138609 h 2360402"/>
                    <a:gd name="connsiteX9395" fmla="*/ 1016895 w 1440502"/>
                    <a:gd name="connsiteY9395" fmla="*/ 2139037 h 2360402"/>
                    <a:gd name="connsiteX9396" fmla="*/ 1017450 w 1440502"/>
                    <a:gd name="connsiteY9396" fmla="*/ 2139292 h 2360402"/>
                    <a:gd name="connsiteX9397" fmla="*/ 1017485 w 1440502"/>
                    <a:gd name="connsiteY9397" fmla="*/ 2139280 h 2360402"/>
                    <a:gd name="connsiteX9398" fmla="*/ 1017601 w 1440502"/>
                    <a:gd name="connsiteY9398" fmla="*/ 2139188 h 2360402"/>
                    <a:gd name="connsiteX9399" fmla="*/ 1017612 w 1440502"/>
                    <a:gd name="connsiteY9399" fmla="*/ 2139083 h 2360402"/>
                    <a:gd name="connsiteX9400" fmla="*/ 1017624 w 1440502"/>
                    <a:gd name="connsiteY9400" fmla="*/ 2138991 h 2360402"/>
                    <a:gd name="connsiteX9401" fmla="*/ 1018168 w 1440502"/>
                    <a:gd name="connsiteY9401" fmla="*/ 2138748 h 2360402"/>
                    <a:gd name="connsiteX9402" fmla="*/ 1020066 w 1440502"/>
                    <a:gd name="connsiteY9402" fmla="*/ 2140692 h 2360402"/>
                    <a:gd name="connsiteX9403" fmla="*/ 1020217 w 1440502"/>
                    <a:gd name="connsiteY9403" fmla="*/ 2140681 h 2360402"/>
                    <a:gd name="connsiteX9404" fmla="*/ 1020251 w 1440502"/>
                    <a:gd name="connsiteY9404" fmla="*/ 2140692 h 2360402"/>
                    <a:gd name="connsiteX9405" fmla="*/ 1019580 w 1440502"/>
                    <a:gd name="connsiteY9405" fmla="*/ 2142059 h 2360402"/>
                    <a:gd name="connsiteX9406" fmla="*/ 1018886 w 1440502"/>
                    <a:gd name="connsiteY9406" fmla="*/ 2142151 h 2360402"/>
                    <a:gd name="connsiteX9407" fmla="*/ 1018758 w 1440502"/>
                    <a:gd name="connsiteY9407" fmla="*/ 2142394 h 2360402"/>
                    <a:gd name="connsiteX9408" fmla="*/ 1018423 w 1440502"/>
                    <a:gd name="connsiteY9408" fmla="*/ 2142695 h 2360402"/>
                    <a:gd name="connsiteX9409" fmla="*/ 1018272 w 1440502"/>
                    <a:gd name="connsiteY9409" fmla="*/ 2143054 h 2360402"/>
                    <a:gd name="connsiteX9410" fmla="*/ 1018214 w 1440502"/>
                    <a:gd name="connsiteY9410" fmla="*/ 2143621 h 2360402"/>
                    <a:gd name="connsiteX9411" fmla="*/ 1018122 w 1440502"/>
                    <a:gd name="connsiteY9411" fmla="*/ 2143899 h 2360402"/>
                    <a:gd name="connsiteX9412" fmla="*/ 1017844 w 1440502"/>
                    <a:gd name="connsiteY9412" fmla="*/ 2144281 h 2360402"/>
                    <a:gd name="connsiteX9413" fmla="*/ 1017601 w 1440502"/>
                    <a:gd name="connsiteY9413" fmla="*/ 2144385 h 2360402"/>
                    <a:gd name="connsiteX9414" fmla="*/ 1017415 w 1440502"/>
                    <a:gd name="connsiteY9414" fmla="*/ 2144559 h 2360402"/>
                    <a:gd name="connsiteX9415" fmla="*/ 1017393 w 1440502"/>
                    <a:gd name="connsiteY9415" fmla="*/ 2144605 h 2360402"/>
                    <a:gd name="connsiteX9416" fmla="*/ 1017393 w 1440502"/>
                    <a:gd name="connsiteY9416" fmla="*/ 2144652 h 2360402"/>
                    <a:gd name="connsiteX9417" fmla="*/ 1017485 w 1440502"/>
                    <a:gd name="connsiteY9417" fmla="*/ 2145068 h 2360402"/>
                    <a:gd name="connsiteX9418" fmla="*/ 1017543 w 1440502"/>
                    <a:gd name="connsiteY9418" fmla="*/ 2145114 h 2360402"/>
                    <a:gd name="connsiteX9419" fmla="*/ 1017971 w 1440502"/>
                    <a:gd name="connsiteY9419" fmla="*/ 2145392 h 2360402"/>
                    <a:gd name="connsiteX9420" fmla="*/ 1018087 w 1440502"/>
                    <a:gd name="connsiteY9420" fmla="*/ 2145624 h 2360402"/>
                    <a:gd name="connsiteX9421" fmla="*/ 1018087 w 1440502"/>
                    <a:gd name="connsiteY9421" fmla="*/ 2145716 h 2360402"/>
                    <a:gd name="connsiteX9422" fmla="*/ 1018052 w 1440502"/>
                    <a:gd name="connsiteY9422" fmla="*/ 2145809 h 2360402"/>
                    <a:gd name="connsiteX9423" fmla="*/ 1018203 w 1440502"/>
                    <a:gd name="connsiteY9423" fmla="*/ 2146156 h 2360402"/>
                    <a:gd name="connsiteX9424" fmla="*/ 1018260 w 1440502"/>
                    <a:gd name="connsiteY9424" fmla="*/ 2146446 h 2360402"/>
                    <a:gd name="connsiteX9425" fmla="*/ 1018226 w 1440502"/>
                    <a:gd name="connsiteY9425" fmla="*/ 2146585 h 2360402"/>
                    <a:gd name="connsiteX9426" fmla="*/ 1018075 w 1440502"/>
                    <a:gd name="connsiteY9426" fmla="*/ 2147881 h 2360402"/>
                    <a:gd name="connsiteX9427" fmla="*/ 1017798 w 1440502"/>
                    <a:gd name="connsiteY9427" fmla="*/ 2147904 h 2360402"/>
                    <a:gd name="connsiteX9428" fmla="*/ 1017323 w 1440502"/>
                    <a:gd name="connsiteY9428" fmla="*/ 2148159 h 2360402"/>
                    <a:gd name="connsiteX9429" fmla="*/ 1017335 w 1440502"/>
                    <a:gd name="connsiteY9429" fmla="*/ 2148657 h 2360402"/>
                    <a:gd name="connsiteX9430" fmla="*/ 1017277 w 1440502"/>
                    <a:gd name="connsiteY9430" fmla="*/ 2148726 h 2360402"/>
                    <a:gd name="connsiteX9431" fmla="*/ 1017092 w 1440502"/>
                    <a:gd name="connsiteY9431" fmla="*/ 2148830 h 2360402"/>
                    <a:gd name="connsiteX9432" fmla="*/ 1016570 w 1440502"/>
                    <a:gd name="connsiteY9432" fmla="*/ 2149270 h 2360402"/>
                    <a:gd name="connsiteX9433" fmla="*/ 1016408 w 1440502"/>
                    <a:gd name="connsiteY9433" fmla="*/ 2149282 h 2360402"/>
                    <a:gd name="connsiteX9434" fmla="*/ 1016096 w 1440502"/>
                    <a:gd name="connsiteY9434" fmla="*/ 2149120 h 2360402"/>
                    <a:gd name="connsiteX9435" fmla="*/ 1016061 w 1440502"/>
                    <a:gd name="connsiteY9435" fmla="*/ 2149097 h 2360402"/>
                    <a:gd name="connsiteX9436" fmla="*/ 1015714 w 1440502"/>
                    <a:gd name="connsiteY9436" fmla="*/ 2148726 h 2360402"/>
                    <a:gd name="connsiteX9437" fmla="*/ 1015691 w 1440502"/>
                    <a:gd name="connsiteY9437" fmla="*/ 2148715 h 2360402"/>
                    <a:gd name="connsiteX9438" fmla="*/ 1015621 w 1440502"/>
                    <a:gd name="connsiteY9438" fmla="*/ 2148715 h 2360402"/>
                    <a:gd name="connsiteX9439" fmla="*/ 1015494 w 1440502"/>
                    <a:gd name="connsiteY9439" fmla="*/ 2148749 h 2360402"/>
                    <a:gd name="connsiteX9440" fmla="*/ 1015367 w 1440502"/>
                    <a:gd name="connsiteY9440" fmla="*/ 2148842 h 2360402"/>
                    <a:gd name="connsiteX9441" fmla="*/ 1015355 w 1440502"/>
                    <a:gd name="connsiteY9441" fmla="*/ 2148877 h 2360402"/>
                    <a:gd name="connsiteX9442" fmla="*/ 1015320 w 1440502"/>
                    <a:gd name="connsiteY9442" fmla="*/ 2148981 h 2360402"/>
                    <a:gd name="connsiteX9443" fmla="*/ 1015112 w 1440502"/>
                    <a:gd name="connsiteY9443" fmla="*/ 2149386 h 2360402"/>
                    <a:gd name="connsiteX9444" fmla="*/ 1014973 w 1440502"/>
                    <a:gd name="connsiteY9444" fmla="*/ 2149652 h 2360402"/>
                    <a:gd name="connsiteX9445" fmla="*/ 1015008 w 1440502"/>
                    <a:gd name="connsiteY9445" fmla="*/ 2149849 h 2360402"/>
                    <a:gd name="connsiteX9446" fmla="*/ 1015019 w 1440502"/>
                    <a:gd name="connsiteY9446" fmla="*/ 2149861 h 2360402"/>
                    <a:gd name="connsiteX9447" fmla="*/ 1015101 w 1440502"/>
                    <a:gd name="connsiteY9447" fmla="*/ 2149849 h 2360402"/>
                    <a:gd name="connsiteX9448" fmla="*/ 1015135 w 1440502"/>
                    <a:gd name="connsiteY9448" fmla="*/ 2149814 h 2360402"/>
                    <a:gd name="connsiteX9449" fmla="*/ 1015147 w 1440502"/>
                    <a:gd name="connsiteY9449" fmla="*/ 2149791 h 2360402"/>
                    <a:gd name="connsiteX9450" fmla="*/ 1015517 w 1440502"/>
                    <a:gd name="connsiteY9450" fmla="*/ 2150104 h 2360402"/>
                    <a:gd name="connsiteX9451" fmla="*/ 1015506 w 1440502"/>
                    <a:gd name="connsiteY9451" fmla="*/ 2150127 h 2360402"/>
                    <a:gd name="connsiteX9452" fmla="*/ 1015506 w 1440502"/>
                    <a:gd name="connsiteY9452" fmla="*/ 2150139 h 2360402"/>
                    <a:gd name="connsiteX9453" fmla="*/ 1015471 w 1440502"/>
                    <a:gd name="connsiteY9453" fmla="*/ 2150185 h 2360402"/>
                    <a:gd name="connsiteX9454" fmla="*/ 1015413 w 1440502"/>
                    <a:gd name="connsiteY9454" fmla="*/ 2150219 h 2360402"/>
                    <a:gd name="connsiteX9455" fmla="*/ 1014869 w 1440502"/>
                    <a:gd name="connsiteY9455" fmla="*/ 2150219 h 2360402"/>
                    <a:gd name="connsiteX9456" fmla="*/ 1014800 w 1440502"/>
                    <a:gd name="connsiteY9456" fmla="*/ 2150289 h 2360402"/>
                    <a:gd name="connsiteX9457" fmla="*/ 1014603 w 1440502"/>
                    <a:gd name="connsiteY9457" fmla="*/ 2150578 h 2360402"/>
                    <a:gd name="connsiteX9458" fmla="*/ 1014742 w 1440502"/>
                    <a:gd name="connsiteY9458" fmla="*/ 2150729 h 2360402"/>
                    <a:gd name="connsiteX9459" fmla="*/ 1014753 w 1440502"/>
                    <a:gd name="connsiteY9459" fmla="*/ 2150833 h 2360402"/>
                    <a:gd name="connsiteX9460" fmla="*/ 1015158 w 1440502"/>
                    <a:gd name="connsiteY9460" fmla="*/ 2151122 h 2360402"/>
                    <a:gd name="connsiteX9461" fmla="*/ 1015193 w 1440502"/>
                    <a:gd name="connsiteY9461" fmla="*/ 2151180 h 2360402"/>
                    <a:gd name="connsiteX9462" fmla="*/ 1015181 w 1440502"/>
                    <a:gd name="connsiteY9462" fmla="*/ 2151319 h 2360402"/>
                    <a:gd name="connsiteX9463" fmla="*/ 1015181 w 1440502"/>
                    <a:gd name="connsiteY9463" fmla="*/ 2151342 h 2360402"/>
                    <a:gd name="connsiteX9464" fmla="*/ 1015181 w 1440502"/>
                    <a:gd name="connsiteY9464" fmla="*/ 2151574 h 2360402"/>
                    <a:gd name="connsiteX9465" fmla="*/ 1015158 w 1440502"/>
                    <a:gd name="connsiteY9465" fmla="*/ 2151643 h 2360402"/>
                    <a:gd name="connsiteX9466" fmla="*/ 1015610 w 1440502"/>
                    <a:gd name="connsiteY9466" fmla="*/ 2152453 h 2360402"/>
                    <a:gd name="connsiteX9467" fmla="*/ 1015448 w 1440502"/>
                    <a:gd name="connsiteY9467" fmla="*/ 2152650 h 2360402"/>
                    <a:gd name="connsiteX9468" fmla="*/ 1015424 w 1440502"/>
                    <a:gd name="connsiteY9468" fmla="*/ 2152662 h 2360402"/>
                    <a:gd name="connsiteX9469" fmla="*/ 1014753 w 1440502"/>
                    <a:gd name="connsiteY9469" fmla="*/ 2152893 h 2360402"/>
                    <a:gd name="connsiteX9470" fmla="*/ 1014707 w 1440502"/>
                    <a:gd name="connsiteY9470" fmla="*/ 2153021 h 2360402"/>
                    <a:gd name="connsiteX9471" fmla="*/ 1014499 w 1440502"/>
                    <a:gd name="connsiteY9471" fmla="*/ 2153681 h 2360402"/>
                    <a:gd name="connsiteX9472" fmla="*/ 1014661 w 1440502"/>
                    <a:gd name="connsiteY9472" fmla="*/ 2153796 h 2360402"/>
                    <a:gd name="connsiteX9473" fmla="*/ 1013549 w 1440502"/>
                    <a:gd name="connsiteY9473" fmla="*/ 2154815 h 2360402"/>
                    <a:gd name="connsiteX9474" fmla="*/ 1013607 w 1440502"/>
                    <a:gd name="connsiteY9474" fmla="*/ 2154954 h 2360402"/>
                    <a:gd name="connsiteX9475" fmla="*/ 1012693 w 1440502"/>
                    <a:gd name="connsiteY9475" fmla="*/ 2156181 h 2360402"/>
                    <a:gd name="connsiteX9476" fmla="*/ 1012693 w 1440502"/>
                    <a:gd name="connsiteY9476" fmla="*/ 2156250 h 2360402"/>
                    <a:gd name="connsiteX9477" fmla="*/ 1012079 w 1440502"/>
                    <a:gd name="connsiteY9477" fmla="*/ 2157107 h 2360402"/>
                    <a:gd name="connsiteX9478" fmla="*/ 1012033 w 1440502"/>
                    <a:gd name="connsiteY9478" fmla="*/ 2157304 h 2360402"/>
                    <a:gd name="connsiteX9479" fmla="*/ 1011998 w 1440502"/>
                    <a:gd name="connsiteY9479" fmla="*/ 2157396 h 2360402"/>
                    <a:gd name="connsiteX9480" fmla="*/ 1011998 w 1440502"/>
                    <a:gd name="connsiteY9480" fmla="*/ 2157420 h 2360402"/>
                    <a:gd name="connsiteX9481" fmla="*/ 1011998 w 1440502"/>
                    <a:gd name="connsiteY9481" fmla="*/ 2157489 h 2360402"/>
                    <a:gd name="connsiteX9482" fmla="*/ 1012716 w 1440502"/>
                    <a:gd name="connsiteY9482" fmla="*/ 2158022 h 2360402"/>
                    <a:gd name="connsiteX9483" fmla="*/ 1012820 w 1440502"/>
                    <a:gd name="connsiteY9483" fmla="*/ 2157952 h 2360402"/>
                    <a:gd name="connsiteX9484" fmla="*/ 1013607 w 1440502"/>
                    <a:gd name="connsiteY9484" fmla="*/ 2157709 h 2360402"/>
                    <a:gd name="connsiteX9485" fmla="*/ 1013491 w 1440502"/>
                    <a:gd name="connsiteY9485" fmla="*/ 2157964 h 2360402"/>
                    <a:gd name="connsiteX9486" fmla="*/ 1013526 w 1440502"/>
                    <a:gd name="connsiteY9486" fmla="*/ 2158161 h 2360402"/>
                    <a:gd name="connsiteX9487" fmla="*/ 1013572 w 1440502"/>
                    <a:gd name="connsiteY9487" fmla="*/ 2158531 h 2360402"/>
                    <a:gd name="connsiteX9488" fmla="*/ 1013561 w 1440502"/>
                    <a:gd name="connsiteY9488" fmla="*/ 2158566 h 2360402"/>
                    <a:gd name="connsiteX9489" fmla="*/ 1013468 w 1440502"/>
                    <a:gd name="connsiteY9489" fmla="*/ 2158739 h 2360402"/>
                    <a:gd name="connsiteX9490" fmla="*/ 1013445 w 1440502"/>
                    <a:gd name="connsiteY9490" fmla="*/ 2158785 h 2360402"/>
                    <a:gd name="connsiteX9491" fmla="*/ 1012959 w 1440502"/>
                    <a:gd name="connsiteY9491" fmla="*/ 2159295 h 2360402"/>
                    <a:gd name="connsiteX9492" fmla="*/ 1012959 w 1440502"/>
                    <a:gd name="connsiteY9492" fmla="*/ 2159399 h 2360402"/>
                    <a:gd name="connsiteX9493" fmla="*/ 1012982 w 1440502"/>
                    <a:gd name="connsiteY9493" fmla="*/ 2159642 h 2360402"/>
                    <a:gd name="connsiteX9494" fmla="*/ 1013063 w 1440502"/>
                    <a:gd name="connsiteY9494" fmla="*/ 2160927 h 2360402"/>
                    <a:gd name="connsiteX9495" fmla="*/ 1013040 w 1440502"/>
                    <a:gd name="connsiteY9495" fmla="*/ 2161737 h 2360402"/>
                    <a:gd name="connsiteX9496" fmla="*/ 1013144 w 1440502"/>
                    <a:gd name="connsiteY9496" fmla="*/ 2162050 h 2360402"/>
                    <a:gd name="connsiteX9497" fmla="*/ 1013318 w 1440502"/>
                    <a:gd name="connsiteY9497" fmla="*/ 2162467 h 2360402"/>
                    <a:gd name="connsiteX9498" fmla="*/ 1013815 w 1440502"/>
                    <a:gd name="connsiteY9498" fmla="*/ 2162733 h 2360402"/>
                    <a:gd name="connsiteX9499" fmla="*/ 1013468 w 1440502"/>
                    <a:gd name="connsiteY9499" fmla="*/ 2163266 h 2360402"/>
                    <a:gd name="connsiteX9500" fmla="*/ 1012276 w 1440502"/>
                    <a:gd name="connsiteY9500" fmla="*/ 2163717 h 2360402"/>
                    <a:gd name="connsiteX9501" fmla="*/ 1012229 w 1440502"/>
                    <a:gd name="connsiteY9501" fmla="*/ 2163740 h 2360402"/>
                    <a:gd name="connsiteX9502" fmla="*/ 1011824 w 1440502"/>
                    <a:gd name="connsiteY9502" fmla="*/ 2164226 h 2360402"/>
                    <a:gd name="connsiteX9503" fmla="*/ 1011801 w 1440502"/>
                    <a:gd name="connsiteY9503" fmla="*/ 2164261 h 2360402"/>
                    <a:gd name="connsiteX9504" fmla="*/ 1010864 w 1440502"/>
                    <a:gd name="connsiteY9504" fmla="*/ 2165291 h 2360402"/>
                    <a:gd name="connsiteX9505" fmla="*/ 1011095 w 1440502"/>
                    <a:gd name="connsiteY9505" fmla="*/ 2165893 h 2360402"/>
                    <a:gd name="connsiteX9506" fmla="*/ 1010655 w 1440502"/>
                    <a:gd name="connsiteY9506" fmla="*/ 2166298 h 2360402"/>
                    <a:gd name="connsiteX9507" fmla="*/ 1010609 w 1440502"/>
                    <a:gd name="connsiteY9507" fmla="*/ 2166321 h 2360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  <a:cxn ang="0">
                      <a:pos x="connsiteX1420" y="connsiteY1420"/>
                    </a:cxn>
                    <a:cxn ang="0">
                      <a:pos x="connsiteX1421" y="connsiteY1421"/>
                    </a:cxn>
                    <a:cxn ang="0">
                      <a:pos x="connsiteX1422" y="connsiteY1422"/>
                    </a:cxn>
                    <a:cxn ang="0">
                      <a:pos x="connsiteX1423" y="connsiteY1423"/>
                    </a:cxn>
                    <a:cxn ang="0">
                      <a:pos x="connsiteX1424" y="connsiteY1424"/>
                    </a:cxn>
                    <a:cxn ang="0">
                      <a:pos x="connsiteX1425" y="connsiteY1425"/>
                    </a:cxn>
                    <a:cxn ang="0">
                      <a:pos x="connsiteX1426" y="connsiteY1426"/>
                    </a:cxn>
                    <a:cxn ang="0">
                      <a:pos x="connsiteX1427" y="connsiteY1427"/>
                    </a:cxn>
                    <a:cxn ang="0">
                      <a:pos x="connsiteX1428" y="connsiteY1428"/>
                    </a:cxn>
                    <a:cxn ang="0">
                      <a:pos x="connsiteX1429" y="connsiteY1429"/>
                    </a:cxn>
                    <a:cxn ang="0">
                      <a:pos x="connsiteX1430" y="connsiteY1430"/>
                    </a:cxn>
                    <a:cxn ang="0">
                      <a:pos x="connsiteX1431" y="connsiteY1431"/>
                    </a:cxn>
                    <a:cxn ang="0">
                      <a:pos x="connsiteX1432" y="connsiteY1432"/>
                    </a:cxn>
                    <a:cxn ang="0">
                      <a:pos x="connsiteX1433" y="connsiteY1433"/>
                    </a:cxn>
                    <a:cxn ang="0">
                      <a:pos x="connsiteX1434" y="connsiteY1434"/>
                    </a:cxn>
                    <a:cxn ang="0">
                      <a:pos x="connsiteX1435" y="connsiteY1435"/>
                    </a:cxn>
                    <a:cxn ang="0">
                      <a:pos x="connsiteX1436" y="connsiteY1436"/>
                    </a:cxn>
                    <a:cxn ang="0">
                      <a:pos x="connsiteX1437" y="connsiteY1437"/>
                    </a:cxn>
                    <a:cxn ang="0">
                      <a:pos x="connsiteX1438" y="connsiteY1438"/>
                    </a:cxn>
                    <a:cxn ang="0">
                      <a:pos x="connsiteX1439" y="connsiteY1439"/>
                    </a:cxn>
                    <a:cxn ang="0">
                      <a:pos x="connsiteX1440" y="connsiteY1440"/>
                    </a:cxn>
                    <a:cxn ang="0">
                      <a:pos x="connsiteX1441" y="connsiteY1441"/>
                    </a:cxn>
                    <a:cxn ang="0">
                      <a:pos x="connsiteX1442" y="connsiteY1442"/>
                    </a:cxn>
                    <a:cxn ang="0">
                      <a:pos x="connsiteX1443" y="connsiteY1443"/>
                    </a:cxn>
                    <a:cxn ang="0">
                      <a:pos x="connsiteX1444" y="connsiteY1444"/>
                    </a:cxn>
                    <a:cxn ang="0">
                      <a:pos x="connsiteX1445" y="connsiteY1445"/>
                    </a:cxn>
                    <a:cxn ang="0">
                      <a:pos x="connsiteX1446" y="connsiteY1446"/>
                    </a:cxn>
                    <a:cxn ang="0">
                      <a:pos x="connsiteX1447" y="connsiteY1447"/>
                    </a:cxn>
                    <a:cxn ang="0">
                      <a:pos x="connsiteX1448" y="connsiteY1448"/>
                    </a:cxn>
                    <a:cxn ang="0">
                      <a:pos x="connsiteX1449" y="connsiteY1449"/>
                    </a:cxn>
                    <a:cxn ang="0">
                      <a:pos x="connsiteX1450" y="connsiteY1450"/>
                    </a:cxn>
                    <a:cxn ang="0">
                      <a:pos x="connsiteX1451" y="connsiteY1451"/>
                    </a:cxn>
                    <a:cxn ang="0">
                      <a:pos x="connsiteX1452" y="connsiteY1452"/>
                    </a:cxn>
                    <a:cxn ang="0">
                      <a:pos x="connsiteX1453" y="connsiteY1453"/>
                    </a:cxn>
                    <a:cxn ang="0">
                      <a:pos x="connsiteX1454" y="connsiteY1454"/>
                    </a:cxn>
                    <a:cxn ang="0">
                      <a:pos x="connsiteX1455" y="connsiteY1455"/>
                    </a:cxn>
                    <a:cxn ang="0">
                      <a:pos x="connsiteX1456" y="connsiteY1456"/>
                    </a:cxn>
                    <a:cxn ang="0">
                      <a:pos x="connsiteX1457" y="connsiteY1457"/>
                    </a:cxn>
                    <a:cxn ang="0">
                      <a:pos x="connsiteX1458" y="connsiteY1458"/>
                    </a:cxn>
                    <a:cxn ang="0">
                      <a:pos x="connsiteX1459" y="connsiteY1459"/>
                    </a:cxn>
                    <a:cxn ang="0">
                      <a:pos x="connsiteX1460" y="connsiteY1460"/>
                    </a:cxn>
                    <a:cxn ang="0">
                      <a:pos x="connsiteX1461" y="connsiteY1461"/>
                    </a:cxn>
                    <a:cxn ang="0">
                      <a:pos x="connsiteX1462" y="connsiteY1462"/>
                    </a:cxn>
                    <a:cxn ang="0">
                      <a:pos x="connsiteX1463" y="connsiteY1463"/>
                    </a:cxn>
                    <a:cxn ang="0">
                      <a:pos x="connsiteX1464" y="connsiteY1464"/>
                    </a:cxn>
                    <a:cxn ang="0">
                      <a:pos x="connsiteX1465" y="connsiteY1465"/>
                    </a:cxn>
                    <a:cxn ang="0">
                      <a:pos x="connsiteX1466" y="connsiteY1466"/>
                    </a:cxn>
                    <a:cxn ang="0">
                      <a:pos x="connsiteX1467" y="connsiteY1467"/>
                    </a:cxn>
                    <a:cxn ang="0">
                      <a:pos x="connsiteX1468" y="connsiteY1468"/>
                    </a:cxn>
                    <a:cxn ang="0">
                      <a:pos x="connsiteX1469" y="connsiteY1469"/>
                    </a:cxn>
                    <a:cxn ang="0">
                      <a:pos x="connsiteX1470" y="connsiteY1470"/>
                    </a:cxn>
                    <a:cxn ang="0">
                      <a:pos x="connsiteX1471" y="connsiteY1471"/>
                    </a:cxn>
                    <a:cxn ang="0">
                      <a:pos x="connsiteX1472" y="connsiteY1472"/>
                    </a:cxn>
                    <a:cxn ang="0">
                      <a:pos x="connsiteX1473" y="connsiteY1473"/>
                    </a:cxn>
                    <a:cxn ang="0">
                      <a:pos x="connsiteX1474" y="connsiteY1474"/>
                    </a:cxn>
                    <a:cxn ang="0">
                      <a:pos x="connsiteX1475" y="connsiteY1475"/>
                    </a:cxn>
                    <a:cxn ang="0">
                      <a:pos x="connsiteX1476" y="connsiteY1476"/>
                    </a:cxn>
                    <a:cxn ang="0">
                      <a:pos x="connsiteX1477" y="connsiteY1477"/>
                    </a:cxn>
                    <a:cxn ang="0">
                      <a:pos x="connsiteX1478" y="connsiteY1478"/>
                    </a:cxn>
                    <a:cxn ang="0">
                      <a:pos x="connsiteX1479" y="connsiteY1479"/>
                    </a:cxn>
                    <a:cxn ang="0">
                      <a:pos x="connsiteX1480" y="connsiteY1480"/>
                    </a:cxn>
                    <a:cxn ang="0">
                      <a:pos x="connsiteX1481" y="connsiteY1481"/>
                    </a:cxn>
                    <a:cxn ang="0">
                      <a:pos x="connsiteX1482" y="connsiteY1482"/>
                    </a:cxn>
                    <a:cxn ang="0">
                      <a:pos x="connsiteX1483" y="connsiteY1483"/>
                    </a:cxn>
                    <a:cxn ang="0">
                      <a:pos x="connsiteX1484" y="connsiteY1484"/>
                    </a:cxn>
                    <a:cxn ang="0">
                      <a:pos x="connsiteX1485" y="connsiteY1485"/>
                    </a:cxn>
                    <a:cxn ang="0">
                      <a:pos x="connsiteX1486" y="connsiteY1486"/>
                    </a:cxn>
                    <a:cxn ang="0">
                      <a:pos x="connsiteX1487" y="connsiteY1487"/>
                    </a:cxn>
                    <a:cxn ang="0">
                      <a:pos x="connsiteX1488" y="connsiteY1488"/>
                    </a:cxn>
                    <a:cxn ang="0">
                      <a:pos x="connsiteX1489" y="connsiteY1489"/>
                    </a:cxn>
                    <a:cxn ang="0">
                      <a:pos x="connsiteX1490" y="connsiteY1490"/>
                    </a:cxn>
                    <a:cxn ang="0">
                      <a:pos x="connsiteX1491" y="connsiteY1491"/>
                    </a:cxn>
                    <a:cxn ang="0">
                      <a:pos x="connsiteX1492" y="connsiteY1492"/>
                    </a:cxn>
                    <a:cxn ang="0">
                      <a:pos x="connsiteX1493" y="connsiteY1493"/>
                    </a:cxn>
                    <a:cxn ang="0">
                      <a:pos x="connsiteX1494" y="connsiteY1494"/>
                    </a:cxn>
                    <a:cxn ang="0">
                      <a:pos x="connsiteX1495" y="connsiteY1495"/>
                    </a:cxn>
                    <a:cxn ang="0">
                      <a:pos x="connsiteX1496" y="connsiteY1496"/>
                    </a:cxn>
                    <a:cxn ang="0">
                      <a:pos x="connsiteX1497" y="connsiteY1497"/>
                    </a:cxn>
                    <a:cxn ang="0">
                      <a:pos x="connsiteX1498" y="connsiteY1498"/>
                    </a:cxn>
                    <a:cxn ang="0">
                      <a:pos x="connsiteX1499" y="connsiteY1499"/>
                    </a:cxn>
                    <a:cxn ang="0">
                      <a:pos x="connsiteX1500" y="connsiteY1500"/>
                    </a:cxn>
                    <a:cxn ang="0">
                      <a:pos x="connsiteX1501" y="connsiteY1501"/>
                    </a:cxn>
                    <a:cxn ang="0">
                      <a:pos x="connsiteX1502" y="connsiteY1502"/>
                    </a:cxn>
                    <a:cxn ang="0">
                      <a:pos x="connsiteX1503" y="connsiteY1503"/>
                    </a:cxn>
                    <a:cxn ang="0">
                      <a:pos x="connsiteX1504" y="connsiteY1504"/>
                    </a:cxn>
                    <a:cxn ang="0">
                      <a:pos x="connsiteX1505" y="connsiteY1505"/>
                    </a:cxn>
                    <a:cxn ang="0">
                      <a:pos x="connsiteX1506" y="connsiteY1506"/>
                    </a:cxn>
                    <a:cxn ang="0">
                      <a:pos x="connsiteX1507" y="connsiteY1507"/>
                    </a:cxn>
                    <a:cxn ang="0">
                      <a:pos x="connsiteX1508" y="connsiteY1508"/>
                    </a:cxn>
                    <a:cxn ang="0">
                      <a:pos x="connsiteX1509" y="connsiteY1509"/>
                    </a:cxn>
                    <a:cxn ang="0">
                      <a:pos x="connsiteX1510" y="connsiteY1510"/>
                    </a:cxn>
                    <a:cxn ang="0">
                      <a:pos x="connsiteX1511" y="connsiteY1511"/>
                    </a:cxn>
                    <a:cxn ang="0">
                      <a:pos x="connsiteX1512" y="connsiteY1512"/>
                    </a:cxn>
                    <a:cxn ang="0">
                      <a:pos x="connsiteX1513" y="connsiteY1513"/>
                    </a:cxn>
                    <a:cxn ang="0">
                      <a:pos x="connsiteX1514" y="connsiteY1514"/>
                    </a:cxn>
                    <a:cxn ang="0">
                      <a:pos x="connsiteX1515" y="connsiteY1515"/>
                    </a:cxn>
                    <a:cxn ang="0">
                      <a:pos x="connsiteX1516" y="connsiteY1516"/>
                    </a:cxn>
                    <a:cxn ang="0">
                      <a:pos x="connsiteX1517" y="connsiteY1517"/>
                    </a:cxn>
                    <a:cxn ang="0">
                      <a:pos x="connsiteX1518" y="connsiteY1518"/>
                    </a:cxn>
                    <a:cxn ang="0">
                      <a:pos x="connsiteX1519" y="connsiteY1519"/>
                    </a:cxn>
                    <a:cxn ang="0">
                      <a:pos x="connsiteX1520" y="connsiteY1520"/>
                    </a:cxn>
                    <a:cxn ang="0">
                      <a:pos x="connsiteX1521" y="connsiteY1521"/>
                    </a:cxn>
                    <a:cxn ang="0">
                      <a:pos x="connsiteX1522" y="connsiteY1522"/>
                    </a:cxn>
                    <a:cxn ang="0">
                      <a:pos x="connsiteX1523" y="connsiteY1523"/>
                    </a:cxn>
                    <a:cxn ang="0">
                      <a:pos x="connsiteX1524" y="connsiteY1524"/>
                    </a:cxn>
                    <a:cxn ang="0">
                      <a:pos x="connsiteX1525" y="connsiteY1525"/>
                    </a:cxn>
                    <a:cxn ang="0">
                      <a:pos x="connsiteX1526" y="connsiteY1526"/>
                    </a:cxn>
                    <a:cxn ang="0">
                      <a:pos x="connsiteX1527" y="connsiteY1527"/>
                    </a:cxn>
                    <a:cxn ang="0">
                      <a:pos x="connsiteX1528" y="connsiteY1528"/>
                    </a:cxn>
                    <a:cxn ang="0">
                      <a:pos x="connsiteX1529" y="connsiteY1529"/>
                    </a:cxn>
                    <a:cxn ang="0">
                      <a:pos x="connsiteX1530" y="connsiteY1530"/>
                    </a:cxn>
                    <a:cxn ang="0">
                      <a:pos x="connsiteX1531" y="connsiteY1531"/>
                    </a:cxn>
                    <a:cxn ang="0">
                      <a:pos x="connsiteX1532" y="connsiteY1532"/>
                    </a:cxn>
                    <a:cxn ang="0">
                      <a:pos x="connsiteX1533" y="connsiteY1533"/>
                    </a:cxn>
                    <a:cxn ang="0">
                      <a:pos x="connsiteX1534" y="connsiteY1534"/>
                    </a:cxn>
                    <a:cxn ang="0">
                      <a:pos x="connsiteX1535" y="connsiteY1535"/>
                    </a:cxn>
                    <a:cxn ang="0">
                      <a:pos x="connsiteX1536" y="connsiteY1536"/>
                    </a:cxn>
                    <a:cxn ang="0">
                      <a:pos x="connsiteX1537" y="connsiteY1537"/>
                    </a:cxn>
                    <a:cxn ang="0">
                      <a:pos x="connsiteX1538" y="connsiteY1538"/>
                    </a:cxn>
                    <a:cxn ang="0">
                      <a:pos x="connsiteX1539" y="connsiteY1539"/>
                    </a:cxn>
                    <a:cxn ang="0">
                      <a:pos x="connsiteX1540" y="connsiteY1540"/>
                    </a:cxn>
                    <a:cxn ang="0">
                      <a:pos x="connsiteX1541" y="connsiteY1541"/>
                    </a:cxn>
                    <a:cxn ang="0">
                      <a:pos x="connsiteX1542" y="connsiteY1542"/>
                    </a:cxn>
                    <a:cxn ang="0">
                      <a:pos x="connsiteX1543" y="connsiteY1543"/>
                    </a:cxn>
                    <a:cxn ang="0">
                      <a:pos x="connsiteX1544" y="connsiteY1544"/>
                    </a:cxn>
                    <a:cxn ang="0">
                      <a:pos x="connsiteX1545" y="connsiteY1545"/>
                    </a:cxn>
                    <a:cxn ang="0">
                      <a:pos x="connsiteX1546" y="connsiteY1546"/>
                    </a:cxn>
                    <a:cxn ang="0">
                      <a:pos x="connsiteX1547" y="connsiteY1547"/>
                    </a:cxn>
                    <a:cxn ang="0">
                      <a:pos x="connsiteX1548" y="connsiteY1548"/>
                    </a:cxn>
                    <a:cxn ang="0">
                      <a:pos x="connsiteX1549" y="connsiteY1549"/>
                    </a:cxn>
                    <a:cxn ang="0">
                      <a:pos x="connsiteX1550" y="connsiteY1550"/>
                    </a:cxn>
                    <a:cxn ang="0">
                      <a:pos x="connsiteX1551" y="connsiteY1551"/>
                    </a:cxn>
                    <a:cxn ang="0">
                      <a:pos x="connsiteX1552" y="connsiteY1552"/>
                    </a:cxn>
                    <a:cxn ang="0">
                      <a:pos x="connsiteX1553" y="connsiteY1553"/>
                    </a:cxn>
                    <a:cxn ang="0">
                      <a:pos x="connsiteX1554" y="connsiteY1554"/>
                    </a:cxn>
                    <a:cxn ang="0">
                      <a:pos x="connsiteX1555" y="connsiteY1555"/>
                    </a:cxn>
                    <a:cxn ang="0">
                      <a:pos x="connsiteX1556" y="connsiteY1556"/>
                    </a:cxn>
                    <a:cxn ang="0">
                      <a:pos x="connsiteX1557" y="connsiteY1557"/>
                    </a:cxn>
                    <a:cxn ang="0">
                      <a:pos x="connsiteX1558" y="connsiteY1558"/>
                    </a:cxn>
                    <a:cxn ang="0">
                      <a:pos x="connsiteX1559" y="connsiteY1559"/>
                    </a:cxn>
                    <a:cxn ang="0">
                      <a:pos x="connsiteX1560" y="connsiteY1560"/>
                    </a:cxn>
                    <a:cxn ang="0">
                      <a:pos x="connsiteX1561" y="connsiteY1561"/>
                    </a:cxn>
                    <a:cxn ang="0">
                      <a:pos x="connsiteX1562" y="connsiteY1562"/>
                    </a:cxn>
                    <a:cxn ang="0">
                      <a:pos x="connsiteX1563" y="connsiteY1563"/>
                    </a:cxn>
                    <a:cxn ang="0">
                      <a:pos x="connsiteX1564" y="connsiteY1564"/>
                    </a:cxn>
                    <a:cxn ang="0">
                      <a:pos x="connsiteX1565" y="connsiteY1565"/>
                    </a:cxn>
                    <a:cxn ang="0">
                      <a:pos x="connsiteX1566" y="connsiteY1566"/>
                    </a:cxn>
                    <a:cxn ang="0">
                      <a:pos x="connsiteX1567" y="connsiteY1567"/>
                    </a:cxn>
                    <a:cxn ang="0">
                      <a:pos x="connsiteX1568" y="connsiteY1568"/>
                    </a:cxn>
                    <a:cxn ang="0">
                      <a:pos x="connsiteX1569" y="connsiteY1569"/>
                    </a:cxn>
                    <a:cxn ang="0">
                      <a:pos x="connsiteX1570" y="connsiteY1570"/>
                    </a:cxn>
                    <a:cxn ang="0">
                      <a:pos x="connsiteX1571" y="connsiteY1571"/>
                    </a:cxn>
                    <a:cxn ang="0">
                      <a:pos x="connsiteX1572" y="connsiteY1572"/>
                    </a:cxn>
                    <a:cxn ang="0">
                      <a:pos x="connsiteX1573" y="connsiteY1573"/>
                    </a:cxn>
                    <a:cxn ang="0">
                      <a:pos x="connsiteX1574" y="connsiteY1574"/>
                    </a:cxn>
                    <a:cxn ang="0">
                      <a:pos x="connsiteX1575" y="connsiteY1575"/>
                    </a:cxn>
                    <a:cxn ang="0">
                      <a:pos x="connsiteX1576" y="connsiteY1576"/>
                    </a:cxn>
                    <a:cxn ang="0">
                      <a:pos x="connsiteX1577" y="connsiteY1577"/>
                    </a:cxn>
                    <a:cxn ang="0">
                      <a:pos x="connsiteX1578" y="connsiteY1578"/>
                    </a:cxn>
                    <a:cxn ang="0">
                      <a:pos x="connsiteX1579" y="connsiteY1579"/>
                    </a:cxn>
                    <a:cxn ang="0">
                      <a:pos x="connsiteX1580" y="connsiteY1580"/>
                    </a:cxn>
                    <a:cxn ang="0">
                      <a:pos x="connsiteX1581" y="connsiteY1581"/>
                    </a:cxn>
                    <a:cxn ang="0">
                      <a:pos x="connsiteX1582" y="connsiteY1582"/>
                    </a:cxn>
                    <a:cxn ang="0">
                      <a:pos x="connsiteX1583" y="connsiteY1583"/>
                    </a:cxn>
                    <a:cxn ang="0">
                      <a:pos x="connsiteX1584" y="connsiteY1584"/>
                    </a:cxn>
                    <a:cxn ang="0">
                      <a:pos x="connsiteX1585" y="connsiteY1585"/>
                    </a:cxn>
                    <a:cxn ang="0">
                      <a:pos x="connsiteX1586" y="connsiteY1586"/>
                    </a:cxn>
                    <a:cxn ang="0">
                      <a:pos x="connsiteX1587" y="connsiteY1587"/>
                    </a:cxn>
                    <a:cxn ang="0">
                      <a:pos x="connsiteX1588" y="connsiteY1588"/>
                    </a:cxn>
                    <a:cxn ang="0">
                      <a:pos x="connsiteX1589" y="connsiteY1589"/>
                    </a:cxn>
                    <a:cxn ang="0">
                      <a:pos x="connsiteX1590" y="connsiteY1590"/>
                    </a:cxn>
                    <a:cxn ang="0">
                      <a:pos x="connsiteX1591" y="connsiteY1591"/>
                    </a:cxn>
                    <a:cxn ang="0">
                      <a:pos x="connsiteX1592" y="connsiteY1592"/>
                    </a:cxn>
                    <a:cxn ang="0">
                      <a:pos x="connsiteX1593" y="connsiteY1593"/>
                    </a:cxn>
                    <a:cxn ang="0">
                      <a:pos x="connsiteX1594" y="connsiteY1594"/>
                    </a:cxn>
                    <a:cxn ang="0">
                      <a:pos x="connsiteX1595" y="connsiteY1595"/>
                    </a:cxn>
                    <a:cxn ang="0">
                      <a:pos x="connsiteX1596" y="connsiteY1596"/>
                    </a:cxn>
                    <a:cxn ang="0">
                      <a:pos x="connsiteX1597" y="connsiteY1597"/>
                    </a:cxn>
                    <a:cxn ang="0">
                      <a:pos x="connsiteX1598" y="connsiteY1598"/>
                    </a:cxn>
                    <a:cxn ang="0">
                      <a:pos x="connsiteX1599" y="connsiteY1599"/>
                    </a:cxn>
                    <a:cxn ang="0">
                      <a:pos x="connsiteX1600" y="connsiteY1600"/>
                    </a:cxn>
                    <a:cxn ang="0">
                      <a:pos x="connsiteX1601" y="connsiteY1601"/>
                    </a:cxn>
                    <a:cxn ang="0">
                      <a:pos x="connsiteX1602" y="connsiteY1602"/>
                    </a:cxn>
                    <a:cxn ang="0">
                      <a:pos x="connsiteX1603" y="connsiteY1603"/>
                    </a:cxn>
                    <a:cxn ang="0">
                      <a:pos x="connsiteX1604" y="connsiteY1604"/>
                    </a:cxn>
                    <a:cxn ang="0">
                      <a:pos x="connsiteX1605" y="connsiteY1605"/>
                    </a:cxn>
                    <a:cxn ang="0">
                      <a:pos x="connsiteX1606" y="connsiteY1606"/>
                    </a:cxn>
                    <a:cxn ang="0">
                      <a:pos x="connsiteX1607" y="connsiteY1607"/>
                    </a:cxn>
                    <a:cxn ang="0">
                      <a:pos x="connsiteX1608" y="connsiteY1608"/>
                    </a:cxn>
                    <a:cxn ang="0">
                      <a:pos x="connsiteX1609" y="connsiteY1609"/>
                    </a:cxn>
                    <a:cxn ang="0">
                      <a:pos x="connsiteX1610" y="connsiteY1610"/>
                    </a:cxn>
                    <a:cxn ang="0">
                      <a:pos x="connsiteX1611" y="connsiteY1611"/>
                    </a:cxn>
                    <a:cxn ang="0">
                      <a:pos x="connsiteX1612" y="connsiteY1612"/>
                    </a:cxn>
                    <a:cxn ang="0">
                      <a:pos x="connsiteX1613" y="connsiteY1613"/>
                    </a:cxn>
                    <a:cxn ang="0">
                      <a:pos x="connsiteX1614" y="connsiteY1614"/>
                    </a:cxn>
                    <a:cxn ang="0">
                      <a:pos x="connsiteX1615" y="connsiteY1615"/>
                    </a:cxn>
                    <a:cxn ang="0">
                      <a:pos x="connsiteX1616" y="connsiteY1616"/>
                    </a:cxn>
                    <a:cxn ang="0">
                      <a:pos x="connsiteX1617" y="connsiteY1617"/>
                    </a:cxn>
                    <a:cxn ang="0">
                      <a:pos x="connsiteX1618" y="connsiteY1618"/>
                    </a:cxn>
                    <a:cxn ang="0">
                      <a:pos x="connsiteX1619" y="connsiteY1619"/>
                    </a:cxn>
                    <a:cxn ang="0">
                      <a:pos x="connsiteX1620" y="connsiteY1620"/>
                    </a:cxn>
                    <a:cxn ang="0">
                      <a:pos x="connsiteX1621" y="connsiteY1621"/>
                    </a:cxn>
                    <a:cxn ang="0">
                      <a:pos x="connsiteX1622" y="connsiteY1622"/>
                    </a:cxn>
                    <a:cxn ang="0">
                      <a:pos x="connsiteX1623" y="connsiteY1623"/>
                    </a:cxn>
                    <a:cxn ang="0">
                      <a:pos x="connsiteX1624" y="connsiteY1624"/>
                    </a:cxn>
                    <a:cxn ang="0">
                      <a:pos x="connsiteX1625" y="connsiteY1625"/>
                    </a:cxn>
                    <a:cxn ang="0">
                      <a:pos x="connsiteX1626" y="connsiteY1626"/>
                    </a:cxn>
                    <a:cxn ang="0">
                      <a:pos x="connsiteX1627" y="connsiteY1627"/>
                    </a:cxn>
                    <a:cxn ang="0">
                      <a:pos x="connsiteX1628" y="connsiteY1628"/>
                    </a:cxn>
                    <a:cxn ang="0">
                      <a:pos x="connsiteX1629" y="connsiteY1629"/>
                    </a:cxn>
                    <a:cxn ang="0">
                      <a:pos x="connsiteX1630" y="connsiteY1630"/>
                    </a:cxn>
                    <a:cxn ang="0">
                      <a:pos x="connsiteX1631" y="connsiteY1631"/>
                    </a:cxn>
                    <a:cxn ang="0">
                      <a:pos x="connsiteX1632" y="connsiteY1632"/>
                    </a:cxn>
                    <a:cxn ang="0">
                      <a:pos x="connsiteX1633" y="connsiteY1633"/>
                    </a:cxn>
                    <a:cxn ang="0">
                      <a:pos x="connsiteX1634" y="connsiteY1634"/>
                    </a:cxn>
                    <a:cxn ang="0">
                      <a:pos x="connsiteX1635" y="connsiteY1635"/>
                    </a:cxn>
                    <a:cxn ang="0">
                      <a:pos x="connsiteX1636" y="connsiteY1636"/>
                    </a:cxn>
                    <a:cxn ang="0">
                      <a:pos x="connsiteX1637" y="connsiteY1637"/>
                    </a:cxn>
                    <a:cxn ang="0">
                      <a:pos x="connsiteX1638" y="connsiteY1638"/>
                    </a:cxn>
                    <a:cxn ang="0">
                      <a:pos x="connsiteX1639" y="connsiteY1639"/>
                    </a:cxn>
                    <a:cxn ang="0">
                      <a:pos x="connsiteX1640" y="connsiteY1640"/>
                    </a:cxn>
                    <a:cxn ang="0">
                      <a:pos x="connsiteX1641" y="connsiteY1641"/>
                    </a:cxn>
                    <a:cxn ang="0">
                      <a:pos x="connsiteX1642" y="connsiteY1642"/>
                    </a:cxn>
                    <a:cxn ang="0">
                      <a:pos x="connsiteX1643" y="connsiteY1643"/>
                    </a:cxn>
                    <a:cxn ang="0">
                      <a:pos x="connsiteX1644" y="connsiteY1644"/>
                    </a:cxn>
                    <a:cxn ang="0">
                      <a:pos x="connsiteX1645" y="connsiteY1645"/>
                    </a:cxn>
                    <a:cxn ang="0">
                      <a:pos x="connsiteX1646" y="connsiteY1646"/>
                    </a:cxn>
                    <a:cxn ang="0">
                      <a:pos x="connsiteX1647" y="connsiteY1647"/>
                    </a:cxn>
                    <a:cxn ang="0">
                      <a:pos x="connsiteX1648" y="connsiteY1648"/>
                    </a:cxn>
                    <a:cxn ang="0">
                      <a:pos x="connsiteX1649" y="connsiteY1649"/>
                    </a:cxn>
                    <a:cxn ang="0">
                      <a:pos x="connsiteX1650" y="connsiteY1650"/>
                    </a:cxn>
                    <a:cxn ang="0">
                      <a:pos x="connsiteX1651" y="connsiteY1651"/>
                    </a:cxn>
                    <a:cxn ang="0">
                      <a:pos x="connsiteX1652" y="connsiteY1652"/>
                    </a:cxn>
                    <a:cxn ang="0">
                      <a:pos x="connsiteX1653" y="connsiteY1653"/>
                    </a:cxn>
                    <a:cxn ang="0">
                      <a:pos x="connsiteX1654" y="connsiteY1654"/>
                    </a:cxn>
                    <a:cxn ang="0">
                      <a:pos x="connsiteX1655" y="connsiteY1655"/>
                    </a:cxn>
                    <a:cxn ang="0">
                      <a:pos x="connsiteX1656" y="connsiteY1656"/>
                    </a:cxn>
                    <a:cxn ang="0">
                      <a:pos x="connsiteX1657" y="connsiteY1657"/>
                    </a:cxn>
                    <a:cxn ang="0">
                      <a:pos x="connsiteX1658" y="connsiteY1658"/>
                    </a:cxn>
                    <a:cxn ang="0">
                      <a:pos x="connsiteX1659" y="connsiteY1659"/>
                    </a:cxn>
                    <a:cxn ang="0">
                      <a:pos x="connsiteX1660" y="connsiteY1660"/>
                    </a:cxn>
                    <a:cxn ang="0">
                      <a:pos x="connsiteX1661" y="connsiteY1661"/>
                    </a:cxn>
                    <a:cxn ang="0">
                      <a:pos x="connsiteX1662" y="connsiteY1662"/>
                    </a:cxn>
                    <a:cxn ang="0">
                      <a:pos x="connsiteX1663" y="connsiteY1663"/>
                    </a:cxn>
                    <a:cxn ang="0">
                      <a:pos x="connsiteX1664" y="connsiteY1664"/>
                    </a:cxn>
                    <a:cxn ang="0">
                      <a:pos x="connsiteX1665" y="connsiteY1665"/>
                    </a:cxn>
                    <a:cxn ang="0">
                      <a:pos x="connsiteX1666" y="connsiteY1666"/>
                    </a:cxn>
                    <a:cxn ang="0">
                      <a:pos x="connsiteX1667" y="connsiteY1667"/>
                    </a:cxn>
                    <a:cxn ang="0">
                      <a:pos x="connsiteX1668" y="connsiteY1668"/>
                    </a:cxn>
                    <a:cxn ang="0">
                      <a:pos x="connsiteX1669" y="connsiteY1669"/>
                    </a:cxn>
                    <a:cxn ang="0">
                      <a:pos x="connsiteX1670" y="connsiteY1670"/>
                    </a:cxn>
                    <a:cxn ang="0">
                      <a:pos x="connsiteX1671" y="connsiteY1671"/>
                    </a:cxn>
                    <a:cxn ang="0">
                      <a:pos x="connsiteX1672" y="connsiteY1672"/>
                    </a:cxn>
                    <a:cxn ang="0">
                      <a:pos x="connsiteX1673" y="connsiteY1673"/>
                    </a:cxn>
                    <a:cxn ang="0">
                      <a:pos x="connsiteX1674" y="connsiteY1674"/>
                    </a:cxn>
                    <a:cxn ang="0">
                      <a:pos x="connsiteX1675" y="connsiteY1675"/>
                    </a:cxn>
                    <a:cxn ang="0">
                      <a:pos x="connsiteX1676" y="connsiteY1676"/>
                    </a:cxn>
                    <a:cxn ang="0">
                      <a:pos x="connsiteX1677" y="connsiteY1677"/>
                    </a:cxn>
                    <a:cxn ang="0">
                      <a:pos x="connsiteX1678" y="connsiteY1678"/>
                    </a:cxn>
                    <a:cxn ang="0">
                      <a:pos x="connsiteX1679" y="connsiteY1679"/>
                    </a:cxn>
                    <a:cxn ang="0">
                      <a:pos x="connsiteX1680" y="connsiteY1680"/>
                    </a:cxn>
                    <a:cxn ang="0">
                      <a:pos x="connsiteX1681" y="connsiteY1681"/>
                    </a:cxn>
                    <a:cxn ang="0">
                      <a:pos x="connsiteX1682" y="connsiteY1682"/>
                    </a:cxn>
                    <a:cxn ang="0">
                      <a:pos x="connsiteX1683" y="connsiteY1683"/>
                    </a:cxn>
                    <a:cxn ang="0">
                      <a:pos x="connsiteX1684" y="connsiteY1684"/>
                    </a:cxn>
                    <a:cxn ang="0">
                      <a:pos x="connsiteX1685" y="connsiteY1685"/>
                    </a:cxn>
                    <a:cxn ang="0">
                      <a:pos x="connsiteX1686" y="connsiteY1686"/>
                    </a:cxn>
                    <a:cxn ang="0">
                      <a:pos x="connsiteX1687" y="connsiteY1687"/>
                    </a:cxn>
                    <a:cxn ang="0">
                      <a:pos x="connsiteX1688" y="connsiteY1688"/>
                    </a:cxn>
                    <a:cxn ang="0">
                      <a:pos x="connsiteX1689" y="connsiteY1689"/>
                    </a:cxn>
                    <a:cxn ang="0">
                      <a:pos x="connsiteX1690" y="connsiteY1690"/>
                    </a:cxn>
                    <a:cxn ang="0">
                      <a:pos x="connsiteX1691" y="connsiteY1691"/>
                    </a:cxn>
                    <a:cxn ang="0">
                      <a:pos x="connsiteX1692" y="connsiteY1692"/>
                    </a:cxn>
                    <a:cxn ang="0">
                      <a:pos x="connsiteX1693" y="connsiteY1693"/>
                    </a:cxn>
                    <a:cxn ang="0">
                      <a:pos x="connsiteX1694" y="connsiteY1694"/>
                    </a:cxn>
                    <a:cxn ang="0">
                      <a:pos x="connsiteX1695" y="connsiteY1695"/>
                    </a:cxn>
                    <a:cxn ang="0">
                      <a:pos x="connsiteX1696" y="connsiteY1696"/>
                    </a:cxn>
                    <a:cxn ang="0">
                      <a:pos x="connsiteX1697" y="connsiteY1697"/>
                    </a:cxn>
                    <a:cxn ang="0">
                      <a:pos x="connsiteX1698" y="connsiteY1698"/>
                    </a:cxn>
                    <a:cxn ang="0">
                      <a:pos x="connsiteX1699" y="connsiteY1699"/>
                    </a:cxn>
                    <a:cxn ang="0">
                      <a:pos x="connsiteX1700" y="connsiteY1700"/>
                    </a:cxn>
                    <a:cxn ang="0">
                      <a:pos x="connsiteX1701" y="connsiteY1701"/>
                    </a:cxn>
                    <a:cxn ang="0">
                      <a:pos x="connsiteX1702" y="connsiteY1702"/>
                    </a:cxn>
                    <a:cxn ang="0">
                      <a:pos x="connsiteX1703" y="connsiteY1703"/>
                    </a:cxn>
                    <a:cxn ang="0">
                      <a:pos x="connsiteX1704" y="connsiteY1704"/>
                    </a:cxn>
                    <a:cxn ang="0">
                      <a:pos x="connsiteX1705" y="connsiteY1705"/>
                    </a:cxn>
                    <a:cxn ang="0">
                      <a:pos x="connsiteX1706" y="connsiteY1706"/>
                    </a:cxn>
                    <a:cxn ang="0">
                      <a:pos x="connsiteX1707" y="connsiteY1707"/>
                    </a:cxn>
                    <a:cxn ang="0">
                      <a:pos x="connsiteX1708" y="connsiteY1708"/>
                    </a:cxn>
                    <a:cxn ang="0">
                      <a:pos x="connsiteX1709" y="connsiteY1709"/>
                    </a:cxn>
                    <a:cxn ang="0">
                      <a:pos x="connsiteX1710" y="connsiteY1710"/>
                    </a:cxn>
                    <a:cxn ang="0">
                      <a:pos x="connsiteX1711" y="connsiteY1711"/>
                    </a:cxn>
                    <a:cxn ang="0">
                      <a:pos x="connsiteX1712" y="connsiteY1712"/>
                    </a:cxn>
                    <a:cxn ang="0">
                      <a:pos x="connsiteX1713" y="connsiteY1713"/>
                    </a:cxn>
                    <a:cxn ang="0">
                      <a:pos x="connsiteX1714" y="connsiteY1714"/>
                    </a:cxn>
                    <a:cxn ang="0">
                      <a:pos x="connsiteX1715" y="connsiteY1715"/>
                    </a:cxn>
                    <a:cxn ang="0">
                      <a:pos x="connsiteX1716" y="connsiteY1716"/>
                    </a:cxn>
                    <a:cxn ang="0">
                      <a:pos x="connsiteX1717" y="connsiteY1717"/>
                    </a:cxn>
                    <a:cxn ang="0">
                      <a:pos x="connsiteX1718" y="connsiteY1718"/>
                    </a:cxn>
                    <a:cxn ang="0">
                      <a:pos x="connsiteX1719" y="connsiteY1719"/>
                    </a:cxn>
                    <a:cxn ang="0">
                      <a:pos x="connsiteX1720" y="connsiteY1720"/>
                    </a:cxn>
                    <a:cxn ang="0">
                      <a:pos x="connsiteX1721" y="connsiteY1721"/>
                    </a:cxn>
                    <a:cxn ang="0">
                      <a:pos x="connsiteX1722" y="connsiteY1722"/>
                    </a:cxn>
                    <a:cxn ang="0">
                      <a:pos x="connsiteX1723" y="connsiteY1723"/>
                    </a:cxn>
                    <a:cxn ang="0">
                      <a:pos x="connsiteX1724" y="connsiteY1724"/>
                    </a:cxn>
                    <a:cxn ang="0">
                      <a:pos x="connsiteX1725" y="connsiteY1725"/>
                    </a:cxn>
                    <a:cxn ang="0">
                      <a:pos x="connsiteX1726" y="connsiteY1726"/>
                    </a:cxn>
                    <a:cxn ang="0">
                      <a:pos x="connsiteX1727" y="connsiteY1727"/>
                    </a:cxn>
                    <a:cxn ang="0">
                      <a:pos x="connsiteX1728" y="connsiteY1728"/>
                    </a:cxn>
                    <a:cxn ang="0">
                      <a:pos x="connsiteX1729" y="connsiteY1729"/>
                    </a:cxn>
                    <a:cxn ang="0">
                      <a:pos x="connsiteX1730" y="connsiteY1730"/>
                    </a:cxn>
                    <a:cxn ang="0">
                      <a:pos x="connsiteX1731" y="connsiteY1731"/>
                    </a:cxn>
                    <a:cxn ang="0">
                      <a:pos x="connsiteX1732" y="connsiteY1732"/>
                    </a:cxn>
                    <a:cxn ang="0">
                      <a:pos x="connsiteX1733" y="connsiteY1733"/>
                    </a:cxn>
                    <a:cxn ang="0">
                      <a:pos x="connsiteX1734" y="connsiteY1734"/>
                    </a:cxn>
                    <a:cxn ang="0">
                      <a:pos x="connsiteX1735" y="connsiteY1735"/>
                    </a:cxn>
                    <a:cxn ang="0">
                      <a:pos x="connsiteX1736" y="connsiteY1736"/>
                    </a:cxn>
                    <a:cxn ang="0">
                      <a:pos x="connsiteX1737" y="connsiteY1737"/>
                    </a:cxn>
                    <a:cxn ang="0">
                      <a:pos x="connsiteX1738" y="connsiteY1738"/>
                    </a:cxn>
                    <a:cxn ang="0">
                      <a:pos x="connsiteX1739" y="connsiteY1739"/>
                    </a:cxn>
                    <a:cxn ang="0">
                      <a:pos x="connsiteX1740" y="connsiteY1740"/>
                    </a:cxn>
                    <a:cxn ang="0">
                      <a:pos x="connsiteX1741" y="connsiteY1741"/>
                    </a:cxn>
                    <a:cxn ang="0">
                      <a:pos x="connsiteX1742" y="connsiteY1742"/>
                    </a:cxn>
                    <a:cxn ang="0">
                      <a:pos x="connsiteX1743" y="connsiteY1743"/>
                    </a:cxn>
                    <a:cxn ang="0">
                      <a:pos x="connsiteX1744" y="connsiteY1744"/>
                    </a:cxn>
                    <a:cxn ang="0">
                      <a:pos x="connsiteX1745" y="connsiteY1745"/>
                    </a:cxn>
                    <a:cxn ang="0">
                      <a:pos x="connsiteX1746" y="connsiteY1746"/>
                    </a:cxn>
                    <a:cxn ang="0">
                      <a:pos x="connsiteX1747" y="connsiteY1747"/>
                    </a:cxn>
                    <a:cxn ang="0">
                      <a:pos x="connsiteX1748" y="connsiteY1748"/>
                    </a:cxn>
                    <a:cxn ang="0">
                      <a:pos x="connsiteX1749" y="connsiteY1749"/>
                    </a:cxn>
                    <a:cxn ang="0">
                      <a:pos x="connsiteX1750" y="connsiteY1750"/>
                    </a:cxn>
                    <a:cxn ang="0">
                      <a:pos x="connsiteX1751" y="connsiteY1751"/>
                    </a:cxn>
                    <a:cxn ang="0">
                      <a:pos x="connsiteX1752" y="connsiteY1752"/>
                    </a:cxn>
                    <a:cxn ang="0">
                      <a:pos x="connsiteX1753" y="connsiteY1753"/>
                    </a:cxn>
                    <a:cxn ang="0">
                      <a:pos x="connsiteX1754" y="connsiteY1754"/>
                    </a:cxn>
                    <a:cxn ang="0">
                      <a:pos x="connsiteX1755" y="connsiteY1755"/>
                    </a:cxn>
                    <a:cxn ang="0">
                      <a:pos x="connsiteX1756" y="connsiteY1756"/>
                    </a:cxn>
                    <a:cxn ang="0">
                      <a:pos x="connsiteX1757" y="connsiteY1757"/>
                    </a:cxn>
                    <a:cxn ang="0">
                      <a:pos x="connsiteX1758" y="connsiteY1758"/>
                    </a:cxn>
                    <a:cxn ang="0">
                      <a:pos x="connsiteX1759" y="connsiteY1759"/>
                    </a:cxn>
                    <a:cxn ang="0">
                      <a:pos x="connsiteX1760" y="connsiteY1760"/>
                    </a:cxn>
                    <a:cxn ang="0">
                      <a:pos x="connsiteX1761" y="connsiteY1761"/>
                    </a:cxn>
                    <a:cxn ang="0">
                      <a:pos x="connsiteX1762" y="connsiteY1762"/>
                    </a:cxn>
                    <a:cxn ang="0">
                      <a:pos x="connsiteX1763" y="connsiteY1763"/>
                    </a:cxn>
                    <a:cxn ang="0">
                      <a:pos x="connsiteX1764" y="connsiteY1764"/>
                    </a:cxn>
                    <a:cxn ang="0">
                      <a:pos x="connsiteX1765" y="connsiteY1765"/>
                    </a:cxn>
                    <a:cxn ang="0">
                      <a:pos x="connsiteX1766" y="connsiteY1766"/>
                    </a:cxn>
                    <a:cxn ang="0">
                      <a:pos x="connsiteX1767" y="connsiteY1767"/>
                    </a:cxn>
                    <a:cxn ang="0">
                      <a:pos x="connsiteX1768" y="connsiteY1768"/>
                    </a:cxn>
                    <a:cxn ang="0">
                      <a:pos x="connsiteX1769" y="connsiteY1769"/>
                    </a:cxn>
                    <a:cxn ang="0">
                      <a:pos x="connsiteX1770" y="connsiteY1770"/>
                    </a:cxn>
                    <a:cxn ang="0">
                      <a:pos x="connsiteX1771" y="connsiteY1771"/>
                    </a:cxn>
                    <a:cxn ang="0">
                      <a:pos x="connsiteX1772" y="connsiteY1772"/>
                    </a:cxn>
                    <a:cxn ang="0">
                      <a:pos x="connsiteX1773" y="connsiteY1773"/>
                    </a:cxn>
                    <a:cxn ang="0">
                      <a:pos x="connsiteX1774" y="connsiteY1774"/>
                    </a:cxn>
                    <a:cxn ang="0">
                      <a:pos x="connsiteX1775" y="connsiteY1775"/>
                    </a:cxn>
                    <a:cxn ang="0">
                      <a:pos x="connsiteX1776" y="connsiteY1776"/>
                    </a:cxn>
                    <a:cxn ang="0">
                      <a:pos x="connsiteX1777" y="connsiteY1777"/>
                    </a:cxn>
                    <a:cxn ang="0">
                      <a:pos x="connsiteX1778" y="connsiteY1778"/>
                    </a:cxn>
                    <a:cxn ang="0">
                      <a:pos x="connsiteX1779" y="connsiteY1779"/>
                    </a:cxn>
                    <a:cxn ang="0">
                      <a:pos x="connsiteX1780" y="connsiteY1780"/>
                    </a:cxn>
                    <a:cxn ang="0">
                      <a:pos x="connsiteX1781" y="connsiteY1781"/>
                    </a:cxn>
                    <a:cxn ang="0">
                      <a:pos x="connsiteX1782" y="connsiteY1782"/>
                    </a:cxn>
                    <a:cxn ang="0">
                      <a:pos x="connsiteX1783" y="connsiteY1783"/>
                    </a:cxn>
                    <a:cxn ang="0">
                      <a:pos x="connsiteX1784" y="connsiteY1784"/>
                    </a:cxn>
                    <a:cxn ang="0">
                      <a:pos x="connsiteX1785" y="connsiteY1785"/>
                    </a:cxn>
                    <a:cxn ang="0">
                      <a:pos x="connsiteX1786" y="connsiteY1786"/>
                    </a:cxn>
                    <a:cxn ang="0">
                      <a:pos x="connsiteX1787" y="connsiteY1787"/>
                    </a:cxn>
                    <a:cxn ang="0">
                      <a:pos x="connsiteX1788" y="connsiteY1788"/>
                    </a:cxn>
                    <a:cxn ang="0">
                      <a:pos x="connsiteX1789" y="connsiteY1789"/>
                    </a:cxn>
                    <a:cxn ang="0">
                      <a:pos x="connsiteX1790" y="connsiteY1790"/>
                    </a:cxn>
                    <a:cxn ang="0">
                      <a:pos x="connsiteX1791" y="connsiteY1791"/>
                    </a:cxn>
                    <a:cxn ang="0">
                      <a:pos x="connsiteX1792" y="connsiteY1792"/>
                    </a:cxn>
                    <a:cxn ang="0">
                      <a:pos x="connsiteX1793" y="connsiteY1793"/>
                    </a:cxn>
                    <a:cxn ang="0">
                      <a:pos x="connsiteX1794" y="connsiteY1794"/>
                    </a:cxn>
                    <a:cxn ang="0">
                      <a:pos x="connsiteX1795" y="connsiteY1795"/>
                    </a:cxn>
                    <a:cxn ang="0">
                      <a:pos x="connsiteX1796" y="connsiteY1796"/>
                    </a:cxn>
                    <a:cxn ang="0">
                      <a:pos x="connsiteX1797" y="connsiteY1797"/>
                    </a:cxn>
                    <a:cxn ang="0">
                      <a:pos x="connsiteX1798" y="connsiteY1798"/>
                    </a:cxn>
                    <a:cxn ang="0">
                      <a:pos x="connsiteX1799" y="connsiteY1799"/>
                    </a:cxn>
                    <a:cxn ang="0">
                      <a:pos x="connsiteX1800" y="connsiteY1800"/>
                    </a:cxn>
                    <a:cxn ang="0">
                      <a:pos x="connsiteX1801" y="connsiteY1801"/>
                    </a:cxn>
                    <a:cxn ang="0">
                      <a:pos x="connsiteX1802" y="connsiteY1802"/>
                    </a:cxn>
                    <a:cxn ang="0">
                      <a:pos x="connsiteX1803" y="connsiteY1803"/>
                    </a:cxn>
                    <a:cxn ang="0">
                      <a:pos x="connsiteX1804" y="connsiteY1804"/>
                    </a:cxn>
                    <a:cxn ang="0">
                      <a:pos x="connsiteX1805" y="connsiteY1805"/>
                    </a:cxn>
                    <a:cxn ang="0">
                      <a:pos x="connsiteX1806" y="connsiteY1806"/>
                    </a:cxn>
                    <a:cxn ang="0">
                      <a:pos x="connsiteX1807" y="connsiteY1807"/>
                    </a:cxn>
                    <a:cxn ang="0">
                      <a:pos x="connsiteX1808" y="connsiteY1808"/>
                    </a:cxn>
                    <a:cxn ang="0">
                      <a:pos x="connsiteX1809" y="connsiteY1809"/>
                    </a:cxn>
                    <a:cxn ang="0">
                      <a:pos x="connsiteX1810" y="connsiteY1810"/>
                    </a:cxn>
                    <a:cxn ang="0">
                      <a:pos x="connsiteX1811" y="connsiteY1811"/>
                    </a:cxn>
                    <a:cxn ang="0">
                      <a:pos x="connsiteX1812" y="connsiteY1812"/>
                    </a:cxn>
                    <a:cxn ang="0">
                      <a:pos x="connsiteX1813" y="connsiteY1813"/>
                    </a:cxn>
                    <a:cxn ang="0">
                      <a:pos x="connsiteX1814" y="connsiteY1814"/>
                    </a:cxn>
                    <a:cxn ang="0">
                      <a:pos x="connsiteX1815" y="connsiteY1815"/>
                    </a:cxn>
                    <a:cxn ang="0">
                      <a:pos x="connsiteX1816" y="connsiteY1816"/>
                    </a:cxn>
                    <a:cxn ang="0">
                      <a:pos x="connsiteX1817" y="connsiteY1817"/>
                    </a:cxn>
                    <a:cxn ang="0">
                      <a:pos x="connsiteX1818" y="connsiteY1818"/>
                    </a:cxn>
                    <a:cxn ang="0">
                      <a:pos x="connsiteX1819" y="connsiteY1819"/>
                    </a:cxn>
                    <a:cxn ang="0">
                      <a:pos x="connsiteX1820" y="connsiteY1820"/>
                    </a:cxn>
                    <a:cxn ang="0">
                      <a:pos x="connsiteX1821" y="connsiteY1821"/>
                    </a:cxn>
                    <a:cxn ang="0">
                      <a:pos x="connsiteX1822" y="connsiteY1822"/>
                    </a:cxn>
                    <a:cxn ang="0">
                      <a:pos x="connsiteX1823" y="connsiteY1823"/>
                    </a:cxn>
                    <a:cxn ang="0">
                      <a:pos x="connsiteX1824" y="connsiteY1824"/>
                    </a:cxn>
                    <a:cxn ang="0">
                      <a:pos x="connsiteX1825" y="connsiteY1825"/>
                    </a:cxn>
                    <a:cxn ang="0">
                      <a:pos x="connsiteX1826" y="connsiteY1826"/>
                    </a:cxn>
                    <a:cxn ang="0">
                      <a:pos x="connsiteX1827" y="connsiteY1827"/>
                    </a:cxn>
                    <a:cxn ang="0">
                      <a:pos x="connsiteX1828" y="connsiteY1828"/>
                    </a:cxn>
                    <a:cxn ang="0">
                      <a:pos x="connsiteX1829" y="connsiteY1829"/>
                    </a:cxn>
                    <a:cxn ang="0">
                      <a:pos x="connsiteX1830" y="connsiteY1830"/>
                    </a:cxn>
                    <a:cxn ang="0">
                      <a:pos x="connsiteX1831" y="connsiteY1831"/>
                    </a:cxn>
                    <a:cxn ang="0">
                      <a:pos x="connsiteX1832" y="connsiteY1832"/>
                    </a:cxn>
                    <a:cxn ang="0">
                      <a:pos x="connsiteX1833" y="connsiteY1833"/>
                    </a:cxn>
                    <a:cxn ang="0">
                      <a:pos x="connsiteX1834" y="connsiteY1834"/>
                    </a:cxn>
                    <a:cxn ang="0">
                      <a:pos x="connsiteX1835" y="connsiteY1835"/>
                    </a:cxn>
                    <a:cxn ang="0">
                      <a:pos x="connsiteX1836" y="connsiteY1836"/>
                    </a:cxn>
                    <a:cxn ang="0">
                      <a:pos x="connsiteX1837" y="connsiteY1837"/>
                    </a:cxn>
                    <a:cxn ang="0">
                      <a:pos x="connsiteX1838" y="connsiteY1838"/>
                    </a:cxn>
                    <a:cxn ang="0">
                      <a:pos x="connsiteX1839" y="connsiteY1839"/>
                    </a:cxn>
                    <a:cxn ang="0">
                      <a:pos x="connsiteX1840" y="connsiteY1840"/>
                    </a:cxn>
                    <a:cxn ang="0">
                      <a:pos x="connsiteX1841" y="connsiteY1841"/>
                    </a:cxn>
                    <a:cxn ang="0">
                      <a:pos x="connsiteX1842" y="connsiteY1842"/>
                    </a:cxn>
                    <a:cxn ang="0">
                      <a:pos x="connsiteX1843" y="connsiteY1843"/>
                    </a:cxn>
                    <a:cxn ang="0">
                      <a:pos x="connsiteX1844" y="connsiteY1844"/>
                    </a:cxn>
                    <a:cxn ang="0">
                      <a:pos x="connsiteX1845" y="connsiteY1845"/>
                    </a:cxn>
                    <a:cxn ang="0">
                      <a:pos x="connsiteX1846" y="connsiteY1846"/>
                    </a:cxn>
                    <a:cxn ang="0">
                      <a:pos x="connsiteX1847" y="connsiteY1847"/>
                    </a:cxn>
                    <a:cxn ang="0">
                      <a:pos x="connsiteX1848" y="connsiteY1848"/>
                    </a:cxn>
                    <a:cxn ang="0">
                      <a:pos x="connsiteX1849" y="connsiteY1849"/>
                    </a:cxn>
                    <a:cxn ang="0">
                      <a:pos x="connsiteX1850" y="connsiteY1850"/>
                    </a:cxn>
                    <a:cxn ang="0">
                      <a:pos x="connsiteX1851" y="connsiteY1851"/>
                    </a:cxn>
                    <a:cxn ang="0">
                      <a:pos x="connsiteX1852" y="connsiteY1852"/>
                    </a:cxn>
                    <a:cxn ang="0">
                      <a:pos x="connsiteX1853" y="connsiteY1853"/>
                    </a:cxn>
                    <a:cxn ang="0">
                      <a:pos x="connsiteX1854" y="connsiteY1854"/>
                    </a:cxn>
                    <a:cxn ang="0">
                      <a:pos x="connsiteX1855" y="connsiteY1855"/>
                    </a:cxn>
                    <a:cxn ang="0">
                      <a:pos x="connsiteX1856" y="connsiteY1856"/>
                    </a:cxn>
                    <a:cxn ang="0">
                      <a:pos x="connsiteX1857" y="connsiteY1857"/>
                    </a:cxn>
                    <a:cxn ang="0">
                      <a:pos x="connsiteX1858" y="connsiteY1858"/>
                    </a:cxn>
                    <a:cxn ang="0">
                      <a:pos x="connsiteX1859" y="connsiteY1859"/>
                    </a:cxn>
                    <a:cxn ang="0">
                      <a:pos x="connsiteX1860" y="connsiteY1860"/>
                    </a:cxn>
                    <a:cxn ang="0">
                      <a:pos x="connsiteX1861" y="connsiteY1861"/>
                    </a:cxn>
                    <a:cxn ang="0">
                      <a:pos x="connsiteX1862" y="connsiteY1862"/>
                    </a:cxn>
                    <a:cxn ang="0">
                      <a:pos x="connsiteX1863" y="connsiteY1863"/>
                    </a:cxn>
                    <a:cxn ang="0">
                      <a:pos x="connsiteX1864" y="connsiteY1864"/>
                    </a:cxn>
                    <a:cxn ang="0">
                      <a:pos x="connsiteX1865" y="connsiteY1865"/>
                    </a:cxn>
                    <a:cxn ang="0">
                      <a:pos x="connsiteX1866" y="connsiteY1866"/>
                    </a:cxn>
                    <a:cxn ang="0">
                      <a:pos x="connsiteX1867" y="connsiteY1867"/>
                    </a:cxn>
                    <a:cxn ang="0">
                      <a:pos x="connsiteX1868" y="connsiteY1868"/>
                    </a:cxn>
                    <a:cxn ang="0">
                      <a:pos x="connsiteX1869" y="connsiteY1869"/>
                    </a:cxn>
                    <a:cxn ang="0">
                      <a:pos x="connsiteX1870" y="connsiteY1870"/>
                    </a:cxn>
                    <a:cxn ang="0">
                      <a:pos x="connsiteX1871" y="connsiteY1871"/>
                    </a:cxn>
                    <a:cxn ang="0">
                      <a:pos x="connsiteX1872" y="connsiteY1872"/>
                    </a:cxn>
                    <a:cxn ang="0">
                      <a:pos x="connsiteX1873" y="connsiteY1873"/>
                    </a:cxn>
                    <a:cxn ang="0">
                      <a:pos x="connsiteX1874" y="connsiteY1874"/>
                    </a:cxn>
                    <a:cxn ang="0">
                      <a:pos x="connsiteX1875" y="connsiteY1875"/>
                    </a:cxn>
                    <a:cxn ang="0">
                      <a:pos x="connsiteX1876" y="connsiteY1876"/>
                    </a:cxn>
                    <a:cxn ang="0">
                      <a:pos x="connsiteX1877" y="connsiteY1877"/>
                    </a:cxn>
                    <a:cxn ang="0">
                      <a:pos x="connsiteX1878" y="connsiteY1878"/>
                    </a:cxn>
                    <a:cxn ang="0">
                      <a:pos x="connsiteX1879" y="connsiteY1879"/>
                    </a:cxn>
                    <a:cxn ang="0">
                      <a:pos x="connsiteX1880" y="connsiteY1880"/>
                    </a:cxn>
                    <a:cxn ang="0">
                      <a:pos x="connsiteX1881" y="connsiteY1881"/>
                    </a:cxn>
                    <a:cxn ang="0">
                      <a:pos x="connsiteX1882" y="connsiteY1882"/>
                    </a:cxn>
                    <a:cxn ang="0">
                      <a:pos x="connsiteX1883" y="connsiteY1883"/>
                    </a:cxn>
                    <a:cxn ang="0">
                      <a:pos x="connsiteX1884" y="connsiteY1884"/>
                    </a:cxn>
                    <a:cxn ang="0">
                      <a:pos x="connsiteX1885" y="connsiteY1885"/>
                    </a:cxn>
                    <a:cxn ang="0">
                      <a:pos x="connsiteX1886" y="connsiteY1886"/>
                    </a:cxn>
                    <a:cxn ang="0">
                      <a:pos x="connsiteX1887" y="connsiteY1887"/>
                    </a:cxn>
                    <a:cxn ang="0">
                      <a:pos x="connsiteX1888" y="connsiteY1888"/>
                    </a:cxn>
                    <a:cxn ang="0">
                      <a:pos x="connsiteX1889" y="connsiteY1889"/>
                    </a:cxn>
                    <a:cxn ang="0">
                      <a:pos x="connsiteX1890" y="connsiteY1890"/>
                    </a:cxn>
                    <a:cxn ang="0">
                      <a:pos x="connsiteX1891" y="connsiteY1891"/>
                    </a:cxn>
                    <a:cxn ang="0">
                      <a:pos x="connsiteX1892" y="connsiteY1892"/>
                    </a:cxn>
                    <a:cxn ang="0">
                      <a:pos x="connsiteX1893" y="connsiteY1893"/>
                    </a:cxn>
                    <a:cxn ang="0">
                      <a:pos x="connsiteX1894" y="connsiteY1894"/>
                    </a:cxn>
                    <a:cxn ang="0">
                      <a:pos x="connsiteX1895" y="connsiteY1895"/>
                    </a:cxn>
                    <a:cxn ang="0">
                      <a:pos x="connsiteX1896" y="connsiteY1896"/>
                    </a:cxn>
                    <a:cxn ang="0">
                      <a:pos x="connsiteX1897" y="connsiteY1897"/>
                    </a:cxn>
                    <a:cxn ang="0">
                      <a:pos x="connsiteX1898" y="connsiteY1898"/>
                    </a:cxn>
                    <a:cxn ang="0">
                      <a:pos x="connsiteX1899" y="connsiteY1899"/>
                    </a:cxn>
                    <a:cxn ang="0">
                      <a:pos x="connsiteX1900" y="connsiteY1900"/>
                    </a:cxn>
                    <a:cxn ang="0">
                      <a:pos x="connsiteX1901" y="connsiteY1901"/>
                    </a:cxn>
                    <a:cxn ang="0">
                      <a:pos x="connsiteX1902" y="connsiteY1902"/>
                    </a:cxn>
                    <a:cxn ang="0">
                      <a:pos x="connsiteX1903" y="connsiteY1903"/>
                    </a:cxn>
                    <a:cxn ang="0">
                      <a:pos x="connsiteX1904" y="connsiteY1904"/>
                    </a:cxn>
                    <a:cxn ang="0">
                      <a:pos x="connsiteX1905" y="connsiteY1905"/>
                    </a:cxn>
                    <a:cxn ang="0">
                      <a:pos x="connsiteX1906" y="connsiteY1906"/>
                    </a:cxn>
                    <a:cxn ang="0">
                      <a:pos x="connsiteX1907" y="connsiteY1907"/>
                    </a:cxn>
                    <a:cxn ang="0">
                      <a:pos x="connsiteX1908" y="connsiteY1908"/>
                    </a:cxn>
                    <a:cxn ang="0">
                      <a:pos x="connsiteX1909" y="connsiteY1909"/>
                    </a:cxn>
                    <a:cxn ang="0">
                      <a:pos x="connsiteX1910" y="connsiteY1910"/>
                    </a:cxn>
                    <a:cxn ang="0">
                      <a:pos x="connsiteX1911" y="connsiteY1911"/>
                    </a:cxn>
                    <a:cxn ang="0">
                      <a:pos x="connsiteX1912" y="connsiteY1912"/>
                    </a:cxn>
                    <a:cxn ang="0">
                      <a:pos x="connsiteX1913" y="connsiteY1913"/>
                    </a:cxn>
                    <a:cxn ang="0">
                      <a:pos x="connsiteX1914" y="connsiteY1914"/>
                    </a:cxn>
                    <a:cxn ang="0">
                      <a:pos x="connsiteX1915" y="connsiteY1915"/>
                    </a:cxn>
                    <a:cxn ang="0">
                      <a:pos x="connsiteX1916" y="connsiteY1916"/>
                    </a:cxn>
                    <a:cxn ang="0">
                      <a:pos x="connsiteX1917" y="connsiteY1917"/>
                    </a:cxn>
                    <a:cxn ang="0">
                      <a:pos x="connsiteX1918" y="connsiteY1918"/>
                    </a:cxn>
                    <a:cxn ang="0">
                      <a:pos x="connsiteX1919" y="connsiteY1919"/>
                    </a:cxn>
                    <a:cxn ang="0">
                      <a:pos x="connsiteX1920" y="connsiteY1920"/>
                    </a:cxn>
                    <a:cxn ang="0">
                      <a:pos x="connsiteX1921" y="connsiteY1921"/>
                    </a:cxn>
                    <a:cxn ang="0">
                      <a:pos x="connsiteX1922" y="connsiteY1922"/>
                    </a:cxn>
                    <a:cxn ang="0">
                      <a:pos x="connsiteX1923" y="connsiteY1923"/>
                    </a:cxn>
                    <a:cxn ang="0">
                      <a:pos x="connsiteX1924" y="connsiteY1924"/>
                    </a:cxn>
                    <a:cxn ang="0">
                      <a:pos x="connsiteX1925" y="connsiteY1925"/>
                    </a:cxn>
                    <a:cxn ang="0">
                      <a:pos x="connsiteX1926" y="connsiteY1926"/>
                    </a:cxn>
                    <a:cxn ang="0">
                      <a:pos x="connsiteX1927" y="connsiteY1927"/>
                    </a:cxn>
                    <a:cxn ang="0">
                      <a:pos x="connsiteX1928" y="connsiteY1928"/>
                    </a:cxn>
                    <a:cxn ang="0">
                      <a:pos x="connsiteX1929" y="connsiteY1929"/>
                    </a:cxn>
                    <a:cxn ang="0">
                      <a:pos x="connsiteX1930" y="connsiteY1930"/>
                    </a:cxn>
                    <a:cxn ang="0">
                      <a:pos x="connsiteX1931" y="connsiteY1931"/>
                    </a:cxn>
                    <a:cxn ang="0">
                      <a:pos x="connsiteX1932" y="connsiteY1932"/>
                    </a:cxn>
                    <a:cxn ang="0">
                      <a:pos x="connsiteX1933" y="connsiteY1933"/>
                    </a:cxn>
                    <a:cxn ang="0">
                      <a:pos x="connsiteX1934" y="connsiteY1934"/>
                    </a:cxn>
                    <a:cxn ang="0">
                      <a:pos x="connsiteX1935" y="connsiteY1935"/>
                    </a:cxn>
                    <a:cxn ang="0">
                      <a:pos x="connsiteX1936" y="connsiteY1936"/>
                    </a:cxn>
                    <a:cxn ang="0">
                      <a:pos x="connsiteX1937" y="connsiteY1937"/>
                    </a:cxn>
                    <a:cxn ang="0">
                      <a:pos x="connsiteX1938" y="connsiteY1938"/>
                    </a:cxn>
                    <a:cxn ang="0">
                      <a:pos x="connsiteX1939" y="connsiteY1939"/>
                    </a:cxn>
                    <a:cxn ang="0">
                      <a:pos x="connsiteX1940" y="connsiteY1940"/>
                    </a:cxn>
                    <a:cxn ang="0">
                      <a:pos x="connsiteX1941" y="connsiteY1941"/>
                    </a:cxn>
                    <a:cxn ang="0">
                      <a:pos x="connsiteX1942" y="connsiteY1942"/>
                    </a:cxn>
                    <a:cxn ang="0">
                      <a:pos x="connsiteX1943" y="connsiteY1943"/>
                    </a:cxn>
                    <a:cxn ang="0">
                      <a:pos x="connsiteX1944" y="connsiteY1944"/>
                    </a:cxn>
                    <a:cxn ang="0">
                      <a:pos x="connsiteX1945" y="connsiteY1945"/>
                    </a:cxn>
                    <a:cxn ang="0">
                      <a:pos x="connsiteX1946" y="connsiteY1946"/>
                    </a:cxn>
                    <a:cxn ang="0">
                      <a:pos x="connsiteX1947" y="connsiteY1947"/>
                    </a:cxn>
                    <a:cxn ang="0">
                      <a:pos x="connsiteX1948" y="connsiteY1948"/>
                    </a:cxn>
                    <a:cxn ang="0">
                      <a:pos x="connsiteX1949" y="connsiteY1949"/>
                    </a:cxn>
                    <a:cxn ang="0">
                      <a:pos x="connsiteX1950" y="connsiteY1950"/>
                    </a:cxn>
                    <a:cxn ang="0">
                      <a:pos x="connsiteX1951" y="connsiteY1951"/>
                    </a:cxn>
                    <a:cxn ang="0">
                      <a:pos x="connsiteX1952" y="connsiteY1952"/>
                    </a:cxn>
                    <a:cxn ang="0">
                      <a:pos x="connsiteX1953" y="connsiteY1953"/>
                    </a:cxn>
                    <a:cxn ang="0">
                      <a:pos x="connsiteX1954" y="connsiteY1954"/>
                    </a:cxn>
                    <a:cxn ang="0">
                      <a:pos x="connsiteX1955" y="connsiteY1955"/>
                    </a:cxn>
                    <a:cxn ang="0">
                      <a:pos x="connsiteX1956" y="connsiteY1956"/>
                    </a:cxn>
                    <a:cxn ang="0">
                      <a:pos x="connsiteX1957" y="connsiteY1957"/>
                    </a:cxn>
                    <a:cxn ang="0">
                      <a:pos x="connsiteX1958" y="connsiteY1958"/>
                    </a:cxn>
                    <a:cxn ang="0">
                      <a:pos x="connsiteX1959" y="connsiteY1959"/>
                    </a:cxn>
                    <a:cxn ang="0">
                      <a:pos x="connsiteX1960" y="connsiteY1960"/>
                    </a:cxn>
                    <a:cxn ang="0">
                      <a:pos x="connsiteX1961" y="connsiteY1961"/>
                    </a:cxn>
                    <a:cxn ang="0">
                      <a:pos x="connsiteX1962" y="connsiteY1962"/>
                    </a:cxn>
                    <a:cxn ang="0">
                      <a:pos x="connsiteX1963" y="connsiteY1963"/>
                    </a:cxn>
                    <a:cxn ang="0">
                      <a:pos x="connsiteX1964" y="connsiteY1964"/>
                    </a:cxn>
                    <a:cxn ang="0">
                      <a:pos x="connsiteX1965" y="connsiteY1965"/>
                    </a:cxn>
                    <a:cxn ang="0">
                      <a:pos x="connsiteX1966" y="connsiteY1966"/>
                    </a:cxn>
                    <a:cxn ang="0">
                      <a:pos x="connsiteX1967" y="connsiteY1967"/>
                    </a:cxn>
                    <a:cxn ang="0">
                      <a:pos x="connsiteX1968" y="connsiteY1968"/>
                    </a:cxn>
                    <a:cxn ang="0">
                      <a:pos x="connsiteX1969" y="connsiteY1969"/>
                    </a:cxn>
                    <a:cxn ang="0">
                      <a:pos x="connsiteX1970" y="connsiteY1970"/>
                    </a:cxn>
                    <a:cxn ang="0">
                      <a:pos x="connsiteX1971" y="connsiteY1971"/>
                    </a:cxn>
                    <a:cxn ang="0">
                      <a:pos x="connsiteX1972" y="connsiteY1972"/>
                    </a:cxn>
                    <a:cxn ang="0">
                      <a:pos x="connsiteX1973" y="connsiteY1973"/>
                    </a:cxn>
                    <a:cxn ang="0">
                      <a:pos x="connsiteX1974" y="connsiteY1974"/>
                    </a:cxn>
                    <a:cxn ang="0">
                      <a:pos x="connsiteX1975" y="connsiteY1975"/>
                    </a:cxn>
                    <a:cxn ang="0">
                      <a:pos x="connsiteX1976" y="connsiteY1976"/>
                    </a:cxn>
                    <a:cxn ang="0">
                      <a:pos x="connsiteX1977" y="connsiteY1977"/>
                    </a:cxn>
                    <a:cxn ang="0">
                      <a:pos x="connsiteX1978" y="connsiteY1978"/>
                    </a:cxn>
                    <a:cxn ang="0">
                      <a:pos x="connsiteX1979" y="connsiteY1979"/>
                    </a:cxn>
                    <a:cxn ang="0">
                      <a:pos x="connsiteX1980" y="connsiteY1980"/>
                    </a:cxn>
                    <a:cxn ang="0">
                      <a:pos x="connsiteX1981" y="connsiteY1981"/>
                    </a:cxn>
                    <a:cxn ang="0">
                      <a:pos x="connsiteX1982" y="connsiteY1982"/>
                    </a:cxn>
                    <a:cxn ang="0">
                      <a:pos x="connsiteX1983" y="connsiteY1983"/>
                    </a:cxn>
                    <a:cxn ang="0">
                      <a:pos x="connsiteX1984" y="connsiteY1984"/>
                    </a:cxn>
                    <a:cxn ang="0">
                      <a:pos x="connsiteX1985" y="connsiteY1985"/>
                    </a:cxn>
                    <a:cxn ang="0">
                      <a:pos x="connsiteX1986" y="connsiteY1986"/>
                    </a:cxn>
                    <a:cxn ang="0">
                      <a:pos x="connsiteX1987" y="connsiteY1987"/>
                    </a:cxn>
                    <a:cxn ang="0">
                      <a:pos x="connsiteX1988" y="connsiteY1988"/>
                    </a:cxn>
                    <a:cxn ang="0">
                      <a:pos x="connsiteX1989" y="connsiteY1989"/>
                    </a:cxn>
                    <a:cxn ang="0">
                      <a:pos x="connsiteX1990" y="connsiteY1990"/>
                    </a:cxn>
                    <a:cxn ang="0">
                      <a:pos x="connsiteX1991" y="connsiteY1991"/>
                    </a:cxn>
                    <a:cxn ang="0">
                      <a:pos x="connsiteX1992" y="connsiteY1992"/>
                    </a:cxn>
                    <a:cxn ang="0">
                      <a:pos x="connsiteX1993" y="connsiteY1993"/>
                    </a:cxn>
                    <a:cxn ang="0">
                      <a:pos x="connsiteX1994" y="connsiteY1994"/>
                    </a:cxn>
                    <a:cxn ang="0">
                      <a:pos x="connsiteX1995" y="connsiteY1995"/>
                    </a:cxn>
                    <a:cxn ang="0">
                      <a:pos x="connsiteX1996" y="connsiteY1996"/>
                    </a:cxn>
                    <a:cxn ang="0">
                      <a:pos x="connsiteX1997" y="connsiteY1997"/>
                    </a:cxn>
                    <a:cxn ang="0">
                      <a:pos x="connsiteX1998" y="connsiteY1998"/>
                    </a:cxn>
                    <a:cxn ang="0">
                      <a:pos x="connsiteX1999" y="connsiteY1999"/>
                    </a:cxn>
                    <a:cxn ang="0">
                      <a:pos x="connsiteX2000" y="connsiteY2000"/>
                    </a:cxn>
                    <a:cxn ang="0">
                      <a:pos x="connsiteX2001" y="connsiteY2001"/>
                    </a:cxn>
                    <a:cxn ang="0">
                      <a:pos x="connsiteX2002" y="connsiteY2002"/>
                    </a:cxn>
                    <a:cxn ang="0">
                      <a:pos x="connsiteX2003" y="connsiteY2003"/>
                    </a:cxn>
                    <a:cxn ang="0">
                      <a:pos x="connsiteX2004" y="connsiteY2004"/>
                    </a:cxn>
                    <a:cxn ang="0">
                      <a:pos x="connsiteX2005" y="connsiteY2005"/>
                    </a:cxn>
                    <a:cxn ang="0">
                      <a:pos x="connsiteX2006" y="connsiteY2006"/>
                    </a:cxn>
                    <a:cxn ang="0">
                      <a:pos x="connsiteX2007" y="connsiteY2007"/>
                    </a:cxn>
                    <a:cxn ang="0">
                      <a:pos x="connsiteX2008" y="connsiteY2008"/>
                    </a:cxn>
                    <a:cxn ang="0">
                      <a:pos x="connsiteX2009" y="connsiteY2009"/>
                    </a:cxn>
                    <a:cxn ang="0">
                      <a:pos x="connsiteX2010" y="connsiteY2010"/>
                    </a:cxn>
                    <a:cxn ang="0">
                      <a:pos x="connsiteX2011" y="connsiteY2011"/>
                    </a:cxn>
                    <a:cxn ang="0">
                      <a:pos x="connsiteX2012" y="connsiteY2012"/>
                    </a:cxn>
                    <a:cxn ang="0">
                      <a:pos x="connsiteX2013" y="connsiteY2013"/>
                    </a:cxn>
                    <a:cxn ang="0">
                      <a:pos x="connsiteX2014" y="connsiteY2014"/>
                    </a:cxn>
                    <a:cxn ang="0">
                      <a:pos x="connsiteX2015" y="connsiteY2015"/>
                    </a:cxn>
                    <a:cxn ang="0">
                      <a:pos x="connsiteX2016" y="connsiteY2016"/>
                    </a:cxn>
                    <a:cxn ang="0">
                      <a:pos x="connsiteX2017" y="connsiteY2017"/>
                    </a:cxn>
                    <a:cxn ang="0">
                      <a:pos x="connsiteX2018" y="connsiteY2018"/>
                    </a:cxn>
                    <a:cxn ang="0">
                      <a:pos x="connsiteX2019" y="connsiteY2019"/>
                    </a:cxn>
                    <a:cxn ang="0">
                      <a:pos x="connsiteX2020" y="connsiteY2020"/>
                    </a:cxn>
                    <a:cxn ang="0">
                      <a:pos x="connsiteX2021" y="connsiteY2021"/>
                    </a:cxn>
                    <a:cxn ang="0">
                      <a:pos x="connsiteX2022" y="connsiteY2022"/>
                    </a:cxn>
                    <a:cxn ang="0">
                      <a:pos x="connsiteX2023" y="connsiteY2023"/>
                    </a:cxn>
                    <a:cxn ang="0">
                      <a:pos x="connsiteX2024" y="connsiteY2024"/>
                    </a:cxn>
                    <a:cxn ang="0">
                      <a:pos x="connsiteX2025" y="connsiteY2025"/>
                    </a:cxn>
                    <a:cxn ang="0">
                      <a:pos x="connsiteX2026" y="connsiteY2026"/>
                    </a:cxn>
                    <a:cxn ang="0">
                      <a:pos x="connsiteX2027" y="connsiteY2027"/>
                    </a:cxn>
                    <a:cxn ang="0">
                      <a:pos x="connsiteX2028" y="connsiteY2028"/>
                    </a:cxn>
                    <a:cxn ang="0">
                      <a:pos x="connsiteX2029" y="connsiteY2029"/>
                    </a:cxn>
                    <a:cxn ang="0">
                      <a:pos x="connsiteX2030" y="connsiteY2030"/>
                    </a:cxn>
                    <a:cxn ang="0">
                      <a:pos x="connsiteX2031" y="connsiteY2031"/>
                    </a:cxn>
                    <a:cxn ang="0">
                      <a:pos x="connsiteX2032" y="connsiteY2032"/>
                    </a:cxn>
                    <a:cxn ang="0">
                      <a:pos x="connsiteX2033" y="connsiteY2033"/>
                    </a:cxn>
                    <a:cxn ang="0">
                      <a:pos x="connsiteX2034" y="connsiteY2034"/>
                    </a:cxn>
                    <a:cxn ang="0">
                      <a:pos x="connsiteX2035" y="connsiteY2035"/>
                    </a:cxn>
                    <a:cxn ang="0">
                      <a:pos x="connsiteX2036" y="connsiteY2036"/>
                    </a:cxn>
                    <a:cxn ang="0">
                      <a:pos x="connsiteX2037" y="connsiteY2037"/>
                    </a:cxn>
                    <a:cxn ang="0">
                      <a:pos x="connsiteX2038" y="connsiteY2038"/>
                    </a:cxn>
                    <a:cxn ang="0">
                      <a:pos x="connsiteX2039" y="connsiteY2039"/>
                    </a:cxn>
                    <a:cxn ang="0">
                      <a:pos x="connsiteX2040" y="connsiteY2040"/>
                    </a:cxn>
                    <a:cxn ang="0">
                      <a:pos x="connsiteX2041" y="connsiteY2041"/>
                    </a:cxn>
                    <a:cxn ang="0">
                      <a:pos x="connsiteX2042" y="connsiteY2042"/>
                    </a:cxn>
                    <a:cxn ang="0">
                      <a:pos x="connsiteX2043" y="connsiteY2043"/>
                    </a:cxn>
                    <a:cxn ang="0">
                      <a:pos x="connsiteX2044" y="connsiteY2044"/>
                    </a:cxn>
                    <a:cxn ang="0">
                      <a:pos x="connsiteX2045" y="connsiteY2045"/>
                    </a:cxn>
                    <a:cxn ang="0">
                      <a:pos x="connsiteX2046" y="connsiteY2046"/>
                    </a:cxn>
                    <a:cxn ang="0">
                      <a:pos x="connsiteX2047" y="connsiteY2047"/>
                    </a:cxn>
                    <a:cxn ang="0">
                      <a:pos x="connsiteX2048" y="connsiteY2048"/>
                    </a:cxn>
                    <a:cxn ang="0">
                      <a:pos x="connsiteX2049" y="connsiteY2049"/>
                    </a:cxn>
                    <a:cxn ang="0">
                      <a:pos x="connsiteX2050" y="connsiteY2050"/>
                    </a:cxn>
                    <a:cxn ang="0">
                      <a:pos x="connsiteX2051" y="connsiteY2051"/>
                    </a:cxn>
                    <a:cxn ang="0">
                      <a:pos x="connsiteX2052" y="connsiteY2052"/>
                    </a:cxn>
                    <a:cxn ang="0">
                      <a:pos x="connsiteX2053" y="connsiteY2053"/>
                    </a:cxn>
                    <a:cxn ang="0">
                      <a:pos x="connsiteX2054" y="connsiteY2054"/>
                    </a:cxn>
                    <a:cxn ang="0">
                      <a:pos x="connsiteX2055" y="connsiteY2055"/>
                    </a:cxn>
                    <a:cxn ang="0">
                      <a:pos x="connsiteX2056" y="connsiteY2056"/>
                    </a:cxn>
                    <a:cxn ang="0">
                      <a:pos x="connsiteX2057" y="connsiteY2057"/>
                    </a:cxn>
                    <a:cxn ang="0">
                      <a:pos x="connsiteX2058" y="connsiteY2058"/>
                    </a:cxn>
                    <a:cxn ang="0">
                      <a:pos x="connsiteX2059" y="connsiteY2059"/>
                    </a:cxn>
                    <a:cxn ang="0">
                      <a:pos x="connsiteX2060" y="connsiteY2060"/>
                    </a:cxn>
                    <a:cxn ang="0">
                      <a:pos x="connsiteX2061" y="connsiteY2061"/>
                    </a:cxn>
                    <a:cxn ang="0">
                      <a:pos x="connsiteX2062" y="connsiteY2062"/>
                    </a:cxn>
                    <a:cxn ang="0">
                      <a:pos x="connsiteX2063" y="connsiteY2063"/>
                    </a:cxn>
                    <a:cxn ang="0">
                      <a:pos x="connsiteX2064" y="connsiteY2064"/>
                    </a:cxn>
                    <a:cxn ang="0">
                      <a:pos x="connsiteX2065" y="connsiteY2065"/>
                    </a:cxn>
                    <a:cxn ang="0">
                      <a:pos x="connsiteX2066" y="connsiteY2066"/>
                    </a:cxn>
                    <a:cxn ang="0">
                      <a:pos x="connsiteX2067" y="connsiteY2067"/>
                    </a:cxn>
                    <a:cxn ang="0">
                      <a:pos x="connsiteX2068" y="connsiteY2068"/>
                    </a:cxn>
                    <a:cxn ang="0">
                      <a:pos x="connsiteX2069" y="connsiteY2069"/>
                    </a:cxn>
                    <a:cxn ang="0">
                      <a:pos x="connsiteX2070" y="connsiteY2070"/>
                    </a:cxn>
                    <a:cxn ang="0">
                      <a:pos x="connsiteX2071" y="connsiteY2071"/>
                    </a:cxn>
                    <a:cxn ang="0">
                      <a:pos x="connsiteX2072" y="connsiteY2072"/>
                    </a:cxn>
                    <a:cxn ang="0">
                      <a:pos x="connsiteX2073" y="connsiteY2073"/>
                    </a:cxn>
                    <a:cxn ang="0">
                      <a:pos x="connsiteX2074" y="connsiteY2074"/>
                    </a:cxn>
                    <a:cxn ang="0">
                      <a:pos x="connsiteX2075" y="connsiteY2075"/>
                    </a:cxn>
                    <a:cxn ang="0">
                      <a:pos x="connsiteX2076" y="connsiteY2076"/>
                    </a:cxn>
                    <a:cxn ang="0">
                      <a:pos x="connsiteX2077" y="connsiteY2077"/>
                    </a:cxn>
                    <a:cxn ang="0">
                      <a:pos x="connsiteX2078" y="connsiteY2078"/>
                    </a:cxn>
                    <a:cxn ang="0">
                      <a:pos x="connsiteX2079" y="connsiteY2079"/>
                    </a:cxn>
                    <a:cxn ang="0">
                      <a:pos x="connsiteX2080" y="connsiteY2080"/>
                    </a:cxn>
                    <a:cxn ang="0">
                      <a:pos x="connsiteX2081" y="connsiteY2081"/>
                    </a:cxn>
                    <a:cxn ang="0">
                      <a:pos x="connsiteX2082" y="connsiteY2082"/>
                    </a:cxn>
                    <a:cxn ang="0">
                      <a:pos x="connsiteX2083" y="connsiteY2083"/>
                    </a:cxn>
                    <a:cxn ang="0">
                      <a:pos x="connsiteX2084" y="connsiteY2084"/>
                    </a:cxn>
                    <a:cxn ang="0">
                      <a:pos x="connsiteX2085" y="connsiteY2085"/>
                    </a:cxn>
                    <a:cxn ang="0">
                      <a:pos x="connsiteX2086" y="connsiteY2086"/>
                    </a:cxn>
                    <a:cxn ang="0">
                      <a:pos x="connsiteX2087" y="connsiteY2087"/>
                    </a:cxn>
                    <a:cxn ang="0">
                      <a:pos x="connsiteX2088" y="connsiteY2088"/>
                    </a:cxn>
                    <a:cxn ang="0">
                      <a:pos x="connsiteX2089" y="connsiteY2089"/>
                    </a:cxn>
                    <a:cxn ang="0">
                      <a:pos x="connsiteX2090" y="connsiteY2090"/>
                    </a:cxn>
                    <a:cxn ang="0">
                      <a:pos x="connsiteX2091" y="connsiteY2091"/>
                    </a:cxn>
                    <a:cxn ang="0">
                      <a:pos x="connsiteX2092" y="connsiteY2092"/>
                    </a:cxn>
                    <a:cxn ang="0">
                      <a:pos x="connsiteX2093" y="connsiteY2093"/>
                    </a:cxn>
                    <a:cxn ang="0">
                      <a:pos x="connsiteX2094" y="connsiteY2094"/>
                    </a:cxn>
                    <a:cxn ang="0">
                      <a:pos x="connsiteX2095" y="connsiteY2095"/>
                    </a:cxn>
                    <a:cxn ang="0">
                      <a:pos x="connsiteX2096" y="connsiteY2096"/>
                    </a:cxn>
                    <a:cxn ang="0">
                      <a:pos x="connsiteX2097" y="connsiteY2097"/>
                    </a:cxn>
                    <a:cxn ang="0">
                      <a:pos x="connsiteX2098" y="connsiteY2098"/>
                    </a:cxn>
                    <a:cxn ang="0">
                      <a:pos x="connsiteX2099" y="connsiteY2099"/>
                    </a:cxn>
                    <a:cxn ang="0">
                      <a:pos x="connsiteX2100" y="connsiteY2100"/>
                    </a:cxn>
                    <a:cxn ang="0">
                      <a:pos x="connsiteX2101" y="connsiteY2101"/>
                    </a:cxn>
                    <a:cxn ang="0">
                      <a:pos x="connsiteX2102" y="connsiteY2102"/>
                    </a:cxn>
                    <a:cxn ang="0">
                      <a:pos x="connsiteX2103" y="connsiteY2103"/>
                    </a:cxn>
                    <a:cxn ang="0">
                      <a:pos x="connsiteX2104" y="connsiteY2104"/>
                    </a:cxn>
                    <a:cxn ang="0">
                      <a:pos x="connsiteX2105" y="connsiteY2105"/>
                    </a:cxn>
                    <a:cxn ang="0">
                      <a:pos x="connsiteX2106" y="connsiteY2106"/>
                    </a:cxn>
                    <a:cxn ang="0">
                      <a:pos x="connsiteX2107" y="connsiteY2107"/>
                    </a:cxn>
                    <a:cxn ang="0">
                      <a:pos x="connsiteX2108" y="connsiteY2108"/>
                    </a:cxn>
                    <a:cxn ang="0">
                      <a:pos x="connsiteX2109" y="connsiteY2109"/>
                    </a:cxn>
                    <a:cxn ang="0">
                      <a:pos x="connsiteX2110" y="connsiteY2110"/>
                    </a:cxn>
                    <a:cxn ang="0">
                      <a:pos x="connsiteX2111" y="connsiteY2111"/>
                    </a:cxn>
                    <a:cxn ang="0">
                      <a:pos x="connsiteX2112" y="connsiteY2112"/>
                    </a:cxn>
                    <a:cxn ang="0">
                      <a:pos x="connsiteX2113" y="connsiteY2113"/>
                    </a:cxn>
                    <a:cxn ang="0">
                      <a:pos x="connsiteX2114" y="connsiteY2114"/>
                    </a:cxn>
                    <a:cxn ang="0">
                      <a:pos x="connsiteX2115" y="connsiteY2115"/>
                    </a:cxn>
                    <a:cxn ang="0">
                      <a:pos x="connsiteX2116" y="connsiteY2116"/>
                    </a:cxn>
                    <a:cxn ang="0">
                      <a:pos x="connsiteX2117" y="connsiteY2117"/>
                    </a:cxn>
                    <a:cxn ang="0">
                      <a:pos x="connsiteX2118" y="connsiteY2118"/>
                    </a:cxn>
                    <a:cxn ang="0">
                      <a:pos x="connsiteX2119" y="connsiteY2119"/>
                    </a:cxn>
                    <a:cxn ang="0">
                      <a:pos x="connsiteX2120" y="connsiteY2120"/>
                    </a:cxn>
                    <a:cxn ang="0">
                      <a:pos x="connsiteX2121" y="connsiteY2121"/>
                    </a:cxn>
                    <a:cxn ang="0">
                      <a:pos x="connsiteX2122" y="connsiteY2122"/>
                    </a:cxn>
                    <a:cxn ang="0">
                      <a:pos x="connsiteX2123" y="connsiteY2123"/>
                    </a:cxn>
                    <a:cxn ang="0">
                      <a:pos x="connsiteX2124" y="connsiteY2124"/>
                    </a:cxn>
                    <a:cxn ang="0">
                      <a:pos x="connsiteX2125" y="connsiteY2125"/>
                    </a:cxn>
                    <a:cxn ang="0">
                      <a:pos x="connsiteX2126" y="connsiteY2126"/>
                    </a:cxn>
                    <a:cxn ang="0">
                      <a:pos x="connsiteX2127" y="connsiteY2127"/>
                    </a:cxn>
                    <a:cxn ang="0">
                      <a:pos x="connsiteX2128" y="connsiteY2128"/>
                    </a:cxn>
                    <a:cxn ang="0">
                      <a:pos x="connsiteX2129" y="connsiteY2129"/>
                    </a:cxn>
                    <a:cxn ang="0">
                      <a:pos x="connsiteX2130" y="connsiteY2130"/>
                    </a:cxn>
                    <a:cxn ang="0">
                      <a:pos x="connsiteX2131" y="connsiteY2131"/>
                    </a:cxn>
                    <a:cxn ang="0">
                      <a:pos x="connsiteX2132" y="connsiteY2132"/>
                    </a:cxn>
                    <a:cxn ang="0">
                      <a:pos x="connsiteX2133" y="connsiteY2133"/>
                    </a:cxn>
                    <a:cxn ang="0">
                      <a:pos x="connsiteX2134" y="connsiteY2134"/>
                    </a:cxn>
                    <a:cxn ang="0">
                      <a:pos x="connsiteX2135" y="connsiteY2135"/>
                    </a:cxn>
                    <a:cxn ang="0">
                      <a:pos x="connsiteX2136" y="connsiteY2136"/>
                    </a:cxn>
                    <a:cxn ang="0">
                      <a:pos x="connsiteX2137" y="connsiteY2137"/>
                    </a:cxn>
                    <a:cxn ang="0">
                      <a:pos x="connsiteX2138" y="connsiteY2138"/>
                    </a:cxn>
                    <a:cxn ang="0">
                      <a:pos x="connsiteX2139" y="connsiteY2139"/>
                    </a:cxn>
                    <a:cxn ang="0">
                      <a:pos x="connsiteX2140" y="connsiteY2140"/>
                    </a:cxn>
                    <a:cxn ang="0">
                      <a:pos x="connsiteX2141" y="connsiteY2141"/>
                    </a:cxn>
                    <a:cxn ang="0">
                      <a:pos x="connsiteX2142" y="connsiteY2142"/>
                    </a:cxn>
                    <a:cxn ang="0">
                      <a:pos x="connsiteX2143" y="connsiteY2143"/>
                    </a:cxn>
                    <a:cxn ang="0">
                      <a:pos x="connsiteX2144" y="connsiteY2144"/>
                    </a:cxn>
                    <a:cxn ang="0">
                      <a:pos x="connsiteX2145" y="connsiteY2145"/>
                    </a:cxn>
                    <a:cxn ang="0">
                      <a:pos x="connsiteX2146" y="connsiteY2146"/>
                    </a:cxn>
                    <a:cxn ang="0">
                      <a:pos x="connsiteX2147" y="connsiteY2147"/>
                    </a:cxn>
                    <a:cxn ang="0">
                      <a:pos x="connsiteX2148" y="connsiteY2148"/>
                    </a:cxn>
                    <a:cxn ang="0">
                      <a:pos x="connsiteX2149" y="connsiteY2149"/>
                    </a:cxn>
                    <a:cxn ang="0">
                      <a:pos x="connsiteX2150" y="connsiteY2150"/>
                    </a:cxn>
                    <a:cxn ang="0">
                      <a:pos x="connsiteX2151" y="connsiteY2151"/>
                    </a:cxn>
                    <a:cxn ang="0">
                      <a:pos x="connsiteX2152" y="connsiteY2152"/>
                    </a:cxn>
                    <a:cxn ang="0">
                      <a:pos x="connsiteX2153" y="connsiteY2153"/>
                    </a:cxn>
                    <a:cxn ang="0">
                      <a:pos x="connsiteX2154" y="connsiteY2154"/>
                    </a:cxn>
                    <a:cxn ang="0">
                      <a:pos x="connsiteX2155" y="connsiteY2155"/>
                    </a:cxn>
                    <a:cxn ang="0">
                      <a:pos x="connsiteX2156" y="connsiteY2156"/>
                    </a:cxn>
                    <a:cxn ang="0">
                      <a:pos x="connsiteX2157" y="connsiteY2157"/>
                    </a:cxn>
                    <a:cxn ang="0">
                      <a:pos x="connsiteX2158" y="connsiteY2158"/>
                    </a:cxn>
                    <a:cxn ang="0">
                      <a:pos x="connsiteX2159" y="connsiteY2159"/>
                    </a:cxn>
                    <a:cxn ang="0">
                      <a:pos x="connsiteX2160" y="connsiteY2160"/>
                    </a:cxn>
                    <a:cxn ang="0">
                      <a:pos x="connsiteX2161" y="connsiteY2161"/>
                    </a:cxn>
                    <a:cxn ang="0">
                      <a:pos x="connsiteX2162" y="connsiteY2162"/>
                    </a:cxn>
                    <a:cxn ang="0">
                      <a:pos x="connsiteX2163" y="connsiteY2163"/>
                    </a:cxn>
                    <a:cxn ang="0">
                      <a:pos x="connsiteX2164" y="connsiteY2164"/>
                    </a:cxn>
                    <a:cxn ang="0">
                      <a:pos x="connsiteX2165" y="connsiteY2165"/>
                    </a:cxn>
                    <a:cxn ang="0">
                      <a:pos x="connsiteX2166" y="connsiteY2166"/>
                    </a:cxn>
                    <a:cxn ang="0">
                      <a:pos x="connsiteX2167" y="connsiteY2167"/>
                    </a:cxn>
                    <a:cxn ang="0">
                      <a:pos x="connsiteX2168" y="connsiteY2168"/>
                    </a:cxn>
                    <a:cxn ang="0">
                      <a:pos x="connsiteX2169" y="connsiteY2169"/>
                    </a:cxn>
                    <a:cxn ang="0">
                      <a:pos x="connsiteX2170" y="connsiteY2170"/>
                    </a:cxn>
                    <a:cxn ang="0">
                      <a:pos x="connsiteX2171" y="connsiteY2171"/>
                    </a:cxn>
                    <a:cxn ang="0">
                      <a:pos x="connsiteX2172" y="connsiteY2172"/>
                    </a:cxn>
                    <a:cxn ang="0">
                      <a:pos x="connsiteX2173" y="connsiteY2173"/>
                    </a:cxn>
                    <a:cxn ang="0">
                      <a:pos x="connsiteX2174" y="connsiteY2174"/>
                    </a:cxn>
                    <a:cxn ang="0">
                      <a:pos x="connsiteX2175" y="connsiteY2175"/>
                    </a:cxn>
                    <a:cxn ang="0">
                      <a:pos x="connsiteX2176" y="connsiteY2176"/>
                    </a:cxn>
                    <a:cxn ang="0">
                      <a:pos x="connsiteX2177" y="connsiteY2177"/>
                    </a:cxn>
                    <a:cxn ang="0">
                      <a:pos x="connsiteX2178" y="connsiteY2178"/>
                    </a:cxn>
                    <a:cxn ang="0">
                      <a:pos x="connsiteX2179" y="connsiteY2179"/>
                    </a:cxn>
                    <a:cxn ang="0">
                      <a:pos x="connsiteX2180" y="connsiteY2180"/>
                    </a:cxn>
                    <a:cxn ang="0">
                      <a:pos x="connsiteX2181" y="connsiteY2181"/>
                    </a:cxn>
                    <a:cxn ang="0">
                      <a:pos x="connsiteX2182" y="connsiteY2182"/>
                    </a:cxn>
                    <a:cxn ang="0">
                      <a:pos x="connsiteX2183" y="connsiteY2183"/>
                    </a:cxn>
                    <a:cxn ang="0">
                      <a:pos x="connsiteX2184" y="connsiteY2184"/>
                    </a:cxn>
                    <a:cxn ang="0">
                      <a:pos x="connsiteX2185" y="connsiteY2185"/>
                    </a:cxn>
                    <a:cxn ang="0">
                      <a:pos x="connsiteX2186" y="connsiteY2186"/>
                    </a:cxn>
                    <a:cxn ang="0">
                      <a:pos x="connsiteX2187" y="connsiteY2187"/>
                    </a:cxn>
                    <a:cxn ang="0">
                      <a:pos x="connsiteX2188" y="connsiteY2188"/>
                    </a:cxn>
                    <a:cxn ang="0">
                      <a:pos x="connsiteX2189" y="connsiteY2189"/>
                    </a:cxn>
                    <a:cxn ang="0">
                      <a:pos x="connsiteX2190" y="connsiteY2190"/>
                    </a:cxn>
                    <a:cxn ang="0">
                      <a:pos x="connsiteX2191" y="connsiteY2191"/>
                    </a:cxn>
                    <a:cxn ang="0">
                      <a:pos x="connsiteX2192" y="connsiteY2192"/>
                    </a:cxn>
                    <a:cxn ang="0">
                      <a:pos x="connsiteX2193" y="connsiteY2193"/>
                    </a:cxn>
                    <a:cxn ang="0">
                      <a:pos x="connsiteX2194" y="connsiteY2194"/>
                    </a:cxn>
                    <a:cxn ang="0">
                      <a:pos x="connsiteX2195" y="connsiteY2195"/>
                    </a:cxn>
                    <a:cxn ang="0">
                      <a:pos x="connsiteX2196" y="connsiteY2196"/>
                    </a:cxn>
                    <a:cxn ang="0">
                      <a:pos x="connsiteX2197" y="connsiteY2197"/>
                    </a:cxn>
                    <a:cxn ang="0">
                      <a:pos x="connsiteX2198" y="connsiteY2198"/>
                    </a:cxn>
                    <a:cxn ang="0">
                      <a:pos x="connsiteX2199" y="connsiteY2199"/>
                    </a:cxn>
                    <a:cxn ang="0">
                      <a:pos x="connsiteX2200" y="connsiteY2200"/>
                    </a:cxn>
                    <a:cxn ang="0">
                      <a:pos x="connsiteX2201" y="connsiteY2201"/>
                    </a:cxn>
                    <a:cxn ang="0">
                      <a:pos x="connsiteX2202" y="connsiteY2202"/>
                    </a:cxn>
                    <a:cxn ang="0">
                      <a:pos x="connsiteX2203" y="connsiteY2203"/>
                    </a:cxn>
                    <a:cxn ang="0">
                      <a:pos x="connsiteX2204" y="connsiteY2204"/>
                    </a:cxn>
                    <a:cxn ang="0">
                      <a:pos x="connsiteX2205" y="connsiteY2205"/>
                    </a:cxn>
                    <a:cxn ang="0">
                      <a:pos x="connsiteX2206" y="connsiteY2206"/>
                    </a:cxn>
                    <a:cxn ang="0">
                      <a:pos x="connsiteX2207" y="connsiteY2207"/>
                    </a:cxn>
                    <a:cxn ang="0">
                      <a:pos x="connsiteX2208" y="connsiteY2208"/>
                    </a:cxn>
                    <a:cxn ang="0">
                      <a:pos x="connsiteX2209" y="connsiteY2209"/>
                    </a:cxn>
                    <a:cxn ang="0">
                      <a:pos x="connsiteX2210" y="connsiteY2210"/>
                    </a:cxn>
                    <a:cxn ang="0">
                      <a:pos x="connsiteX2211" y="connsiteY2211"/>
                    </a:cxn>
                    <a:cxn ang="0">
                      <a:pos x="connsiteX2212" y="connsiteY2212"/>
                    </a:cxn>
                    <a:cxn ang="0">
                      <a:pos x="connsiteX2213" y="connsiteY2213"/>
                    </a:cxn>
                    <a:cxn ang="0">
                      <a:pos x="connsiteX2214" y="connsiteY2214"/>
                    </a:cxn>
                    <a:cxn ang="0">
                      <a:pos x="connsiteX2215" y="connsiteY2215"/>
                    </a:cxn>
                    <a:cxn ang="0">
                      <a:pos x="connsiteX2216" y="connsiteY2216"/>
                    </a:cxn>
                    <a:cxn ang="0">
                      <a:pos x="connsiteX2217" y="connsiteY2217"/>
                    </a:cxn>
                    <a:cxn ang="0">
                      <a:pos x="connsiteX2218" y="connsiteY2218"/>
                    </a:cxn>
                    <a:cxn ang="0">
                      <a:pos x="connsiteX2219" y="connsiteY2219"/>
                    </a:cxn>
                    <a:cxn ang="0">
                      <a:pos x="connsiteX2220" y="connsiteY2220"/>
                    </a:cxn>
                    <a:cxn ang="0">
                      <a:pos x="connsiteX2221" y="connsiteY2221"/>
                    </a:cxn>
                    <a:cxn ang="0">
                      <a:pos x="connsiteX2222" y="connsiteY2222"/>
                    </a:cxn>
                    <a:cxn ang="0">
                      <a:pos x="connsiteX2223" y="connsiteY2223"/>
                    </a:cxn>
                    <a:cxn ang="0">
                      <a:pos x="connsiteX2224" y="connsiteY2224"/>
                    </a:cxn>
                    <a:cxn ang="0">
                      <a:pos x="connsiteX2225" y="connsiteY2225"/>
                    </a:cxn>
                    <a:cxn ang="0">
                      <a:pos x="connsiteX2226" y="connsiteY2226"/>
                    </a:cxn>
                    <a:cxn ang="0">
                      <a:pos x="connsiteX2227" y="connsiteY2227"/>
                    </a:cxn>
                    <a:cxn ang="0">
                      <a:pos x="connsiteX2228" y="connsiteY2228"/>
                    </a:cxn>
                    <a:cxn ang="0">
                      <a:pos x="connsiteX2229" y="connsiteY2229"/>
                    </a:cxn>
                    <a:cxn ang="0">
                      <a:pos x="connsiteX2230" y="connsiteY2230"/>
                    </a:cxn>
                    <a:cxn ang="0">
                      <a:pos x="connsiteX2231" y="connsiteY2231"/>
                    </a:cxn>
                    <a:cxn ang="0">
                      <a:pos x="connsiteX2232" y="connsiteY2232"/>
                    </a:cxn>
                    <a:cxn ang="0">
                      <a:pos x="connsiteX2233" y="connsiteY2233"/>
                    </a:cxn>
                    <a:cxn ang="0">
                      <a:pos x="connsiteX2234" y="connsiteY2234"/>
                    </a:cxn>
                    <a:cxn ang="0">
                      <a:pos x="connsiteX2235" y="connsiteY2235"/>
                    </a:cxn>
                    <a:cxn ang="0">
                      <a:pos x="connsiteX2236" y="connsiteY2236"/>
                    </a:cxn>
                    <a:cxn ang="0">
                      <a:pos x="connsiteX2237" y="connsiteY2237"/>
                    </a:cxn>
                    <a:cxn ang="0">
                      <a:pos x="connsiteX2238" y="connsiteY2238"/>
                    </a:cxn>
                    <a:cxn ang="0">
                      <a:pos x="connsiteX2239" y="connsiteY2239"/>
                    </a:cxn>
                    <a:cxn ang="0">
                      <a:pos x="connsiteX2240" y="connsiteY2240"/>
                    </a:cxn>
                    <a:cxn ang="0">
                      <a:pos x="connsiteX2241" y="connsiteY2241"/>
                    </a:cxn>
                    <a:cxn ang="0">
                      <a:pos x="connsiteX2242" y="connsiteY2242"/>
                    </a:cxn>
                    <a:cxn ang="0">
                      <a:pos x="connsiteX2243" y="connsiteY2243"/>
                    </a:cxn>
                    <a:cxn ang="0">
                      <a:pos x="connsiteX2244" y="connsiteY2244"/>
                    </a:cxn>
                    <a:cxn ang="0">
                      <a:pos x="connsiteX2245" y="connsiteY2245"/>
                    </a:cxn>
                    <a:cxn ang="0">
                      <a:pos x="connsiteX2246" y="connsiteY2246"/>
                    </a:cxn>
                    <a:cxn ang="0">
                      <a:pos x="connsiteX2247" y="connsiteY2247"/>
                    </a:cxn>
                    <a:cxn ang="0">
                      <a:pos x="connsiteX2248" y="connsiteY2248"/>
                    </a:cxn>
                    <a:cxn ang="0">
                      <a:pos x="connsiteX2249" y="connsiteY2249"/>
                    </a:cxn>
                    <a:cxn ang="0">
                      <a:pos x="connsiteX2250" y="connsiteY2250"/>
                    </a:cxn>
                    <a:cxn ang="0">
                      <a:pos x="connsiteX2251" y="connsiteY2251"/>
                    </a:cxn>
                    <a:cxn ang="0">
                      <a:pos x="connsiteX2252" y="connsiteY2252"/>
                    </a:cxn>
                    <a:cxn ang="0">
                      <a:pos x="connsiteX2253" y="connsiteY2253"/>
                    </a:cxn>
                    <a:cxn ang="0">
                      <a:pos x="connsiteX2254" y="connsiteY2254"/>
                    </a:cxn>
                    <a:cxn ang="0">
                      <a:pos x="connsiteX2255" y="connsiteY2255"/>
                    </a:cxn>
                    <a:cxn ang="0">
                      <a:pos x="connsiteX2256" y="connsiteY2256"/>
                    </a:cxn>
                    <a:cxn ang="0">
                      <a:pos x="connsiteX2257" y="connsiteY2257"/>
                    </a:cxn>
                    <a:cxn ang="0">
                      <a:pos x="connsiteX2258" y="connsiteY2258"/>
                    </a:cxn>
                    <a:cxn ang="0">
                      <a:pos x="connsiteX2259" y="connsiteY2259"/>
                    </a:cxn>
                    <a:cxn ang="0">
                      <a:pos x="connsiteX2260" y="connsiteY2260"/>
                    </a:cxn>
                    <a:cxn ang="0">
                      <a:pos x="connsiteX2261" y="connsiteY2261"/>
                    </a:cxn>
                    <a:cxn ang="0">
                      <a:pos x="connsiteX2262" y="connsiteY2262"/>
                    </a:cxn>
                    <a:cxn ang="0">
                      <a:pos x="connsiteX2263" y="connsiteY2263"/>
                    </a:cxn>
                    <a:cxn ang="0">
                      <a:pos x="connsiteX2264" y="connsiteY2264"/>
                    </a:cxn>
                    <a:cxn ang="0">
                      <a:pos x="connsiteX2265" y="connsiteY2265"/>
                    </a:cxn>
                    <a:cxn ang="0">
                      <a:pos x="connsiteX2266" y="connsiteY2266"/>
                    </a:cxn>
                    <a:cxn ang="0">
                      <a:pos x="connsiteX2267" y="connsiteY2267"/>
                    </a:cxn>
                    <a:cxn ang="0">
                      <a:pos x="connsiteX2268" y="connsiteY2268"/>
                    </a:cxn>
                    <a:cxn ang="0">
                      <a:pos x="connsiteX2269" y="connsiteY2269"/>
                    </a:cxn>
                    <a:cxn ang="0">
                      <a:pos x="connsiteX2270" y="connsiteY2270"/>
                    </a:cxn>
                    <a:cxn ang="0">
                      <a:pos x="connsiteX2271" y="connsiteY2271"/>
                    </a:cxn>
                    <a:cxn ang="0">
                      <a:pos x="connsiteX2272" y="connsiteY2272"/>
                    </a:cxn>
                    <a:cxn ang="0">
                      <a:pos x="connsiteX2273" y="connsiteY2273"/>
                    </a:cxn>
                    <a:cxn ang="0">
                      <a:pos x="connsiteX2274" y="connsiteY2274"/>
                    </a:cxn>
                    <a:cxn ang="0">
                      <a:pos x="connsiteX2275" y="connsiteY2275"/>
                    </a:cxn>
                    <a:cxn ang="0">
                      <a:pos x="connsiteX2276" y="connsiteY2276"/>
                    </a:cxn>
                    <a:cxn ang="0">
                      <a:pos x="connsiteX2277" y="connsiteY2277"/>
                    </a:cxn>
                    <a:cxn ang="0">
                      <a:pos x="connsiteX2278" y="connsiteY2278"/>
                    </a:cxn>
                    <a:cxn ang="0">
                      <a:pos x="connsiteX2279" y="connsiteY2279"/>
                    </a:cxn>
                    <a:cxn ang="0">
                      <a:pos x="connsiteX2280" y="connsiteY2280"/>
                    </a:cxn>
                    <a:cxn ang="0">
                      <a:pos x="connsiteX2281" y="connsiteY2281"/>
                    </a:cxn>
                    <a:cxn ang="0">
                      <a:pos x="connsiteX2282" y="connsiteY2282"/>
                    </a:cxn>
                    <a:cxn ang="0">
                      <a:pos x="connsiteX2283" y="connsiteY2283"/>
                    </a:cxn>
                    <a:cxn ang="0">
                      <a:pos x="connsiteX2284" y="connsiteY2284"/>
                    </a:cxn>
                    <a:cxn ang="0">
                      <a:pos x="connsiteX2285" y="connsiteY2285"/>
                    </a:cxn>
                    <a:cxn ang="0">
                      <a:pos x="connsiteX2286" y="connsiteY2286"/>
                    </a:cxn>
                    <a:cxn ang="0">
                      <a:pos x="connsiteX2287" y="connsiteY2287"/>
                    </a:cxn>
                    <a:cxn ang="0">
                      <a:pos x="connsiteX2288" y="connsiteY2288"/>
                    </a:cxn>
                    <a:cxn ang="0">
                      <a:pos x="connsiteX2289" y="connsiteY2289"/>
                    </a:cxn>
                    <a:cxn ang="0">
                      <a:pos x="connsiteX2290" y="connsiteY2290"/>
                    </a:cxn>
                    <a:cxn ang="0">
                      <a:pos x="connsiteX2291" y="connsiteY2291"/>
                    </a:cxn>
                    <a:cxn ang="0">
                      <a:pos x="connsiteX2292" y="connsiteY2292"/>
                    </a:cxn>
                    <a:cxn ang="0">
                      <a:pos x="connsiteX2293" y="connsiteY2293"/>
                    </a:cxn>
                    <a:cxn ang="0">
                      <a:pos x="connsiteX2294" y="connsiteY2294"/>
                    </a:cxn>
                    <a:cxn ang="0">
                      <a:pos x="connsiteX2295" y="connsiteY2295"/>
                    </a:cxn>
                    <a:cxn ang="0">
                      <a:pos x="connsiteX2296" y="connsiteY2296"/>
                    </a:cxn>
                    <a:cxn ang="0">
                      <a:pos x="connsiteX2297" y="connsiteY2297"/>
                    </a:cxn>
                    <a:cxn ang="0">
                      <a:pos x="connsiteX2298" y="connsiteY2298"/>
                    </a:cxn>
                    <a:cxn ang="0">
                      <a:pos x="connsiteX2299" y="connsiteY2299"/>
                    </a:cxn>
                    <a:cxn ang="0">
                      <a:pos x="connsiteX2300" y="connsiteY2300"/>
                    </a:cxn>
                    <a:cxn ang="0">
                      <a:pos x="connsiteX2301" y="connsiteY2301"/>
                    </a:cxn>
                    <a:cxn ang="0">
                      <a:pos x="connsiteX2302" y="connsiteY2302"/>
                    </a:cxn>
                    <a:cxn ang="0">
                      <a:pos x="connsiteX2303" y="connsiteY2303"/>
                    </a:cxn>
                    <a:cxn ang="0">
                      <a:pos x="connsiteX2304" y="connsiteY2304"/>
                    </a:cxn>
                    <a:cxn ang="0">
                      <a:pos x="connsiteX2305" y="connsiteY2305"/>
                    </a:cxn>
                    <a:cxn ang="0">
                      <a:pos x="connsiteX2306" y="connsiteY2306"/>
                    </a:cxn>
                    <a:cxn ang="0">
                      <a:pos x="connsiteX2307" y="connsiteY2307"/>
                    </a:cxn>
                    <a:cxn ang="0">
                      <a:pos x="connsiteX2308" y="connsiteY2308"/>
                    </a:cxn>
                    <a:cxn ang="0">
                      <a:pos x="connsiteX2309" y="connsiteY2309"/>
                    </a:cxn>
                    <a:cxn ang="0">
                      <a:pos x="connsiteX2310" y="connsiteY2310"/>
                    </a:cxn>
                    <a:cxn ang="0">
                      <a:pos x="connsiteX2311" y="connsiteY2311"/>
                    </a:cxn>
                    <a:cxn ang="0">
                      <a:pos x="connsiteX2312" y="connsiteY2312"/>
                    </a:cxn>
                    <a:cxn ang="0">
                      <a:pos x="connsiteX2313" y="connsiteY2313"/>
                    </a:cxn>
                    <a:cxn ang="0">
                      <a:pos x="connsiteX2314" y="connsiteY2314"/>
                    </a:cxn>
                    <a:cxn ang="0">
                      <a:pos x="connsiteX2315" y="connsiteY2315"/>
                    </a:cxn>
                    <a:cxn ang="0">
                      <a:pos x="connsiteX2316" y="connsiteY2316"/>
                    </a:cxn>
                    <a:cxn ang="0">
                      <a:pos x="connsiteX2317" y="connsiteY2317"/>
                    </a:cxn>
                    <a:cxn ang="0">
                      <a:pos x="connsiteX2318" y="connsiteY2318"/>
                    </a:cxn>
                    <a:cxn ang="0">
                      <a:pos x="connsiteX2319" y="connsiteY2319"/>
                    </a:cxn>
                    <a:cxn ang="0">
                      <a:pos x="connsiteX2320" y="connsiteY2320"/>
                    </a:cxn>
                    <a:cxn ang="0">
                      <a:pos x="connsiteX2321" y="connsiteY2321"/>
                    </a:cxn>
                    <a:cxn ang="0">
                      <a:pos x="connsiteX2322" y="connsiteY2322"/>
                    </a:cxn>
                    <a:cxn ang="0">
                      <a:pos x="connsiteX2323" y="connsiteY2323"/>
                    </a:cxn>
                    <a:cxn ang="0">
                      <a:pos x="connsiteX2324" y="connsiteY2324"/>
                    </a:cxn>
                    <a:cxn ang="0">
                      <a:pos x="connsiteX2325" y="connsiteY2325"/>
                    </a:cxn>
                    <a:cxn ang="0">
                      <a:pos x="connsiteX2326" y="connsiteY2326"/>
                    </a:cxn>
                    <a:cxn ang="0">
                      <a:pos x="connsiteX2327" y="connsiteY2327"/>
                    </a:cxn>
                    <a:cxn ang="0">
                      <a:pos x="connsiteX2328" y="connsiteY2328"/>
                    </a:cxn>
                    <a:cxn ang="0">
                      <a:pos x="connsiteX2329" y="connsiteY2329"/>
                    </a:cxn>
                    <a:cxn ang="0">
                      <a:pos x="connsiteX2330" y="connsiteY2330"/>
                    </a:cxn>
                    <a:cxn ang="0">
                      <a:pos x="connsiteX2331" y="connsiteY2331"/>
                    </a:cxn>
                    <a:cxn ang="0">
                      <a:pos x="connsiteX2332" y="connsiteY2332"/>
                    </a:cxn>
                    <a:cxn ang="0">
                      <a:pos x="connsiteX2333" y="connsiteY2333"/>
                    </a:cxn>
                    <a:cxn ang="0">
                      <a:pos x="connsiteX2334" y="connsiteY2334"/>
                    </a:cxn>
                    <a:cxn ang="0">
                      <a:pos x="connsiteX2335" y="connsiteY2335"/>
                    </a:cxn>
                    <a:cxn ang="0">
                      <a:pos x="connsiteX2336" y="connsiteY2336"/>
                    </a:cxn>
                    <a:cxn ang="0">
                      <a:pos x="connsiteX2337" y="connsiteY2337"/>
                    </a:cxn>
                    <a:cxn ang="0">
                      <a:pos x="connsiteX2338" y="connsiteY2338"/>
                    </a:cxn>
                    <a:cxn ang="0">
                      <a:pos x="connsiteX2339" y="connsiteY2339"/>
                    </a:cxn>
                    <a:cxn ang="0">
                      <a:pos x="connsiteX2340" y="connsiteY2340"/>
                    </a:cxn>
                    <a:cxn ang="0">
                      <a:pos x="connsiteX2341" y="connsiteY2341"/>
                    </a:cxn>
                    <a:cxn ang="0">
                      <a:pos x="connsiteX2342" y="connsiteY2342"/>
                    </a:cxn>
                    <a:cxn ang="0">
                      <a:pos x="connsiteX2343" y="connsiteY2343"/>
                    </a:cxn>
                    <a:cxn ang="0">
                      <a:pos x="connsiteX2344" y="connsiteY2344"/>
                    </a:cxn>
                    <a:cxn ang="0">
                      <a:pos x="connsiteX2345" y="connsiteY2345"/>
                    </a:cxn>
                    <a:cxn ang="0">
                      <a:pos x="connsiteX2346" y="connsiteY2346"/>
                    </a:cxn>
                    <a:cxn ang="0">
                      <a:pos x="connsiteX2347" y="connsiteY2347"/>
                    </a:cxn>
                    <a:cxn ang="0">
                      <a:pos x="connsiteX2348" y="connsiteY2348"/>
                    </a:cxn>
                    <a:cxn ang="0">
                      <a:pos x="connsiteX2349" y="connsiteY2349"/>
                    </a:cxn>
                    <a:cxn ang="0">
                      <a:pos x="connsiteX2350" y="connsiteY2350"/>
                    </a:cxn>
                    <a:cxn ang="0">
                      <a:pos x="connsiteX2351" y="connsiteY2351"/>
                    </a:cxn>
                    <a:cxn ang="0">
                      <a:pos x="connsiteX2352" y="connsiteY2352"/>
                    </a:cxn>
                    <a:cxn ang="0">
                      <a:pos x="connsiteX2353" y="connsiteY2353"/>
                    </a:cxn>
                    <a:cxn ang="0">
                      <a:pos x="connsiteX2354" y="connsiteY2354"/>
                    </a:cxn>
                    <a:cxn ang="0">
                      <a:pos x="connsiteX2355" y="connsiteY2355"/>
                    </a:cxn>
                    <a:cxn ang="0">
                      <a:pos x="connsiteX2356" y="connsiteY2356"/>
                    </a:cxn>
                    <a:cxn ang="0">
                      <a:pos x="connsiteX2357" y="connsiteY2357"/>
                    </a:cxn>
                    <a:cxn ang="0">
                      <a:pos x="connsiteX2358" y="connsiteY2358"/>
                    </a:cxn>
                    <a:cxn ang="0">
                      <a:pos x="connsiteX2359" y="connsiteY2359"/>
                    </a:cxn>
                    <a:cxn ang="0">
                      <a:pos x="connsiteX2360" y="connsiteY2360"/>
                    </a:cxn>
                    <a:cxn ang="0">
                      <a:pos x="connsiteX2361" y="connsiteY2361"/>
                    </a:cxn>
                    <a:cxn ang="0">
                      <a:pos x="connsiteX2362" y="connsiteY2362"/>
                    </a:cxn>
                    <a:cxn ang="0">
                      <a:pos x="connsiteX2363" y="connsiteY2363"/>
                    </a:cxn>
                    <a:cxn ang="0">
                      <a:pos x="connsiteX2364" y="connsiteY2364"/>
                    </a:cxn>
                    <a:cxn ang="0">
                      <a:pos x="connsiteX2365" y="connsiteY2365"/>
                    </a:cxn>
                    <a:cxn ang="0">
                      <a:pos x="connsiteX2366" y="connsiteY2366"/>
                    </a:cxn>
                    <a:cxn ang="0">
                      <a:pos x="connsiteX2367" y="connsiteY2367"/>
                    </a:cxn>
                    <a:cxn ang="0">
                      <a:pos x="connsiteX2368" y="connsiteY2368"/>
                    </a:cxn>
                    <a:cxn ang="0">
                      <a:pos x="connsiteX2369" y="connsiteY2369"/>
                    </a:cxn>
                    <a:cxn ang="0">
                      <a:pos x="connsiteX2370" y="connsiteY2370"/>
                    </a:cxn>
                    <a:cxn ang="0">
                      <a:pos x="connsiteX2371" y="connsiteY2371"/>
                    </a:cxn>
                    <a:cxn ang="0">
                      <a:pos x="connsiteX2372" y="connsiteY2372"/>
                    </a:cxn>
                    <a:cxn ang="0">
                      <a:pos x="connsiteX2373" y="connsiteY2373"/>
                    </a:cxn>
                    <a:cxn ang="0">
                      <a:pos x="connsiteX2374" y="connsiteY2374"/>
                    </a:cxn>
                    <a:cxn ang="0">
                      <a:pos x="connsiteX2375" y="connsiteY2375"/>
                    </a:cxn>
                    <a:cxn ang="0">
                      <a:pos x="connsiteX2376" y="connsiteY2376"/>
                    </a:cxn>
                    <a:cxn ang="0">
                      <a:pos x="connsiteX2377" y="connsiteY2377"/>
                    </a:cxn>
                    <a:cxn ang="0">
                      <a:pos x="connsiteX2378" y="connsiteY2378"/>
                    </a:cxn>
                    <a:cxn ang="0">
                      <a:pos x="connsiteX2379" y="connsiteY2379"/>
                    </a:cxn>
                    <a:cxn ang="0">
                      <a:pos x="connsiteX2380" y="connsiteY2380"/>
                    </a:cxn>
                    <a:cxn ang="0">
                      <a:pos x="connsiteX2381" y="connsiteY2381"/>
                    </a:cxn>
                    <a:cxn ang="0">
                      <a:pos x="connsiteX2382" y="connsiteY2382"/>
                    </a:cxn>
                    <a:cxn ang="0">
                      <a:pos x="connsiteX2383" y="connsiteY2383"/>
                    </a:cxn>
                    <a:cxn ang="0">
                      <a:pos x="connsiteX2384" y="connsiteY2384"/>
                    </a:cxn>
                    <a:cxn ang="0">
                      <a:pos x="connsiteX2385" y="connsiteY2385"/>
                    </a:cxn>
                    <a:cxn ang="0">
                      <a:pos x="connsiteX2386" y="connsiteY2386"/>
                    </a:cxn>
                    <a:cxn ang="0">
                      <a:pos x="connsiteX2387" y="connsiteY2387"/>
                    </a:cxn>
                    <a:cxn ang="0">
                      <a:pos x="connsiteX2388" y="connsiteY2388"/>
                    </a:cxn>
                    <a:cxn ang="0">
                      <a:pos x="connsiteX2389" y="connsiteY2389"/>
                    </a:cxn>
                    <a:cxn ang="0">
                      <a:pos x="connsiteX2390" y="connsiteY2390"/>
                    </a:cxn>
                    <a:cxn ang="0">
                      <a:pos x="connsiteX2391" y="connsiteY2391"/>
                    </a:cxn>
                    <a:cxn ang="0">
                      <a:pos x="connsiteX2392" y="connsiteY2392"/>
                    </a:cxn>
                    <a:cxn ang="0">
                      <a:pos x="connsiteX2393" y="connsiteY2393"/>
                    </a:cxn>
                    <a:cxn ang="0">
                      <a:pos x="connsiteX2394" y="connsiteY2394"/>
                    </a:cxn>
                    <a:cxn ang="0">
                      <a:pos x="connsiteX2395" y="connsiteY2395"/>
                    </a:cxn>
                    <a:cxn ang="0">
                      <a:pos x="connsiteX2396" y="connsiteY2396"/>
                    </a:cxn>
                    <a:cxn ang="0">
                      <a:pos x="connsiteX2397" y="connsiteY2397"/>
                    </a:cxn>
                    <a:cxn ang="0">
                      <a:pos x="connsiteX2398" y="connsiteY2398"/>
                    </a:cxn>
                    <a:cxn ang="0">
                      <a:pos x="connsiteX2399" y="connsiteY2399"/>
                    </a:cxn>
                    <a:cxn ang="0">
                      <a:pos x="connsiteX2400" y="connsiteY2400"/>
                    </a:cxn>
                    <a:cxn ang="0">
                      <a:pos x="connsiteX2401" y="connsiteY2401"/>
                    </a:cxn>
                    <a:cxn ang="0">
                      <a:pos x="connsiteX2402" y="connsiteY2402"/>
                    </a:cxn>
                    <a:cxn ang="0">
                      <a:pos x="connsiteX2403" y="connsiteY2403"/>
                    </a:cxn>
                    <a:cxn ang="0">
                      <a:pos x="connsiteX2404" y="connsiteY2404"/>
                    </a:cxn>
                    <a:cxn ang="0">
                      <a:pos x="connsiteX2405" y="connsiteY2405"/>
                    </a:cxn>
                    <a:cxn ang="0">
                      <a:pos x="connsiteX2406" y="connsiteY2406"/>
                    </a:cxn>
                    <a:cxn ang="0">
                      <a:pos x="connsiteX2407" y="connsiteY2407"/>
                    </a:cxn>
                    <a:cxn ang="0">
                      <a:pos x="connsiteX2408" y="connsiteY2408"/>
                    </a:cxn>
                    <a:cxn ang="0">
                      <a:pos x="connsiteX2409" y="connsiteY2409"/>
                    </a:cxn>
                    <a:cxn ang="0">
                      <a:pos x="connsiteX2410" y="connsiteY2410"/>
                    </a:cxn>
                    <a:cxn ang="0">
                      <a:pos x="connsiteX2411" y="connsiteY2411"/>
                    </a:cxn>
                    <a:cxn ang="0">
                      <a:pos x="connsiteX2412" y="connsiteY2412"/>
                    </a:cxn>
                    <a:cxn ang="0">
                      <a:pos x="connsiteX2413" y="connsiteY2413"/>
                    </a:cxn>
                    <a:cxn ang="0">
                      <a:pos x="connsiteX2414" y="connsiteY2414"/>
                    </a:cxn>
                    <a:cxn ang="0">
                      <a:pos x="connsiteX2415" y="connsiteY2415"/>
                    </a:cxn>
                    <a:cxn ang="0">
                      <a:pos x="connsiteX2416" y="connsiteY2416"/>
                    </a:cxn>
                    <a:cxn ang="0">
                      <a:pos x="connsiteX2417" y="connsiteY2417"/>
                    </a:cxn>
                    <a:cxn ang="0">
                      <a:pos x="connsiteX2418" y="connsiteY2418"/>
                    </a:cxn>
                    <a:cxn ang="0">
                      <a:pos x="connsiteX2419" y="connsiteY2419"/>
                    </a:cxn>
                    <a:cxn ang="0">
                      <a:pos x="connsiteX2420" y="connsiteY2420"/>
                    </a:cxn>
                    <a:cxn ang="0">
                      <a:pos x="connsiteX2421" y="connsiteY2421"/>
                    </a:cxn>
                    <a:cxn ang="0">
                      <a:pos x="connsiteX2422" y="connsiteY2422"/>
                    </a:cxn>
                    <a:cxn ang="0">
                      <a:pos x="connsiteX2423" y="connsiteY2423"/>
                    </a:cxn>
                    <a:cxn ang="0">
                      <a:pos x="connsiteX2424" y="connsiteY2424"/>
                    </a:cxn>
                    <a:cxn ang="0">
                      <a:pos x="connsiteX2425" y="connsiteY2425"/>
                    </a:cxn>
                    <a:cxn ang="0">
                      <a:pos x="connsiteX2426" y="connsiteY2426"/>
                    </a:cxn>
                    <a:cxn ang="0">
                      <a:pos x="connsiteX2427" y="connsiteY2427"/>
                    </a:cxn>
                    <a:cxn ang="0">
                      <a:pos x="connsiteX2428" y="connsiteY2428"/>
                    </a:cxn>
                    <a:cxn ang="0">
                      <a:pos x="connsiteX2429" y="connsiteY2429"/>
                    </a:cxn>
                    <a:cxn ang="0">
                      <a:pos x="connsiteX2430" y="connsiteY2430"/>
                    </a:cxn>
                    <a:cxn ang="0">
                      <a:pos x="connsiteX2431" y="connsiteY2431"/>
                    </a:cxn>
                    <a:cxn ang="0">
                      <a:pos x="connsiteX2432" y="connsiteY2432"/>
                    </a:cxn>
                    <a:cxn ang="0">
                      <a:pos x="connsiteX2433" y="connsiteY2433"/>
                    </a:cxn>
                    <a:cxn ang="0">
                      <a:pos x="connsiteX2434" y="connsiteY2434"/>
                    </a:cxn>
                    <a:cxn ang="0">
                      <a:pos x="connsiteX2435" y="connsiteY2435"/>
                    </a:cxn>
                    <a:cxn ang="0">
                      <a:pos x="connsiteX2436" y="connsiteY2436"/>
                    </a:cxn>
                    <a:cxn ang="0">
                      <a:pos x="connsiteX2437" y="connsiteY2437"/>
                    </a:cxn>
                    <a:cxn ang="0">
                      <a:pos x="connsiteX2438" y="connsiteY2438"/>
                    </a:cxn>
                    <a:cxn ang="0">
                      <a:pos x="connsiteX2439" y="connsiteY2439"/>
                    </a:cxn>
                    <a:cxn ang="0">
                      <a:pos x="connsiteX2440" y="connsiteY2440"/>
                    </a:cxn>
                    <a:cxn ang="0">
                      <a:pos x="connsiteX2441" y="connsiteY2441"/>
                    </a:cxn>
                    <a:cxn ang="0">
                      <a:pos x="connsiteX2442" y="connsiteY2442"/>
                    </a:cxn>
                    <a:cxn ang="0">
                      <a:pos x="connsiteX2443" y="connsiteY2443"/>
                    </a:cxn>
                    <a:cxn ang="0">
                      <a:pos x="connsiteX2444" y="connsiteY2444"/>
                    </a:cxn>
                    <a:cxn ang="0">
                      <a:pos x="connsiteX2445" y="connsiteY2445"/>
                    </a:cxn>
                    <a:cxn ang="0">
                      <a:pos x="connsiteX2446" y="connsiteY2446"/>
                    </a:cxn>
                    <a:cxn ang="0">
                      <a:pos x="connsiteX2447" y="connsiteY2447"/>
                    </a:cxn>
                    <a:cxn ang="0">
                      <a:pos x="connsiteX2448" y="connsiteY2448"/>
                    </a:cxn>
                    <a:cxn ang="0">
                      <a:pos x="connsiteX2449" y="connsiteY2449"/>
                    </a:cxn>
                    <a:cxn ang="0">
                      <a:pos x="connsiteX2450" y="connsiteY2450"/>
                    </a:cxn>
                    <a:cxn ang="0">
                      <a:pos x="connsiteX2451" y="connsiteY2451"/>
                    </a:cxn>
                    <a:cxn ang="0">
                      <a:pos x="connsiteX2452" y="connsiteY2452"/>
                    </a:cxn>
                    <a:cxn ang="0">
                      <a:pos x="connsiteX2453" y="connsiteY2453"/>
                    </a:cxn>
                    <a:cxn ang="0">
                      <a:pos x="connsiteX2454" y="connsiteY2454"/>
                    </a:cxn>
                    <a:cxn ang="0">
                      <a:pos x="connsiteX2455" y="connsiteY2455"/>
                    </a:cxn>
                    <a:cxn ang="0">
                      <a:pos x="connsiteX2456" y="connsiteY2456"/>
                    </a:cxn>
                    <a:cxn ang="0">
                      <a:pos x="connsiteX2457" y="connsiteY2457"/>
                    </a:cxn>
                    <a:cxn ang="0">
                      <a:pos x="connsiteX2458" y="connsiteY2458"/>
                    </a:cxn>
                    <a:cxn ang="0">
                      <a:pos x="connsiteX2459" y="connsiteY2459"/>
                    </a:cxn>
                    <a:cxn ang="0">
                      <a:pos x="connsiteX2460" y="connsiteY2460"/>
                    </a:cxn>
                    <a:cxn ang="0">
                      <a:pos x="connsiteX2461" y="connsiteY2461"/>
                    </a:cxn>
                    <a:cxn ang="0">
                      <a:pos x="connsiteX2462" y="connsiteY2462"/>
                    </a:cxn>
                    <a:cxn ang="0">
                      <a:pos x="connsiteX2463" y="connsiteY2463"/>
                    </a:cxn>
                    <a:cxn ang="0">
                      <a:pos x="connsiteX2464" y="connsiteY2464"/>
                    </a:cxn>
                    <a:cxn ang="0">
                      <a:pos x="connsiteX2465" y="connsiteY2465"/>
                    </a:cxn>
                    <a:cxn ang="0">
                      <a:pos x="connsiteX2466" y="connsiteY2466"/>
                    </a:cxn>
                    <a:cxn ang="0">
                      <a:pos x="connsiteX2467" y="connsiteY2467"/>
                    </a:cxn>
                    <a:cxn ang="0">
                      <a:pos x="connsiteX2468" y="connsiteY2468"/>
                    </a:cxn>
                    <a:cxn ang="0">
                      <a:pos x="connsiteX2469" y="connsiteY2469"/>
                    </a:cxn>
                    <a:cxn ang="0">
                      <a:pos x="connsiteX2470" y="connsiteY2470"/>
                    </a:cxn>
                    <a:cxn ang="0">
                      <a:pos x="connsiteX2471" y="connsiteY2471"/>
                    </a:cxn>
                    <a:cxn ang="0">
                      <a:pos x="connsiteX2472" y="connsiteY2472"/>
                    </a:cxn>
                    <a:cxn ang="0">
                      <a:pos x="connsiteX2473" y="connsiteY2473"/>
                    </a:cxn>
                    <a:cxn ang="0">
                      <a:pos x="connsiteX2474" y="connsiteY2474"/>
                    </a:cxn>
                    <a:cxn ang="0">
                      <a:pos x="connsiteX2475" y="connsiteY2475"/>
                    </a:cxn>
                    <a:cxn ang="0">
                      <a:pos x="connsiteX2476" y="connsiteY2476"/>
                    </a:cxn>
                    <a:cxn ang="0">
                      <a:pos x="connsiteX2477" y="connsiteY2477"/>
                    </a:cxn>
                    <a:cxn ang="0">
                      <a:pos x="connsiteX2478" y="connsiteY2478"/>
                    </a:cxn>
                    <a:cxn ang="0">
                      <a:pos x="connsiteX2479" y="connsiteY2479"/>
                    </a:cxn>
                    <a:cxn ang="0">
                      <a:pos x="connsiteX2480" y="connsiteY2480"/>
                    </a:cxn>
                    <a:cxn ang="0">
                      <a:pos x="connsiteX2481" y="connsiteY2481"/>
                    </a:cxn>
                    <a:cxn ang="0">
                      <a:pos x="connsiteX2482" y="connsiteY2482"/>
                    </a:cxn>
                    <a:cxn ang="0">
                      <a:pos x="connsiteX2483" y="connsiteY2483"/>
                    </a:cxn>
                    <a:cxn ang="0">
                      <a:pos x="connsiteX2484" y="connsiteY2484"/>
                    </a:cxn>
                    <a:cxn ang="0">
                      <a:pos x="connsiteX2485" y="connsiteY2485"/>
                    </a:cxn>
                    <a:cxn ang="0">
                      <a:pos x="connsiteX2486" y="connsiteY2486"/>
                    </a:cxn>
                    <a:cxn ang="0">
                      <a:pos x="connsiteX2487" y="connsiteY2487"/>
                    </a:cxn>
                    <a:cxn ang="0">
                      <a:pos x="connsiteX2488" y="connsiteY2488"/>
                    </a:cxn>
                    <a:cxn ang="0">
                      <a:pos x="connsiteX2489" y="connsiteY2489"/>
                    </a:cxn>
                    <a:cxn ang="0">
                      <a:pos x="connsiteX2490" y="connsiteY2490"/>
                    </a:cxn>
                    <a:cxn ang="0">
                      <a:pos x="connsiteX2491" y="connsiteY2491"/>
                    </a:cxn>
                    <a:cxn ang="0">
                      <a:pos x="connsiteX2492" y="connsiteY2492"/>
                    </a:cxn>
                    <a:cxn ang="0">
                      <a:pos x="connsiteX2493" y="connsiteY2493"/>
                    </a:cxn>
                    <a:cxn ang="0">
                      <a:pos x="connsiteX2494" y="connsiteY2494"/>
                    </a:cxn>
                    <a:cxn ang="0">
                      <a:pos x="connsiteX2495" y="connsiteY2495"/>
                    </a:cxn>
                    <a:cxn ang="0">
                      <a:pos x="connsiteX2496" y="connsiteY2496"/>
                    </a:cxn>
                    <a:cxn ang="0">
                      <a:pos x="connsiteX2497" y="connsiteY2497"/>
                    </a:cxn>
                    <a:cxn ang="0">
                      <a:pos x="connsiteX2498" y="connsiteY2498"/>
                    </a:cxn>
                    <a:cxn ang="0">
                      <a:pos x="connsiteX2499" y="connsiteY2499"/>
                    </a:cxn>
                    <a:cxn ang="0">
                      <a:pos x="connsiteX2500" y="connsiteY2500"/>
                    </a:cxn>
                    <a:cxn ang="0">
                      <a:pos x="connsiteX2501" y="connsiteY2501"/>
                    </a:cxn>
                    <a:cxn ang="0">
                      <a:pos x="connsiteX2502" y="connsiteY2502"/>
                    </a:cxn>
                    <a:cxn ang="0">
                      <a:pos x="connsiteX2503" y="connsiteY2503"/>
                    </a:cxn>
                    <a:cxn ang="0">
                      <a:pos x="connsiteX2504" y="connsiteY2504"/>
                    </a:cxn>
                    <a:cxn ang="0">
                      <a:pos x="connsiteX2505" y="connsiteY2505"/>
                    </a:cxn>
                    <a:cxn ang="0">
                      <a:pos x="connsiteX2506" y="connsiteY2506"/>
                    </a:cxn>
                    <a:cxn ang="0">
                      <a:pos x="connsiteX2507" y="connsiteY2507"/>
                    </a:cxn>
                    <a:cxn ang="0">
                      <a:pos x="connsiteX2508" y="connsiteY2508"/>
                    </a:cxn>
                    <a:cxn ang="0">
                      <a:pos x="connsiteX2509" y="connsiteY2509"/>
                    </a:cxn>
                    <a:cxn ang="0">
                      <a:pos x="connsiteX2510" y="connsiteY2510"/>
                    </a:cxn>
                    <a:cxn ang="0">
                      <a:pos x="connsiteX2511" y="connsiteY2511"/>
                    </a:cxn>
                    <a:cxn ang="0">
                      <a:pos x="connsiteX2512" y="connsiteY2512"/>
                    </a:cxn>
                    <a:cxn ang="0">
                      <a:pos x="connsiteX2513" y="connsiteY2513"/>
                    </a:cxn>
                    <a:cxn ang="0">
                      <a:pos x="connsiteX2514" y="connsiteY2514"/>
                    </a:cxn>
                    <a:cxn ang="0">
                      <a:pos x="connsiteX2515" y="connsiteY2515"/>
                    </a:cxn>
                    <a:cxn ang="0">
                      <a:pos x="connsiteX2516" y="connsiteY2516"/>
                    </a:cxn>
                    <a:cxn ang="0">
                      <a:pos x="connsiteX2517" y="connsiteY2517"/>
                    </a:cxn>
                    <a:cxn ang="0">
                      <a:pos x="connsiteX2518" y="connsiteY2518"/>
                    </a:cxn>
                    <a:cxn ang="0">
                      <a:pos x="connsiteX2519" y="connsiteY2519"/>
                    </a:cxn>
                    <a:cxn ang="0">
                      <a:pos x="connsiteX2520" y="connsiteY2520"/>
                    </a:cxn>
                    <a:cxn ang="0">
                      <a:pos x="connsiteX2521" y="connsiteY2521"/>
                    </a:cxn>
                    <a:cxn ang="0">
                      <a:pos x="connsiteX2522" y="connsiteY2522"/>
                    </a:cxn>
                    <a:cxn ang="0">
                      <a:pos x="connsiteX2523" y="connsiteY2523"/>
                    </a:cxn>
                    <a:cxn ang="0">
                      <a:pos x="connsiteX2524" y="connsiteY2524"/>
                    </a:cxn>
                    <a:cxn ang="0">
                      <a:pos x="connsiteX2525" y="connsiteY2525"/>
                    </a:cxn>
                    <a:cxn ang="0">
                      <a:pos x="connsiteX2526" y="connsiteY2526"/>
                    </a:cxn>
                    <a:cxn ang="0">
                      <a:pos x="connsiteX2527" y="connsiteY2527"/>
                    </a:cxn>
                    <a:cxn ang="0">
                      <a:pos x="connsiteX2528" y="connsiteY2528"/>
                    </a:cxn>
                    <a:cxn ang="0">
                      <a:pos x="connsiteX2529" y="connsiteY2529"/>
                    </a:cxn>
                    <a:cxn ang="0">
                      <a:pos x="connsiteX2530" y="connsiteY2530"/>
                    </a:cxn>
                    <a:cxn ang="0">
                      <a:pos x="connsiteX2531" y="connsiteY2531"/>
                    </a:cxn>
                    <a:cxn ang="0">
                      <a:pos x="connsiteX2532" y="connsiteY2532"/>
                    </a:cxn>
                    <a:cxn ang="0">
                      <a:pos x="connsiteX2533" y="connsiteY2533"/>
                    </a:cxn>
                    <a:cxn ang="0">
                      <a:pos x="connsiteX2534" y="connsiteY2534"/>
                    </a:cxn>
                    <a:cxn ang="0">
                      <a:pos x="connsiteX2535" y="connsiteY2535"/>
                    </a:cxn>
                    <a:cxn ang="0">
                      <a:pos x="connsiteX2536" y="connsiteY2536"/>
                    </a:cxn>
                    <a:cxn ang="0">
                      <a:pos x="connsiteX2537" y="connsiteY2537"/>
                    </a:cxn>
                    <a:cxn ang="0">
                      <a:pos x="connsiteX2538" y="connsiteY2538"/>
                    </a:cxn>
                    <a:cxn ang="0">
                      <a:pos x="connsiteX2539" y="connsiteY2539"/>
                    </a:cxn>
                    <a:cxn ang="0">
                      <a:pos x="connsiteX2540" y="connsiteY2540"/>
                    </a:cxn>
                    <a:cxn ang="0">
                      <a:pos x="connsiteX2541" y="connsiteY2541"/>
                    </a:cxn>
                    <a:cxn ang="0">
                      <a:pos x="connsiteX2542" y="connsiteY2542"/>
                    </a:cxn>
                    <a:cxn ang="0">
                      <a:pos x="connsiteX2543" y="connsiteY2543"/>
                    </a:cxn>
                    <a:cxn ang="0">
                      <a:pos x="connsiteX2544" y="connsiteY2544"/>
                    </a:cxn>
                    <a:cxn ang="0">
                      <a:pos x="connsiteX2545" y="connsiteY2545"/>
                    </a:cxn>
                    <a:cxn ang="0">
                      <a:pos x="connsiteX2546" y="connsiteY2546"/>
                    </a:cxn>
                    <a:cxn ang="0">
                      <a:pos x="connsiteX2547" y="connsiteY2547"/>
                    </a:cxn>
                    <a:cxn ang="0">
                      <a:pos x="connsiteX2548" y="connsiteY2548"/>
                    </a:cxn>
                    <a:cxn ang="0">
                      <a:pos x="connsiteX2549" y="connsiteY2549"/>
                    </a:cxn>
                    <a:cxn ang="0">
                      <a:pos x="connsiteX2550" y="connsiteY2550"/>
                    </a:cxn>
                    <a:cxn ang="0">
                      <a:pos x="connsiteX2551" y="connsiteY2551"/>
                    </a:cxn>
                    <a:cxn ang="0">
                      <a:pos x="connsiteX2552" y="connsiteY2552"/>
                    </a:cxn>
                    <a:cxn ang="0">
                      <a:pos x="connsiteX2553" y="connsiteY2553"/>
                    </a:cxn>
                    <a:cxn ang="0">
                      <a:pos x="connsiteX2554" y="connsiteY2554"/>
                    </a:cxn>
                    <a:cxn ang="0">
                      <a:pos x="connsiteX2555" y="connsiteY2555"/>
                    </a:cxn>
                    <a:cxn ang="0">
                      <a:pos x="connsiteX2556" y="connsiteY2556"/>
                    </a:cxn>
                    <a:cxn ang="0">
                      <a:pos x="connsiteX2557" y="connsiteY2557"/>
                    </a:cxn>
                    <a:cxn ang="0">
                      <a:pos x="connsiteX2558" y="connsiteY2558"/>
                    </a:cxn>
                    <a:cxn ang="0">
                      <a:pos x="connsiteX2559" y="connsiteY2559"/>
                    </a:cxn>
                    <a:cxn ang="0">
                      <a:pos x="connsiteX2560" y="connsiteY2560"/>
                    </a:cxn>
                    <a:cxn ang="0">
                      <a:pos x="connsiteX2561" y="connsiteY2561"/>
                    </a:cxn>
                    <a:cxn ang="0">
                      <a:pos x="connsiteX2562" y="connsiteY2562"/>
                    </a:cxn>
                    <a:cxn ang="0">
                      <a:pos x="connsiteX2563" y="connsiteY2563"/>
                    </a:cxn>
                    <a:cxn ang="0">
                      <a:pos x="connsiteX2564" y="connsiteY2564"/>
                    </a:cxn>
                    <a:cxn ang="0">
                      <a:pos x="connsiteX2565" y="connsiteY2565"/>
                    </a:cxn>
                    <a:cxn ang="0">
                      <a:pos x="connsiteX2566" y="connsiteY2566"/>
                    </a:cxn>
                    <a:cxn ang="0">
                      <a:pos x="connsiteX2567" y="connsiteY2567"/>
                    </a:cxn>
                    <a:cxn ang="0">
                      <a:pos x="connsiteX2568" y="connsiteY2568"/>
                    </a:cxn>
                    <a:cxn ang="0">
                      <a:pos x="connsiteX2569" y="connsiteY2569"/>
                    </a:cxn>
                    <a:cxn ang="0">
                      <a:pos x="connsiteX2570" y="connsiteY2570"/>
                    </a:cxn>
                    <a:cxn ang="0">
                      <a:pos x="connsiteX2571" y="connsiteY2571"/>
                    </a:cxn>
                    <a:cxn ang="0">
                      <a:pos x="connsiteX2572" y="connsiteY2572"/>
                    </a:cxn>
                    <a:cxn ang="0">
                      <a:pos x="connsiteX2573" y="connsiteY2573"/>
                    </a:cxn>
                    <a:cxn ang="0">
                      <a:pos x="connsiteX2574" y="connsiteY2574"/>
                    </a:cxn>
                    <a:cxn ang="0">
                      <a:pos x="connsiteX2575" y="connsiteY2575"/>
                    </a:cxn>
                    <a:cxn ang="0">
                      <a:pos x="connsiteX2576" y="connsiteY2576"/>
                    </a:cxn>
                    <a:cxn ang="0">
                      <a:pos x="connsiteX2577" y="connsiteY2577"/>
                    </a:cxn>
                    <a:cxn ang="0">
                      <a:pos x="connsiteX2578" y="connsiteY2578"/>
                    </a:cxn>
                    <a:cxn ang="0">
                      <a:pos x="connsiteX2579" y="connsiteY2579"/>
                    </a:cxn>
                    <a:cxn ang="0">
                      <a:pos x="connsiteX2580" y="connsiteY2580"/>
                    </a:cxn>
                    <a:cxn ang="0">
                      <a:pos x="connsiteX2581" y="connsiteY2581"/>
                    </a:cxn>
                    <a:cxn ang="0">
                      <a:pos x="connsiteX2582" y="connsiteY2582"/>
                    </a:cxn>
                    <a:cxn ang="0">
                      <a:pos x="connsiteX2583" y="connsiteY2583"/>
                    </a:cxn>
                    <a:cxn ang="0">
                      <a:pos x="connsiteX2584" y="connsiteY2584"/>
                    </a:cxn>
                    <a:cxn ang="0">
                      <a:pos x="connsiteX2585" y="connsiteY2585"/>
                    </a:cxn>
                    <a:cxn ang="0">
                      <a:pos x="connsiteX2586" y="connsiteY2586"/>
                    </a:cxn>
                    <a:cxn ang="0">
                      <a:pos x="connsiteX2587" y="connsiteY2587"/>
                    </a:cxn>
                    <a:cxn ang="0">
                      <a:pos x="connsiteX2588" y="connsiteY2588"/>
                    </a:cxn>
                    <a:cxn ang="0">
                      <a:pos x="connsiteX2589" y="connsiteY2589"/>
                    </a:cxn>
                    <a:cxn ang="0">
                      <a:pos x="connsiteX2590" y="connsiteY2590"/>
                    </a:cxn>
                    <a:cxn ang="0">
                      <a:pos x="connsiteX2591" y="connsiteY2591"/>
                    </a:cxn>
                    <a:cxn ang="0">
                      <a:pos x="connsiteX2592" y="connsiteY2592"/>
                    </a:cxn>
                    <a:cxn ang="0">
                      <a:pos x="connsiteX2593" y="connsiteY2593"/>
                    </a:cxn>
                    <a:cxn ang="0">
                      <a:pos x="connsiteX2594" y="connsiteY2594"/>
                    </a:cxn>
                    <a:cxn ang="0">
                      <a:pos x="connsiteX2595" y="connsiteY2595"/>
                    </a:cxn>
                    <a:cxn ang="0">
                      <a:pos x="connsiteX2596" y="connsiteY2596"/>
                    </a:cxn>
                    <a:cxn ang="0">
                      <a:pos x="connsiteX2597" y="connsiteY2597"/>
                    </a:cxn>
                    <a:cxn ang="0">
                      <a:pos x="connsiteX2598" y="connsiteY2598"/>
                    </a:cxn>
                    <a:cxn ang="0">
                      <a:pos x="connsiteX2599" y="connsiteY2599"/>
                    </a:cxn>
                    <a:cxn ang="0">
                      <a:pos x="connsiteX2600" y="connsiteY2600"/>
                    </a:cxn>
                    <a:cxn ang="0">
                      <a:pos x="connsiteX2601" y="connsiteY2601"/>
                    </a:cxn>
                    <a:cxn ang="0">
                      <a:pos x="connsiteX2602" y="connsiteY2602"/>
                    </a:cxn>
                    <a:cxn ang="0">
                      <a:pos x="connsiteX2603" y="connsiteY2603"/>
                    </a:cxn>
                    <a:cxn ang="0">
                      <a:pos x="connsiteX2604" y="connsiteY2604"/>
                    </a:cxn>
                    <a:cxn ang="0">
                      <a:pos x="connsiteX2605" y="connsiteY2605"/>
                    </a:cxn>
                    <a:cxn ang="0">
                      <a:pos x="connsiteX2606" y="connsiteY2606"/>
                    </a:cxn>
                    <a:cxn ang="0">
                      <a:pos x="connsiteX2607" y="connsiteY2607"/>
                    </a:cxn>
                    <a:cxn ang="0">
                      <a:pos x="connsiteX2608" y="connsiteY2608"/>
                    </a:cxn>
                    <a:cxn ang="0">
                      <a:pos x="connsiteX2609" y="connsiteY2609"/>
                    </a:cxn>
                    <a:cxn ang="0">
                      <a:pos x="connsiteX2610" y="connsiteY2610"/>
                    </a:cxn>
                    <a:cxn ang="0">
                      <a:pos x="connsiteX2611" y="connsiteY2611"/>
                    </a:cxn>
                    <a:cxn ang="0">
                      <a:pos x="connsiteX2612" y="connsiteY2612"/>
                    </a:cxn>
                    <a:cxn ang="0">
                      <a:pos x="connsiteX2613" y="connsiteY2613"/>
                    </a:cxn>
                    <a:cxn ang="0">
                      <a:pos x="connsiteX2614" y="connsiteY2614"/>
                    </a:cxn>
                    <a:cxn ang="0">
                      <a:pos x="connsiteX2615" y="connsiteY2615"/>
                    </a:cxn>
                    <a:cxn ang="0">
                      <a:pos x="connsiteX2616" y="connsiteY2616"/>
                    </a:cxn>
                    <a:cxn ang="0">
                      <a:pos x="connsiteX2617" y="connsiteY2617"/>
                    </a:cxn>
                    <a:cxn ang="0">
                      <a:pos x="connsiteX2618" y="connsiteY2618"/>
                    </a:cxn>
                    <a:cxn ang="0">
                      <a:pos x="connsiteX2619" y="connsiteY2619"/>
                    </a:cxn>
                    <a:cxn ang="0">
                      <a:pos x="connsiteX2620" y="connsiteY2620"/>
                    </a:cxn>
                    <a:cxn ang="0">
                      <a:pos x="connsiteX2621" y="connsiteY2621"/>
                    </a:cxn>
                    <a:cxn ang="0">
                      <a:pos x="connsiteX2622" y="connsiteY2622"/>
                    </a:cxn>
                    <a:cxn ang="0">
                      <a:pos x="connsiteX2623" y="connsiteY2623"/>
                    </a:cxn>
                    <a:cxn ang="0">
                      <a:pos x="connsiteX2624" y="connsiteY2624"/>
                    </a:cxn>
                    <a:cxn ang="0">
                      <a:pos x="connsiteX2625" y="connsiteY2625"/>
                    </a:cxn>
                    <a:cxn ang="0">
                      <a:pos x="connsiteX2626" y="connsiteY2626"/>
                    </a:cxn>
                    <a:cxn ang="0">
                      <a:pos x="connsiteX2627" y="connsiteY2627"/>
                    </a:cxn>
                    <a:cxn ang="0">
                      <a:pos x="connsiteX2628" y="connsiteY2628"/>
                    </a:cxn>
                    <a:cxn ang="0">
                      <a:pos x="connsiteX2629" y="connsiteY2629"/>
                    </a:cxn>
                    <a:cxn ang="0">
                      <a:pos x="connsiteX2630" y="connsiteY2630"/>
                    </a:cxn>
                    <a:cxn ang="0">
                      <a:pos x="connsiteX2631" y="connsiteY2631"/>
                    </a:cxn>
                    <a:cxn ang="0">
                      <a:pos x="connsiteX2632" y="connsiteY2632"/>
                    </a:cxn>
                    <a:cxn ang="0">
                      <a:pos x="connsiteX2633" y="connsiteY2633"/>
                    </a:cxn>
                    <a:cxn ang="0">
                      <a:pos x="connsiteX2634" y="connsiteY2634"/>
                    </a:cxn>
                    <a:cxn ang="0">
                      <a:pos x="connsiteX2635" y="connsiteY2635"/>
                    </a:cxn>
                    <a:cxn ang="0">
                      <a:pos x="connsiteX2636" y="connsiteY2636"/>
                    </a:cxn>
                    <a:cxn ang="0">
                      <a:pos x="connsiteX2637" y="connsiteY2637"/>
                    </a:cxn>
                    <a:cxn ang="0">
                      <a:pos x="connsiteX2638" y="connsiteY2638"/>
                    </a:cxn>
                    <a:cxn ang="0">
                      <a:pos x="connsiteX2639" y="connsiteY2639"/>
                    </a:cxn>
                    <a:cxn ang="0">
                      <a:pos x="connsiteX2640" y="connsiteY2640"/>
                    </a:cxn>
                    <a:cxn ang="0">
                      <a:pos x="connsiteX2641" y="connsiteY2641"/>
                    </a:cxn>
                    <a:cxn ang="0">
                      <a:pos x="connsiteX2642" y="connsiteY2642"/>
                    </a:cxn>
                    <a:cxn ang="0">
                      <a:pos x="connsiteX2643" y="connsiteY2643"/>
                    </a:cxn>
                    <a:cxn ang="0">
                      <a:pos x="connsiteX2644" y="connsiteY2644"/>
                    </a:cxn>
                    <a:cxn ang="0">
                      <a:pos x="connsiteX2645" y="connsiteY2645"/>
                    </a:cxn>
                    <a:cxn ang="0">
                      <a:pos x="connsiteX2646" y="connsiteY2646"/>
                    </a:cxn>
                    <a:cxn ang="0">
                      <a:pos x="connsiteX2647" y="connsiteY2647"/>
                    </a:cxn>
                    <a:cxn ang="0">
                      <a:pos x="connsiteX2648" y="connsiteY2648"/>
                    </a:cxn>
                    <a:cxn ang="0">
                      <a:pos x="connsiteX2649" y="connsiteY2649"/>
                    </a:cxn>
                    <a:cxn ang="0">
                      <a:pos x="connsiteX2650" y="connsiteY2650"/>
                    </a:cxn>
                    <a:cxn ang="0">
                      <a:pos x="connsiteX2651" y="connsiteY2651"/>
                    </a:cxn>
                    <a:cxn ang="0">
                      <a:pos x="connsiteX2652" y="connsiteY2652"/>
                    </a:cxn>
                    <a:cxn ang="0">
                      <a:pos x="connsiteX2653" y="connsiteY2653"/>
                    </a:cxn>
                    <a:cxn ang="0">
                      <a:pos x="connsiteX2654" y="connsiteY2654"/>
                    </a:cxn>
                    <a:cxn ang="0">
                      <a:pos x="connsiteX2655" y="connsiteY2655"/>
                    </a:cxn>
                    <a:cxn ang="0">
                      <a:pos x="connsiteX2656" y="connsiteY2656"/>
                    </a:cxn>
                    <a:cxn ang="0">
                      <a:pos x="connsiteX2657" y="connsiteY2657"/>
                    </a:cxn>
                    <a:cxn ang="0">
                      <a:pos x="connsiteX2658" y="connsiteY2658"/>
                    </a:cxn>
                    <a:cxn ang="0">
                      <a:pos x="connsiteX2659" y="connsiteY2659"/>
                    </a:cxn>
                    <a:cxn ang="0">
                      <a:pos x="connsiteX2660" y="connsiteY2660"/>
                    </a:cxn>
                    <a:cxn ang="0">
                      <a:pos x="connsiteX2661" y="connsiteY2661"/>
                    </a:cxn>
                    <a:cxn ang="0">
                      <a:pos x="connsiteX2662" y="connsiteY2662"/>
                    </a:cxn>
                    <a:cxn ang="0">
                      <a:pos x="connsiteX2663" y="connsiteY2663"/>
                    </a:cxn>
                    <a:cxn ang="0">
                      <a:pos x="connsiteX2664" y="connsiteY2664"/>
                    </a:cxn>
                    <a:cxn ang="0">
                      <a:pos x="connsiteX2665" y="connsiteY2665"/>
                    </a:cxn>
                    <a:cxn ang="0">
                      <a:pos x="connsiteX2666" y="connsiteY2666"/>
                    </a:cxn>
                    <a:cxn ang="0">
                      <a:pos x="connsiteX2667" y="connsiteY2667"/>
                    </a:cxn>
                    <a:cxn ang="0">
                      <a:pos x="connsiteX2668" y="connsiteY2668"/>
                    </a:cxn>
                    <a:cxn ang="0">
                      <a:pos x="connsiteX2669" y="connsiteY2669"/>
                    </a:cxn>
                    <a:cxn ang="0">
                      <a:pos x="connsiteX2670" y="connsiteY2670"/>
                    </a:cxn>
                    <a:cxn ang="0">
                      <a:pos x="connsiteX2671" y="connsiteY2671"/>
                    </a:cxn>
                    <a:cxn ang="0">
                      <a:pos x="connsiteX2672" y="connsiteY2672"/>
                    </a:cxn>
                    <a:cxn ang="0">
                      <a:pos x="connsiteX2673" y="connsiteY2673"/>
                    </a:cxn>
                    <a:cxn ang="0">
                      <a:pos x="connsiteX2674" y="connsiteY2674"/>
                    </a:cxn>
                    <a:cxn ang="0">
                      <a:pos x="connsiteX2675" y="connsiteY2675"/>
                    </a:cxn>
                    <a:cxn ang="0">
                      <a:pos x="connsiteX2676" y="connsiteY2676"/>
                    </a:cxn>
                    <a:cxn ang="0">
                      <a:pos x="connsiteX2677" y="connsiteY2677"/>
                    </a:cxn>
                    <a:cxn ang="0">
                      <a:pos x="connsiteX2678" y="connsiteY2678"/>
                    </a:cxn>
                    <a:cxn ang="0">
                      <a:pos x="connsiteX2679" y="connsiteY2679"/>
                    </a:cxn>
                    <a:cxn ang="0">
                      <a:pos x="connsiteX2680" y="connsiteY2680"/>
                    </a:cxn>
                    <a:cxn ang="0">
                      <a:pos x="connsiteX2681" y="connsiteY2681"/>
                    </a:cxn>
                    <a:cxn ang="0">
                      <a:pos x="connsiteX2682" y="connsiteY2682"/>
                    </a:cxn>
                    <a:cxn ang="0">
                      <a:pos x="connsiteX2683" y="connsiteY2683"/>
                    </a:cxn>
                    <a:cxn ang="0">
                      <a:pos x="connsiteX2684" y="connsiteY2684"/>
                    </a:cxn>
                    <a:cxn ang="0">
                      <a:pos x="connsiteX2685" y="connsiteY2685"/>
                    </a:cxn>
                    <a:cxn ang="0">
                      <a:pos x="connsiteX2686" y="connsiteY2686"/>
                    </a:cxn>
                    <a:cxn ang="0">
                      <a:pos x="connsiteX2687" y="connsiteY2687"/>
                    </a:cxn>
                    <a:cxn ang="0">
                      <a:pos x="connsiteX2688" y="connsiteY2688"/>
                    </a:cxn>
                    <a:cxn ang="0">
                      <a:pos x="connsiteX2689" y="connsiteY2689"/>
                    </a:cxn>
                    <a:cxn ang="0">
                      <a:pos x="connsiteX2690" y="connsiteY2690"/>
                    </a:cxn>
                    <a:cxn ang="0">
                      <a:pos x="connsiteX2691" y="connsiteY2691"/>
                    </a:cxn>
                    <a:cxn ang="0">
                      <a:pos x="connsiteX2692" y="connsiteY2692"/>
                    </a:cxn>
                    <a:cxn ang="0">
                      <a:pos x="connsiteX2693" y="connsiteY2693"/>
                    </a:cxn>
                    <a:cxn ang="0">
                      <a:pos x="connsiteX2694" y="connsiteY2694"/>
                    </a:cxn>
                    <a:cxn ang="0">
                      <a:pos x="connsiteX2695" y="connsiteY2695"/>
                    </a:cxn>
                    <a:cxn ang="0">
                      <a:pos x="connsiteX2696" y="connsiteY2696"/>
                    </a:cxn>
                    <a:cxn ang="0">
                      <a:pos x="connsiteX2697" y="connsiteY2697"/>
                    </a:cxn>
                    <a:cxn ang="0">
                      <a:pos x="connsiteX2698" y="connsiteY2698"/>
                    </a:cxn>
                    <a:cxn ang="0">
                      <a:pos x="connsiteX2699" y="connsiteY2699"/>
                    </a:cxn>
                    <a:cxn ang="0">
                      <a:pos x="connsiteX2700" y="connsiteY2700"/>
                    </a:cxn>
                    <a:cxn ang="0">
                      <a:pos x="connsiteX2701" y="connsiteY2701"/>
                    </a:cxn>
                    <a:cxn ang="0">
                      <a:pos x="connsiteX2702" y="connsiteY2702"/>
                    </a:cxn>
                    <a:cxn ang="0">
                      <a:pos x="connsiteX2703" y="connsiteY2703"/>
                    </a:cxn>
                    <a:cxn ang="0">
                      <a:pos x="connsiteX2704" y="connsiteY2704"/>
                    </a:cxn>
                    <a:cxn ang="0">
                      <a:pos x="connsiteX2705" y="connsiteY2705"/>
                    </a:cxn>
                    <a:cxn ang="0">
                      <a:pos x="connsiteX2706" y="connsiteY2706"/>
                    </a:cxn>
                    <a:cxn ang="0">
                      <a:pos x="connsiteX2707" y="connsiteY2707"/>
                    </a:cxn>
                    <a:cxn ang="0">
                      <a:pos x="connsiteX2708" y="connsiteY2708"/>
                    </a:cxn>
                    <a:cxn ang="0">
                      <a:pos x="connsiteX2709" y="connsiteY2709"/>
                    </a:cxn>
                    <a:cxn ang="0">
                      <a:pos x="connsiteX2710" y="connsiteY2710"/>
                    </a:cxn>
                    <a:cxn ang="0">
                      <a:pos x="connsiteX2711" y="connsiteY2711"/>
                    </a:cxn>
                    <a:cxn ang="0">
                      <a:pos x="connsiteX2712" y="connsiteY2712"/>
                    </a:cxn>
                    <a:cxn ang="0">
                      <a:pos x="connsiteX2713" y="connsiteY2713"/>
                    </a:cxn>
                    <a:cxn ang="0">
                      <a:pos x="connsiteX2714" y="connsiteY2714"/>
                    </a:cxn>
                    <a:cxn ang="0">
                      <a:pos x="connsiteX2715" y="connsiteY2715"/>
                    </a:cxn>
                    <a:cxn ang="0">
                      <a:pos x="connsiteX2716" y="connsiteY2716"/>
                    </a:cxn>
                    <a:cxn ang="0">
                      <a:pos x="connsiteX2717" y="connsiteY2717"/>
                    </a:cxn>
                    <a:cxn ang="0">
                      <a:pos x="connsiteX2718" y="connsiteY2718"/>
                    </a:cxn>
                    <a:cxn ang="0">
                      <a:pos x="connsiteX2719" y="connsiteY2719"/>
                    </a:cxn>
                    <a:cxn ang="0">
                      <a:pos x="connsiteX2720" y="connsiteY2720"/>
                    </a:cxn>
                    <a:cxn ang="0">
                      <a:pos x="connsiteX2721" y="connsiteY2721"/>
                    </a:cxn>
                    <a:cxn ang="0">
                      <a:pos x="connsiteX2722" y="connsiteY2722"/>
                    </a:cxn>
                    <a:cxn ang="0">
                      <a:pos x="connsiteX2723" y="connsiteY2723"/>
                    </a:cxn>
                    <a:cxn ang="0">
                      <a:pos x="connsiteX2724" y="connsiteY2724"/>
                    </a:cxn>
                    <a:cxn ang="0">
                      <a:pos x="connsiteX2725" y="connsiteY2725"/>
                    </a:cxn>
                    <a:cxn ang="0">
                      <a:pos x="connsiteX2726" y="connsiteY2726"/>
                    </a:cxn>
                    <a:cxn ang="0">
                      <a:pos x="connsiteX2727" y="connsiteY2727"/>
                    </a:cxn>
                    <a:cxn ang="0">
                      <a:pos x="connsiteX2728" y="connsiteY2728"/>
                    </a:cxn>
                    <a:cxn ang="0">
                      <a:pos x="connsiteX2729" y="connsiteY2729"/>
                    </a:cxn>
                    <a:cxn ang="0">
                      <a:pos x="connsiteX2730" y="connsiteY2730"/>
                    </a:cxn>
                    <a:cxn ang="0">
                      <a:pos x="connsiteX2731" y="connsiteY2731"/>
                    </a:cxn>
                    <a:cxn ang="0">
                      <a:pos x="connsiteX2732" y="connsiteY2732"/>
                    </a:cxn>
                    <a:cxn ang="0">
                      <a:pos x="connsiteX2733" y="connsiteY2733"/>
                    </a:cxn>
                    <a:cxn ang="0">
                      <a:pos x="connsiteX2734" y="connsiteY2734"/>
                    </a:cxn>
                    <a:cxn ang="0">
                      <a:pos x="connsiteX2735" y="connsiteY2735"/>
                    </a:cxn>
                    <a:cxn ang="0">
                      <a:pos x="connsiteX2736" y="connsiteY2736"/>
                    </a:cxn>
                    <a:cxn ang="0">
                      <a:pos x="connsiteX2737" y="connsiteY2737"/>
                    </a:cxn>
                    <a:cxn ang="0">
                      <a:pos x="connsiteX2738" y="connsiteY2738"/>
                    </a:cxn>
                    <a:cxn ang="0">
                      <a:pos x="connsiteX2739" y="connsiteY2739"/>
                    </a:cxn>
                    <a:cxn ang="0">
                      <a:pos x="connsiteX2740" y="connsiteY2740"/>
                    </a:cxn>
                    <a:cxn ang="0">
                      <a:pos x="connsiteX2741" y="connsiteY2741"/>
                    </a:cxn>
                    <a:cxn ang="0">
                      <a:pos x="connsiteX2742" y="connsiteY2742"/>
                    </a:cxn>
                    <a:cxn ang="0">
                      <a:pos x="connsiteX2743" y="connsiteY2743"/>
                    </a:cxn>
                    <a:cxn ang="0">
                      <a:pos x="connsiteX2744" y="connsiteY2744"/>
                    </a:cxn>
                    <a:cxn ang="0">
                      <a:pos x="connsiteX2745" y="connsiteY2745"/>
                    </a:cxn>
                    <a:cxn ang="0">
                      <a:pos x="connsiteX2746" y="connsiteY2746"/>
                    </a:cxn>
                    <a:cxn ang="0">
                      <a:pos x="connsiteX2747" y="connsiteY2747"/>
                    </a:cxn>
                    <a:cxn ang="0">
                      <a:pos x="connsiteX2748" y="connsiteY2748"/>
                    </a:cxn>
                    <a:cxn ang="0">
                      <a:pos x="connsiteX2749" y="connsiteY2749"/>
                    </a:cxn>
                    <a:cxn ang="0">
                      <a:pos x="connsiteX2750" y="connsiteY2750"/>
                    </a:cxn>
                    <a:cxn ang="0">
                      <a:pos x="connsiteX2751" y="connsiteY2751"/>
                    </a:cxn>
                    <a:cxn ang="0">
                      <a:pos x="connsiteX2752" y="connsiteY2752"/>
                    </a:cxn>
                    <a:cxn ang="0">
                      <a:pos x="connsiteX2753" y="connsiteY2753"/>
                    </a:cxn>
                    <a:cxn ang="0">
                      <a:pos x="connsiteX2754" y="connsiteY2754"/>
                    </a:cxn>
                    <a:cxn ang="0">
                      <a:pos x="connsiteX2755" y="connsiteY2755"/>
                    </a:cxn>
                    <a:cxn ang="0">
                      <a:pos x="connsiteX2756" y="connsiteY2756"/>
                    </a:cxn>
                    <a:cxn ang="0">
                      <a:pos x="connsiteX2757" y="connsiteY2757"/>
                    </a:cxn>
                    <a:cxn ang="0">
                      <a:pos x="connsiteX2758" y="connsiteY2758"/>
                    </a:cxn>
                    <a:cxn ang="0">
                      <a:pos x="connsiteX2759" y="connsiteY2759"/>
                    </a:cxn>
                    <a:cxn ang="0">
                      <a:pos x="connsiteX2760" y="connsiteY2760"/>
                    </a:cxn>
                    <a:cxn ang="0">
                      <a:pos x="connsiteX2761" y="connsiteY2761"/>
                    </a:cxn>
                    <a:cxn ang="0">
                      <a:pos x="connsiteX2762" y="connsiteY2762"/>
                    </a:cxn>
                    <a:cxn ang="0">
                      <a:pos x="connsiteX2763" y="connsiteY2763"/>
                    </a:cxn>
                    <a:cxn ang="0">
                      <a:pos x="connsiteX2764" y="connsiteY2764"/>
                    </a:cxn>
                    <a:cxn ang="0">
                      <a:pos x="connsiteX2765" y="connsiteY2765"/>
                    </a:cxn>
                    <a:cxn ang="0">
                      <a:pos x="connsiteX2766" y="connsiteY2766"/>
                    </a:cxn>
                    <a:cxn ang="0">
                      <a:pos x="connsiteX2767" y="connsiteY2767"/>
                    </a:cxn>
                    <a:cxn ang="0">
                      <a:pos x="connsiteX2768" y="connsiteY2768"/>
                    </a:cxn>
                    <a:cxn ang="0">
                      <a:pos x="connsiteX2769" y="connsiteY2769"/>
                    </a:cxn>
                    <a:cxn ang="0">
                      <a:pos x="connsiteX2770" y="connsiteY2770"/>
                    </a:cxn>
                    <a:cxn ang="0">
                      <a:pos x="connsiteX2771" y="connsiteY2771"/>
                    </a:cxn>
                    <a:cxn ang="0">
                      <a:pos x="connsiteX2772" y="connsiteY2772"/>
                    </a:cxn>
                    <a:cxn ang="0">
                      <a:pos x="connsiteX2773" y="connsiteY2773"/>
                    </a:cxn>
                    <a:cxn ang="0">
                      <a:pos x="connsiteX2774" y="connsiteY2774"/>
                    </a:cxn>
                    <a:cxn ang="0">
                      <a:pos x="connsiteX2775" y="connsiteY2775"/>
                    </a:cxn>
                    <a:cxn ang="0">
                      <a:pos x="connsiteX2776" y="connsiteY2776"/>
                    </a:cxn>
                    <a:cxn ang="0">
                      <a:pos x="connsiteX2777" y="connsiteY2777"/>
                    </a:cxn>
                    <a:cxn ang="0">
                      <a:pos x="connsiteX2778" y="connsiteY2778"/>
                    </a:cxn>
                    <a:cxn ang="0">
                      <a:pos x="connsiteX2779" y="connsiteY2779"/>
                    </a:cxn>
                    <a:cxn ang="0">
                      <a:pos x="connsiteX2780" y="connsiteY2780"/>
                    </a:cxn>
                    <a:cxn ang="0">
                      <a:pos x="connsiteX2781" y="connsiteY2781"/>
                    </a:cxn>
                    <a:cxn ang="0">
                      <a:pos x="connsiteX2782" y="connsiteY2782"/>
                    </a:cxn>
                    <a:cxn ang="0">
                      <a:pos x="connsiteX2783" y="connsiteY2783"/>
                    </a:cxn>
                    <a:cxn ang="0">
                      <a:pos x="connsiteX2784" y="connsiteY2784"/>
                    </a:cxn>
                    <a:cxn ang="0">
                      <a:pos x="connsiteX2785" y="connsiteY2785"/>
                    </a:cxn>
                    <a:cxn ang="0">
                      <a:pos x="connsiteX2786" y="connsiteY2786"/>
                    </a:cxn>
                    <a:cxn ang="0">
                      <a:pos x="connsiteX2787" y="connsiteY2787"/>
                    </a:cxn>
                    <a:cxn ang="0">
                      <a:pos x="connsiteX2788" y="connsiteY2788"/>
                    </a:cxn>
                    <a:cxn ang="0">
                      <a:pos x="connsiteX2789" y="connsiteY2789"/>
                    </a:cxn>
                    <a:cxn ang="0">
                      <a:pos x="connsiteX2790" y="connsiteY2790"/>
                    </a:cxn>
                    <a:cxn ang="0">
                      <a:pos x="connsiteX2791" y="connsiteY2791"/>
                    </a:cxn>
                    <a:cxn ang="0">
                      <a:pos x="connsiteX2792" y="connsiteY2792"/>
                    </a:cxn>
                    <a:cxn ang="0">
                      <a:pos x="connsiteX2793" y="connsiteY2793"/>
                    </a:cxn>
                    <a:cxn ang="0">
                      <a:pos x="connsiteX2794" y="connsiteY2794"/>
                    </a:cxn>
                    <a:cxn ang="0">
                      <a:pos x="connsiteX2795" y="connsiteY2795"/>
                    </a:cxn>
                    <a:cxn ang="0">
                      <a:pos x="connsiteX2796" y="connsiteY2796"/>
                    </a:cxn>
                    <a:cxn ang="0">
                      <a:pos x="connsiteX2797" y="connsiteY2797"/>
                    </a:cxn>
                    <a:cxn ang="0">
                      <a:pos x="connsiteX2798" y="connsiteY2798"/>
                    </a:cxn>
                    <a:cxn ang="0">
                      <a:pos x="connsiteX2799" y="connsiteY2799"/>
                    </a:cxn>
                    <a:cxn ang="0">
                      <a:pos x="connsiteX2800" y="connsiteY2800"/>
                    </a:cxn>
                    <a:cxn ang="0">
                      <a:pos x="connsiteX2801" y="connsiteY2801"/>
                    </a:cxn>
                    <a:cxn ang="0">
                      <a:pos x="connsiteX2802" y="connsiteY2802"/>
                    </a:cxn>
                    <a:cxn ang="0">
                      <a:pos x="connsiteX2803" y="connsiteY2803"/>
                    </a:cxn>
                    <a:cxn ang="0">
                      <a:pos x="connsiteX2804" y="connsiteY2804"/>
                    </a:cxn>
                    <a:cxn ang="0">
                      <a:pos x="connsiteX2805" y="connsiteY2805"/>
                    </a:cxn>
                    <a:cxn ang="0">
                      <a:pos x="connsiteX2806" y="connsiteY2806"/>
                    </a:cxn>
                    <a:cxn ang="0">
                      <a:pos x="connsiteX2807" y="connsiteY2807"/>
                    </a:cxn>
                    <a:cxn ang="0">
                      <a:pos x="connsiteX2808" y="connsiteY2808"/>
                    </a:cxn>
                    <a:cxn ang="0">
                      <a:pos x="connsiteX2809" y="connsiteY2809"/>
                    </a:cxn>
                    <a:cxn ang="0">
                      <a:pos x="connsiteX2810" y="connsiteY2810"/>
                    </a:cxn>
                    <a:cxn ang="0">
                      <a:pos x="connsiteX2811" y="connsiteY2811"/>
                    </a:cxn>
                    <a:cxn ang="0">
                      <a:pos x="connsiteX2812" y="connsiteY2812"/>
                    </a:cxn>
                    <a:cxn ang="0">
                      <a:pos x="connsiteX2813" y="connsiteY2813"/>
                    </a:cxn>
                    <a:cxn ang="0">
                      <a:pos x="connsiteX2814" y="connsiteY2814"/>
                    </a:cxn>
                    <a:cxn ang="0">
                      <a:pos x="connsiteX2815" y="connsiteY2815"/>
                    </a:cxn>
                    <a:cxn ang="0">
                      <a:pos x="connsiteX2816" y="connsiteY2816"/>
                    </a:cxn>
                    <a:cxn ang="0">
                      <a:pos x="connsiteX2817" y="connsiteY2817"/>
                    </a:cxn>
                    <a:cxn ang="0">
                      <a:pos x="connsiteX2818" y="connsiteY2818"/>
                    </a:cxn>
                    <a:cxn ang="0">
                      <a:pos x="connsiteX2819" y="connsiteY2819"/>
                    </a:cxn>
                    <a:cxn ang="0">
                      <a:pos x="connsiteX2820" y="connsiteY2820"/>
                    </a:cxn>
                    <a:cxn ang="0">
                      <a:pos x="connsiteX2821" y="connsiteY2821"/>
                    </a:cxn>
                    <a:cxn ang="0">
                      <a:pos x="connsiteX2822" y="connsiteY2822"/>
                    </a:cxn>
                    <a:cxn ang="0">
                      <a:pos x="connsiteX2823" y="connsiteY2823"/>
                    </a:cxn>
                    <a:cxn ang="0">
                      <a:pos x="connsiteX2824" y="connsiteY2824"/>
                    </a:cxn>
                    <a:cxn ang="0">
                      <a:pos x="connsiteX2825" y="connsiteY2825"/>
                    </a:cxn>
                    <a:cxn ang="0">
                      <a:pos x="connsiteX2826" y="connsiteY2826"/>
                    </a:cxn>
                    <a:cxn ang="0">
                      <a:pos x="connsiteX2827" y="connsiteY2827"/>
                    </a:cxn>
                    <a:cxn ang="0">
                      <a:pos x="connsiteX2828" y="connsiteY2828"/>
                    </a:cxn>
                    <a:cxn ang="0">
                      <a:pos x="connsiteX2829" y="connsiteY2829"/>
                    </a:cxn>
                    <a:cxn ang="0">
                      <a:pos x="connsiteX2830" y="connsiteY2830"/>
                    </a:cxn>
                    <a:cxn ang="0">
                      <a:pos x="connsiteX2831" y="connsiteY2831"/>
                    </a:cxn>
                    <a:cxn ang="0">
                      <a:pos x="connsiteX2832" y="connsiteY2832"/>
                    </a:cxn>
                    <a:cxn ang="0">
                      <a:pos x="connsiteX2833" y="connsiteY2833"/>
                    </a:cxn>
                    <a:cxn ang="0">
                      <a:pos x="connsiteX2834" y="connsiteY2834"/>
                    </a:cxn>
                    <a:cxn ang="0">
                      <a:pos x="connsiteX2835" y="connsiteY2835"/>
                    </a:cxn>
                    <a:cxn ang="0">
                      <a:pos x="connsiteX2836" y="connsiteY2836"/>
                    </a:cxn>
                    <a:cxn ang="0">
                      <a:pos x="connsiteX2837" y="connsiteY2837"/>
                    </a:cxn>
                    <a:cxn ang="0">
                      <a:pos x="connsiteX2838" y="connsiteY2838"/>
                    </a:cxn>
                    <a:cxn ang="0">
                      <a:pos x="connsiteX2839" y="connsiteY2839"/>
                    </a:cxn>
                    <a:cxn ang="0">
                      <a:pos x="connsiteX2840" y="connsiteY2840"/>
                    </a:cxn>
                    <a:cxn ang="0">
                      <a:pos x="connsiteX2841" y="connsiteY2841"/>
                    </a:cxn>
                    <a:cxn ang="0">
                      <a:pos x="connsiteX2842" y="connsiteY2842"/>
                    </a:cxn>
                    <a:cxn ang="0">
                      <a:pos x="connsiteX2843" y="connsiteY2843"/>
                    </a:cxn>
                    <a:cxn ang="0">
                      <a:pos x="connsiteX2844" y="connsiteY2844"/>
                    </a:cxn>
                    <a:cxn ang="0">
                      <a:pos x="connsiteX2845" y="connsiteY2845"/>
                    </a:cxn>
                    <a:cxn ang="0">
                      <a:pos x="connsiteX2846" y="connsiteY2846"/>
                    </a:cxn>
                    <a:cxn ang="0">
                      <a:pos x="connsiteX2847" y="connsiteY2847"/>
                    </a:cxn>
                    <a:cxn ang="0">
                      <a:pos x="connsiteX2848" y="connsiteY2848"/>
                    </a:cxn>
                    <a:cxn ang="0">
                      <a:pos x="connsiteX2849" y="connsiteY2849"/>
                    </a:cxn>
                    <a:cxn ang="0">
                      <a:pos x="connsiteX2850" y="connsiteY2850"/>
                    </a:cxn>
                    <a:cxn ang="0">
                      <a:pos x="connsiteX2851" y="connsiteY2851"/>
                    </a:cxn>
                    <a:cxn ang="0">
                      <a:pos x="connsiteX2852" y="connsiteY2852"/>
                    </a:cxn>
                    <a:cxn ang="0">
                      <a:pos x="connsiteX2853" y="connsiteY2853"/>
                    </a:cxn>
                    <a:cxn ang="0">
                      <a:pos x="connsiteX2854" y="connsiteY2854"/>
                    </a:cxn>
                    <a:cxn ang="0">
                      <a:pos x="connsiteX2855" y="connsiteY2855"/>
                    </a:cxn>
                    <a:cxn ang="0">
                      <a:pos x="connsiteX2856" y="connsiteY2856"/>
                    </a:cxn>
                    <a:cxn ang="0">
                      <a:pos x="connsiteX2857" y="connsiteY2857"/>
                    </a:cxn>
                    <a:cxn ang="0">
                      <a:pos x="connsiteX2858" y="connsiteY2858"/>
                    </a:cxn>
                    <a:cxn ang="0">
                      <a:pos x="connsiteX2859" y="connsiteY2859"/>
                    </a:cxn>
                    <a:cxn ang="0">
                      <a:pos x="connsiteX2860" y="connsiteY2860"/>
                    </a:cxn>
                    <a:cxn ang="0">
                      <a:pos x="connsiteX2861" y="connsiteY2861"/>
                    </a:cxn>
                    <a:cxn ang="0">
                      <a:pos x="connsiteX2862" y="connsiteY2862"/>
                    </a:cxn>
                    <a:cxn ang="0">
                      <a:pos x="connsiteX2863" y="connsiteY2863"/>
                    </a:cxn>
                    <a:cxn ang="0">
                      <a:pos x="connsiteX2864" y="connsiteY2864"/>
                    </a:cxn>
                    <a:cxn ang="0">
                      <a:pos x="connsiteX2865" y="connsiteY2865"/>
                    </a:cxn>
                    <a:cxn ang="0">
                      <a:pos x="connsiteX2866" y="connsiteY2866"/>
                    </a:cxn>
                    <a:cxn ang="0">
                      <a:pos x="connsiteX2867" y="connsiteY2867"/>
                    </a:cxn>
                    <a:cxn ang="0">
                      <a:pos x="connsiteX2868" y="connsiteY2868"/>
                    </a:cxn>
                    <a:cxn ang="0">
                      <a:pos x="connsiteX2869" y="connsiteY2869"/>
                    </a:cxn>
                    <a:cxn ang="0">
                      <a:pos x="connsiteX2870" y="connsiteY2870"/>
                    </a:cxn>
                    <a:cxn ang="0">
                      <a:pos x="connsiteX2871" y="connsiteY2871"/>
                    </a:cxn>
                    <a:cxn ang="0">
                      <a:pos x="connsiteX2872" y="connsiteY2872"/>
                    </a:cxn>
                    <a:cxn ang="0">
                      <a:pos x="connsiteX2873" y="connsiteY2873"/>
                    </a:cxn>
                    <a:cxn ang="0">
                      <a:pos x="connsiteX2874" y="connsiteY2874"/>
                    </a:cxn>
                    <a:cxn ang="0">
                      <a:pos x="connsiteX2875" y="connsiteY2875"/>
                    </a:cxn>
                    <a:cxn ang="0">
                      <a:pos x="connsiteX2876" y="connsiteY2876"/>
                    </a:cxn>
                    <a:cxn ang="0">
                      <a:pos x="connsiteX2877" y="connsiteY2877"/>
                    </a:cxn>
                    <a:cxn ang="0">
                      <a:pos x="connsiteX2878" y="connsiteY2878"/>
                    </a:cxn>
                    <a:cxn ang="0">
                      <a:pos x="connsiteX2879" y="connsiteY2879"/>
                    </a:cxn>
                    <a:cxn ang="0">
                      <a:pos x="connsiteX2880" y="connsiteY2880"/>
                    </a:cxn>
                    <a:cxn ang="0">
                      <a:pos x="connsiteX2881" y="connsiteY2881"/>
                    </a:cxn>
                    <a:cxn ang="0">
                      <a:pos x="connsiteX2882" y="connsiteY2882"/>
                    </a:cxn>
                    <a:cxn ang="0">
                      <a:pos x="connsiteX2883" y="connsiteY2883"/>
                    </a:cxn>
                    <a:cxn ang="0">
                      <a:pos x="connsiteX2884" y="connsiteY2884"/>
                    </a:cxn>
                    <a:cxn ang="0">
                      <a:pos x="connsiteX2885" y="connsiteY2885"/>
                    </a:cxn>
                    <a:cxn ang="0">
                      <a:pos x="connsiteX2886" y="connsiteY2886"/>
                    </a:cxn>
                    <a:cxn ang="0">
                      <a:pos x="connsiteX2887" y="connsiteY2887"/>
                    </a:cxn>
                    <a:cxn ang="0">
                      <a:pos x="connsiteX2888" y="connsiteY2888"/>
                    </a:cxn>
                    <a:cxn ang="0">
                      <a:pos x="connsiteX2889" y="connsiteY2889"/>
                    </a:cxn>
                    <a:cxn ang="0">
                      <a:pos x="connsiteX2890" y="connsiteY2890"/>
                    </a:cxn>
                    <a:cxn ang="0">
                      <a:pos x="connsiteX2891" y="connsiteY2891"/>
                    </a:cxn>
                    <a:cxn ang="0">
                      <a:pos x="connsiteX2892" y="connsiteY2892"/>
                    </a:cxn>
                    <a:cxn ang="0">
                      <a:pos x="connsiteX2893" y="connsiteY2893"/>
                    </a:cxn>
                    <a:cxn ang="0">
                      <a:pos x="connsiteX2894" y="connsiteY2894"/>
                    </a:cxn>
                    <a:cxn ang="0">
                      <a:pos x="connsiteX2895" y="connsiteY2895"/>
                    </a:cxn>
                    <a:cxn ang="0">
                      <a:pos x="connsiteX2896" y="connsiteY2896"/>
                    </a:cxn>
                    <a:cxn ang="0">
                      <a:pos x="connsiteX2897" y="connsiteY2897"/>
                    </a:cxn>
                    <a:cxn ang="0">
                      <a:pos x="connsiteX2898" y="connsiteY2898"/>
                    </a:cxn>
                    <a:cxn ang="0">
                      <a:pos x="connsiteX2899" y="connsiteY2899"/>
                    </a:cxn>
                    <a:cxn ang="0">
                      <a:pos x="connsiteX2900" y="connsiteY2900"/>
                    </a:cxn>
                    <a:cxn ang="0">
                      <a:pos x="connsiteX2901" y="connsiteY2901"/>
                    </a:cxn>
                    <a:cxn ang="0">
                      <a:pos x="connsiteX2902" y="connsiteY2902"/>
                    </a:cxn>
                    <a:cxn ang="0">
                      <a:pos x="connsiteX2903" y="connsiteY2903"/>
                    </a:cxn>
                    <a:cxn ang="0">
                      <a:pos x="connsiteX2904" y="connsiteY2904"/>
                    </a:cxn>
                    <a:cxn ang="0">
                      <a:pos x="connsiteX2905" y="connsiteY2905"/>
                    </a:cxn>
                    <a:cxn ang="0">
                      <a:pos x="connsiteX2906" y="connsiteY2906"/>
                    </a:cxn>
                    <a:cxn ang="0">
                      <a:pos x="connsiteX2907" y="connsiteY2907"/>
                    </a:cxn>
                    <a:cxn ang="0">
                      <a:pos x="connsiteX2908" y="connsiteY2908"/>
                    </a:cxn>
                    <a:cxn ang="0">
                      <a:pos x="connsiteX2909" y="connsiteY2909"/>
                    </a:cxn>
                    <a:cxn ang="0">
                      <a:pos x="connsiteX2910" y="connsiteY2910"/>
                    </a:cxn>
                    <a:cxn ang="0">
                      <a:pos x="connsiteX2911" y="connsiteY2911"/>
                    </a:cxn>
                    <a:cxn ang="0">
                      <a:pos x="connsiteX2912" y="connsiteY2912"/>
                    </a:cxn>
                    <a:cxn ang="0">
                      <a:pos x="connsiteX2913" y="connsiteY2913"/>
                    </a:cxn>
                    <a:cxn ang="0">
                      <a:pos x="connsiteX2914" y="connsiteY2914"/>
                    </a:cxn>
                    <a:cxn ang="0">
                      <a:pos x="connsiteX2915" y="connsiteY2915"/>
                    </a:cxn>
                    <a:cxn ang="0">
                      <a:pos x="connsiteX2916" y="connsiteY2916"/>
                    </a:cxn>
                    <a:cxn ang="0">
                      <a:pos x="connsiteX2917" y="connsiteY2917"/>
                    </a:cxn>
                    <a:cxn ang="0">
                      <a:pos x="connsiteX2918" y="connsiteY2918"/>
                    </a:cxn>
                    <a:cxn ang="0">
                      <a:pos x="connsiteX2919" y="connsiteY2919"/>
                    </a:cxn>
                    <a:cxn ang="0">
                      <a:pos x="connsiteX2920" y="connsiteY2920"/>
                    </a:cxn>
                    <a:cxn ang="0">
                      <a:pos x="connsiteX2921" y="connsiteY2921"/>
                    </a:cxn>
                    <a:cxn ang="0">
                      <a:pos x="connsiteX2922" y="connsiteY2922"/>
                    </a:cxn>
                    <a:cxn ang="0">
                      <a:pos x="connsiteX2923" y="connsiteY2923"/>
                    </a:cxn>
                    <a:cxn ang="0">
                      <a:pos x="connsiteX2924" y="connsiteY2924"/>
                    </a:cxn>
                    <a:cxn ang="0">
                      <a:pos x="connsiteX2925" y="connsiteY2925"/>
                    </a:cxn>
                    <a:cxn ang="0">
                      <a:pos x="connsiteX2926" y="connsiteY2926"/>
                    </a:cxn>
                    <a:cxn ang="0">
                      <a:pos x="connsiteX2927" y="connsiteY2927"/>
                    </a:cxn>
                    <a:cxn ang="0">
                      <a:pos x="connsiteX2928" y="connsiteY2928"/>
                    </a:cxn>
                    <a:cxn ang="0">
                      <a:pos x="connsiteX2929" y="connsiteY2929"/>
                    </a:cxn>
                    <a:cxn ang="0">
                      <a:pos x="connsiteX2930" y="connsiteY2930"/>
                    </a:cxn>
                    <a:cxn ang="0">
                      <a:pos x="connsiteX2931" y="connsiteY2931"/>
                    </a:cxn>
                    <a:cxn ang="0">
                      <a:pos x="connsiteX2932" y="connsiteY2932"/>
                    </a:cxn>
                    <a:cxn ang="0">
                      <a:pos x="connsiteX2933" y="connsiteY2933"/>
                    </a:cxn>
                    <a:cxn ang="0">
                      <a:pos x="connsiteX2934" y="connsiteY2934"/>
                    </a:cxn>
                    <a:cxn ang="0">
                      <a:pos x="connsiteX2935" y="connsiteY2935"/>
                    </a:cxn>
                    <a:cxn ang="0">
                      <a:pos x="connsiteX2936" y="connsiteY2936"/>
                    </a:cxn>
                    <a:cxn ang="0">
                      <a:pos x="connsiteX2937" y="connsiteY2937"/>
                    </a:cxn>
                    <a:cxn ang="0">
                      <a:pos x="connsiteX2938" y="connsiteY2938"/>
                    </a:cxn>
                    <a:cxn ang="0">
                      <a:pos x="connsiteX2939" y="connsiteY2939"/>
                    </a:cxn>
                    <a:cxn ang="0">
                      <a:pos x="connsiteX2940" y="connsiteY2940"/>
                    </a:cxn>
                    <a:cxn ang="0">
                      <a:pos x="connsiteX2941" y="connsiteY2941"/>
                    </a:cxn>
                    <a:cxn ang="0">
                      <a:pos x="connsiteX2942" y="connsiteY2942"/>
                    </a:cxn>
                    <a:cxn ang="0">
                      <a:pos x="connsiteX2943" y="connsiteY2943"/>
                    </a:cxn>
                    <a:cxn ang="0">
                      <a:pos x="connsiteX2944" y="connsiteY2944"/>
                    </a:cxn>
                    <a:cxn ang="0">
                      <a:pos x="connsiteX2945" y="connsiteY2945"/>
                    </a:cxn>
                    <a:cxn ang="0">
                      <a:pos x="connsiteX2946" y="connsiteY2946"/>
                    </a:cxn>
                    <a:cxn ang="0">
                      <a:pos x="connsiteX2947" y="connsiteY2947"/>
                    </a:cxn>
                    <a:cxn ang="0">
                      <a:pos x="connsiteX2948" y="connsiteY2948"/>
                    </a:cxn>
                    <a:cxn ang="0">
                      <a:pos x="connsiteX2949" y="connsiteY2949"/>
                    </a:cxn>
                    <a:cxn ang="0">
                      <a:pos x="connsiteX2950" y="connsiteY2950"/>
                    </a:cxn>
                    <a:cxn ang="0">
                      <a:pos x="connsiteX2951" y="connsiteY2951"/>
                    </a:cxn>
                    <a:cxn ang="0">
                      <a:pos x="connsiteX2952" y="connsiteY2952"/>
                    </a:cxn>
                    <a:cxn ang="0">
                      <a:pos x="connsiteX2953" y="connsiteY2953"/>
                    </a:cxn>
                    <a:cxn ang="0">
                      <a:pos x="connsiteX2954" y="connsiteY2954"/>
                    </a:cxn>
                    <a:cxn ang="0">
                      <a:pos x="connsiteX2955" y="connsiteY2955"/>
                    </a:cxn>
                    <a:cxn ang="0">
                      <a:pos x="connsiteX2956" y="connsiteY2956"/>
                    </a:cxn>
                    <a:cxn ang="0">
                      <a:pos x="connsiteX2957" y="connsiteY2957"/>
                    </a:cxn>
                    <a:cxn ang="0">
                      <a:pos x="connsiteX2958" y="connsiteY2958"/>
                    </a:cxn>
                    <a:cxn ang="0">
                      <a:pos x="connsiteX2959" y="connsiteY2959"/>
                    </a:cxn>
                    <a:cxn ang="0">
                      <a:pos x="connsiteX2960" y="connsiteY2960"/>
                    </a:cxn>
                    <a:cxn ang="0">
                      <a:pos x="connsiteX2961" y="connsiteY2961"/>
                    </a:cxn>
                    <a:cxn ang="0">
                      <a:pos x="connsiteX2962" y="connsiteY2962"/>
                    </a:cxn>
                    <a:cxn ang="0">
                      <a:pos x="connsiteX2963" y="connsiteY2963"/>
                    </a:cxn>
                    <a:cxn ang="0">
                      <a:pos x="connsiteX2964" y="connsiteY2964"/>
                    </a:cxn>
                    <a:cxn ang="0">
                      <a:pos x="connsiteX2965" y="connsiteY2965"/>
                    </a:cxn>
                    <a:cxn ang="0">
                      <a:pos x="connsiteX2966" y="connsiteY2966"/>
                    </a:cxn>
                    <a:cxn ang="0">
                      <a:pos x="connsiteX2967" y="connsiteY2967"/>
                    </a:cxn>
                    <a:cxn ang="0">
                      <a:pos x="connsiteX2968" y="connsiteY2968"/>
                    </a:cxn>
                    <a:cxn ang="0">
                      <a:pos x="connsiteX2969" y="connsiteY2969"/>
                    </a:cxn>
                    <a:cxn ang="0">
                      <a:pos x="connsiteX2970" y="connsiteY2970"/>
                    </a:cxn>
                    <a:cxn ang="0">
                      <a:pos x="connsiteX2971" y="connsiteY2971"/>
                    </a:cxn>
                    <a:cxn ang="0">
                      <a:pos x="connsiteX2972" y="connsiteY2972"/>
                    </a:cxn>
                    <a:cxn ang="0">
                      <a:pos x="connsiteX2973" y="connsiteY2973"/>
                    </a:cxn>
                    <a:cxn ang="0">
                      <a:pos x="connsiteX2974" y="connsiteY2974"/>
                    </a:cxn>
                    <a:cxn ang="0">
                      <a:pos x="connsiteX2975" y="connsiteY2975"/>
                    </a:cxn>
                    <a:cxn ang="0">
                      <a:pos x="connsiteX2976" y="connsiteY2976"/>
                    </a:cxn>
                    <a:cxn ang="0">
                      <a:pos x="connsiteX2977" y="connsiteY2977"/>
                    </a:cxn>
                    <a:cxn ang="0">
                      <a:pos x="connsiteX2978" y="connsiteY2978"/>
                    </a:cxn>
                    <a:cxn ang="0">
                      <a:pos x="connsiteX2979" y="connsiteY2979"/>
                    </a:cxn>
                    <a:cxn ang="0">
                      <a:pos x="connsiteX2980" y="connsiteY2980"/>
                    </a:cxn>
                    <a:cxn ang="0">
                      <a:pos x="connsiteX2981" y="connsiteY2981"/>
                    </a:cxn>
                    <a:cxn ang="0">
                      <a:pos x="connsiteX2982" y="connsiteY2982"/>
                    </a:cxn>
                    <a:cxn ang="0">
                      <a:pos x="connsiteX2983" y="connsiteY2983"/>
                    </a:cxn>
                    <a:cxn ang="0">
                      <a:pos x="connsiteX2984" y="connsiteY2984"/>
                    </a:cxn>
                    <a:cxn ang="0">
                      <a:pos x="connsiteX2985" y="connsiteY2985"/>
                    </a:cxn>
                    <a:cxn ang="0">
                      <a:pos x="connsiteX2986" y="connsiteY2986"/>
                    </a:cxn>
                    <a:cxn ang="0">
                      <a:pos x="connsiteX2987" y="connsiteY2987"/>
                    </a:cxn>
                    <a:cxn ang="0">
                      <a:pos x="connsiteX2988" y="connsiteY2988"/>
                    </a:cxn>
                    <a:cxn ang="0">
                      <a:pos x="connsiteX2989" y="connsiteY2989"/>
                    </a:cxn>
                    <a:cxn ang="0">
                      <a:pos x="connsiteX2990" y="connsiteY2990"/>
                    </a:cxn>
                    <a:cxn ang="0">
                      <a:pos x="connsiteX2991" y="connsiteY2991"/>
                    </a:cxn>
                    <a:cxn ang="0">
                      <a:pos x="connsiteX2992" y="connsiteY2992"/>
                    </a:cxn>
                    <a:cxn ang="0">
                      <a:pos x="connsiteX2993" y="connsiteY2993"/>
                    </a:cxn>
                    <a:cxn ang="0">
                      <a:pos x="connsiteX2994" y="connsiteY2994"/>
                    </a:cxn>
                    <a:cxn ang="0">
                      <a:pos x="connsiteX2995" y="connsiteY2995"/>
                    </a:cxn>
                    <a:cxn ang="0">
                      <a:pos x="connsiteX2996" y="connsiteY2996"/>
                    </a:cxn>
                    <a:cxn ang="0">
                      <a:pos x="connsiteX2997" y="connsiteY2997"/>
                    </a:cxn>
                    <a:cxn ang="0">
                      <a:pos x="connsiteX2998" y="connsiteY2998"/>
                    </a:cxn>
                    <a:cxn ang="0">
                      <a:pos x="connsiteX2999" y="connsiteY2999"/>
                    </a:cxn>
                    <a:cxn ang="0">
                      <a:pos x="connsiteX3000" y="connsiteY3000"/>
                    </a:cxn>
                    <a:cxn ang="0">
                      <a:pos x="connsiteX3001" y="connsiteY3001"/>
                    </a:cxn>
                    <a:cxn ang="0">
                      <a:pos x="connsiteX3002" y="connsiteY3002"/>
                    </a:cxn>
                    <a:cxn ang="0">
                      <a:pos x="connsiteX3003" y="connsiteY3003"/>
                    </a:cxn>
                    <a:cxn ang="0">
                      <a:pos x="connsiteX3004" y="connsiteY3004"/>
                    </a:cxn>
                    <a:cxn ang="0">
                      <a:pos x="connsiteX3005" y="connsiteY3005"/>
                    </a:cxn>
                    <a:cxn ang="0">
                      <a:pos x="connsiteX3006" y="connsiteY3006"/>
                    </a:cxn>
                    <a:cxn ang="0">
                      <a:pos x="connsiteX3007" y="connsiteY3007"/>
                    </a:cxn>
                    <a:cxn ang="0">
                      <a:pos x="connsiteX3008" y="connsiteY3008"/>
                    </a:cxn>
                    <a:cxn ang="0">
                      <a:pos x="connsiteX3009" y="connsiteY3009"/>
                    </a:cxn>
                    <a:cxn ang="0">
                      <a:pos x="connsiteX3010" y="connsiteY3010"/>
                    </a:cxn>
                    <a:cxn ang="0">
                      <a:pos x="connsiteX3011" y="connsiteY3011"/>
                    </a:cxn>
                    <a:cxn ang="0">
                      <a:pos x="connsiteX3012" y="connsiteY3012"/>
                    </a:cxn>
                    <a:cxn ang="0">
                      <a:pos x="connsiteX3013" y="connsiteY3013"/>
                    </a:cxn>
                    <a:cxn ang="0">
                      <a:pos x="connsiteX3014" y="connsiteY3014"/>
                    </a:cxn>
                    <a:cxn ang="0">
                      <a:pos x="connsiteX3015" y="connsiteY3015"/>
                    </a:cxn>
                    <a:cxn ang="0">
                      <a:pos x="connsiteX3016" y="connsiteY3016"/>
                    </a:cxn>
                    <a:cxn ang="0">
                      <a:pos x="connsiteX3017" y="connsiteY3017"/>
                    </a:cxn>
                    <a:cxn ang="0">
                      <a:pos x="connsiteX3018" y="connsiteY3018"/>
                    </a:cxn>
                    <a:cxn ang="0">
                      <a:pos x="connsiteX3019" y="connsiteY3019"/>
                    </a:cxn>
                    <a:cxn ang="0">
                      <a:pos x="connsiteX3020" y="connsiteY3020"/>
                    </a:cxn>
                    <a:cxn ang="0">
                      <a:pos x="connsiteX3021" y="connsiteY3021"/>
                    </a:cxn>
                    <a:cxn ang="0">
                      <a:pos x="connsiteX3022" y="connsiteY3022"/>
                    </a:cxn>
                    <a:cxn ang="0">
                      <a:pos x="connsiteX3023" y="connsiteY3023"/>
                    </a:cxn>
                    <a:cxn ang="0">
                      <a:pos x="connsiteX3024" y="connsiteY3024"/>
                    </a:cxn>
                    <a:cxn ang="0">
                      <a:pos x="connsiteX3025" y="connsiteY3025"/>
                    </a:cxn>
                    <a:cxn ang="0">
                      <a:pos x="connsiteX3026" y="connsiteY3026"/>
                    </a:cxn>
                    <a:cxn ang="0">
                      <a:pos x="connsiteX3027" y="connsiteY3027"/>
                    </a:cxn>
                    <a:cxn ang="0">
                      <a:pos x="connsiteX3028" y="connsiteY3028"/>
                    </a:cxn>
                    <a:cxn ang="0">
                      <a:pos x="connsiteX3029" y="connsiteY3029"/>
                    </a:cxn>
                    <a:cxn ang="0">
                      <a:pos x="connsiteX3030" y="connsiteY3030"/>
                    </a:cxn>
                    <a:cxn ang="0">
                      <a:pos x="connsiteX3031" y="connsiteY3031"/>
                    </a:cxn>
                    <a:cxn ang="0">
                      <a:pos x="connsiteX3032" y="connsiteY3032"/>
                    </a:cxn>
                    <a:cxn ang="0">
                      <a:pos x="connsiteX3033" y="connsiteY3033"/>
                    </a:cxn>
                    <a:cxn ang="0">
                      <a:pos x="connsiteX3034" y="connsiteY3034"/>
                    </a:cxn>
                    <a:cxn ang="0">
                      <a:pos x="connsiteX3035" y="connsiteY3035"/>
                    </a:cxn>
                    <a:cxn ang="0">
                      <a:pos x="connsiteX3036" y="connsiteY3036"/>
                    </a:cxn>
                    <a:cxn ang="0">
                      <a:pos x="connsiteX3037" y="connsiteY3037"/>
                    </a:cxn>
                    <a:cxn ang="0">
                      <a:pos x="connsiteX3038" y="connsiteY3038"/>
                    </a:cxn>
                    <a:cxn ang="0">
                      <a:pos x="connsiteX3039" y="connsiteY3039"/>
                    </a:cxn>
                    <a:cxn ang="0">
                      <a:pos x="connsiteX3040" y="connsiteY3040"/>
                    </a:cxn>
                    <a:cxn ang="0">
                      <a:pos x="connsiteX3041" y="connsiteY3041"/>
                    </a:cxn>
                    <a:cxn ang="0">
                      <a:pos x="connsiteX3042" y="connsiteY3042"/>
                    </a:cxn>
                    <a:cxn ang="0">
                      <a:pos x="connsiteX3043" y="connsiteY3043"/>
                    </a:cxn>
                    <a:cxn ang="0">
                      <a:pos x="connsiteX3044" y="connsiteY3044"/>
                    </a:cxn>
                    <a:cxn ang="0">
                      <a:pos x="connsiteX3045" y="connsiteY3045"/>
                    </a:cxn>
                    <a:cxn ang="0">
                      <a:pos x="connsiteX3046" y="connsiteY3046"/>
                    </a:cxn>
                    <a:cxn ang="0">
                      <a:pos x="connsiteX3047" y="connsiteY3047"/>
                    </a:cxn>
                    <a:cxn ang="0">
                      <a:pos x="connsiteX3048" y="connsiteY3048"/>
                    </a:cxn>
                    <a:cxn ang="0">
                      <a:pos x="connsiteX3049" y="connsiteY3049"/>
                    </a:cxn>
                    <a:cxn ang="0">
                      <a:pos x="connsiteX3050" y="connsiteY3050"/>
                    </a:cxn>
                    <a:cxn ang="0">
                      <a:pos x="connsiteX3051" y="connsiteY3051"/>
                    </a:cxn>
                    <a:cxn ang="0">
                      <a:pos x="connsiteX3052" y="connsiteY3052"/>
                    </a:cxn>
                    <a:cxn ang="0">
                      <a:pos x="connsiteX3053" y="connsiteY3053"/>
                    </a:cxn>
                    <a:cxn ang="0">
                      <a:pos x="connsiteX3054" y="connsiteY3054"/>
                    </a:cxn>
                    <a:cxn ang="0">
                      <a:pos x="connsiteX3055" y="connsiteY3055"/>
                    </a:cxn>
                    <a:cxn ang="0">
                      <a:pos x="connsiteX3056" y="connsiteY3056"/>
                    </a:cxn>
                    <a:cxn ang="0">
                      <a:pos x="connsiteX3057" y="connsiteY3057"/>
                    </a:cxn>
                    <a:cxn ang="0">
                      <a:pos x="connsiteX3058" y="connsiteY3058"/>
                    </a:cxn>
                    <a:cxn ang="0">
                      <a:pos x="connsiteX3059" y="connsiteY3059"/>
                    </a:cxn>
                    <a:cxn ang="0">
                      <a:pos x="connsiteX3060" y="connsiteY3060"/>
                    </a:cxn>
                    <a:cxn ang="0">
                      <a:pos x="connsiteX3061" y="connsiteY3061"/>
                    </a:cxn>
                    <a:cxn ang="0">
                      <a:pos x="connsiteX3062" y="connsiteY3062"/>
                    </a:cxn>
                    <a:cxn ang="0">
                      <a:pos x="connsiteX3063" y="connsiteY3063"/>
                    </a:cxn>
                    <a:cxn ang="0">
                      <a:pos x="connsiteX3064" y="connsiteY3064"/>
                    </a:cxn>
                    <a:cxn ang="0">
                      <a:pos x="connsiteX3065" y="connsiteY3065"/>
                    </a:cxn>
                    <a:cxn ang="0">
                      <a:pos x="connsiteX3066" y="connsiteY3066"/>
                    </a:cxn>
                    <a:cxn ang="0">
                      <a:pos x="connsiteX3067" y="connsiteY3067"/>
                    </a:cxn>
                    <a:cxn ang="0">
                      <a:pos x="connsiteX3068" y="connsiteY3068"/>
                    </a:cxn>
                    <a:cxn ang="0">
                      <a:pos x="connsiteX3069" y="connsiteY3069"/>
                    </a:cxn>
                    <a:cxn ang="0">
                      <a:pos x="connsiteX3070" y="connsiteY3070"/>
                    </a:cxn>
                    <a:cxn ang="0">
                      <a:pos x="connsiteX3071" y="connsiteY3071"/>
                    </a:cxn>
                    <a:cxn ang="0">
                      <a:pos x="connsiteX3072" y="connsiteY3072"/>
                    </a:cxn>
                    <a:cxn ang="0">
                      <a:pos x="connsiteX3073" y="connsiteY3073"/>
                    </a:cxn>
                    <a:cxn ang="0">
                      <a:pos x="connsiteX3074" y="connsiteY3074"/>
                    </a:cxn>
                    <a:cxn ang="0">
                      <a:pos x="connsiteX3075" y="connsiteY3075"/>
                    </a:cxn>
                    <a:cxn ang="0">
                      <a:pos x="connsiteX3076" y="connsiteY3076"/>
                    </a:cxn>
                    <a:cxn ang="0">
                      <a:pos x="connsiteX3077" y="connsiteY3077"/>
                    </a:cxn>
                    <a:cxn ang="0">
                      <a:pos x="connsiteX3078" y="connsiteY3078"/>
                    </a:cxn>
                    <a:cxn ang="0">
                      <a:pos x="connsiteX3079" y="connsiteY3079"/>
                    </a:cxn>
                    <a:cxn ang="0">
                      <a:pos x="connsiteX3080" y="connsiteY3080"/>
                    </a:cxn>
                    <a:cxn ang="0">
                      <a:pos x="connsiteX3081" y="connsiteY3081"/>
                    </a:cxn>
                    <a:cxn ang="0">
                      <a:pos x="connsiteX3082" y="connsiteY3082"/>
                    </a:cxn>
                    <a:cxn ang="0">
                      <a:pos x="connsiteX3083" y="connsiteY3083"/>
                    </a:cxn>
                    <a:cxn ang="0">
                      <a:pos x="connsiteX3084" y="connsiteY3084"/>
                    </a:cxn>
                    <a:cxn ang="0">
                      <a:pos x="connsiteX3085" y="connsiteY3085"/>
                    </a:cxn>
                    <a:cxn ang="0">
                      <a:pos x="connsiteX3086" y="connsiteY3086"/>
                    </a:cxn>
                    <a:cxn ang="0">
                      <a:pos x="connsiteX3087" y="connsiteY3087"/>
                    </a:cxn>
                    <a:cxn ang="0">
                      <a:pos x="connsiteX3088" y="connsiteY3088"/>
                    </a:cxn>
                    <a:cxn ang="0">
                      <a:pos x="connsiteX3089" y="connsiteY3089"/>
                    </a:cxn>
                    <a:cxn ang="0">
                      <a:pos x="connsiteX3090" y="connsiteY3090"/>
                    </a:cxn>
                    <a:cxn ang="0">
                      <a:pos x="connsiteX3091" y="connsiteY3091"/>
                    </a:cxn>
                    <a:cxn ang="0">
                      <a:pos x="connsiteX3092" y="connsiteY3092"/>
                    </a:cxn>
                    <a:cxn ang="0">
                      <a:pos x="connsiteX3093" y="connsiteY3093"/>
                    </a:cxn>
                    <a:cxn ang="0">
                      <a:pos x="connsiteX3094" y="connsiteY3094"/>
                    </a:cxn>
                    <a:cxn ang="0">
                      <a:pos x="connsiteX3095" y="connsiteY3095"/>
                    </a:cxn>
                    <a:cxn ang="0">
                      <a:pos x="connsiteX3096" y="connsiteY3096"/>
                    </a:cxn>
                    <a:cxn ang="0">
                      <a:pos x="connsiteX3097" y="connsiteY3097"/>
                    </a:cxn>
                    <a:cxn ang="0">
                      <a:pos x="connsiteX3098" y="connsiteY3098"/>
                    </a:cxn>
                    <a:cxn ang="0">
                      <a:pos x="connsiteX3099" y="connsiteY3099"/>
                    </a:cxn>
                    <a:cxn ang="0">
                      <a:pos x="connsiteX3100" y="connsiteY3100"/>
                    </a:cxn>
                    <a:cxn ang="0">
                      <a:pos x="connsiteX3101" y="connsiteY3101"/>
                    </a:cxn>
                    <a:cxn ang="0">
                      <a:pos x="connsiteX3102" y="connsiteY3102"/>
                    </a:cxn>
                    <a:cxn ang="0">
                      <a:pos x="connsiteX3103" y="connsiteY3103"/>
                    </a:cxn>
                    <a:cxn ang="0">
                      <a:pos x="connsiteX3104" y="connsiteY3104"/>
                    </a:cxn>
                    <a:cxn ang="0">
                      <a:pos x="connsiteX3105" y="connsiteY3105"/>
                    </a:cxn>
                    <a:cxn ang="0">
                      <a:pos x="connsiteX3106" y="connsiteY3106"/>
                    </a:cxn>
                    <a:cxn ang="0">
                      <a:pos x="connsiteX3107" y="connsiteY3107"/>
                    </a:cxn>
                    <a:cxn ang="0">
                      <a:pos x="connsiteX3108" y="connsiteY3108"/>
                    </a:cxn>
                    <a:cxn ang="0">
                      <a:pos x="connsiteX3109" y="connsiteY3109"/>
                    </a:cxn>
                    <a:cxn ang="0">
                      <a:pos x="connsiteX3110" y="connsiteY3110"/>
                    </a:cxn>
                    <a:cxn ang="0">
                      <a:pos x="connsiteX3111" y="connsiteY3111"/>
                    </a:cxn>
                    <a:cxn ang="0">
                      <a:pos x="connsiteX3112" y="connsiteY3112"/>
                    </a:cxn>
                    <a:cxn ang="0">
                      <a:pos x="connsiteX3113" y="connsiteY3113"/>
                    </a:cxn>
                    <a:cxn ang="0">
                      <a:pos x="connsiteX3114" y="connsiteY3114"/>
                    </a:cxn>
                    <a:cxn ang="0">
                      <a:pos x="connsiteX3115" y="connsiteY3115"/>
                    </a:cxn>
                    <a:cxn ang="0">
                      <a:pos x="connsiteX3116" y="connsiteY3116"/>
                    </a:cxn>
                    <a:cxn ang="0">
                      <a:pos x="connsiteX3117" y="connsiteY3117"/>
                    </a:cxn>
                    <a:cxn ang="0">
                      <a:pos x="connsiteX3118" y="connsiteY3118"/>
                    </a:cxn>
                    <a:cxn ang="0">
                      <a:pos x="connsiteX3119" y="connsiteY3119"/>
                    </a:cxn>
                    <a:cxn ang="0">
                      <a:pos x="connsiteX3120" y="connsiteY3120"/>
                    </a:cxn>
                    <a:cxn ang="0">
                      <a:pos x="connsiteX3121" y="connsiteY3121"/>
                    </a:cxn>
                    <a:cxn ang="0">
                      <a:pos x="connsiteX3122" y="connsiteY3122"/>
                    </a:cxn>
                    <a:cxn ang="0">
                      <a:pos x="connsiteX3123" y="connsiteY3123"/>
                    </a:cxn>
                    <a:cxn ang="0">
                      <a:pos x="connsiteX3124" y="connsiteY3124"/>
                    </a:cxn>
                    <a:cxn ang="0">
                      <a:pos x="connsiteX3125" y="connsiteY3125"/>
                    </a:cxn>
                    <a:cxn ang="0">
                      <a:pos x="connsiteX3126" y="connsiteY3126"/>
                    </a:cxn>
                    <a:cxn ang="0">
                      <a:pos x="connsiteX3127" y="connsiteY3127"/>
                    </a:cxn>
                    <a:cxn ang="0">
                      <a:pos x="connsiteX3128" y="connsiteY3128"/>
                    </a:cxn>
                    <a:cxn ang="0">
                      <a:pos x="connsiteX3129" y="connsiteY3129"/>
                    </a:cxn>
                    <a:cxn ang="0">
                      <a:pos x="connsiteX3130" y="connsiteY3130"/>
                    </a:cxn>
                    <a:cxn ang="0">
                      <a:pos x="connsiteX3131" y="connsiteY3131"/>
                    </a:cxn>
                    <a:cxn ang="0">
                      <a:pos x="connsiteX3132" y="connsiteY3132"/>
                    </a:cxn>
                    <a:cxn ang="0">
                      <a:pos x="connsiteX3133" y="connsiteY3133"/>
                    </a:cxn>
                    <a:cxn ang="0">
                      <a:pos x="connsiteX3134" y="connsiteY3134"/>
                    </a:cxn>
                    <a:cxn ang="0">
                      <a:pos x="connsiteX3135" y="connsiteY3135"/>
                    </a:cxn>
                    <a:cxn ang="0">
                      <a:pos x="connsiteX3136" y="connsiteY3136"/>
                    </a:cxn>
                    <a:cxn ang="0">
                      <a:pos x="connsiteX3137" y="connsiteY3137"/>
                    </a:cxn>
                    <a:cxn ang="0">
                      <a:pos x="connsiteX3138" y="connsiteY3138"/>
                    </a:cxn>
                    <a:cxn ang="0">
                      <a:pos x="connsiteX3139" y="connsiteY3139"/>
                    </a:cxn>
                    <a:cxn ang="0">
                      <a:pos x="connsiteX3140" y="connsiteY3140"/>
                    </a:cxn>
                    <a:cxn ang="0">
                      <a:pos x="connsiteX3141" y="connsiteY3141"/>
                    </a:cxn>
                    <a:cxn ang="0">
                      <a:pos x="connsiteX3142" y="connsiteY3142"/>
                    </a:cxn>
                    <a:cxn ang="0">
                      <a:pos x="connsiteX3143" y="connsiteY3143"/>
                    </a:cxn>
                    <a:cxn ang="0">
                      <a:pos x="connsiteX3144" y="connsiteY3144"/>
                    </a:cxn>
                    <a:cxn ang="0">
                      <a:pos x="connsiteX3145" y="connsiteY3145"/>
                    </a:cxn>
                    <a:cxn ang="0">
                      <a:pos x="connsiteX3146" y="connsiteY3146"/>
                    </a:cxn>
                    <a:cxn ang="0">
                      <a:pos x="connsiteX3147" y="connsiteY3147"/>
                    </a:cxn>
                    <a:cxn ang="0">
                      <a:pos x="connsiteX3148" y="connsiteY3148"/>
                    </a:cxn>
                    <a:cxn ang="0">
                      <a:pos x="connsiteX3149" y="connsiteY3149"/>
                    </a:cxn>
                    <a:cxn ang="0">
                      <a:pos x="connsiteX3150" y="connsiteY3150"/>
                    </a:cxn>
                    <a:cxn ang="0">
                      <a:pos x="connsiteX3151" y="connsiteY3151"/>
                    </a:cxn>
                    <a:cxn ang="0">
                      <a:pos x="connsiteX3152" y="connsiteY3152"/>
                    </a:cxn>
                    <a:cxn ang="0">
                      <a:pos x="connsiteX3153" y="connsiteY3153"/>
                    </a:cxn>
                    <a:cxn ang="0">
                      <a:pos x="connsiteX3154" y="connsiteY3154"/>
                    </a:cxn>
                    <a:cxn ang="0">
                      <a:pos x="connsiteX3155" y="connsiteY3155"/>
                    </a:cxn>
                    <a:cxn ang="0">
                      <a:pos x="connsiteX3156" y="connsiteY3156"/>
                    </a:cxn>
                    <a:cxn ang="0">
                      <a:pos x="connsiteX3157" y="connsiteY3157"/>
                    </a:cxn>
                    <a:cxn ang="0">
                      <a:pos x="connsiteX3158" y="connsiteY3158"/>
                    </a:cxn>
                    <a:cxn ang="0">
                      <a:pos x="connsiteX3159" y="connsiteY3159"/>
                    </a:cxn>
                    <a:cxn ang="0">
                      <a:pos x="connsiteX3160" y="connsiteY3160"/>
                    </a:cxn>
                    <a:cxn ang="0">
                      <a:pos x="connsiteX3161" y="connsiteY3161"/>
                    </a:cxn>
                    <a:cxn ang="0">
                      <a:pos x="connsiteX3162" y="connsiteY3162"/>
                    </a:cxn>
                    <a:cxn ang="0">
                      <a:pos x="connsiteX3163" y="connsiteY3163"/>
                    </a:cxn>
                    <a:cxn ang="0">
                      <a:pos x="connsiteX3164" y="connsiteY3164"/>
                    </a:cxn>
                    <a:cxn ang="0">
                      <a:pos x="connsiteX3165" y="connsiteY3165"/>
                    </a:cxn>
                    <a:cxn ang="0">
                      <a:pos x="connsiteX3166" y="connsiteY3166"/>
                    </a:cxn>
                    <a:cxn ang="0">
                      <a:pos x="connsiteX3167" y="connsiteY3167"/>
                    </a:cxn>
                    <a:cxn ang="0">
                      <a:pos x="connsiteX3168" y="connsiteY3168"/>
                    </a:cxn>
                    <a:cxn ang="0">
                      <a:pos x="connsiteX3169" y="connsiteY3169"/>
                    </a:cxn>
                    <a:cxn ang="0">
                      <a:pos x="connsiteX3170" y="connsiteY3170"/>
                    </a:cxn>
                    <a:cxn ang="0">
                      <a:pos x="connsiteX3171" y="connsiteY3171"/>
                    </a:cxn>
                    <a:cxn ang="0">
                      <a:pos x="connsiteX3172" y="connsiteY3172"/>
                    </a:cxn>
                    <a:cxn ang="0">
                      <a:pos x="connsiteX3173" y="connsiteY3173"/>
                    </a:cxn>
                    <a:cxn ang="0">
                      <a:pos x="connsiteX3174" y="connsiteY3174"/>
                    </a:cxn>
                    <a:cxn ang="0">
                      <a:pos x="connsiteX3175" y="connsiteY3175"/>
                    </a:cxn>
                    <a:cxn ang="0">
                      <a:pos x="connsiteX3176" y="connsiteY3176"/>
                    </a:cxn>
                    <a:cxn ang="0">
                      <a:pos x="connsiteX3177" y="connsiteY3177"/>
                    </a:cxn>
                    <a:cxn ang="0">
                      <a:pos x="connsiteX3178" y="connsiteY3178"/>
                    </a:cxn>
                    <a:cxn ang="0">
                      <a:pos x="connsiteX3179" y="connsiteY3179"/>
                    </a:cxn>
                    <a:cxn ang="0">
                      <a:pos x="connsiteX3180" y="connsiteY3180"/>
                    </a:cxn>
                    <a:cxn ang="0">
                      <a:pos x="connsiteX3181" y="connsiteY3181"/>
                    </a:cxn>
                    <a:cxn ang="0">
                      <a:pos x="connsiteX3182" y="connsiteY3182"/>
                    </a:cxn>
                    <a:cxn ang="0">
                      <a:pos x="connsiteX3183" y="connsiteY3183"/>
                    </a:cxn>
                    <a:cxn ang="0">
                      <a:pos x="connsiteX3184" y="connsiteY3184"/>
                    </a:cxn>
                    <a:cxn ang="0">
                      <a:pos x="connsiteX3185" y="connsiteY3185"/>
                    </a:cxn>
                    <a:cxn ang="0">
                      <a:pos x="connsiteX3186" y="connsiteY3186"/>
                    </a:cxn>
                    <a:cxn ang="0">
                      <a:pos x="connsiteX3187" y="connsiteY3187"/>
                    </a:cxn>
                    <a:cxn ang="0">
                      <a:pos x="connsiteX3188" y="connsiteY3188"/>
                    </a:cxn>
                    <a:cxn ang="0">
                      <a:pos x="connsiteX3189" y="connsiteY3189"/>
                    </a:cxn>
                    <a:cxn ang="0">
                      <a:pos x="connsiteX3190" y="connsiteY3190"/>
                    </a:cxn>
                    <a:cxn ang="0">
                      <a:pos x="connsiteX3191" y="connsiteY3191"/>
                    </a:cxn>
                    <a:cxn ang="0">
                      <a:pos x="connsiteX3192" y="connsiteY3192"/>
                    </a:cxn>
                    <a:cxn ang="0">
                      <a:pos x="connsiteX3193" y="connsiteY3193"/>
                    </a:cxn>
                    <a:cxn ang="0">
                      <a:pos x="connsiteX3194" y="connsiteY3194"/>
                    </a:cxn>
                    <a:cxn ang="0">
                      <a:pos x="connsiteX3195" y="connsiteY3195"/>
                    </a:cxn>
                    <a:cxn ang="0">
                      <a:pos x="connsiteX3196" y="connsiteY3196"/>
                    </a:cxn>
                    <a:cxn ang="0">
                      <a:pos x="connsiteX3197" y="connsiteY3197"/>
                    </a:cxn>
                    <a:cxn ang="0">
                      <a:pos x="connsiteX3198" y="connsiteY3198"/>
                    </a:cxn>
                    <a:cxn ang="0">
                      <a:pos x="connsiteX3199" y="connsiteY3199"/>
                    </a:cxn>
                    <a:cxn ang="0">
                      <a:pos x="connsiteX3200" y="connsiteY3200"/>
                    </a:cxn>
                    <a:cxn ang="0">
                      <a:pos x="connsiteX3201" y="connsiteY3201"/>
                    </a:cxn>
                    <a:cxn ang="0">
                      <a:pos x="connsiteX3202" y="connsiteY3202"/>
                    </a:cxn>
                    <a:cxn ang="0">
                      <a:pos x="connsiteX3203" y="connsiteY3203"/>
                    </a:cxn>
                    <a:cxn ang="0">
                      <a:pos x="connsiteX3204" y="connsiteY3204"/>
                    </a:cxn>
                    <a:cxn ang="0">
                      <a:pos x="connsiteX3205" y="connsiteY3205"/>
                    </a:cxn>
                    <a:cxn ang="0">
                      <a:pos x="connsiteX3206" y="connsiteY3206"/>
                    </a:cxn>
                    <a:cxn ang="0">
                      <a:pos x="connsiteX3207" y="connsiteY3207"/>
                    </a:cxn>
                    <a:cxn ang="0">
                      <a:pos x="connsiteX3208" y="connsiteY3208"/>
                    </a:cxn>
                    <a:cxn ang="0">
                      <a:pos x="connsiteX3209" y="connsiteY3209"/>
                    </a:cxn>
                    <a:cxn ang="0">
                      <a:pos x="connsiteX3210" y="connsiteY3210"/>
                    </a:cxn>
                    <a:cxn ang="0">
                      <a:pos x="connsiteX3211" y="connsiteY3211"/>
                    </a:cxn>
                    <a:cxn ang="0">
                      <a:pos x="connsiteX3212" y="connsiteY3212"/>
                    </a:cxn>
                    <a:cxn ang="0">
                      <a:pos x="connsiteX3213" y="connsiteY3213"/>
                    </a:cxn>
                    <a:cxn ang="0">
                      <a:pos x="connsiteX3214" y="connsiteY3214"/>
                    </a:cxn>
                    <a:cxn ang="0">
                      <a:pos x="connsiteX3215" y="connsiteY3215"/>
                    </a:cxn>
                    <a:cxn ang="0">
                      <a:pos x="connsiteX3216" y="connsiteY3216"/>
                    </a:cxn>
                    <a:cxn ang="0">
                      <a:pos x="connsiteX3217" y="connsiteY3217"/>
                    </a:cxn>
                    <a:cxn ang="0">
                      <a:pos x="connsiteX3218" y="connsiteY3218"/>
                    </a:cxn>
                    <a:cxn ang="0">
                      <a:pos x="connsiteX3219" y="connsiteY3219"/>
                    </a:cxn>
                    <a:cxn ang="0">
                      <a:pos x="connsiteX3220" y="connsiteY3220"/>
                    </a:cxn>
                    <a:cxn ang="0">
                      <a:pos x="connsiteX3221" y="connsiteY3221"/>
                    </a:cxn>
                    <a:cxn ang="0">
                      <a:pos x="connsiteX3222" y="connsiteY3222"/>
                    </a:cxn>
                    <a:cxn ang="0">
                      <a:pos x="connsiteX3223" y="connsiteY3223"/>
                    </a:cxn>
                    <a:cxn ang="0">
                      <a:pos x="connsiteX3224" y="connsiteY3224"/>
                    </a:cxn>
                    <a:cxn ang="0">
                      <a:pos x="connsiteX3225" y="connsiteY3225"/>
                    </a:cxn>
                    <a:cxn ang="0">
                      <a:pos x="connsiteX3226" y="connsiteY3226"/>
                    </a:cxn>
                    <a:cxn ang="0">
                      <a:pos x="connsiteX3227" y="connsiteY3227"/>
                    </a:cxn>
                    <a:cxn ang="0">
                      <a:pos x="connsiteX3228" y="connsiteY3228"/>
                    </a:cxn>
                    <a:cxn ang="0">
                      <a:pos x="connsiteX3229" y="connsiteY3229"/>
                    </a:cxn>
                    <a:cxn ang="0">
                      <a:pos x="connsiteX3230" y="connsiteY3230"/>
                    </a:cxn>
                    <a:cxn ang="0">
                      <a:pos x="connsiteX3231" y="connsiteY3231"/>
                    </a:cxn>
                    <a:cxn ang="0">
                      <a:pos x="connsiteX3232" y="connsiteY3232"/>
                    </a:cxn>
                    <a:cxn ang="0">
                      <a:pos x="connsiteX3233" y="connsiteY3233"/>
                    </a:cxn>
                    <a:cxn ang="0">
                      <a:pos x="connsiteX3234" y="connsiteY3234"/>
                    </a:cxn>
                    <a:cxn ang="0">
                      <a:pos x="connsiteX3235" y="connsiteY3235"/>
                    </a:cxn>
                    <a:cxn ang="0">
                      <a:pos x="connsiteX3236" y="connsiteY3236"/>
                    </a:cxn>
                    <a:cxn ang="0">
                      <a:pos x="connsiteX3237" y="connsiteY3237"/>
                    </a:cxn>
                    <a:cxn ang="0">
                      <a:pos x="connsiteX3238" y="connsiteY3238"/>
                    </a:cxn>
                    <a:cxn ang="0">
                      <a:pos x="connsiteX3239" y="connsiteY3239"/>
                    </a:cxn>
                    <a:cxn ang="0">
                      <a:pos x="connsiteX3240" y="connsiteY3240"/>
                    </a:cxn>
                    <a:cxn ang="0">
                      <a:pos x="connsiteX3241" y="connsiteY3241"/>
                    </a:cxn>
                    <a:cxn ang="0">
                      <a:pos x="connsiteX3242" y="connsiteY3242"/>
                    </a:cxn>
                    <a:cxn ang="0">
                      <a:pos x="connsiteX3243" y="connsiteY3243"/>
                    </a:cxn>
                    <a:cxn ang="0">
                      <a:pos x="connsiteX3244" y="connsiteY3244"/>
                    </a:cxn>
                    <a:cxn ang="0">
                      <a:pos x="connsiteX3245" y="connsiteY3245"/>
                    </a:cxn>
                    <a:cxn ang="0">
                      <a:pos x="connsiteX3246" y="connsiteY3246"/>
                    </a:cxn>
                    <a:cxn ang="0">
                      <a:pos x="connsiteX3247" y="connsiteY3247"/>
                    </a:cxn>
                    <a:cxn ang="0">
                      <a:pos x="connsiteX3248" y="connsiteY3248"/>
                    </a:cxn>
                    <a:cxn ang="0">
                      <a:pos x="connsiteX3249" y="connsiteY3249"/>
                    </a:cxn>
                    <a:cxn ang="0">
                      <a:pos x="connsiteX3250" y="connsiteY3250"/>
                    </a:cxn>
                    <a:cxn ang="0">
                      <a:pos x="connsiteX3251" y="connsiteY3251"/>
                    </a:cxn>
                    <a:cxn ang="0">
                      <a:pos x="connsiteX3252" y="connsiteY3252"/>
                    </a:cxn>
                    <a:cxn ang="0">
                      <a:pos x="connsiteX3253" y="connsiteY3253"/>
                    </a:cxn>
                    <a:cxn ang="0">
                      <a:pos x="connsiteX3254" y="connsiteY3254"/>
                    </a:cxn>
                    <a:cxn ang="0">
                      <a:pos x="connsiteX3255" y="connsiteY3255"/>
                    </a:cxn>
                    <a:cxn ang="0">
                      <a:pos x="connsiteX3256" y="connsiteY3256"/>
                    </a:cxn>
                    <a:cxn ang="0">
                      <a:pos x="connsiteX3257" y="connsiteY3257"/>
                    </a:cxn>
                    <a:cxn ang="0">
                      <a:pos x="connsiteX3258" y="connsiteY3258"/>
                    </a:cxn>
                    <a:cxn ang="0">
                      <a:pos x="connsiteX3259" y="connsiteY3259"/>
                    </a:cxn>
                    <a:cxn ang="0">
                      <a:pos x="connsiteX3260" y="connsiteY3260"/>
                    </a:cxn>
                    <a:cxn ang="0">
                      <a:pos x="connsiteX3261" y="connsiteY3261"/>
                    </a:cxn>
                    <a:cxn ang="0">
                      <a:pos x="connsiteX3262" y="connsiteY3262"/>
                    </a:cxn>
                    <a:cxn ang="0">
                      <a:pos x="connsiteX3263" y="connsiteY3263"/>
                    </a:cxn>
                    <a:cxn ang="0">
                      <a:pos x="connsiteX3264" y="connsiteY3264"/>
                    </a:cxn>
                    <a:cxn ang="0">
                      <a:pos x="connsiteX3265" y="connsiteY3265"/>
                    </a:cxn>
                    <a:cxn ang="0">
                      <a:pos x="connsiteX3266" y="connsiteY3266"/>
                    </a:cxn>
                    <a:cxn ang="0">
                      <a:pos x="connsiteX3267" y="connsiteY3267"/>
                    </a:cxn>
                    <a:cxn ang="0">
                      <a:pos x="connsiteX3268" y="connsiteY3268"/>
                    </a:cxn>
                    <a:cxn ang="0">
                      <a:pos x="connsiteX3269" y="connsiteY3269"/>
                    </a:cxn>
                    <a:cxn ang="0">
                      <a:pos x="connsiteX3270" y="connsiteY3270"/>
                    </a:cxn>
                    <a:cxn ang="0">
                      <a:pos x="connsiteX3271" y="connsiteY3271"/>
                    </a:cxn>
                    <a:cxn ang="0">
                      <a:pos x="connsiteX3272" y="connsiteY3272"/>
                    </a:cxn>
                    <a:cxn ang="0">
                      <a:pos x="connsiteX3273" y="connsiteY3273"/>
                    </a:cxn>
                    <a:cxn ang="0">
                      <a:pos x="connsiteX3274" y="connsiteY3274"/>
                    </a:cxn>
                    <a:cxn ang="0">
                      <a:pos x="connsiteX3275" y="connsiteY3275"/>
                    </a:cxn>
                    <a:cxn ang="0">
                      <a:pos x="connsiteX3276" y="connsiteY3276"/>
                    </a:cxn>
                    <a:cxn ang="0">
                      <a:pos x="connsiteX3277" y="connsiteY3277"/>
                    </a:cxn>
                    <a:cxn ang="0">
                      <a:pos x="connsiteX3278" y="connsiteY3278"/>
                    </a:cxn>
                    <a:cxn ang="0">
                      <a:pos x="connsiteX3279" y="connsiteY3279"/>
                    </a:cxn>
                    <a:cxn ang="0">
                      <a:pos x="connsiteX3280" y="connsiteY3280"/>
                    </a:cxn>
                    <a:cxn ang="0">
                      <a:pos x="connsiteX3281" y="connsiteY3281"/>
                    </a:cxn>
                    <a:cxn ang="0">
                      <a:pos x="connsiteX3282" y="connsiteY3282"/>
                    </a:cxn>
                    <a:cxn ang="0">
                      <a:pos x="connsiteX3283" y="connsiteY3283"/>
                    </a:cxn>
                    <a:cxn ang="0">
                      <a:pos x="connsiteX3284" y="connsiteY3284"/>
                    </a:cxn>
                    <a:cxn ang="0">
                      <a:pos x="connsiteX3285" y="connsiteY3285"/>
                    </a:cxn>
                    <a:cxn ang="0">
                      <a:pos x="connsiteX3286" y="connsiteY3286"/>
                    </a:cxn>
                    <a:cxn ang="0">
                      <a:pos x="connsiteX3287" y="connsiteY3287"/>
                    </a:cxn>
                    <a:cxn ang="0">
                      <a:pos x="connsiteX3288" y="connsiteY3288"/>
                    </a:cxn>
                    <a:cxn ang="0">
                      <a:pos x="connsiteX3289" y="connsiteY3289"/>
                    </a:cxn>
                    <a:cxn ang="0">
                      <a:pos x="connsiteX3290" y="connsiteY3290"/>
                    </a:cxn>
                    <a:cxn ang="0">
                      <a:pos x="connsiteX3291" y="connsiteY3291"/>
                    </a:cxn>
                    <a:cxn ang="0">
                      <a:pos x="connsiteX3292" y="connsiteY3292"/>
                    </a:cxn>
                    <a:cxn ang="0">
                      <a:pos x="connsiteX3293" y="connsiteY3293"/>
                    </a:cxn>
                    <a:cxn ang="0">
                      <a:pos x="connsiteX3294" y="connsiteY3294"/>
                    </a:cxn>
                    <a:cxn ang="0">
                      <a:pos x="connsiteX3295" y="connsiteY3295"/>
                    </a:cxn>
                    <a:cxn ang="0">
                      <a:pos x="connsiteX3296" y="connsiteY3296"/>
                    </a:cxn>
                    <a:cxn ang="0">
                      <a:pos x="connsiteX3297" y="connsiteY3297"/>
                    </a:cxn>
                    <a:cxn ang="0">
                      <a:pos x="connsiteX3298" y="connsiteY3298"/>
                    </a:cxn>
                    <a:cxn ang="0">
                      <a:pos x="connsiteX3299" y="connsiteY3299"/>
                    </a:cxn>
                    <a:cxn ang="0">
                      <a:pos x="connsiteX3300" y="connsiteY3300"/>
                    </a:cxn>
                    <a:cxn ang="0">
                      <a:pos x="connsiteX3301" y="connsiteY3301"/>
                    </a:cxn>
                    <a:cxn ang="0">
                      <a:pos x="connsiteX3302" y="connsiteY3302"/>
                    </a:cxn>
                    <a:cxn ang="0">
                      <a:pos x="connsiteX3303" y="connsiteY3303"/>
                    </a:cxn>
                    <a:cxn ang="0">
                      <a:pos x="connsiteX3304" y="connsiteY3304"/>
                    </a:cxn>
                    <a:cxn ang="0">
                      <a:pos x="connsiteX3305" y="connsiteY3305"/>
                    </a:cxn>
                    <a:cxn ang="0">
                      <a:pos x="connsiteX3306" y="connsiteY3306"/>
                    </a:cxn>
                    <a:cxn ang="0">
                      <a:pos x="connsiteX3307" y="connsiteY3307"/>
                    </a:cxn>
                    <a:cxn ang="0">
                      <a:pos x="connsiteX3308" y="connsiteY3308"/>
                    </a:cxn>
                    <a:cxn ang="0">
                      <a:pos x="connsiteX3309" y="connsiteY3309"/>
                    </a:cxn>
                    <a:cxn ang="0">
                      <a:pos x="connsiteX3310" y="connsiteY3310"/>
                    </a:cxn>
                    <a:cxn ang="0">
                      <a:pos x="connsiteX3311" y="connsiteY3311"/>
                    </a:cxn>
                    <a:cxn ang="0">
                      <a:pos x="connsiteX3312" y="connsiteY3312"/>
                    </a:cxn>
                    <a:cxn ang="0">
                      <a:pos x="connsiteX3313" y="connsiteY3313"/>
                    </a:cxn>
                    <a:cxn ang="0">
                      <a:pos x="connsiteX3314" y="connsiteY3314"/>
                    </a:cxn>
                    <a:cxn ang="0">
                      <a:pos x="connsiteX3315" y="connsiteY3315"/>
                    </a:cxn>
                    <a:cxn ang="0">
                      <a:pos x="connsiteX3316" y="connsiteY3316"/>
                    </a:cxn>
                    <a:cxn ang="0">
                      <a:pos x="connsiteX3317" y="connsiteY3317"/>
                    </a:cxn>
                    <a:cxn ang="0">
                      <a:pos x="connsiteX3318" y="connsiteY3318"/>
                    </a:cxn>
                    <a:cxn ang="0">
                      <a:pos x="connsiteX3319" y="connsiteY3319"/>
                    </a:cxn>
                    <a:cxn ang="0">
                      <a:pos x="connsiteX3320" y="connsiteY3320"/>
                    </a:cxn>
                    <a:cxn ang="0">
                      <a:pos x="connsiteX3321" y="connsiteY3321"/>
                    </a:cxn>
                    <a:cxn ang="0">
                      <a:pos x="connsiteX3322" y="connsiteY3322"/>
                    </a:cxn>
                    <a:cxn ang="0">
                      <a:pos x="connsiteX3323" y="connsiteY3323"/>
                    </a:cxn>
                    <a:cxn ang="0">
                      <a:pos x="connsiteX3324" y="connsiteY3324"/>
                    </a:cxn>
                    <a:cxn ang="0">
                      <a:pos x="connsiteX3325" y="connsiteY3325"/>
                    </a:cxn>
                    <a:cxn ang="0">
                      <a:pos x="connsiteX3326" y="connsiteY3326"/>
                    </a:cxn>
                    <a:cxn ang="0">
                      <a:pos x="connsiteX3327" y="connsiteY3327"/>
                    </a:cxn>
                    <a:cxn ang="0">
                      <a:pos x="connsiteX3328" y="connsiteY3328"/>
                    </a:cxn>
                    <a:cxn ang="0">
                      <a:pos x="connsiteX3329" y="connsiteY3329"/>
                    </a:cxn>
                    <a:cxn ang="0">
                      <a:pos x="connsiteX3330" y="connsiteY3330"/>
                    </a:cxn>
                    <a:cxn ang="0">
                      <a:pos x="connsiteX3331" y="connsiteY3331"/>
                    </a:cxn>
                    <a:cxn ang="0">
                      <a:pos x="connsiteX3332" y="connsiteY3332"/>
                    </a:cxn>
                    <a:cxn ang="0">
                      <a:pos x="connsiteX3333" y="connsiteY3333"/>
                    </a:cxn>
                    <a:cxn ang="0">
                      <a:pos x="connsiteX3334" y="connsiteY3334"/>
                    </a:cxn>
                    <a:cxn ang="0">
                      <a:pos x="connsiteX3335" y="connsiteY3335"/>
                    </a:cxn>
                    <a:cxn ang="0">
                      <a:pos x="connsiteX3336" y="connsiteY3336"/>
                    </a:cxn>
                    <a:cxn ang="0">
                      <a:pos x="connsiteX3337" y="connsiteY3337"/>
                    </a:cxn>
                    <a:cxn ang="0">
                      <a:pos x="connsiteX3338" y="connsiteY3338"/>
                    </a:cxn>
                    <a:cxn ang="0">
                      <a:pos x="connsiteX3339" y="connsiteY3339"/>
                    </a:cxn>
                    <a:cxn ang="0">
                      <a:pos x="connsiteX3340" y="connsiteY3340"/>
                    </a:cxn>
                    <a:cxn ang="0">
                      <a:pos x="connsiteX3341" y="connsiteY3341"/>
                    </a:cxn>
                    <a:cxn ang="0">
                      <a:pos x="connsiteX3342" y="connsiteY3342"/>
                    </a:cxn>
                    <a:cxn ang="0">
                      <a:pos x="connsiteX3343" y="connsiteY3343"/>
                    </a:cxn>
                    <a:cxn ang="0">
                      <a:pos x="connsiteX3344" y="connsiteY3344"/>
                    </a:cxn>
                    <a:cxn ang="0">
                      <a:pos x="connsiteX3345" y="connsiteY3345"/>
                    </a:cxn>
                    <a:cxn ang="0">
                      <a:pos x="connsiteX3346" y="connsiteY3346"/>
                    </a:cxn>
                    <a:cxn ang="0">
                      <a:pos x="connsiteX3347" y="connsiteY3347"/>
                    </a:cxn>
                    <a:cxn ang="0">
                      <a:pos x="connsiteX3348" y="connsiteY3348"/>
                    </a:cxn>
                    <a:cxn ang="0">
                      <a:pos x="connsiteX3349" y="connsiteY3349"/>
                    </a:cxn>
                    <a:cxn ang="0">
                      <a:pos x="connsiteX3350" y="connsiteY3350"/>
                    </a:cxn>
                    <a:cxn ang="0">
                      <a:pos x="connsiteX3351" y="connsiteY3351"/>
                    </a:cxn>
                    <a:cxn ang="0">
                      <a:pos x="connsiteX3352" y="connsiteY3352"/>
                    </a:cxn>
                    <a:cxn ang="0">
                      <a:pos x="connsiteX3353" y="connsiteY3353"/>
                    </a:cxn>
                    <a:cxn ang="0">
                      <a:pos x="connsiteX3354" y="connsiteY3354"/>
                    </a:cxn>
                    <a:cxn ang="0">
                      <a:pos x="connsiteX3355" y="connsiteY3355"/>
                    </a:cxn>
                    <a:cxn ang="0">
                      <a:pos x="connsiteX3356" y="connsiteY3356"/>
                    </a:cxn>
                    <a:cxn ang="0">
                      <a:pos x="connsiteX3357" y="connsiteY3357"/>
                    </a:cxn>
                    <a:cxn ang="0">
                      <a:pos x="connsiteX3358" y="connsiteY3358"/>
                    </a:cxn>
                    <a:cxn ang="0">
                      <a:pos x="connsiteX3359" y="connsiteY3359"/>
                    </a:cxn>
                    <a:cxn ang="0">
                      <a:pos x="connsiteX3360" y="connsiteY3360"/>
                    </a:cxn>
                    <a:cxn ang="0">
                      <a:pos x="connsiteX3361" y="connsiteY3361"/>
                    </a:cxn>
                    <a:cxn ang="0">
                      <a:pos x="connsiteX3362" y="connsiteY3362"/>
                    </a:cxn>
                    <a:cxn ang="0">
                      <a:pos x="connsiteX3363" y="connsiteY3363"/>
                    </a:cxn>
                    <a:cxn ang="0">
                      <a:pos x="connsiteX3364" y="connsiteY3364"/>
                    </a:cxn>
                    <a:cxn ang="0">
                      <a:pos x="connsiteX3365" y="connsiteY3365"/>
                    </a:cxn>
                    <a:cxn ang="0">
                      <a:pos x="connsiteX3366" y="connsiteY3366"/>
                    </a:cxn>
                    <a:cxn ang="0">
                      <a:pos x="connsiteX3367" y="connsiteY3367"/>
                    </a:cxn>
                    <a:cxn ang="0">
                      <a:pos x="connsiteX3368" y="connsiteY3368"/>
                    </a:cxn>
                    <a:cxn ang="0">
                      <a:pos x="connsiteX3369" y="connsiteY3369"/>
                    </a:cxn>
                    <a:cxn ang="0">
                      <a:pos x="connsiteX3370" y="connsiteY3370"/>
                    </a:cxn>
                    <a:cxn ang="0">
                      <a:pos x="connsiteX3371" y="connsiteY3371"/>
                    </a:cxn>
                    <a:cxn ang="0">
                      <a:pos x="connsiteX3372" y="connsiteY3372"/>
                    </a:cxn>
                    <a:cxn ang="0">
                      <a:pos x="connsiteX3373" y="connsiteY3373"/>
                    </a:cxn>
                    <a:cxn ang="0">
                      <a:pos x="connsiteX3374" y="connsiteY3374"/>
                    </a:cxn>
                    <a:cxn ang="0">
                      <a:pos x="connsiteX3375" y="connsiteY3375"/>
                    </a:cxn>
                    <a:cxn ang="0">
                      <a:pos x="connsiteX3376" y="connsiteY3376"/>
                    </a:cxn>
                    <a:cxn ang="0">
                      <a:pos x="connsiteX3377" y="connsiteY3377"/>
                    </a:cxn>
                    <a:cxn ang="0">
                      <a:pos x="connsiteX3378" y="connsiteY3378"/>
                    </a:cxn>
                    <a:cxn ang="0">
                      <a:pos x="connsiteX3379" y="connsiteY3379"/>
                    </a:cxn>
                    <a:cxn ang="0">
                      <a:pos x="connsiteX3380" y="connsiteY3380"/>
                    </a:cxn>
                    <a:cxn ang="0">
                      <a:pos x="connsiteX3381" y="connsiteY3381"/>
                    </a:cxn>
                    <a:cxn ang="0">
                      <a:pos x="connsiteX3382" y="connsiteY3382"/>
                    </a:cxn>
                    <a:cxn ang="0">
                      <a:pos x="connsiteX3383" y="connsiteY3383"/>
                    </a:cxn>
                    <a:cxn ang="0">
                      <a:pos x="connsiteX3384" y="connsiteY3384"/>
                    </a:cxn>
                    <a:cxn ang="0">
                      <a:pos x="connsiteX3385" y="connsiteY3385"/>
                    </a:cxn>
                    <a:cxn ang="0">
                      <a:pos x="connsiteX3386" y="connsiteY3386"/>
                    </a:cxn>
                    <a:cxn ang="0">
                      <a:pos x="connsiteX3387" y="connsiteY3387"/>
                    </a:cxn>
                    <a:cxn ang="0">
                      <a:pos x="connsiteX3388" y="connsiteY3388"/>
                    </a:cxn>
                    <a:cxn ang="0">
                      <a:pos x="connsiteX3389" y="connsiteY3389"/>
                    </a:cxn>
                    <a:cxn ang="0">
                      <a:pos x="connsiteX3390" y="connsiteY3390"/>
                    </a:cxn>
                    <a:cxn ang="0">
                      <a:pos x="connsiteX3391" y="connsiteY3391"/>
                    </a:cxn>
                    <a:cxn ang="0">
                      <a:pos x="connsiteX3392" y="connsiteY3392"/>
                    </a:cxn>
                    <a:cxn ang="0">
                      <a:pos x="connsiteX3393" y="connsiteY3393"/>
                    </a:cxn>
                    <a:cxn ang="0">
                      <a:pos x="connsiteX3394" y="connsiteY3394"/>
                    </a:cxn>
                    <a:cxn ang="0">
                      <a:pos x="connsiteX3395" y="connsiteY3395"/>
                    </a:cxn>
                    <a:cxn ang="0">
                      <a:pos x="connsiteX3396" y="connsiteY3396"/>
                    </a:cxn>
                    <a:cxn ang="0">
                      <a:pos x="connsiteX3397" y="connsiteY3397"/>
                    </a:cxn>
                    <a:cxn ang="0">
                      <a:pos x="connsiteX3398" y="connsiteY3398"/>
                    </a:cxn>
                    <a:cxn ang="0">
                      <a:pos x="connsiteX3399" y="connsiteY3399"/>
                    </a:cxn>
                    <a:cxn ang="0">
                      <a:pos x="connsiteX3400" y="connsiteY3400"/>
                    </a:cxn>
                    <a:cxn ang="0">
                      <a:pos x="connsiteX3401" y="connsiteY3401"/>
                    </a:cxn>
                    <a:cxn ang="0">
                      <a:pos x="connsiteX3402" y="connsiteY3402"/>
                    </a:cxn>
                    <a:cxn ang="0">
                      <a:pos x="connsiteX3403" y="connsiteY3403"/>
                    </a:cxn>
                    <a:cxn ang="0">
                      <a:pos x="connsiteX3404" y="connsiteY3404"/>
                    </a:cxn>
                    <a:cxn ang="0">
                      <a:pos x="connsiteX3405" y="connsiteY3405"/>
                    </a:cxn>
                    <a:cxn ang="0">
                      <a:pos x="connsiteX3406" y="connsiteY3406"/>
                    </a:cxn>
                    <a:cxn ang="0">
                      <a:pos x="connsiteX3407" y="connsiteY3407"/>
                    </a:cxn>
                    <a:cxn ang="0">
                      <a:pos x="connsiteX3408" y="connsiteY3408"/>
                    </a:cxn>
                    <a:cxn ang="0">
                      <a:pos x="connsiteX3409" y="connsiteY3409"/>
                    </a:cxn>
                    <a:cxn ang="0">
                      <a:pos x="connsiteX3410" y="connsiteY3410"/>
                    </a:cxn>
                    <a:cxn ang="0">
                      <a:pos x="connsiteX3411" y="connsiteY3411"/>
                    </a:cxn>
                    <a:cxn ang="0">
                      <a:pos x="connsiteX3412" y="connsiteY3412"/>
                    </a:cxn>
                    <a:cxn ang="0">
                      <a:pos x="connsiteX3413" y="connsiteY3413"/>
                    </a:cxn>
                    <a:cxn ang="0">
                      <a:pos x="connsiteX3414" y="connsiteY3414"/>
                    </a:cxn>
                    <a:cxn ang="0">
                      <a:pos x="connsiteX3415" y="connsiteY3415"/>
                    </a:cxn>
                    <a:cxn ang="0">
                      <a:pos x="connsiteX3416" y="connsiteY3416"/>
                    </a:cxn>
                    <a:cxn ang="0">
                      <a:pos x="connsiteX3417" y="connsiteY3417"/>
                    </a:cxn>
                    <a:cxn ang="0">
                      <a:pos x="connsiteX3418" y="connsiteY3418"/>
                    </a:cxn>
                    <a:cxn ang="0">
                      <a:pos x="connsiteX3419" y="connsiteY3419"/>
                    </a:cxn>
                    <a:cxn ang="0">
                      <a:pos x="connsiteX3420" y="connsiteY3420"/>
                    </a:cxn>
                    <a:cxn ang="0">
                      <a:pos x="connsiteX3421" y="connsiteY3421"/>
                    </a:cxn>
                    <a:cxn ang="0">
                      <a:pos x="connsiteX3422" y="connsiteY3422"/>
                    </a:cxn>
                    <a:cxn ang="0">
                      <a:pos x="connsiteX3423" y="connsiteY3423"/>
                    </a:cxn>
                    <a:cxn ang="0">
                      <a:pos x="connsiteX3424" y="connsiteY3424"/>
                    </a:cxn>
                    <a:cxn ang="0">
                      <a:pos x="connsiteX3425" y="connsiteY3425"/>
                    </a:cxn>
                    <a:cxn ang="0">
                      <a:pos x="connsiteX3426" y="connsiteY3426"/>
                    </a:cxn>
                    <a:cxn ang="0">
                      <a:pos x="connsiteX3427" y="connsiteY3427"/>
                    </a:cxn>
                    <a:cxn ang="0">
                      <a:pos x="connsiteX3428" y="connsiteY3428"/>
                    </a:cxn>
                    <a:cxn ang="0">
                      <a:pos x="connsiteX3429" y="connsiteY3429"/>
                    </a:cxn>
                    <a:cxn ang="0">
                      <a:pos x="connsiteX3430" y="connsiteY3430"/>
                    </a:cxn>
                    <a:cxn ang="0">
                      <a:pos x="connsiteX3431" y="connsiteY3431"/>
                    </a:cxn>
                    <a:cxn ang="0">
                      <a:pos x="connsiteX3432" y="connsiteY3432"/>
                    </a:cxn>
                    <a:cxn ang="0">
                      <a:pos x="connsiteX3433" y="connsiteY3433"/>
                    </a:cxn>
                    <a:cxn ang="0">
                      <a:pos x="connsiteX3434" y="connsiteY3434"/>
                    </a:cxn>
                    <a:cxn ang="0">
                      <a:pos x="connsiteX3435" y="connsiteY3435"/>
                    </a:cxn>
                    <a:cxn ang="0">
                      <a:pos x="connsiteX3436" y="connsiteY3436"/>
                    </a:cxn>
                    <a:cxn ang="0">
                      <a:pos x="connsiteX3437" y="connsiteY3437"/>
                    </a:cxn>
                    <a:cxn ang="0">
                      <a:pos x="connsiteX3438" y="connsiteY3438"/>
                    </a:cxn>
                    <a:cxn ang="0">
                      <a:pos x="connsiteX3439" y="connsiteY3439"/>
                    </a:cxn>
                    <a:cxn ang="0">
                      <a:pos x="connsiteX3440" y="connsiteY3440"/>
                    </a:cxn>
                    <a:cxn ang="0">
                      <a:pos x="connsiteX3441" y="connsiteY3441"/>
                    </a:cxn>
                    <a:cxn ang="0">
                      <a:pos x="connsiteX3442" y="connsiteY3442"/>
                    </a:cxn>
                    <a:cxn ang="0">
                      <a:pos x="connsiteX3443" y="connsiteY3443"/>
                    </a:cxn>
                    <a:cxn ang="0">
                      <a:pos x="connsiteX3444" y="connsiteY3444"/>
                    </a:cxn>
                    <a:cxn ang="0">
                      <a:pos x="connsiteX3445" y="connsiteY3445"/>
                    </a:cxn>
                    <a:cxn ang="0">
                      <a:pos x="connsiteX3446" y="connsiteY3446"/>
                    </a:cxn>
                    <a:cxn ang="0">
                      <a:pos x="connsiteX3447" y="connsiteY3447"/>
                    </a:cxn>
                    <a:cxn ang="0">
                      <a:pos x="connsiteX3448" y="connsiteY3448"/>
                    </a:cxn>
                    <a:cxn ang="0">
                      <a:pos x="connsiteX3449" y="connsiteY3449"/>
                    </a:cxn>
                    <a:cxn ang="0">
                      <a:pos x="connsiteX3450" y="connsiteY3450"/>
                    </a:cxn>
                    <a:cxn ang="0">
                      <a:pos x="connsiteX3451" y="connsiteY3451"/>
                    </a:cxn>
                    <a:cxn ang="0">
                      <a:pos x="connsiteX3452" y="connsiteY3452"/>
                    </a:cxn>
                    <a:cxn ang="0">
                      <a:pos x="connsiteX3453" y="connsiteY3453"/>
                    </a:cxn>
                    <a:cxn ang="0">
                      <a:pos x="connsiteX3454" y="connsiteY3454"/>
                    </a:cxn>
                    <a:cxn ang="0">
                      <a:pos x="connsiteX3455" y="connsiteY3455"/>
                    </a:cxn>
                    <a:cxn ang="0">
                      <a:pos x="connsiteX3456" y="connsiteY3456"/>
                    </a:cxn>
                    <a:cxn ang="0">
                      <a:pos x="connsiteX3457" y="connsiteY3457"/>
                    </a:cxn>
                    <a:cxn ang="0">
                      <a:pos x="connsiteX3458" y="connsiteY3458"/>
                    </a:cxn>
                    <a:cxn ang="0">
                      <a:pos x="connsiteX3459" y="connsiteY3459"/>
                    </a:cxn>
                    <a:cxn ang="0">
                      <a:pos x="connsiteX3460" y="connsiteY3460"/>
                    </a:cxn>
                    <a:cxn ang="0">
                      <a:pos x="connsiteX3461" y="connsiteY3461"/>
                    </a:cxn>
                    <a:cxn ang="0">
                      <a:pos x="connsiteX3462" y="connsiteY3462"/>
                    </a:cxn>
                    <a:cxn ang="0">
                      <a:pos x="connsiteX3463" y="connsiteY3463"/>
                    </a:cxn>
                    <a:cxn ang="0">
                      <a:pos x="connsiteX3464" y="connsiteY3464"/>
                    </a:cxn>
                    <a:cxn ang="0">
                      <a:pos x="connsiteX3465" y="connsiteY3465"/>
                    </a:cxn>
                    <a:cxn ang="0">
                      <a:pos x="connsiteX3466" y="connsiteY3466"/>
                    </a:cxn>
                    <a:cxn ang="0">
                      <a:pos x="connsiteX3467" y="connsiteY3467"/>
                    </a:cxn>
                    <a:cxn ang="0">
                      <a:pos x="connsiteX3468" y="connsiteY3468"/>
                    </a:cxn>
                    <a:cxn ang="0">
                      <a:pos x="connsiteX3469" y="connsiteY3469"/>
                    </a:cxn>
                    <a:cxn ang="0">
                      <a:pos x="connsiteX3470" y="connsiteY3470"/>
                    </a:cxn>
                    <a:cxn ang="0">
                      <a:pos x="connsiteX3471" y="connsiteY3471"/>
                    </a:cxn>
                    <a:cxn ang="0">
                      <a:pos x="connsiteX3472" y="connsiteY3472"/>
                    </a:cxn>
                    <a:cxn ang="0">
                      <a:pos x="connsiteX3473" y="connsiteY3473"/>
                    </a:cxn>
                    <a:cxn ang="0">
                      <a:pos x="connsiteX3474" y="connsiteY3474"/>
                    </a:cxn>
                    <a:cxn ang="0">
                      <a:pos x="connsiteX3475" y="connsiteY3475"/>
                    </a:cxn>
                    <a:cxn ang="0">
                      <a:pos x="connsiteX3476" y="connsiteY3476"/>
                    </a:cxn>
                    <a:cxn ang="0">
                      <a:pos x="connsiteX3477" y="connsiteY3477"/>
                    </a:cxn>
                    <a:cxn ang="0">
                      <a:pos x="connsiteX3478" y="connsiteY3478"/>
                    </a:cxn>
                    <a:cxn ang="0">
                      <a:pos x="connsiteX3479" y="connsiteY3479"/>
                    </a:cxn>
                    <a:cxn ang="0">
                      <a:pos x="connsiteX3480" y="connsiteY3480"/>
                    </a:cxn>
                    <a:cxn ang="0">
                      <a:pos x="connsiteX3481" y="connsiteY3481"/>
                    </a:cxn>
                    <a:cxn ang="0">
                      <a:pos x="connsiteX3482" y="connsiteY3482"/>
                    </a:cxn>
                    <a:cxn ang="0">
                      <a:pos x="connsiteX3483" y="connsiteY3483"/>
                    </a:cxn>
                    <a:cxn ang="0">
                      <a:pos x="connsiteX3484" y="connsiteY3484"/>
                    </a:cxn>
                    <a:cxn ang="0">
                      <a:pos x="connsiteX3485" y="connsiteY3485"/>
                    </a:cxn>
                    <a:cxn ang="0">
                      <a:pos x="connsiteX3486" y="connsiteY3486"/>
                    </a:cxn>
                    <a:cxn ang="0">
                      <a:pos x="connsiteX3487" y="connsiteY3487"/>
                    </a:cxn>
                    <a:cxn ang="0">
                      <a:pos x="connsiteX3488" y="connsiteY3488"/>
                    </a:cxn>
                    <a:cxn ang="0">
                      <a:pos x="connsiteX3489" y="connsiteY3489"/>
                    </a:cxn>
                    <a:cxn ang="0">
                      <a:pos x="connsiteX3490" y="connsiteY3490"/>
                    </a:cxn>
                    <a:cxn ang="0">
                      <a:pos x="connsiteX3491" y="connsiteY3491"/>
                    </a:cxn>
                    <a:cxn ang="0">
                      <a:pos x="connsiteX3492" y="connsiteY3492"/>
                    </a:cxn>
                    <a:cxn ang="0">
                      <a:pos x="connsiteX3493" y="connsiteY3493"/>
                    </a:cxn>
                    <a:cxn ang="0">
                      <a:pos x="connsiteX3494" y="connsiteY3494"/>
                    </a:cxn>
                    <a:cxn ang="0">
                      <a:pos x="connsiteX3495" y="connsiteY3495"/>
                    </a:cxn>
                    <a:cxn ang="0">
                      <a:pos x="connsiteX3496" y="connsiteY3496"/>
                    </a:cxn>
                    <a:cxn ang="0">
                      <a:pos x="connsiteX3497" y="connsiteY3497"/>
                    </a:cxn>
                    <a:cxn ang="0">
                      <a:pos x="connsiteX3498" y="connsiteY3498"/>
                    </a:cxn>
                    <a:cxn ang="0">
                      <a:pos x="connsiteX3499" y="connsiteY3499"/>
                    </a:cxn>
                    <a:cxn ang="0">
                      <a:pos x="connsiteX3500" y="connsiteY3500"/>
                    </a:cxn>
                    <a:cxn ang="0">
                      <a:pos x="connsiteX3501" y="connsiteY3501"/>
                    </a:cxn>
                    <a:cxn ang="0">
                      <a:pos x="connsiteX3502" y="connsiteY3502"/>
                    </a:cxn>
                    <a:cxn ang="0">
                      <a:pos x="connsiteX3503" y="connsiteY3503"/>
                    </a:cxn>
                    <a:cxn ang="0">
                      <a:pos x="connsiteX3504" y="connsiteY3504"/>
                    </a:cxn>
                    <a:cxn ang="0">
                      <a:pos x="connsiteX3505" y="connsiteY3505"/>
                    </a:cxn>
                    <a:cxn ang="0">
                      <a:pos x="connsiteX3506" y="connsiteY3506"/>
                    </a:cxn>
                    <a:cxn ang="0">
                      <a:pos x="connsiteX3507" y="connsiteY3507"/>
                    </a:cxn>
                    <a:cxn ang="0">
                      <a:pos x="connsiteX3508" y="connsiteY3508"/>
                    </a:cxn>
                    <a:cxn ang="0">
                      <a:pos x="connsiteX3509" y="connsiteY3509"/>
                    </a:cxn>
                    <a:cxn ang="0">
                      <a:pos x="connsiteX3510" y="connsiteY3510"/>
                    </a:cxn>
                    <a:cxn ang="0">
                      <a:pos x="connsiteX3511" y="connsiteY3511"/>
                    </a:cxn>
                    <a:cxn ang="0">
                      <a:pos x="connsiteX3512" y="connsiteY3512"/>
                    </a:cxn>
                    <a:cxn ang="0">
                      <a:pos x="connsiteX3513" y="connsiteY3513"/>
                    </a:cxn>
                    <a:cxn ang="0">
                      <a:pos x="connsiteX3514" y="connsiteY3514"/>
                    </a:cxn>
                    <a:cxn ang="0">
                      <a:pos x="connsiteX3515" y="connsiteY3515"/>
                    </a:cxn>
                    <a:cxn ang="0">
                      <a:pos x="connsiteX3516" y="connsiteY3516"/>
                    </a:cxn>
                    <a:cxn ang="0">
                      <a:pos x="connsiteX3517" y="connsiteY3517"/>
                    </a:cxn>
                    <a:cxn ang="0">
                      <a:pos x="connsiteX3518" y="connsiteY3518"/>
                    </a:cxn>
                    <a:cxn ang="0">
                      <a:pos x="connsiteX3519" y="connsiteY3519"/>
                    </a:cxn>
                    <a:cxn ang="0">
                      <a:pos x="connsiteX3520" y="connsiteY3520"/>
                    </a:cxn>
                    <a:cxn ang="0">
                      <a:pos x="connsiteX3521" y="connsiteY3521"/>
                    </a:cxn>
                    <a:cxn ang="0">
                      <a:pos x="connsiteX3522" y="connsiteY3522"/>
                    </a:cxn>
                    <a:cxn ang="0">
                      <a:pos x="connsiteX3523" y="connsiteY3523"/>
                    </a:cxn>
                    <a:cxn ang="0">
                      <a:pos x="connsiteX3524" y="connsiteY3524"/>
                    </a:cxn>
                    <a:cxn ang="0">
                      <a:pos x="connsiteX3525" y="connsiteY3525"/>
                    </a:cxn>
                    <a:cxn ang="0">
                      <a:pos x="connsiteX3526" y="connsiteY3526"/>
                    </a:cxn>
                    <a:cxn ang="0">
                      <a:pos x="connsiteX3527" y="connsiteY3527"/>
                    </a:cxn>
                    <a:cxn ang="0">
                      <a:pos x="connsiteX3528" y="connsiteY3528"/>
                    </a:cxn>
                    <a:cxn ang="0">
                      <a:pos x="connsiteX3529" y="connsiteY3529"/>
                    </a:cxn>
                    <a:cxn ang="0">
                      <a:pos x="connsiteX3530" y="connsiteY3530"/>
                    </a:cxn>
                    <a:cxn ang="0">
                      <a:pos x="connsiteX3531" y="connsiteY3531"/>
                    </a:cxn>
                    <a:cxn ang="0">
                      <a:pos x="connsiteX3532" y="connsiteY3532"/>
                    </a:cxn>
                    <a:cxn ang="0">
                      <a:pos x="connsiteX3533" y="connsiteY3533"/>
                    </a:cxn>
                    <a:cxn ang="0">
                      <a:pos x="connsiteX3534" y="connsiteY3534"/>
                    </a:cxn>
                    <a:cxn ang="0">
                      <a:pos x="connsiteX3535" y="connsiteY3535"/>
                    </a:cxn>
                    <a:cxn ang="0">
                      <a:pos x="connsiteX3536" y="connsiteY3536"/>
                    </a:cxn>
                    <a:cxn ang="0">
                      <a:pos x="connsiteX3537" y="connsiteY3537"/>
                    </a:cxn>
                    <a:cxn ang="0">
                      <a:pos x="connsiteX3538" y="connsiteY3538"/>
                    </a:cxn>
                    <a:cxn ang="0">
                      <a:pos x="connsiteX3539" y="connsiteY3539"/>
                    </a:cxn>
                    <a:cxn ang="0">
                      <a:pos x="connsiteX3540" y="connsiteY3540"/>
                    </a:cxn>
                    <a:cxn ang="0">
                      <a:pos x="connsiteX3541" y="connsiteY3541"/>
                    </a:cxn>
                    <a:cxn ang="0">
                      <a:pos x="connsiteX3542" y="connsiteY3542"/>
                    </a:cxn>
                    <a:cxn ang="0">
                      <a:pos x="connsiteX3543" y="connsiteY3543"/>
                    </a:cxn>
                    <a:cxn ang="0">
                      <a:pos x="connsiteX3544" y="connsiteY3544"/>
                    </a:cxn>
                    <a:cxn ang="0">
                      <a:pos x="connsiteX3545" y="connsiteY3545"/>
                    </a:cxn>
                    <a:cxn ang="0">
                      <a:pos x="connsiteX3546" y="connsiteY3546"/>
                    </a:cxn>
                    <a:cxn ang="0">
                      <a:pos x="connsiteX3547" y="connsiteY3547"/>
                    </a:cxn>
                    <a:cxn ang="0">
                      <a:pos x="connsiteX3548" y="connsiteY3548"/>
                    </a:cxn>
                    <a:cxn ang="0">
                      <a:pos x="connsiteX3549" y="connsiteY3549"/>
                    </a:cxn>
                    <a:cxn ang="0">
                      <a:pos x="connsiteX3550" y="connsiteY3550"/>
                    </a:cxn>
                    <a:cxn ang="0">
                      <a:pos x="connsiteX3551" y="connsiteY3551"/>
                    </a:cxn>
                    <a:cxn ang="0">
                      <a:pos x="connsiteX3552" y="connsiteY3552"/>
                    </a:cxn>
                    <a:cxn ang="0">
                      <a:pos x="connsiteX3553" y="connsiteY3553"/>
                    </a:cxn>
                    <a:cxn ang="0">
                      <a:pos x="connsiteX3554" y="connsiteY3554"/>
                    </a:cxn>
                    <a:cxn ang="0">
                      <a:pos x="connsiteX3555" y="connsiteY3555"/>
                    </a:cxn>
                    <a:cxn ang="0">
                      <a:pos x="connsiteX3556" y="connsiteY3556"/>
                    </a:cxn>
                    <a:cxn ang="0">
                      <a:pos x="connsiteX3557" y="connsiteY3557"/>
                    </a:cxn>
                    <a:cxn ang="0">
                      <a:pos x="connsiteX3558" y="connsiteY3558"/>
                    </a:cxn>
                    <a:cxn ang="0">
                      <a:pos x="connsiteX3559" y="connsiteY3559"/>
                    </a:cxn>
                    <a:cxn ang="0">
                      <a:pos x="connsiteX3560" y="connsiteY3560"/>
                    </a:cxn>
                    <a:cxn ang="0">
                      <a:pos x="connsiteX3561" y="connsiteY3561"/>
                    </a:cxn>
                    <a:cxn ang="0">
                      <a:pos x="connsiteX3562" y="connsiteY3562"/>
                    </a:cxn>
                    <a:cxn ang="0">
                      <a:pos x="connsiteX3563" y="connsiteY3563"/>
                    </a:cxn>
                    <a:cxn ang="0">
                      <a:pos x="connsiteX3564" y="connsiteY3564"/>
                    </a:cxn>
                    <a:cxn ang="0">
                      <a:pos x="connsiteX3565" y="connsiteY3565"/>
                    </a:cxn>
                    <a:cxn ang="0">
                      <a:pos x="connsiteX3566" y="connsiteY3566"/>
                    </a:cxn>
                    <a:cxn ang="0">
                      <a:pos x="connsiteX3567" y="connsiteY3567"/>
                    </a:cxn>
                    <a:cxn ang="0">
                      <a:pos x="connsiteX3568" y="connsiteY3568"/>
                    </a:cxn>
                    <a:cxn ang="0">
                      <a:pos x="connsiteX3569" y="connsiteY3569"/>
                    </a:cxn>
                    <a:cxn ang="0">
                      <a:pos x="connsiteX3570" y="connsiteY3570"/>
                    </a:cxn>
                    <a:cxn ang="0">
                      <a:pos x="connsiteX3571" y="connsiteY3571"/>
                    </a:cxn>
                    <a:cxn ang="0">
                      <a:pos x="connsiteX3572" y="connsiteY3572"/>
                    </a:cxn>
                    <a:cxn ang="0">
                      <a:pos x="connsiteX3573" y="connsiteY3573"/>
                    </a:cxn>
                    <a:cxn ang="0">
                      <a:pos x="connsiteX3574" y="connsiteY3574"/>
                    </a:cxn>
                    <a:cxn ang="0">
                      <a:pos x="connsiteX3575" y="connsiteY3575"/>
                    </a:cxn>
                    <a:cxn ang="0">
                      <a:pos x="connsiteX3576" y="connsiteY3576"/>
                    </a:cxn>
                    <a:cxn ang="0">
                      <a:pos x="connsiteX3577" y="connsiteY3577"/>
                    </a:cxn>
                    <a:cxn ang="0">
                      <a:pos x="connsiteX3578" y="connsiteY3578"/>
                    </a:cxn>
                    <a:cxn ang="0">
                      <a:pos x="connsiteX3579" y="connsiteY3579"/>
                    </a:cxn>
                    <a:cxn ang="0">
                      <a:pos x="connsiteX3580" y="connsiteY3580"/>
                    </a:cxn>
                    <a:cxn ang="0">
                      <a:pos x="connsiteX3581" y="connsiteY3581"/>
                    </a:cxn>
                    <a:cxn ang="0">
                      <a:pos x="connsiteX3582" y="connsiteY3582"/>
                    </a:cxn>
                    <a:cxn ang="0">
                      <a:pos x="connsiteX3583" y="connsiteY3583"/>
                    </a:cxn>
                    <a:cxn ang="0">
                      <a:pos x="connsiteX3584" y="connsiteY3584"/>
                    </a:cxn>
                    <a:cxn ang="0">
                      <a:pos x="connsiteX3585" y="connsiteY3585"/>
                    </a:cxn>
                    <a:cxn ang="0">
                      <a:pos x="connsiteX3586" y="connsiteY3586"/>
                    </a:cxn>
                    <a:cxn ang="0">
                      <a:pos x="connsiteX3587" y="connsiteY3587"/>
                    </a:cxn>
                    <a:cxn ang="0">
                      <a:pos x="connsiteX3588" y="connsiteY3588"/>
                    </a:cxn>
                    <a:cxn ang="0">
                      <a:pos x="connsiteX3589" y="connsiteY3589"/>
                    </a:cxn>
                    <a:cxn ang="0">
                      <a:pos x="connsiteX3590" y="connsiteY3590"/>
                    </a:cxn>
                    <a:cxn ang="0">
                      <a:pos x="connsiteX3591" y="connsiteY3591"/>
                    </a:cxn>
                    <a:cxn ang="0">
                      <a:pos x="connsiteX3592" y="connsiteY3592"/>
                    </a:cxn>
                    <a:cxn ang="0">
                      <a:pos x="connsiteX3593" y="connsiteY3593"/>
                    </a:cxn>
                    <a:cxn ang="0">
                      <a:pos x="connsiteX3594" y="connsiteY3594"/>
                    </a:cxn>
                    <a:cxn ang="0">
                      <a:pos x="connsiteX3595" y="connsiteY3595"/>
                    </a:cxn>
                    <a:cxn ang="0">
                      <a:pos x="connsiteX3596" y="connsiteY3596"/>
                    </a:cxn>
                    <a:cxn ang="0">
                      <a:pos x="connsiteX3597" y="connsiteY3597"/>
                    </a:cxn>
                    <a:cxn ang="0">
                      <a:pos x="connsiteX3598" y="connsiteY3598"/>
                    </a:cxn>
                    <a:cxn ang="0">
                      <a:pos x="connsiteX3599" y="connsiteY3599"/>
                    </a:cxn>
                    <a:cxn ang="0">
                      <a:pos x="connsiteX3600" y="connsiteY3600"/>
                    </a:cxn>
                    <a:cxn ang="0">
                      <a:pos x="connsiteX3601" y="connsiteY3601"/>
                    </a:cxn>
                    <a:cxn ang="0">
                      <a:pos x="connsiteX3602" y="connsiteY3602"/>
                    </a:cxn>
                    <a:cxn ang="0">
                      <a:pos x="connsiteX3603" y="connsiteY3603"/>
                    </a:cxn>
                    <a:cxn ang="0">
                      <a:pos x="connsiteX3604" y="connsiteY3604"/>
                    </a:cxn>
                    <a:cxn ang="0">
                      <a:pos x="connsiteX3605" y="connsiteY3605"/>
                    </a:cxn>
                    <a:cxn ang="0">
                      <a:pos x="connsiteX3606" y="connsiteY3606"/>
                    </a:cxn>
                    <a:cxn ang="0">
                      <a:pos x="connsiteX3607" y="connsiteY3607"/>
                    </a:cxn>
                    <a:cxn ang="0">
                      <a:pos x="connsiteX3608" y="connsiteY3608"/>
                    </a:cxn>
                    <a:cxn ang="0">
                      <a:pos x="connsiteX3609" y="connsiteY3609"/>
                    </a:cxn>
                    <a:cxn ang="0">
                      <a:pos x="connsiteX3610" y="connsiteY3610"/>
                    </a:cxn>
                    <a:cxn ang="0">
                      <a:pos x="connsiteX3611" y="connsiteY3611"/>
                    </a:cxn>
                    <a:cxn ang="0">
                      <a:pos x="connsiteX3612" y="connsiteY3612"/>
                    </a:cxn>
                    <a:cxn ang="0">
                      <a:pos x="connsiteX3613" y="connsiteY3613"/>
                    </a:cxn>
                    <a:cxn ang="0">
                      <a:pos x="connsiteX3614" y="connsiteY3614"/>
                    </a:cxn>
                    <a:cxn ang="0">
                      <a:pos x="connsiteX3615" y="connsiteY3615"/>
                    </a:cxn>
                    <a:cxn ang="0">
                      <a:pos x="connsiteX3616" y="connsiteY3616"/>
                    </a:cxn>
                    <a:cxn ang="0">
                      <a:pos x="connsiteX3617" y="connsiteY3617"/>
                    </a:cxn>
                    <a:cxn ang="0">
                      <a:pos x="connsiteX3618" y="connsiteY3618"/>
                    </a:cxn>
                    <a:cxn ang="0">
                      <a:pos x="connsiteX3619" y="connsiteY3619"/>
                    </a:cxn>
                    <a:cxn ang="0">
                      <a:pos x="connsiteX3620" y="connsiteY3620"/>
                    </a:cxn>
                    <a:cxn ang="0">
                      <a:pos x="connsiteX3621" y="connsiteY3621"/>
                    </a:cxn>
                    <a:cxn ang="0">
                      <a:pos x="connsiteX3622" y="connsiteY3622"/>
                    </a:cxn>
                    <a:cxn ang="0">
                      <a:pos x="connsiteX3623" y="connsiteY3623"/>
                    </a:cxn>
                    <a:cxn ang="0">
                      <a:pos x="connsiteX3624" y="connsiteY3624"/>
                    </a:cxn>
                    <a:cxn ang="0">
                      <a:pos x="connsiteX3625" y="connsiteY3625"/>
                    </a:cxn>
                    <a:cxn ang="0">
                      <a:pos x="connsiteX3626" y="connsiteY3626"/>
                    </a:cxn>
                    <a:cxn ang="0">
                      <a:pos x="connsiteX3627" y="connsiteY3627"/>
                    </a:cxn>
                    <a:cxn ang="0">
                      <a:pos x="connsiteX3628" y="connsiteY3628"/>
                    </a:cxn>
                    <a:cxn ang="0">
                      <a:pos x="connsiteX3629" y="connsiteY3629"/>
                    </a:cxn>
                    <a:cxn ang="0">
                      <a:pos x="connsiteX3630" y="connsiteY3630"/>
                    </a:cxn>
                    <a:cxn ang="0">
                      <a:pos x="connsiteX3631" y="connsiteY3631"/>
                    </a:cxn>
                    <a:cxn ang="0">
                      <a:pos x="connsiteX3632" y="connsiteY3632"/>
                    </a:cxn>
                    <a:cxn ang="0">
                      <a:pos x="connsiteX3633" y="connsiteY3633"/>
                    </a:cxn>
                    <a:cxn ang="0">
                      <a:pos x="connsiteX3634" y="connsiteY3634"/>
                    </a:cxn>
                    <a:cxn ang="0">
                      <a:pos x="connsiteX3635" y="connsiteY3635"/>
                    </a:cxn>
                    <a:cxn ang="0">
                      <a:pos x="connsiteX3636" y="connsiteY3636"/>
                    </a:cxn>
                    <a:cxn ang="0">
                      <a:pos x="connsiteX3637" y="connsiteY3637"/>
                    </a:cxn>
                    <a:cxn ang="0">
                      <a:pos x="connsiteX3638" y="connsiteY3638"/>
                    </a:cxn>
                    <a:cxn ang="0">
                      <a:pos x="connsiteX3639" y="connsiteY3639"/>
                    </a:cxn>
                    <a:cxn ang="0">
                      <a:pos x="connsiteX3640" y="connsiteY3640"/>
                    </a:cxn>
                    <a:cxn ang="0">
                      <a:pos x="connsiteX3641" y="connsiteY3641"/>
                    </a:cxn>
                    <a:cxn ang="0">
                      <a:pos x="connsiteX3642" y="connsiteY3642"/>
                    </a:cxn>
                    <a:cxn ang="0">
                      <a:pos x="connsiteX3643" y="connsiteY3643"/>
                    </a:cxn>
                    <a:cxn ang="0">
                      <a:pos x="connsiteX3644" y="connsiteY3644"/>
                    </a:cxn>
                    <a:cxn ang="0">
                      <a:pos x="connsiteX3645" y="connsiteY3645"/>
                    </a:cxn>
                    <a:cxn ang="0">
                      <a:pos x="connsiteX3646" y="connsiteY3646"/>
                    </a:cxn>
                    <a:cxn ang="0">
                      <a:pos x="connsiteX3647" y="connsiteY3647"/>
                    </a:cxn>
                    <a:cxn ang="0">
                      <a:pos x="connsiteX3648" y="connsiteY3648"/>
                    </a:cxn>
                    <a:cxn ang="0">
                      <a:pos x="connsiteX3649" y="connsiteY3649"/>
                    </a:cxn>
                    <a:cxn ang="0">
                      <a:pos x="connsiteX3650" y="connsiteY3650"/>
                    </a:cxn>
                    <a:cxn ang="0">
                      <a:pos x="connsiteX3651" y="connsiteY3651"/>
                    </a:cxn>
                    <a:cxn ang="0">
                      <a:pos x="connsiteX3652" y="connsiteY3652"/>
                    </a:cxn>
                    <a:cxn ang="0">
                      <a:pos x="connsiteX3653" y="connsiteY3653"/>
                    </a:cxn>
                    <a:cxn ang="0">
                      <a:pos x="connsiteX3654" y="connsiteY3654"/>
                    </a:cxn>
                    <a:cxn ang="0">
                      <a:pos x="connsiteX3655" y="connsiteY3655"/>
                    </a:cxn>
                    <a:cxn ang="0">
                      <a:pos x="connsiteX3656" y="connsiteY3656"/>
                    </a:cxn>
                    <a:cxn ang="0">
                      <a:pos x="connsiteX3657" y="connsiteY3657"/>
                    </a:cxn>
                    <a:cxn ang="0">
                      <a:pos x="connsiteX3658" y="connsiteY3658"/>
                    </a:cxn>
                    <a:cxn ang="0">
                      <a:pos x="connsiteX3659" y="connsiteY3659"/>
                    </a:cxn>
                    <a:cxn ang="0">
                      <a:pos x="connsiteX3660" y="connsiteY3660"/>
                    </a:cxn>
                    <a:cxn ang="0">
                      <a:pos x="connsiteX3661" y="connsiteY3661"/>
                    </a:cxn>
                    <a:cxn ang="0">
                      <a:pos x="connsiteX3662" y="connsiteY3662"/>
                    </a:cxn>
                    <a:cxn ang="0">
                      <a:pos x="connsiteX3663" y="connsiteY3663"/>
                    </a:cxn>
                    <a:cxn ang="0">
                      <a:pos x="connsiteX3664" y="connsiteY3664"/>
                    </a:cxn>
                    <a:cxn ang="0">
                      <a:pos x="connsiteX3665" y="connsiteY3665"/>
                    </a:cxn>
                    <a:cxn ang="0">
                      <a:pos x="connsiteX3666" y="connsiteY3666"/>
                    </a:cxn>
                    <a:cxn ang="0">
                      <a:pos x="connsiteX3667" y="connsiteY3667"/>
                    </a:cxn>
                    <a:cxn ang="0">
                      <a:pos x="connsiteX3668" y="connsiteY3668"/>
                    </a:cxn>
                    <a:cxn ang="0">
                      <a:pos x="connsiteX3669" y="connsiteY3669"/>
                    </a:cxn>
                    <a:cxn ang="0">
                      <a:pos x="connsiteX3670" y="connsiteY3670"/>
                    </a:cxn>
                    <a:cxn ang="0">
                      <a:pos x="connsiteX3671" y="connsiteY3671"/>
                    </a:cxn>
                    <a:cxn ang="0">
                      <a:pos x="connsiteX3672" y="connsiteY3672"/>
                    </a:cxn>
                    <a:cxn ang="0">
                      <a:pos x="connsiteX3673" y="connsiteY3673"/>
                    </a:cxn>
                    <a:cxn ang="0">
                      <a:pos x="connsiteX3674" y="connsiteY3674"/>
                    </a:cxn>
                    <a:cxn ang="0">
                      <a:pos x="connsiteX3675" y="connsiteY3675"/>
                    </a:cxn>
                    <a:cxn ang="0">
                      <a:pos x="connsiteX3676" y="connsiteY3676"/>
                    </a:cxn>
                    <a:cxn ang="0">
                      <a:pos x="connsiteX3677" y="connsiteY3677"/>
                    </a:cxn>
                    <a:cxn ang="0">
                      <a:pos x="connsiteX3678" y="connsiteY3678"/>
                    </a:cxn>
                    <a:cxn ang="0">
                      <a:pos x="connsiteX3679" y="connsiteY3679"/>
                    </a:cxn>
                    <a:cxn ang="0">
                      <a:pos x="connsiteX3680" y="connsiteY3680"/>
                    </a:cxn>
                    <a:cxn ang="0">
                      <a:pos x="connsiteX3681" y="connsiteY3681"/>
                    </a:cxn>
                    <a:cxn ang="0">
                      <a:pos x="connsiteX3682" y="connsiteY3682"/>
                    </a:cxn>
                    <a:cxn ang="0">
                      <a:pos x="connsiteX3683" y="connsiteY3683"/>
                    </a:cxn>
                    <a:cxn ang="0">
                      <a:pos x="connsiteX3684" y="connsiteY3684"/>
                    </a:cxn>
                    <a:cxn ang="0">
                      <a:pos x="connsiteX3685" y="connsiteY3685"/>
                    </a:cxn>
                    <a:cxn ang="0">
                      <a:pos x="connsiteX3686" y="connsiteY3686"/>
                    </a:cxn>
                    <a:cxn ang="0">
                      <a:pos x="connsiteX3687" y="connsiteY3687"/>
                    </a:cxn>
                    <a:cxn ang="0">
                      <a:pos x="connsiteX3688" y="connsiteY3688"/>
                    </a:cxn>
                    <a:cxn ang="0">
                      <a:pos x="connsiteX3689" y="connsiteY3689"/>
                    </a:cxn>
                    <a:cxn ang="0">
                      <a:pos x="connsiteX3690" y="connsiteY3690"/>
                    </a:cxn>
                    <a:cxn ang="0">
                      <a:pos x="connsiteX3691" y="connsiteY3691"/>
                    </a:cxn>
                    <a:cxn ang="0">
                      <a:pos x="connsiteX3692" y="connsiteY3692"/>
                    </a:cxn>
                    <a:cxn ang="0">
                      <a:pos x="connsiteX3693" y="connsiteY3693"/>
                    </a:cxn>
                    <a:cxn ang="0">
                      <a:pos x="connsiteX3694" y="connsiteY3694"/>
                    </a:cxn>
                    <a:cxn ang="0">
                      <a:pos x="connsiteX3695" y="connsiteY3695"/>
                    </a:cxn>
                    <a:cxn ang="0">
                      <a:pos x="connsiteX3696" y="connsiteY3696"/>
                    </a:cxn>
                    <a:cxn ang="0">
                      <a:pos x="connsiteX3697" y="connsiteY3697"/>
                    </a:cxn>
                    <a:cxn ang="0">
                      <a:pos x="connsiteX3698" y="connsiteY3698"/>
                    </a:cxn>
                    <a:cxn ang="0">
                      <a:pos x="connsiteX3699" y="connsiteY3699"/>
                    </a:cxn>
                    <a:cxn ang="0">
                      <a:pos x="connsiteX3700" y="connsiteY3700"/>
                    </a:cxn>
                    <a:cxn ang="0">
                      <a:pos x="connsiteX3701" y="connsiteY3701"/>
                    </a:cxn>
                    <a:cxn ang="0">
                      <a:pos x="connsiteX3702" y="connsiteY3702"/>
                    </a:cxn>
                    <a:cxn ang="0">
                      <a:pos x="connsiteX3703" y="connsiteY3703"/>
                    </a:cxn>
                    <a:cxn ang="0">
                      <a:pos x="connsiteX3704" y="connsiteY3704"/>
                    </a:cxn>
                    <a:cxn ang="0">
                      <a:pos x="connsiteX3705" y="connsiteY3705"/>
                    </a:cxn>
                    <a:cxn ang="0">
                      <a:pos x="connsiteX3706" y="connsiteY3706"/>
                    </a:cxn>
                    <a:cxn ang="0">
                      <a:pos x="connsiteX3707" y="connsiteY3707"/>
                    </a:cxn>
                    <a:cxn ang="0">
                      <a:pos x="connsiteX3708" y="connsiteY3708"/>
                    </a:cxn>
                    <a:cxn ang="0">
                      <a:pos x="connsiteX3709" y="connsiteY3709"/>
                    </a:cxn>
                    <a:cxn ang="0">
                      <a:pos x="connsiteX3710" y="connsiteY3710"/>
                    </a:cxn>
                    <a:cxn ang="0">
                      <a:pos x="connsiteX3711" y="connsiteY3711"/>
                    </a:cxn>
                    <a:cxn ang="0">
                      <a:pos x="connsiteX3712" y="connsiteY3712"/>
                    </a:cxn>
                    <a:cxn ang="0">
                      <a:pos x="connsiteX3713" y="connsiteY3713"/>
                    </a:cxn>
                    <a:cxn ang="0">
                      <a:pos x="connsiteX3714" y="connsiteY3714"/>
                    </a:cxn>
                    <a:cxn ang="0">
                      <a:pos x="connsiteX3715" y="connsiteY3715"/>
                    </a:cxn>
                    <a:cxn ang="0">
                      <a:pos x="connsiteX3716" y="connsiteY3716"/>
                    </a:cxn>
                    <a:cxn ang="0">
                      <a:pos x="connsiteX3717" y="connsiteY3717"/>
                    </a:cxn>
                    <a:cxn ang="0">
                      <a:pos x="connsiteX3718" y="connsiteY3718"/>
                    </a:cxn>
                    <a:cxn ang="0">
                      <a:pos x="connsiteX3719" y="connsiteY3719"/>
                    </a:cxn>
                    <a:cxn ang="0">
                      <a:pos x="connsiteX3720" y="connsiteY3720"/>
                    </a:cxn>
                    <a:cxn ang="0">
                      <a:pos x="connsiteX3721" y="connsiteY3721"/>
                    </a:cxn>
                    <a:cxn ang="0">
                      <a:pos x="connsiteX3722" y="connsiteY3722"/>
                    </a:cxn>
                    <a:cxn ang="0">
                      <a:pos x="connsiteX3723" y="connsiteY3723"/>
                    </a:cxn>
                    <a:cxn ang="0">
                      <a:pos x="connsiteX3724" y="connsiteY3724"/>
                    </a:cxn>
                    <a:cxn ang="0">
                      <a:pos x="connsiteX3725" y="connsiteY3725"/>
                    </a:cxn>
                    <a:cxn ang="0">
                      <a:pos x="connsiteX3726" y="connsiteY3726"/>
                    </a:cxn>
                    <a:cxn ang="0">
                      <a:pos x="connsiteX3727" y="connsiteY3727"/>
                    </a:cxn>
                    <a:cxn ang="0">
                      <a:pos x="connsiteX3728" y="connsiteY3728"/>
                    </a:cxn>
                    <a:cxn ang="0">
                      <a:pos x="connsiteX3729" y="connsiteY3729"/>
                    </a:cxn>
                    <a:cxn ang="0">
                      <a:pos x="connsiteX3730" y="connsiteY3730"/>
                    </a:cxn>
                    <a:cxn ang="0">
                      <a:pos x="connsiteX3731" y="connsiteY3731"/>
                    </a:cxn>
                    <a:cxn ang="0">
                      <a:pos x="connsiteX3732" y="connsiteY3732"/>
                    </a:cxn>
                    <a:cxn ang="0">
                      <a:pos x="connsiteX3733" y="connsiteY3733"/>
                    </a:cxn>
                    <a:cxn ang="0">
                      <a:pos x="connsiteX3734" y="connsiteY3734"/>
                    </a:cxn>
                    <a:cxn ang="0">
                      <a:pos x="connsiteX3735" y="connsiteY3735"/>
                    </a:cxn>
                    <a:cxn ang="0">
                      <a:pos x="connsiteX3736" y="connsiteY3736"/>
                    </a:cxn>
                    <a:cxn ang="0">
                      <a:pos x="connsiteX3737" y="connsiteY3737"/>
                    </a:cxn>
                    <a:cxn ang="0">
                      <a:pos x="connsiteX3738" y="connsiteY3738"/>
                    </a:cxn>
                    <a:cxn ang="0">
                      <a:pos x="connsiteX3739" y="connsiteY3739"/>
                    </a:cxn>
                    <a:cxn ang="0">
                      <a:pos x="connsiteX3740" y="connsiteY3740"/>
                    </a:cxn>
                    <a:cxn ang="0">
                      <a:pos x="connsiteX3741" y="connsiteY3741"/>
                    </a:cxn>
                    <a:cxn ang="0">
                      <a:pos x="connsiteX3742" y="connsiteY3742"/>
                    </a:cxn>
                    <a:cxn ang="0">
                      <a:pos x="connsiteX3743" y="connsiteY3743"/>
                    </a:cxn>
                    <a:cxn ang="0">
                      <a:pos x="connsiteX3744" y="connsiteY3744"/>
                    </a:cxn>
                    <a:cxn ang="0">
                      <a:pos x="connsiteX3745" y="connsiteY3745"/>
                    </a:cxn>
                    <a:cxn ang="0">
                      <a:pos x="connsiteX3746" y="connsiteY3746"/>
                    </a:cxn>
                    <a:cxn ang="0">
                      <a:pos x="connsiteX3747" y="connsiteY3747"/>
                    </a:cxn>
                    <a:cxn ang="0">
                      <a:pos x="connsiteX3748" y="connsiteY3748"/>
                    </a:cxn>
                    <a:cxn ang="0">
                      <a:pos x="connsiteX3749" y="connsiteY3749"/>
                    </a:cxn>
                    <a:cxn ang="0">
                      <a:pos x="connsiteX3750" y="connsiteY3750"/>
                    </a:cxn>
                    <a:cxn ang="0">
                      <a:pos x="connsiteX3751" y="connsiteY3751"/>
                    </a:cxn>
                    <a:cxn ang="0">
                      <a:pos x="connsiteX3752" y="connsiteY3752"/>
                    </a:cxn>
                    <a:cxn ang="0">
                      <a:pos x="connsiteX3753" y="connsiteY3753"/>
                    </a:cxn>
                    <a:cxn ang="0">
                      <a:pos x="connsiteX3754" y="connsiteY3754"/>
                    </a:cxn>
                    <a:cxn ang="0">
                      <a:pos x="connsiteX3755" y="connsiteY3755"/>
                    </a:cxn>
                    <a:cxn ang="0">
                      <a:pos x="connsiteX3756" y="connsiteY3756"/>
                    </a:cxn>
                    <a:cxn ang="0">
                      <a:pos x="connsiteX3757" y="connsiteY3757"/>
                    </a:cxn>
                    <a:cxn ang="0">
                      <a:pos x="connsiteX3758" y="connsiteY3758"/>
                    </a:cxn>
                    <a:cxn ang="0">
                      <a:pos x="connsiteX3759" y="connsiteY3759"/>
                    </a:cxn>
                    <a:cxn ang="0">
                      <a:pos x="connsiteX3760" y="connsiteY3760"/>
                    </a:cxn>
                    <a:cxn ang="0">
                      <a:pos x="connsiteX3761" y="connsiteY3761"/>
                    </a:cxn>
                    <a:cxn ang="0">
                      <a:pos x="connsiteX3762" y="connsiteY3762"/>
                    </a:cxn>
                    <a:cxn ang="0">
                      <a:pos x="connsiteX3763" y="connsiteY3763"/>
                    </a:cxn>
                    <a:cxn ang="0">
                      <a:pos x="connsiteX3764" y="connsiteY3764"/>
                    </a:cxn>
                    <a:cxn ang="0">
                      <a:pos x="connsiteX3765" y="connsiteY3765"/>
                    </a:cxn>
                    <a:cxn ang="0">
                      <a:pos x="connsiteX3766" y="connsiteY3766"/>
                    </a:cxn>
                    <a:cxn ang="0">
                      <a:pos x="connsiteX3767" y="connsiteY3767"/>
                    </a:cxn>
                    <a:cxn ang="0">
                      <a:pos x="connsiteX3768" y="connsiteY3768"/>
                    </a:cxn>
                    <a:cxn ang="0">
                      <a:pos x="connsiteX3769" y="connsiteY3769"/>
                    </a:cxn>
                    <a:cxn ang="0">
                      <a:pos x="connsiteX3770" y="connsiteY3770"/>
                    </a:cxn>
                    <a:cxn ang="0">
                      <a:pos x="connsiteX3771" y="connsiteY3771"/>
                    </a:cxn>
                    <a:cxn ang="0">
                      <a:pos x="connsiteX3772" y="connsiteY3772"/>
                    </a:cxn>
                    <a:cxn ang="0">
                      <a:pos x="connsiteX3773" y="connsiteY3773"/>
                    </a:cxn>
                    <a:cxn ang="0">
                      <a:pos x="connsiteX3774" y="connsiteY3774"/>
                    </a:cxn>
                    <a:cxn ang="0">
                      <a:pos x="connsiteX3775" y="connsiteY3775"/>
                    </a:cxn>
                    <a:cxn ang="0">
                      <a:pos x="connsiteX3776" y="connsiteY3776"/>
                    </a:cxn>
                    <a:cxn ang="0">
                      <a:pos x="connsiteX3777" y="connsiteY3777"/>
                    </a:cxn>
                    <a:cxn ang="0">
                      <a:pos x="connsiteX3778" y="connsiteY3778"/>
                    </a:cxn>
                    <a:cxn ang="0">
                      <a:pos x="connsiteX3779" y="connsiteY3779"/>
                    </a:cxn>
                    <a:cxn ang="0">
                      <a:pos x="connsiteX3780" y="connsiteY3780"/>
                    </a:cxn>
                    <a:cxn ang="0">
                      <a:pos x="connsiteX3781" y="connsiteY3781"/>
                    </a:cxn>
                    <a:cxn ang="0">
                      <a:pos x="connsiteX3782" y="connsiteY3782"/>
                    </a:cxn>
                    <a:cxn ang="0">
                      <a:pos x="connsiteX3783" y="connsiteY3783"/>
                    </a:cxn>
                    <a:cxn ang="0">
                      <a:pos x="connsiteX3784" y="connsiteY3784"/>
                    </a:cxn>
                    <a:cxn ang="0">
                      <a:pos x="connsiteX3785" y="connsiteY3785"/>
                    </a:cxn>
                    <a:cxn ang="0">
                      <a:pos x="connsiteX3786" y="connsiteY3786"/>
                    </a:cxn>
                    <a:cxn ang="0">
                      <a:pos x="connsiteX3787" y="connsiteY3787"/>
                    </a:cxn>
                    <a:cxn ang="0">
                      <a:pos x="connsiteX3788" y="connsiteY3788"/>
                    </a:cxn>
                    <a:cxn ang="0">
                      <a:pos x="connsiteX3789" y="connsiteY3789"/>
                    </a:cxn>
                    <a:cxn ang="0">
                      <a:pos x="connsiteX3790" y="connsiteY3790"/>
                    </a:cxn>
                    <a:cxn ang="0">
                      <a:pos x="connsiteX3791" y="connsiteY3791"/>
                    </a:cxn>
                    <a:cxn ang="0">
                      <a:pos x="connsiteX3792" y="connsiteY3792"/>
                    </a:cxn>
                    <a:cxn ang="0">
                      <a:pos x="connsiteX3793" y="connsiteY3793"/>
                    </a:cxn>
                    <a:cxn ang="0">
                      <a:pos x="connsiteX3794" y="connsiteY3794"/>
                    </a:cxn>
                    <a:cxn ang="0">
                      <a:pos x="connsiteX3795" y="connsiteY3795"/>
                    </a:cxn>
                    <a:cxn ang="0">
                      <a:pos x="connsiteX3796" y="connsiteY3796"/>
                    </a:cxn>
                    <a:cxn ang="0">
                      <a:pos x="connsiteX3797" y="connsiteY3797"/>
                    </a:cxn>
                    <a:cxn ang="0">
                      <a:pos x="connsiteX3798" y="connsiteY3798"/>
                    </a:cxn>
                    <a:cxn ang="0">
                      <a:pos x="connsiteX3799" y="connsiteY3799"/>
                    </a:cxn>
                    <a:cxn ang="0">
                      <a:pos x="connsiteX3800" y="connsiteY3800"/>
                    </a:cxn>
                    <a:cxn ang="0">
                      <a:pos x="connsiteX3801" y="connsiteY3801"/>
                    </a:cxn>
                    <a:cxn ang="0">
                      <a:pos x="connsiteX3802" y="connsiteY3802"/>
                    </a:cxn>
                    <a:cxn ang="0">
                      <a:pos x="connsiteX3803" y="connsiteY3803"/>
                    </a:cxn>
                    <a:cxn ang="0">
                      <a:pos x="connsiteX3804" y="connsiteY3804"/>
                    </a:cxn>
                    <a:cxn ang="0">
                      <a:pos x="connsiteX3805" y="connsiteY3805"/>
                    </a:cxn>
                    <a:cxn ang="0">
                      <a:pos x="connsiteX3806" y="connsiteY3806"/>
                    </a:cxn>
                    <a:cxn ang="0">
                      <a:pos x="connsiteX3807" y="connsiteY3807"/>
                    </a:cxn>
                    <a:cxn ang="0">
                      <a:pos x="connsiteX3808" y="connsiteY3808"/>
                    </a:cxn>
                    <a:cxn ang="0">
                      <a:pos x="connsiteX3809" y="connsiteY3809"/>
                    </a:cxn>
                    <a:cxn ang="0">
                      <a:pos x="connsiteX3810" y="connsiteY3810"/>
                    </a:cxn>
                    <a:cxn ang="0">
                      <a:pos x="connsiteX3811" y="connsiteY3811"/>
                    </a:cxn>
                    <a:cxn ang="0">
                      <a:pos x="connsiteX3812" y="connsiteY3812"/>
                    </a:cxn>
                    <a:cxn ang="0">
                      <a:pos x="connsiteX3813" y="connsiteY3813"/>
                    </a:cxn>
                    <a:cxn ang="0">
                      <a:pos x="connsiteX3814" y="connsiteY3814"/>
                    </a:cxn>
                    <a:cxn ang="0">
                      <a:pos x="connsiteX3815" y="connsiteY3815"/>
                    </a:cxn>
                    <a:cxn ang="0">
                      <a:pos x="connsiteX3816" y="connsiteY3816"/>
                    </a:cxn>
                    <a:cxn ang="0">
                      <a:pos x="connsiteX3817" y="connsiteY3817"/>
                    </a:cxn>
                    <a:cxn ang="0">
                      <a:pos x="connsiteX3818" y="connsiteY3818"/>
                    </a:cxn>
                    <a:cxn ang="0">
                      <a:pos x="connsiteX3819" y="connsiteY3819"/>
                    </a:cxn>
                    <a:cxn ang="0">
                      <a:pos x="connsiteX3820" y="connsiteY3820"/>
                    </a:cxn>
                    <a:cxn ang="0">
                      <a:pos x="connsiteX3821" y="connsiteY3821"/>
                    </a:cxn>
                    <a:cxn ang="0">
                      <a:pos x="connsiteX3822" y="connsiteY3822"/>
                    </a:cxn>
                    <a:cxn ang="0">
                      <a:pos x="connsiteX3823" y="connsiteY3823"/>
                    </a:cxn>
                    <a:cxn ang="0">
                      <a:pos x="connsiteX3824" y="connsiteY3824"/>
                    </a:cxn>
                    <a:cxn ang="0">
                      <a:pos x="connsiteX3825" y="connsiteY3825"/>
                    </a:cxn>
                    <a:cxn ang="0">
                      <a:pos x="connsiteX3826" y="connsiteY3826"/>
                    </a:cxn>
                    <a:cxn ang="0">
                      <a:pos x="connsiteX3827" y="connsiteY3827"/>
                    </a:cxn>
                    <a:cxn ang="0">
                      <a:pos x="connsiteX3828" y="connsiteY3828"/>
                    </a:cxn>
                    <a:cxn ang="0">
                      <a:pos x="connsiteX3829" y="connsiteY3829"/>
                    </a:cxn>
                    <a:cxn ang="0">
                      <a:pos x="connsiteX3830" y="connsiteY3830"/>
                    </a:cxn>
                    <a:cxn ang="0">
                      <a:pos x="connsiteX3831" y="connsiteY3831"/>
                    </a:cxn>
                    <a:cxn ang="0">
                      <a:pos x="connsiteX3832" y="connsiteY3832"/>
                    </a:cxn>
                    <a:cxn ang="0">
                      <a:pos x="connsiteX3833" y="connsiteY3833"/>
                    </a:cxn>
                    <a:cxn ang="0">
                      <a:pos x="connsiteX3834" y="connsiteY3834"/>
                    </a:cxn>
                    <a:cxn ang="0">
                      <a:pos x="connsiteX3835" y="connsiteY3835"/>
                    </a:cxn>
                    <a:cxn ang="0">
                      <a:pos x="connsiteX3836" y="connsiteY3836"/>
                    </a:cxn>
                    <a:cxn ang="0">
                      <a:pos x="connsiteX3837" y="connsiteY3837"/>
                    </a:cxn>
                    <a:cxn ang="0">
                      <a:pos x="connsiteX3838" y="connsiteY3838"/>
                    </a:cxn>
                    <a:cxn ang="0">
                      <a:pos x="connsiteX3839" y="connsiteY3839"/>
                    </a:cxn>
                    <a:cxn ang="0">
                      <a:pos x="connsiteX3840" y="connsiteY3840"/>
                    </a:cxn>
                    <a:cxn ang="0">
                      <a:pos x="connsiteX3841" y="connsiteY3841"/>
                    </a:cxn>
                    <a:cxn ang="0">
                      <a:pos x="connsiteX3842" y="connsiteY3842"/>
                    </a:cxn>
                    <a:cxn ang="0">
                      <a:pos x="connsiteX3843" y="connsiteY3843"/>
                    </a:cxn>
                    <a:cxn ang="0">
                      <a:pos x="connsiteX3844" y="connsiteY3844"/>
                    </a:cxn>
                    <a:cxn ang="0">
                      <a:pos x="connsiteX3845" y="connsiteY3845"/>
                    </a:cxn>
                    <a:cxn ang="0">
                      <a:pos x="connsiteX3846" y="connsiteY3846"/>
                    </a:cxn>
                    <a:cxn ang="0">
                      <a:pos x="connsiteX3847" y="connsiteY3847"/>
                    </a:cxn>
                    <a:cxn ang="0">
                      <a:pos x="connsiteX3848" y="connsiteY3848"/>
                    </a:cxn>
                    <a:cxn ang="0">
                      <a:pos x="connsiteX3849" y="connsiteY3849"/>
                    </a:cxn>
                    <a:cxn ang="0">
                      <a:pos x="connsiteX3850" y="connsiteY3850"/>
                    </a:cxn>
                    <a:cxn ang="0">
                      <a:pos x="connsiteX3851" y="connsiteY3851"/>
                    </a:cxn>
                    <a:cxn ang="0">
                      <a:pos x="connsiteX3852" y="connsiteY3852"/>
                    </a:cxn>
                    <a:cxn ang="0">
                      <a:pos x="connsiteX3853" y="connsiteY3853"/>
                    </a:cxn>
                    <a:cxn ang="0">
                      <a:pos x="connsiteX3854" y="connsiteY3854"/>
                    </a:cxn>
                    <a:cxn ang="0">
                      <a:pos x="connsiteX3855" y="connsiteY3855"/>
                    </a:cxn>
                    <a:cxn ang="0">
                      <a:pos x="connsiteX3856" y="connsiteY3856"/>
                    </a:cxn>
                    <a:cxn ang="0">
                      <a:pos x="connsiteX3857" y="connsiteY3857"/>
                    </a:cxn>
                    <a:cxn ang="0">
                      <a:pos x="connsiteX3858" y="connsiteY3858"/>
                    </a:cxn>
                    <a:cxn ang="0">
                      <a:pos x="connsiteX3859" y="connsiteY3859"/>
                    </a:cxn>
                    <a:cxn ang="0">
                      <a:pos x="connsiteX3860" y="connsiteY3860"/>
                    </a:cxn>
                    <a:cxn ang="0">
                      <a:pos x="connsiteX3861" y="connsiteY3861"/>
                    </a:cxn>
                    <a:cxn ang="0">
                      <a:pos x="connsiteX3862" y="connsiteY3862"/>
                    </a:cxn>
                    <a:cxn ang="0">
                      <a:pos x="connsiteX3863" y="connsiteY3863"/>
                    </a:cxn>
                    <a:cxn ang="0">
                      <a:pos x="connsiteX3864" y="connsiteY3864"/>
                    </a:cxn>
                    <a:cxn ang="0">
                      <a:pos x="connsiteX3865" y="connsiteY3865"/>
                    </a:cxn>
                    <a:cxn ang="0">
                      <a:pos x="connsiteX3866" y="connsiteY3866"/>
                    </a:cxn>
                    <a:cxn ang="0">
                      <a:pos x="connsiteX3867" y="connsiteY3867"/>
                    </a:cxn>
                    <a:cxn ang="0">
                      <a:pos x="connsiteX3868" y="connsiteY3868"/>
                    </a:cxn>
                    <a:cxn ang="0">
                      <a:pos x="connsiteX3869" y="connsiteY3869"/>
                    </a:cxn>
                    <a:cxn ang="0">
                      <a:pos x="connsiteX3870" y="connsiteY3870"/>
                    </a:cxn>
                    <a:cxn ang="0">
                      <a:pos x="connsiteX3871" y="connsiteY3871"/>
                    </a:cxn>
                    <a:cxn ang="0">
                      <a:pos x="connsiteX3872" y="connsiteY3872"/>
                    </a:cxn>
                    <a:cxn ang="0">
                      <a:pos x="connsiteX3873" y="connsiteY3873"/>
                    </a:cxn>
                    <a:cxn ang="0">
                      <a:pos x="connsiteX3874" y="connsiteY3874"/>
                    </a:cxn>
                    <a:cxn ang="0">
                      <a:pos x="connsiteX3875" y="connsiteY3875"/>
                    </a:cxn>
                    <a:cxn ang="0">
                      <a:pos x="connsiteX3876" y="connsiteY3876"/>
                    </a:cxn>
                    <a:cxn ang="0">
                      <a:pos x="connsiteX3877" y="connsiteY3877"/>
                    </a:cxn>
                    <a:cxn ang="0">
                      <a:pos x="connsiteX3878" y="connsiteY3878"/>
                    </a:cxn>
                    <a:cxn ang="0">
                      <a:pos x="connsiteX3879" y="connsiteY3879"/>
                    </a:cxn>
                    <a:cxn ang="0">
                      <a:pos x="connsiteX3880" y="connsiteY3880"/>
                    </a:cxn>
                    <a:cxn ang="0">
                      <a:pos x="connsiteX3881" y="connsiteY3881"/>
                    </a:cxn>
                    <a:cxn ang="0">
                      <a:pos x="connsiteX3882" y="connsiteY3882"/>
                    </a:cxn>
                    <a:cxn ang="0">
                      <a:pos x="connsiteX3883" y="connsiteY3883"/>
                    </a:cxn>
                    <a:cxn ang="0">
                      <a:pos x="connsiteX3884" y="connsiteY3884"/>
                    </a:cxn>
                    <a:cxn ang="0">
                      <a:pos x="connsiteX3885" y="connsiteY3885"/>
                    </a:cxn>
                    <a:cxn ang="0">
                      <a:pos x="connsiteX3886" y="connsiteY3886"/>
                    </a:cxn>
                    <a:cxn ang="0">
                      <a:pos x="connsiteX3887" y="connsiteY3887"/>
                    </a:cxn>
                    <a:cxn ang="0">
                      <a:pos x="connsiteX3888" y="connsiteY3888"/>
                    </a:cxn>
                    <a:cxn ang="0">
                      <a:pos x="connsiteX3889" y="connsiteY3889"/>
                    </a:cxn>
                    <a:cxn ang="0">
                      <a:pos x="connsiteX3890" y="connsiteY3890"/>
                    </a:cxn>
                    <a:cxn ang="0">
                      <a:pos x="connsiteX3891" y="connsiteY3891"/>
                    </a:cxn>
                    <a:cxn ang="0">
                      <a:pos x="connsiteX3892" y="connsiteY3892"/>
                    </a:cxn>
                    <a:cxn ang="0">
                      <a:pos x="connsiteX3893" y="connsiteY3893"/>
                    </a:cxn>
                    <a:cxn ang="0">
                      <a:pos x="connsiteX3894" y="connsiteY3894"/>
                    </a:cxn>
                    <a:cxn ang="0">
                      <a:pos x="connsiteX3895" y="connsiteY3895"/>
                    </a:cxn>
                    <a:cxn ang="0">
                      <a:pos x="connsiteX3896" y="connsiteY3896"/>
                    </a:cxn>
                    <a:cxn ang="0">
                      <a:pos x="connsiteX3897" y="connsiteY3897"/>
                    </a:cxn>
                    <a:cxn ang="0">
                      <a:pos x="connsiteX3898" y="connsiteY3898"/>
                    </a:cxn>
                    <a:cxn ang="0">
                      <a:pos x="connsiteX3899" y="connsiteY3899"/>
                    </a:cxn>
                    <a:cxn ang="0">
                      <a:pos x="connsiteX3900" y="connsiteY3900"/>
                    </a:cxn>
                    <a:cxn ang="0">
                      <a:pos x="connsiteX3901" y="connsiteY3901"/>
                    </a:cxn>
                    <a:cxn ang="0">
                      <a:pos x="connsiteX3902" y="connsiteY3902"/>
                    </a:cxn>
                    <a:cxn ang="0">
                      <a:pos x="connsiteX3903" y="connsiteY3903"/>
                    </a:cxn>
                    <a:cxn ang="0">
                      <a:pos x="connsiteX3904" y="connsiteY3904"/>
                    </a:cxn>
                    <a:cxn ang="0">
                      <a:pos x="connsiteX3905" y="connsiteY3905"/>
                    </a:cxn>
                    <a:cxn ang="0">
                      <a:pos x="connsiteX3906" y="connsiteY3906"/>
                    </a:cxn>
                    <a:cxn ang="0">
                      <a:pos x="connsiteX3907" y="connsiteY3907"/>
                    </a:cxn>
                    <a:cxn ang="0">
                      <a:pos x="connsiteX3908" y="connsiteY3908"/>
                    </a:cxn>
                    <a:cxn ang="0">
                      <a:pos x="connsiteX3909" y="connsiteY3909"/>
                    </a:cxn>
                    <a:cxn ang="0">
                      <a:pos x="connsiteX3910" y="connsiteY3910"/>
                    </a:cxn>
                    <a:cxn ang="0">
                      <a:pos x="connsiteX3911" y="connsiteY3911"/>
                    </a:cxn>
                    <a:cxn ang="0">
                      <a:pos x="connsiteX3912" y="connsiteY3912"/>
                    </a:cxn>
                    <a:cxn ang="0">
                      <a:pos x="connsiteX3913" y="connsiteY3913"/>
                    </a:cxn>
                    <a:cxn ang="0">
                      <a:pos x="connsiteX3914" y="connsiteY3914"/>
                    </a:cxn>
                    <a:cxn ang="0">
                      <a:pos x="connsiteX3915" y="connsiteY3915"/>
                    </a:cxn>
                    <a:cxn ang="0">
                      <a:pos x="connsiteX3916" y="connsiteY3916"/>
                    </a:cxn>
                    <a:cxn ang="0">
                      <a:pos x="connsiteX3917" y="connsiteY3917"/>
                    </a:cxn>
                    <a:cxn ang="0">
                      <a:pos x="connsiteX3918" y="connsiteY3918"/>
                    </a:cxn>
                    <a:cxn ang="0">
                      <a:pos x="connsiteX3919" y="connsiteY3919"/>
                    </a:cxn>
                    <a:cxn ang="0">
                      <a:pos x="connsiteX3920" y="connsiteY3920"/>
                    </a:cxn>
                    <a:cxn ang="0">
                      <a:pos x="connsiteX3921" y="connsiteY3921"/>
                    </a:cxn>
                    <a:cxn ang="0">
                      <a:pos x="connsiteX3922" y="connsiteY3922"/>
                    </a:cxn>
                    <a:cxn ang="0">
                      <a:pos x="connsiteX3923" y="connsiteY3923"/>
                    </a:cxn>
                    <a:cxn ang="0">
                      <a:pos x="connsiteX3924" y="connsiteY3924"/>
                    </a:cxn>
                    <a:cxn ang="0">
                      <a:pos x="connsiteX3925" y="connsiteY3925"/>
                    </a:cxn>
                    <a:cxn ang="0">
                      <a:pos x="connsiteX3926" y="connsiteY3926"/>
                    </a:cxn>
                    <a:cxn ang="0">
                      <a:pos x="connsiteX3927" y="connsiteY3927"/>
                    </a:cxn>
                    <a:cxn ang="0">
                      <a:pos x="connsiteX3928" y="connsiteY3928"/>
                    </a:cxn>
                    <a:cxn ang="0">
                      <a:pos x="connsiteX3929" y="connsiteY3929"/>
                    </a:cxn>
                    <a:cxn ang="0">
                      <a:pos x="connsiteX3930" y="connsiteY3930"/>
                    </a:cxn>
                    <a:cxn ang="0">
                      <a:pos x="connsiteX3931" y="connsiteY3931"/>
                    </a:cxn>
                    <a:cxn ang="0">
                      <a:pos x="connsiteX3932" y="connsiteY3932"/>
                    </a:cxn>
                    <a:cxn ang="0">
                      <a:pos x="connsiteX3933" y="connsiteY3933"/>
                    </a:cxn>
                    <a:cxn ang="0">
                      <a:pos x="connsiteX3934" y="connsiteY3934"/>
                    </a:cxn>
                    <a:cxn ang="0">
                      <a:pos x="connsiteX3935" y="connsiteY3935"/>
                    </a:cxn>
                    <a:cxn ang="0">
                      <a:pos x="connsiteX3936" y="connsiteY3936"/>
                    </a:cxn>
                    <a:cxn ang="0">
                      <a:pos x="connsiteX3937" y="connsiteY3937"/>
                    </a:cxn>
                    <a:cxn ang="0">
                      <a:pos x="connsiteX3938" y="connsiteY3938"/>
                    </a:cxn>
                    <a:cxn ang="0">
                      <a:pos x="connsiteX3939" y="connsiteY3939"/>
                    </a:cxn>
                    <a:cxn ang="0">
                      <a:pos x="connsiteX3940" y="connsiteY3940"/>
                    </a:cxn>
                    <a:cxn ang="0">
                      <a:pos x="connsiteX3941" y="connsiteY3941"/>
                    </a:cxn>
                    <a:cxn ang="0">
                      <a:pos x="connsiteX3942" y="connsiteY3942"/>
                    </a:cxn>
                    <a:cxn ang="0">
                      <a:pos x="connsiteX3943" y="connsiteY3943"/>
                    </a:cxn>
                    <a:cxn ang="0">
                      <a:pos x="connsiteX3944" y="connsiteY3944"/>
                    </a:cxn>
                    <a:cxn ang="0">
                      <a:pos x="connsiteX3945" y="connsiteY3945"/>
                    </a:cxn>
                    <a:cxn ang="0">
                      <a:pos x="connsiteX3946" y="connsiteY3946"/>
                    </a:cxn>
                    <a:cxn ang="0">
                      <a:pos x="connsiteX3947" y="connsiteY3947"/>
                    </a:cxn>
                    <a:cxn ang="0">
                      <a:pos x="connsiteX3948" y="connsiteY3948"/>
                    </a:cxn>
                    <a:cxn ang="0">
                      <a:pos x="connsiteX3949" y="connsiteY3949"/>
                    </a:cxn>
                    <a:cxn ang="0">
                      <a:pos x="connsiteX3950" y="connsiteY3950"/>
                    </a:cxn>
                    <a:cxn ang="0">
                      <a:pos x="connsiteX3951" y="connsiteY3951"/>
                    </a:cxn>
                    <a:cxn ang="0">
                      <a:pos x="connsiteX3952" y="connsiteY3952"/>
                    </a:cxn>
                    <a:cxn ang="0">
                      <a:pos x="connsiteX3953" y="connsiteY3953"/>
                    </a:cxn>
                    <a:cxn ang="0">
                      <a:pos x="connsiteX3954" y="connsiteY3954"/>
                    </a:cxn>
                    <a:cxn ang="0">
                      <a:pos x="connsiteX3955" y="connsiteY3955"/>
                    </a:cxn>
                    <a:cxn ang="0">
                      <a:pos x="connsiteX3956" y="connsiteY3956"/>
                    </a:cxn>
                    <a:cxn ang="0">
                      <a:pos x="connsiteX3957" y="connsiteY3957"/>
                    </a:cxn>
                    <a:cxn ang="0">
                      <a:pos x="connsiteX3958" y="connsiteY3958"/>
                    </a:cxn>
                    <a:cxn ang="0">
                      <a:pos x="connsiteX3959" y="connsiteY3959"/>
                    </a:cxn>
                    <a:cxn ang="0">
                      <a:pos x="connsiteX3960" y="connsiteY3960"/>
                    </a:cxn>
                    <a:cxn ang="0">
                      <a:pos x="connsiteX3961" y="connsiteY3961"/>
                    </a:cxn>
                    <a:cxn ang="0">
                      <a:pos x="connsiteX3962" y="connsiteY3962"/>
                    </a:cxn>
                    <a:cxn ang="0">
                      <a:pos x="connsiteX3963" y="connsiteY3963"/>
                    </a:cxn>
                    <a:cxn ang="0">
                      <a:pos x="connsiteX3964" y="connsiteY3964"/>
                    </a:cxn>
                    <a:cxn ang="0">
                      <a:pos x="connsiteX3965" y="connsiteY3965"/>
                    </a:cxn>
                    <a:cxn ang="0">
                      <a:pos x="connsiteX3966" y="connsiteY3966"/>
                    </a:cxn>
                    <a:cxn ang="0">
                      <a:pos x="connsiteX3967" y="connsiteY3967"/>
                    </a:cxn>
                    <a:cxn ang="0">
                      <a:pos x="connsiteX3968" y="connsiteY3968"/>
                    </a:cxn>
                    <a:cxn ang="0">
                      <a:pos x="connsiteX3969" y="connsiteY3969"/>
                    </a:cxn>
                    <a:cxn ang="0">
                      <a:pos x="connsiteX3970" y="connsiteY3970"/>
                    </a:cxn>
                    <a:cxn ang="0">
                      <a:pos x="connsiteX3971" y="connsiteY3971"/>
                    </a:cxn>
                    <a:cxn ang="0">
                      <a:pos x="connsiteX3972" y="connsiteY3972"/>
                    </a:cxn>
                    <a:cxn ang="0">
                      <a:pos x="connsiteX3973" y="connsiteY3973"/>
                    </a:cxn>
                    <a:cxn ang="0">
                      <a:pos x="connsiteX3974" y="connsiteY3974"/>
                    </a:cxn>
                    <a:cxn ang="0">
                      <a:pos x="connsiteX3975" y="connsiteY3975"/>
                    </a:cxn>
                    <a:cxn ang="0">
                      <a:pos x="connsiteX3976" y="connsiteY3976"/>
                    </a:cxn>
                    <a:cxn ang="0">
                      <a:pos x="connsiteX3977" y="connsiteY3977"/>
                    </a:cxn>
                    <a:cxn ang="0">
                      <a:pos x="connsiteX3978" y="connsiteY3978"/>
                    </a:cxn>
                    <a:cxn ang="0">
                      <a:pos x="connsiteX3979" y="connsiteY3979"/>
                    </a:cxn>
                    <a:cxn ang="0">
                      <a:pos x="connsiteX3980" y="connsiteY3980"/>
                    </a:cxn>
                    <a:cxn ang="0">
                      <a:pos x="connsiteX3981" y="connsiteY3981"/>
                    </a:cxn>
                    <a:cxn ang="0">
                      <a:pos x="connsiteX3982" y="connsiteY3982"/>
                    </a:cxn>
                    <a:cxn ang="0">
                      <a:pos x="connsiteX3983" y="connsiteY3983"/>
                    </a:cxn>
                    <a:cxn ang="0">
                      <a:pos x="connsiteX3984" y="connsiteY3984"/>
                    </a:cxn>
                    <a:cxn ang="0">
                      <a:pos x="connsiteX3985" y="connsiteY3985"/>
                    </a:cxn>
                    <a:cxn ang="0">
                      <a:pos x="connsiteX3986" y="connsiteY3986"/>
                    </a:cxn>
                    <a:cxn ang="0">
                      <a:pos x="connsiteX3987" y="connsiteY3987"/>
                    </a:cxn>
                    <a:cxn ang="0">
                      <a:pos x="connsiteX3988" y="connsiteY3988"/>
                    </a:cxn>
                    <a:cxn ang="0">
                      <a:pos x="connsiteX3989" y="connsiteY3989"/>
                    </a:cxn>
                    <a:cxn ang="0">
                      <a:pos x="connsiteX3990" y="connsiteY3990"/>
                    </a:cxn>
                    <a:cxn ang="0">
                      <a:pos x="connsiteX3991" y="connsiteY3991"/>
                    </a:cxn>
                    <a:cxn ang="0">
                      <a:pos x="connsiteX3992" y="connsiteY3992"/>
                    </a:cxn>
                    <a:cxn ang="0">
                      <a:pos x="connsiteX3993" y="connsiteY3993"/>
                    </a:cxn>
                    <a:cxn ang="0">
                      <a:pos x="connsiteX3994" y="connsiteY3994"/>
                    </a:cxn>
                    <a:cxn ang="0">
                      <a:pos x="connsiteX3995" y="connsiteY3995"/>
                    </a:cxn>
                    <a:cxn ang="0">
                      <a:pos x="connsiteX3996" y="connsiteY3996"/>
                    </a:cxn>
                    <a:cxn ang="0">
                      <a:pos x="connsiteX3997" y="connsiteY3997"/>
                    </a:cxn>
                    <a:cxn ang="0">
                      <a:pos x="connsiteX3998" y="connsiteY3998"/>
                    </a:cxn>
                    <a:cxn ang="0">
                      <a:pos x="connsiteX3999" y="connsiteY3999"/>
                    </a:cxn>
                    <a:cxn ang="0">
                      <a:pos x="connsiteX4000" y="connsiteY4000"/>
                    </a:cxn>
                    <a:cxn ang="0">
                      <a:pos x="connsiteX4001" y="connsiteY4001"/>
                    </a:cxn>
                    <a:cxn ang="0">
                      <a:pos x="connsiteX4002" y="connsiteY4002"/>
                    </a:cxn>
                    <a:cxn ang="0">
                      <a:pos x="connsiteX4003" y="connsiteY4003"/>
                    </a:cxn>
                    <a:cxn ang="0">
                      <a:pos x="connsiteX4004" y="connsiteY4004"/>
                    </a:cxn>
                    <a:cxn ang="0">
                      <a:pos x="connsiteX4005" y="connsiteY4005"/>
                    </a:cxn>
                    <a:cxn ang="0">
                      <a:pos x="connsiteX4006" y="connsiteY4006"/>
                    </a:cxn>
                    <a:cxn ang="0">
                      <a:pos x="connsiteX4007" y="connsiteY4007"/>
                    </a:cxn>
                    <a:cxn ang="0">
                      <a:pos x="connsiteX4008" y="connsiteY4008"/>
                    </a:cxn>
                    <a:cxn ang="0">
                      <a:pos x="connsiteX4009" y="connsiteY4009"/>
                    </a:cxn>
                    <a:cxn ang="0">
                      <a:pos x="connsiteX4010" y="connsiteY4010"/>
                    </a:cxn>
                    <a:cxn ang="0">
                      <a:pos x="connsiteX4011" y="connsiteY4011"/>
                    </a:cxn>
                    <a:cxn ang="0">
                      <a:pos x="connsiteX4012" y="connsiteY4012"/>
                    </a:cxn>
                    <a:cxn ang="0">
                      <a:pos x="connsiteX4013" y="connsiteY4013"/>
                    </a:cxn>
                    <a:cxn ang="0">
                      <a:pos x="connsiteX4014" y="connsiteY4014"/>
                    </a:cxn>
                    <a:cxn ang="0">
                      <a:pos x="connsiteX4015" y="connsiteY4015"/>
                    </a:cxn>
                    <a:cxn ang="0">
                      <a:pos x="connsiteX4016" y="connsiteY4016"/>
                    </a:cxn>
                    <a:cxn ang="0">
                      <a:pos x="connsiteX4017" y="connsiteY4017"/>
                    </a:cxn>
                    <a:cxn ang="0">
                      <a:pos x="connsiteX4018" y="connsiteY4018"/>
                    </a:cxn>
                    <a:cxn ang="0">
                      <a:pos x="connsiteX4019" y="connsiteY4019"/>
                    </a:cxn>
                    <a:cxn ang="0">
                      <a:pos x="connsiteX4020" y="connsiteY4020"/>
                    </a:cxn>
                    <a:cxn ang="0">
                      <a:pos x="connsiteX4021" y="connsiteY4021"/>
                    </a:cxn>
                    <a:cxn ang="0">
                      <a:pos x="connsiteX4022" y="connsiteY4022"/>
                    </a:cxn>
                    <a:cxn ang="0">
                      <a:pos x="connsiteX4023" y="connsiteY4023"/>
                    </a:cxn>
                    <a:cxn ang="0">
                      <a:pos x="connsiteX4024" y="connsiteY4024"/>
                    </a:cxn>
                    <a:cxn ang="0">
                      <a:pos x="connsiteX4025" y="connsiteY4025"/>
                    </a:cxn>
                    <a:cxn ang="0">
                      <a:pos x="connsiteX4026" y="connsiteY4026"/>
                    </a:cxn>
                    <a:cxn ang="0">
                      <a:pos x="connsiteX4027" y="connsiteY4027"/>
                    </a:cxn>
                    <a:cxn ang="0">
                      <a:pos x="connsiteX4028" y="connsiteY4028"/>
                    </a:cxn>
                    <a:cxn ang="0">
                      <a:pos x="connsiteX4029" y="connsiteY4029"/>
                    </a:cxn>
                    <a:cxn ang="0">
                      <a:pos x="connsiteX4030" y="connsiteY4030"/>
                    </a:cxn>
                    <a:cxn ang="0">
                      <a:pos x="connsiteX4031" y="connsiteY4031"/>
                    </a:cxn>
                    <a:cxn ang="0">
                      <a:pos x="connsiteX4032" y="connsiteY4032"/>
                    </a:cxn>
                    <a:cxn ang="0">
                      <a:pos x="connsiteX4033" y="connsiteY4033"/>
                    </a:cxn>
                    <a:cxn ang="0">
                      <a:pos x="connsiteX4034" y="connsiteY4034"/>
                    </a:cxn>
                    <a:cxn ang="0">
                      <a:pos x="connsiteX4035" y="connsiteY4035"/>
                    </a:cxn>
                    <a:cxn ang="0">
                      <a:pos x="connsiteX4036" y="connsiteY4036"/>
                    </a:cxn>
                    <a:cxn ang="0">
                      <a:pos x="connsiteX4037" y="connsiteY4037"/>
                    </a:cxn>
                    <a:cxn ang="0">
                      <a:pos x="connsiteX4038" y="connsiteY4038"/>
                    </a:cxn>
                    <a:cxn ang="0">
                      <a:pos x="connsiteX4039" y="connsiteY4039"/>
                    </a:cxn>
                    <a:cxn ang="0">
                      <a:pos x="connsiteX4040" y="connsiteY4040"/>
                    </a:cxn>
                    <a:cxn ang="0">
                      <a:pos x="connsiteX4041" y="connsiteY4041"/>
                    </a:cxn>
                    <a:cxn ang="0">
                      <a:pos x="connsiteX4042" y="connsiteY4042"/>
                    </a:cxn>
                    <a:cxn ang="0">
                      <a:pos x="connsiteX4043" y="connsiteY4043"/>
                    </a:cxn>
                    <a:cxn ang="0">
                      <a:pos x="connsiteX4044" y="connsiteY4044"/>
                    </a:cxn>
                    <a:cxn ang="0">
                      <a:pos x="connsiteX4045" y="connsiteY4045"/>
                    </a:cxn>
                    <a:cxn ang="0">
                      <a:pos x="connsiteX4046" y="connsiteY4046"/>
                    </a:cxn>
                    <a:cxn ang="0">
                      <a:pos x="connsiteX4047" y="connsiteY4047"/>
                    </a:cxn>
                    <a:cxn ang="0">
                      <a:pos x="connsiteX4048" y="connsiteY4048"/>
                    </a:cxn>
                    <a:cxn ang="0">
                      <a:pos x="connsiteX4049" y="connsiteY4049"/>
                    </a:cxn>
                    <a:cxn ang="0">
                      <a:pos x="connsiteX4050" y="connsiteY4050"/>
                    </a:cxn>
                    <a:cxn ang="0">
                      <a:pos x="connsiteX4051" y="connsiteY4051"/>
                    </a:cxn>
                    <a:cxn ang="0">
                      <a:pos x="connsiteX4052" y="connsiteY4052"/>
                    </a:cxn>
                    <a:cxn ang="0">
                      <a:pos x="connsiteX4053" y="connsiteY4053"/>
                    </a:cxn>
                    <a:cxn ang="0">
                      <a:pos x="connsiteX4054" y="connsiteY4054"/>
                    </a:cxn>
                    <a:cxn ang="0">
                      <a:pos x="connsiteX4055" y="connsiteY4055"/>
                    </a:cxn>
                    <a:cxn ang="0">
                      <a:pos x="connsiteX4056" y="connsiteY4056"/>
                    </a:cxn>
                    <a:cxn ang="0">
                      <a:pos x="connsiteX4057" y="connsiteY4057"/>
                    </a:cxn>
                    <a:cxn ang="0">
                      <a:pos x="connsiteX4058" y="connsiteY4058"/>
                    </a:cxn>
                    <a:cxn ang="0">
                      <a:pos x="connsiteX4059" y="connsiteY4059"/>
                    </a:cxn>
                    <a:cxn ang="0">
                      <a:pos x="connsiteX4060" y="connsiteY4060"/>
                    </a:cxn>
                    <a:cxn ang="0">
                      <a:pos x="connsiteX4061" y="connsiteY4061"/>
                    </a:cxn>
                    <a:cxn ang="0">
                      <a:pos x="connsiteX4062" y="connsiteY4062"/>
                    </a:cxn>
                    <a:cxn ang="0">
                      <a:pos x="connsiteX4063" y="connsiteY4063"/>
                    </a:cxn>
                    <a:cxn ang="0">
                      <a:pos x="connsiteX4064" y="connsiteY4064"/>
                    </a:cxn>
                    <a:cxn ang="0">
                      <a:pos x="connsiteX4065" y="connsiteY4065"/>
                    </a:cxn>
                    <a:cxn ang="0">
                      <a:pos x="connsiteX4066" y="connsiteY4066"/>
                    </a:cxn>
                    <a:cxn ang="0">
                      <a:pos x="connsiteX4067" y="connsiteY4067"/>
                    </a:cxn>
                    <a:cxn ang="0">
                      <a:pos x="connsiteX4068" y="connsiteY4068"/>
                    </a:cxn>
                    <a:cxn ang="0">
                      <a:pos x="connsiteX4069" y="connsiteY4069"/>
                    </a:cxn>
                    <a:cxn ang="0">
                      <a:pos x="connsiteX4070" y="connsiteY4070"/>
                    </a:cxn>
                    <a:cxn ang="0">
                      <a:pos x="connsiteX4071" y="connsiteY4071"/>
                    </a:cxn>
                    <a:cxn ang="0">
                      <a:pos x="connsiteX4072" y="connsiteY4072"/>
                    </a:cxn>
                    <a:cxn ang="0">
                      <a:pos x="connsiteX4073" y="connsiteY4073"/>
                    </a:cxn>
                    <a:cxn ang="0">
                      <a:pos x="connsiteX4074" y="connsiteY4074"/>
                    </a:cxn>
                    <a:cxn ang="0">
                      <a:pos x="connsiteX4075" y="connsiteY4075"/>
                    </a:cxn>
                    <a:cxn ang="0">
                      <a:pos x="connsiteX4076" y="connsiteY4076"/>
                    </a:cxn>
                    <a:cxn ang="0">
                      <a:pos x="connsiteX4077" y="connsiteY4077"/>
                    </a:cxn>
                    <a:cxn ang="0">
                      <a:pos x="connsiteX4078" y="connsiteY4078"/>
                    </a:cxn>
                    <a:cxn ang="0">
                      <a:pos x="connsiteX4079" y="connsiteY4079"/>
                    </a:cxn>
                    <a:cxn ang="0">
                      <a:pos x="connsiteX4080" y="connsiteY4080"/>
                    </a:cxn>
                    <a:cxn ang="0">
                      <a:pos x="connsiteX4081" y="connsiteY4081"/>
                    </a:cxn>
                    <a:cxn ang="0">
                      <a:pos x="connsiteX4082" y="connsiteY4082"/>
                    </a:cxn>
                    <a:cxn ang="0">
                      <a:pos x="connsiteX4083" y="connsiteY4083"/>
                    </a:cxn>
                    <a:cxn ang="0">
                      <a:pos x="connsiteX4084" y="connsiteY4084"/>
                    </a:cxn>
                    <a:cxn ang="0">
                      <a:pos x="connsiteX4085" y="connsiteY4085"/>
                    </a:cxn>
                    <a:cxn ang="0">
                      <a:pos x="connsiteX4086" y="connsiteY4086"/>
                    </a:cxn>
                    <a:cxn ang="0">
                      <a:pos x="connsiteX4087" y="connsiteY4087"/>
                    </a:cxn>
                    <a:cxn ang="0">
                      <a:pos x="connsiteX4088" y="connsiteY4088"/>
                    </a:cxn>
                    <a:cxn ang="0">
                      <a:pos x="connsiteX4089" y="connsiteY4089"/>
                    </a:cxn>
                    <a:cxn ang="0">
                      <a:pos x="connsiteX4090" y="connsiteY4090"/>
                    </a:cxn>
                    <a:cxn ang="0">
                      <a:pos x="connsiteX4091" y="connsiteY4091"/>
                    </a:cxn>
                    <a:cxn ang="0">
                      <a:pos x="connsiteX4092" y="connsiteY4092"/>
                    </a:cxn>
                    <a:cxn ang="0">
                      <a:pos x="connsiteX4093" y="connsiteY4093"/>
                    </a:cxn>
                    <a:cxn ang="0">
                      <a:pos x="connsiteX4094" y="connsiteY4094"/>
                    </a:cxn>
                    <a:cxn ang="0">
                      <a:pos x="connsiteX4095" y="connsiteY4095"/>
                    </a:cxn>
                    <a:cxn ang="0">
                      <a:pos x="connsiteX4096" y="connsiteY4096"/>
                    </a:cxn>
                    <a:cxn ang="0">
                      <a:pos x="connsiteX4097" y="connsiteY4097"/>
                    </a:cxn>
                    <a:cxn ang="0">
                      <a:pos x="connsiteX4098" y="connsiteY4098"/>
                    </a:cxn>
                    <a:cxn ang="0">
                      <a:pos x="connsiteX4099" y="connsiteY4099"/>
                    </a:cxn>
                    <a:cxn ang="0">
                      <a:pos x="connsiteX4100" y="connsiteY4100"/>
                    </a:cxn>
                    <a:cxn ang="0">
                      <a:pos x="connsiteX4101" y="connsiteY4101"/>
                    </a:cxn>
                    <a:cxn ang="0">
                      <a:pos x="connsiteX4102" y="connsiteY4102"/>
                    </a:cxn>
                    <a:cxn ang="0">
                      <a:pos x="connsiteX4103" y="connsiteY4103"/>
                    </a:cxn>
                    <a:cxn ang="0">
                      <a:pos x="connsiteX4104" y="connsiteY4104"/>
                    </a:cxn>
                    <a:cxn ang="0">
                      <a:pos x="connsiteX4105" y="connsiteY4105"/>
                    </a:cxn>
                    <a:cxn ang="0">
                      <a:pos x="connsiteX4106" y="connsiteY4106"/>
                    </a:cxn>
                    <a:cxn ang="0">
                      <a:pos x="connsiteX4107" y="connsiteY4107"/>
                    </a:cxn>
                    <a:cxn ang="0">
                      <a:pos x="connsiteX4108" y="connsiteY4108"/>
                    </a:cxn>
                    <a:cxn ang="0">
                      <a:pos x="connsiteX4109" y="connsiteY4109"/>
                    </a:cxn>
                    <a:cxn ang="0">
                      <a:pos x="connsiteX4110" y="connsiteY4110"/>
                    </a:cxn>
                    <a:cxn ang="0">
                      <a:pos x="connsiteX4111" y="connsiteY4111"/>
                    </a:cxn>
                    <a:cxn ang="0">
                      <a:pos x="connsiteX4112" y="connsiteY4112"/>
                    </a:cxn>
                    <a:cxn ang="0">
                      <a:pos x="connsiteX4113" y="connsiteY4113"/>
                    </a:cxn>
                    <a:cxn ang="0">
                      <a:pos x="connsiteX4114" y="connsiteY4114"/>
                    </a:cxn>
                    <a:cxn ang="0">
                      <a:pos x="connsiteX4115" y="connsiteY4115"/>
                    </a:cxn>
                    <a:cxn ang="0">
                      <a:pos x="connsiteX4116" y="connsiteY4116"/>
                    </a:cxn>
                    <a:cxn ang="0">
                      <a:pos x="connsiteX4117" y="connsiteY4117"/>
                    </a:cxn>
                    <a:cxn ang="0">
                      <a:pos x="connsiteX4118" y="connsiteY4118"/>
                    </a:cxn>
                    <a:cxn ang="0">
                      <a:pos x="connsiteX4119" y="connsiteY4119"/>
                    </a:cxn>
                    <a:cxn ang="0">
                      <a:pos x="connsiteX4120" y="connsiteY4120"/>
                    </a:cxn>
                    <a:cxn ang="0">
                      <a:pos x="connsiteX4121" y="connsiteY4121"/>
                    </a:cxn>
                    <a:cxn ang="0">
                      <a:pos x="connsiteX4122" y="connsiteY4122"/>
                    </a:cxn>
                    <a:cxn ang="0">
                      <a:pos x="connsiteX4123" y="connsiteY4123"/>
                    </a:cxn>
                    <a:cxn ang="0">
                      <a:pos x="connsiteX4124" y="connsiteY4124"/>
                    </a:cxn>
                    <a:cxn ang="0">
                      <a:pos x="connsiteX4125" y="connsiteY4125"/>
                    </a:cxn>
                    <a:cxn ang="0">
                      <a:pos x="connsiteX4126" y="connsiteY4126"/>
                    </a:cxn>
                    <a:cxn ang="0">
                      <a:pos x="connsiteX4127" y="connsiteY4127"/>
                    </a:cxn>
                    <a:cxn ang="0">
                      <a:pos x="connsiteX4128" y="connsiteY4128"/>
                    </a:cxn>
                    <a:cxn ang="0">
                      <a:pos x="connsiteX4129" y="connsiteY4129"/>
                    </a:cxn>
                    <a:cxn ang="0">
                      <a:pos x="connsiteX4130" y="connsiteY4130"/>
                    </a:cxn>
                    <a:cxn ang="0">
                      <a:pos x="connsiteX4131" y="connsiteY4131"/>
                    </a:cxn>
                    <a:cxn ang="0">
                      <a:pos x="connsiteX4132" y="connsiteY4132"/>
                    </a:cxn>
                    <a:cxn ang="0">
                      <a:pos x="connsiteX4133" y="connsiteY4133"/>
                    </a:cxn>
                    <a:cxn ang="0">
                      <a:pos x="connsiteX4134" y="connsiteY4134"/>
                    </a:cxn>
                    <a:cxn ang="0">
                      <a:pos x="connsiteX4135" y="connsiteY4135"/>
                    </a:cxn>
                    <a:cxn ang="0">
                      <a:pos x="connsiteX4136" y="connsiteY4136"/>
                    </a:cxn>
                    <a:cxn ang="0">
                      <a:pos x="connsiteX4137" y="connsiteY4137"/>
                    </a:cxn>
                    <a:cxn ang="0">
                      <a:pos x="connsiteX4138" y="connsiteY4138"/>
                    </a:cxn>
                    <a:cxn ang="0">
                      <a:pos x="connsiteX4139" y="connsiteY4139"/>
                    </a:cxn>
                    <a:cxn ang="0">
                      <a:pos x="connsiteX4140" y="connsiteY4140"/>
                    </a:cxn>
                    <a:cxn ang="0">
                      <a:pos x="connsiteX4141" y="connsiteY4141"/>
                    </a:cxn>
                    <a:cxn ang="0">
                      <a:pos x="connsiteX4142" y="connsiteY4142"/>
                    </a:cxn>
                    <a:cxn ang="0">
                      <a:pos x="connsiteX4143" y="connsiteY4143"/>
                    </a:cxn>
                    <a:cxn ang="0">
                      <a:pos x="connsiteX4144" y="connsiteY4144"/>
                    </a:cxn>
                    <a:cxn ang="0">
                      <a:pos x="connsiteX4145" y="connsiteY4145"/>
                    </a:cxn>
                    <a:cxn ang="0">
                      <a:pos x="connsiteX4146" y="connsiteY4146"/>
                    </a:cxn>
                    <a:cxn ang="0">
                      <a:pos x="connsiteX4147" y="connsiteY4147"/>
                    </a:cxn>
                    <a:cxn ang="0">
                      <a:pos x="connsiteX4148" y="connsiteY4148"/>
                    </a:cxn>
                    <a:cxn ang="0">
                      <a:pos x="connsiteX4149" y="connsiteY4149"/>
                    </a:cxn>
                    <a:cxn ang="0">
                      <a:pos x="connsiteX4150" y="connsiteY4150"/>
                    </a:cxn>
                    <a:cxn ang="0">
                      <a:pos x="connsiteX4151" y="connsiteY4151"/>
                    </a:cxn>
                    <a:cxn ang="0">
                      <a:pos x="connsiteX4152" y="connsiteY4152"/>
                    </a:cxn>
                    <a:cxn ang="0">
                      <a:pos x="connsiteX4153" y="connsiteY4153"/>
                    </a:cxn>
                    <a:cxn ang="0">
                      <a:pos x="connsiteX4154" y="connsiteY4154"/>
                    </a:cxn>
                    <a:cxn ang="0">
                      <a:pos x="connsiteX4155" y="connsiteY4155"/>
                    </a:cxn>
                    <a:cxn ang="0">
                      <a:pos x="connsiteX4156" y="connsiteY4156"/>
                    </a:cxn>
                    <a:cxn ang="0">
                      <a:pos x="connsiteX4157" y="connsiteY4157"/>
                    </a:cxn>
                    <a:cxn ang="0">
                      <a:pos x="connsiteX4158" y="connsiteY4158"/>
                    </a:cxn>
                    <a:cxn ang="0">
                      <a:pos x="connsiteX4159" y="connsiteY4159"/>
                    </a:cxn>
                    <a:cxn ang="0">
                      <a:pos x="connsiteX4160" y="connsiteY4160"/>
                    </a:cxn>
                    <a:cxn ang="0">
                      <a:pos x="connsiteX4161" y="connsiteY4161"/>
                    </a:cxn>
                    <a:cxn ang="0">
                      <a:pos x="connsiteX4162" y="connsiteY4162"/>
                    </a:cxn>
                    <a:cxn ang="0">
                      <a:pos x="connsiteX4163" y="connsiteY4163"/>
                    </a:cxn>
                    <a:cxn ang="0">
                      <a:pos x="connsiteX4164" y="connsiteY4164"/>
                    </a:cxn>
                    <a:cxn ang="0">
                      <a:pos x="connsiteX4165" y="connsiteY4165"/>
                    </a:cxn>
                    <a:cxn ang="0">
                      <a:pos x="connsiteX4166" y="connsiteY4166"/>
                    </a:cxn>
                    <a:cxn ang="0">
                      <a:pos x="connsiteX4167" y="connsiteY4167"/>
                    </a:cxn>
                    <a:cxn ang="0">
                      <a:pos x="connsiteX4168" y="connsiteY4168"/>
                    </a:cxn>
                    <a:cxn ang="0">
                      <a:pos x="connsiteX4169" y="connsiteY4169"/>
                    </a:cxn>
                    <a:cxn ang="0">
                      <a:pos x="connsiteX4170" y="connsiteY4170"/>
                    </a:cxn>
                    <a:cxn ang="0">
                      <a:pos x="connsiteX4171" y="connsiteY4171"/>
                    </a:cxn>
                    <a:cxn ang="0">
                      <a:pos x="connsiteX4172" y="connsiteY4172"/>
                    </a:cxn>
                    <a:cxn ang="0">
                      <a:pos x="connsiteX4173" y="connsiteY4173"/>
                    </a:cxn>
                    <a:cxn ang="0">
                      <a:pos x="connsiteX4174" y="connsiteY4174"/>
                    </a:cxn>
                    <a:cxn ang="0">
                      <a:pos x="connsiteX4175" y="connsiteY4175"/>
                    </a:cxn>
                    <a:cxn ang="0">
                      <a:pos x="connsiteX4176" y="connsiteY4176"/>
                    </a:cxn>
                    <a:cxn ang="0">
                      <a:pos x="connsiteX4177" y="connsiteY4177"/>
                    </a:cxn>
                    <a:cxn ang="0">
                      <a:pos x="connsiteX4178" y="connsiteY4178"/>
                    </a:cxn>
                    <a:cxn ang="0">
                      <a:pos x="connsiteX4179" y="connsiteY4179"/>
                    </a:cxn>
                    <a:cxn ang="0">
                      <a:pos x="connsiteX4180" y="connsiteY4180"/>
                    </a:cxn>
                    <a:cxn ang="0">
                      <a:pos x="connsiteX4181" y="connsiteY4181"/>
                    </a:cxn>
                    <a:cxn ang="0">
                      <a:pos x="connsiteX4182" y="connsiteY4182"/>
                    </a:cxn>
                    <a:cxn ang="0">
                      <a:pos x="connsiteX4183" y="connsiteY4183"/>
                    </a:cxn>
                    <a:cxn ang="0">
                      <a:pos x="connsiteX4184" y="connsiteY4184"/>
                    </a:cxn>
                    <a:cxn ang="0">
                      <a:pos x="connsiteX4185" y="connsiteY4185"/>
                    </a:cxn>
                    <a:cxn ang="0">
                      <a:pos x="connsiteX4186" y="connsiteY4186"/>
                    </a:cxn>
                    <a:cxn ang="0">
                      <a:pos x="connsiteX4187" y="connsiteY4187"/>
                    </a:cxn>
                    <a:cxn ang="0">
                      <a:pos x="connsiteX4188" y="connsiteY4188"/>
                    </a:cxn>
                    <a:cxn ang="0">
                      <a:pos x="connsiteX4189" y="connsiteY4189"/>
                    </a:cxn>
                    <a:cxn ang="0">
                      <a:pos x="connsiteX4190" y="connsiteY4190"/>
                    </a:cxn>
                    <a:cxn ang="0">
                      <a:pos x="connsiteX4191" y="connsiteY4191"/>
                    </a:cxn>
                    <a:cxn ang="0">
                      <a:pos x="connsiteX4192" y="connsiteY4192"/>
                    </a:cxn>
                    <a:cxn ang="0">
                      <a:pos x="connsiteX4193" y="connsiteY4193"/>
                    </a:cxn>
                    <a:cxn ang="0">
                      <a:pos x="connsiteX4194" y="connsiteY4194"/>
                    </a:cxn>
                    <a:cxn ang="0">
                      <a:pos x="connsiteX4195" y="connsiteY4195"/>
                    </a:cxn>
                    <a:cxn ang="0">
                      <a:pos x="connsiteX4196" y="connsiteY4196"/>
                    </a:cxn>
                    <a:cxn ang="0">
                      <a:pos x="connsiteX4197" y="connsiteY4197"/>
                    </a:cxn>
                    <a:cxn ang="0">
                      <a:pos x="connsiteX4198" y="connsiteY4198"/>
                    </a:cxn>
                    <a:cxn ang="0">
                      <a:pos x="connsiteX4199" y="connsiteY4199"/>
                    </a:cxn>
                    <a:cxn ang="0">
                      <a:pos x="connsiteX4200" y="connsiteY4200"/>
                    </a:cxn>
                    <a:cxn ang="0">
                      <a:pos x="connsiteX4201" y="connsiteY4201"/>
                    </a:cxn>
                    <a:cxn ang="0">
                      <a:pos x="connsiteX4202" y="connsiteY4202"/>
                    </a:cxn>
                    <a:cxn ang="0">
                      <a:pos x="connsiteX4203" y="connsiteY4203"/>
                    </a:cxn>
                    <a:cxn ang="0">
                      <a:pos x="connsiteX4204" y="connsiteY4204"/>
                    </a:cxn>
                    <a:cxn ang="0">
                      <a:pos x="connsiteX4205" y="connsiteY4205"/>
                    </a:cxn>
                    <a:cxn ang="0">
                      <a:pos x="connsiteX4206" y="connsiteY4206"/>
                    </a:cxn>
                    <a:cxn ang="0">
                      <a:pos x="connsiteX4207" y="connsiteY4207"/>
                    </a:cxn>
                    <a:cxn ang="0">
                      <a:pos x="connsiteX4208" y="connsiteY4208"/>
                    </a:cxn>
                    <a:cxn ang="0">
                      <a:pos x="connsiteX4209" y="connsiteY4209"/>
                    </a:cxn>
                    <a:cxn ang="0">
                      <a:pos x="connsiteX4210" y="connsiteY4210"/>
                    </a:cxn>
                    <a:cxn ang="0">
                      <a:pos x="connsiteX4211" y="connsiteY4211"/>
                    </a:cxn>
                    <a:cxn ang="0">
                      <a:pos x="connsiteX4212" y="connsiteY4212"/>
                    </a:cxn>
                    <a:cxn ang="0">
                      <a:pos x="connsiteX4213" y="connsiteY4213"/>
                    </a:cxn>
                    <a:cxn ang="0">
                      <a:pos x="connsiteX4214" y="connsiteY4214"/>
                    </a:cxn>
                    <a:cxn ang="0">
                      <a:pos x="connsiteX4215" y="connsiteY4215"/>
                    </a:cxn>
                    <a:cxn ang="0">
                      <a:pos x="connsiteX4216" y="connsiteY4216"/>
                    </a:cxn>
                    <a:cxn ang="0">
                      <a:pos x="connsiteX4217" y="connsiteY4217"/>
                    </a:cxn>
                    <a:cxn ang="0">
                      <a:pos x="connsiteX4218" y="connsiteY4218"/>
                    </a:cxn>
                    <a:cxn ang="0">
                      <a:pos x="connsiteX4219" y="connsiteY4219"/>
                    </a:cxn>
                    <a:cxn ang="0">
                      <a:pos x="connsiteX4220" y="connsiteY4220"/>
                    </a:cxn>
                    <a:cxn ang="0">
                      <a:pos x="connsiteX4221" y="connsiteY4221"/>
                    </a:cxn>
                    <a:cxn ang="0">
                      <a:pos x="connsiteX4222" y="connsiteY4222"/>
                    </a:cxn>
                    <a:cxn ang="0">
                      <a:pos x="connsiteX4223" y="connsiteY4223"/>
                    </a:cxn>
                    <a:cxn ang="0">
                      <a:pos x="connsiteX4224" y="connsiteY4224"/>
                    </a:cxn>
                    <a:cxn ang="0">
                      <a:pos x="connsiteX4225" y="connsiteY4225"/>
                    </a:cxn>
                    <a:cxn ang="0">
                      <a:pos x="connsiteX4226" y="connsiteY4226"/>
                    </a:cxn>
                    <a:cxn ang="0">
                      <a:pos x="connsiteX4227" y="connsiteY4227"/>
                    </a:cxn>
                    <a:cxn ang="0">
                      <a:pos x="connsiteX4228" y="connsiteY4228"/>
                    </a:cxn>
                    <a:cxn ang="0">
                      <a:pos x="connsiteX4229" y="connsiteY4229"/>
                    </a:cxn>
                    <a:cxn ang="0">
                      <a:pos x="connsiteX4230" y="connsiteY4230"/>
                    </a:cxn>
                    <a:cxn ang="0">
                      <a:pos x="connsiteX4231" y="connsiteY4231"/>
                    </a:cxn>
                    <a:cxn ang="0">
                      <a:pos x="connsiteX4232" y="connsiteY4232"/>
                    </a:cxn>
                    <a:cxn ang="0">
                      <a:pos x="connsiteX4233" y="connsiteY4233"/>
                    </a:cxn>
                    <a:cxn ang="0">
                      <a:pos x="connsiteX4234" y="connsiteY4234"/>
                    </a:cxn>
                    <a:cxn ang="0">
                      <a:pos x="connsiteX4235" y="connsiteY4235"/>
                    </a:cxn>
                    <a:cxn ang="0">
                      <a:pos x="connsiteX4236" y="connsiteY4236"/>
                    </a:cxn>
                    <a:cxn ang="0">
                      <a:pos x="connsiteX4237" y="connsiteY4237"/>
                    </a:cxn>
                    <a:cxn ang="0">
                      <a:pos x="connsiteX4238" y="connsiteY4238"/>
                    </a:cxn>
                    <a:cxn ang="0">
                      <a:pos x="connsiteX4239" y="connsiteY4239"/>
                    </a:cxn>
                    <a:cxn ang="0">
                      <a:pos x="connsiteX4240" y="connsiteY4240"/>
                    </a:cxn>
                    <a:cxn ang="0">
                      <a:pos x="connsiteX4241" y="connsiteY4241"/>
                    </a:cxn>
                    <a:cxn ang="0">
                      <a:pos x="connsiteX4242" y="connsiteY4242"/>
                    </a:cxn>
                    <a:cxn ang="0">
                      <a:pos x="connsiteX4243" y="connsiteY4243"/>
                    </a:cxn>
                    <a:cxn ang="0">
                      <a:pos x="connsiteX4244" y="connsiteY4244"/>
                    </a:cxn>
                    <a:cxn ang="0">
                      <a:pos x="connsiteX4245" y="connsiteY4245"/>
                    </a:cxn>
                    <a:cxn ang="0">
                      <a:pos x="connsiteX4246" y="connsiteY4246"/>
                    </a:cxn>
                    <a:cxn ang="0">
                      <a:pos x="connsiteX4247" y="connsiteY4247"/>
                    </a:cxn>
                    <a:cxn ang="0">
                      <a:pos x="connsiteX4248" y="connsiteY4248"/>
                    </a:cxn>
                    <a:cxn ang="0">
                      <a:pos x="connsiteX4249" y="connsiteY4249"/>
                    </a:cxn>
                    <a:cxn ang="0">
                      <a:pos x="connsiteX4250" y="connsiteY4250"/>
                    </a:cxn>
                    <a:cxn ang="0">
                      <a:pos x="connsiteX4251" y="connsiteY4251"/>
                    </a:cxn>
                    <a:cxn ang="0">
                      <a:pos x="connsiteX4252" y="connsiteY4252"/>
                    </a:cxn>
                    <a:cxn ang="0">
                      <a:pos x="connsiteX4253" y="connsiteY4253"/>
                    </a:cxn>
                    <a:cxn ang="0">
                      <a:pos x="connsiteX4254" y="connsiteY4254"/>
                    </a:cxn>
                    <a:cxn ang="0">
                      <a:pos x="connsiteX4255" y="connsiteY4255"/>
                    </a:cxn>
                    <a:cxn ang="0">
                      <a:pos x="connsiteX4256" y="connsiteY4256"/>
                    </a:cxn>
                    <a:cxn ang="0">
                      <a:pos x="connsiteX4257" y="connsiteY4257"/>
                    </a:cxn>
                    <a:cxn ang="0">
                      <a:pos x="connsiteX4258" y="connsiteY4258"/>
                    </a:cxn>
                    <a:cxn ang="0">
                      <a:pos x="connsiteX4259" y="connsiteY4259"/>
                    </a:cxn>
                    <a:cxn ang="0">
                      <a:pos x="connsiteX4260" y="connsiteY4260"/>
                    </a:cxn>
                    <a:cxn ang="0">
                      <a:pos x="connsiteX4261" y="connsiteY4261"/>
                    </a:cxn>
                    <a:cxn ang="0">
                      <a:pos x="connsiteX4262" y="connsiteY4262"/>
                    </a:cxn>
                    <a:cxn ang="0">
                      <a:pos x="connsiteX4263" y="connsiteY4263"/>
                    </a:cxn>
                    <a:cxn ang="0">
                      <a:pos x="connsiteX4264" y="connsiteY4264"/>
                    </a:cxn>
                    <a:cxn ang="0">
                      <a:pos x="connsiteX4265" y="connsiteY4265"/>
                    </a:cxn>
                    <a:cxn ang="0">
                      <a:pos x="connsiteX4266" y="connsiteY4266"/>
                    </a:cxn>
                    <a:cxn ang="0">
                      <a:pos x="connsiteX4267" y="connsiteY4267"/>
                    </a:cxn>
                    <a:cxn ang="0">
                      <a:pos x="connsiteX4268" y="connsiteY4268"/>
                    </a:cxn>
                    <a:cxn ang="0">
                      <a:pos x="connsiteX4269" y="connsiteY4269"/>
                    </a:cxn>
                    <a:cxn ang="0">
                      <a:pos x="connsiteX4270" y="connsiteY4270"/>
                    </a:cxn>
                    <a:cxn ang="0">
                      <a:pos x="connsiteX4271" y="connsiteY4271"/>
                    </a:cxn>
                    <a:cxn ang="0">
                      <a:pos x="connsiteX4272" y="connsiteY4272"/>
                    </a:cxn>
                    <a:cxn ang="0">
                      <a:pos x="connsiteX4273" y="connsiteY4273"/>
                    </a:cxn>
                    <a:cxn ang="0">
                      <a:pos x="connsiteX4274" y="connsiteY4274"/>
                    </a:cxn>
                    <a:cxn ang="0">
                      <a:pos x="connsiteX4275" y="connsiteY4275"/>
                    </a:cxn>
                    <a:cxn ang="0">
                      <a:pos x="connsiteX4276" y="connsiteY4276"/>
                    </a:cxn>
                    <a:cxn ang="0">
                      <a:pos x="connsiteX4277" y="connsiteY4277"/>
                    </a:cxn>
                    <a:cxn ang="0">
                      <a:pos x="connsiteX4278" y="connsiteY4278"/>
                    </a:cxn>
                    <a:cxn ang="0">
                      <a:pos x="connsiteX4279" y="connsiteY4279"/>
                    </a:cxn>
                    <a:cxn ang="0">
                      <a:pos x="connsiteX4280" y="connsiteY4280"/>
                    </a:cxn>
                    <a:cxn ang="0">
                      <a:pos x="connsiteX4281" y="connsiteY4281"/>
                    </a:cxn>
                    <a:cxn ang="0">
                      <a:pos x="connsiteX4282" y="connsiteY4282"/>
                    </a:cxn>
                    <a:cxn ang="0">
                      <a:pos x="connsiteX4283" y="connsiteY4283"/>
                    </a:cxn>
                    <a:cxn ang="0">
                      <a:pos x="connsiteX4284" y="connsiteY4284"/>
                    </a:cxn>
                    <a:cxn ang="0">
                      <a:pos x="connsiteX4285" y="connsiteY4285"/>
                    </a:cxn>
                    <a:cxn ang="0">
                      <a:pos x="connsiteX4286" y="connsiteY4286"/>
                    </a:cxn>
                    <a:cxn ang="0">
                      <a:pos x="connsiteX4287" y="connsiteY4287"/>
                    </a:cxn>
                    <a:cxn ang="0">
                      <a:pos x="connsiteX4288" y="connsiteY4288"/>
                    </a:cxn>
                    <a:cxn ang="0">
                      <a:pos x="connsiteX4289" y="connsiteY4289"/>
                    </a:cxn>
                    <a:cxn ang="0">
                      <a:pos x="connsiteX4290" y="connsiteY4290"/>
                    </a:cxn>
                    <a:cxn ang="0">
                      <a:pos x="connsiteX4291" y="connsiteY4291"/>
                    </a:cxn>
                    <a:cxn ang="0">
                      <a:pos x="connsiteX4292" y="connsiteY4292"/>
                    </a:cxn>
                    <a:cxn ang="0">
                      <a:pos x="connsiteX4293" y="connsiteY4293"/>
                    </a:cxn>
                    <a:cxn ang="0">
                      <a:pos x="connsiteX4294" y="connsiteY4294"/>
                    </a:cxn>
                    <a:cxn ang="0">
                      <a:pos x="connsiteX4295" y="connsiteY4295"/>
                    </a:cxn>
                    <a:cxn ang="0">
                      <a:pos x="connsiteX4296" y="connsiteY4296"/>
                    </a:cxn>
                    <a:cxn ang="0">
                      <a:pos x="connsiteX4297" y="connsiteY4297"/>
                    </a:cxn>
                    <a:cxn ang="0">
                      <a:pos x="connsiteX4298" y="connsiteY4298"/>
                    </a:cxn>
                    <a:cxn ang="0">
                      <a:pos x="connsiteX4299" y="connsiteY4299"/>
                    </a:cxn>
                    <a:cxn ang="0">
                      <a:pos x="connsiteX4300" y="connsiteY4300"/>
                    </a:cxn>
                    <a:cxn ang="0">
                      <a:pos x="connsiteX4301" y="connsiteY4301"/>
                    </a:cxn>
                    <a:cxn ang="0">
                      <a:pos x="connsiteX4302" y="connsiteY4302"/>
                    </a:cxn>
                    <a:cxn ang="0">
                      <a:pos x="connsiteX4303" y="connsiteY4303"/>
                    </a:cxn>
                    <a:cxn ang="0">
                      <a:pos x="connsiteX4304" y="connsiteY4304"/>
                    </a:cxn>
                    <a:cxn ang="0">
                      <a:pos x="connsiteX4305" y="connsiteY4305"/>
                    </a:cxn>
                    <a:cxn ang="0">
                      <a:pos x="connsiteX4306" y="connsiteY4306"/>
                    </a:cxn>
                    <a:cxn ang="0">
                      <a:pos x="connsiteX4307" y="connsiteY4307"/>
                    </a:cxn>
                    <a:cxn ang="0">
                      <a:pos x="connsiteX4308" y="connsiteY4308"/>
                    </a:cxn>
                    <a:cxn ang="0">
                      <a:pos x="connsiteX4309" y="connsiteY4309"/>
                    </a:cxn>
                    <a:cxn ang="0">
                      <a:pos x="connsiteX4310" y="connsiteY4310"/>
                    </a:cxn>
                    <a:cxn ang="0">
                      <a:pos x="connsiteX4311" y="connsiteY4311"/>
                    </a:cxn>
                    <a:cxn ang="0">
                      <a:pos x="connsiteX4312" y="connsiteY4312"/>
                    </a:cxn>
                    <a:cxn ang="0">
                      <a:pos x="connsiteX4313" y="connsiteY4313"/>
                    </a:cxn>
                    <a:cxn ang="0">
                      <a:pos x="connsiteX4314" y="connsiteY4314"/>
                    </a:cxn>
                    <a:cxn ang="0">
                      <a:pos x="connsiteX4315" y="connsiteY4315"/>
                    </a:cxn>
                    <a:cxn ang="0">
                      <a:pos x="connsiteX4316" y="connsiteY4316"/>
                    </a:cxn>
                    <a:cxn ang="0">
                      <a:pos x="connsiteX4317" y="connsiteY4317"/>
                    </a:cxn>
                    <a:cxn ang="0">
                      <a:pos x="connsiteX4318" y="connsiteY4318"/>
                    </a:cxn>
                    <a:cxn ang="0">
                      <a:pos x="connsiteX4319" y="connsiteY4319"/>
                    </a:cxn>
                    <a:cxn ang="0">
                      <a:pos x="connsiteX4320" y="connsiteY4320"/>
                    </a:cxn>
                    <a:cxn ang="0">
                      <a:pos x="connsiteX4321" y="connsiteY4321"/>
                    </a:cxn>
                    <a:cxn ang="0">
                      <a:pos x="connsiteX4322" y="connsiteY4322"/>
                    </a:cxn>
                    <a:cxn ang="0">
                      <a:pos x="connsiteX4323" y="connsiteY4323"/>
                    </a:cxn>
                    <a:cxn ang="0">
                      <a:pos x="connsiteX4324" y="connsiteY4324"/>
                    </a:cxn>
                    <a:cxn ang="0">
                      <a:pos x="connsiteX4325" y="connsiteY4325"/>
                    </a:cxn>
                    <a:cxn ang="0">
                      <a:pos x="connsiteX4326" y="connsiteY4326"/>
                    </a:cxn>
                    <a:cxn ang="0">
                      <a:pos x="connsiteX4327" y="connsiteY4327"/>
                    </a:cxn>
                    <a:cxn ang="0">
                      <a:pos x="connsiteX4328" y="connsiteY4328"/>
                    </a:cxn>
                    <a:cxn ang="0">
                      <a:pos x="connsiteX4329" y="connsiteY4329"/>
                    </a:cxn>
                    <a:cxn ang="0">
                      <a:pos x="connsiteX4330" y="connsiteY4330"/>
                    </a:cxn>
                    <a:cxn ang="0">
                      <a:pos x="connsiteX4331" y="connsiteY4331"/>
                    </a:cxn>
                    <a:cxn ang="0">
                      <a:pos x="connsiteX4332" y="connsiteY4332"/>
                    </a:cxn>
                    <a:cxn ang="0">
                      <a:pos x="connsiteX4333" y="connsiteY4333"/>
                    </a:cxn>
                    <a:cxn ang="0">
                      <a:pos x="connsiteX4334" y="connsiteY4334"/>
                    </a:cxn>
                    <a:cxn ang="0">
                      <a:pos x="connsiteX4335" y="connsiteY4335"/>
                    </a:cxn>
                    <a:cxn ang="0">
                      <a:pos x="connsiteX4336" y="connsiteY4336"/>
                    </a:cxn>
                    <a:cxn ang="0">
                      <a:pos x="connsiteX4337" y="connsiteY4337"/>
                    </a:cxn>
                    <a:cxn ang="0">
                      <a:pos x="connsiteX4338" y="connsiteY4338"/>
                    </a:cxn>
                    <a:cxn ang="0">
                      <a:pos x="connsiteX4339" y="connsiteY4339"/>
                    </a:cxn>
                    <a:cxn ang="0">
                      <a:pos x="connsiteX4340" y="connsiteY4340"/>
                    </a:cxn>
                    <a:cxn ang="0">
                      <a:pos x="connsiteX4341" y="connsiteY4341"/>
                    </a:cxn>
                    <a:cxn ang="0">
                      <a:pos x="connsiteX4342" y="connsiteY4342"/>
                    </a:cxn>
                    <a:cxn ang="0">
                      <a:pos x="connsiteX4343" y="connsiteY4343"/>
                    </a:cxn>
                    <a:cxn ang="0">
                      <a:pos x="connsiteX4344" y="connsiteY4344"/>
                    </a:cxn>
                    <a:cxn ang="0">
                      <a:pos x="connsiteX4345" y="connsiteY4345"/>
                    </a:cxn>
                    <a:cxn ang="0">
                      <a:pos x="connsiteX4346" y="connsiteY4346"/>
                    </a:cxn>
                    <a:cxn ang="0">
                      <a:pos x="connsiteX4347" y="connsiteY4347"/>
                    </a:cxn>
                    <a:cxn ang="0">
                      <a:pos x="connsiteX4348" y="connsiteY4348"/>
                    </a:cxn>
                    <a:cxn ang="0">
                      <a:pos x="connsiteX4349" y="connsiteY4349"/>
                    </a:cxn>
                    <a:cxn ang="0">
                      <a:pos x="connsiteX4350" y="connsiteY4350"/>
                    </a:cxn>
                    <a:cxn ang="0">
                      <a:pos x="connsiteX4351" y="connsiteY4351"/>
                    </a:cxn>
                    <a:cxn ang="0">
                      <a:pos x="connsiteX4352" y="connsiteY4352"/>
                    </a:cxn>
                    <a:cxn ang="0">
                      <a:pos x="connsiteX4353" y="connsiteY4353"/>
                    </a:cxn>
                    <a:cxn ang="0">
                      <a:pos x="connsiteX4354" y="connsiteY4354"/>
                    </a:cxn>
                    <a:cxn ang="0">
                      <a:pos x="connsiteX4355" y="connsiteY4355"/>
                    </a:cxn>
                    <a:cxn ang="0">
                      <a:pos x="connsiteX4356" y="connsiteY4356"/>
                    </a:cxn>
                    <a:cxn ang="0">
                      <a:pos x="connsiteX4357" y="connsiteY4357"/>
                    </a:cxn>
                    <a:cxn ang="0">
                      <a:pos x="connsiteX4358" y="connsiteY4358"/>
                    </a:cxn>
                    <a:cxn ang="0">
                      <a:pos x="connsiteX4359" y="connsiteY4359"/>
                    </a:cxn>
                    <a:cxn ang="0">
                      <a:pos x="connsiteX4360" y="connsiteY4360"/>
                    </a:cxn>
                    <a:cxn ang="0">
                      <a:pos x="connsiteX4361" y="connsiteY4361"/>
                    </a:cxn>
                    <a:cxn ang="0">
                      <a:pos x="connsiteX4362" y="connsiteY4362"/>
                    </a:cxn>
                    <a:cxn ang="0">
                      <a:pos x="connsiteX4363" y="connsiteY4363"/>
                    </a:cxn>
                    <a:cxn ang="0">
                      <a:pos x="connsiteX4364" y="connsiteY4364"/>
                    </a:cxn>
                    <a:cxn ang="0">
                      <a:pos x="connsiteX4365" y="connsiteY4365"/>
                    </a:cxn>
                    <a:cxn ang="0">
                      <a:pos x="connsiteX4366" y="connsiteY4366"/>
                    </a:cxn>
                    <a:cxn ang="0">
                      <a:pos x="connsiteX4367" y="connsiteY4367"/>
                    </a:cxn>
                    <a:cxn ang="0">
                      <a:pos x="connsiteX4368" y="connsiteY4368"/>
                    </a:cxn>
                    <a:cxn ang="0">
                      <a:pos x="connsiteX4369" y="connsiteY4369"/>
                    </a:cxn>
                    <a:cxn ang="0">
                      <a:pos x="connsiteX4370" y="connsiteY4370"/>
                    </a:cxn>
                    <a:cxn ang="0">
                      <a:pos x="connsiteX4371" y="connsiteY4371"/>
                    </a:cxn>
                    <a:cxn ang="0">
                      <a:pos x="connsiteX4372" y="connsiteY4372"/>
                    </a:cxn>
                    <a:cxn ang="0">
                      <a:pos x="connsiteX4373" y="connsiteY4373"/>
                    </a:cxn>
                    <a:cxn ang="0">
                      <a:pos x="connsiteX4374" y="connsiteY4374"/>
                    </a:cxn>
                    <a:cxn ang="0">
                      <a:pos x="connsiteX4375" y="connsiteY4375"/>
                    </a:cxn>
                    <a:cxn ang="0">
                      <a:pos x="connsiteX4376" y="connsiteY4376"/>
                    </a:cxn>
                    <a:cxn ang="0">
                      <a:pos x="connsiteX4377" y="connsiteY4377"/>
                    </a:cxn>
                    <a:cxn ang="0">
                      <a:pos x="connsiteX4378" y="connsiteY4378"/>
                    </a:cxn>
                    <a:cxn ang="0">
                      <a:pos x="connsiteX4379" y="connsiteY4379"/>
                    </a:cxn>
                    <a:cxn ang="0">
                      <a:pos x="connsiteX4380" y="connsiteY4380"/>
                    </a:cxn>
                    <a:cxn ang="0">
                      <a:pos x="connsiteX4381" y="connsiteY4381"/>
                    </a:cxn>
                    <a:cxn ang="0">
                      <a:pos x="connsiteX4382" y="connsiteY4382"/>
                    </a:cxn>
                    <a:cxn ang="0">
                      <a:pos x="connsiteX4383" y="connsiteY4383"/>
                    </a:cxn>
                    <a:cxn ang="0">
                      <a:pos x="connsiteX4384" y="connsiteY4384"/>
                    </a:cxn>
                    <a:cxn ang="0">
                      <a:pos x="connsiteX4385" y="connsiteY4385"/>
                    </a:cxn>
                    <a:cxn ang="0">
                      <a:pos x="connsiteX4386" y="connsiteY4386"/>
                    </a:cxn>
                    <a:cxn ang="0">
                      <a:pos x="connsiteX4387" y="connsiteY4387"/>
                    </a:cxn>
                    <a:cxn ang="0">
                      <a:pos x="connsiteX4388" y="connsiteY4388"/>
                    </a:cxn>
                    <a:cxn ang="0">
                      <a:pos x="connsiteX4389" y="connsiteY4389"/>
                    </a:cxn>
                    <a:cxn ang="0">
                      <a:pos x="connsiteX4390" y="connsiteY4390"/>
                    </a:cxn>
                    <a:cxn ang="0">
                      <a:pos x="connsiteX4391" y="connsiteY4391"/>
                    </a:cxn>
                    <a:cxn ang="0">
                      <a:pos x="connsiteX4392" y="connsiteY4392"/>
                    </a:cxn>
                    <a:cxn ang="0">
                      <a:pos x="connsiteX4393" y="connsiteY4393"/>
                    </a:cxn>
                    <a:cxn ang="0">
                      <a:pos x="connsiteX4394" y="connsiteY4394"/>
                    </a:cxn>
                    <a:cxn ang="0">
                      <a:pos x="connsiteX4395" y="connsiteY4395"/>
                    </a:cxn>
                    <a:cxn ang="0">
                      <a:pos x="connsiteX4396" y="connsiteY4396"/>
                    </a:cxn>
                    <a:cxn ang="0">
                      <a:pos x="connsiteX4397" y="connsiteY4397"/>
                    </a:cxn>
                    <a:cxn ang="0">
                      <a:pos x="connsiteX4398" y="connsiteY4398"/>
                    </a:cxn>
                    <a:cxn ang="0">
                      <a:pos x="connsiteX4399" y="connsiteY4399"/>
                    </a:cxn>
                    <a:cxn ang="0">
                      <a:pos x="connsiteX4400" y="connsiteY4400"/>
                    </a:cxn>
                    <a:cxn ang="0">
                      <a:pos x="connsiteX4401" y="connsiteY4401"/>
                    </a:cxn>
                    <a:cxn ang="0">
                      <a:pos x="connsiteX4402" y="connsiteY4402"/>
                    </a:cxn>
                    <a:cxn ang="0">
                      <a:pos x="connsiteX4403" y="connsiteY4403"/>
                    </a:cxn>
                    <a:cxn ang="0">
                      <a:pos x="connsiteX4404" y="connsiteY4404"/>
                    </a:cxn>
                    <a:cxn ang="0">
                      <a:pos x="connsiteX4405" y="connsiteY4405"/>
                    </a:cxn>
                    <a:cxn ang="0">
                      <a:pos x="connsiteX4406" y="connsiteY4406"/>
                    </a:cxn>
                    <a:cxn ang="0">
                      <a:pos x="connsiteX4407" y="connsiteY4407"/>
                    </a:cxn>
                    <a:cxn ang="0">
                      <a:pos x="connsiteX4408" y="connsiteY4408"/>
                    </a:cxn>
                    <a:cxn ang="0">
                      <a:pos x="connsiteX4409" y="connsiteY4409"/>
                    </a:cxn>
                    <a:cxn ang="0">
                      <a:pos x="connsiteX4410" y="connsiteY4410"/>
                    </a:cxn>
                    <a:cxn ang="0">
                      <a:pos x="connsiteX4411" y="connsiteY4411"/>
                    </a:cxn>
                    <a:cxn ang="0">
                      <a:pos x="connsiteX4412" y="connsiteY4412"/>
                    </a:cxn>
                    <a:cxn ang="0">
                      <a:pos x="connsiteX4413" y="connsiteY4413"/>
                    </a:cxn>
                    <a:cxn ang="0">
                      <a:pos x="connsiteX4414" y="connsiteY4414"/>
                    </a:cxn>
                    <a:cxn ang="0">
                      <a:pos x="connsiteX4415" y="connsiteY4415"/>
                    </a:cxn>
                    <a:cxn ang="0">
                      <a:pos x="connsiteX4416" y="connsiteY4416"/>
                    </a:cxn>
                    <a:cxn ang="0">
                      <a:pos x="connsiteX4417" y="connsiteY4417"/>
                    </a:cxn>
                    <a:cxn ang="0">
                      <a:pos x="connsiteX4418" y="connsiteY4418"/>
                    </a:cxn>
                    <a:cxn ang="0">
                      <a:pos x="connsiteX4419" y="connsiteY4419"/>
                    </a:cxn>
                    <a:cxn ang="0">
                      <a:pos x="connsiteX4420" y="connsiteY4420"/>
                    </a:cxn>
                    <a:cxn ang="0">
                      <a:pos x="connsiteX4421" y="connsiteY4421"/>
                    </a:cxn>
                    <a:cxn ang="0">
                      <a:pos x="connsiteX4422" y="connsiteY4422"/>
                    </a:cxn>
                    <a:cxn ang="0">
                      <a:pos x="connsiteX4423" y="connsiteY4423"/>
                    </a:cxn>
                    <a:cxn ang="0">
                      <a:pos x="connsiteX4424" y="connsiteY4424"/>
                    </a:cxn>
                    <a:cxn ang="0">
                      <a:pos x="connsiteX4425" y="connsiteY4425"/>
                    </a:cxn>
                    <a:cxn ang="0">
                      <a:pos x="connsiteX4426" y="connsiteY4426"/>
                    </a:cxn>
                    <a:cxn ang="0">
                      <a:pos x="connsiteX4427" y="connsiteY4427"/>
                    </a:cxn>
                    <a:cxn ang="0">
                      <a:pos x="connsiteX4428" y="connsiteY4428"/>
                    </a:cxn>
                    <a:cxn ang="0">
                      <a:pos x="connsiteX4429" y="connsiteY4429"/>
                    </a:cxn>
                    <a:cxn ang="0">
                      <a:pos x="connsiteX4430" y="connsiteY4430"/>
                    </a:cxn>
                    <a:cxn ang="0">
                      <a:pos x="connsiteX4431" y="connsiteY4431"/>
                    </a:cxn>
                    <a:cxn ang="0">
                      <a:pos x="connsiteX4432" y="connsiteY4432"/>
                    </a:cxn>
                    <a:cxn ang="0">
                      <a:pos x="connsiteX4433" y="connsiteY4433"/>
                    </a:cxn>
                    <a:cxn ang="0">
                      <a:pos x="connsiteX4434" y="connsiteY4434"/>
                    </a:cxn>
                    <a:cxn ang="0">
                      <a:pos x="connsiteX4435" y="connsiteY4435"/>
                    </a:cxn>
                    <a:cxn ang="0">
                      <a:pos x="connsiteX4436" y="connsiteY4436"/>
                    </a:cxn>
                    <a:cxn ang="0">
                      <a:pos x="connsiteX4437" y="connsiteY4437"/>
                    </a:cxn>
                    <a:cxn ang="0">
                      <a:pos x="connsiteX4438" y="connsiteY4438"/>
                    </a:cxn>
                    <a:cxn ang="0">
                      <a:pos x="connsiteX4439" y="connsiteY4439"/>
                    </a:cxn>
                    <a:cxn ang="0">
                      <a:pos x="connsiteX4440" y="connsiteY4440"/>
                    </a:cxn>
                    <a:cxn ang="0">
                      <a:pos x="connsiteX4441" y="connsiteY4441"/>
                    </a:cxn>
                    <a:cxn ang="0">
                      <a:pos x="connsiteX4442" y="connsiteY4442"/>
                    </a:cxn>
                    <a:cxn ang="0">
                      <a:pos x="connsiteX4443" y="connsiteY4443"/>
                    </a:cxn>
                    <a:cxn ang="0">
                      <a:pos x="connsiteX4444" y="connsiteY4444"/>
                    </a:cxn>
                    <a:cxn ang="0">
                      <a:pos x="connsiteX4445" y="connsiteY4445"/>
                    </a:cxn>
                    <a:cxn ang="0">
                      <a:pos x="connsiteX4446" y="connsiteY4446"/>
                    </a:cxn>
                    <a:cxn ang="0">
                      <a:pos x="connsiteX4447" y="connsiteY4447"/>
                    </a:cxn>
                    <a:cxn ang="0">
                      <a:pos x="connsiteX4448" y="connsiteY4448"/>
                    </a:cxn>
                    <a:cxn ang="0">
                      <a:pos x="connsiteX4449" y="connsiteY4449"/>
                    </a:cxn>
                    <a:cxn ang="0">
                      <a:pos x="connsiteX4450" y="connsiteY4450"/>
                    </a:cxn>
                    <a:cxn ang="0">
                      <a:pos x="connsiteX4451" y="connsiteY4451"/>
                    </a:cxn>
                    <a:cxn ang="0">
                      <a:pos x="connsiteX4452" y="connsiteY4452"/>
                    </a:cxn>
                    <a:cxn ang="0">
                      <a:pos x="connsiteX4453" y="connsiteY4453"/>
                    </a:cxn>
                    <a:cxn ang="0">
                      <a:pos x="connsiteX4454" y="connsiteY4454"/>
                    </a:cxn>
                    <a:cxn ang="0">
                      <a:pos x="connsiteX4455" y="connsiteY4455"/>
                    </a:cxn>
                    <a:cxn ang="0">
                      <a:pos x="connsiteX4456" y="connsiteY4456"/>
                    </a:cxn>
                    <a:cxn ang="0">
                      <a:pos x="connsiteX4457" y="connsiteY4457"/>
                    </a:cxn>
                    <a:cxn ang="0">
                      <a:pos x="connsiteX4458" y="connsiteY4458"/>
                    </a:cxn>
                    <a:cxn ang="0">
                      <a:pos x="connsiteX4459" y="connsiteY4459"/>
                    </a:cxn>
                    <a:cxn ang="0">
                      <a:pos x="connsiteX4460" y="connsiteY4460"/>
                    </a:cxn>
                    <a:cxn ang="0">
                      <a:pos x="connsiteX4461" y="connsiteY4461"/>
                    </a:cxn>
                    <a:cxn ang="0">
                      <a:pos x="connsiteX4462" y="connsiteY4462"/>
                    </a:cxn>
                    <a:cxn ang="0">
                      <a:pos x="connsiteX4463" y="connsiteY4463"/>
                    </a:cxn>
                    <a:cxn ang="0">
                      <a:pos x="connsiteX4464" y="connsiteY4464"/>
                    </a:cxn>
                    <a:cxn ang="0">
                      <a:pos x="connsiteX4465" y="connsiteY4465"/>
                    </a:cxn>
                    <a:cxn ang="0">
                      <a:pos x="connsiteX4466" y="connsiteY4466"/>
                    </a:cxn>
                    <a:cxn ang="0">
                      <a:pos x="connsiteX4467" y="connsiteY4467"/>
                    </a:cxn>
                    <a:cxn ang="0">
                      <a:pos x="connsiteX4468" y="connsiteY4468"/>
                    </a:cxn>
                    <a:cxn ang="0">
                      <a:pos x="connsiteX4469" y="connsiteY4469"/>
                    </a:cxn>
                    <a:cxn ang="0">
                      <a:pos x="connsiteX4470" y="connsiteY4470"/>
                    </a:cxn>
                    <a:cxn ang="0">
                      <a:pos x="connsiteX4471" y="connsiteY4471"/>
                    </a:cxn>
                    <a:cxn ang="0">
                      <a:pos x="connsiteX4472" y="connsiteY4472"/>
                    </a:cxn>
                    <a:cxn ang="0">
                      <a:pos x="connsiteX4473" y="connsiteY4473"/>
                    </a:cxn>
                    <a:cxn ang="0">
                      <a:pos x="connsiteX4474" y="connsiteY4474"/>
                    </a:cxn>
                    <a:cxn ang="0">
                      <a:pos x="connsiteX4475" y="connsiteY4475"/>
                    </a:cxn>
                    <a:cxn ang="0">
                      <a:pos x="connsiteX4476" y="connsiteY4476"/>
                    </a:cxn>
                    <a:cxn ang="0">
                      <a:pos x="connsiteX4477" y="connsiteY4477"/>
                    </a:cxn>
                    <a:cxn ang="0">
                      <a:pos x="connsiteX4478" y="connsiteY4478"/>
                    </a:cxn>
                    <a:cxn ang="0">
                      <a:pos x="connsiteX4479" y="connsiteY4479"/>
                    </a:cxn>
                    <a:cxn ang="0">
                      <a:pos x="connsiteX4480" y="connsiteY4480"/>
                    </a:cxn>
                    <a:cxn ang="0">
                      <a:pos x="connsiteX4481" y="connsiteY4481"/>
                    </a:cxn>
                    <a:cxn ang="0">
                      <a:pos x="connsiteX4482" y="connsiteY4482"/>
                    </a:cxn>
                    <a:cxn ang="0">
                      <a:pos x="connsiteX4483" y="connsiteY4483"/>
                    </a:cxn>
                    <a:cxn ang="0">
                      <a:pos x="connsiteX4484" y="connsiteY4484"/>
                    </a:cxn>
                    <a:cxn ang="0">
                      <a:pos x="connsiteX4485" y="connsiteY4485"/>
                    </a:cxn>
                    <a:cxn ang="0">
                      <a:pos x="connsiteX4486" y="connsiteY4486"/>
                    </a:cxn>
                    <a:cxn ang="0">
                      <a:pos x="connsiteX4487" y="connsiteY4487"/>
                    </a:cxn>
                    <a:cxn ang="0">
                      <a:pos x="connsiteX4488" y="connsiteY4488"/>
                    </a:cxn>
                    <a:cxn ang="0">
                      <a:pos x="connsiteX4489" y="connsiteY4489"/>
                    </a:cxn>
                    <a:cxn ang="0">
                      <a:pos x="connsiteX4490" y="connsiteY4490"/>
                    </a:cxn>
                    <a:cxn ang="0">
                      <a:pos x="connsiteX4491" y="connsiteY4491"/>
                    </a:cxn>
                    <a:cxn ang="0">
                      <a:pos x="connsiteX4492" y="connsiteY4492"/>
                    </a:cxn>
                    <a:cxn ang="0">
                      <a:pos x="connsiteX4493" y="connsiteY4493"/>
                    </a:cxn>
                    <a:cxn ang="0">
                      <a:pos x="connsiteX4494" y="connsiteY4494"/>
                    </a:cxn>
                    <a:cxn ang="0">
                      <a:pos x="connsiteX4495" y="connsiteY4495"/>
                    </a:cxn>
                    <a:cxn ang="0">
                      <a:pos x="connsiteX4496" y="connsiteY4496"/>
                    </a:cxn>
                    <a:cxn ang="0">
                      <a:pos x="connsiteX4497" y="connsiteY4497"/>
                    </a:cxn>
                    <a:cxn ang="0">
                      <a:pos x="connsiteX4498" y="connsiteY4498"/>
                    </a:cxn>
                    <a:cxn ang="0">
                      <a:pos x="connsiteX4499" y="connsiteY4499"/>
                    </a:cxn>
                    <a:cxn ang="0">
                      <a:pos x="connsiteX4500" y="connsiteY4500"/>
                    </a:cxn>
                    <a:cxn ang="0">
                      <a:pos x="connsiteX4501" y="connsiteY4501"/>
                    </a:cxn>
                    <a:cxn ang="0">
                      <a:pos x="connsiteX4502" y="connsiteY4502"/>
                    </a:cxn>
                    <a:cxn ang="0">
                      <a:pos x="connsiteX4503" y="connsiteY4503"/>
                    </a:cxn>
                    <a:cxn ang="0">
                      <a:pos x="connsiteX4504" y="connsiteY4504"/>
                    </a:cxn>
                    <a:cxn ang="0">
                      <a:pos x="connsiteX4505" y="connsiteY4505"/>
                    </a:cxn>
                    <a:cxn ang="0">
                      <a:pos x="connsiteX4506" y="connsiteY4506"/>
                    </a:cxn>
                    <a:cxn ang="0">
                      <a:pos x="connsiteX4507" y="connsiteY4507"/>
                    </a:cxn>
                    <a:cxn ang="0">
                      <a:pos x="connsiteX4508" y="connsiteY4508"/>
                    </a:cxn>
                    <a:cxn ang="0">
                      <a:pos x="connsiteX4509" y="connsiteY4509"/>
                    </a:cxn>
                    <a:cxn ang="0">
                      <a:pos x="connsiteX4510" y="connsiteY4510"/>
                    </a:cxn>
                    <a:cxn ang="0">
                      <a:pos x="connsiteX4511" y="connsiteY4511"/>
                    </a:cxn>
                    <a:cxn ang="0">
                      <a:pos x="connsiteX4512" y="connsiteY4512"/>
                    </a:cxn>
                    <a:cxn ang="0">
                      <a:pos x="connsiteX4513" y="connsiteY4513"/>
                    </a:cxn>
                    <a:cxn ang="0">
                      <a:pos x="connsiteX4514" y="connsiteY4514"/>
                    </a:cxn>
                    <a:cxn ang="0">
                      <a:pos x="connsiteX4515" y="connsiteY4515"/>
                    </a:cxn>
                    <a:cxn ang="0">
                      <a:pos x="connsiteX4516" y="connsiteY4516"/>
                    </a:cxn>
                    <a:cxn ang="0">
                      <a:pos x="connsiteX4517" y="connsiteY4517"/>
                    </a:cxn>
                    <a:cxn ang="0">
                      <a:pos x="connsiteX4518" y="connsiteY4518"/>
                    </a:cxn>
                    <a:cxn ang="0">
                      <a:pos x="connsiteX4519" y="connsiteY4519"/>
                    </a:cxn>
                    <a:cxn ang="0">
                      <a:pos x="connsiteX4520" y="connsiteY4520"/>
                    </a:cxn>
                    <a:cxn ang="0">
                      <a:pos x="connsiteX4521" y="connsiteY4521"/>
                    </a:cxn>
                    <a:cxn ang="0">
                      <a:pos x="connsiteX4522" y="connsiteY4522"/>
                    </a:cxn>
                    <a:cxn ang="0">
                      <a:pos x="connsiteX4523" y="connsiteY4523"/>
                    </a:cxn>
                    <a:cxn ang="0">
                      <a:pos x="connsiteX4524" y="connsiteY4524"/>
                    </a:cxn>
                    <a:cxn ang="0">
                      <a:pos x="connsiteX4525" y="connsiteY4525"/>
                    </a:cxn>
                    <a:cxn ang="0">
                      <a:pos x="connsiteX4526" y="connsiteY4526"/>
                    </a:cxn>
                    <a:cxn ang="0">
                      <a:pos x="connsiteX4527" y="connsiteY4527"/>
                    </a:cxn>
                    <a:cxn ang="0">
                      <a:pos x="connsiteX4528" y="connsiteY4528"/>
                    </a:cxn>
                    <a:cxn ang="0">
                      <a:pos x="connsiteX4529" y="connsiteY4529"/>
                    </a:cxn>
                    <a:cxn ang="0">
                      <a:pos x="connsiteX4530" y="connsiteY4530"/>
                    </a:cxn>
                    <a:cxn ang="0">
                      <a:pos x="connsiteX4531" y="connsiteY4531"/>
                    </a:cxn>
                    <a:cxn ang="0">
                      <a:pos x="connsiteX4532" y="connsiteY4532"/>
                    </a:cxn>
                    <a:cxn ang="0">
                      <a:pos x="connsiteX4533" y="connsiteY4533"/>
                    </a:cxn>
                    <a:cxn ang="0">
                      <a:pos x="connsiteX4534" y="connsiteY4534"/>
                    </a:cxn>
                    <a:cxn ang="0">
                      <a:pos x="connsiteX4535" y="connsiteY4535"/>
                    </a:cxn>
                    <a:cxn ang="0">
                      <a:pos x="connsiteX4536" y="connsiteY4536"/>
                    </a:cxn>
                    <a:cxn ang="0">
                      <a:pos x="connsiteX4537" y="connsiteY4537"/>
                    </a:cxn>
                    <a:cxn ang="0">
                      <a:pos x="connsiteX4538" y="connsiteY4538"/>
                    </a:cxn>
                    <a:cxn ang="0">
                      <a:pos x="connsiteX4539" y="connsiteY4539"/>
                    </a:cxn>
                    <a:cxn ang="0">
                      <a:pos x="connsiteX4540" y="connsiteY4540"/>
                    </a:cxn>
                    <a:cxn ang="0">
                      <a:pos x="connsiteX4541" y="connsiteY4541"/>
                    </a:cxn>
                    <a:cxn ang="0">
                      <a:pos x="connsiteX4542" y="connsiteY4542"/>
                    </a:cxn>
                    <a:cxn ang="0">
                      <a:pos x="connsiteX4543" y="connsiteY4543"/>
                    </a:cxn>
                    <a:cxn ang="0">
                      <a:pos x="connsiteX4544" y="connsiteY4544"/>
                    </a:cxn>
                    <a:cxn ang="0">
                      <a:pos x="connsiteX4545" y="connsiteY4545"/>
                    </a:cxn>
                    <a:cxn ang="0">
                      <a:pos x="connsiteX4546" y="connsiteY4546"/>
                    </a:cxn>
                    <a:cxn ang="0">
                      <a:pos x="connsiteX4547" y="connsiteY4547"/>
                    </a:cxn>
                    <a:cxn ang="0">
                      <a:pos x="connsiteX4548" y="connsiteY4548"/>
                    </a:cxn>
                    <a:cxn ang="0">
                      <a:pos x="connsiteX4549" y="connsiteY4549"/>
                    </a:cxn>
                    <a:cxn ang="0">
                      <a:pos x="connsiteX4550" y="connsiteY4550"/>
                    </a:cxn>
                    <a:cxn ang="0">
                      <a:pos x="connsiteX4551" y="connsiteY4551"/>
                    </a:cxn>
                    <a:cxn ang="0">
                      <a:pos x="connsiteX4552" y="connsiteY4552"/>
                    </a:cxn>
                    <a:cxn ang="0">
                      <a:pos x="connsiteX4553" y="connsiteY4553"/>
                    </a:cxn>
                    <a:cxn ang="0">
                      <a:pos x="connsiteX4554" y="connsiteY4554"/>
                    </a:cxn>
                    <a:cxn ang="0">
                      <a:pos x="connsiteX4555" y="connsiteY4555"/>
                    </a:cxn>
                    <a:cxn ang="0">
                      <a:pos x="connsiteX4556" y="connsiteY4556"/>
                    </a:cxn>
                    <a:cxn ang="0">
                      <a:pos x="connsiteX4557" y="connsiteY4557"/>
                    </a:cxn>
                    <a:cxn ang="0">
                      <a:pos x="connsiteX4558" y="connsiteY4558"/>
                    </a:cxn>
                    <a:cxn ang="0">
                      <a:pos x="connsiteX4559" y="connsiteY4559"/>
                    </a:cxn>
                    <a:cxn ang="0">
                      <a:pos x="connsiteX4560" y="connsiteY4560"/>
                    </a:cxn>
                    <a:cxn ang="0">
                      <a:pos x="connsiteX4561" y="connsiteY4561"/>
                    </a:cxn>
                    <a:cxn ang="0">
                      <a:pos x="connsiteX4562" y="connsiteY4562"/>
                    </a:cxn>
                    <a:cxn ang="0">
                      <a:pos x="connsiteX4563" y="connsiteY4563"/>
                    </a:cxn>
                    <a:cxn ang="0">
                      <a:pos x="connsiteX4564" y="connsiteY4564"/>
                    </a:cxn>
                    <a:cxn ang="0">
                      <a:pos x="connsiteX4565" y="connsiteY4565"/>
                    </a:cxn>
                    <a:cxn ang="0">
                      <a:pos x="connsiteX4566" y="connsiteY4566"/>
                    </a:cxn>
                    <a:cxn ang="0">
                      <a:pos x="connsiteX4567" y="connsiteY4567"/>
                    </a:cxn>
                    <a:cxn ang="0">
                      <a:pos x="connsiteX4568" y="connsiteY4568"/>
                    </a:cxn>
                    <a:cxn ang="0">
                      <a:pos x="connsiteX4569" y="connsiteY4569"/>
                    </a:cxn>
                    <a:cxn ang="0">
                      <a:pos x="connsiteX4570" y="connsiteY4570"/>
                    </a:cxn>
                    <a:cxn ang="0">
                      <a:pos x="connsiteX4571" y="connsiteY4571"/>
                    </a:cxn>
                    <a:cxn ang="0">
                      <a:pos x="connsiteX4572" y="connsiteY4572"/>
                    </a:cxn>
                    <a:cxn ang="0">
                      <a:pos x="connsiteX4573" y="connsiteY4573"/>
                    </a:cxn>
                    <a:cxn ang="0">
                      <a:pos x="connsiteX4574" y="connsiteY4574"/>
                    </a:cxn>
                    <a:cxn ang="0">
                      <a:pos x="connsiteX4575" y="connsiteY4575"/>
                    </a:cxn>
                    <a:cxn ang="0">
                      <a:pos x="connsiteX4576" y="connsiteY4576"/>
                    </a:cxn>
                    <a:cxn ang="0">
                      <a:pos x="connsiteX4577" y="connsiteY4577"/>
                    </a:cxn>
                    <a:cxn ang="0">
                      <a:pos x="connsiteX4578" y="connsiteY4578"/>
                    </a:cxn>
                    <a:cxn ang="0">
                      <a:pos x="connsiteX4579" y="connsiteY4579"/>
                    </a:cxn>
                    <a:cxn ang="0">
                      <a:pos x="connsiteX4580" y="connsiteY4580"/>
                    </a:cxn>
                    <a:cxn ang="0">
                      <a:pos x="connsiteX4581" y="connsiteY4581"/>
                    </a:cxn>
                    <a:cxn ang="0">
                      <a:pos x="connsiteX4582" y="connsiteY4582"/>
                    </a:cxn>
                    <a:cxn ang="0">
                      <a:pos x="connsiteX4583" y="connsiteY4583"/>
                    </a:cxn>
                    <a:cxn ang="0">
                      <a:pos x="connsiteX4584" y="connsiteY4584"/>
                    </a:cxn>
                    <a:cxn ang="0">
                      <a:pos x="connsiteX4585" y="connsiteY4585"/>
                    </a:cxn>
                    <a:cxn ang="0">
                      <a:pos x="connsiteX4586" y="connsiteY4586"/>
                    </a:cxn>
                    <a:cxn ang="0">
                      <a:pos x="connsiteX4587" y="connsiteY4587"/>
                    </a:cxn>
                    <a:cxn ang="0">
                      <a:pos x="connsiteX4588" y="connsiteY4588"/>
                    </a:cxn>
                    <a:cxn ang="0">
                      <a:pos x="connsiteX4589" y="connsiteY4589"/>
                    </a:cxn>
                    <a:cxn ang="0">
                      <a:pos x="connsiteX4590" y="connsiteY4590"/>
                    </a:cxn>
                    <a:cxn ang="0">
                      <a:pos x="connsiteX4591" y="connsiteY4591"/>
                    </a:cxn>
                    <a:cxn ang="0">
                      <a:pos x="connsiteX4592" y="connsiteY4592"/>
                    </a:cxn>
                    <a:cxn ang="0">
                      <a:pos x="connsiteX4593" y="connsiteY4593"/>
                    </a:cxn>
                    <a:cxn ang="0">
                      <a:pos x="connsiteX4594" y="connsiteY4594"/>
                    </a:cxn>
                    <a:cxn ang="0">
                      <a:pos x="connsiteX4595" y="connsiteY4595"/>
                    </a:cxn>
                    <a:cxn ang="0">
                      <a:pos x="connsiteX4596" y="connsiteY4596"/>
                    </a:cxn>
                    <a:cxn ang="0">
                      <a:pos x="connsiteX4597" y="connsiteY4597"/>
                    </a:cxn>
                    <a:cxn ang="0">
                      <a:pos x="connsiteX4598" y="connsiteY4598"/>
                    </a:cxn>
                    <a:cxn ang="0">
                      <a:pos x="connsiteX4599" y="connsiteY4599"/>
                    </a:cxn>
                    <a:cxn ang="0">
                      <a:pos x="connsiteX4600" y="connsiteY4600"/>
                    </a:cxn>
                    <a:cxn ang="0">
                      <a:pos x="connsiteX4601" y="connsiteY4601"/>
                    </a:cxn>
                    <a:cxn ang="0">
                      <a:pos x="connsiteX4602" y="connsiteY4602"/>
                    </a:cxn>
                    <a:cxn ang="0">
                      <a:pos x="connsiteX4603" y="connsiteY4603"/>
                    </a:cxn>
                    <a:cxn ang="0">
                      <a:pos x="connsiteX4604" y="connsiteY4604"/>
                    </a:cxn>
                    <a:cxn ang="0">
                      <a:pos x="connsiteX4605" y="connsiteY4605"/>
                    </a:cxn>
                    <a:cxn ang="0">
                      <a:pos x="connsiteX4606" y="connsiteY4606"/>
                    </a:cxn>
                    <a:cxn ang="0">
                      <a:pos x="connsiteX4607" y="connsiteY4607"/>
                    </a:cxn>
                    <a:cxn ang="0">
                      <a:pos x="connsiteX4608" y="connsiteY4608"/>
                    </a:cxn>
                    <a:cxn ang="0">
                      <a:pos x="connsiteX4609" y="connsiteY4609"/>
                    </a:cxn>
                    <a:cxn ang="0">
                      <a:pos x="connsiteX4610" y="connsiteY4610"/>
                    </a:cxn>
                    <a:cxn ang="0">
                      <a:pos x="connsiteX4611" y="connsiteY4611"/>
                    </a:cxn>
                    <a:cxn ang="0">
                      <a:pos x="connsiteX4612" y="connsiteY4612"/>
                    </a:cxn>
                    <a:cxn ang="0">
                      <a:pos x="connsiteX4613" y="connsiteY4613"/>
                    </a:cxn>
                    <a:cxn ang="0">
                      <a:pos x="connsiteX4614" y="connsiteY4614"/>
                    </a:cxn>
                    <a:cxn ang="0">
                      <a:pos x="connsiteX4615" y="connsiteY4615"/>
                    </a:cxn>
                    <a:cxn ang="0">
                      <a:pos x="connsiteX4616" y="connsiteY4616"/>
                    </a:cxn>
                    <a:cxn ang="0">
                      <a:pos x="connsiteX4617" y="connsiteY4617"/>
                    </a:cxn>
                    <a:cxn ang="0">
                      <a:pos x="connsiteX4618" y="connsiteY4618"/>
                    </a:cxn>
                    <a:cxn ang="0">
                      <a:pos x="connsiteX4619" y="connsiteY4619"/>
                    </a:cxn>
                    <a:cxn ang="0">
                      <a:pos x="connsiteX4620" y="connsiteY4620"/>
                    </a:cxn>
                    <a:cxn ang="0">
                      <a:pos x="connsiteX4621" y="connsiteY4621"/>
                    </a:cxn>
                    <a:cxn ang="0">
                      <a:pos x="connsiteX4622" y="connsiteY4622"/>
                    </a:cxn>
                    <a:cxn ang="0">
                      <a:pos x="connsiteX4623" y="connsiteY4623"/>
                    </a:cxn>
                    <a:cxn ang="0">
                      <a:pos x="connsiteX4624" y="connsiteY4624"/>
                    </a:cxn>
                    <a:cxn ang="0">
                      <a:pos x="connsiteX4625" y="connsiteY4625"/>
                    </a:cxn>
                    <a:cxn ang="0">
                      <a:pos x="connsiteX4626" y="connsiteY4626"/>
                    </a:cxn>
                    <a:cxn ang="0">
                      <a:pos x="connsiteX4627" y="connsiteY4627"/>
                    </a:cxn>
                    <a:cxn ang="0">
                      <a:pos x="connsiteX4628" y="connsiteY4628"/>
                    </a:cxn>
                    <a:cxn ang="0">
                      <a:pos x="connsiteX4629" y="connsiteY4629"/>
                    </a:cxn>
                    <a:cxn ang="0">
                      <a:pos x="connsiteX4630" y="connsiteY4630"/>
                    </a:cxn>
                    <a:cxn ang="0">
                      <a:pos x="connsiteX4631" y="connsiteY4631"/>
                    </a:cxn>
                    <a:cxn ang="0">
                      <a:pos x="connsiteX4632" y="connsiteY4632"/>
                    </a:cxn>
                    <a:cxn ang="0">
                      <a:pos x="connsiteX4633" y="connsiteY4633"/>
                    </a:cxn>
                    <a:cxn ang="0">
                      <a:pos x="connsiteX4634" y="connsiteY4634"/>
                    </a:cxn>
                    <a:cxn ang="0">
                      <a:pos x="connsiteX4635" y="connsiteY4635"/>
                    </a:cxn>
                    <a:cxn ang="0">
                      <a:pos x="connsiteX4636" y="connsiteY4636"/>
                    </a:cxn>
                    <a:cxn ang="0">
                      <a:pos x="connsiteX4637" y="connsiteY4637"/>
                    </a:cxn>
                    <a:cxn ang="0">
                      <a:pos x="connsiteX4638" y="connsiteY4638"/>
                    </a:cxn>
                    <a:cxn ang="0">
                      <a:pos x="connsiteX4639" y="connsiteY4639"/>
                    </a:cxn>
                    <a:cxn ang="0">
                      <a:pos x="connsiteX4640" y="connsiteY4640"/>
                    </a:cxn>
                    <a:cxn ang="0">
                      <a:pos x="connsiteX4641" y="connsiteY4641"/>
                    </a:cxn>
                    <a:cxn ang="0">
                      <a:pos x="connsiteX4642" y="connsiteY4642"/>
                    </a:cxn>
                    <a:cxn ang="0">
                      <a:pos x="connsiteX4643" y="connsiteY4643"/>
                    </a:cxn>
                    <a:cxn ang="0">
                      <a:pos x="connsiteX4644" y="connsiteY4644"/>
                    </a:cxn>
                    <a:cxn ang="0">
                      <a:pos x="connsiteX4645" y="connsiteY4645"/>
                    </a:cxn>
                    <a:cxn ang="0">
                      <a:pos x="connsiteX4646" y="connsiteY4646"/>
                    </a:cxn>
                    <a:cxn ang="0">
                      <a:pos x="connsiteX4647" y="connsiteY4647"/>
                    </a:cxn>
                    <a:cxn ang="0">
                      <a:pos x="connsiteX4648" y="connsiteY4648"/>
                    </a:cxn>
                    <a:cxn ang="0">
                      <a:pos x="connsiteX4649" y="connsiteY4649"/>
                    </a:cxn>
                    <a:cxn ang="0">
                      <a:pos x="connsiteX4650" y="connsiteY4650"/>
                    </a:cxn>
                    <a:cxn ang="0">
                      <a:pos x="connsiteX4651" y="connsiteY4651"/>
                    </a:cxn>
                    <a:cxn ang="0">
                      <a:pos x="connsiteX4652" y="connsiteY4652"/>
                    </a:cxn>
                    <a:cxn ang="0">
                      <a:pos x="connsiteX4653" y="connsiteY4653"/>
                    </a:cxn>
                    <a:cxn ang="0">
                      <a:pos x="connsiteX4654" y="connsiteY4654"/>
                    </a:cxn>
                    <a:cxn ang="0">
                      <a:pos x="connsiteX4655" y="connsiteY4655"/>
                    </a:cxn>
                    <a:cxn ang="0">
                      <a:pos x="connsiteX4656" y="connsiteY4656"/>
                    </a:cxn>
                    <a:cxn ang="0">
                      <a:pos x="connsiteX4657" y="connsiteY4657"/>
                    </a:cxn>
                    <a:cxn ang="0">
                      <a:pos x="connsiteX4658" y="connsiteY4658"/>
                    </a:cxn>
                    <a:cxn ang="0">
                      <a:pos x="connsiteX4659" y="connsiteY4659"/>
                    </a:cxn>
                    <a:cxn ang="0">
                      <a:pos x="connsiteX4660" y="connsiteY4660"/>
                    </a:cxn>
                    <a:cxn ang="0">
                      <a:pos x="connsiteX4661" y="connsiteY4661"/>
                    </a:cxn>
                    <a:cxn ang="0">
                      <a:pos x="connsiteX4662" y="connsiteY4662"/>
                    </a:cxn>
                    <a:cxn ang="0">
                      <a:pos x="connsiteX4663" y="connsiteY4663"/>
                    </a:cxn>
                    <a:cxn ang="0">
                      <a:pos x="connsiteX4664" y="connsiteY4664"/>
                    </a:cxn>
                    <a:cxn ang="0">
                      <a:pos x="connsiteX4665" y="connsiteY4665"/>
                    </a:cxn>
                    <a:cxn ang="0">
                      <a:pos x="connsiteX4666" y="connsiteY4666"/>
                    </a:cxn>
                    <a:cxn ang="0">
                      <a:pos x="connsiteX4667" y="connsiteY4667"/>
                    </a:cxn>
                    <a:cxn ang="0">
                      <a:pos x="connsiteX4668" y="connsiteY4668"/>
                    </a:cxn>
                    <a:cxn ang="0">
                      <a:pos x="connsiteX4669" y="connsiteY4669"/>
                    </a:cxn>
                    <a:cxn ang="0">
                      <a:pos x="connsiteX4670" y="connsiteY4670"/>
                    </a:cxn>
                    <a:cxn ang="0">
                      <a:pos x="connsiteX4671" y="connsiteY4671"/>
                    </a:cxn>
                    <a:cxn ang="0">
                      <a:pos x="connsiteX4672" y="connsiteY4672"/>
                    </a:cxn>
                    <a:cxn ang="0">
                      <a:pos x="connsiteX4673" y="connsiteY4673"/>
                    </a:cxn>
                    <a:cxn ang="0">
                      <a:pos x="connsiteX4674" y="connsiteY4674"/>
                    </a:cxn>
                    <a:cxn ang="0">
                      <a:pos x="connsiteX4675" y="connsiteY4675"/>
                    </a:cxn>
                    <a:cxn ang="0">
                      <a:pos x="connsiteX4676" y="connsiteY4676"/>
                    </a:cxn>
                    <a:cxn ang="0">
                      <a:pos x="connsiteX4677" y="connsiteY4677"/>
                    </a:cxn>
                    <a:cxn ang="0">
                      <a:pos x="connsiteX4678" y="connsiteY4678"/>
                    </a:cxn>
                    <a:cxn ang="0">
                      <a:pos x="connsiteX4679" y="connsiteY4679"/>
                    </a:cxn>
                    <a:cxn ang="0">
                      <a:pos x="connsiteX4680" y="connsiteY4680"/>
                    </a:cxn>
                    <a:cxn ang="0">
                      <a:pos x="connsiteX4681" y="connsiteY4681"/>
                    </a:cxn>
                    <a:cxn ang="0">
                      <a:pos x="connsiteX4682" y="connsiteY4682"/>
                    </a:cxn>
                    <a:cxn ang="0">
                      <a:pos x="connsiteX4683" y="connsiteY4683"/>
                    </a:cxn>
                    <a:cxn ang="0">
                      <a:pos x="connsiteX4684" y="connsiteY4684"/>
                    </a:cxn>
                    <a:cxn ang="0">
                      <a:pos x="connsiteX4685" y="connsiteY4685"/>
                    </a:cxn>
                    <a:cxn ang="0">
                      <a:pos x="connsiteX4686" y="connsiteY4686"/>
                    </a:cxn>
                    <a:cxn ang="0">
                      <a:pos x="connsiteX4687" y="connsiteY4687"/>
                    </a:cxn>
                    <a:cxn ang="0">
                      <a:pos x="connsiteX4688" y="connsiteY4688"/>
                    </a:cxn>
                    <a:cxn ang="0">
                      <a:pos x="connsiteX4689" y="connsiteY4689"/>
                    </a:cxn>
                    <a:cxn ang="0">
                      <a:pos x="connsiteX4690" y="connsiteY4690"/>
                    </a:cxn>
                    <a:cxn ang="0">
                      <a:pos x="connsiteX4691" y="connsiteY4691"/>
                    </a:cxn>
                    <a:cxn ang="0">
                      <a:pos x="connsiteX4692" y="connsiteY4692"/>
                    </a:cxn>
                    <a:cxn ang="0">
                      <a:pos x="connsiteX4693" y="connsiteY4693"/>
                    </a:cxn>
                    <a:cxn ang="0">
                      <a:pos x="connsiteX4694" y="connsiteY4694"/>
                    </a:cxn>
                    <a:cxn ang="0">
                      <a:pos x="connsiteX4695" y="connsiteY4695"/>
                    </a:cxn>
                    <a:cxn ang="0">
                      <a:pos x="connsiteX4696" y="connsiteY4696"/>
                    </a:cxn>
                    <a:cxn ang="0">
                      <a:pos x="connsiteX4697" y="connsiteY4697"/>
                    </a:cxn>
                    <a:cxn ang="0">
                      <a:pos x="connsiteX4698" y="connsiteY4698"/>
                    </a:cxn>
                    <a:cxn ang="0">
                      <a:pos x="connsiteX4699" y="connsiteY4699"/>
                    </a:cxn>
                    <a:cxn ang="0">
                      <a:pos x="connsiteX4700" y="connsiteY4700"/>
                    </a:cxn>
                    <a:cxn ang="0">
                      <a:pos x="connsiteX4701" y="connsiteY4701"/>
                    </a:cxn>
                    <a:cxn ang="0">
                      <a:pos x="connsiteX4702" y="connsiteY4702"/>
                    </a:cxn>
                    <a:cxn ang="0">
                      <a:pos x="connsiteX4703" y="connsiteY4703"/>
                    </a:cxn>
                    <a:cxn ang="0">
                      <a:pos x="connsiteX4704" y="connsiteY4704"/>
                    </a:cxn>
                    <a:cxn ang="0">
                      <a:pos x="connsiteX4705" y="connsiteY4705"/>
                    </a:cxn>
                    <a:cxn ang="0">
                      <a:pos x="connsiteX4706" y="connsiteY4706"/>
                    </a:cxn>
                    <a:cxn ang="0">
                      <a:pos x="connsiteX4707" y="connsiteY4707"/>
                    </a:cxn>
                    <a:cxn ang="0">
                      <a:pos x="connsiteX4708" y="connsiteY4708"/>
                    </a:cxn>
                    <a:cxn ang="0">
                      <a:pos x="connsiteX4709" y="connsiteY4709"/>
                    </a:cxn>
                    <a:cxn ang="0">
                      <a:pos x="connsiteX4710" y="connsiteY4710"/>
                    </a:cxn>
                    <a:cxn ang="0">
                      <a:pos x="connsiteX4711" y="connsiteY4711"/>
                    </a:cxn>
                    <a:cxn ang="0">
                      <a:pos x="connsiteX4712" y="connsiteY4712"/>
                    </a:cxn>
                    <a:cxn ang="0">
                      <a:pos x="connsiteX4713" y="connsiteY4713"/>
                    </a:cxn>
                    <a:cxn ang="0">
                      <a:pos x="connsiteX4714" y="connsiteY4714"/>
                    </a:cxn>
                    <a:cxn ang="0">
                      <a:pos x="connsiteX4715" y="connsiteY4715"/>
                    </a:cxn>
                    <a:cxn ang="0">
                      <a:pos x="connsiteX4716" y="connsiteY4716"/>
                    </a:cxn>
                    <a:cxn ang="0">
                      <a:pos x="connsiteX4717" y="connsiteY4717"/>
                    </a:cxn>
                    <a:cxn ang="0">
                      <a:pos x="connsiteX4718" y="connsiteY4718"/>
                    </a:cxn>
                    <a:cxn ang="0">
                      <a:pos x="connsiteX4719" y="connsiteY4719"/>
                    </a:cxn>
                    <a:cxn ang="0">
                      <a:pos x="connsiteX4720" y="connsiteY4720"/>
                    </a:cxn>
                    <a:cxn ang="0">
                      <a:pos x="connsiteX4721" y="connsiteY4721"/>
                    </a:cxn>
                    <a:cxn ang="0">
                      <a:pos x="connsiteX4722" y="connsiteY4722"/>
                    </a:cxn>
                    <a:cxn ang="0">
                      <a:pos x="connsiteX4723" y="connsiteY4723"/>
                    </a:cxn>
                    <a:cxn ang="0">
                      <a:pos x="connsiteX4724" y="connsiteY4724"/>
                    </a:cxn>
                    <a:cxn ang="0">
                      <a:pos x="connsiteX4725" y="connsiteY4725"/>
                    </a:cxn>
                    <a:cxn ang="0">
                      <a:pos x="connsiteX4726" y="connsiteY4726"/>
                    </a:cxn>
                    <a:cxn ang="0">
                      <a:pos x="connsiteX4727" y="connsiteY4727"/>
                    </a:cxn>
                    <a:cxn ang="0">
                      <a:pos x="connsiteX4728" y="connsiteY4728"/>
                    </a:cxn>
                    <a:cxn ang="0">
                      <a:pos x="connsiteX4729" y="connsiteY4729"/>
                    </a:cxn>
                    <a:cxn ang="0">
                      <a:pos x="connsiteX4730" y="connsiteY4730"/>
                    </a:cxn>
                    <a:cxn ang="0">
                      <a:pos x="connsiteX4731" y="connsiteY4731"/>
                    </a:cxn>
                    <a:cxn ang="0">
                      <a:pos x="connsiteX4732" y="connsiteY4732"/>
                    </a:cxn>
                    <a:cxn ang="0">
                      <a:pos x="connsiteX4733" y="connsiteY4733"/>
                    </a:cxn>
                    <a:cxn ang="0">
                      <a:pos x="connsiteX4734" y="connsiteY4734"/>
                    </a:cxn>
                    <a:cxn ang="0">
                      <a:pos x="connsiteX4735" y="connsiteY4735"/>
                    </a:cxn>
                    <a:cxn ang="0">
                      <a:pos x="connsiteX4736" y="connsiteY4736"/>
                    </a:cxn>
                    <a:cxn ang="0">
                      <a:pos x="connsiteX4737" y="connsiteY4737"/>
                    </a:cxn>
                    <a:cxn ang="0">
                      <a:pos x="connsiteX4738" y="connsiteY4738"/>
                    </a:cxn>
                    <a:cxn ang="0">
                      <a:pos x="connsiteX4739" y="connsiteY4739"/>
                    </a:cxn>
                    <a:cxn ang="0">
                      <a:pos x="connsiteX4740" y="connsiteY4740"/>
                    </a:cxn>
                    <a:cxn ang="0">
                      <a:pos x="connsiteX4741" y="connsiteY4741"/>
                    </a:cxn>
                    <a:cxn ang="0">
                      <a:pos x="connsiteX4742" y="connsiteY4742"/>
                    </a:cxn>
                    <a:cxn ang="0">
                      <a:pos x="connsiteX4743" y="connsiteY4743"/>
                    </a:cxn>
                    <a:cxn ang="0">
                      <a:pos x="connsiteX4744" y="connsiteY4744"/>
                    </a:cxn>
                    <a:cxn ang="0">
                      <a:pos x="connsiteX4745" y="connsiteY4745"/>
                    </a:cxn>
                    <a:cxn ang="0">
                      <a:pos x="connsiteX4746" y="connsiteY4746"/>
                    </a:cxn>
                    <a:cxn ang="0">
                      <a:pos x="connsiteX4747" y="connsiteY4747"/>
                    </a:cxn>
                    <a:cxn ang="0">
                      <a:pos x="connsiteX4748" y="connsiteY4748"/>
                    </a:cxn>
                    <a:cxn ang="0">
                      <a:pos x="connsiteX4749" y="connsiteY4749"/>
                    </a:cxn>
                    <a:cxn ang="0">
                      <a:pos x="connsiteX4750" y="connsiteY4750"/>
                    </a:cxn>
                    <a:cxn ang="0">
                      <a:pos x="connsiteX4751" y="connsiteY4751"/>
                    </a:cxn>
                    <a:cxn ang="0">
                      <a:pos x="connsiteX4752" y="connsiteY4752"/>
                    </a:cxn>
                    <a:cxn ang="0">
                      <a:pos x="connsiteX4753" y="connsiteY4753"/>
                    </a:cxn>
                    <a:cxn ang="0">
                      <a:pos x="connsiteX4754" y="connsiteY4754"/>
                    </a:cxn>
                    <a:cxn ang="0">
                      <a:pos x="connsiteX4755" y="connsiteY4755"/>
                    </a:cxn>
                    <a:cxn ang="0">
                      <a:pos x="connsiteX4756" y="connsiteY4756"/>
                    </a:cxn>
                    <a:cxn ang="0">
                      <a:pos x="connsiteX4757" y="connsiteY4757"/>
                    </a:cxn>
                    <a:cxn ang="0">
                      <a:pos x="connsiteX4758" y="connsiteY4758"/>
                    </a:cxn>
                    <a:cxn ang="0">
                      <a:pos x="connsiteX4759" y="connsiteY4759"/>
                    </a:cxn>
                    <a:cxn ang="0">
                      <a:pos x="connsiteX4760" y="connsiteY4760"/>
                    </a:cxn>
                    <a:cxn ang="0">
                      <a:pos x="connsiteX4761" y="connsiteY4761"/>
                    </a:cxn>
                    <a:cxn ang="0">
                      <a:pos x="connsiteX4762" y="connsiteY4762"/>
                    </a:cxn>
                    <a:cxn ang="0">
                      <a:pos x="connsiteX4763" y="connsiteY4763"/>
                    </a:cxn>
                    <a:cxn ang="0">
                      <a:pos x="connsiteX4764" y="connsiteY4764"/>
                    </a:cxn>
                    <a:cxn ang="0">
                      <a:pos x="connsiteX4765" y="connsiteY4765"/>
                    </a:cxn>
                    <a:cxn ang="0">
                      <a:pos x="connsiteX4766" y="connsiteY4766"/>
                    </a:cxn>
                    <a:cxn ang="0">
                      <a:pos x="connsiteX4767" y="connsiteY4767"/>
                    </a:cxn>
                    <a:cxn ang="0">
                      <a:pos x="connsiteX4768" y="connsiteY4768"/>
                    </a:cxn>
                    <a:cxn ang="0">
                      <a:pos x="connsiteX4769" y="connsiteY4769"/>
                    </a:cxn>
                    <a:cxn ang="0">
                      <a:pos x="connsiteX4770" y="connsiteY4770"/>
                    </a:cxn>
                    <a:cxn ang="0">
                      <a:pos x="connsiteX4771" y="connsiteY4771"/>
                    </a:cxn>
                    <a:cxn ang="0">
                      <a:pos x="connsiteX4772" y="connsiteY4772"/>
                    </a:cxn>
                    <a:cxn ang="0">
                      <a:pos x="connsiteX4773" y="connsiteY4773"/>
                    </a:cxn>
                    <a:cxn ang="0">
                      <a:pos x="connsiteX4774" y="connsiteY4774"/>
                    </a:cxn>
                    <a:cxn ang="0">
                      <a:pos x="connsiteX4775" y="connsiteY4775"/>
                    </a:cxn>
                    <a:cxn ang="0">
                      <a:pos x="connsiteX4776" y="connsiteY4776"/>
                    </a:cxn>
                    <a:cxn ang="0">
                      <a:pos x="connsiteX4777" y="connsiteY4777"/>
                    </a:cxn>
                    <a:cxn ang="0">
                      <a:pos x="connsiteX4778" y="connsiteY4778"/>
                    </a:cxn>
                    <a:cxn ang="0">
                      <a:pos x="connsiteX4779" y="connsiteY4779"/>
                    </a:cxn>
                    <a:cxn ang="0">
                      <a:pos x="connsiteX4780" y="connsiteY4780"/>
                    </a:cxn>
                    <a:cxn ang="0">
                      <a:pos x="connsiteX4781" y="connsiteY4781"/>
                    </a:cxn>
                    <a:cxn ang="0">
                      <a:pos x="connsiteX4782" y="connsiteY4782"/>
                    </a:cxn>
                    <a:cxn ang="0">
                      <a:pos x="connsiteX4783" y="connsiteY4783"/>
                    </a:cxn>
                    <a:cxn ang="0">
                      <a:pos x="connsiteX4784" y="connsiteY4784"/>
                    </a:cxn>
                    <a:cxn ang="0">
                      <a:pos x="connsiteX4785" y="connsiteY4785"/>
                    </a:cxn>
                    <a:cxn ang="0">
                      <a:pos x="connsiteX4786" y="connsiteY4786"/>
                    </a:cxn>
                    <a:cxn ang="0">
                      <a:pos x="connsiteX4787" y="connsiteY4787"/>
                    </a:cxn>
                    <a:cxn ang="0">
                      <a:pos x="connsiteX4788" y="connsiteY4788"/>
                    </a:cxn>
                    <a:cxn ang="0">
                      <a:pos x="connsiteX4789" y="connsiteY4789"/>
                    </a:cxn>
                    <a:cxn ang="0">
                      <a:pos x="connsiteX4790" y="connsiteY4790"/>
                    </a:cxn>
                    <a:cxn ang="0">
                      <a:pos x="connsiteX4791" y="connsiteY4791"/>
                    </a:cxn>
                    <a:cxn ang="0">
                      <a:pos x="connsiteX4792" y="connsiteY4792"/>
                    </a:cxn>
                    <a:cxn ang="0">
                      <a:pos x="connsiteX4793" y="connsiteY4793"/>
                    </a:cxn>
                    <a:cxn ang="0">
                      <a:pos x="connsiteX4794" y="connsiteY4794"/>
                    </a:cxn>
                    <a:cxn ang="0">
                      <a:pos x="connsiteX4795" y="connsiteY4795"/>
                    </a:cxn>
                    <a:cxn ang="0">
                      <a:pos x="connsiteX4796" y="connsiteY4796"/>
                    </a:cxn>
                    <a:cxn ang="0">
                      <a:pos x="connsiteX4797" y="connsiteY4797"/>
                    </a:cxn>
                    <a:cxn ang="0">
                      <a:pos x="connsiteX4798" y="connsiteY4798"/>
                    </a:cxn>
                    <a:cxn ang="0">
                      <a:pos x="connsiteX4799" y="connsiteY4799"/>
                    </a:cxn>
                    <a:cxn ang="0">
                      <a:pos x="connsiteX4800" y="connsiteY4800"/>
                    </a:cxn>
                    <a:cxn ang="0">
                      <a:pos x="connsiteX4801" y="connsiteY4801"/>
                    </a:cxn>
                    <a:cxn ang="0">
                      <a:pos x="connsiteX4802" y="connsiteY4802"/>
                    </a:cxn>
                    <a:cxn ang="0">
                      <a:pos x="connsiteX4803" y="connsiteY4803"/>
                    </a:cxn>
                    <a:cxn ang="0">
                      <a:pos x="connsiteX4804" y="connsiteY4804"/>
                    </a:cxn>
                    <a:cxn ang="0">
                      <a:pos x="connsiteX4805" y="connsiteY4805"/>
                    </a:cxn>
                    <a:cxn ang="0">
                      <a:pos x="connsiteX4806" y="connsiteY4806"/>
                    </a:cxn>
                    <a:cxn ang="0">
                      <a:pos x="connsiteX4807" y="connsiteY4807"/>
                    </a:cxn>
                    <a:cxn ang="0">
                      <a:pos x="connsiteX4808" y="connsiteY4808"/>
                    </a:cxn>
                    <a:cxn ang="0">
                      <a:pos x="connsiteX4809" y="connsiteY4809"/>
                    </a:cxn>
                    <a:cxn ang="0">
                      <a:pos x="connsiteX4810" y="connsiteY4810"/>
                    </a:cxn>
                    <a:cxn ang="0">
                      <a:pos x="connsiteX4811" y="connsiteY4811"/>
                    </a:cxn>
                    <a:cxn ang="0">
                      <a:pos x="connsiteX4812" y="connsiteY4812"/>
                    </a:cxn>
                    <a:cxn ang="0">
                      <a:pos x="connsiteX4813" y="connsiteY4813"/>
                    </a:cxn>
                    <a:cxn ang="0">
                      <a:pos x="connsiteX4814" y="connsiteY4814"/>
                    </a:cxn>
                    <a:cxn ang="0">
                      <a:pos x="connsiteX4815" y="connsiteY4815"/>
                    </a:cxn>
                    <a:cxn ang="0">
                      <a:pos x="connsiteX4816" y="connsiteY4816"/>
                    </a:cxn>
                    <a:cxn ang="0">
                      <a:pos x="connsiteX4817" y="connsiteY4817"/>
                    </a:cxn>
                    <a:cxn ang="0">
                      <a:pos x="connsiteX4818" y="connsiteY4818"/>
                    </a:cxn>
                    <a:cxn ang="0">
                      <a:pos x="connsiteX4819" y="connsiteY4819"/>
                    </a:cxn>
                    <a:cxn ang="0">
                      <a:pos x="connsiteX4820" y="connsiteY4820"/>
                    </a:cxn>
                    <a:cxn ang="0">
                      <a:pos x="connsiteX4821" y="connsiteY4821"/>
                    </a:cxn>
                    <a:cxn ang="0">
                      <a:pos x="connsiteX4822" y="connsiteY4822"/>
                    </a:cxn>
                    <a:cxn ang="0">
                      <a:pos x="connsiteX4823" y="connsiteY4823"/>
                    </a:cxn>
                    <a:cxn ang="0">
                      <a:pos x="connsiteX4824" y="connsiteY4824"/>
                    </a:cxn>
                    <a:cxn ang="0">
                      <a:pos x="connsiteX4825" y="connsiteY4825"/>
                    </a:cxn>
                    <a:cxn ang="0">
                      <a:pos x="connsiteX4826" y="connsiteY4826"/>
                    </a:cxn>
                    <a:cxn ang="0">
                      <a:pos x="connsiteX4827" y="connsiteY4827"/>
                    </a:cxn>
                    <a:cxn ang="0">
                      <a:pos x="connsiteX4828" y="connsiteY4828"/>
                    </a:cxn>
                    <a:cxn ang="0">
                      <a:pos x="connsiteX4829" y="connsiteY4829"/>
                    </a:cxn>
                    <a:cxn ang="0">
                      <a:pos x="connsiteX4830" y="connsiteY4830"/>
                    </a:cxn>
                    <a:cxn ang="0">
                      <a:pos x="connsiteX4831" y="connsiteY4831"/>
                    </a:cxn>
                    <a:cxn ang="0">
                      <a:pos x="connsiteX4832" y="connsiteY4832"/>
                    </a:cxn>
                    <a:cxn ang="0">
                      <a:pos x="connsiteX4833" y="connsiteY4833"/>
                    </a:cxn>
                    <a:cxn ang="0">
                      <a:pos x="connsiteX4834" y="connsiteY4834"/>
                    </a:cxn>
                    <a:cxn ang="0">
                      <a:pos x="connsiteX4835" y="connsiteY4835"/>
                    </a:cxn>
                    <a:cxn ang="0">
                      <a:pos x="connsiteX4836" y="connsiteY4836"/>
                    </a:cxn>
                    <a:cxn ang="0">
                      <a:pos x="connsiteX4837" y="connsiteY4837"/>
                    </a:cxn>
                    <a:cxn ang="0">
                      <a:pos x="connsiteX4838" y="connsiteY4838"/>
                    </a:cxn>
                    <a:cxn ang="0">
                      <a:pos x="connsiteX4839" y="connsiteY4839"/>
                    </a:cxn>
                    <a:cxn ang="0">
                      <a:pos x="connsiteX4840" y="connsiteY4840"/>
                    </a:cxn>
                    <a:cxn ang="0">
                      <a:pos x="connsiteX4841" y="connsiteY4841"/>
                    </a:cxn>
                    <a:cxn ang="0">
                      <a:pos x="connsiteX4842" y="connsiteY4842"/>
                    </a:cxn>
                    <a:cxn ang="0">
                      <a:pos x="connsiteX4843" y="connsiteY4843"/>
                    </a:cxn>
                    <a:cxn ang="0">
                      <a:pos x="connsiteX4844" y="connsiteY4844"/>
                    </a:cxn>
                    <a:cxn ang="0">
                      <a:pos x="connsiteX4845" y="connsiteY4845"/>
                    </a:cxn>
                    <a:cxn ang="0">
                      <a:pos x="connsiteX4846" y="connsiteY4846"/>
                    </a:cxn>
                    <a:cxn ang="0">
                      <a:pos x="connsiteX4847" y="connsiteY4847"/>
                    </a:cxn>
                    <a:cxn ang="0">
                      <a:pos x="connsiteX4848" y="connsiteY4848"/>
                    </a:cxn>
                    <a:cxn ang="0">
                      <a:pos x="connsiteX4849" y="connsiteY4849"/>
                    </a:cxn>
                    <a:cxn ang="0">
                      <a:pos x="connsiteX4850" y="connsiteY4850"/>
                    </a:cxn>
                    <a:cxn ang="0">
                      <a:pos x="connsiteX4851" y="connsiteY4851"/>
                    </a:cxn>
                    <a:cxn ang="0">
                      <a:pos x="connsiteX4852" y="connsiteY4852"/>
                    </a:cxn>
                    <a:cxn ang="0">
                      <a:pos x="connsiteX4853" y="connsiteY4853"/>
                    </a:cxn>
                    <a:cxn ang="0">
                      <a:pos x="connsiteX4854" y="connsiteY4854"/>
                    </a:cxn>
                    <a:cxn ang="0">
                      <a:pos x="connsiteX4855" y="connsiteY4855"/>
                    </a:cxn>
                    <a:cxn ang="0">
                      <a:pos x="connsiteX4856" y="connsiteY4856"/>
                    </a:cxn>
                    <a:cxn ang="0">
                      <a:pos x="connsiteX4857" y="connsiteY4857"/>
                    </a:cxn>
                    <a:cxn ang="0">
                      <a:pos x="connsiteX4858" y="connsiteY4858"/>
                    </a:cxn>
                    <a:cxn ang="0">
                      <a:pos x="connsiteX4859" y="connsiteY4859"/>
                    </a:cxn>
                    <a:cxn ang="0">
                      <a:pos x="connsiteX4860" y="connsiteY4860"/>
                    </a:cxn>
                    <a:cxn ang="0">
                      <a:pos x="connsiteX4861" y="connsiteY4861"/>
                    </a:cxn>
                    <a:cxn ang="0">
                      <a:pos x="connsiteX4862" y="connsiteY4862"/>
                    </a:cxn>
                    <a:cxn ang="0">
                      <a:pos x="connsiteX4863" y="connsiteY4863"/>
                    </a:cxn>
                    <a:cxn ang="0">
                      <a:pos x="connsiteX4864" y="connsiteY4864"/>
                    </a:cxn>
                    <a:cxn ang="0">
                      <a:pos x="connsiteX4865" y="connsiteY4865"/>
                    </a:cxn>
                    <a:cxn ang="0">
                      <a:pos x="connsiteX4866" y="connsiteY4866"/>
                    </a:cxn>
                    <a:cxn ang="0">
                      <a:pos x="connsiteX4867" y="connsiteY4867"/>
                    </a:cxn>
                    <a:cxn ang="0">
                      <a:pos x="connsiteX4868" y="connsiteY4868"/>
                    </a:cxn>
                    <a:cxn ang="0">
                      <a:pos x="connsiteX4869" y="connsiteY4869"/>
                    </a:cxn>
                    <a:cxn ang="0">
                      <a:pos x="connsiteX4870" y="connsiteY4870"/>
                    </a:cxn>
                    <a:cxn ang="0">
                      <a:pos x="connsiteX4871" y="connsiteY4871"/>
                    </a:cxn>
                    <a:cxn ang="0">
                      <a:pos x="connsiteX4872" y="connsiteY4872"/>
                    </a:cxn>
                    <a:cxn ang="0">
                      <a:pos x="connsiteX4873" y="connsiteY4873"/>
                    </a:cxn>
                    <a:cxn ang="0">
                      <a:pos x="connsiteX4874" y="connsiteY4874"/>
                    </a:cxn>
                    <a:cxn ang="0">
                      <a:pos x="connsiteX4875" y="connsiteY4875"/>
                    </a:cxn>
                    <a:cxn ang="0">
                      <a:pos x="connsiteX4876" y="connsiteY4876"/>
                    </a:cxn>
                    <a:cxn ang="0">
                      <a:pos x="connsiteX4877" y="connsiteY4877"/>
                    </a:cxn>
                    <a:cxn ang="0">
                      <a:pos x="connsiteX4878" y="connsiteY4878"/>
                    </a:cxn>
                    <a:cxn ang="0">
                      <a:pos x="connsiteX4879" y="connsiteY4879"/>
                    </a:cxn>
                    <a:cxn ang="0">
                      <a:pos x="connsiteX4880" y="connsiteY4880"/>
                    </a:cxn>
                    <a:cxn ang="0">
                      <a:pos x="connsiteX4881" y="connsiteY4881"/>
                    </a:cxn>
                    <a:cxn ang="0">
                      <a:pos x="connsiteX4882" y="connsiteY4882"/>
                    </a:cxn>
                    <a:cxn ang="0">
                      <a:pos x="connsiteX4883" y="connsiteY4883"/>
                    </a:cxn>
                    <a:cxn ang="0">
                      <a:pos x="connsiteX4884" y="connsiteY4884"/>
                    </a:cxn>
                    <a:cxn ang="0">
                      <a:pos x="connsiteX4885" y="connsiteY4885"/>
                    </a:cxn>
                    <a:cxn ang="0">
                      <a:pos x="connsiteX4886" y="connsiteY4886"/>
                    </a:cxn>
                    <a:cxn ang="0">
                      <a:pos x="connsiteX4887" y="connsiteY4887"/>
                    </a:cxn>
                    <a:cxn ang="0">
                      <a:pos x="connsiteX4888" y="connsiteY4888"/>
                    </a:cxn>
                    <a:cxn ang="0">
                      <a:pos x="connsiteX4889" y="connsiteY4889"/>
                    </a:cxn>
                    <a:cxn ang="0">
                      <a:pos x="connsiteX4890" y="connsiteY4890"/>
                    </a:cxn>
                    <a:cxn ang="0">
                      <a:pos x="connsiteX4891" y="connsiteY4891"/>
                    </a:cxn>
                    <a:cxn ang="0">
                      <a:pos x="connsiteX4892" y="connsiteY4892"/>
                    </a:cxn>
                    <a:cxn ang="0">
                      <a:pos x="connsiteX4893" y="connsiteY4893"/>
                    </a:cxn>
                    <a:cxn ang="0">
                      <a:pos x="connsiteX4894" y="connsiteY4894"/>
                    </a:cxn>
                    <a:cxn ang="0">
                      <a:pos x="connsiteX4895" y="connsiteY4895"/>
                    </a:cxn>
                    <a:cxn ang="0">
                      <a:pos x="connsiteX4896" y="connsiteY4896"/>
                    </a:cxn>
                    <a:cxn ang="0">
                      <a:pos x="connsiteX4897" y="connsiteY4897"/>
                    </a:cxn>
                    <a:cxn ang="0">
                      <a:pos x="connsiteX4898" y="connsiteY4898"/>
                    </a:cxn>
                    <a:cxn ang="0">
                      <a:pos x="connsiteX4899" y="connsiteY4899"/>
                    </a:cxn>
                    <a:cxn ang="0">
                      <a:pos x="connsiteX4900" y="connsiteY4900"/>
                    </a:cxn>
                    <a:cxn ang="0">
                      <a:pos x="connsiteX4901" y="connsiteY4901"/>
                    </a:cxn>
                    <a:cxn ang="0">
                      <a:pos x="connsiteX4902" y="connsiteY4902"/>
                    </a:cxn>
                    <a:cxn ang="0">
                      <a:pos x="connsiteX4903" y="connsiteY4903"/>
                    </a:cxn>
                    <a:cxn ang="0">
                      <a:pos x="connsiteX4904" y="connsiteY4904"/>
                    </a:cxn>
                    <a:cxn ang="0">
                      <a:pos x="connsiteX4905" y="connsiteY4905"/>
                    </a:cxn>
                    <a:cxn ang="0">
                      <a:pos x="connsiteX4906" y="connsiteY4906"/>
                    </a:cxn>
                    <a:cxn ang="0">
                      <a:pos x="connsiteX4907" y="connsiteY4907"/>
                    </a:cxn>
                    <a:cxn ang="0">
                      <a:pos x="connsiteX4908" y="connsiteY4908"/>
                    </a:cxn>
                    <a:cxn ang="0">
                      <a:pos x="connsiteX4909" y="connsiteY4909"/>
                    </a:cxn>
                    <a:cxn ang="0">
                      <a:pos x="connsiteX4910" y="connsiteY4910"/>
                    </a:cxn>
                    <a:cxn ang="0">
                      <a:pos x="connsiteX4911" y="connsiteY4911"/>
                    </a:cxn>
                    <a:cxn ang="0">
                      <a:pos x="connsiteX4912" y="connsiteY4912"/>
                    </a:cxn>
                    <a:cxn ang="0">
                      <a:pos x="connsiteX4913" y="connsiteY4913"/>
                    </a:cxn>
                    <a:cxn ang="0">
                      <a:pos x="connsiteX4914" y="connsiteY4914"/>
                    </a:cxn>
                    <a:cxn ang="0">
                      <a:pos x="connsiteX4915" y="connsiteY4915"/>
                    </a:cxn>
                    <a:cxn ang="0">
                      <a:pos x="connsiteX4916" y="connsiteY4916"/>
                    </a:cxn>
                    <a:cxn ang="0">
                      <a:pos x="connsiteX4917" y="connsiteY4917"/>
                    </a:cxn>
                    <a:cxn ang="0">
                      <a:pos x="connsiteX4918" y="connsiteY4918"/>
                    </a:cxn>
                    <a:cxn ang="0">
                      <a:pos x="connsiteX4919" y="connsiteY4919"/>
                    </a:cxn>
                    <a:cxn ang="0">
                      <a:pos x="connsiteX4920" y="connsiteY4920"/>
                    </a:cxn>
                    <a:cxn ang="0">
                      <a:pos x="connsiteX4921" y="connsiteY4921"/>
                    </a:cxn>
                    <a:cxn ang="0">
                      <a:pos x="connsiteX4922" y="connsiteY4922"/>
                    </a:cxn>
                    <a:cxn ang="0">
                      <a:pos x="connsiteX4923" y="connsiteY4923"/>
                    </a:cxn>
                    <a:cxn ang="0">
                      <a:pos x="connsiteX4924" y="connsiteY4924"/>
                    </a:cxn>
                    <a:cxn ang="0">
                      <a:pos x="connsiteX4925" y="connsiteY4925"/>
                    </a:cxn>
                    <a:cxn ang="0">
                      <a:pos x="connsiteX4926" y="connsiteY4926"/>
                    </a:cxn>
                    <a:cxn ang="0">
                      <a:pos x="connsiteX4927" y="connsiteY4927"/>
                    </a:cxn>
                    <a:cxn ang="0">
                      <a:pos x="connsiteX4928" y="connsiteY4928"/>
                    </a:cxn>
                    <a:cxn ang="0">
                      <a:pos x="connsiteX4929" y="connsiteY4929"/>
                    </a:cxn>
                    <a:cxn ang="0">
                      <a:pos x="connsiteX4930" y="connsiteY4930"/>
                    </a:cxn>
                    <a:cxn ang="0">
                      <a:pos x="connsiteX4931" y="connsiteY4931"/>
                    </a:cxn>
                    <a:cxn ang="0">
                      <a:pos x="connsiteX4932" y="connsiteY4932"/>
                    </a:cxn>
                    <a:cxn ang="0">
                      <a:pos x="connsiteX4933" y="connsiteY4933"/>
                    </a:cxn>
                    <a:cxn ang="0">
                      <a:pos x="connsiteX4934" y="connsiteY4934"/>
                    </a:cxn>
                    <a:cxn ang="0">
                      <a:pos x="connsiteX4935" y="connsiteY4935"/>
                    </a:cxn>
                    <a:cxn ang="0">
                      <a:pos x="connsiteX4936" y="connsiteY4936"/>
                    </a:cxn>
                    <a:cxn ang="0">
                      <a:pos x="connsiteX4937" y="connsiteY4937"/>
                    </a:cxn>
                    <a:cxn ang="0">
                      <a:pos x="connsiteX4938" y="connsiteY4938"/>
                    </a:cxn>
                    <a:cxn ang="0">
                      <a:pos x="connsiteX4939" y="connsiteY4939"/>
                    </a:cxn>
                    <a:cxn ang="0">
                      <a:pos x="connsiteX4940" y="connsiteY4940"/>
                    </a:cxn>
                    <a:cxn ang="0">
                      <a:pos x="connsiteX4941" y="connsiteY4941"/>
                    </a:cxn>
                    <a:cxn ang="0">
                      <a:pos x="connsiteX4942" y="connsiteY4942"/>
                    </a:cxn>
                    <a:cxn ang="0">
                      <a:pos x="connsiteX4943" y="connsiteY4943"/>
                    </a:cxn>
                    <a:cxn ang="0">
                      <a:pos x="connsiteX4944" y="connsiteY4944"/>
                    </a:cxn>
                    <a:cxn ang="0">
                      <a:pos x="connsiteX4945" y="connsiteY4945"/>
                    </a:cxn>
                    <a:cxn ang="0">
                      <a:pos x="connsiteX4946" y="connsiteY4946"/>
                    </a:cxn>
                    <a:cxn ang="0">
                      <a:pos x="connsiteX4947" y="connsiteY4947"/>
                    </a:cxn>
                    <a:cxn ang="0">
                      <a:pos x="connsiteX4948" y="connsiteY4948"/>
                    </a:cxn>
                    <a:cxn ang="0">
                      <a:pos x="connsiteX4949" y="connsiteY4949"/>
                    </a:cxn>
                    <a:cxn ang="0">
                      <a:pos x="connsiteX4950" y="connsiteY4950"/>
                    </a:cxn>
                    <a:cxn ang="0">
                      <a:pos x="connsiteX4951" y="connsiteY4951"/>
                    </a:cxn>
                    <a:cxn ang="0">
                      <a:pos x="connsiteX4952" y="connsiteY4952"/>
                    </a:cxn>
                    <a:cxn ang="0">
                      <a:pos x="connsiteX4953" y="connsiteY4953"/>
                    </a:cxn>
                    <a:cxn ang="0">
                      <a:pos x="connsiteX4954" y="connsiteY4954"/>
                    </a:cxn>
                    <a:cxn ang="0">
                      <a:pos x="connsiteX4955" y="connsiteY4955"/>
                    </a:cxn>
                    <a:cxn ang="0">
                      <a:pos x="connsiteX4956" y="connsiteY4956"/>
                    </a:cxn>
                    <a:cxn ang="0">
                      <a:pos x="connsiteX4957" y="connsiteY4957"/>
                    </a:cxn>
                    <a:cxn ang="0">
                      <a:pos x="connsiteX4958" y="connsiteY4958"/>
                    </a:cxn>
                    <a:cxn ang="0">
                      <a:pos x="connsiteX4959" y="connsiteY4959"/>
                    </a:cxn>
                    <a:cxn ang="0">
                      <a:pos x="connsiteX4960" y="connsiteY4960"/>
                    </a:cxn>
                    <a:cxn ang="0">
                      <a:pos x="connsiteX4961" y="connsiteY4961"/>
                    </a:cxn>
                    <a:cxn ang="0">
                      <a:pos x="connsiteX4962" y="connsiteY4962"/>
                    </a:cxn>
                    <a:cxn ang="0">
                      <a:pos x="connsiteX4963" y="connsiteY4963"/>
                    </a:cxn>
                    <a:cxn ang="0">
                      <a:pos x="connsiteX4964" y="connsiteY4964"/>
                    </a:cxn>
                    <a:cxn ang="0">
                      <a:pos x="connsiteX4965" y="connsiteY4965"/>
                    </a:cxn>
                    <a:cxn ang="0">
                      <a:pos x="connsiteX4966" y="connsiteY4966"/>
                    </a:cxn>
                    <a:cxn ang="0">
                      <a:pos x="connsiteX4967" y="connsiteY4967"/>
                    </a:cxn>
                    <a:cxn ang="0">
                      <a:pos x="connsiteX4968" y="connsiteY4968"/>
                    </a:cxn>
                    <a:cxn ang="0">
                      <a:pos x="connsiteX4969" y="connsiteY4969"/>
                    </a:cxn>
                    <a:cxn ang="0">
                      <a:pos x="connsiteX4970" y="connsiteY4970"/>
                    </a:cxn>
                    <a:cxn ang="0">
                      <a:pos x="connsiteX4971" y="connsiteY4971"/>
                    </a:cxn>
                    <a:cxn ang="0">
                      <a:pos x="connsiteX4972" y="connsiteY4972"/>
                    </a:cxn>
                    <a:cxn ang="0">
                      <a:pos x="connsiteX4973" y="connsiteY4973"/>
                    </a:cxn>
                    <a:cxn ang="0">
                      <a:pos x="connsiteX4974" y="connsiteY4974"/>
                    </a:cxn>
                    <a:cxn ang="0">
                      <a:pos x="connsiteX4975" y="connsiteY4975"/>
                    </a:cxn>
                    <a:cxn ang="0">
                      <a:pos x="connsiteX4976" y="connsiteY4976"/>
                    </a:cxn>
                    <a:cxn ang="0">
                      <a:pos x="connsiteX4977" y="connsiteY4977"/>
                    </a:cxn>
                    <a:cxn ang="0">
                      <a:pos x="connsiteX4978" y="connsiteY4978"/>
                    </a:cxn>
                    <a:cxn ang="0">
                      <a:pos x="connsiteX4979" y="connsiteY4979"/>
                    </a:cxn>
                    <a:cxn ang="0">
                      <a:pos x="connsiteX4980" y="connsiteY4980"/>
                    </a:cxn>
                    <a:cxn ang="0">
                      <a:pos x="connsiteX4981" y="connsiteY4981"/>
                    </a:cxn>
                    <a:cxn ang="0">
                      <a:pos x="connsiteX4982" y="connsiteY4982"/>
                    </a:cxn>
                    <a:cxn ang="0">
                      <a:pos x="connsiteX4983" y="connsiteY4983"/>
                    </a:cxn>
                    <a:cxn ang="0">
                      <a:pos x="connsiteX4984" y="connsiteY4984"/>
                    </a:cxn>
                    <a:cxn ang="0">
                      <a:pos x="connsiteX4985" y="connsiteY4985"/>
                    </a:cxn>
                    <a:cxn ang="0">
                      <a:pos x="connsiteX4986" y="connsiteY4986"/>
                    </a:cxn>
                    <a:cxn ang="0">
                      <a:pos x="connsiteX4987" y="connsiteY4987"/>
                    </a:cxn>
                    <a:cxn ang="0">
                      <a:pos x="connsiteX4988" y="connsiteY4988"/>
                    </a:cxn>
                    <a:cxn ang="0">
                      <a:pos x="connsiteX4989" y="connsiteY4989"/>
                    </a:cxn>
                    <a:cxn ang="0">
                      <a:pos x="connsiteX4990" y="connsiteY4990"/>
                    </a:cxn>
                    <a:cxn ang="0">
                      <a:pos x="connsiteX4991" y="connsiteY4991"/>
                    </a:cxn>
                    <a:cxn ang="0">
                      <a:pos x="connsiteX4992" y="connsiteY4992"/>
                    </a:cxn>
                    <a:cxn ang="0">
                      <a:pos x="connsiteX4993" y="connsiteY4993"/>
                    </a:cxn>
                    <a:cxn ang="0">
                      <a:pos x="connsiteX4994" y="connsiteY4994"/>
                    </a:cxn>
                    <a:cxn ang="0">
                      <a:pos x="connsiteX4995" y="connsiteY4995"/>
                    </a:cxn>
                    <a:cxn ang="0">
                      <a:pos x="connsiteX4996" y="connsiteY4996"/>
                    </a:cxn>
                    <a:cxn ang="0">
                      <a:pos x="connsiteX4997" y="connsiteY4997"/>
                    </a:cxn>
                    <a:cxn ang="0">
                      <a:pos x="connsiteX4998" y="connsiteY4998"/>
                    </a:cxn>
                    <a:cxn ang="0">
                      <a:pos x="connsiteX4999" y="connsiteY4999"/>
                    </a:cxn>
                    <a:cxn ang="0">
                      <a:pos x="connsiteX5000" y="connsiteY5000"/>
                    </a:cxn>
                    <a:cxn ang="0">
                      <a:pos x="connsiteX5001" y="connsiteY5001"/>
                    </a:cxn>
                    <a:cxn ang="0">
                      <a:pos x="connsiteX5002" y="connsiteY5002"/>
                    </a:cxn>
                    <a:cxn ang="0">
                      <a:pos x="connsiteX5003" y="connsiteY5003"/>
                    </a:cxn>
                    <a:cxn ang="0">
                      <a:pos x="connsiteX5004" y="connsiteY5004"/>
                    </a:cxn>
                    <a:cxn ang="0">
                      <a:pos x="connsiteX5005" y="connsiteY5005"/>
                    </a:cxn>
                    <a:cxn ang="0">
                      <a:pos x="connsiteX5006" y="connsiteY5006"/>
                    </a:cxn>
                    <a:cxn ang="0">
                      <a:pos x="connsiteX5007" y="connsiteY5007"/>
                    </a:cxn>
                    <a:cxn ang="0">
                      <a:pos x="connsiteX5008" y="connsiteY5008"/>
                    </a:cxn>
                    <a:cxn ang="0">
                      <a:pos x="connsiteX5009" y="connsiteY5009"/>
                    </a:cxn>
                    <a:cxn ang="0">
                      <a:pos x="connsiteX5010" y="connsiteY5010"/>
                    </a:cxn>
                    <a:cxn ang="0">
                      <a:pos x="connsiteX5011" y="connsiteY5011"/>
                    </a:cxn>
                    <a:cxn ang="0">
                      <a:pos x="connsiteX5012" y="connsiteY5012"/>
                    </a:cxn>
                    <a:cxn ang="0">
                      <a:pos x="connsiteX5013" y="connsiteY5013"/>
                    </a:cxn>
                    <a:cxn ang="0">
                      <a:pos x="connsiteX5014" y="connsiteY5014"/>
                    </a:cxn>
                    <a:cxn ang="0">
                      <a:pos x="connsiteX5015" y="connsiteY5015"/>
                    </a:cxn>
                    <a:cxn ang="0">
                      <a:pos x="connsiteX5016" y="connsiteY5016"/>
                    </a:cxn>
                    <a:cxn ang="0">
                      <a:pos x="connsiteX5017" y="connsiteY5017"/>
                    </a:cxn>
                    <a:cxn ang="0">
                      <a:pos x="connsiteX5018" y="connsiteY5018"/>
                    </a:cxn>
                    <a:cxn ang="0">
                      <a:pos x="connsiteX5019" y="connsiteY5019"/>
                    </a:cxn>
                    <a:cxn ang="0">
                      <a:pos x="connsiteX5020" y="connsiteY5020"/>
                    </a:cxn>
                    <a:cxn ang="0">
                      <a:pos x="connsiteX5021" y="connsiteY5021"/>
                    </a:cxn>
                    <a:cxn ang="0">
                      <a:pos x="connsiteX5022" y="connsiteY5022"/>
                    </a:cxn>
                    <a:cxn ang="0">
                      <a:pos x="connsiteX5023" y="connsiteY5023"/>
                    </a:cxn>
                    <a:cxn ang="0">
                      <a:pos x="connsiteX5024" y="connsiteY5024"/>
                    </a:cxn>
                    <a:cxn ang="0">
                      <a:pos x="connsiteX5025" y="connsiteY5025"/>
                    </a:cxn>
                    <a:cxn ang="0">
                      <a:pos x="connsiteX5026" y="connsiteY5026"/>
                    </a:cxn>
                    <a:cxn ang="0">
                      <a:pos x="connsiteX5027" y="connsiteY5027"/>
                    </a:cxn>
                    <a:cxn ang="0">
                      <a:pos x="connsiteX5028" y="connsiteY5028"/>
                    </a:cxn>
                    <a:cxn ang="0">
                      <a:pos x="connsiteX5029" y="connsiteY5029"/>
                    </a:cxn>
                    <a:cxn ang="0">
                      <a:pos x="connsiteX5030" y="connsiteY5030"/>
                    </a:cxn>
                    <a:cxn ang="0">
                      <a:pos x="connsiteX5031" y="connsiteY5031"/>
                    </a:cxn>
                    <a:cxn ang="0">
                      <a:pos x="connsiteX5032" y="connsiteY5032"/>
                    </a:cxn>
                    <a:cxn ang="0">
                      <a:pos x="connsiteX5033" y="connsiteY5033"/>
                    </a:cxn>
                    <a:cxn ang="0">
                      <a:pos x="connsiteX5034" y="connsiteY5034"/>
                    </a:cxn>
                    <a:cxn ang="0">
                      <a:pos x="connsiteX5035" y="connsiteY5035"/>
                    </a:cxn>
                    <a:cxn ang="0">
                      <a:pos x="connsiteX5036" y="connsiteY5036"/>
                    </a:cxn>
                    <a:cxn ang="0">
                      <a:pos x="connsiteX5037" y="connsiteY5037"/>
                    </a:cxn>
                    <a:cxn ang="0">
                      <a:pos x="connsiteX5038" y="connsiteY5038"/>
                    </a:cxn>
                    <a:cxn ang="0">
                      <a:pos x="connsiteX5039" y="connsiteY5039"/>
                    </a:cxn>
                    <a:cxn ang="0">
                      <a:pos x="connsiteX5040" y="connsiteY5040"/>
                    </a:cxn>
                    <a:cxn ang="0">
                      <a:pos x="connsiteX5041" y="connsiteY5041"/>
                    </a:cxn>
                    <a:cxn ang="0">
                      <a:pos x="connsiteX5042" y="connsiteY5042"/>
                    </a:cxn>
                    <a:cxn ang="0">
                      <a:pos x="connsiteX5043" y="connsiteY5043"/>
                    </a:cxn>
                    <a:cxn ang="0">
                      <a:pos x="connsiteX5044" y="connsiteY5044"/>
                    </a:cxn>
                    <a:cxn ang="0">
                      <a:pos x="connsiteX5045" y="connsiteY5045"/>
                    </a:cxn>
                    <a:cxn ang="0">
                      <a:pos x="connsiteX5046" y="connsiteY5046"/>
                    </a:cxn>
                    <a:cxn ang="0">
                      <a:pos x="connsiteX5047" y="connsiteY5047"/>
                    </a:cxn>
                    <a:cxn ang="0">
                      <a:pos x="connsiteX5048" y="connsiteY5048"/>
                    </a:cxn>
                    <a:cxn ang="0">
                      <a:pos x="connsiteX5049" y="connsiteY5049"/>
                    </a:cxn>
                    <a:cxn ang="0">
                      <a:pos x="connsiteX5050" y="connsiteY5050"/>
                    </a:cxn>
                    <a:cxn ang="0">
                      <a:pos x="connsiteX5051" y="connsiteY5051"/>
                    </a:cxn>
                    <a:cxn ang="0">
                      <a:pos x="connsiteX5052" y="connsiteY5052"/>
                    </a:cxn>
                    <a:cxn ang="0">
                      <a:pos x="connsiteX5053" y="connsiteY5053"/>
                    </a:cxn>
                    <a:cxn ang="0">
                      <a:pos x="connsiteX5054" y="connsiteY5054"/>
                    </a:cxn>
                    <a:cxn ang="0">
                      <a:pos x="connsiteX5055" y="connsiteY5055"/>
                    </a:cxn>
                    <a:cxn ang="0">
                      <a:pos x="connsiteX5056" y="connsiteY5056"/>
                    </a:cxn>
                    <a:cxn ang="0">
                      <a:pos x="connsiteX5057" y="connsiteY5057"/>
                    </a:cxn>
                    <a:cxn ang="0">
                      <a:pos x="connsiteX5058" y="connsiteY5058"/>
                    </a:cxn>
                    <a:cxn ang="0">
                      <a:pos x="connsiteX5059" y="connsiteY5059"/>
                    </a:cxn>
                    <a:cxn ang="0">
                      <a:pos x="connsiteX5060" y="connsiteY5060"/>
                    </a:cxn>
                    <a:cxn ang="0">
                      <a:pos x="connsiteX5061" y="connsiteY5061"/>
                    </a:cxn>
                    <a:cxn ang="0">
                      <a:pos x="connsiteX5062" y="connsiteY5062"/>
                    </a:cxn>
                    <a:cxn ang="0">
                      <a:pos x="connsiteX5063" y="connsiteY5063"/>
                    </a:cxn>
                    <a:cxn ang="0">
                      <a:pos x="connsiteX5064" y="connsiteY5064"/>
                    </a:cxn>
                    <a:cxn ang="0">
                      <a:pos x="connsiteX5065" y="connsiteY5065"/>
                    </a:cxn>
                    <a:cxn ang="0">
                      <a:pos x="connsiteX5066" y="connsiteY5066"/>
                    </a:cxn>
                    <a:cxn ang="0">
                      <a:pos x="connsiteX5067" y="connsiteY5067"/>
                    </a:cxn>
                    <a:cxn ang="0">
                      <a:pos x="connsiteX5068" y="connsiteY5068"/>
                    </a:cxn>
                    <a:cxn ang="0">
                      <a:pos x="connsiteX5069" y="connsiteY5069"/>
                    </a:cxn>
                    <a:cxn ang="0">
                      <a:pos x="connsiteX5070" y="connsiteY5070"/>
                    </a:cxn>
                    <a:cxn ang="0">
                      <a:pos x="connsiteX5071" y="connsiteY5071"/>
                    </a:cxn>
                    <a:cxn ang="0">
                      <a:pos x="connsiteX5072" y="connsiteY5072"/>
                    </a:cxn>
                    <a:cxn ang="0">
                      <a:pos x="connsiteX5073" y="connsiteY5073"/>
                    </a:cxn>
                    <a:cxn ang="0">
                      <a:pos x="connsiteX5074" y="connsiteY5074"/>
                    </a:cxn>
                    <a:cxn ang="0">
                      <a:pos x="connsiteX5075" y="connsiteY5075"/>
                    </a:cxn>
                    <a:cxn ang="0">
                      <a:pos x="connsiteX5076" y="connsiteY5076"/>
                    </a:cxn>
                    <a:cxn ang="0">
                      <a:pos x="connsiteX5077" y="connsiteY5077"/>
                    </a:cxn>
                    <a:cxn ang="0">
                      <a:pos x="connsiteX5078" y="connsiteY5078"/>
                    </a:cxn>
                    <a:cxn ang="0">
                      <a:pos x="connsiteX5079" y="connsiteY5079"/>
                    </a:cxn>
                    <a:cxn ang="0">
                      <a:pos x="connsiteX5080" y="connsiteY5080"/>
                    </a:cxn>
                    <a:cxn ang="0">
                      <a:pos x="connsiteX5081" y="connsiteY5081"/>
                    </a:cxn>
                    <a:cxn ang="0">
                      <a:pos x="connsiteX5082" y="connsiteY5082"/>
                    </a:cxn>
                    <a:cxn ang="0">
                      <a:pos x="connsiteX5083" y="connsiteY5083"/>
                    </a:cxn>
                    <a:cxn ang="0">
                      <a:pos x="connsiteX5084" y="connsiteY5084"/>
                    </a:cxn>
                    <a:cxn ang="0">
                      <a:pos x="connsiteX5085" y="connsiteY5085"/>
                    </a:cxn>
                    <a:cxn ang="0">
                      <a:pos x="connsiteX5086" y="connsiteY5086"/>
                    </a:cxn>
                    <a:cxn ang="0">
                      <a:pos x="connsiteX5087" y="connsiteY5087"/>
                    </a:cxn>
                    <a:cxn ang="0">
                      <a:pos x="connsiteX5088" y="connsiteY5088"/>
                    </a:cxn>
                    <a:cxn ang="0">
                      <a:pos x="connsiteX5089" y="connsiteY5089"/>
                    </a:cxn>
                    <a:cxn ang="0">
                      <a:pos x="connsiteX5090" y="connsiteY5090"/>
                    </a:cxn>
                    <a:cxn ang="0">
                      <a:pos x="connsiteX5091" y="connsiteY5091"/>
                    </a:cxn>
                    <a:cxn ang="0">
                      <a:pos x="connsiteX5092" y="connsiteY5092"/>
                    </a:cxn>
                    <a:cxn ang="0">
                      <a:pos x="connsiteX5093" y="connsiteY5093"/>
                    </a:cxn>
                    <a:cxn ang="0">
                      <a:pos x="connsiteX5094" y="connsiteY5094"/>
                    </a:cxn>
                    <a:cxn ang="0">
                      <a:pos x="connsiteX5095" y="connsiteY5095"/>
                    </a:cxn>
                    <a:cxn ang="0">
                      <a:pos x="connsiteX5096" y="connsiteY5096"/>
                    </a:cxn>
                    <a:cxn ang="0">
                      <a:pos x="connsiteX5097" y="connsiteY5097"/>
                    </a:cxn>
                    <a:cxn ang="0">
                      <a:pos x="connsiteX5098" y="connsiteY5098"/>
                    </a:cxn>
                    <a:cxn ang="0">
                      <a:pos x="connsiteX5099" y="connsiteY5099"/>
                    </a:cxn>
                    <a:cxn ang="0">
                      <a:pos x="connsiteX5100" y="connsiteY5100"/>
                    </a:cxn>
                    <a:cxn ang="0">
                      <a:pos x="connsiteX5101" y="connsiteY5101"/>
                    </a:cxn>
                    <a:cxn ang="0">
                      <a:pos x="connsiteX5102" y="connsiteY5102"/>
                    </a:cxn>
                    <a:cxn ang="0">
                      <a:pos x="connsiteX5103" y="connsiteY5103"/>
                    </a:cxn>
                    <a:cxn ang="0">
                      <a:pos x="connsiteX5104" y="connsiteY5104"/>
                    </a:cxn>
                    <a:cxn ang="0">
                      <a:pos x="connsiteX5105" y="connsiteY5105"/>
                    </a:cxn>
                    <a:cxn ang="0">
                      <a:pos x="connsiteX5106" y="connsiteY5106"/>
                    </a:cxn>
                    <a:cxn ang="0">
                      <a:pos x="connsiteX5107" y="connsiteY5107"/>
                    </a:cxn>
                    <a:cxn ang="0">
                      <a:pos x="connsiteX5108" y="connsiteY5108"/>
                    </a:cxn>
                    <a:cxn ang="0">
                      <a:pos x="connsiteX5109" y="connsiteY5109"/>
                    </a:cxn>
                    <a:cxn ang="0">
                      <a:pos x="connsiteX5110" y="connsiteY5110"/>
                    </a:cxn>
                    <a:cxn ang="0">
                      <a:pos x="connsiteX5111" y="connsiteY5111"/>
                    </a:cxn>
                    <a:cxn ang="0">
                      <a:pos x="connsiteX5112" y="connsiteY5112"/>
                    </a:cxn>
                    <a:cxn ang="0">
                      <a:pos x="connsiteX5113" y="connsiteY5113"/>
                    </a:cxn>
                    <a:cxn ang="0">
                      <a:pos x="connsiteX5114" y="connsiteY5114"/>
                    </a:cxn>
                    <a:cxn ang="0">
                      <a:pos x="connsiteX5115" y="connsiteY5115"/>
                    </a:cxn>
                    <a:cxn ang="0">
                      <a:pos x="connsiteX5116" y="connsiteY5116"/>
                    </a:cxn>
                    <a:cxn ang="0">
                      <a:pos x="connsiteX5117" y="connsiteY5117"/>
                    </a:cxn>
                    <a:cxn ang="0">
                      <a:pos x="connsiteX5118" y="connsiteY5118"/>
                    </a:cxn>
                    <a:cxn ang="0">
                      <a:pos x="connsiteX5119" y="connsiteY5119"/>
                    </a:cxn>
                    <a:cxn ang="0">
                      <a:pos x="connsiteX5120" y="connsiteY5120"/>
                    </a:cxn>
                    <a:cxn ang="0">
                      <a:pos x="connsiteX5121" y="connsiteY5121"/>
                    </a:cxn>
                    <a:cxn ang="0">
                      <a:pos x="connsiteX5122" y="connsiteY5122"/>
                    </a:cxn>
                    <a:cxn ang="0">
                      <a:pos x="connsiteX5123" y="connsiteY5123"/>
                    </a:cxn>
                    <a:cxn ang="0">
                      <a:pos x="connsiteX5124" y="connsiteY5124"/>
                    </a:cxn>
                    <a:cxn ang="0">
                      <a:pos x="connsiteX5125" y="connsiteY5125"/>
                    </a:cxn>
                    <a:cxn ang="0">
                      <a:pos x="connsiteX5126" y="connsiteY5126"/>
                    </a:cxn>
                    <a:cxn ang="0">
                      <a:pos x="connsiteX5127" y="connsiteY5127"/>
                    </a:cxn>
                    <a:cxn ang="0">
                      <a:pos x="connsiteX5128" y="connsiteY5128"/>
                    </a:cxn>
                    <a:cxn ang="0">
                      <a:pos x="connsiteX5129" y="connsiteY5129"/>
                    </a:cxn>
                    <a:cxn ang="0">
                      <a:pos x="connsiteX5130" y="connsiteY5130"/>
                    </a:cxn>
                    <a:cxn ang="0">
                      <a:pos x="connsiteX5131" y="connsiteY5131"/>
                    </a:cxn>
                    <a:cxn ang="0">
                      <a:pos x="connsiteX5132" y="connsiteY5132"/>
                    </a:cxn>
                    <a:cxn ang="0">
                      <a:pos x="connsiteX5133" y="connsiteY5133"/>
                    </a:cxn>
                    <a:cxn ang="0">
                      <a:pos x="connsiteX5134" y="connsiteY5134"/>
                    </a:cxn>
                    <a:cxn ang="0">
                      <a:pos x="connsiteX5135" y="connsiteY5135"/>
                    </a:cxn>
                    <a:cxn ang="0">
                      <a:pos x="connsiteX5136" y="connsiteY5136"/>
                    </a:cxn>
                    <a:cxn ang="0">
                      <a:pos x="connsiteX5137" y="connsiteY5137"/>
                    </a:cxn>
                    <a:cxn ang="0">
                      <a:pos x="connsiteX5138" y="connsiteY5138"/>
                    </a:cxn>
                    <a:cxn ang="0">
                      <a:pos x="connsiteX5139" y="connsiteY5139"/>
                    </a:cxn>
                    <a:cxn ang="0">
                      <a:pos x="connsiteX5140" y="connsiteY5140"/>
                    </a:cxn>
                    <a:cxn ang="0">
                      <a:pos x="connsiteX5141" y="connsiteY5141"/>
                    </a:cxn>
                    <a:cxn ang="0">
                      <a:pos x="connsiteX5142" y="connsiteY5142"/>
                    </a:cxn>
                    <a:cxn ang="0">
                      <a:pos x="connsiteX5143" y="connsiteY5143"/>
                    </a:cxn>
                    <a:cxn ang="0">
                      <a:pos x="connsiteX5144" y="connsiteY5144"/>
                    </a:cxn>
                    <a:cxn ang="0">
                      <a:pos x="connsiteX5145" y="connsiteY5145"/>
                    </a:cxn>
                    <a:cxn ang="0">
                      <a:pos x="connsiteX5146" y="connsiteY5146"/>
                    </a:cxn>
                    <a:cxn ang="0">
                      <a:pos x="connsiteX5147" y="connsiteY5147"/>
                    </a:cxn>
                    <a:cxn ang="0">
                      <a:pos x="connsiteX5148" y="connsiteY5148"/>
                    </a:cxn>
                    <a:cxn ang="0">
                      <a:pos x="connsiteX5149" y="connsiteY5149"/>
                    </a:cxn>
                    <a:cxn ang="0">
                      <a:pos x="connsiteX5150" y="connsiteY5150"/>
                    </a:cxn>
                    <a:cxn ang="0">
                      <a:pos x="connsiteX5151" y="connsiteY5151"/>
                    </a:cxn>
                    <a:cxn ang="0">
                      <a:pos x="connsiteX5152" y="connsiteY5152"/>
                    </a:cxn>
                    <a:cxn ang="0">
                      <a:pos x="connsiteX5153" y="connsiteY5153"/>
                    </a:cxn>
                    <a:cxn ang="0">
                      <a:pos x="connsiteX5154" y="connsiteY5154"/>
                    </a:cxn>
                    <a:cxn ang="0">
                      <a:pos x="connsiteX5155" y="connsiteY5155"/>
                    </a:cxn>
                    <a:cxn ang="0">
                      <a:pos x="connsiteX5156" y="connsiteY5156"/>
                    </a:cxn>
                    <a:cxn ang="0">
                      <a:pos x="connsiteX5157" y="connsiteY5157"/>
                    </a:cxn>
                    <a:cxn ang="0">
                      <a:pos x="connsiteX5158" y="connsiteY5158"/>
                    </a:cxn>
                    <a:cxn ang="0">
                      <a:pos x="connsiteX5159" y="connsiteY5159"/>
                    </a:cxn>
                    <a:cxn ang="0">
                      <a:pos x="connsiteX5160" y="connsiteY5160"/>
                    </a:cxn>
                    <a:cxn ang="0">
                      <a:pos x="connsiteX5161" y="connsiteY5161"/>
                    </a:cxn>
                    <a:cxn ang="0">
                      <a:pos x="connsiteX5162" y="connsiteY5162"/>
                    </a:cxn>
                    <a:cxn ang="0">
                      <a:pos x="connsiteX5163" y="connsiteY5163"/>
                    </a:cxn>
                    <a:cxn ang="0">
                      <a:pos x="connsiteX5164" y="connsiteY5164"/>
                    </a:cxn>
                    <a:cxn ang="0">
                      <a:pos x="connsiteX5165" y="connsiteY5165"/>
                    </a:cxn>
                    <a:cxn ang="0">
                      <a:pos x="connsiteX5166" y="connsiteY5166"/>
                    </a:cxn>
                    <a:cxn ang="0">
                      <a:pos x="connsiteX5167" y="connsiteY5167"/>
                    </a:cxn>
                    <a:cxn ang="0">
                      <a:pos x="connsiteX5168" y="connsiteY5168"/>
                    </a:cxn>
                    <a:cxn ang="0">
                      <a:pos x="connsiteX5169" y="connsiteY5169"/>
                    </a:cxn>
                    <a:cxn ang="0">
                      <a:pos x="connsiteX5170" y="connsiteY5170"/>
                    </a:cxn>
                    <a:cxn ang="0">
                      <a:pos x="connsiteX5171" y="connsiteY5171"/>
                    </a:cxn>
                    <a:cxn ang="0">
                      <a:pos x="connsiteX5172" y="connsiteY5172"/>
                    </a:cxn>
                    <a:cxn ang="0">
                      <a:pos x="connsiteX5173" y="connsiteY5173"/>
                    </a:cxn>
                    <a:cxn ang="0">
                      <a:pos x="connsiteX5174" y="connsiteY5174"/>
                    </a:cxn>
                    <a:cxn ang="0">
                      <a:pos x="connsiteX5175" y="connsiteY5175"/>
                    </a:cxn>
                    <a:cxn ang="0">
                      <a:pos x="connsiteX5176" y="connsiteY5176"/>
                    </a:cxn>
                    <a:cxn ang="0">
                      <a:pos x="connsiteX5177" y="connsiteY5177"/>
                    </a:cxn>
                    <a:cxn ang="0">
                      <a:pos x="connsiteX5178" y="connsiteY5178"/>
                    </a:cxn>
                    <a:cxn ang="0">
                      <a:pos x="connsiteX5179" y="connsiteY5179"/>
                    </a:cxn>
                    <a:cxn ang="0">
                      <a:pos x="connsiteX5180" y="connsiteY5180"/>
                    </a:cxn>
                    <a:cxn ang="0">
                      <a:pos x="connsiteX5181" y="connsiteY5181"/>
                    </a:cxn>
                    <a:cxn ang="0">
                      <a:pos x="connsiteX5182" y="connsiteY5182"/>
                    </a:cxn>
                    <a:cxn ang="0">
                      <a:pos x="connsiteX5183" y="connsiteY5183"/>
                    </a:cxn>
                    <a:cxn ang="0">
                      <a:pos x="connsiteX5184" y="connsiteY5184"/>
                    </a:cxn>
                    <a:cxn ang="0">
                      <a:pos x="connsiteX5185" y="connsiteY5185"/>
                    </a:cxn>
                    <a:cxn ang="0">
                      <a:pos x="connsiteX5186" y="connsiteY5186"/>
                    </a:cxn>
                    <a:cxn ang="0">
                      <a:pos x="connsiteX5187" y="connsiteY5187"/>
                    </a:cxn>
                    <a:cxn ang="0">
                      <a:pos x="connsiteX5188" y="connsiteY5188"/>
                    </a:cxn>
                    <a:cxn ang="0">
                      <a:pos x="connsiteX5189" y="connsiteY5189"/>
                    </a:cxn>
                    <a:cxn ang="0">
                      <a:pos x="connsiteX5190" y="connsiteY5190"/>
                    </a:cxn>
                    <a:cxn ang="0">
                      <a:pos x="connsiteX5191" y="connsiteY5191"/>
                    </a:cxn>
                    <a:cxn ang="0">
                      <a:pos x="connsiteX5192" y="connsiteY5192"/>
                    </a:cxn>
                    <a:cxn ang="0">
                      <a:pos x="connsiteX5193" y="connsiteY5193"/>
                    </a:cxn>
                    <a:cxn ang="0">
                      <a:pos x="connsiteX5194" y="connsiteY5194"/>
                    </a:cxn>
                    <a:cxn ang="0">
                      <a:pos x="connsiteX5195" y="connsiteY5195"/>
                    </a:cxn>
                    <a:cxn ang="0">
                      <a:pos x="connsiteX5196" y="connsiteY5196"/>
                    </a:cxn>
                    <a:cxn ang="0">
                      <a:pos x="connsiteX5197" y="connsiteY5197"/>
                    </a:cxn>
                    <a:cxn ang="0">
                      <a:pos x="connsiteX5198" y="connsiteY5198"/>
                    </a:cxn>
                    <a:cxn ang="0">
                      <a:pos x="connsiteX5199" y="connsiteY5199"/>
                    </a:cxn>
                    <a:cxn ang="0">
                      <a:pos x="connsiteX5200" y="connsiteY5200"/>
                    </a:cxn>
                    <a:cxn ang="0">
                      <a:pos x="connsiteX5201" y="connsiteY5201"/>
                    </a:cxn>
                    <a:cxn ang="0">
                      <a:pos x="connsiteX5202" y="connsiteY5202"/>
                    </a:cxn>
                    <a:cxn ang="0">
                      <a:pos x="connsiteX5203" y="connsiteY5203"/>
                    </a:cxn>
                    <a:cxn ang="0">
                      <a:pos x="connsiteX5204" y="connsiteY5204"/>
                    </a:cxn>
                    <a:cxn ang="0">
                      <a:pos x="connsiteX5205" y="connsiteY5205"/>
                    </a:cxn>
                    <a:cxn ang="0">
                      <a:pos x="connsiteX5206" y="connsiteY5206"/>
                    </a:cxn>
                    <a:cxn ang="0">
                      <a:pos x="connsiteX5207" y="connsiteY5207"/>
                    </a:cxn>
                    <a:cxn ang="0">
                      <a:pos x="connsiteX5208" y="connsiteY5208"/>
                    </a:cxn>
                    <a:cxn ang="0">
                      <a:pos x="connsiteX5209" y="connsiteY5209"/>
                    </a:cxn>
                    <a:cxn ang="0">
                      <a:pos x="connsiteX5210" y="connsiteY5210"/>
                    </a:cxn>
                    <a:cxn ang="0">
                      <a:pos x="connsiteX5211" y="connsiteY5211"/>
                    </a:cxn>
                    <a:cxn ang="0">
                      <a:pos x="connsiteX5212" y="connsiteY5212"/>
                    </a:cxn>
                    <a:cxn ang="0">
                      <a:pos x="connsiteX5213" y="connsiteY5213"/>
                    </a:cxn>
                    <a:cxn ang="0">
                      <a:pos x="connsiteX5214" y="connsiteY5214"/>
                    </a:cxn>
                    <a:cxn ang="0">
                      <a:pos x="connsiteX5215" y="connsiteY5215"/>
                    </a:cxn>
                    <a:cxn ang="0">
                      <a:pos x="connsiteX5216" y="connsiteY5216"/>
                    </a:cxn>
                    <a:cxn ang="0">
                      <a:pos x="connsiteX5217" y="connsiteY5217"/>
                    </a:cxn>
                    <a:cxn ang="0">
                      <a:pos x="connsiteX5218" y="connsiteY5218"/>
                    </a:cxn>
                    <a:cxn ang="0">
                      <a:pos x="connsiteX5219" y="connsiteY5219"/>
                    </a:cxn>
                    <a:cxn ang="0">
                      <a:pos x="connsiteX5220" y="connsiteY5220"/>
                    </a:cxn>
                    <a:cxn ang="0">
                      <a:pos x="connsiteX5221" y="connsiteY5221"/>
                    </a:cxn>
                    <a:cxn ang="0">
                      <a:pos x="connsiteX5222" y="connsiteY5222"/>
                    </a:cxn>
                    <a:cxn ang="0">
                      <a:pos x="connsiteX5223" y="connsiteY5223"/>
                    </a:cxn>
                    <a:cxn ang="0">
                      <a:pos x="connsiteX5224" y="connsiteY5224"/>
                    </a:cxn>
                    <a:cxn ang="0">
                      <a:pos x="connsiteX5225" y="connsiteY5225"/>
                    </a:cxn>
                    <a:cxn ang="0">
                      <a:pos x="connsiteX5226" y="connsiteY5226"/>
                    </a:cxn>
                    <a:cxn ang="0">
                      <a:pos x="connsiteX5227" y="connsiteY5227"/>
                    </a:cxn>
                    <a:cxn ang="0">
                      <a:pos x="connsiteX5228" y="connsiteY5228"/>
                    </a:cxn>
                    <a:cxn ang="0">
                      <a:pos x="connsiteX5229" y="connsiteY5229"/>
                    </a:cxn>
                    <a:cxn ang="0">
                      <a:pos x="connsiteX5230" y="connsiteY5230"/>
                    </a:cxn>
                    <a:cxn ang="0">
                      <a:pos x="connsiteX5231" y="connsiteY5231"/>
                    </a:cxn>
                    <a:cxn ang="0">
                      <a:pos x="connsiteX5232" y="connsiteY5232"/>
                    </a:cxn>
                    <a:cxn ang="0">
                      <a:pos x="connsiteX5233" y="connsiteY5233"/>
                    </a:cxn>
                    <a:cxn ang="0">
                      <a:pos x="connsiteX5234" y="connsiteY5234"/>
                    </a:cxn>
                    <a:cxn ang="0">
                      <a:pos x="connsiteX5235" y="connsiteY5235"/>
                    </a:cxn>
                    <a:cxn ang="0">
                      <a:pos x="connsiteX5236" y="connsiteY5236"/>
                    </a:cxn>
                    <a:cxn ang="0">
                      <a:pos x="connsiteX5237" y="connsiteY5237"/>
                    </a:cxn>
                    <a:cxn ang="0">
                      <a:pos x="connsiteX5238" y="connsiteY5238"/>
                    </a:cxn>
                    <a:cxn ang="0">
                      <a:pos x="connsiteX5239" y="connsiteY5239"/>
                    </a:cxn>
                    <a:cxn ang="0">
                      <a:pos x="connsiteX5240" y="connsiteY5240"/>
                    </a:cxn>
                    <a:cxn ang="0">
                      <a:pos x="connsiteX5241" y="connsiteY5241"/>
                    </a:cxn>
                    <a:cxn ang="0">
                      <a:pos x="connsiteX5242" y="connsiteY5242"/>
                    </a:cxn>
                    <a:cxn ang="0">
                      <a:pos x="connsiteX5243" y="connsiteY5243"/>
                    </a:cxn>
                    <a:cxn ang="0">
                      <a:pos x="connsiteX5244" y="connsiteY5244"/>
                    </a:cxn>
                    <a:cxn ang="0">
                      <a:pos x="connsiteX5245" y="connsiteY5245"/>
                    </a:cxn>
                    <a:cxn ang="0">
                      <a:pos x="connsiteX5246" y="connsiteY5246"/>
                    </a:cxn>
                    <a:cxn ang="0">
                      <a:pos x="connsiteX5247" y="connsiteY5247"/>
                    </a:cxn>
                    <a:cxn ang="0">
                      <a:pos x="connsiteX5248" y="connsiteY5248"/>
                    </a:cxn>
                    <a:cxn ang="0">
                      <a:pos x="connsiteX5249" y="connsiteY5249"/>
                    </a:cxn>
                    <a:cxn ang="0">
                      <a:pos x="connsiteX5250" y="connsiteY5250"/>
                    </a:cxn>
                    <a:cxn ang="0">
                      <a:pos x="connsiteX5251" y="connsiteY5251"/>
                    </a:cxn>
                    <a:cxn ang="0">
                      <a:pos x="connsiteX5252" y="connsiteY5252"/>
                    </a:cxn>
                    <a:cxn ang="0">
                      <a:pos x="connsiteX5253" y="connsiteY5253"/>
                    </a:cxn>
                    <a:cxn ang="0">
                      <a:pos x="connsiteX5254" y="connsiteY5254"/>
                    </a:cxn>
                    <a:cxn ang="0">
                      <a:pos x="connsiteX5255" y="connsiteY5255"/>
                    </a:cxn>
                    <a:cxn ang="0">
                      <a:pos x="connsiteX5256" y="connsiteY5256"/>
                    </a:cxn>
                    <a:cxn ang="0">
                      <a:pos x="connsiteX5257" y="connsiteY5257"/>
                    </a:cxn>
                    <a:cxn ang="0">
                      <a:pos x="connsiteX5258" y="connsiteY5258"/>
                    </a:cxn>
                    <a:cxn ang="0">
                      <a:pos x="connsiteX5259" y="connsiteY5259"/>
                    </a:cxn>
                    <a:cxn ang="0">
                      <a:pos x="connsiteX5260" y="connsiteY5260"/>
                    </a:cxn>
                    <a:cxn ang="0">
                      <a:pos x="connsiteX5261" y="connsiteY5261"/>
                    </a:cxn>
                    <a:cxn ang="0">
                      <a:pos x="connsiteX5262" y="connsiteY5262"/>
                    </a:cxn>
                    <a:cxn ang="0">
                      <a:pos x="connsiteX5263" y="connsiteY5263"/>
                    </a:cxn>
                    <a:cxn ang="0">
                      <a:pos x="connsiteX5264" y="connsiteY5264"/>
                    </a:cxn>
                    <a:cxn ang="0">
                      <a:pos x="connsiteX5265" y="connsiteY5265"/>
                    </a:cxn>
                    <a:cxn ang="0">
                      <a:pos x="connsiteX5266" y="connsiteY5266"/>
                    </a:cxn>
                    <a:cxn ang="0">
                      <a:pos x="connsiteX5267" y="connsiteY5267"/>
                    </a:cxn>
                    <a:cxn ang="0">
                      <a:pos x="connsiteX5268" y="connsiteY5268"/>
                    </a:cxn>
                    <a:cxn ang="0">
                      <a:pos x="connsiteX5269" y="connsiteY5269"/>
                    </a:cxn>
                    <a:cxn ang="0">
                      <a:pos x="connsiteX5270" y="connsiteY5270"/>
                    </a:cxn>
                    <a:cxn ang="0">
                      <a:pos x="connsiteX5271" y="connsiteY5271"/>
                    </a:cxn>
                    <a:cxn ang="0">
                      <a:pos x="connsiteX5272" y="connsiteY5272"/>
                    </a:cxn>
                    <a:cxn ang="0">
                      <a:pos x="connsiteX5273" y="connsiteY5273"/>
                    </a:cxn>
                    <a:cxn ang="0">
                      <a:pos x="connsiteX5274" y="connsiteY5274"/>
                    </a:cxn>
                    <a:cxn ang="0">
                      <a:pos x="connsiteX5275" y="connsiteY5275"/>
                    </a:cxn>
                    <a:cxn ang="0">
                      <a:pos x="connsiteX5276" y="connsiteY5276"/>
                    </a:cxn>
                    <a:cxn ang="0">
                      <a:pos x="connsiteX5277" y="connsiteY5277"/>
                    </a:cxn>
                    <a:cxn ang="0">
                      <a:pos x="connsiteX5278" y="connsiteY5278"/>
                    </a:cxn>
                    <a:cxn ang="0">
                      <a:pos x="connsiteX5279" y="connsiteY5279"/>
                    </a:cxn>
                    <a:cxn ang="0">
                      <a:pos x="connsiteX5280" y="connsiteY5280"/>
                    </a:cxn>
                    <a:cxn ang="0">
                      <a:pos x="connsiteX5281" y="connsiteY5281"/>
                    </a:cxn>
                    <a:cxn ang="0">
                      <a:pos x="connsiteX5282" y="connsiteY5282"/>
                    </a:cxn>
                    <a:cxn ang="0">
                      <a:pos x="connsiteX5283" y="connsiteY5283"/>
                    </a:cxn>
                    <a:cxn ang="0">
                      <a:pos x="connsiteX5284" y="connsiteY5284"/>
                    </a:cxn>
                    <a:cxn ang="0">
                      <a:pos x="connsiteX5285" y="connsiteY5285"/>
                    </a:cxn>
                    <a:cxn ang="0">
                      <a:pos x="connsiteX5286" y="connsiteY5286"/>
                    </a:cxn>
                    <a:cxn ang="0">
                      <a:pos x="connsiteX5287" y="connsiteY5287"/>
                    </a:cxn>
                    <a:cxn ang="0">
                      <a:pos x="connsiteX5288" y="connsiteY5288"/>
                    </a:cxn>
                    <a:cxn ang="0">
                      <a:pos x="connsiteX5289" y="connsiteY5289"/>
                    </a:cxn>
                    <a:cxn ang="0">
                      <a:pos x="connsiteX5290" y="connsiteY5290"/>
                    </a:cxn>
                    <a:cxn ang="0">
                      <a:pos x="connsiteX5291" y="connsiteY5291"/>
                    </a:cxn>
                    <a:cxn ang="0">
                      <a:pos x="connsiteX5292" y="connsiteY5292"/>
                    </a:cxn>
                    <a:cxn ang="0">
                      <a:pos x="connsiteX5293" y="connsiteY5293"/>
                    </a:cxn>
                    <a:cxn ang="0">
                      <a:pos x="connsiteX5294" y="connsiteY5294"/>
                    </a:cxn>
                    <a:cxn ang="0">
                      <a:pos x="connsiteX5295" y="connsiteY5295"/>
                    </a:cxn>
                    <a:cxn ang="0">
                      <a:pos x="connsiteX5296" y="connsiteY5296"/>
                    </a:cxn>
                    <a:cxn ang="0">
                      <a:pos x="connsiteX5297" y="connsiteY5297"/>
                    </a:cxn>
                    <a:cxn ang="0">
                      <a:pos x="connsiteX5298" y="connsiteY5298"/>
                    </a:cxn>
                    <a:cxn ang="0">
                      <a:pos x="connsiteX5299" y="connsiteY5299"/>
                    </a:cxn>
                    <a:cxn ang="0">
                      <a:pos x="connsiteX5300" y="connsiteY5300"/>
                    </a:cxn>
                    <a:cxn ang="0">
                      <a:pos x="connsiteX5301" y="connsiteY5301"/>
                    </a:cxn>
                    <a:cxn ang="0">
                      <a:pos x="connsiteX5302" y="connsiteY5302"/>
                    </a:cxn>
                    <a:cxn ang="0">
                      <a:pos x="connsiteX5303" y="connsiteY5303"/>
                    </a:cxn>
                    <a:cxn ang="0">
                      <a:pos x="connsiteX5304" y="connsiteY5304"/>
                    </a:cxn>
                    <a:cxn ang="0">
                      <a:pos x="connsiteX5305" y="connsiteY5305"/>
                    </a:cxn>
                    <a:cxn ang="0">
                      <a:pos x="connsiteX5306" y="connsiteY5306"/>
                    </a:cxn>
                    <a:cxn ang="0">
                      <a:pos x="connsiteX5307" y="connsiteY5307"/>
                    </a:cxn>
                    <a:cxn ang="0">
                      <a:pos x="connsiteX5308" y="connsiteY5308"/>
                    </a:cxn>
                    <a:cxn ang="0">
                      <a:pos x="connsiteX5309" y="connsiteY5309"/>
                    </a:cxn>
                    <a:cxn ang="0">
                      <a:pos x="connsiteX5310" y="connsiteY5310"/>
                    </a:cxn>
                    <a:cxn ang="0">
                      <a:pos x="connsiteX5311" y="connsiteY5311"/>
                    </a:cxn>
                    <a:cxn ang="0">
                      <a:pos x="connsiteX5312" y="connsiteY5312"/>
                    </a:cxn>
                    <a:cxn ang="0">
                      <a:pos x="connsiteX5313" y="connsiteY5313"/>
                    </a:cxn>
                    <a:cxn ang="0">
                      <a:pos x="connsiteX5314" y="connsiteY5314"/>
                    </a:cxn>
                    <a:cxn ang="0">
                      <a:pos x="connsiteX5315" y="connsiteY5315"/>
                    </a:cxn>
                    <a:cxn ang="0">
                      <a:pos x="connsiteX5316" y="connsiteY5316"/>
                    </a:cxn>
                    <a:cxn ang="0">
                      <a:pos x="connsiteX5317" y="connsiteY5317"/>
                    </a:cxn>
                    <a:cxn ang="0">
                      <a:pos x="connsiteX5318" y="connsiteY5318"/>
                    </a:cxn>
                    <a:cxn ang="0">
                      <a:pos x="connsiteX5319" y="connsiteY5319"/>
                    </a:cxn>
                    <a:cxn ang="0">
                      <a:pos x="connsiteX5320" y="connsiteY5320"/>
                    </a:cxn>
                    <a:cxn ang="0">
                      <a:pos x="connsiteX5321" y="connsiteY5321"/>
                    </a:cxn>
                    <a:cxn ang="0">
                      <a:pos x="connsiteX5322" y="connsiteY5322"/>
                    </a:cxn>
                    <a:cxn ang="0">
                      <a:pos x="connsiteX5323" y="connsiteY5323"/>
                    </a:cxn>
                    <a:cxn ang="0">
                      <a:pos x="connsiteX5324" y="connsiteY5324"/>
                    </a:cxn>
                    <a:cxn ang="0">
                      <a:pos x="connsiteX5325" y="connsiteY5325"/>
                    </a:cxn>
                    <a:cxn ang="0">
                      <a:pos x="connsiteX5326" y="connsiteY5326"/>
                    </a:cxn>
                    <a:cxn ang="0">
                      <a:pos x="connsiteX5327" y="connsiteY5327"/>
                    </a:cxn>
                    <a:cxn ang="0">
                      <a:pos x="connsiteX5328" y="connsiteY5328"/>
                    </a:cxn>
                    <a:cxn ang="0">
                      <a:pos x="connsiteX5329" y="connsiteY5329"/>
                    </a:cxn>
                    <a:cxn ang="0">
                      <a:pos x="connsiteX5330" y="connsiteY5330"/>
                    </a:cxn>
                    <a:cxn ang="0">
                      <a:pos x="connsiteX5331" y="connsiteY5331"/>
                    </a:cxn>
                    <a:cxn ang="0">
                      <a:pos x="connsiteX5332" y="connsiteY5332"/>
                    </a:cxn>
                    <a:cxn ang="0">
                      <a:pos x="connsiteX5333" y="connsiteY5333"/>
                    </a:cxn>
                    <a:cxn ang="0">
                      <a:pos x="connsiteX5334" y="connsiteY5334"/>
                    </a:cxn>
                    <a:cxn ang="0">
                      <a:pos x="connsiteX5335" y="connsiteY5335"/>
                    </a:cxn>
                    <a:cxn ang="0">
                      <a:pos x="connsiteX5336" y="connsiteY5336"/>
                    </a:cxn>
                    <a:cxn ang="0">
                      <a:pos x="connsiteX5337" y="connsiteY5337"/>
                    </a:cxn>
                    <a:cxn ang="0">
                      <a:pos x="connsiteX5338" y="connsiteY5338"/>
                    </a:cxn>
                    <a:cxn ang="0">
                      <a:pos x="connsiteX5339" y="connsiteY5339"/>
                    </a:cxn>
                    <a:cxn ang="0">
                      <a:pos x="connsiteX5340" y="connsiteY5340"/>
                    </a:cxn>
                    <a:cxn ang="0">
                      <a:pos x="connsiteX5341" y="connsiteY5341"/>
                    </a:cxn>
                    <a:cxn ang="0">
                      <a:pos x="connsiteX5342" y="connsiteY5342"/>
                    </a:cxn>
                    <a:cxn ang="0">
                      <a:pos x="connsiteX5343" y="connsiteY5343"/>
                    </a:cxn>
                    <a:cxn ang="0">
                      <a:pos x="connsiteX5344" y="connsiteY5344"/>
                    </a:cxn>
                    <a:cxn ang="0">
                      <a:pos x="connsiteX5345" y="connsiteY5345"/>
                    </a:cxn>
                    <a:cxn ang="0">
                      <a:pos x="connsiteX5346" y="connsiteY5346"/>
                    </a:cxn>
                    <a:cxn ang="0">
                      <a:pos x="connsiteX5347" y="connsiteY5347"/>
                    </a:cxn>
                    <a:cxn ang="0">
                      <a:pos x="connsiteX5348" y="connsiteY5348"/>
                    </a:cxn>
                    <a:cxn ang="0">
                      <a:pos x="connsiteX5349" y="connsiteY5349"/>
                    </a:cxn>
                    <a:cxn ang="0">
                      <a:pos x="connsiteX5350" y="connsiteY5350"/>
                    </a:cxn>
                    <a:cxn ang="0">
                      <a:pos x="connsiteX5351" y="connsiteY5351"/>
                    </a:cxn>
                    <a:cxn ang="0">
                      <a:pos x="connsiteX5352" y="connsiteY5352"/>
                    </a:cxn>
                    <a:cxn ang="0">
                      <a:pos x="connsiteX5353" y="connsiteY5353"/>
                    </a:cxn>
                    <a:cxn ang="0">
                      <a:pos x="connsiteX5354" y="connsiteY5354"/>
                    </a:cxn>
                    <a:cxn ang="0">
                      <a:pos x="connsiteX5355" y="connsiteY5355"/>
                    </a:cxn>
                    <a:cxn ang="0">
                      <a:pos x="connsiteX5356" y="connsiteY5356"/>
                    </a:cxn>
                    <a:cxn ang="0">
                      <a:pos x="connsiteX5357" y="connsiteY5357"/>
                    </a:cxn>
                    <a:cxn ang="0">
                      <a:pos x="connsiteX5358" y="connsiteY5358"/>
                    </a:cxn>
                    <a:cxn ang="0">
                      <a:pos x="connsiteX5359" y="connsiteY5359"/>
                    </a:cxn>
                    <a:cxn ang="0">
                      <a:pos x="connsiteX5360" y="connsiteY5360"/>
                    </a:cxn>
                    <a:cxn ang="0">
                      <a:pos x="connsiteX5361" y="connsiteY5361"/>
                    </a:cxn>
                    <a:cxn ang="0">
                      <a:pos x="connsiteX5362" y="connsiteY5362"/>
                    </a:cxn>
                    <a:cxn ang="0">
                      <a:pos x="connsiteX5363" y="connsiteY5363"/>
                    </a:cxn>
                    <a:cxn ang="0">
                      <a:pos x="connsiteX5364" y="connsiteY5364"/>
                    </a:cxn>
                    <a:cxn ang="0">
                      <a:pos x="connsiteX5365" y="connsiteY5365"/>
                    </a:cxn>
                    <a:cxn ang="0">
                      <a:pos x="connsiteX5366" y="connsiteY5366"/>
                    </a:cxn>
                    <a:cxn ang="0">
                      <a:pos x="connsiteX5367" y="connsiteY5367"/>
                    </a:cxn>
                    <a:cxn ang="0">
                      <a:pos x="connsiteX5368" y="connsiteY5368"/>
                    </a:cxn>
                    <a:cxn ang="0">
                      <a:pos x="connsiteX5369" y="connsiteY5369"/>
                    </a:cxn>
                    <a:cxn ang="0">
                      <a:pos x="connsiteX5370" y="connsiteY5370"/>
                    </a:cxn>
                    <a:cxn ang="0">
                      <a:pos x="connsiteX5371" y="connsiteY5371"/>
                    </a:cxn>
                    <a:cxn ang="0">
                      <a:pos x="connsiteX5372" y="connsiteY5372"/>
                    </a:cxn>
                    <a:cxn ang="0">
                      <a:pos x="connsiteX5373" y="connsiteY5373"/>
                    </a:cxn>
                    <a:cxn ang="0">
                      <a:pos x="connsiteX5374" y="connsiteY5374"/>
                    </a:cxn>
                    <a:cxn ang="0">
                      <a:pos x="connsiteX5375" y="connsiteY5375"/>
                    </a:cxn>
                    <a:cxn ang="0">
                      <a:pos x="connsiteX5376" y="connsiteY5376"/>
                    </a:cxn>
                    <a:cxn ang="0">
                      <a:pos x="connsiteX5377" y="connsiteY5377"/>
                    </a:cxn>
                    <a:cxn ang="0">
                      <a:pos x="connsiteX5378" y="connsiteY5378"/>
                    </a:cxn>
                    <a:cxn ang="0">
                      <a:pos x="connsiteX5379" y="connsiteY5379"/>
                    </a:cxn>
                    <a:cxn ang="0">
                      <a:pos x="connsiteX5380" y="connsiteY5380"/>
                    </a:cxn>
                    <a:cxn ang="0">
                      <a:pos x="connsiteX5381" y="connsiteY5381"/>
                    </a:cxn>
                    <a:cxn ang="0">
                      <a:pos x="connsiteX5382" y="connsiteY5382"/>
                    </a:cxn>
                    <a:cxn ang="0">
                      <a:pos x="connsiteX5383" y="connsiteY5383"/>
                    </a:cxn>
                    <a:cxn ang="0">
                      <a:pos x="connsiteX5384" y="connsiteY5384"/>
                    </a:cxn>
                    <a:cxn ang="0">
                      <a:pos x="connsiteX5385" y="connsiteY5385"/>
                    </a:cxn>
                    <a:cxn ang="0">
                      <a:pos x="connsiteX5386" y="connsiteY5386"/>
                    </a:cxn>
                    <a:cxn ang="0">
                      <a:pos x="connsiteX5387" y="connsiteY5387"/>
                    </a:cxn>
                    <a:cxn ang="0">
                      <a:pos x="connsiteX5388" y="connsiteY5388"/>
                    </a:cxn>
                    <a:cxn ang="0">
                      <a:pos x="connsiteX5389" y="connsiteY5389"/>
                    </a:cxn>
                    <a:cxn ang="0">
                      <a:pos x="connsiteX5390" y="connsiteY5390"/>
                    </a:cxn>
                    <a:cxn ang="0">
                      <a:pos x="connsiteX5391" y="connsiteY5391"/>
                    </a:cxn>
                    <a:cxn ang="0">
                      <a:pos x="connsiteX5392" y="connsiteY5392"/>
                    </a:cxn>
                    <a:cxn ang="0">
                      <a:pos x="connsiteX5393" y="connsiteY5393"/>
                    </a:cxn>
                    <a:cxn ang="0">
                      <a:pos x="connsiteX5394" y="connsiteY5394"/>
                    </a:cxn>
                    <a:cxn ang="0">
                      <a:pos x="connsiteX5395" y="connsiteY5395"/>
                    </a:cxn>
                    <a:cxn ang="0">
                      <a:pos x="connsiteX5396" y="connsiteY5396"/>
                    </a:cxn>
                    <a:cxn ang="0">
                      <a:pos x="connsiteX5397" y="connsiteY5397"/>
                    </a:cxn>
                    <a:cxn ang="0">
                      <a:pos x="connsiteX5398" y="connsiteY5398"/>
                    </a:cxn>
                    <a:cxn ang="0">
                      <a:pos x="connsiteX5399" y="connsiteY5399"/>
                    </a:cxn>
                    <a:cxn ang="0">
                      <a:pos x="connsiteX5400" y="connsiteY5400"/>
                    </a:cxn>
                    <a:cxn ang="0">
                      <a:pos x="connsiteX5401" y="connsiteY5401"/>
                    </a:cxn>
                    <a:cxn ang="0">
                      <a:pos x="connsiteX5402" y="connsiteY5402"/>
                    </a:cxn>
                    <a:cxn ang="0">
                      <a:pos x="connsiteX5403" y="connsiteY5403"/>
                    </a:cxn>
                    <a:cxn ang="0">
                      <a:pos x="connsiteX5404" y="connsiteY5404"/>
                    </a:cxn>
                    <a:cxn ang="0">
                      <a:pos x="connsiteX5405" y="connsiteY5405"/>
                    </a:cxn>
                    <a:cxn ang="0">
                      <a:pos x="connsiteX5406" y="connsiteY5406"/>
                    </a:cxn>
                    <a:cxn ang="0">
                      <a:pos x="connsiteX5407" y="connsiteY5407"/>
                    </a:cxn>
                    <a:cxn ang="0">
                      <a:pos x="connsiteX5408" y="connsiteY5408"/>
                    </a:cxn>
                    <a:cxn ang="0">
                      <a:pos x="connsiteX5409" y="connsiteY5409"/>
                    </a:cxn>
                    <a:cxn ang="0">
                      <a:pos x="connsiteX5410" y="connsiteY5410"/>
                    </a:cxn>
                    <a:cxn ang="0">
                      <a:pos x="connsiteX5411" y="connsiteY5411"/>
                    </a:cxn>
                    <a:cxn ang="0">
                      <a:pos x="connsiteX5412" y="connsiteY5412"/>
                    </a:cxn>
                    <a:cxn ang="0">
                      <a:pos x="connsiteX5413" y="connsiteY5413"/>
                    </a:cxn>
                    <a:cxn ang="0">
                      <a:pos x="connsiteX5414" y="connsiteY5414"/>
                    </a:cxn>
                    <a:cxn ang="0">
                      <a:pos x="connsiteX5415" y="connsiteY5415"/>
                    </a:cxn>
                    <a:cxn ang="0">
                      <a:pos x="connsiteX5416" y="connsiteY5416"/>
                    </a:cxn>
                    <a:cxn ang="0">
                      <a:pos x="connsiteX5417" y="connsiteY5417"/>
                    </a:cxn>
                    <a:cxn ang="0">
                      <a:pos x="connsiteX5418" y="connsiteY5418"/>
                    </a:cxn>
                    <a:cxn ang="0">
                      <a:pos x="connsiteX5419" y="connsiteY5419"/>
                    </a:cxn>
                    <a:cxn ang="0">
                      <a:pos x="connsiteX5420" y="connsiteY5420"/>
                    </a:cxn>
                    <a:cxn ang="0">
                      <a:pos x="connsiteX5421" y="connsiteY5421"/>
                    </a:cxn>
                    <a:cxn ang="0">
                      <a:pos x="connsiteX5422" y="connsiteY5422"/>
                    </a:cxn>
                    <a:cxn ang="0">
                      <a:pos x="connsiteX5423" y="connsiteY5423"/>
                    </a:cxn>
                    <a:cxn ang="0">
                      <a:pos x="connsiteX5424" y="connsiteY5424"/>
                    </a:cxn>
                    <a:cxn ang="0">
                      <a:pos x="connsiteX5425" y="connsiteY5425"/>
                    </a:cxn>
                    <a:cxn ang="0">
                      <a:pos x="connsiteX5426" y="connsiteY5426"/>
                    </a:cxn>
                    <a:cxn ang="0">
                      <a:pos x="connsiteX5427" y="connsiteY5427"/>
                    </a:cxn>
                    <a:cxn ang="0">
                      <a:pos x="connsiteX5428" y="connsiteY5428"/>
                    </a:cxn>
                    <a:cxn ang="0">
                      <a:pos x="connsiteX5429" y="connsiteY5429"/>
                    </a:cxn>
                    <a:cxn ang="0">
                      <a:pos x="connsiteX5430" y="connsiteY5430"/>
                    </a:cxn>
                    <a:cxn ang="0">
                      <a:pos x="connsiteX5431" y="connsiteY5431"/>
                    </a:cxn>
                    <a:cxn ang="0">
                      <a:pos x="connsiteX5432" y="connsiteY5432"/>
                    </a:cxn>
                    <a:cxn ang="0">
                      <a:pos x="connsiteX5433" y="connsiteY5433"/>
                    </a:cxn>
                    <a:cxn ang="0">
                      <a:pos x="connsiteX5434" y="connsiteY5434"/>
                    </a:cxn>
                    <a:cxn ang="0">
                      <a:pos x="connsiteX5435" y="connsiteY5435"/>
                    </a:cxn>
                    <a:cxn ang="0">
                      <a:pos x="connsiteX5436" y="connsiteY5436"/>
                    </a:cxn>
                    <a:cxn ang="0">
                      <a:pos x="connsiteX5437" y="connsiteY5437"/>
                    </a:cxn>
                    <a:cxn ang="0">
                      <a:pos x="connsiteX5438" y="connsiteY5438"/>
                    </a:cxn>
                    <a:cxn ang="0">
                      <a:pos x="connsiteX5439" y="connsiteY5439"/>
                    </a:cxn>
                    <a:cxn ang="0">
                      <a:pos x="connsiteX5440" y="connsiteY5440"/>
                    </a:cxn>
                    <a:cxn ang="0">
                      <a:pos x="connsiteX5441" y="connsiteY5441"/>
                    </a:cxn>
                    <a:cxn ang="0">
                      <a:pos x="connsiteX5442" y="connsiteY5442"/>
                    </a:cxn>
                    <a:cxn ang="0">
                      <a:pos x="connsiteX5443" y="connsiteY5443"/>
                    </a:cxn>
                    <a:cxn ang="0">
                      <a:pos x="connsiteX5444" y="connsiteY5444"/>
                    </a:cxn>
                    <a:cxn ang="0">
                      <a:pos x="connsiteX5445" y="connsiteY5445"/>
                    </a:cxn>
                    <a:cxn ang="0">
                      <a:pos x="connsiteX5446" y="connsiteY5446"/>
                    </a:cxn>
                    <a:cxn ang="0">
                      <a:pos x="connsiteX5447" y="connsiteY5447"/>
                    </a:cxn>
                    <a:cxn ang="0">
                      <a:pos x="connsiteX5448" y="connsiteY5448"/>
                    </a:cxn>
                    <a:cxn ang="0">
                      <a:pos x="connsiteX5449" y="connsiteY5449"/>
                    </a:cxn>
                    <a:cxn ang="0">
                      <a:pos x="connsiteX5450" y="connsiteY5450"/>
                    </a:cxn>
                    <a:cxn ang="0">
                      <a:pos x="connsiteX5451" y="connsiteY5451"/>
                    </a:cxn>
                    <a:cxn ang="0">
                      <a:pos x="connsiteX5452" y="connsiteY5452"/>
                    </a:cxn>
                    <a:cxn ang="0">
                      <a:pos x="connsiteX5453" y="connsiteY5453"/>
                    </a:cxn>
                    <a:cxn ang="0">
                      <a:pos x="connsiteX5454" y="connsiteY5454"/>
                    </a:cxn>
                    <a:cxn ang="0">
                      <a:pos x="connsiteX5455" y="connsiteY5455"/>
                    </a:cxn>
                    <a:cxn ang="0">
                      <a:pos x="connsiteX5456" y="connsiteY5456"/>
                    </a:cxn>
                    <a:cxn ang="0">
                      <a:pos x="connsiteX5457" y="connsiteY5457"/>
                    </a:cxn>
                    <a:cxn ang="0">
                      <a:pos x="connsiteX5458" y="connsiteY5458"/>
                    </a:cxn>
                    <a:cxn ang="0">
                      <a:pos x="connsiteX5459" y="connsiteY5459"/>
                    </a:cxn>
                    <a:cxn ang="0">
                      <a:pos x="connsiteX5460" y="connsiteY5460"/>
                    </a:cxn>
                    <a:cxn ang="0">
                      <a:pos x="connsiteX5461" y="connsiteY5461"/>
                    </a:cxn>
                    <a:cxn ang="0">
                      <a:pos x="connsiteX5462" y="connsiteY5462"/>
                    </a:cxn>
                    <a:cxn ang="0">
                      <a:pos x="connsiteX5463" y="connsiteY5463"/>
                    </a:cxn>
                    <a:cxn ang="0">
                      <a:pos x="connsiteX5464" y="connsiteY5464"/>
                    </a:cxn>
                    <a:cxn ang="0">
                      <a:pos x="connsiteX5465" y="connsiteY5465"/>
                    </a:cxn>
                    <a:cxn ang="0">
                      <a:pos x="connsiteX5466" y="connsiteY5466"/>
                    </a:cxn>
                    <a:cxn ang="0">
                      <a:pos x="connsiteX5467" y="connsiteY5467"/>
                    </a:cxn>
                    <a:cxn ang="0">
                      <a:pos x="connsiteX5468" y="connsiteY5468"/>
                    </a:cxn>
                    <a:cxn ang="0">
                      <a:pos x="connsiteX5469" y="connsiteY5469"/>
                    </a:cxn>
                    <a:cxn ang="0">
                      <a:pos x="connsiteX5470" y="connsiteY5470"/>
                    </a:cxn>
                    <a:cxn ang="0">
                      <a:pos x="connsiteX5471" y="connsiteY5471"/>
                    </a:cxn>
                    <a:cxn ang="0">
                      <a:pos x="connsiteX5472" y="connsiteY5472"/>
                    </a:cxn>
                    <a:cxn ang="0">
                      <a:pos x="connsiteX5473" y="connsiteY5473"/>
                    </a:cxn>
                    <a:cxn ang="0">
                      <a:pos x="connsiteX5474" y="connsiteY5474"/>
                    </a:cxn>
                    <a:cxn ang="0">
                      <a:pos x="connsiteX5475" y="connsiteY5475"/>
                    </a:cxn>
                    <a:cxn ang="0">
                      <a:pos x="connsiteX5476" y="connsiteY5476"/>
                    </a:cxn>
                    <a:cxn ang="0">
                      <a:pos x="connsiteX5477" y="connsiteY5477"/>
                    </a:cxn>
                    <a:cxn ang="0">
                      <a:pos x="connsiteX5478" y="connsiteY5478"/>
                    </a:cxn>
                    <a:cxn ang="0">
                      <a:pos x="connsiteX5479" y="connsiteY5479"/>
                    </a:cxn>
                    <a:cxn ang="0">
                      <a:pos x="connsiteX5480" y="connsiteY5480"/>
                    </a:cxn>
                    <a:cxn ang="0">
                      <a:pos x="connsiteX5481" y="connsiteY5481"/>
                    </a:cxn>
                    <a:cxn ang="0">
                      <a:pos x="connsiteX5482" y="connsiteY5482"/>
                    </a:cxn>
                    <a:cxn ang="0">
                      <a:pos x="connsiteX5483" y="connsiteY5483"/>
                    </a:cxn>
                    <a:cxn ang="0">
                      <a:pos x="connsiteX5484" y="connsiteY5484"/>
                    </a:cxn>
                    <a:cxn ang="0">
                      <a:pos x="connsiteX5485" y="connsiteY5485"/>
                    </a:cxn>
                    <a:cxn ang="0">
                      <a:pos x="connsiteX5486" y="connsiteY5486"/>
                    </a:cxn>
                    <a:cxn ang="0">
                      <a:pos x="connsiteX5487" y="connsiteY5487"/>
                    </a:cxn>
                    <a:cxn ang="0">
                      <a:pos x="connsiteX5488" y="connsiteY5488"/>
                    </a:cxn>
                    <a:cxn ang="0">
                      <a:pos x="connsiteX5489" y="connsiteY5489"/>
                    </a:cxn>
                    <a:cxn ang="0">
                      <a:pos x="connsiteX5490" y="connsiteY5490"/>
                    </a:cxn>
                    <a:cxn ang="0">
                      <a:pos x="connsiteX5491" y="connsiteY5491"/>
                    </a:cxn>
                    <a:cxn ang="0">
                      <a:pos x="connsiteX5492" y="connsiteY5492"/>
                    </a:cxn>
                    <a:cxn ang="0">
                      <a:pos x="connsiteX5493" y="connsiteY5493"/>
                    </a:cxn>
                    <a:cxn ang="0">
                      <a:pos x="connsiteX5494" y="connsiteY5494"/>
                    </a:cxn>
                    <a:cxn ang="0">
                      <a:pos x="connsiteX5495" y="connsiteY5495"/>
                    </a:cxn>
                    <a:cxn ang="0">
                      <a:pos x="connsiteX5496" y="connsiteY5496"/>
                    </a:cxn>
                    <a:cxn ang="0">
                      <a:pos x="connsiteX5497" y="connsiteY5497"/>
                    </a:cxn>
                    <a:cxn ang="0">
                      <a:pos x="connsiteX5498" y="connsiteY5498"/>
                    </a:cxn>
                    <a:cxn ang="0">
                      <a:pos x="connsiteX5499" y="connsiteY5499"/>
                    </a:cxn>
                    <a:cxn ang="0">
                      <a:pos x="connsiteX5500" y="connsiteY5500"/>
                    </a:cxn>
                    <a:cxn ang="0">
                      <a:pos x="connsiteX5501" y="connsiteY5501"/>
                    </a:cxn>
                    <a:cxn ang="0">
                      <a:pos x="connsiteX5502" y="connsiteY5502"/>
                    </a:cxn>
                    <a:cxn ang="0">
                      <a:pos x="connsiteX5503" y="connsiteY5503"/>
                    </a:cxn>
                    <a:cxn ang="0">
                      <a:pos x="connsiteX5504" y="connsiteY5504"/>
                    </a:cxn>
                    <a:cxn ang="0">
                      <a:pos x="connsiteX5505" y="connsiteY5505"/>
                    </a:cxn>
                    <a:cxn ang="0">
                      <a:pos x="connsiteX5506" y="connsiteY5506"/>
                    </a:cxn>
                    <a:cxn ang="0">
                      <a:pos x="connsiteX5507" y="connsiteY5507"/>
                    </a:cxn>
                    <a:cxn ang="0">
                      <a:pos x="connsiteX5508" y="connsiteY5508"/>
                    </a:cxn>
                    <a:cxn ang="0">
                      <a:pos x="connsiteX5509" y="connsiteY5509"/>
                    </a:cxn>
                    <a:cxn ang="0">
                      <a:pos x="connsiteX5510" y="connsiteY5510"/>
                    </a:cxn>
                    <a:cxn ang="0">
                      <a:pos x="connsiteX5511" y="connsiteY5511"/>
                    </a:cxn>
                    <a:cxn ang="0">
                      <a:pos x="connsiteX5512" y="connsiteY5512"/>
                    </a:cxn>
                    <a:cxn ang="0">
                      <a:pos x="connsiteX5513" y="connsiteY5513"/>
                    </a:cxn>
                    <a:cxn ang="0">
                      <a:pos x="connsiteX5514" y="connsiteY5514"/>
                    </a:cxn>
                    <a:cxn ang="0">
                      <a:pos x="connsiteX5515" y="connsiteY5515"/>
                    </a:cxn>
                    <a:cxn ang="0">
                      <a:pos x="connsiteX5516" y="connsiteY5516"/>
                    </a:cxn>
                    <a:cxn ang="0">
                      <a:pos x="connsiteX5517" y="connsiteY5517"/>
                    </a:cxn>
                    <a:cxn ang="0">
                      <a:pos x="connsiteX5518" y="connsiteY5518"/>
                    </a:cxn>
                    <a:cxn ang="0">
                      <a:pos x="connsiteX5519" y="connsiteY5519"/>
                    </a:cxn>
                    <a:cxn ang="0">
                      <a:pos x="connsiteX5520" y="connsiteY5520"/>
                    </a:cxn>
                    <a:cxn ang="0">
                      <a:pos x="connsiteX5521" y="connsiteY5521"/>
                    </a:cxn>
                    <a:cxn ang="0">
                      <a:pos x="connsiteX5522" y="connsiteY5522"/>
                    </a:cxn>
                    <a:cxn ang="0">
                      <a:pos x="connsiteX5523" y="connsiteY5523"/>
                    </a:cxn>
                    <a:cxn ang="0">
                      <a:pos x="connsiteX5524" y="connsiteY5524"/>
                    </a:cxn>
                    <a:cxn ang="0">
                      <a:pos x="connsiteX5525" y="connsiteY5525"/>
                    </a:cxn>
                    <a:cxn ang="0">
                      <a:pos x="connsiteX5526" y="connsiteY5526"/>
                    </a:cxn>
                    <a:cxn ang="0">
                      <a:pos x="connsiteX5527" y="connsiteY5527"/>
                    </a:cxn>
                    <a:cxn ang="0">
                      <a:pos x="connsiteX5528" y="connsiteY5528"/>
                    </a:cxn>
                    <a:cxn ang="0">
                      <a:pos x="connsiteX5529" y="connsiteY5529"/>
                    </a:cxn>
                    <a:cxn ang="0">
                      <a:pos x="connsiteX5530" y="connsiteY5530"/>
                    </a:cxn>
                    <a:cxn ang="0">
                      <a:pos x="connsiteX5531" y="connsiteY5531"/>
                    </a:cxn>
                    <a:cxn ang="0">
                      <a:pos x="connsiteX5532" y="connsiteY5532"/>
                    </a:cxn>
                    <a:cxn ang="0">
                      <a:pos x="connsiteX5533" y="connsiteY5533"/>
                    </a:cxn>
                    <a:cxn ang="0">
                      <a:pos x="connsiteX5534" y="connsiteY5534"/>
                    </a:cxn>
                    <a:cxn ang="0">
                      <a:pos x="connsiteX5535" y="connsiteY5535"/>
                    </a:cxn>
                    <a:cxn ang="0">
                      <a:pos x="connsiteX5536" y="connsiteY5536"/>
                    </a:cxn>
                    <a:cxn ang="0">
                      <a:pos x="connsiteX5537" y="connsiteY5537"/>
                    </a:cxn>
                    <a:cxn ang="0">
                      <a:pos x="connsiteX5538" y="connsiteY5538"/>
                    </a:cxn>
                    <a:cxn ang="0">
                      <a:pos x="connsiteX5539" y="connsiteY5539"/>
                    </a:cxn>
                    <a:cxn ang="0">
                      <a:pos x="connsiteX5540" y="connsiteY5540"/>
                    </a:cxn>
                    <a:cxn ang="0">
                      <a:pos x="connsiteX5541" y="connsiteY5541"/>
                    </a:cxn>
                    <a:cxn ang="0">
                      <a:pos x="connsiteX5542" y="connsiteY5542"/>
                    </a:cxn>
                    <a:cxn ang="0">
                      <a:pos x="connsiteX5543" y="connsiteY5543"/>
                    </a:cxn>
                    <a:cxn ang="0">
                      <a:pos x="connsiteX5544" y="connsiteY5544"/>
                    </a:cxn>
                    <a:cxn ang="0">
                      <a:pos x="connsiteX5545" y="connsiteY5545"/>
                    </a:cxn>
                    <a:cxn ang="0">
                      <a:pos x="connsiteX5546" y="connsiteY5546"/>
                    </a:cxn>
                    <a:cxn ang="0">
                      <a:pos x="connsiteX5547" y="connsiteY5547"/>
                    </a:cxn>
                    <a:cxn ang="0">
                      <a:pos x="connsiteX5548" y="connsiteY5548"/>
                    </a:cxn>
                    <a:cxn ang="0">
                      <a:pos x="connsiteX5549" y="connsiteY5549"/>
                    </a:cxn>
                    <a:cxn ang="0">
                      <a:pos x="connsiteX5550" y="connsiteY5550"/>
                    </a:cxn>
                    <a:cxn ang="0">
                      <a:pos x="connsiteX5551" y="connsiteY5551"/>
                    </a:cxn>
                    <a:cxn ang="0">
                      <a:pos x="connsiteX5552" y="connsiteY5552"/>
                    </a:cxn>
                    <a:cxn ang="0">
                      <a:pos x="connsiteX5553" y="connsiteY5553"/>
                    </a:cxn>
                    <a:cxn ang="0">
                      <a:pos x="connsiteX5554" y="connsiteY5554"/>
                    </a:cxn>
                    <a:cxn ang="0">
                      <a:pos x="connsiteX5555" y="connsiteY5555"/>
                    </a:cxn>
                    <a:cxn ang="0">
                      <a:pos x="connsiteX5556" y="connsiteY5556"/>
                    </a:cxn>
                    <a:cxn ang="0">
                      <a:pos x="connsiteX5557" y="connsiteY5557"/>
                    </a:cxn>
                    <a:cxn ang="0">
                      <a:pos x="connsiteX5558" y="connsiteY5558"/>
                    </a:cxn>
                    <a:cxn ang="0">
                      <a:pos x="connsiteX5559" y="connsiteY5559"/>
                    </a:cxn>
                    <a:cxn ang="0">
                      <a:pos x="connsiteX5560" y="connsiteY5560"/>
                    </a:cxn>
                    <a:cxn ang="0">
                      <a:pos x="connsiteX5561" y="connsiteY5561"/>
                    </a:cxn>
                    <a:cxn ang="0">
                      <a:pos x="connsiteX5562" y="connsiteY5562"/>
                    </a:cxn>
                    <a:cxn ang="0">
                      <a:pos x="connsiteX5563" y="connsiteY5563"/>
                    </a:cxn>
                    <a:cxn ang="0">
                      <a:pos x="connsiteX5564" y="connsiteY5564"/>
                    </a:cxn>
                    <a:cxn ang="0">
                      <a:pos x="connsiteX5565" y="connsiteY5565"/>
                    </a:cxn>
                    <a:cxn ang="0">
                      <a:pos x="connsiteX5566" y="connsiteY5566"/>
                    </a:cxn>
                    <a:cxn ang="0">
                      <a:pos x="connsiteX5567" y="connsiteY5567"/>
                    </a:cxn>
                    <a:cxn ang="0">
                      <a:pos x="connsiteX5568" y="connsiteY5568"/>
                    </a:cxn>
                    <a:cxn ang="0">
                      <a:pos x="connsiteX5569" y="connsiteY5569"/>
                    </a:cxn>
                    <a:cxn ang="0">
                      <a:pos x="connsiteX5570" y="connsiteY5570"/>
                    </a:cxn>
                    <a:cxn ang="0">
                      <a:pos x="connsiteX5571" y="connsiteY5571"/>
                    </a:cxn>
                    <a:cxn ang="0">
                      <a:pos x="connsiteX5572" y="connsiteY5572"/>
                    </a:cxn>
                    <a:cxn ang="0">
                      <a:pos x="connsiteX5573" y="connsiteY5573"/>
                    </a:cxn>
                    <a:cxn ang="0">
                      <a:pos x="connsiteX5574" y="connsiteY5574"/>
                    </a:cxn>
                    <a:cxn ang="0">
                      <a:pos x="connsiteX5575" y="connsiteY5575"/>
                    </a:cxn>
                    <a:cxn ang="0">
                      <a:pos x="connsiteX5576" y="connsiteY5576"/>
                    </a:cxn>
                    <a:cxn ang="0">
                      <a:pos x="connsiteX5577" y="connsiteY5577"/>
                    </a:cxn>
                    <a:cxn ang="0">
                      <a:pos x="connsiteX5578" y="connsiteY5578"/>
                    </a:cxn>
                    <a:cxn ang="0">
                      <a:pos x="connsiteX5579" y="connsiteY5579"/>
                    </a:cxn>
                    <a:cxn ang="0">
                      <a:pos x="connsiteX5580" y="connsiteY5580"/>
                    </a:cxn>
                    <a:cxn ang="0">
                      <a:pos x="connsiteX5581" y="connsiteY5581"/>
                    </a:cxn>
                    <a:cxn ang="0">
                      <a:pos x="connsiteX5582" y="connsiteY5582"/>
                    </a:cxn>
                    <a:cxn ang="0">
                      <a:pos x="connsiteX5583" y="connsiteY5583"/>
                    </a:cxn>
                    <a:cxn ang="0">
                      <a:pos x="connsiteX5584" y="connsiteY5584"/>
                    </a:cxn>
                    <a:cxn ang="0">
                      <a:pos x="connsiteX5585" y="connsiteY5585"/>
                    </a:cxn>
                    <a:cxn ang="0">
                      <a:pos x="connsiteX5586" y="connsiteY5586"/>
                    </a:cxn>
                    <a:cxn ang="0">
                      <a:pos x="connsiteX5587" y="connsiteY5587"/>
                    </a:cxn>
                    <a:cxn ang="0">
                      <a:pos x="connsiteX5588" y="connsiteY5588"/>
                    </a:cxn>
                    <a:cxn ang="0">
                      <a:pos x="connsiteX5589" y="connsiteY5589"/>
                    </a:cxn>
                    <a:cxn ang="0">
                      <a:pos x="connsiteX5590" y="connsiteY5590"/>
                    </a:cxn>
                    <a:cxn ang="0">
                      <a:pos x="connsiteX5591" y="connsiteY5591"/>
                    </a:cxn>
                    <a:cxn ang="0">
                      <a:pos x="connsiteX5592" y="connsiteY5592"/>
                    </a:cxn>
                    <a:cxn ang="0">
                      <a:pos x="connsiteX5593" y="connsiteY5593"/>
                    </a:cxn>
                    <a:cxn ang="0">
                      <a:pos x="connsiteX5594" y="connsiteY5594"/>
                    </a:cxn>
                    <a:cxn ang="0">
                      <a:pos x="connsiteX5595" y="connsiteY5595"/>
                    </a:cxn>
                    <a:cxn ang="0">
                      <a:pos x="connsiteX5596" y="connsiteY5596"/>
                    </a:cxn>
                    <a:cxn ang="0">
                      <a:pos x="connsiteX5597" y="connsiteY5597"/>
                    </a:cxn>
                    <a:cxn ang="0">
                      <a:pos x="connsiteX5598" y="connsiteY5598"/>
                    </a:cxn>
                    <a:cxn ang="0">
                      <a:pos x="connsiteX5599" y="connsiteY5599"/>
                    </a:cxn>
                    <a:cxn ang="0">
                      <a:pos x="connsiteX5600" y="connsiteY5600"/>
                    </a:cxn>
                    <a:cxn ang="0">
                      <a:pos x="connsiteX5601" y="connsiteY5601"/>
                    </a:cxn>
                    <a:cxn ang="0">
                      <a:pos x="connsiteX5602" y="connsiteY5602"/>
                    </a:cxn>
                    <a:cxn ang="0">
                      <a:pos x="connsiteX5603" y="connsiteY5603"/>
                    </a:cxn>
                    <a:cxn ang="0">
                      <a:pos x="connsiteX5604" y="connsiteY5604"/>
                    </a:cxn>
                    <a:cxn ang="0">
                      <a:pos x="connsiteX5605" y="connsiteY5605"/>
                    </a:cxn>
                    <a:cxn ang="0">
                      <a:pos x="connsiteX5606" y="connsiteY5606"/>
                    </a:cxn>
                    <a:cxn ang="0">
                      <a:pos x="connsiteX5607" y="connsiteY5607"/>
                    </a:cxn>
                    <a:cxn ang="0">
                      <a:pos x="connsiteX5608" y="connsiteY5608"/>
                    </a:cxn>
                    <a:cxn ang="0">
                      <a:pos x="connsiteX5609" y="connsiteY5609"/>
                    </a:cxn>
                    <a:cxn ang="0">
                      <a:pos x="connsiteX5610" y="connsiteY5610"/>
                    </a:cxn>
                    <a:cxn ang="0">
                      <a:pos x="connsiteX5611" y="connsiteY5611"/>
                    </a:cxn>
                    <a:cxn ang="0">
                      <a:pos x="connsiteX5612" y="connsiteY5612"/>
                    </a:cxn>
                    <a:cxn ang="0">
                      <a:pos x="connsiteX5613" y="connsiteY5613"/>
                    </a:cxn>
                    <a:cxn ang="0">
                      <a:pos x="connsiteX5614" y="connsiteY5614"/>
                    </a:cxn>
                    <a:cxn ang="0">
                      <a:pos x="connsiteX5615" y="connsiteY5615"/>
                    </a:cxn>
                    <a:cxn ang="0">
                      <a:pos x="connsiteX5616" y="connsiteY5616"/>
                    </a:cxn>
                    <a:cxn ang="0">
                      <a:pos x="connsiteX5617" y="connsiteY5617"/>
                    </a:cxn>
                    <a:cxn ang="0">
                      <a:pos x="connsiteX5618" y="connsiteY5618"/>
                    </a:cxn>
                    <a:cxn ang="0">
                      <a:pos x="connsiteX5619" y="connsiteY5619"/>
                    </a:cxn>
                    <a:cxn ang="0">
                      <a:pos x="connsiteX5620" y="connsiteY5620"/>
                    </a:cxn>
                    <a:cxn ang="0">
                      <a:pos x="connsiteX5621" y="connsiteY5621"/>
                    </a:cxn>
                    <a:cxn ang="0">
                      <a:pos x="connsiteX5622" y="connsiteY5622"/>
                    </a:cxn>
                    <a:cxn ang="0">
                      <a:pos x="connsiteX5623" y="connsiteY5623"/>
                    </a:cxn>
                    <a:cxn ang="0">
                      <a:pos x="connsiteX5624" y="connsiteY5624"/>
                    </a:cxn>
                    <a:cxn ang="0">
                      <a:pos x="connsiteX5625" y="connsiteY5625"/>
                    </a:cxn>
                    <a:cxn ang="0">
                      <a:pos x="connsiteX5626" y="connsiteY5626"/>
                    </a:cxn>
                    <a:cxn ang="0">
                      <a:pos x="connsiteX5627" y="connsiteY5627"/>
                    </a:cxn>
                    <a:cxn ang="0">
                      <a:pos x="connsiteX5628" y="connsiteY5628"/>
                    </a:cxn>
                    <a:cxn ang="0">
                      <a:pos x="connsiteX5629" y="connsiteY5629"/>
                    </a:cxn>
                    <a:cxn ang="0">
                      <a:pos x="connsiteX5630" y="connsiteY5630"/>
                    </a:cxn>
                    <a:cxn ang="0">
                      <a:pos x="connsiteX5631" y="connsiteY5631"/>
                    </a:cxn>
                    <a:cxn ang="0">
                      <a:pos x="connsiteX5632" y="connsiteY5632"/>
                    </a:cxn>
                    <a:cxn ang="0">
                      <a:pos x="connsiteX5633" y="connsiteY5633"/>
                    </a:cxn>
                    <a:cxn ang="0">
                      <a:pos x="connsiteX5634" y="connsiteY5634"/>
                    </a:cxn>
                    <a:cxn ang="0">
                      <a:pos x="connsiteX5635" y="connsiteY5635"/>
                    </a:cxn>
                    <a:cxn ang="0">
                      <a:pos x="connsiteX5636" y="connsiteY5636"/>
                    </a:cxn>
                    <a:cxn ang="0">
                      <a:pos x="connsiteX5637" y="connsiteY5637"/>
                    </a:cxn>
                    <a:cxn ang="0">
                      <a:pos x="connsiteX5638" y="connsiteY5638"/>
                    </a:cxn>
                    <a:cxn ang="0">
                      <a:pos x="connsiteX5639" y="connsiteY5639"/>
                    </a:cxn>
                    <a:cxn ang="0">
                      <a:pos x="connsiteX5640" y="connsiteY5640"/>
                    </a:cxn>
                    <a:cxn ang="0">
                      <a:pos x="connsiteX5641" y="connsiteY5641"/>
                    </a:cxn>
                    <a:cxn ang="0">
                      <a:pos x="connsiteX5642" y="connsiteY5642"/>
                    </a:cxn>
                    <a:cxn ang="0">
                      <a:pos x="connsiteX5643" y="connsiteY5643"/>
                    </a:cxn>
                    <a:cxn ang="0">
                      <a:pos x="connsiteX5644" y="connsiteY5644"/>
                    </a:cxn>
                    <a:cxn ang="0">
                      <a:pos x="connsiteX5645" y="connsiteY5645"/>
                    </a:cxn>
                    <a:cxn ang="0">
                      <a:pos x="connsiteX5646" y="connsiteY5646"/>
                    </a:cxn>
                    <a:cxn ang="0">
                      <a:pos x="connsiteX5647" y="connsiteY5647"/>
                    </a:cxn>
                    <a:cxn ang="0">
                      <a:pos x="connsiteX5648" y="connsiteY5648"/>
                    </a:cxn>
                    <a:cxn ang="0">
                      <a:pos x="connsiteX5649" y="connsiteY5649"/>
                    </a:cxn>
                    <a:cxn ang="0">
                      <a:pos x="connsiteX5650" y="connsiteY5650"/>
                    </a:cxn>
                    <a:cxn ang="0">
                      <a:pos x="connsiteX5651" y="connsiteY5651"/>
                    </a:cxn>
                    <a:cxn ang="0">
                      <a:pos x="connsiteX5652" y="connsiteY5652"/>
                    </a:cxn>
                    <a:cxn ang="0">
                      <a:pos x="connsiteX5653" y="connsiteY5653"/>
                    </a:cxn>
                    <a:cxn ang="0">
                      <a:pos x="connsiteX5654" y="connsiteY5654"/>
                    </a:cxn>
                    <a:cxn ang="0">
                      <a:pos x="connsiteX5655" y="connsiteY5655"/>
                    </a:cxn>
                    <a:cxn ang="0">
                      <a:pos x="connsiteX5656" y="connsiteY5656"/>
                    </a:cxn>
                    <a:cxn ang="0">
                      <a:pos x="connsiteX5657" y="connsiteY5657"/>
                    </a:cxn>
                    <a:cxn ang="0">
                      <a:pos x="connsiteX5658" y="connsiteY5658"/>
                    </a:cxn>
                    <a:cxn ang="0">
                      <a:pos x="connsiteX5659" y="connsiteY5659"/>
                    </a:cxn>
                    <a:cxn ang="0">
                      <a:pos x="connsiteX5660" y="connsiteY5660"/>
                    </a:cxn>
                    <a:cxn ang="0">
                      <a:pos x="connsiteX5661" y="connsiteY5661"/>
                    </a:cxn>
                    <a:cxn ang="0">
                      <a:pos x="connsiteX5662" y="connsiteY5662"/>
                    </a:cxn>
                    <a:cxn ang="0">
                      <a:pos x="connsiteX5663" y="connsiteY5663"/>
                    </a:cxn>
                    <a:cxn ang="0">
                      <a:pos x="connsiteX5664" y="connsiteY5664"/>
                    </a:cxn>
                    <a:cxn ang="0">
                      <a:pos x="connsiteX5665" y="connsiteY5665"/>
                    </a:cxn>
                    <a:cxn ang="0">
                      <a:pos x="connsiteX5666" y="connsiteY5666"/>
                    </a:cxn>
                    <a:cxn ang="0">
                      <a:pos x="connsiteX5667" y="connsiteY5667"/>
                    </a:cxn>
                    <a:cxn ang="0">
                      <a:pos x="connsiteX5668" y="connsiteY5668"/>
                    </a:cxn>
                    <a:cxn ang="0">
                      <a:pos x="connsiteX5669" y="connsiteY5669"/>
                    </a:cxn>
                    <a:cxn ang="0">
                      <a:pos x="connsiteX5670" y="connsiteY5670"/>
                    </a:cxn>
                    <a:cxn ang="0">
                      <a:pos x="connsiteX5671" y="connsiteY5671"/>
                    </a:cxn>
                    <a:cxn ang="0">
                      <a:pos x="connsiteX5672" y="connsiteY5672"/>
                    </a:cxn>
                    <a:cxn ang="0">
                      <a:pos x="connsiteX5673" y="connsiteY5673"/>
                    </a:cxn>
                    <a:cxn ang="0">
                      <a:pos x="connsiteX5674" y="connsiteY5674"/>
                    </a:cxn>
                    <a:cxn ang="0">
                      <a:pos x="connsiteX5675" y="connsiteY5675"/>
                    </a:cxn>
                    <a:cxn ang="0">
                      <a:pos x="connsiteX5676" y="connsiteY5676"/>
                    </a:cxn>
                    <a:cxn ang="0">
                      <a:pos x="connsiteX5677" y="connsiteY5677"/>
                    </a:cxn>
                    <a:cxn ang="0">
                      <a:pos x="connsiteX5678" y="connsiteY5678"/>
                    </a:cxn>
                    <a:cxn ang="0">
                      <a:pos x="connsiteX5679" y="connsiteY5679"/>
                    </a:cxn>
                    <a:cxn ang="0">
                      <a:pos x="connsiteX5680" y="connsiteY5680"/>
                    </a:cxn>
                    <a:cxn ang="0">
                      <a:pos x="connsiteX5681" y="connsiteY5681"/>
                    </a:cxn>
                    <a:cxn ang="0">
                      <a:pos x="connsiteX5682" y="connsiteY5682"/>
                    </a:cxn>
                    <a:cxn ang="0">
                      <a:pos x="connsiteX5683" y="connsiteY5683"/>
                    </a:cxn>
                    <a:cxn ang="0">
                      <a:pos x="connsiteX5684" y="connsiteY5684"/>
                    </a:cxn>
                    <a:cxn ang="0">
                      <a:pos x="connsiteX5685" y="connsiteY5685"/>
                    </a:cxn>
                    <a:cxn ang="0">
                      <a:pos x="connsiteX5686" y="connsiteY5686"/>
                    </a:cxn>
                    <a:cxn ang="0">
                      <a:pos x="connsiteX5687" y="connsiteY5687"/>
                    </a:cxn>
                    <a:cxn ang="0">
                      <a:pos x="connsiteX5688" y="connsiteY5688"/>
                    </a:cxn>
                    <a:cxn ang="0">
                      <a:pos x="connsiteX5689" y="connsiteY5689"/>
                    </a:cxn>
                    <a:cxn ang="0">
                      <a:pos x="connsiteX5690" y="connsiteY5690"/>
                    </a:cxn>
                    <a:cxn ang="0">
                      <a:pos x="connsiteX5691" y="connsiteY5691"/>
                    </a:cxn>
                    <a:cxn ang="0">
                      <a:pos x="connsiteX5692" y="connsiteY5692"/>
                    </a:cxn>
                    <a:cxn ang="0">
                      <a:pos x="connsiteX5693" y="connsiteY5693"/>
                    </a:cxn>
                    <a:cxn ang="0">
                      <a:pos x="connsiteX5694" y="connsiteY5694"/>
                    </a:cxn>
                    <a:cxn ang="0">
                      <a:pos x="connsiteX5695" y="connsiteY5695"/>
                    </a:cxn>
                    <a:cxn ang="0">
                      <a:pos x="connsiteX5696" y="connsiteY5696"/>
                    </a:cxn>
                    <a:cxn ang="0">
                      <a:pos x="connsiteX5697" y="connsiteY5697"/>
                    </a:cxn>
                    <a:cxn ang="0">
                      <a:pos x="connsiteX5698" y="connsiteY5698"/>
                    </a:cxn>
                    <a:cxn ang="0">
                      <a:pos x="connsiteX5699" y="connsiteY5699"/>
                    </a:cxn>
                    <a:cxn ang="0">
                      <a:pos x="connsiteX5700" y="connsiteY5700"/>
                    </a:cxn>
                    <a:cxn ang="0">
                      <a:pos x="connsiteX5701" y="connsiteY5701"/>
                    </a:cxn>
                    <a:cxn ang="0">
                      <a:pos x="connsiteX5702" y="connsiteY5702"/>
                    </a:cxn>
                    <a:cxn ang="0">
                      <a:pos x="connsiteX5703" y="connsiteY5703"/>
                    </a:cxn>
                    <a:cxn ang="0">
                      <a:pos x="connsiteX5704" y="connsiteY5704"/>
                    </a:cxn>
                    <a:cxn ang="0">
                      <a:pos x="connsiteX5705" y="connsiteY5705"/>
                    </a:cxn>
                    <a:cxn ang="0">
                      <a:pos x="connsiteX5706" y="connsiteY5706"/>
                    </a:cxn>
                    <a:cxn ang="0">
                      <a:pos x="connsiteX5707" y="connsiteY5707"/>
                    </a:cxn>
                    <a:cxn ang="0">
                      <a:pos x="connsiteX5708" y="connsiteY5708"/>
                    </a:cxn>
                    <a:cxn ang="0">
                      <a:pos x="connsiteX5709" y="connsiteY5709"/>
                    </a:cxn>
                    <a:cxn ang="0">
                      <a:pos x="connsiteX5710" y="connsiteY5710"/>
                    </a:cxn>
                    <a:cxn ang="0">
                      <a:pos x="connsiteX5711" y="connsiteY5711"/>
                    </a:cxn>
                    <a:cxn ang="0">
                      <a:pos x="connsiteX5712" y="connsiteY5712"/>
                    </a:cxn>
                    <a:cxn ang="0">
                      <a:pos x="connsiteX5713" y="connsiteY5713"/>
                    </a:cxn>
                    <a:cxn ang="0">
                      <a:pos x="connsiteX5714" y="connsiteY5714"/>
                    </a:cxn>
                    <a:cxn ang="0">
                      <a:pos x="connsiteX5715" y="connsiteY5715"/>
                    </a:cxn>
                    <a:cxn ang="0">
                      <a:pos x="connsiteX5716" y="connsiteY5716"/>
                    </a:cxn>
                    <a:cxn ang="0">
                      <a:pos x="connsiteX5717" y="connsiteY5717"/>
                    </a:cxn>
                    <a:cxn ang="0">
                      <a:pos x="connsiteX5718" y="connsiteY5718"/>
                    </a:cxn>
                    <a:cxn ang="0">
                      <a:pos x="connsiteX5719" y="connsiteY5719"/>
                    </a:cxn>
                    <a:cxn ang="0">
                      <a:pos x="connsiteX5720" y="connsiteY5720"/>
                    </a:cxn>
                    <a:cxn ang="0">
                      <a:pos x="connsiteX5721" y="connsiteY5721"/>
                    </a:cxn>
                    <a:cxn ang="0">
                      <a:pos x="connsiteX5722" y="connsiteY5722"/>
                    </a:cxn>
                    <a:cxn ang="0">
                      <a:pos x="connsiteX5723" y="connsiteY5723"/>
                    </a:cxn>
                    <a:cxn ang="0">
                      <a:pos x="connsiteX5724" y="connsiteY5724"/>
                    </a:cxn>
                    <a:cxn ang="0">
                      <a:pos x="connsiteX5725" y="connsiteY5725"/>
                    </a:cxn>
                    <a:cxn ang="0">
                      <a:pos x="connsiteX5726" y="connsiteY5726"/>
                    </a:cxn>
                    <a:cxn ang="0">
                      <a:pos x="connsiteX5727" y="connsiteY5727"/>
                    </a:cxn>
                    <a:cxn ang="0">
                      <a:pos x="connsiteX5728" y="connsiteY5728"/>
                    </a:cxn>
                    <a:cxn ang="0">
                      <a:pos x="connsiteX5729" y="connsiteY5729"/>
                    </a:cxn>
                    <a:cxn ang="0">
                      <a:pos x="connsiteX5730" y="connsiteY5730"/>
                    </a:cxn>
                    <a:cxn ang="0">
                      <a:pos x="connsiteX5731" y="connsiteY5731"/>
                    </a:cxn>
                    <a:cxn ang="0">
                      <a:pos x="connsiteX5732" y="connsiteY5732"/>
                    </a:cxn>
                    <a:cxn ang="0">
                      <a:pos x="connsiteX5733" y="connsiteY5733"/>
                    </a:cxn>
                    <a:cxn ang="0">
                      <a:pos x="connsiteX5734" y="connsiteY5734"/>
                    </a:cxn>
                    <a:cxn ang="0">
                      <a:pos x="connsiteX5735" y="connsiteY5735"/>
                    </a:cxn>
                    <a:cxn ang="0">
                      <a:pos x="connsiteX5736" y="connsiteY5736"/>
                    </a:cxn>
                    <a:cxn ang="0">
                      <a:pos x="connsiteX5737" y="connsiteY5737"/>
                    </a:cxn>
                    <a:cxn ang="0">
                      <a:pos x="connsiteX5738" y="connsiteY5738"/>
                    </a:cxn>
                    <a:cxn ang="0">
                      <a:pos x="connsiteX5739" y="connsiteY5739"/>
                    </a:cxn>
                    <a:cxn ang="0">
                      <a:pos x="connsiteX5740" y="connsiteY5740"/>
                    </a:cxn>
                    <a:cxn ang="0">
                      <a:pos x="connsiteX5741" y="connsiteY5741"/>
                    </a:cxn>
                    <a:cxn ang="0">
                      <a:pos x="connsiteX5742" y="connsiteY5742"/>
                    </a:cxn>
                    <a:cxn ang="0">
                      <a:pos x="connsiteX5743" y="connsiteY5743"/>
                    </a:cxn>
                    <a:cxn ang="0">
                      <a:pos x="connsiteX5744" y="connsiteY5744"/>
                    </a:cxn>
                    <a:cxn ang="0">
                      <a:pos x="connsiteX5745" y="connsiteY5745"/>
                    </a:cxn>
                    <a:cxn ang="0">
                      <a:pos x="connsiteX5746" y="connsiteY5746"/>
                    </a:cxn>
                    <a:cxn ang="0">
                      <a:pos x="connsiteX5747" y="connsiteY5747"/>
                    </a:cxn>
                    <a:cxn ang="0">
                      <a:pos x="connsiteX5748" y="connsiteY5748"/>
                    </a:cxn>
                    <a:cxn ang="0">
                      <a:pos x="connsiteX5749" y="connsiteY5749"/>
                    </a:cxn>
                    <a:cxn ang="0">
                      <a:pos x="connsiteX5750" y="connsiteY5750"/>
                    </a:cxn>
                    <a:cxn ang="0">
                      <a:pos x="connsiteX5751" y="connsiteY5751"/>
                    </a:cxn>
                    <a:cxn ang="0">
                      <a:pos x="connsiteX5752" y="connsiteY5752"/>
                    </a:cxn>
                    <a:cxn ang="0">
                      <a:pos x="connsiteX5753" y="connsiteY5753"/>
                    </a:cxn>
                    <a:cxn ang="0">
                      <a:pos x="connsiteX5754" y="connsiteY5754"/>
                    </a:cxn>
                    <a:cxn ang="0">
                      <a:pos x="connsiteX5755" y="connsiteY5755"/>
                    </a:cxn>
                    <a:cxn ang="0">
                      <a:pos x="connsiteX5756" y="connsiteY5756"/>
                    </a:cxn>
                    <a:cxn ang="0">
                      <a:pos x="connsiteX5757" y="connsiteY5757"/>
                    </a:cxn>
                    <a:cxn ang="0">
                      <a:pos x="connsiteX5758" y="connsiteY5758"/>
                    </a:cxn>
                    <a:cxn ang="0">
                      <a:pos x="connsiteX5759" y="connsiteY5759"/>
                    </a:cxn>
                    <a:cxn ang="0">
                      <a:pos x="connsiteX5760" y="connsiteY5760"/>
                    </a:cxn>
                    <a:cxn ang="0">
                      <a:pos x="connsiteX5761" y="connsiteY5761"/>
                    </a:cxn>
                    <a:cxn ang="0">
                      <a:pos x="connsiteX5762" y="connsiteY5762"/>
                    </a:cxn>
                    <a:cxn ang="0">
                      <a:pos x="connsiteX5763" y="connsiteY5763"/>
                    </a:cxn>
                    <a:cxn ang="0">
                      <a:pos x="connsiteX5764" y="connsiteY5764"/>
                    </a:cxn>
                    <a:cxn ang="0">
                      <a:pos x="connsiteX5765" y="connsiteY5765"/>
                    </a:cxn>
                    <a:cxn ang="0">
                      <a:pos x="connsiteX5766" y="connsiteY5766"/>
                    </a:cxn>
                    <a:cxn ang="0">
                      <a:pos x="connsiteX5767" y="connsiteY5767"/>
                    </a:cxn>
                    <a:cxn ang="0">
                      <a:pos x="connsiteX5768" y="connsiteY5768"/>
                    </a:cxn>
                    <a:cxn ang="0">
                      <a:pos x="connsiteX5769" y="connsiteY5769"/>
                    </a:cxn>
                    <a:cxn ang="0">
                      <a:pos x="connsiteX5770" y="connsiteY5770"/>
                    </a:cxn>
                    <a:cxn ang="0">
                      <a:pos x="connsiteX5771" y="connsiteY5771"/>
                    </a:cxn>
                    <a:cxn ang="0">
                      <a:pos x="connsiteX5772" y="connsiteY5772"/>
                    </a:cxn>
                    <a:cxn ang="0">
                      <a:pos x="connsiteX5773" y="connsiteY5773"/>
                    </a:cxn>
                    <a:cxn ang="0">
                      <a:pos x="connsiteX5774" y="connsiteY5774"/>
                    </a:cxn>
                    <a:cxn ang="0">
                      <a:pos x="connsiteX5775" y="connsiteY5775"/>
                    </a:cxn>
                    <a:cxn ang="0">
                      <a:pos x="connsiteX5776" y="connsiteY5776"/>
                    </a:cxn>
                    <a:cxn ang="0">
                      <a:pos x="connsiteX5777" y="connsiteY5777"/>
                    </a:cxn>
                    <a:cxn ang="0">
                      <a:pos x="connsiteX5778" y="connsiteY5778"/>
                    </a:cxn>
                    <a:cxn ang="0">
                      <a:pos x="connsiteX5779" y="connsiteY5779"/>
                    </a:cxn>
                    <a:cxn ang="0">
                      <a:pos x="connsiteX5780" y="connsiteY5780"/>
                    </a:cxn>
                    <a:cxn ang="0">
                      <a:pos x="connsiteX5781" y="connsiteY5781"/>
                    </a:cxn>
                    <a:cxn ang="0">
                      <a:pos x="connsiteX5782" y="connsiteY5782"/>
                    </a:cxn>
                    <a:cxn ang="0">
                      <a:pos x="connsiteX5783" y="connsiteY5783"/>
                    </a:cxn>
                    <a:cxn ang="0">
                      <a:pos x="connsiteX5784" y="connsiteY5784"/>
                    </a:cxn>
                    <a:cxn ang="0">
                      <a:pos x="connsiteX5785" y="connsiteY5785"/>
                    </a:cxn>
                    <a:cxn ang="0">
                      <a:pos x="connsiteX5786" y="connsiteY5786"/>
                    </a:cxn>
                    <a:cxn ang="0">
                      <a:pos x="connsiteX5787" y="connsiteY5787"/>
                    </a:cxn>
                    <a:cxn ang="0">
                      <a:pos x="connsiteX5788" y="connsiteY5788"/>
                    </a:cxn>
                    <a:cxn ang="0">
                      <a:pos x="connsiteX5789" y="connsiteY5789"/>
                    </a:cxn>
                    <a:cxn ang="0">
                      <a:pos x="connsiteX5790" y="connsiteY5790"/>
                    </a:cxn>
                    <a:cxn ang="0">
                      <a:pos x="connsiteX5791" y="connsiteY5791"/>
                    </a:cxn>
                    <a:cxn ang="0">
                      <a:pos x="connsiteX5792" y="connsiteY5792"/>
                    </a:cxn>
                    <a:cxn ang="0">
                      <a:pos x="connsiteX5793" y="connsiteY5793"/>
                    </a:cxn>
                    <a:cxn ang="0">
                      <a:pos x="connsiteX5794" y="connsiteY5794"/>
                    </a:cxn>
                    <a:cxn ang="0">
                      <a:pos x="connsiteX5795" y="connsiteY5795"/>
                    </a:cxn>
                    <a:cxn ang="0">
                      <a:pos x="connsiteX5796" y="connsiteY5796"/>
                    </a:cxn>
                    <a:cxn ang="0">
                      <a:pos x="connsiteX5797" y="connsiteY5797"/>
                    </a:cxn>
                    <a:cxn ang="0">
                      <a:pos x="connsiteX5798" y="connsiteY5798"/>
                    </a:cxn>
                    <a:cxn ang="0">
                      <a:pos x="connsiteX5799" y="connsiteY5799"/>
                    </a:cxn>
                    <a:cxn ang="0">
                      <a:pos x="connsiteX5800" y="connsiteY5800"/>
                    </a:cxn>
                    <a:cxn ang="0">
                      <a:pos x="connsiteX5801" y="connsiteY5801"/>
                    </a:cxn>
                    <a:cxn ang="0">
                      <a:pos x="connsiteX5802" y="connsiteY5802"/>
                    </a:cxn>
                    <a:cxn ang="0">
                      <a:pos x="connsiteX5803" y="connsiteY5803"/>
                    </a:cxn>
                    <a:cxn ang="0">
                      <a:pos x="connsiteX5804" y="connsiteY5804"/>
                    </a:cxn>
                    <a:cxn ang="0">
                      <a:pos x="connsiteX5805" y="connsiteY5805"/>
                    </a:cxn>
                    <a:cxn ang="0">
                      <a:pos x="connsiteX5806" y="connsiteY5806"/>
                    </a:cxn>
                    <a:cxn ang="0">
                      <a:pos x="connsiteX5807" y="connsiteY5807"/>
                    </a:cxn>
                    <a:cxn ang="0">
                      <a:pos x="connsiteX5808" y="connsiteY5808"/>
                    </a:cxn>
                    <a:cxn ang="0">
                      <a:pos x="connsiteX5809" y="connsiteY5809"/>
                    </a:cxn>
                    <a:cxn ang="0">
                      <a:pos x="connsiteX5810" y="connsiteY5810"/>
                    </a:cxn>
                    <a:cxn ang="0">
                      <a:pos x="connsiteX5811" y="connsiteY5811"/>
                    </a:cxn>
                    <a:cxn ang="0">
                      <a:pos x="connsiteX5812" y="connsiteY5812"/>
                    </a:cxn>
                    <a:cxn ang="0">
                      <a:pos x="connsiteX5813" y="connsiteY5813"/>
                    </a:cxn>
                    <a:cxn ang="0">
                      <a:pos x="connsiteX5814" y="connsiteY5814"/>
                    </a:cxn>
                    <a:cxn ang="0">
                      <a:pos x="connsiteX5815" y="connsiteY5815"/>
                    </a:cxn>
                    <a:cxn ang="0">
                      <a:pos x="connsiteX5816" y="connsiteY5816"/>
                    </a:cxn>
                    <a:cxn ang="0">
                      <a:pos x="connsiteX5817" y="connsiteY5817"/>
                    </a:cxn>
                    <a:cxn ang="0">
                      <a:pos x="connsiteX5818" y="connsiteY5818"/>
                    </a:cxn>
                    <a:cxn ang="0">
                      <a:pos x="connsiteX5819" y="connsiteY5819"/>
                    </a:cxn>
                    <a:cxn ang="0">
                      <a:pos x="connsiteX5820" y="connsiteY5820"/>
                    </a:cxn>
                    <a:cxn ang="0">
                      <a:pos x="connsiteX5821" y="connsiteY5821"/>
                    </a:cxn>
                    <a:cxn ang="0">
                      <a:pos x="connsiteX5822" y="connsiteY5822"/>
                    </a:cxn>
                    <a:cxn ang="0">
                      <a:pos x="connsiteX5823" y="connsiteY5823"/>
                    </a:cxn>
                    <a:cxn ang="0">
                      <a:pos x="connsiteX5824" y="connsiteY5824"/>
                    </a:cxn>
                    <a:cxn ang="0">
                      <a:pos x="connsiteX5825" y="connsiteY5825"/>
                    </a:cxn>
                    <a:cxn ang="0">
                      <a:pos x="connsiteX5826" y="connsiteY5826"/>
                    </a:cxn>
                    <a:cxn ang="0">
                      <a:pos x="connsiteX5827" y="connsiteY5827"/>
                    </a:cxn>
                    <a:cxn ang="0">
                      <a:pos x="connsiteX5828" y="connsiteY5828"/>
                    </a:cxn>
                    <a:cxn ang="0">
                      <a:pos x="connsiteX5829" y="connsiteY5829"/>
                    </a:cxn>
                    <a:cxn ang="0">
                      <a:pos x="connsiteX5830" y="connsiteY5830"/>
                    </a:cxn>
                    <a:cxn ang="0">
                      <a:pos x="connsiteX5831" y="connsiteY5831"/>
                    </a:cxn>
                    <a:cxn ang="0">
                      <a:pos x="connsiteX5832" y="connsiteY5832"/>
                    </a:cxn>
                    <a:cxn ang="0">
                      <a:pos x="connsiteX5833" y="connsiteY5833"/>
                    </a:cxn>
                    <a:cxn ang="0">
                      <a:pos x="connsiteX5834" y="connsiteY5834"/>
                    </a:cxn>
                    <a:cxn ang="0">
                      <a:pos x="connsiteX5835" y="connsiteY5835"/>
                    </a:cxn>
                    <a:cxn ang="0">
                      <a:pos x="connsiteX5836" y="connsiteY5836"/>
                    </a:cxn>
                    <a:cxn ang="0">
                      <a:pos x="connsiteX5837" y="connsiteY5837"/>
                    </a:cxn>
                    <a:cxn ang="0">
                      <a:pos x="connsiteX5838" y="connsiteY5838"/>
                    </a:cxn>
                    <a:cxn ang="0">
                      <a:pos x="connsiteX5839" y="connsiteY5839"/>
                    </a:cxn>
                    <a:cxn ang="0">
                      <a:pos x="connsiteX5840" y="connsiteY5840"/>
                    </a:cxn>
                    <a:cxn ang="0">
                      <a:pos x="connsiteX5841" y="connsiteY5841"/>
                    </a:cxn>
                    <a:cxn ang="0">
                      <a:pos x="connsiteX5842" y="connsiteY5842"/>
                    </a:cxn>
                    <a:cxn ang="0">
                      <a:pos x="connsiteX5843" y="connsiteY5843"/>
                    </a:cxn>
                    <a:cxn ang="0">
                      <a:pos x="connsiteX5844" y="connsiteY5844"/>
                    </a:cxn>
                    <a:cxn ang="0">
                      <a:pos x="connsiteX5845" y="connsiteY5845"/>
                    </a:cxn>
                    <a:cxn ang="0">
                      <a:pos x="connsiteX5846" y="connsiteY5846"/>
                    </a:cxn>
                    <a:cxn ang="0">
                      <a:pos x="connsiteX5847" y="connsiteY5847"/>
                    </a:cxn>
                    <a:cxn ang="0">
                      <a:pos x="connsiteX5848" y="connsiteY5848"/>
                    </a:cxn>
                    <a:cxn ang="0">
                      <a:pos x="connsiteX5849" y="connsiteY5849"/>
                    </a:cxn>
                    <a:cxn ang="0">
                      <a:pos x="connsiteX5850" y="connsiteY5850"/>
                    </a:cxn>
                    <a:cxn ang="0">
                      <a:pos x="connsiteX5851" y="connsiteY5851"/>
                    </a:cxn>
                    <a:cxn ang="0">
                      <a:pos x="connsiteX5852" y="connsiteY5852"/>
                    </a:cxn>
                    <a:cxn ang="0">
                      <a:pos x="connsiteX5853" y="connsiteY5853"/>
                    </a:cxn>
                    <a:cxn ang="0">
                      <a:pos x="connsiteX5854" y="connsiteY5854"/>
                    </a:cxn>
                    <a:cxn ang="0">
                      <a:pos x="connsiteX5855" y="connsiteY5855"/>
                    </a:cxn>
                    <a:cxn ang="0">
                      <a:pos x="connsiteX5856" y="connsiteY5856"/>
                    </a:cxn>
                    <a:cxn ang="0">
                      <a:pos x="connsiteX5857" y="connsiteY5857"/>
                    </a:cxn>
                    <a:cxn ang="0">
                      <a:pos x="connsiteX5858" y="connsiteY5858"/>
                    </a:cxn>
                    <a:cxn ang="0">
                      <a:pos x="connsiteX5859" y="connsiteY5859"/>
                    </a:cxn>
                    <a:cxn ang="0">
                      <a:pos x="connsiteX5860" y="connsiteY5860"/>
                    </a:cxn>
                    <a:cxn ang="0">
                      <a:pos x="connsiteX5861" y="connsiteY5861"/>
                    </a:cxn>
                    <a:cxn ang="0">
                      <a:pos x="connsiteX5862" y="connsiteY5862"/>
                    </a:cxn>
                    <a:cxn ang="0">
                      <a:pos x="connsiteX5863" y="connsiteY5863"/>
                    </a:cxn>
                    <a:cxn ang="0">
                      <a:pos x="connsiteX5864" y="connsiteY5864"/>
                    </a:cxn>
                    <a:cxn ang="0">
                      <a:pos x="connsiteX5865" y="connsiteY5865"/>
                    </a:cxn>
                    <a:cxn ang="0">
                      <a:pos x="connsiteX5866" y="connsiteY5866"/>
                    </a:cxn>
                    <a:cxn ang="0">
                      <a:pos x="connsiteX5867" y="connsiteY5867"/>
                    </a:cxn>
                    <a:cxn ang="0">
                      <a:pos x="connsiteX5868" y="connsiteY5868"/>
                    </a:cxn>
                    <a:cxn ang="0">
                      <a:pos x="connsiteX5869" y="connsiteY5869"/>
                    </a:cxn>
                    <a:cxn ang="0">
                      <a:pos x="connsiteX5870" y="connsiteY5870"/>
                    </a:cxn>
                    <a:cxn ang="0">
                      <a:pos x="connsiteX5871" y="connsiteY5871"/>
                    </a:cxn>
                    <a:cxn ang="0">
                      <a:pos x="connsiteX5872" y="connsiteY5872"/>
                    </a:cxn>
                    <a:cxn ang="0">
                      <a:pos x="connsiteX5873" y="connsiteY5873"/>
                    </a:cxn>
                    <a:cxn ang="0">
                      <a:pos x="connsiteX5874" y="connsiteY5874"/>
                    </a:cxn>
                    <a:cxn ang="0">
                      <a:pos x="connsiteX5875" y="connsiteY5875"/>
                    </a:cxn>
                    <a:cxn ang="0">
                      <a:pos x="connsiteX5876" y="connsiteY5876"/>
                    </a:cxn>
                    <a:cxn ang="0">
                      <a:pos x="connsiteX5877" y="connsiteY5877"/>
                    </a:cxn>
                    <a:cxn ang="0">
                      <a:pos x="connsiteX5878" y="connsiteY5878"/>
                    </a:cxn>
                    <a:cxn ang="0">
                      <a:pos x="connsiteX5879" y="connsiteY5879"/>
                    </a:cxn>
                    <a:cxn ang="0">
                      <a:pos x="connsiteX5880" y="connsiteY5880"/>
                    </a:cxn>
                    <a:cxn ang="0">
                      <a:pos x="connsiteX5881" y="connsiteY5881"/>
                    </a:cxn>
                    <a:cxn ang="0">
                      <a:pos x="connsiteX5882" y="connsiteY5882"/>
                    </a:cxn>
                    <a:cxn ang="0">
                      <a:pos x="connsiteX5883" y="connsiteY5883"/>
                    </a:cxn>
                    <a:cxn ang="0">
                      <a:pos x="connsiteX5884" y="connsiteY5884"/>
                    </a:cxn>
                    <a:cxn ang="0">
                      <a:pos x="connsiteX5885" y="connsiteY5885"/>
                    </a:cxn>
                    <a:cxn ang="0">
                      <a:pos x="connsiteX5886" y="connsiteY5886"/>
                    </a:cxn>
                    <a:cxn ang="0">
                      <a:pos x="connsiteX5887" y="connsiteY5887"/>
                    </a:cxn>
                    <a:cxn ang="0">
                      <a:pos x="connsiteX5888" y="connsiteY5888"/>
                    </a:cxn>
                    <a:cxn ang="0">
                      <a:pos x="connsiteX5889" y="connsiteY5889"/>
                    </a:cxn>
                    <a:cxn ang="0">
                      <a:pos x="connsiteX5890" y="connsiteY5890"/>
                    </a:cxn>
                    <a:cxn ang="0">
                      <a:pos x="connsiteX5891" y="connsiteY5891"/>
                    </a:cxn>
                    <a:cxn ang="0">
                      <a:pos x="connsiteX5892" y="connsiteY5892"/>
                    </a:cxn>
                    <a:cxn ang="0">
                      <a:pos x="connsiteX5893" y="connsiteY5893"/>
                    </a:cxn>
                    <a:cxn ang="0">
                      <a:pos x="connsiteX5894" y="connsiteY5894"/>
                    </a:cxn>
                    <a:cxn ang="0">
                      <a:pos x="connsiteX5895" y="connsiteY5895"/>
                    </a:cxn>
                    <a:cxn ang="0">
                      <a:pos x="connsiteX5896" y="connsiteY5896"/>
                    </a:cxn>
                    <a:cxn ang="0">
                      <a:pos x="connsiteX5897" y="connsiteY5897"/>
                    </a:cxn>
                    <a:cxn ang="0">
                      <a:pos x="connsiteX5898" y="connsiteY5898"/>
                    </a:cxn>
                    <a:cxn ang="0">
                      <a:pos x="connsiteX5899" y="connsiteY5899"/>
                    </a:cxn>
                    <a:cxn ang="0">
                      <a:pos x="connsiteX5900" y="connsiteY5900"/>
                    </a:cxn>
                    <a:cxn ang="0">
                      <a:pos x="connsiteX5901" y="connsiteY5901"/>
                    </a:cxn>
                    <a:cxn ang="0">
                      <a:pos x="connsiteX5902" y="connsiteY5902"/>
                    </a:cxn>
                    <a:cxn ang="0">
                      <a:pos x="connsiteX5903" y="connsiteY5903"/>
                    </a:cxn>
                    <a:cxn ang="0">
                      <a:pos x="connsiteX5904" y="connsiteY5904"/>
                    </a:cxn>
                    <a:cxn ang="0">
                      <a:pos x="connsiteX5905" y="connsiteY5905"/>
                    </a:cxn>
                    <a:cxn ang="0">
                      <a:pos x="connsiteX5906" y="connsiteY5906"/>
                    </a:cxn>
                    <a:cxn ang="0">
                      <a:pos x="connsiteX5907" y="connsiteY5907"/>
                    </a:cxn>
                    <a:cxn ang="0">
                      <a:pos x="connsiteX5908" y="connsiteY5908"/>
                    </a:cxn>
                    <a:cxn ang="0">
                      <a:pos x="connsiteX5909" y="connsiteY5909"/>
                    </a:cxn>
                    <a:cxn ang="0">
                      <a:pos x="connsiteX5910" y="connsiteY5910"/>
                    </a:cxn>
                    <a:cxn ang="0">
                      <a:pos x="connsiteX5911" y="connsiteY5911"/>
                    </a:cxn>
                    <a:cxn ang="0">
                      <a:pos x="connsiteX5912" y="connsiteY5912"/>
                    </a:cxn>
                    <a:cxn ang="0">
                      <a:pos x="connsiteX5913" y="connsiteY5913"/>
                    </a:cxn>
                    <a:cxn ang="0">
                      <a:pos x="connsiteX5914" y="connsiteY5914"/>
                    </a:cxn>
                    <a:cxn ang="0">
                      <a:pos x="connsiteX5915" y="connsiteY5915"/>
                    </a:cxn>
                    <a:cxn ang="0">
                      <a:pos x="connsiteX5916" y="connsiteY5916"/>
                    </a:cxn>
                    <a:cxn ang="0">
                      <a:pos x="connsiteX5917" y="connsiteY5917"/>
                    </a:cxn>
                    <a:cxn ang="0">
                      <a:pos x="connsiteX5918" y="connsiteY5918"/>
                    </a:cxn>
                    <a:cxn ang="0">
                      <a:pos x="connsiteX5919" y="connsiteY5919"/>
                    </a:cxn>
                    <a:cxn ang="0">
                      <a:pos x="connsiteX5920" y="connsiteY5920"/>
                    </a:cxn>
                    <a:cxn ang="0">
                      <a:pos x="connsiteX5921" y="connsiteY5921"/>
                    </a:cxn>
                    <a:cxn ang="0">
                      <a:pos x="connsiteX5922" y="connsiteY5922"/>
                    </a:cxn>
                    <a:cxn ang="0">
                      <a:pos x="connsiteX5923" y="connsiteY5923"/>
                    </a:cxn>
                    <a:cxn ang="0">
                      <a:pos x="connsiteX5924" y="connsiteY5924"/>
                    </a:cxn>
                    <a:cxn ang="0">
                      <a:pos x="connsiteX5925" y="connsiteY5925"/>
                    </a:cxn>
                    <a:cxn ang="0">
                      <a:pos x="connsiteX5926" y="connsiteY5926"/>
                    </a:cxn>
                    <a:cxn ang="0">
                      <a:pos x="connsiteX5927" y="connsiteY5927"/>
                    </a:cxn>
                    <a:cxn ang="0">
                      <a:pos x="connsiteX5928" y="connsiteY5928"/>
                    </a:cxn>
                    <a:cxn ang="0">
                      <a:pos x="connsiteX5929" y="connsiteY5929"/>
                    </a:cxn>
                    <a:cxn ang="0">
                      <a:pos x="connsiteX5930" y="connsiteY5930"/>
                    </a:cxn>
                    <a:cxn ang="0">
                      <a:pos x="connsiteX5931" y="connsiteY5931"/>
                    </a:cxn>
                    <a:cxn ang="0">
                      <a:pos x="connsiteX5932" y="connsiteY5932"/>
                    </a:cxn>
                    <a:cxn ang="0">
                      <a:pos x="connsiteX5933" y="connsiteY5933"/>
                    </a:cxn>
                    <a:cxn ang="0">
                      <a:pos x="connsiteX5934" y="connsiteY5934"/>
                    </a:cxn>
                    <a:cxn ang="0">
                      <a:pos x="connsiteX5935" y="connsiteY5935"/>
                    </a:cxn>
                    <a:cxn ang="0">
                      <a:pos x="connsiteX5936" y="connsiteY5936"/>
                    </a:cxn>
                    <a:cxn ang="0">
                      <a:pos x="connsiteX5937" y="connsiteY5937"/>
                    </a:cxn>
                    <a:cxn ang="0">
                      <a:pos x="connsiteX5938" y="connsiteY5938"/>
                    </a:cxn>
                    <a:cxn ang="0">
                      <a:pos x="connsiteX5939" y="connsiteY5939"/>
                    </a:cxn>
                    <a:cxn ang="0">
                      <a:pos x="connsiteX5940" y="connsiteY5940"/>
                    </a:cxn>
                    <a:cxn ang="0">
                      <a:pos x="connsiteX5941" y="connsiteY5941"/>
                    </a:cxn>
                    <a:cxn ang="0">
                      <a:pos x="connsiteX5942" y="connsiteY5942"/>
                    </a:cxn>
                    <a:cxn ang="0">
                      <a:pos x="connsiteX5943" y="connsiteY5943"/>
                    </a:cxn>
                    <a:cxn ang="0">
                      <a:pos x="connsiteX5944" y="connsiteY5944"/>
                    </a:cxn>
                    <a:cxn ang="0">
                      <a:pos x="connsiteX5945" y="connsiteY5945"/>
                    </a:cxn>
                    <a:cxn ang="0">
                      <a:pos x="connsiteX5946" y="connsiteY5946"/>
                    </a:cxn>
                    <a:cxn ang="0">
                      <a:pos x="connsiteX5947" y="connsiteY5947"/>
                    </a:cxn>
                    <a:cxn ang="0">
                      <a:pos x="connsiteX5948" y="connsiteY5948"/>
                    </a:cxn>
                    <a:cxn ang="0">
                      <a:pos x="connsiteX5949" y="connsiteY5949"/>
                    </a:cxn>
                    <a:cxn ang="0">
                      <a:pos x="connsiteX5950" y="connsiteY5950"/>
                    </a:cxn>
                    <a:cxn ang="0">
                      <a:pos x="connsiteX5951" y="connsiteY5951"/>
                    </a:cxn>
                    <a:cxn ang="0">
                      <a:pos x="connsiteX5952" y="connsiteY5952"/>
                    </a:cxn>
                    <a:cxn ang="0">
                      <a:pos x="connsiteX5953" y="connsiteY5953"/>
                    </a:cxn>
                    <a:cxn ang="0">
                      <a:pos x="connsiteX5954" y="connsiteY5954"/>
                    </a:cxn>
                    <a:cxn ang="0">
                      <a:pos x="connsiteX5955" y="connsiteY5955"/>
                    </a:cxn>
                    <a:cxn ang="0">
                      <a:pos x="connsiteX5956" y="connsiteY5956"/>
                    </a:cxn>
                    <a:cxn ang="0">
                      <a:pos x="connsiteX5957" y="connsiteY5957"/>
                    </a:cxn>
                    <a:cxn ang="0">
                      <a:pos x="connsiteX5958" y="connsiteY5958"/>
                    </a:cxn>
                    <a:cxn ang="0">
                      <a:pos x="connsiteX5959" y="connsiteY5959"/>
                    </a:cxn>
                    <a:cxn ang="0">
                      <a:pos x="connsiteX5960" y="connsiteY5960"/>
                    </a:cxn>
                    <a:cxn ang="0">
                      <a:pos x="connsiteX5961" y="connsiteY5961"/>
                    </a:cxn>
                    <a:cxn ang="0">
                      <a:pos x="connsiteX5962" y="connsiteY5962"/>
                    </a:cxn>
                    <a:cxn ang="0">
                      <a:pos x="connsiteX5963" y="connsiteY5963"/>
                    </a:cxn>
                    <a:cxn ang="0">
                      <a:pos x="connsiteX5964" y="connsiteY5964"/>
                    </a:cxn>
                    <a:cxn ang="0">
                      <a:pos x="connsiteX5965" y="connsiteY5965"/>
                    </a:cxn>
                    <a:cxn ang="0">
                      <a:pos x="connsiteX5966" y="connsiteY5966"/>
                    </a:cxn>
                    <a:cxn ang="0">
                      <a:pos x="connsiteX5967" y="connsiteY5967"/>
                    </a:cxn>
                    <a:cxn ang="0">
                      <a:pos x="connsiteX5968" y="connsiteY5968"/>
                    </a:cxn>
                    <a:cxn ang="0">
                      <a:pos x="connsiteX5969" y="connsiteY5969"/>
                    </a:cxn>
                    <a:cxn ang="0">
                      <a:pos x="connsiteX5970" y="connsiteY5970"/>
                    </a:cxn>
                    <a:cxn ang="0">
                      <a:pos x="connsiteX5971" y="connsiteY5971"/>
                    </a:cxn>
                    <a:cxn ang="0">
                      <a:pos x="connsiteX5972" y="connsiteY5972"/>
                    </a:cxn>
                    <a:cxn ang="0">
                      <a:pos x="connsiteX5973" y="connsiteY5973"/>
                    </a:cxn>
                    <a:cxn ang="0">
                      <a:pos x="connsiteX5974" y="connsiteY5974"/>
                    </a:cxn>
                    <a:cxn ang="0">
                      <a:pos x="connsiteX5975" y="connsiteY5975"/>
                    </a:cxn>
                    <a:cxn ang="0">
                      <a:pos x="connsiteX5976" y="connsiteY5976"/>
                    </a:cxn>
                    <a:cxn ang="0">
                      <a:pos x="connsiteX5977" y="connsiteY5977"/>
                    </a:cxn>
                    <a:cxn ang="0">
                      <a:pos x="connsiteX5978" y="connsiteY5978"/>
                    </a:cxn>
                    <a:cxn ang="0">
                      <a:pos x="connsiteX5979" y="connsiteY5979"/>
                    </a:cxn>
                    <a:cxn ang="0">
                      <a:pos x="connsiteX5980" y="connsiteY5980"/>
                    </a:cxn>
                    <a:cxn ang="0">
                      <a:pos x="connsiteX5981" y="connsiteY5981"/>
                    </a:cxn>
                    <a:cxn ang="0">
                      <a:pos x="connsiteX5982" y="connsiteY5982"/>
                    </a:cxn>
                    <a:cxn ang="0">
                      <a:pos x="connsiteX5983" y="connsiteY5983"/>
                    </a:cxn>
                    <a:cxn ang="0">
                      <a:pos x="connsiteX5984" y="connsiteY5984"/>
                    </a:cxn>
                    <a:cxn ang="0">
                      <a:pos x="connsiteX5985" y="connsiteY5985"/>
                    </a:cxn>
                    <a:cxn ang="0">
                      <a:pos x="connsiteX5986" y="connsiteY5986"/>
                    </a:cxn>
                    <a:cxn ang="0">
                      <a:pos x="connsiteX5987" y="connsiteY5987"/>
                    </a:cxn>
                    <a:cxn ang="0">
                      <a:pos x="connsiteX5988" y="connsiteY5988"/>
                    </a:cxn>
                    <a:cxn ang="0">
                      <a:pos x="connsiteX5989" y="connsiteY5989"/>
                    </a:cxn>
                    <a:cxn ang="0">
                      <a:pos x="connsiteX5990" y="connsiteY5990"/>
                    </a:cxn>
                    <a:cxn ang="0">
                      <a:pos x="connsiteX5991" y="connsiteY5991"/>
                    </a:cxn>
                    <a:cxn ang="0">
                      <a:pos x="connsiteX5992" y="connsiteY5992"/>
                    </a:cxn>
                    <a:cxn ang="0">
                      <a:pos x="connsiteX5993" y="connsiteY5993"/>
                    </a:cxn>
                    <a:cxn ang="0">
                      <a:pos x="connsiteX5994" y="connsiteY5994"/>
                    </a:cxn>
                    <a:cxn ang="0">
                      <a:pos x="connsiteX5995" y="connsiteY5995"/>
                    </a:cxn>
                    <a:cxn ang="0">
                      <a:pos x="connsiteX5996" y="connsiteY5996"/>
                    </a:cxn>
                    <a:cxn ang="0">
                      <a:pos x="connsiteX5997" y="connsiteY5997"/>
                    </a:cxn>
                    <a:cxn ang="0">
                      <a:pos x="connsiteX5998" y="connsiteY5998"/>
                    </a:cxn>
                    <a:cxn ang="0">
                      <a:pos x="connsiteX5999" y="connsiteY5999"/>
                    </a:cxn>
                    <a:cxn ang="0">
                      <a:pos x="connsiteX6000" y="connsiteY6000"/>
                    </a:cxn>
                    <a:cxn ang="0">
                      <a:pos x="connsiteX6001" y="connsiteY6001"/>
                    </a:cxn>
                    <a:cxn ang="0">
                      <a:pos x="connsiteX6002" y="connsiteY6002"/>
                    </a:cxn>
                    <a:cxn ang="0">
                      <a:pos x="connsiteX6003" y="connsiteY6003"/>
                    </a:cxn>
                    <a:cxn ang="0">
                      <a:pos x="connsiteX6004" y="connsiteY6004"/>
                    </a:cxn>
                    <a:cxn ang="0">
                      <a:pos x="connsiteX6005" y="connsiteY6005"/>
                    </a:cxn>
                    <a:cxn ang="0">
                      <a:pos x="connsiteX6006" y="connsiteY6006"/>
                    </a:cxn>
                    <a:cxn ang="0">
                      <a:pos x="connsiteX6007" y="connsiteY6007"/>
                    </a:cxn>
                    <a:cxn ang="0">
                      <a:pos x="connsiteX6008" y="connsiteY6008"/>
                    </a:cxn>
                    <a:cxn ang="0">
                      <a:pos x="connsiteX6009" y="connsiteY6009"/>
                    </a:cxn>
                    <a:cxn ang="0">
                      <a:pos x="connsiteX6010" y="connsiteY6010"/>
                    </a:cxn>
                    <a:cxn ang="0">
                      <a:pos x="connsiteX6011" y="connsiteY6011"/>
                    </a:cxn>
                    <a:cxn ang="0">
                      <a:pos x="connsiteX6012" y="connsiteY6012"/>
                    </a:cxn>
                    <a:cxn ang="0">
                      <a:pos x="connsiteX6013" y="connsiteY6013"/>
                    </a:cxn>
                    <a:cxn ang="0">
                      <a:pos x="connsiteX6014" y="connsiteY6014"/>
                    </a:cxn>
                    <a:cxn ang="0">
                      <a:pos x="connsiteX6015" y="connsiteY6015"/>
                    </a:cxn>
                    <a:cxn ang="0">
                      <a:pos x="connsiteX6016" y="connsiteY6016"/>
                    </a:cxn>
                    <a:cxn ang="0">
                      <a:pos x="connsiteX6017" y="connsiteY6017"/>
                    </a:cxn>
                    <a:cxn ang="0">
                      <a:pos x="connsiteX6018" y="connsiteY6018"/>
                    </a:cxn>
                    <a:cxn ang="0">
                      <a:pos x="connsiteX6019" y="connsiteY6019"/>
                    </a:cxn>
                    <a:cxn ang="0">
                      <a:pos x="connsiteX6020" y="connsiteY6020"/>
                    </a:cxn>
                    <a:cxn ang="0">
                      <a:pos x="connsiteX6021" y="connsiteY6021"/>
                    </a:cxn>
                    <a:cxn ang="0">
                      <a:pos x="connsiteX6022" y="connsiteY6022"/>
                    </a:cxn>
                    <a:cxn ang="0">
                      <a:pos x="connsiteX6023" y="connsiteY6023"/>
                    </a:cxn>
                    <a:cxn ang="0">
                      <a:pos x="connsiteX6024" y="connsiteY6024"/>
                    </a:cxn>
                    <a:cxn ang="0">
                      <a:pos x="connsiteX6025" y="connsiteY6025"/>
                    </a:cxn>
                    <a:cxn ang="0">
                      <a:pos x="connsiteX6026" y="connsiteY6026"/>
                    </a:cxn>
                    <a:cxn ang="0">
                      <a:pos x="connsiteX6027" y="connsiteY6027"/>
                    </a:cxn>
                    <a:cxn ang="0">
                      <a:pos x="connsiteX6028" y="connsiteY6028"/>
                    </a:cxn>
                    <a:cxn ang="0">
                      <a:pos x="connsiteX6029" y="connsiteY6029"/>
                    </a:cxn>
                    <a:cxn ang="0">
                      <a:pos x="connsiteX6030" y="connsiteY6030"/>
                    </a:cxn>
                    <a:cxn ang="0">
                      <a:pos x="connsiteX6031" y="connsiteY6031"/>
                    </a:cxn>
                    <a:cxn ang="0">
                      <a:pos x="connsiteX6032" y="connsiteY6032"/>
                    </a:cxn>
                    <a:cxn ang="0">
                      <a:pos x="connsiteX6033" y="connsiteY6033"/>
                    </a:cxn>
                    <a:cxn ang="0">
                      <a:pos x="connsiteX6034" y="connsiteY6034"/>
                    </a:cxn>
                    <a:cxn ang="0">
                      <a:pos x="connsiteX6035" y="connsiteY6035"/>
                    </a:cxn>
                    <a:cxn ang="0">
                      <a:pos x="connsiteX6036" y="connsiteY6036"/>
                    </a:cxn>
                    <a:cxn ang="0">
                      <a:pos x="connsiteX6037" y="connsiteY6037"/>
                    </a:cxn>
                    <a:cxn ang="0">
                      <a:pos x="connsiteX6038" y="connsiteY6038"/>
                    </a:cxn>
                    <a:cxn ang="0">
                      <a:pos x="connsiteX6039" y="connsiteY6039"/>
                    </a:cxn>
                    <a:cxn ang="0">
                      <a:pos x="connsiteX6040" y="connsiteY6040"/>
                    </a:cxn>
                    <a:cxn ang="0">
                      <a:pos x="connsiteX6041" y="connsiteY6041"/>
                    </a:cxn>
                    <a:cxn ang="0">
                      <a:pos x="connsiteX6042" y="connsiteY6042"/>
                    </a:cxn>
                    <a:cxn ang="0">
                      <a:pos x="connsiteX6043" y="connsiteY6043"/>
                    </a:cxn>
                    <a:cxn ang="0">
                      <a:pos x="connsiteX6044" y="connsiteY6044"/>
                    </a:cxn>
                    <a:cxn ang="0">
                      <a:pos x="connsiteX6045" y="connsiteY6045"/>
                    </a:cxn>
                    <a:cxn ang="0">
                      <a:pos x="connsiteX6046" y="connsiteY6046"/>
                    </a:cxn>
                    <a:cxn ang="0">
                      <a:pos x="connsiteX6047" y="connsiteY6047"/>
                    </a:cxn>
                    <a:cxn ang="0">
                      <a:pos x="connsiteX6048" y="connsiteY6048"/>
                    </a:cxn>
                    <a:cxn ang="0">
                      <a:pos x="connsiteX6049" y="connsiteY6049"/>
                    </a:cxn>
                    <a:cxn ang="0">
                      <a:pos x="connsiteX6050" y="connsiteY6050"/>
                    </a:cxn>
                    <a:cxn ang="0">
                      <a:pos x="connsiteX6051" y="connsiteY6051"/>
                    </a:cxn>
                    <a:cxn ang="0">
                      <a:pos x="connsiteX6052" y="connsiteY6052"/>
                    </a:cxn>
                    <a:cxn ang="0">
                      <a:pos x="connsiteX6053" y="connsiteY6053"/>
                    </a:cxn>
                    <a:cxn ang="0">
                      <a:pos x="connsiteX6054" y="connsiteY6054"/>
                    </a:cxn>
                    <a:cxn ang="0">
                      <a:pos x="connsiteX6055" y="connsiteY6055"/>
                    </a:cxn>
                    <a:cxn ang="0">
                      <a:pos x="connsiteX6056" y="connsiteY6056"/>
                    </a:cxn>
                    <a:cxn ang="0">
                      <a:pos x="connsiteX6057" y="connsiteY6057"/>
                    </a:cxn>
                    <a:cxn ang="0">
                      <a:pos x="connsiteX6058" y="connsiteY6058"/>
                    </a:cxn>
                    <a:cxn ang="0">
                      <a:pos x="connsiteX6059" y="connsiteY6059"/>
                    </a:cxn>
                    <a:cxn ang="0">
                      <a:pos x="connsiteX6060" y="connsiteY6060"/>
                    </a:cxn>
                    <a:cxn ang="0">
                      <a:pos x="connsiteX6061" y="connsiteY6061"/>
                    </a:cxn>
                    <a:cxn ang="0">
                      <a:pos x="connsiteX6062" y="connsiteY6062"/>
                    </a:cxn>
                    <a:cxn ang="0">
                      <a:pos x="connsiteX6063" y="connsiteY6063"/>
                    </a:cxn>
                    <a:cxn ang="0">
                      <a:pos x="connsiteX6064" y="connsiteY6064"/>
                    </a:cxn>
                    <a:cxn ang="0">
                      <a:pos x="connsiteX6065" y="connsiteY6065"/>
                    </a:cxn>
                    <a:cxn ang="0">
                      <a:pos x="connsiteX6066" y="connsiteY6066"/>
                    </a:cxn>
                    <a:cxn ang="0">
                      <a:pos x="connsiteX6067" y="connsiteY6067"/>
                    </a:cxn>
                    <a:cxn ang="0">
                      <a:pos x="connsiteX6068" y="connsiteY6068"/>
                    </a:cxn>
                    <a:cxn ang="0">
                      <a:pos x="connsiteX6069" y="connsiteY6069"/>
                    </a:cxn>
                    <a:cxn ang="0">
                      <a:pos x="connsiteX6070" y="connsiteY6070"/>
                    </a:cxn>
                    <a:cxn ang="0">
                      <a:pos x="connsiteX6071" y="connsiteY6071"/>
                    </a:cxn>
                    <a:cxn ang="0">
                      <a:pos x="connsiteX6072" y="connsiteY6072"/>
                    </a:cxn>
                    <a:cxn ang="0">
                      <a:pos x="connsiteX6073" y="connsiteY6073"/>
                    </a:cxn>
                    <a:cxn ang="0">
                      <a:pos x="connsiteX6074" y="connsiteY6074"/>
                    </a:cxn>
                    <a:cxn ang="0">
                      <a:pos x="connsiteX6075" y="connsiteY6075"/>
                    </a:cxn>
                    <a:cxn ang="0">
                      <a:pos x="connsiteX6076" y="connsiteY6076"/>
                    </a:cxn>
                    <a:cxn ang="0">
                      <a:pos x="connsiteX6077" y="connsiteY6077"/>
                    </a:cxn>
                    <a:cxn ang="0">
                      <a:pos x="connsiteX6078" y="connsiteY6078"/>
                    </a:cxn>
                    <a:cxn ang="0">
                      <a:pos x="connsiteX6079" y="connsiteY6079"/>
                    </a:cxn>
                    <a:cxn ang="0">
                      <a:pos x="connsiteX6080" y="connsiteY6080"/>
                    </a:cxn>
                    <a:cxn ang="0">
                      <a:pos x="connsiteX6081" y="connsiteY6081"/>
                    </a:cxn>
                    <a:cxn ang="0">
                      <a:pos x="connsiteX6082" y="connsiteY6082"/>
                    </a:cxn>
                    <a:cxn ang="0">
                      <a:pos x="connsiteX6083" y="connsiteY6083"/>
                    </a:cxn>
                    <a:cxn ang="0">
                      <a:pos x="connsiteX6084" y="connsiteY6084"/>
                    </a:cxn>
                    <a:cxn ang="0">
                      <a:pos x="connsiteX6085" y="connsiteY6085"/>
                    </a:cxn>
                    <a:cxn ang="0">
                      <a:pos x="connsiteX6086" y="connsiteY6086"/>
                    </a:cxn>
                    <a:cxn ang="0">
                      <a:pos x="connsiteX6087" y="connsiteY6087"/>
                    </a:cxn>
                    <a:cxn ang="0">
                      <a:pos x="connsiteX6088" y="connsiteY6088"/>
                    </a:cxn>
                    <a:cxn ang="0">
                      <a:pos x="connsiteX6089" y="connsiteY6089"/>
                    </a:cxn>
                    <a:cxn ang="0">
                      <a:pos x="connsiteX6090" y="connsiteY6090"/>
                    </a:cxn>
                    <a:cxn ang="0">
                      <a:pos x="connsiteX6091" y="connsiteY6091"/>
                    </a:cxn>
                    <a:cxn ang="0">
                      <a:pos x="connsiteX6092" y="connsiteY6092"/>
                    </a:cxn>
                    <a:cxn ang="0">
                      <a:pos x="connsiteX6093" y="connsiteY6093"/>
                    </a:cxn>
                    <a:cxn ang="0">
                      <a:pos x="connsiteX6094" y="connsiteY6094"/>
                    </a:cxn>
                    <a:cxn ang="0">
                      <a:pos x="connsiteX6095" y="connsiteY6095"/>
                    </a:cxn>
                    <a:cxn ang="0">
                      <a:pos x="connsiteX6096" y="connsiteY6096"/>
                    </a:cxn>
                    <a:cxn ang="0">
                      <a:pos x="connsiteX6097" y="connsiteY6097"/>
                    </a:cxn>
                    <a:cxn ang="0">
                      <a:pos x="connsiteX6098" y="connsiteY6098"/>
                    </a:cxn>
                    <a:cxn ang="0">
                      <a:pos x="connsiteX6099" y="connsiteY6099"/>
                    </a:cxn>
                    <a:cxn ang="0">
                      <a:pos x="connsiteX6100" y="connsiteY6100"/>
                    </a:cxn>
                    <a:cxn ang="0">
                      <a:pos x="connsiteX6101" y="connsiteY6101"/>
                    </a:cxn>
                    <a:cxn ang="0">
                      <a:pos x="connsiteX6102" y="connsiteY6102"/>
                    </a:cxn>
                    <a:cxn ang="0">
                      <a:pos x="connsiteX6103" y="connsiteY6103"/>
                    </a:cxn>
                    <a:cxn ang="0">
                      <a:pos x="connsiteX6104" y="connsiteY6104"/>
                    </a:cxn>
                    <a:cxn ang="0">
                      <a:pos x="connsiteX6105" y="connsiteY6105"/>
                    </a:cxn>
                    <a:cxn ang="0">
                      <a:pos x="connsiteX6106" y="connsiteY6106"/>
                    </a:cxn>
                    <a:cxn ang="0">
                      <a:pos x="connsiteX6107" y="connsiteY6107"/>
                    </a:cxn>
                    <a:cxn ang="0">
                      <a:pos x="connsiteX6108" y="connsiteY6108"/>
                    </a:cxn>
                    <a:cxn ang="0">
                      <a:pos x="connsiteX6109" y="connsiteY6109"/>
                    </a:cxn>
                    <a:cxn ang="0">
                      <a:pos x="connsiteX6110" y="connsiteY6110"/>
                    </a:cxn>
                    <a:cxn ang="0">
                      <a:pos x="connsiteX6111" y="connsiteY6111"/>
                    </a:cxn>
                    <a:cxn ang="0">
                      <a:pos x="connsiteX6112" y="connsiteY6112"/>
                    </a:cxn>
                    <a:cxn ang="0">
                      <a:pos x="connsiteX6113" y="connsiteY6113"/>
                    </a:cxn>
                    <a:cxn ang="0">
                      <a:pos x="connsiteX6114" y="connsiteY6114"/>
                    </a:cxn>
                    <a:cxn ang="0">
                      <a:pos x="connsiteX6115" y="connsiteY6115"/>
                    </a:cxn>
                    <a:cxn ang="0">
                      <a:pos x="connsiteX6116" y="connsiteY6116"/>
                    </a:cxn>
                    <a:cxn ang="0">
                      <a:pos x="connsiteX6117" y="connsiteY6117"/>
                    </a:cxn>
                    <a:cxn ang="0">
                      <a:pos x="connsiteX6118" y="connsiteY6118"/>
                    </a:cxn>
                    <a:cxn ang="0">
                      <a:pos x="connsiteX6119" y="connsiteY6119"/>
                    </a:cxn>
                    <a:cxn ang="0">
                      <a:pos x="connsiteX6120" y="connsiteY6120"/>
                    </a:cxn>
                    <a:cxn ang="0">
                      <a:pos x="connsiteX6121" y="connsiteY6121"/>
                    </a:cxn>
                    <a:cxn ang="0">
                      <a:pos x="connsiteX6122" y="connsiteY6122"/>
                    </a:cxn>
                    <a:cxn ang="0">
                      <a:pos x="connsiteX6123" y="connsiteY6123"/>
                    </a:cxn>
                    <a:cxn ang="0">
                      <a:pos x="connsiteX6124" y="connsiteY6124"/>
                    </a:cxn>
                    <a:cxn ang="0">
                      <a:pos x="connsiteX6125" y="connsiteY6125"/>
                    </a:cxn>
                    <a:cxn ang="0">
                      <a:pos x="connsiteX6126" y="connsiteY6126"/>
                    </a:cxn>
                    <a:cxn ang="0">
                      <a:pos x="connsiteX6127" y="connsiteY6127"/>
                    </a:cxn>
                    <a:cxn ang="0">
                      <a:pos x="connsiteX6128" y="connsiteY6128"/>
                    </a:cxn>
                    <a:cxn ang="0">
                      <a:pos x="connsiteX6129" y="connsiteY6129"/>
                    </a:cxn>
                    <a:cxn ang="0">
                      <a:pos x="connsiteX6130" y="connsiteY6130"/>
                    </a:cxn>
                    <a:cxn ang="0">
                      <a:pos x="connsiteX6131" y="connsiteY6131"/>
                    </a:cxn>
                    <a:cxn ang="0">
                      <a:pos x="connsiteX6132" y="connsiteY6132"/>
                    </a:cxn>
                    <a:cxn ang="0">
                      <a:pos x="connsiteX6133" y="connsiteY6133"/>
                    </a:cxn>
                    <a:cxn ang="0">
                      <a:pos x="connsiteX6134" y="connsiteY6134"/>
                    </a:cxn>
                    <a:cxn ang="0">
                      <a:pos x="connsiteX6135" y="connsiteY6135"/>
                    </a:cxn>
                    <a:cxn ang="0">
                      <a:pos x="connsiteX6136" y="connsiteY6136"/>
                    </a:cxn>
                    <a:cxn ang="0">
                      <a:pos x="connsiteX6137" y="connsiteY6137"/>
                    </a:cxn>
                    <a:cxn ang="0">
                      <a:pos x="connsiteX6138" y="connsiteY6138"/>
                    </a:cxn>
                    <a:cxn ang="0">
                      <a:pos x="connsiteX6139" y="connsiteY6139"/>
                    </a:cxn>
                    <a:cxn ang="0">
                      <a:pos x="connsiteX6140" y="connsiteY6140"/>
                    </a:cxn>
                    <a:cxn ang="0">
                      <a:pos x="connsiteX6141" y="connsiteY6141"/>
                    </a:cxn>
                    <a:cxn ang="0">
                      <a:pos x="connsiteX6142" y="connsiteY6142"/>
                    </a:cxn>
                    <a:cxn ang="0">
                      <a:pos x="connsiteX6143" y="connsiteY6143"/>
                    </a:cxn>
                    <a:cxn ang="0">
                      <a:pos x="connsiteX6144" y="connsiteY6144"/>
                    </a:cxn>
                    <a:cxn ang="0">
                      <a:pos x="connsiteX6145" y="connsiteY6145"/>
                    </a:cxn>
                    <a:cxn ang="0">
                      <a:pos x="connsiteX6146" y="connsiteY6146"/>
                    </a:cxn>
                    <a:cxn ang="0">
                      <a:pos x="connsiteX6147" y="connsiteY6147"/>
                    </a:cxn>
                    <a:cxn ang="0">
                      <a:pos x="connsiteX6148" y="connsiteY6148"/>
                    </a:cxn>
                    <a:cxn ang="0">
                      <a:pos x="connsiteX6149" y="connsiteY6149"/>
                    </a:cxn>
                    <a:cxn ang="0">
                      <a:pos x="connsiteX6150" y="connsiteY6150"/>
                    </a:cxn>
                    <a:cxn ang="0">
                      <a:pos x="connsiteX6151" y="connsiteY6151"/>
                    </a:cxn>
                    <a:cxn ang="0">
                      <a:pos x="connsiteX6152" y="connsiteY6152"/>
                    </a:cxn>
                    <a:cxn ang="0">
                      <a:pos x="connsiteX6153" y="connsiteY6153"/>
                    </a:cxn>
                    <a:cxn ang="0">
                      <a:pos x="connsiteX6154" y="connsiteY6154"/>
                    </a:cxn>
                    <a:cxn ang="0">
                      <a:pos x="connsiteX6155" y="connsiteY6155"/>
                    </a:cxn>
                    <a:cxn ang="0">
                      <a:pos x="connsiteX6156" y="connsiteY6156"/>
                    </a:cxn>
                    <a:cxn ang="0">
                      <a:pos x="connsiteX6157" y="connsiteY6157"/>
                    </a:cxn>
                    <a:cxn ang="0">
                      <a:pos x="connsiteX6158" y="connsiteY6158"/>
                    </a:cxn>
                    <a:cxn ang="0">
                      <a:pos x="connsiteX6159" y="connsiteY6159"/>
                    </a:cxn>
                    <a:cxn ang="0">
                      <a:pos x="connsiteX6160" y="connsiteY6160"/>
                    </a:cxn>
                    <a:cxn ang="0">
                      <a:pos x="connsiteX6161" y="connsiteY6161"/>
                    </a:cxn>
                    <a:cxn ang="0">
                      <a:pos x="connsiteX6162" y="connsiteY6162"/>
                    </a:cxn>
                    <a:cxn ang="0">
                      <a:pos x="connsiteX6163" y="connsiteY6163"/>
                    </a:cxn>
                    <a:cxn ang="0">
                      <a:pos x="connsiteX6164" y="connsiteY6164"/>
                    </a:cxn>
                    <a:cxn ang="0">
                      <a:pos x="connsiteX6165" y="connsiteY6165"/>
                    </a:cxn>
                    <a:cxn ang="0">
                      <a:pos x="connsiteX6166" y="connsiteY6166"/>
                    </a:cxn>
                    <a:cxn ang="0">
                      <a:pos x="connsiteX6167" y="connsiteY6167"/>
                    </a:cxn>
                    <a:cxn ang="0">
                      <a:pos x="connsiteX6168" y="connsiteY6168"/>
                    </a:cxn>
                    <a:cxn ang="0">
                      <a:pos x="connsiteX6169" y="connsiteY6169"/>
                    </a:cxn>
                    <a:cxn ang="0">
                      <a:pos x="connsiteX6170" y="connsiteY6170"/>
                    </a:cxn>
                    <a:cxn ang="0">
                      <a:pos x="connsiteX6171" y="connsiteY6171"/>
                    </a:cxn>
                    <a:cxn ang="0">
                      <a:pos x="connsiteX6172" y="connsiteY6172"/>
                    </a:cxn>
                    <a:cxn ang="0">
                      <a:pos x="connsiteX6173" y="connsiteY6173"/>
                    </a:cxn>
                    <a:cxn ang="0">
                      <a:pos x="connsiteX6174" y="connsiteY6174"/>
                    </a:cxn>
                    <a:cxn ang="0">
                      <a:pos x="connsiteX6175" y="connsiteY6175"/>
                    </a:cxn>
                    <a:cxn ang="0">
                      <a:pos x="connsiteX6176" y="connsiteY6176"/>
                    </a:cxn>
                    <a:cxn ang="0">
                      <a:pos x="connsiteX6177" y="connsiteY6177"/>
                    </a:cxn>
                    <a:cxn ang="0">
                      <a:pos x="connsiteX6178" y="connsiteY6178"/>
                    </a:cxn>
                    <a:cxn ang="0">
                      <a:pos x="connsiteX6179" y="connsiteY6179"/>
                    </a:cxn>
                    <a:cxn ang="0">
                      <a:pos x="connsiteX6180" y="connsiteY6180"/>
                    </a:cxn>
                    <a:cxn ang="0">
                      <a:pos x="connsiteX6181" y="connsiteY6181"/>
                    </a:cxn>
                    <a:cxn ang="0">
                      <a:pos x="connsiteX6182" y="connsiteY6182"/>
                    </a:cxn>
                    <a:cxn ang="0">
                      <a:pos x="connsiteX6183" y="connsiteY6183"/>
                    </a:cxn>
                    <a:cxn ang="0">
                      <a:pos x="connsiteX6184" y="connsiteY6184"/>
                    </a:cxn>
                    <a:cxn ang="0">
                      <a:pos x="connsiteX6185" y="connsiteY6185"/>
                    </a:cxn>
                    <a:cxn ang="0">
                      <a:pos x="connsiteX6186" y="connsiteY6186"/>
                    </a:cxn>
                    <a:cxn ang="0">
                      <a:pos x="connsiteX6187" y="connsiteY6187"/>
                    </a:cxn>
                    <a:cxn ang="0">
                      <a:pos x="connsiteX6188" y="connsiteY6188"/>
                    </a:cxn>
                    <a:cxn ang="0">
                      <a:pos x="connsiteX6189" y="connsiteY6189"/>
                    </a:cxn>
                    <a:cxn ang="0">
                      <a:pos x="connsiteX6190" y="connsiteY6190"/>
                    </a:cxn>
                    <a:cxn ang="0">
                      <a:pos x="connsiteX6191" y="connsiteY6191"/>
                    </a:cxn>
                    <a:cxn ang="0">
                      <a:pos x="connsiteX6192" y="connsiteY6192"/>
                    </a:cxn>
                    <a:cxn ang="0">
                      <a:pos x="connsiteX6193" y="connsiteY6193"/>
                    </a:cxn>
                    <a:cxn ang="0">
                      <a:pos x="connsiteX6194" y="connsiteY6194"/>
                    </a:cxn>
                    <a:cxn ang="0">
                      <a:pos x="connsiteX6195" y="connsiteY6195"/>
                    </a:cxn>
                    <a:cxn ang="0">
                      <a:pos x="connsiteX6196" y="connsiteY6196"/>
                    </a:cxn>
                    <a:cxn ang="0">
                      <a:pos x="connsiteX6197" y="connsiteY6197"/>
                    </a:cxn>
                    <a:cxn ang="0">
                      <a:pos x="connsiteX6198" y="connsiteY6198"/>
                    </a:cxn>
                    <a:cxn ang="0">
                      <a:pos x="connsiteX6199" y="connsiteY6199"/>
                    </a:cxn>
                    <a:cxn ang="0">
                      <a:pos x="connsiteX6200" y="connsiteY6200"/>
                    </a:cxn>
                    <a:cxn ang="0">
                      <a:pos x="connsiteX6201" y="connsiteY6201"/>
                    </a:cxn>
                    <a:cxn ang="0">
                      <a:pos x="connsiteX6202" y="connsiteY6202"/>
                    </a:cxn>
                    <a:cxn ang="0">
                      <a:pos x="connsiteX6203" y="connsiteY6203"/>
                    </a:cxn>
                    <a:cxn ang="0">
                      <a:pos x="connsiteX6204" y="connsiteY6204"/>
                    </a:cxn>
                    <a:cxn ang="0">
                      <a:pos x="connsiteX6205" y="connsiteY6205"/>
                    </a:cxn>
                    <a:cxn ang="0">
                      <a:pos x="connsiteX6206" y="connsiteY6206"/>
                    </a:cxn>
                    <a:cxn ang="0">
                      <a:pos x="connsiteX6207" y="connsiteY6207"/>
                    </a:cxn>
                    <a:cxn ang="0">
                      <a:pos x="connsiteX6208" y="connsiteY6208"/>
                    </a:cxn>
                    <a:cxn ang="0">
                      <a:pos x="connsiteX6209" y="connsiteY6209"/>
                    </a:cxn>
                    <a:cxn ang="0">
                      <a:pos x="connsiteX6210" y="connsiteY6210"/>
                    </a:cxn>
                    <a:cxn ang="0">
                      <a:pos x="connsiteX6211" y="connsiteY6211"/>
                    </a:cxn>
                    <a:cxn ang="0">
                      <a:pos x="connsiteX6212" y="connsiteY6212"/>
                    </a:cxn>
                    <a:cxn ang="0">
                      <a:pos x="connsiteX6213" y="connsiteY6213"/>
                    </a:cxn>
                    <a:cxn ang="0">
                      <a:pos x="connsiteX6214" y="connsiteY6214"/>
                    </a:cxn>
                    <a:cxn ang="0">
                      <a:pos x="connsiteX6215" y="connsiteY6215"/>
                    </a:cxn>
                    <a:cxn ang="0">
                      <a:pos x="connsiteX6216" y="connsiteY6216"/>
                    </a:cxn>
                    <a:cxn ang="0">
                      <a:pos x="connsiteX6217" y="connsiteY6217"/>
                    </a:cxn>
                    <a:cxn ang="0">
                      <a:pos x="connsiteX6218" y="connsiteY6218"/>
                    </a:cxn>
                    <a:cxn ang="0">
                      <a:pos x="connsiteX6219" y="connsiteY6219"/>
                    </a:cxn>
                    <a:cxn ang="0">
                      <a:pos x="connsiteX6220" y="connsiteY6220"/>
                    </a:cxn>
                    <a:cxn ang="0">
                      <a:pos x="connsiteX6221" y="connsiteY6221"/>
                    </a:cxn>
                    <a:cxn ang="0">
                      <a:pos x="connsiteX6222" y="connsiteY6222"/>
                    </a:cxn>
                    <a:cxn ang="0">
                      <a:pos x="connsiteX6223" y="connsiteY6223"/>
                    </a:cxn>
                    <a:cxn ang="0">
                      <a:pos x="connsiteX6224" y="connsiteY6224"/>
                    </a:cxn>
                    <a:cxn ang="0">
                      <a:pos x="connsiteX6225" y="connsiteY6225"/>
                    </a:cxn>
                    <a:cxn ang="0">
                      <a:pos x="connsiteX6226" y="connsiteY6226"/>
                    </a:cxn>
                    <a:cxn ang="0">
                      <a:pos x="connsiteX6227" y="connsiteY6227"/>
                    </a:cxn>
                    <a:cxn ang="0">
                      <a:pos x="connsiteX6228" y="connsiteY6228"/>
                    </a:cxn>
                    <a:cxn ang="0">
                      <a:pos x="connsiteX6229" y="connsiteY6229"/>
                    </a:cxn>
                    <a:cxn ang="0">
                      <a:pos x="connsiteX6230" y="connsiteY6230"/>
                    </a:cxn>
                    <a:cxn ang="0">
                      <a:pos x="connsiteX6231" y="connsiteY6231"/>
                    </a:cxn>
                    <a:cxn ang="0">
                      <a:pos x="connsiteX6232" y="connsiteY6232"/>
                    </a:cxn>
                    <a:cxn ang="0">
                      <a:pos x="connsiteX6233" y="connsiteY6233"/>
                    </a:cxn>
                    <a:cxn ang="0">
                      <a:pos x="connsiteX6234" y="connsiteY6234"/>
                    </a:cxn>
                    <a:cxn ang="0">
                      <a:pos x="connsiteX6235" y="connsiteY6235"/>
                    </a:cxn>
                    <a:cxn ang="0">
                      <a:pos x="connsiteX6236" y="connsiteY6236"/>
                    </a:cxn>
                    <a:cxn ang="0">
                      <a:pos x="connsiteX6237" y="connsiteY6237"/>
                    </a:cxn>
                    <a:cxn ang="0">
                      <a:pos x="connsiteX6238" y="connsiteY6238"/>
                    </a:cxn>
                    <a:cxn ang="0">
                      <a:pos x="connsiteX6239" y="connsiteY6239"/>
                    </a:cxn>
                    <a:cxn ang="0">
                      <a:pos x="connsiteX6240" y="connsiteY6240"/>
                    </a:cxn>
                    <a:cxn ang="0">
                      <a:pos x="connsiteX6241" y="connsiteY6241"/>
                    </a:cxn>
                    <a:cxn ang="0">
                      <a:pos x="connsiteX6242" y="connsiteY6242"/>
                    </a:cxn>
                    <a:cxn ang="0">
                      <a:pos x="connsiteX6243" y="connsiteY6243"/>
                    </a:cxn>
                    <a:cxn ang="0">
                      <a:pos x="connsiteX6244" y="connsiteY6244"/>
                    </a:cxn>
                    <a:cxn ang="0">
                      <a:pos x="connsiteX6245" y="connsiteY6245"/>
                    </a:cxn>
                    <a:cxn ang="0">
                      <a:pos x="connsiteX6246" y="connsiteY6246"/>
                    </a:cxn>
                    <a:cxn ang="0">
                      <a:pos x="connsiteX6247" y="connsiteY6247"/>
                    </a:cxn>
                    <a:cxn ang="0">
                      <a:pos x="connsiteX6248" y="connsiteY6248"/>
                    </a:cxn>
                    <a:cxn ang="0">
                      <a:pos x="connsiteX6249" y="connsiteY6249"/>
                    </a:cxn>
                    <a:cxn ang="0">
                      <a:pos x="connsiteX6250" y="connsiteY6250"/>
                    </a:cxn>
                    <a:cxn ang="0">
                      <a:pos x="connsiteX6251" y="connsiteY6251"/>
                    </a:cxn>
                    <a:cxn ang="0">
                      <a:pos x="connsiteX6252" y="connsiteY6252"/>
                    </a:cxn>
                    <a:cxn ang="0">
                      <a:pos x="connsiteX6253" y="connsiteY6253"/>
                    </a:cxn>
                    <a:cxn ang="0">
                      <a:pos x="connsiteX6254" y="connsiteY6254"/>
                    </a:cxn>
                    <a:cxn ang="0">
                      <a:pos x="connsiteX6255" y="connsiteY6255"/>
                    </a:cxn>
                    <a:cxn ang="0">
                      <a:pos x="connsiteX6256" y="connsiteY6256"/>
                    </a:cxn>
                    <a:cxn ang="0">
                      <a:pos x="connsiteX6257" y="connsiteY6257"/>
                    </a:cxn>
                    <a:cxn ang="0">
                      <a:pos x="connsiteX6258" y="connsiteY6258"/>
                    </a:cxn>
                    <a:cxn ang="0">
                      <a:pos x="connsiteX6259" y="connsiteY6259"/>
                    </a:cxn>
                    <a:cxn ang="0">
                      <a:pos x="connsiteX6260" y="connsiteY6260"/>
                    </a:cxn>
                    <a:cxn ang="0">
                      <a:pos x="connsiteX6261" y="connsiteY6261"/>
                    </a:cxn>
                    <a:cxn ang="0">
                      <a:pos x="connsiteX6262" y="connsiteY6262"/>
                    </a:cxn>
                    <a:cxn ang="0">
                      <a:pos x="connsiteX6263" y="connsiteY6263"/>
                    </a:cxn>
                    <a:cxn ang="0">
                      <a:pos x="connsiteX6264" y="connsiteY6264"/>
                    </a:cxn>
                    <a:cxn ang="0">
                      <a:pos x="connsiteX6265" y="connsiteY6265"/>
                    </a:cxn>
                    <a:cxn ang="0">
                      <a:pos x="connsiteX6266" y="connsiteY6266"/>
                    </a:cxn>
                    <a:cxn ang="0">
                      <a:pos x="connsiteX6267" y="connsiteY6267"/>
                    </a:cxn>
                    <a:cxn ang="0">
                      <a:pos x="connsiteX6268" y="connsiteY6268"/>
                    </a:cxn>
                    <a:cxn ang="0">
                      <a:pos x="connsiteX6269" y="connsiteY6269"/>
                    </a:cxn>
                    <a:cxn ang="0">
                      <a:pos x="connsiteX6270" y="connsiteY6270"/>
                    </a:cxn>
                    <a:cxn ang="0">
                      <a:pos x="connsiteX6271" y="connsiteY6271"/>
                    </a:cxn>
                    <a:cxn ang="0">
                      <a:pos x="connsiteX6272" y="connsiteY6272"/>
                    </a:cxn>
                    <a:cxn ang="0">
                      <a:pos x="connsiteX6273" y="connsiteY6273"/>
                    </a:cxn>
                    <a:cxn ang="0">
                      <a:pos x="connsiteX6274" y="connsiteY6274"/>
                    </a:cxn>
                    <a:cxn ang="0">
                      <a:pos x="connsiteX6275" y="connsiteY6275"/>
                    </a:cxn>
                    <a:cxn ang="0">
                      <a:pos x="connsiteX6276" y="connsiteY6276"/>
                    </a:cxn>
                    <a:cxn ang="0">
                      <a:pos x="connsiteX6277" y="connsiteY6277"/>
                    </a:cxn>
                    <a:cxn ang="0">
                      <a:pos x="connsiteX6278" y="connsiteY6278"/>
                    </a:cxn>
                    <a:cxn ang="0">
                      <a:pos x="connsiteX6279" y="connsiteY6279"/>
                    </a:cxn>
                    <a:cxn ang="0">
                      <a:pos x="connsiteX6280" y="connsiteY6280"/>
                    </a:cxn>
                    <a:cxn ang="0">
                      <a:pos x="connsiteX6281" y="connsiteY6281"/>
                    </a:cxn>
                    <a:cxn ang="0">
                      <a:pos x="connsiteX6282" y="connsiteY6282"/>
                    </a:cxn>
                    <a:cxn ang="0">
                      <a:pos x="connsiteX6283" y="connsiteY6283"/>
                    </a:cxn>
                    <a:cxn ang="0">
                      <a:pos x="connsiteX6284" y="connsiteY6284"/>
                    </a:cxn>
                    <a:cxn ang="0">
                      <a:pos x="connsiteX6285" y="connsiteY6285"/>
                    </a:cxn>
                    <a:cxn ang="0">
                      <a:pos x="connsiteX6286" y="connsiteY6286"/>
                    </a:cxn>
                    <a:cxn ang="0">
                      <a:pos x="connsiteX6287" y="connsiteY6287"/>
                    </a:cxn>
                    <a:cxn ang="0">
                      <a:pos x="connsiteX6288" y="connsiteY6288"/>
                    </a:cxn>
                    <a:cxn ang="0">
                      <a:pos x="connsiteX6289" y="connsiteY6289"/>
                    </a:cxn>
                    <a:cxn ang="0">
                      <a:pos x="connsiteX6290" y="connsiteY6290"/>
                    </a:cxn>
                    <a:cxn ang="0">
                      <a:pos x="connsiteX6291" y="connsiteY6291"/>
                    </a:cxn>
                    <a:cxn ang="0">
                      <a:pos x="connsiteX6292" y="connsiteY6292"/>
                    </a:cxn>
                    <a:cxn ang="0">
                      <a:pos x="connsiteX6293" y="connsiteY6293"/>
                    </a:cxn>
                    <a:cxn ang="0">
                      <a:pos x="connsiteX6294" y="connsiteY6294"/>
                    </a:cxn>
                    <a:cxn ang="0">
                      <a:pos x="connsiteX6295" y="connsiteY6295"/>
                    </a:cxn>
                    <a:cxn ang="0">
                      <a:pos x="connsiteX6296" y="connsiteY6296"/>
                    </a:cxn>
                    <a:cxn ang="0">
                      <a:pos x="connsiteX6297" y="connsiteY6297"/>
                    </a:cxn>
                    <a:cxn ang="0">
                      <a:pos x="connsiteX6298" y="connsiteY6298"/>
                    </a:cxn>
                    <a:cxn ang="0">
                      <a:pos x="connsiteX6299" y="connsiteY6299"/>
                    </a:cxn>
                    <a:cxn ang="0">
                      <a:pos x="connsiteX6300" y="connsiteY6300"/>
                    </a:cxn>
                    <a:cxn ang="0">
                      <a:pos x="connsiteX6301" y="connsiteY6301"/>
                    </a:cxn>
                    <a:cxn ang="0">
                      <a:pos x="connsiteX6302" y="connsiteY6302"/>
                    </a:cxn>
                    <a:cxn ang="0">
                      <a:pos x="connsiteX6303" y="connsiteY6303"/>
                    </a:cxn>
                    <a:cxn ang="0">
                      <a:pos x="connsiteX6304" y="connsiteY6304"/>
                    </a:cxn>
                    <a:cxn ang="0">
                      <a:pos x="connsiteX6305" y="connsiteY6305"/>
                    </a:cxn>
                    <a:cxn ang="0">
                      <a:pos x="connsiteX6306" y="connsiteY6306"/>
                    </a:cxn>
                    <a:cxn ang="0">
                      <a:pos x="connsiteX6307" y="connsiteY6307"/>
                    </a:cxn>
                    <a:cxn ang="0">
                      <a:pos x="connsiteX6308" y="connsiteY6308"/>
                    </a:cxn>
                    <a:cxn ang="0">
                      <a:pos x="connsiteX6309" y="connsiteY6309"/>
                    </a:cxn>
                    <a:cxn ang="0">
                      <a:pos x="connsiteX6310" y="connsiteY6310"/>
                    </a:cxn>
                    <a:cxn ang="0">
                      <a:pos x="connsiteX6311" y="connsiteY6311"/>
                    </a:cxn>
                    <a:cxn ang="0">
                      <a:pos x="connsiteX6312" y="connsiteY6312"/>
                    </a:cxn>
                    <a:cxn ang="0">
                      <a:pos x="connsiteX6313" y="connsiteY6313"/>
                    </a:cxn>
                    <a:cxn ang="0">
                      <a:pos x="connsiteX6314" y="connsiteY6314"/>
                    </a:cxn>
                    <a:cxn ang="0">
                      <a:pos x="connsiteX6315" y="connsiteY6315"/>
                    </a:cxn>
                    <a:cxn ang="0">
                      <a:pos x="connsiteX6316" y="connsiteY6316"/>
                    </a:cxn>
                    <a:cxn ang="0">
                      <a:pos x="connsiteX6317" y="connsiteY6317"/>
                    </a:cxn>
                    <a:cxn ang="0">
                      <a:pos x="connsiteX6318" y="connsiteY6318"/>
                    </a:cxn>
                    <a:cxn ang="0">
                      <a:pos x="connsiteX6319" y="connsiteY6319"/>
                    </a:cxn>
                    <a:cxn ang="0">
                      <a:pos x="connsiteX6320" y="connsiteY6320"/>
                    </a:cxn>
                    <a:cxn ang="0">
                      <a:pos x="connsiteX6321" y="connsiteY6321"/>
                    </a:cxn>
                    <a:cxn ang="0">
                      <a:pos x="connsiteX6322" y="connsiteY6322"/>
                    </a:cxn>
                    <a:cxn ang="0">
                      <a:pos x="connsiteX6323" y="connsiteY6323"/>
                    </a:cxn>
                    <a:cxn ang="0">
                      <a:pos x="connsiteX6324" y="connsiteY6324"/>
                    </a:cxn>
                    <a:cxn ang="0">
                      <a:pos x="connsiteX6325" y="connsiteY6325"/>
                    </a:cxn>
                    <a:cxn ang="0">
                      <a:pos x="connsiteX6326" y="connsiteY6326"/>
                    </a:cxn>
                    <a:cxn ang="0">
                      <a:pos x="connsiteX6327" y="connsiteY6327"/>
                    </a:cxn>
                    <a:cxn ang="0">
                      <a:pos x="connsiteX6328" y="connsiteY6328"/>
                    </a:cxn>
                    <a:cxn ang="0">
                      <a:pos x="connsiteX6329" y="connsiteY6329"/>
                    </a:cxn>
                    <a:cxn ang="0">
                      <a:pos x="connsiteX6330" y="connsiteY6330"/>
                    </a:cxn>
                    <a:cxn ang="0">
                      <a:pos x="connsiteX6331" y="connsiteY6331"/>
                    </a:cxn>
                    <a:cxn ang="0">
                      <a:pos x="connsiteX6332" y="connsiteY6332"/>
                    </a:cxn>
                    <a:cxn ang="0">
                      <a:pos x="connsiteX6333" y="connsiteY6333"/>
                    </a:cxn>
                    <a:cxn ang="0">
                      <a:pos x="connsiteX6334" y="connsiteY6334"/>
                    </a:cxn>
                    <a:cxn ang="0">
                      <a:pos x="connsiteX6335" y="connsiteY6335"/>
                    </a:cxn>
                    <a:cxn ang="0">
                      <a:pos x="connsiteX6336" y="connsiteY6336"/>
                    </a:cxn>
                    <a:cxn ang="0">
                      <a:pos x="connsiteX6337" y="connsiteY6337"/>
                    </a:cxn>
                    <a:cxn ang="0">
                      <a:pos x="connsiteX6338" y="connsiteY6338"/>
                    </a:cxn>
                    <a:cxn ang="0">
                      <a:pos x="connsiteX6339" y="connsiteY6339"/>
                    </a:cxn>
                    <a:cxn ang="0">
                      <a:pos x="connsiteX6340" y="connsiteY6340"/>
                    </a:cxn>
                    <a:cxn ang="0">
                      <a:pos x="connsiteX6341" y="connsiteY6341"/>
                    </a:cxn>
                    <a:cxn ang="0">
                      <a:pos x="connsiteX6342" y="connsiteY6342"/>
                    </a:cxn>
                    <a:cxn ang="0">
                      <a:pos x="connsiteX6343" y="connsiteY6343"/>
                    </a:cxn>
                    <a:cxn ang="0">
                      <a:pos x="connsiteX6344" y="connsiteY6344"/>
                    </a:cxn>
                    <a:cxn ang="0">
                      <a:pos x="connsiteX6345" y="connsiteY6345"/>
                    </a:cxn>
                    <a:cxn ang="0">
                      <a:pos x="connsiteX6346" y="connsiteY6346"/>
                    </a:cxn>
                    <a:cxn ang="0">
                      <a:pos x="connsiteX6347" y="connsiteY6347"/>
                    </a:cxn>
                    <a:cxn ang="0">
                      <a:pos x="connsiteX6348" y="connsiteY6348"/>
                    </a:cxn>
                    <a:cxn ang="0">
                      <a:pos x="connsiteX6349" y="connsiteY6349"/>
                    </a:cxn>
                    <a:cxn ang="0">
                      <a:pos x="connsiteX6350" y="connsiteY6350"/>
                    </a:cxn>
                    <a:cxn ang="0">
                      <a:pos x="connsiteX6351" y="connsiteY6351"/>
                    </a:cxn>
                    <a:cxn ang="0">
                      <a:pos x="connsiteX6352" y="connsiteY6352"/>
                    </a:cxn>
                    <a:cxn ang="0">
                      <a:pos x="connsiteX6353" y="connsiteY6353"/>
                    </a:cxn>
                    <a:cxn ang="0">
                      <a:pos x="connsiteX6354" y="connsiteY6354"/>
                    </a:cxn>
                    <a:cxn ang="0">
                      <a:pos x="connsiteX6355" y="connsiteY6355"/>
                    </a:cxn>
                    <a:cxn ang="0">
                      <a:pos x="connsiteX6356" y="connsiteY6356"/>
                    </a:cxn>
                    <a:cxn ang="0">
                      <a:pos x="connsiteX6357" y="connsiteY6357"/>
                    </a:cxn>
                    <a:cxn ang="0">
                      <a:pos x="connsiteX6358" y="connsiteY6358"/>
                    </a:cxn>
                    <a:cxn ang="0">
                      <a:pos x="connsiteX6359" y="connsiteY6359"/>
                    </a:cxn>
                    <a:cxn ang="0">
                      <a:pos x="connsiteX6360" y="connsiteY6360"/>
                    </a:cxn>
                    <a:cxn ang="0">
                      <a:pos x="connsiteX6361" y="connsiteY6361"/>
                    </a:cxn>
                    <a:cxn ang="0">
                      <a:pos x="connsiteX6362" y="connsiteY6362"/>
                    </a:cxn>
                    <a:cxn ang="0">
                      <a:pos x="connsiteX6363" y="connsiteY6363"/>
                    </a:cxn>
                    <a:cxn ang="0">
                      <a:pos x="connsiteX6364" y="connsiteY6364"/>
                    </a:cxn>
                    <a:cxn ang="0">
                      <a:pos x="connsiteX6365" y="connsiteY6365"/>
                    </a:cxn>
                    <a:cxn ang="0">
                      <a:pos x="connsiteX6366" y="connsiteY6366"/>
                    </a:cxn>
                    <a:cxn ang="0">
                      <a:pos x="connsiteX6367" y="connsiteY6367"/>
                    </a:cxn>
                    <a:cxn ang="0">
                      <a:pos x="connsiteX6368" y="connsiteY6368"/>
                    </a:cxn>
                    <a:cxn ang="0">
                      <a:pos x="connsiteX6369" y="connsiteY6369"/>
                    </a:cxn>
                    <a:cxn ang="0">
                      <a:pos x="connsiteX6370" y="connsiteY6370"/>
                    </a:cxn>
                    <a:cxn ang="0">
                      <a:pos x="connsiteX6371" y="connsiteY6371"/>
                    </a:cxn>
                    <a:cxn ang="0">
                      <a:pos x="connsiteX6372" y="connsiteY6372"/>
                    </a:cxn>
                    <a:cxn ang="0">
                      <a:pos x="connsiteX6373" y="connsiteY6373"/>
                    </a:cxn>
                    <a:cxn ang="0">
                      <a:pos x="connsiteX6374" y="connsiteY6374"/>
                    </a:cxn>
                    <a:cxn ang="0">
                      <a:pos x="connsiteX6375" y="connsiteY6375"/>
                    </a:cxn>
                    <a:cxn ang="0">
                      <a:pos x="connsiteX6376" y="connsiteY6376"/>
                    </a:cxn>
                    <a:cxn ang="0">
                      <a:pos x="connsiteX6377" y="connsiteY6377"/>
                    </a:cxn>
                    <a:cxn ang="0">
                      <a:pos x="connsiteX6378" y="connsiteY6378"/>
                    </a:cxn>
                    <a:cxn ang="0">
                      <a:pos x="connsiteX6379" y="connsiteY6379"/>
                    </a:cxn>
                    <a:cxn ang="0">
                      <a:pos x="connsiteX6380" y="connsiteY6380"/>
                    </a:cxn>
                    <a:cxn ang="0">
                      <a:pos x="connsiteX6381" y="connsiteY6381"/>
                    </a:cxn>
                    <a:cxn ang="0">
                      <a:pos x="connsiteX6382" y="connsiteY6382"/>
                    </a:cxn>
                    <a:cxn ang="0">
                      <a:pos x="connsiteX6383" y="connsiteY6383"/>
                    </a:cxn>
                    <a:cxn ang="0">
                      <a:pos x="connsiteX6384" y="connsiteY6384"/>
                    </a:cxn>
                    <a:cxn ang="0">
                      <a:pos x="connsiteX6385" y="connsiteY6385"/>
                    </a:cxn>
                    <a:cxn ang="0">
                      <a:pos x="connsiteX6386" y="connsiteY6386"/>
                    </a:cxn>
                    <a:cxn ang="0">
                      <a:pos x="connsiteX6387" y="connsiteY6387"/>
                    </a:cxn>
                    <a:cxn ang="0">
                      <a:pos x="connsiteX6388" y="connsiteY6388"/>
                    </a:cxn>
                    <a:cxn ang="0">
                      <a:pos x="connsiteX6389" y="connsiteY6389"/>
                    </a:cxn>
                    <a:cxn ang="0">
                      <a:pos x="connsiteX6390" y="connsiteY6390"/>
                    </a:cxn>
                    <a:cxn ang="0">
                      <a:pos x="connsiteX6391" y="connsiteY6391"/>
                    </a:cxn>
                    <a:cxn ang="0">
                      <a:pos x="connsiteX6392" y="connsiteY6392"/>
                    </a:cxn>
                    <a:cxn ang="0">
                      <a:pos x="connsiteX6393" y="connsiteY6393"/>
                    </a:cxn>
                    <a:cxn ang="0">
                      <a:pos x="connsiteX6394" y="connsiteY6394"/>
                    </a:cxn>
                    <a:cxn ang="0">
                      <a:pos x="connsiteX6395" y="connsiteY6395"/>
                    </a:cxn>
                    <a:cxn ang="0">
                      <a:pos x="connsiteX6396" y="connsiteY6396"/>
                    </a:cxn>
                    <a:cxn ang="0">
                      <a:pos x="connsiteX6397" y="connsiteY6397"/>
                    </a:cxn>
                    <a:cxn ang="0">
                      <a:pos x="connsiteX6398" y="connsiteY6398"/>
                    </a:cxn>
                    <a:cxn ang="0">
                      <a:pos x="connsiteX6399" y="connsiteY6399"/>
                    </a:cxn>
                    <a:cxn ang="0">
                      <a:pos x="connsiteX6400" y="connsiteY6400"/>
                    </a:cxn>
                    <a:cxn ang="0">
                      <a:pos x="connsiteX6401" y="connsiteY6401"/>
                    </a:cxn>
                    <a:cxn ang="0">
                      <a:pos x="connsiteX6402" y="connsiteY6402"/>
                    </a:cxn>
                    <a:cxn ang="0">
                      <a:pos x="connsiteX6403" y="connsiteY6403"/>
                    </a:cxn>
                    <a:cxn ang="0">
                      <a:pos x="connsiteX6404" y="connsiteY6404"/>
                    </a:cxn>
                    <a:cxn ang="0">
                      <a:pos x="connsiteX6405" y="connsiteY6405"/>
                    </a:cxn>
                    <a:cxn ang="0">
                      <a:pos x="connsiteX6406" y="connsiteY6406"/>
                    </a:cxn>
                    <a:cxn ang="0">
                      <a:pos x="connsiteX6407" y="connsiteY6407"/>
                    </a:cxn>
                    <a:cxn ang="0">
                      <a:pos x="connsiteX6408" y="connsiteY6408"/>
                    </a:cxn>
                    <a:cxn ang="0">
                      <a:pos x="connsiteX6409" y="connsiteY6409"/>
                    </a:cxn>
                    <a:cxn ang="0">
                      <a:pos x="connsiteX6410" y="connsiteY6410"/>
                    </a:cxn>
                    <a:cxn ang="0">
                      <a:pos x="connsiteX6411" y="connsiteY6411"/>
                    </a:cxn>
                    <a:cxn ang="0">
                      <a:pos x="connsiteX6412" y="connsiteY6412"/>
                    </a:cxn>
                    <a:cxn ang="0">
                      <a:pos x="connsiteX6413" y="connsiteY6413"/>
                    </a:cxn>
                    <a:cxn ang="0">
                      <a:pos x="connsiteX6414" y="connsiteY6414"/>
                    </a:cxn>
                    <a:cxn ang="0">
                      <a:pos x="connsiteX6415" y="connsiteY6415"/>
                    </a:cxn>
                    <a:cxn ang="0">
                      <a:pos x="connsiteX6416" y="connsiteY6416"/>
                    </a:cxn>
                    <a:cxn ang="0">
                      <a:pos x="connsiteX6417" y="connsiteY6417"/>
                    </a:cxn>
                    <a:cxn ang="0">
                      <a:pos x="connsiteX6418" y="connsiteY6418"/>
                    </a:cxn>
                    <a:cxn ang="0">
                      <a:pos x="connsiteX6419" y="connsiteY6419"/>
                    </a:cxn>
                    <a:cxn ang="0">
                      <a:pos x="connsiteX6420" y="connsiteY6420"/>
                    </a:cxn>
                    <a:cxn ang="0">
                      <a:pos x="connsiteX6421" y="connsiteY6421"/>
                    </a:cxn>
                    <a:cxn ang="0">
                      <a:pos x="connsiteX6422" y="connsiteY6422"/>
                    </a:cxn>
                    <a:cxn ang="0">
                      <a:pos x="connsiteX6423" y="connsiteY6423"/>
                    </a:cxn>
                    <a:cxn ang="0">
                      <a:pos x="connsiteX6424" y="connsiteY6424"/>
                    </a:cxn>
                    <a:cxn ang="0">
                      <a:pos x="connsiteX6425" y="connsiteY6425"/>
                    </a:cxn>
                    <a:cxn ang="0">
                      <a:pos x="connsiteX6426" y="connsiteY6426"/>
                    </a:cxn>
                    <a:cxn ang="0">
                      <a:pos x="connsiteX6427" y="connsiteY6427"/>
                    </a:cxn>
                    <a:cxn ang="0">
                      <a:pos x="connsiteX6428" y="connsiteY6428"/>
                    </a:cxn>
                    <a:cxn ang="0">
                      <a:pos x="connsiteX6429" y="connsiteY6429"/>
                    </a:cxn>
                    <a:cxn ang="0">
                      <a:pos x="connsiteX6430" y="connsiteY6430"/>
                    </a:cxn>
                    <a:cxn ang="0">
                      <a:pos x="connsiteX6431" y="connsiteY6431"/>
                    </a:cxn>
                    <a:cxn ang="0">
                      <a:pos x="connsiteX6432" y="connsiteY6432"/>
                    </a:cxn>
                    <a:cxn ang="0">
                      <a:pos x="connsiteX6433" y="connsiteY6433"/>
                    </a:cxn>
                    <a:cxn ang="0">
                      <a:pos x="connsiteX6434" y="connsiteY6434"/>
                    </a:cxn>
                    <a:cxn ang="0">
                      <a:pos x="connsiteX6435" y="connsiteY6435"/>
                    </a:cxn>
                    <a:cxn ang="0">
                      <a:pos x="connsiteX6436" y="connsiteY6436"/>
                    </a:cxn>
                    <a:cxn ang="0">
                      <a:pos x="connsiteX6437" y="connsiteY6437"/>
                    </a:cxn>
                    <a:cxn ang="0">
                      <a:pos x="connsiteX6438" y="connsiteY6438"/>
                    </a:cxn>
                    <a:cxn ang="0">
                      <a:pos x="connsiteX6439" y="connsiteY6439"/>
                    </a:cxn>
                    <a:cxn ang="0">
                      <a:pos x="connsiteX6440" y="connsiteY6440"/>
                    </a:cxn>
                    <a:cxn ang="0">
                      <a:pos x="connsiteX6441" y="connsiteY6441"/>
                    </a:cxn>
                    <a:cxn ang="0">
                      <a:pos x="connsiteX6442" y="connsiteY6442"/>
                    </a:cxn>
                    <a:cxn ang="0">
                      <a:pos x="connsiteX6443" y="connsiteY6443"/>
                    </a:cxn>
                    <a:cxn ang="0">
                      <a:pos x="connsiteX6444" y="connsiteY6444"/>
                    </a:cxn>
                    <a:cxn ang="0">
                      <a:pos x="connsiteX6445" y="connsiteY6445"/>
                    </a:cxn>
                    <a:cxn ang="0">
                      <a:pos x="connsiteX6446" y="connsiteY6446"/>
                    </a:cxn>
                    <a:cxn ang="0">
                      <a:pos x="connsiteX6447" y="connsiteY6447"/>
                    </a:cxn>
                    <a:cxn ang="0">
                      <a:pos x="connsiteX6448" y="connsiteY6448"/>
                    </a:cxn>
                    <a:cxn ang="0">
                      <a:pos x="connsiteX6449" y="connsiteY6449"/>
                    </a:cxn>
                    <a:cxn ang="0">
                      <a:pos x="connsiteX6450" y="connsiteY6450"/>
                    </a:cxn>
                    <a:cxn ang="0">
                      <a:pos x="connsiteX6451" y="connsiteY6451"/>
                    </a:cxn>
                    <a:cxn ang="0">
                      <a:pos x="connsiteX6452" y="connsiteY6452"/>
                    </a:cxn>
                    <a:cxn ang="0">
                      <a:pos x="connsiteX6453" y="connsiteY6453"/>
                    </a:cxn>
                    <a:cxn ang="0">
                      <a:pos x="connsiteX6454" y="connsiteY6454"/>
                    </a:cxn>
                    <a:cxn ang="0">
                      <a:pos x="connsiteX6455" y="connsiteY6455"/>
                    </a:cxn>
                    <a:cxn ang="0">
                      <a:pos x="connsiteX6456" y="connsiteY6456"/>
                    </a:cxn>
                    <a:cxn ang="0">
                      <a:pos x="connsiteX6457" y="connsiteY6457"/>
                    </a:cxn>
                    <a:cxn ang="0">
                      <a:pos x="connsiteX6458" y="connsiteY6458"/>
                    </a:cxn>
                    <a:cxn ang="0">
                      <a:pos x="connsiteX6459" y="connsiteY6459"/>
                    </a:cxn>
                    <a:cxn ang="0">
                      <a:pos x="connsiteX6460" y="connsiteY6460"/>
                    </a:cxn>
                    <a:cxn ang="0">
                      <a:pos x="connsiteX6461" y="connsiteY6461"/>
                    </a:cxn>
                    <a:cxn ang="0">
                      <a:pos x="connsiteX6462" y="connsiteY6462"/>
                    </a:cxn>
                    <a:cxn ang="0">
                      <a:pos x="connsiteX6463" y="connsiteY6463"/>
                    </a:cxn>
                    <a:cxn ang="0">
                      <a:pos x="connsiteX6464" y="connsiteY6464"/>
                    </a:cxn>
                    <a:cxn ang="0">
                      <a:pos x="connsiteX6465" y="connsiteY6465"/>
                    </a:cxn>
                    <a:cxn ang="0">
                      <a:pos x="connsiteX6466" y="connsiteY6466"/>
                    </a:cxn>
                    <a:cxn ang="0">
                      <a:pos x="connsiteX6467" y="connsiteY6467"/>
                    </a:cxn>
                    <a:cxn ang="0">
                      <a:pos x="connsiteX6468" y="connsiteY6468"/>
                    </a:cxn>
                    <a:cxn ang="0">
                      <a:pos x="connsiteX6469" y="connsiteY6469"/>
                    </a:cxn>
                    <a:cxn ang="0">
                      <a:pos x="connsiteX6470" y="connsiteY6470"/>
                    </a:cxn>
                    <a:cxn ang="0">
                      <a:pos x="connsiteX6471" y="connsiteY6471"/>
                    </a:cxn>
                    <a:cxn ang="0">
                      <a:pos x="connsiteX6472" y="connsiteY6472"/>
                    </a:cxn>
                    <a:cxn ang="0">
                      <a:pos x="connsiteX6473" y="connsiteY6473"/>
                    </a:cxn>
                    <a:cxn ang="0">
                      <a:pos x="connsiteX6474" y="connsiteY6474"/>
                    </a:cxn>
                    <a:cxn ang="0">
                      <a:pos x="connsiteX6475" y="connsiteY6475"/>
                    </a:cxn>
                    <a:cxn ang="0">
                      <a:pos x="connsiteX6476" y="connsiteY6476"/>
                    </a:cxn>
                    <a:cxn ang="0">
                      <a:pos x="connsiteX6477" y="connsiteY6477"/>
                    </a:cxn>
                    <a:cxn ang="0">
                      <a:pos x="connsiteX6478" y="connsiteY6478"/>
                    </a:cxn>
                    <a:cxn ang="0">
                      <a:pos x="connsiteX6479" y="connsiteY6479"/>
                    </a:cxn>
                    <a:cxn ang="0">
                      <a:pos x="connsiteX6480" y="connsiteY6480"/>
                    </a:cxn>
                    <a:cxn ang="0">
                      <a:pos x="connsiteX6481" y="connsiteY6481"/>
                    </a:cxn>
                    <a:cxn ang="0">
                      <a:pos x="connsiteX6482" y="connsiteY6482"/>
                    </a:cxn>
                    <a:cxn ang="0">
                      <a:pos x="connsiteX6483" y="connsiteY6483"/>
                    </a:cxn>
                    <a:cxn ang="0">
                      <a:pos x="connsiteX6484" y="connsiteY6484"/>
                    </a:cxn>
                    <a:cxn ang="0">
                      <a:pos x="connsiteX6485" y="connsiteY6485"/>
                    </a:cxn>
                    <a:cxn ang="0">
                      <a:pos x="connsiteX6486" y="connsiteY6486"/>
                    </a:cxn>
                    <a:cxn ang="0">
                      <a:pos x="connsiteX6487" y="connsiteY6487"/>
                    </a:cxn>
                    <a:cxn ang="0">
                      <a:pos x="connsiteX6488" y="connsiteY6488"/>
                    </a:cxn>
                    <a:cxn ang="0">
                      <a:pos x="connsiteX6489" y="connsiteY6489"/>
                    </a:cxn>
                    <a:cxn ang="0">
                      <a:pos x="connsiteX6490" y="connsiteY6490"/>
                    </a:cxn>
                    <a:cxn ang="0">
                      <a:pos x="connsiteX6491" y="connsiteY6491"/>
                    </a:cxn>
                    <a:cxn ang="0">
                      <a:pos x="connsiteX6492" y="connsiteY6492"/>
                    </a:cxn>
                    <a:cxn ang="0">
                      <a:pos x="connsiteX6493" y="connsiteY6493"/>
                    </a:cxn>
                    <a:cxn ang="0">
                      <a:pos x="connsiteX6494" y="connsiteY6494"/>
                    </a:cxn>
                    <a:cxn ang="0">
                      <a:pos x="connsiteX6495" y="connsiteY6495"/>
                    </a:cxn>
                    <a:cxn ang="0">
                      <a:pos x="connsiteX6496" y="connsiteY6496"/>
                    </a:cxn>
                    <a:cxn ang="0">
                      <a:pos x="connsiteX6497" y="connsiteY6497"/>
                    </a:cxn>
                    <a:cxn ang="0">
                      <a:pos x="connsiteX6498" y="connsiteY6498"/>
                    </a:cxn>
                    <a:cxn ang="0">
                      <a:pos x="connsiteX6499" y="connsiteY6499"/>
                    </a:cxn>
                    <a:cxn ang="0">
                      <a:pos x="connsiteX6500" y="connsiteY6500"/>
                    </a:cxn>
                    <a:cxn ang="0">
                      <a:pos x="connsiteX6501" y="connsiteY6501"/>
                    </a:cxn>
                    <a:cxn ang="0">
                      <a:pos x="connsiteX6502" y="connsiteY6502"/>
                    </a:cxn>
                    <a:cxn ang="0">
                      <a:pos x="connsiteX6503" y="connsiteY6503"/>
                    </a:cxn>
                    <a:cxn ang="0">
                      <a:pos x="connsiteX6504" y="connsiteY6504"/>
                    </a:cxn>
                    <a:cxn ang="0">
                      <a:pos x="connsiteX6505" y="connsiteY6505"/>
                    </a:cxn>
                    <a:cxn ang="0">
                      <a:pos x="connsiteX6506" y="connsiteY6506"/>
                    </a:cxn>
                    <a:cxn ang="0">
                      <a:pos x="connsiteX6507" y="connsiteY6507"/>
                    </a:cxn>
                    <a:cxn ang="0">
                      <a:pos x="connsiteX6508" y="connsiteY6508"/>
                    </a:cxn>
                    <a:cxn ang="0">
                      <a:pos x="connsiteX6509" y="connsiteY6509"/>
                    </a:cxn>
                    <a:cxn ang="0">
                      <a:pos x="connsiteX6510" y="connsiteY6510"/>
                    </a:cxn>
                    <a:cxn ang="0">
                      <a:pos x="connsiteX6511" y="connsiteY6511"/>
                    </a:cxn>
                    <a:cxn ang="0">
                      <a:pos x="connsiteX6512" y="connsiteY6512"/>
                    </a:cxn>
                    <a:cxn ang="0">
                      <a:pos x="connsiteX6513" y="connsiteY6513"/>
                    </a:cxn>
                    <a:cxn ang="0">
                      <a:pos x="connsiteX6514" y="connsiteY6514"/>
                    </a:cxn>
                    <a:cxn ang="0">
                      <a:pos x="connsiteX6515" y="connsiteY6515"/>
                    </a:cxn>
                    <a:cxn ang="0">
                      <a:pos x="connsiteX6516" y="connsiteY6516"/>
                    </a:cxn>
                    <a:cxn ang="0">
                      <a:pos x="connsiteX6517" y="connsiteY6517"/>
                    </a:cxn>
                    <a:cxn ang="0">
                      <a:pos x="connsiteX6518" y="connsiteY6518"/>
                    </a:cxn>
                    <a:cxn ang="0">
                      <a:pos x="connsiteX6519" y="connsiteY6519"/>
                    </a:cxn>
                    <a:cxn ang="0">
                      <a:pos x="connsiteX6520" y="connsiteY6520"/>
                    </a:cxn>
                    <a:cxn ang="0">
                      <a:pos x="connsiteX6521" y="connsiteY6521"/>
                    </a:cxn>
                    <a:cxn ang="0">
                      <a:pos x="connsiteX6522" y="connsiteY6522"/>
                    </a:cxn>
                    <a:cxn ang="0">
                      <a:pos x="connsiteX6523" y="connsiteY6523"/>
                    </a:cxn>
                    <a:cxn ang="0">
                      <a:pos x="connsiteX6524" y="connsiteY6524"/>
                    </a:cxn>
                    <a:cxn ang="0">
                      <a:pos x="connsiteX6525" y="connsiteY6525"/>
                    </a:cxn>
                    <a:cxn ang="0">
                      <a:pos x="connsiteX6526" y="connsiteY6526"/>
                    </a:cxn>
                    <a:cxn ang="0">
                      <a:pos x="connsiteX6527" y="connsiteY6527"/>
                    </a:cxn>
                    <a:cxn ang="0">
                      <a:pos x="connsiteX6528" y="connsiteY6528"/>
                    </a:cxn>
                    <a:cxn ang="0">
                      <a:pos x="connsiteX6529" y="connsiteY6529"/>
                    </a:cxn>
                    <a:cxn ang="0">
                      <a:pos x="connsiteX6530" y="connsiteY6530"/>
                    </a:cxn>
                    <a:cxn ang="0">
                      <a:pos x="connsiteX6531" y="connsiteY6531"/>
                    </a:cxn>
                    <a:cxn ang="0">
                      <a:pos x="connsiteX6532" y="connsiteY6532"/>
                    </a:cxn>
                    <a:cxn ang="0">
                      <a:pos x="connsiteX6533" y="connsiteY6533"/>
                    </a:cxn>
                    <a:cxn ang="0">
                      <a:pos x="connsiteX6534" y="connsiteY6534"/>
                    </a:cxn>
                    <a:cxn ang="0">
                      <a:pos x="connsiteX6535" y="connsiteY6535"/>
                    </a:cxn>
                    <a:cxn ang="0">
                      <a:pos x="connsiteX6536" y="connsiteY6536"/>
                    </a:cxn>
                    <a:cxn ang="0">
                      <a:pos x="connsiteX6537" y="connsiteY6537"/>
                    </a:cxn>
                    <a:cxn ang="0">
                      <a:pos x="connsiteX6538" y="connsiteY6538"/>
                    </a:cxn>
                    <a:cxn ang="0">
                      <a:pos x="connsiteX6539" y="connsiteY6539"/>
                    </a:cxn>
                    <a:cxn ang="0">
                      <a:pos x="connsiteX6540" y="connsiteY6540"/>
                    </a:cxn>
                    <a:cxn ang="0">
                      <a:pos x="connsiteX6541" y="connsiteY6541"/>
                    </a:cxn>
                    <a:cxn ang="0">
                      <a:pos x="connsiteX6542" y="connsiteY6542"/>
                    </a:cxn>
                    <a:cxn ang="0">
                      <a:pos x="connsiteX6543" y="connsiteY6543"/>
                    </a:cxn>
                    <a:cxn ang="0">
                      <a:pos x="connsiteX6544" y="connsiteY6544"/>
                    </a:cxn>
                    <a:cxn ang="0">
                      <a:pos x="connsiteX6545" y="connsiteY6545"/>
                    </a:cxn>
                    <a:cxn ang="0">
                      <a:pos x="connsiteX6546" y="connsiteY6546"/>
                    </a:cxn>
                    <a:cxn ang="0">
                      <a:pos x="connsiteX6547" y="connsiteY6547"/>
                    </a:cxn>
                    <a:cxn ang="0">
                      <a:pos x="connsiteX6548" y="connsiteY6548"/>
                    </a:cxn>
                    <a:cxn ang="0">
                      <a:pos x="connsiteX6549" y="connsiteY6549"/>
                    </a:cxn>
                    <a:cxn ang="0">
                      <a:pos x="connsiteX6550" y="connsiteY6550"/>
                    </a:cxn>
                    <a:cxn ang="0">
                      <a:pos x="connsiteX6551" y="connsiteY6551"/>
                    </a:cxn>
                    <a:cxn ang="0">
                      <a:pos x="connsiteX6552" y="connsiteY6552"/>
                    </a:cxn>
                    <a:cxn ang="0">
                      <a:pos x="connsiteX6553" y="connsiteY6553"/>
                    </a:cxn>
                    <a:cxn ang="0">
                      <a:pos x="connsiteX6554" y="connsiteY6554"/>
                    </a:cxn>
                    <a:cxn ang="0">
                      <a:pos x="connsiteX6555" y="connsiteY6555"/>
                    </a:cxn>
                    <a:cxn ang="0">
                      <a:pos x="connsiteX6556" y="connsiteY6556"/>
                    </a:cxn>
                    <a:cxn ang="0">
                      <a:pos x="connsiteX6557" y="connsiteY6557"/>
                    </a:cxn>
                    <a:cxn ang="0">
                      <a:pos x="connsiteX6558" y="connsiteY6558"/>
                    </a:cxn>
                    <a:cxn ang="0">
                      <a:pos x="connsiteX6559" y="connsiteY6559"/>
                    </a:cxn>
                    <a:cxn ang="0">
                      <a:pos x="connsiteX6560" y="connsiteY6560"/>
                    </a:cxn>
                    <a:cxn ang="0">
                      <a:pos x="connsiteX6561" y="connsiteY6561"/>
                    </a:cxn>
                    <a:cxn ang="0">
                      <a:pos x="connsiteX6562" y="connsiteY6562"/>
                    </a:cxn>
                    <a:cxn ang="0">
                      <a:pos x="connsiteX6563" y="connsiteY6563"/>
                    </a:cxn>
                    <a:cxn ang="0">
                      <a:pos x="connsiteX6564" y="connsiteY6564"/>
                    </a:cxn>
                    <a:cxn ang="0">
                      <a:pos x="connsiteX6565" y="connsiteY6565"/>
                    </a:cxn>
                    <a:cxn ang="0">
                      <a:pos x="connsiteX6566" y="connsiteY6566"/>
                    </a:cxn>
                    <a:cxn ang="0">
                      <a:pos x="connsiteX6567" y="connsiteY6567"/>
                    </a:cxn>
                    <a:cxn ang="0">
                      <a:pos x="connsiteX6568" y="connsiteY6568"/>
                    </a:cxn>
                    <a:cxn ang="0">
                      <a:pos x="connsiteX6569" y="connsiteY6569"/>
                    </a:cxn>
                    <a:cxn ang="0">
                      <a:pos x="connsiteX6570" y="connsiteY6570"/>
                    </a:cxn>
                    <a:cxn ang="0">
                      <a:pos x="connsiteX6571" y="connsiteY6571"/>
                    </a:cxn>
                    <a:cxn ang="0">
                      <a:pos x="connsiteX6572" y="connsiteY6572"/>
                    </a:cxn>
                    <a:cxn ang="0">
                      <a:pos x="connsiteX6573" y="connsiteY6573"/>
                    </a:cxn>
                    <a:cxn ang="0">
                      <a:pos x="connsiteX6574" y="connsiteY6574"/>
                    </a:cxn>
                    <a:cxn ang="0">
                      <a:pos x="connsiteX6575" y="connsiteY6575"/>
                    </a:cxn>
                    <a:cxn ang="0">
                      <a:pos x="connsiteX6576" y="connsiteY6576"/>
                    </a:cxn>
                    <a:cxn ang="0">
                      <a:pos x="connsiteX6577" y="connsiteY6577"/>
                    </a:cxn>
                    <a:cxn ang="0">
                      <a:pos x="connsiteX6578" y="connsiteY6578"/>
                    </a:cxn>
                    <a:cxn ang="0">
                      <a:pos x="connsiteX6579" y="connsiteY6579"/>
                    </a:cxn>
                    <a:cxn ang="0">
                      <a:pos x="connsiteX6580" y="connsiteY6580"/>
                    </a:cxn>
                    <a:cxn ang="0">
                      <a:pos x="connsiteX6581" y="connsiteY6581"/>
                    </a:cxn>
                    <a:cxn ang="0">
                      <a:pos x="connsiteX6582" y="connsiteY6582"/>
                    </a:cxn>
                    <a:cxn ang="0">
                      <a:pos x="connsiteX6583" y="connsiteY6583"/>
                    </a:cxn>
                    <a:cxn ang="0">
                      <a:pos x="connsiteX6584" y="connsiteY6584"/>
                    </a:cxn>
                    <a:cxn ang="0">
                      <a:pos x="connsiteX6585" y="connsiteY6585"/>
                    </a:cxn>
                    <a:cxn ang="0">
                      <a:pos x="connsiteX6586" y="connsiteY6586"/>
                    </a:cxn>
                    <a:cxn ang="0">
                      <a:pos x="connsiteX6587" y="connsiteY6587"/>
                    </a:cxn>
                    <a:cxn ang="0">
                      <a:pos x="connsiteX6588" y="connsiteY6588"/>
                    </a:cxn>
                    <a:cxn ang="0">
                      <a:pos x="connsiteX6589" y="connsiteY6589"/>
                    </a:cxn>
                    <a:cxn ang="0">
                      <a:pos x="connsiteX6590" y="connsiteY6590"/>
                    </a:cxn>
                    <a:cxn ang="0">
                      <a:pos x="connsiteX6591" y="connsiteY6591"/>
                    </a:cxn>
                    <a:cxn ang="0">
                      <a:pos x="connsiteX6592" y="connsiteY6592"/>
                    </a:cxn>
                    <a:cxn ang="0">
                      <a:pos x="connsiteX6593" y="connsiteY6593"/>
                    </a:cxn>
                    <a:cxn ang="0">
                      <a:pos x="connsiteX6594" y="connsiteY6594"/>
                    </a:cxn>
                    <a:cxn ang="0">
                      <a:pos x="connsiteX6595" y="connsiteY6595"/>
                    </a:cxn>
                    <a:cxn ang="0">
                      <a:pos x="connsiteX6596" y="connsiteY6596"/>
                    </a:cxn>
                    <a:cxn ang="0">
                      <a:pos x="connsiteX6597" y="connsiteY6597"/>
                    </a:cxn>
                    <a:cxn ang="0">
                      <a:pos x="connsiteX6598" y="connsiteY6598"/>
                    </a:cxn>
                    <a:cxn ang="0">
                      <a:pos x="connsiteX6599" y="connsiteY6599"/>
                    </a:cxn>
                    <a:cxn ang="0">
                      <a:pos x="connsiteX6600" y="connsiteY6600"/>
                    </a:cxn>
                    <a:cxn ang="0">
                      <a:pos x="connsiteX6601" y="connsiteY6601"/>
                    </a:cxn>
                    <a:cxn ang="0">
                      <a:pos x="connsiteX6602" y="connsiteY6602"/>
                    </a:cxn>
                    <a:cxn ang="0">
                      <a:pos x="connsiteX6603" y="connsiteY6603"/>
                    </a:cxn>
                    <a:cxn ang="0">
                      <a:pos x="connsiteX6604" y="connsiteY6604"/>
                    </a:cxn>
                    <a:cxn ang="0">
                      <a:pos x="connsiteX6605" y="connsiteY6605"/>
                    </a:cxn>
                    <a:cxn ang="0">
                      <a:pos x="connsiteX6606" y="connsiteY6606"/>
                    </a:cxn>
                    <a:cxn ang="0">
                      <a:pos x="connsiteX6607" y="connsiteY6607"/>
                    </a:cxn>
                    <a:cxn ang="0">
                      <a:pos x="connsiteX6608" y="connsiteY6608"/>
                    </a:cxn>
                    <a:cxn ang="0">
                      <a:pos x="connsiteX6609" y="connsiteY6609"/>
                    </a:cxn>
                    <a:cxn ang="0">
                      <a:pos x="connsiteX6610" y="connsiteY6610"/>
                    </a:cxn>
                    <a:cxn ang="0">
                      <a:pos x="connsiteX6611" y="connsiteY6611"/>
                    </a:cxn>
                    <a:cxn ang="0">
                      <a:pos x="connsiteX6612" y="connsiteY6612"/>
                    </a:cxn>
                    <a:cxn ang="0">
                      <a:pos x="connsiteX6613" y="connsiteY6613"/>
                    </a:cxn>
                    <a:cxn ang="0">
                      <a:pos x="connsiteX6614" y="connsiteY6614"/>
                    </a:cxn>
                    <a:cxn ang="0">
                      <a:pos x="connsiteX6615" y="connsiteY6615"/>
                    </a:cxn>
                    <a:cxn ang="0">
                      <a:pos x="connsiteX6616" y="connsiteY6616"/>
                    </a:cxn>
                    <a:cxn ang="0">
                      <a:pos x="connsiteX6617" y="connsiteY6617"/>
                    </a:cxn>
                    <a:cxn ang="0">
                      <a:pos x="connsiteX6618" y="connsiteY6618"/>
                    </a:cxn>
                    <a:cxn ang="0">
                      <a:pos x="connsiteX6619" y="connsiteY6619"/>
                    </a:cxn>
                    <a:cxn ang="0">
                      <a:pos x="connsiteX6620" y="connsiteY6620"/>
                    </a:cxn>
                    <a:cxn ang="0">
                      <a:pos x="connsiteX6621" y="connsiteY6621"/>
                    </a:cxn>
                    <a:cxn ang="0">
                      <a:pos x="connsiteX6622" y="connsiteY6622"/>
                    </a:cxn>
                    <a:cxn ang="0">
                      <a:pos x="connsiteX6623" y="connsiteY6623"/>
                    </a:cxn>
                    <a:cxn ang="0">
                      <a:pos x="connsiteX6624" y="connsiteY6624"/>
                    </a:cxn>
                    <a:cxn ang="0">
                      <a:pos x="connsiteX6625" y="connsiteY6625"/>
                    </a:cxn>
                    <a:cxn ang="0">
                      <a:pos x="connsiteX6626" y="connsiteY6626"/>
                    </a:cxn>
                    <a:cxn ang="0">
                      <a:pos x="connsiteX6627" y="connsiteY6627"/>
                    </a:cxn>
                    <a:cxn ang="0">
                      <a:pos x="connsiteX6628" y="connsiteY6628"/>
                    </a:cxn>
                    <a:cxn ang="0">
                      <a:pos x="connsiteX6629" y="connsiteY6629"/>
                    </a:cxn>
                    <a:cxn ang="0">
                      <a:pos x="connsiteX6630" y="connsiteY6630"/>
                    </a:cxn>
                    <a:cxn ang="0">
                      <a:pos x="connsiteX6631" y="connsiteY6631"/>
                    </a:cxn>
                    <a:cxn ang="0">
                      <a:pos x="connsiteX6632" y="connsiteY6632"/>
                    </a:cxn>
                    <a:cxn ang="0">
                      <a:pos x="connsiteX6633" y="connsiteY6633"/>
                    </a:cxn>
                    <a:cxn ang="0">
                      <a:pos x="connsiteX6634" y="connsiteY6634"/>
                    </a:cxn>
                    <a:cxn ang="0">
                      <a:pos x="connsiteX6635" y="connsiteY6635"/>
                    </a:cxn>
                    <a:cxn ang="0">
                      <a:pos x="connsiteX6636" y="connsiteY6636"/>
                    </a:cxn>
                    <a:cxn ang="0">
                      <a:pos x="connsiteX6637" y="connsiteY6637"/>
                    </a:cxn>
                    <a:cxn ang="0">
                      <a:pos x="connsiteX6638" y="connsiteY6638"/>
                    </a:cxn>
                    <a:cxn ang="0">
                      <a:pos x="connsiteX6639" y="connsiteY6639"/>
                    </a:cxn>
                    <a:cxn ang="0">
                      <a:pos x="connsiteX6640" y="connsiteY6640"/>
                    </a:cxn>
                    <a:cxn ang="0">
                      <a:pos x="connsiteX6641" y="connsiteY6641"/>
                    </a:cxn>
                    <a:cxn ang="0">
                      <a:pos x="connsiteX6642" y="connsiteY6642"/>
                    </a:cxn>
                    <a:cxn ang="0">
                      <a:pos x="connsiteX6643" y="connsiteY6643"/>
                    </a:cxn>
                    <a:cxn ang="0">
                      <a:pos x="connsiteX6644" y="connsiteY6644"/>
                    </a:cxn>
                    <a:cxn ang="0">
                      <a:pos x="connsiteX6645" y="connsiteY6645"/>
                    </a:cxn>
                    <a:cxn ang="0">
                      <a:pos x="connsiteX6646" y="connsiteY6646"/>
                    </a:cxn>
                    <a:cxn ang="0">
                      <a:pos x="connsiteX6647" y="connsiteY6647"/>
                    </a:cxn>
                    <a:cxn ang="0">
                      <a:pos x="connsiteX6648" y="connsiteY6648"/>
                    </a:cxn>
                    <a:cxn ang="0">
                      <a:pos x="connsiteX6649" y="connsiteY6649"/>
                    </a:cxn>
                    <a:cxn ang="0">
                      <a:pos x="connsiteX6650" y="connsiteY6650"/>
                    </a:cxn>
                    <a:cxn ang="0">
                      <a:pos x="connsiteX6651" y="connsiteY6651"/>
                    </a:cxn>
                    <a:cxn ang="0">
                      <a:pos x="connsiteX6652" y="connsiteY6652"/>
                    </a:cxn>
                    <a:cxn ang="0">
                      <a:pos x="connsiteX6653" y="connsiteY6653"/>
                    </a:cxn>
                    <a:cxn ang="0">
                      <a:pos x="connsiteX6654" y="connsiteY6654"/>
                    </a:cxn>
                    <a:cxn ang="0">
                      <a:pos x="connsiteX6655" y="connsiteY6655"/>
                    </a:cxn>
                    <a:cxn ang="0">
                      <a:pos x="connsiteX6656" y="connsiteY6656"/>
                    </a:cxn>
                    <a:cxn ang="0">
                      <a:pos x="connsiteX6657" y="connsiteY6657"/>
                    </a:cxn>
                    <a:cxn ang="0">
                      <a:pos x="connsiteX6658" y="connsiteY6658"/>
                    </a:cxn>
                    <a:cxn ang="0">
                      <a:pos x="connsiteX6659" y="connsiteY6659"/>
                    </a:cxn>
                    <a:cxn ang="0">
                      <a:pos x="connsiteX6660" y="connsiteY6660"/>
                    </a:cxn>
                    <a:cxn ang="0">
                      <a:pos x="connsiteX6661" y="connsiteY6661"/>
                    </a:cxn>
                    <a:cxn ang="0">
                      <a:pos x="connsiteX6662" y="connsiteY6662"/>
                    </a:cxn>
                    <a:cxn ang="0">
                      <a:pos x="connsiteX6663" y="connsiteY6663"/>
                    </a:cxn>
                    <a:cxn ang="0">
                      <a:pos x="connsiteX6664" y="connsiteY6664"/>
                    </a:cxn>
                    <a:cxn ang="0">
                      <a:pos x="connsiteX6665" y="connsiteY6665"/>
                    </a:cxn>
                    <a:cxn ang="0">
                      <a:pos x="connsiteX6666" y="connsiteY6666"/>
                    </a:cxn>
                    <a:cxn ang="0">
                      <a:pos x="connsiteX6667" y="connsiteY6667"/>
                    </a:cxn>
                    <a:cxn ang="0">
                      <a:pos x="connsiteX6668" y="connsiteY6668"/>
                    </a:cxn>
                    <a:cxn ang="0">
                      <a:pos x="connsiteX6669" y="connsiteY6669"/>
                    </a:cxn>
                    <a:cxn ang="0">
                      <a:pos x="connsiteX6670" y="connsiteY6670"/>
                    </a:cxn>
                    <a:cxn ang="0">
                      <a:pos x="connsiteX6671" y="connsiteY6671"/>
                    </a:cxn>
                    <a:cxn ang="0">
                      <a:pos x="connsiteX6672" y="connsiteY6672"/>
                    </a:cxn>
                    <a:cxn ang="0">
                      <a:pos x="connsiteX6673" y="connsiteY6673"/>
                    </a:cxn>
                    <a:cxn ang="0">
                      <a:pos x="connsiteX6674" y="connsiteY6674"/>
                    </a:cxn>
                    <a:cxn ang="0">
                      <a:pos x="connsiteX6675" y="connsiteY6675"/>
                    </a:cxn>
                    <a:cxn ang="0">
                      <a:pos x="connsiteX6676" y="connsiteY6676"/>
                    </a:cxn>
                    <a:cxn ang="0">
                      <a:pos x="connsiteX6677" y="connsiteY6677"/>
                    </a:cxn>
                    <a:cxn ang="0">
                      <a:pos x="connsiteX6678" y="connsiteY6678"/>
                    </a:cxn>
                    <a:cxn ang="0">
                      <a:pos x="connsiteX6679" y="connsiteY6679"/>
                    </a:cxn>
                    <a:cxn ang="0">
                      <a:pos x="connsiteX6680" y="connsiteY6680"/>
                    </a:cxn>
                    <a:cxn ang="0">
                      <a:pos x="connsiteX6681" y="connsiteY6681"/>
                    </a:cxn>
                    <a:cxn ang="0">
                      <a:pos x="connsiteX6682" y="connsiteY6682"/>
                    </a:cxn>
                    <a:cxn ang="0">
                      <a:pos x="connsiteX6683" y="connsiteY6683"/>
                    </a:cxn>
                    <a:cxn ang="0">
                      <a:pos x="connsiteX6684" y="connsiteY6684"/>
                    </a:cxn>
                    <a:cxn ang="0">
                      <a:pos x="connsiteX6685" y="connsiteY6685"/>
                    </a:cxn>
                    <a:cxn ang="0">
                      <a:pos x="connsiteX6686" y="connsiteY6686"/>
                    </a:cxn>
                    <a:cxn ang="0">
                      <a:pos x="connsiteX6687" y="connsiteY6687"/>
                    </a:cxn>
                    <a:cxn ang="0">
                      <a:pos x="connsiteX6688" y="connsiteY6688"/>
                    </a:cxn>
                    <a:cxn ang="0">
                      <a:pos x="connsiteX6689" y="connsiteY6689"/>
                    </a:cxn>
                    <a:cxn ang="0">
                      <a:pos x="connsiteX6690" y="connsiteY6690"/>
                    </a:cxn>
                    <a:cxn ang="0">
                      <a:pos x="connsiteX6691" y="connsiteY6691"/>
                    </a:cxn>
                    <a:cxn ang="0">
                      <a:pos x="connsiteX6692" y="connsiteY6692"/>
                    </a:cxn>
                    <a:cxn ang="0">
                      <a:pos x="connsiteX6693" y="connsiteY6693"/>
                    </a:cxn>
                    <a:cxn ang="0">
                      <a:pos x="connsiteX6694" y="connsiteY6694"/>
                    </a:cxn>
                    <a:cxn ang="0">
                      <a:pos x="connsiteX6695" y="connsiteY6695"/>
                    </a:cxn>
                    <a:cxn ang="0">
                      <a:pos x="connsiteX6696" y="connsiteY6696"/>
                    </a:cxn>
                    <a:cxn ang="0">
                      <a:pos x="connsiteX6697" y="connsiteY6697"/>
                    </a:cxn>
                    <a:cxn ang="0">
                      <a:pos x="connsiteX6698" y="connsiteY6698"/>
                    </a:cxn>
                    <a:cxn ang="0">
                      <a:pos x="connsiteX6699" y="connsiteY6699"/>
                    </a:cxn>
                    <a:cxn ang="0">
                      <a:pos x="connsiteX6700" y="connsiteY6700"/>
                    </a:cxn>
                    <a:cxn ang="0">
                      <a:pos x="connsiteX6701" y="connsiteY6701"/>
                    </a:cxn>
                    <a:cxn ang="0">
                      <a:pos x="connsiteX6702" y="connsiteY6702"/>
                    </a:cxn>
                    <a:cxn ang="0">
                      <a:pos x="connsiteX6703" y="connsiteY6703"/>
                    </a:cxn>
                    <a:cxn ang="0">
                      <a:pos x="connsiteX6704" y="connsiteY6704"/>
                    </a:cxn>
                    <a:cxn ang="0">
                      <a:pos x="connsiteX6705" y="connsiteY6705"/>
                    </a:cxn>
                    <a:cxn ang="0">
                      <a:pos x="connsiteX6706" y="connsiteY6706"/>
                    </a:cxn>
                    <a:cxn ang="0">
                      <a:pos x="connsiteX6707" y="connsiteY6707"/>
                    </a:cxn>
                    <a:cxn ang="0">
                      <a:pos x="connsiteX6708" y="connsiteY6708"/>
                    </a:cxn>
                    <a:cxn ang="0">
                      <a:pos x="connsiteX6709" y="connsiteY6709"/>
                    </a:cxn>
                    <a:cxn ang="0">
                      <a:pos x="connsiteX6710" y="connsiteY6710"/>
                    </a:cxn>
                    <a:cxn ang="0">
                      <a:pos x="connsiteX6711" y="connsiteY6711"/>
                    </a:cxn>
                    <a:cxn ang="0">
                      <a:pos x="connsiteX6712" y="connsiteY6712"/>
                    </a:cxn>
                    <a:cxn ang="0">
                      <a:pos x="connsiteX6713" y="connsiteY6713"/>
                    </a:cxn>
                    <a:cxn ang="0">
                      <a:pos x="connsiteX6714" y="connsiteY6714"/>
                    </a:cxn>
                    <a:cxn ang="0">
                      <a:pos x="connsiteX6715" y="connsiteY6715"/>
                    </a:cxn>
                    <a:cxn ang="0">
                      <a:pos x="connsiteX6716" y="connsiteY6716"/>
                    </a:cxn>
                    <a:cxn ang="0">
                      <a:pos x="connsiteX6717" y="connsiteY6717"/>
                    </a:cxn>
                    <a:cxn ang="0">
                      <a:pos x="connsiteX6718" y="connsiteY6718"/>
                    </a:cxn>
                    <a:cxn ang="0">
                      <a:pos x="connsiteX6719" y="connsiteY6719"/>
                    </a:cxn>
                    <a:cxn ang="0">
                      <a:pos x="connsiteX6720" y="connsiteY6720"/>
                    </a:cxn>
                    <a:cxn ang="0">
                      <a:pos x="connsiteX6721" y="connsiteY6721"/>
                    </a:cxn>
                    <a:cxn ang="0">
                      <a:pos x="connsiteX6722" y="connsiteY6722"/>
                    </a:cxn>
                    <a:cxn ang="0">
                      <a:pos x="connsiteX6723" y="connsiteY6723"/>
                    </a:cxn>
                    <a:cxn ang="0">
                      <a:pos x="connsiteX6724" y="connsiteY6724"/>
                    </a:cxn>
                    <a:cxn ang="0">
                      <a:pos x="connsiteX6725" y="connsiteY6725"/>
                    </a:cxn>
                    <a:cxn ang="0">
                      <a:pos x="connsiteX6726" y="connsiteY6726"/>
                    </a:cxn>
                    <a:cxn ang="0">
                      <a:pos x="connsiteX6727" y="connsiteY6727"/>
                    </a:cxn>
                    <a:cxn ang="0">
                      <a:pos x="connsiteX6728" y="connsiteY6728"/>
                    </a:cxn>
                    <a:cxn ang="0">
                      <a:pos x="connsiteX6729" y="connsiteY6729"/>
                    </a:cxn>
                    <a:cxn ang="0">
                      <a:pos x="connsiteX6730" y="connsiteY6730"/>
                    </a:cxn>
                    <a:cxn ang="0">
                      <a:pos x="connsiteX6731" y="connsiteY6731"/>
                    </a:cxn>
                    <a:cxn ang="0">
                      <a:pos x="connsiteX6732" y="connsiteY6732"/>
                    </a:cxn>
                    <a:cxn ang="0">
                      <a:pos x="connsiteX6733" y="connsiteY6733"/>
                    </a:cxn>
                    <a:cxn ang="0">
                      <a:pos x="connsiteX6734" y="connsiteY6734"/>
                    </a:cxn>
                    <a:cxn ang="0">
                      <a:pos x="connsiteX6735" y="connsiteY6735"/>
                    </a:cxn>
                    <a:cxn ang="0">
                      <a:pos x="connsiteX6736" y="connsiteY6736"/>
                    </a:cxn>
                    <a:cxn ang="0">
                      <a:pos x="connsiteX6737" y="connsiteY6737"/>
                    </a:cxn>
                    <a:cxn ang="0">
                      <a:pos x="connsiteX6738" y="connsiteY6738"/>
                    </a:cxn>
                    <a:cxn ang="0">
                      <a:pos x="connsiteX6739" y="connsiteY6739"/>
                    </a:cxn>
                    <a:cxn ang="0">
                      <a:pos x="connsiteX6740" y="connsiteY6740"/>
                    </a:cxn>
                    <a:cxn ang="0">
                      <a:pos x="connsiteX6741" y="connsiteY6741"/>
                    </a:cxn>
                    <a:cxn ang="0">
                      <a:pos x="connsiteX6742" y="connsiteY6742"/>
                    </a:cxn>
                    <a:cxn ang="0">
                      <a:pos x="connsiteX6743" y="connsiteY6743"/>
                    </a:cxn>
                    <a:cxn ang="0">
                      <a:pos x="connsiteX6744" y="connsiteY6744"/>
                    </a:cxn>
                    <a:cxn ang="0">
                      <a:pos x="connsiteX6745" y="connsiteY6745"/>
                    </a:cxn>
                    <a:cxn ang="0">
                      <a:pos x="connsiteX6746" y="connsiteY6746"/>
                    </a:cxn>
                    <a:cxn ang="0">
                      <a:pos x="connsiteX6747" y="connsiteY6747"/>
                    </a:cxn>
                    <a:cxn ang="0">
                      <a:pos x="connsiteX6748" y="connsiteY6748"/>
                    </a:cxn>
                    <a:cxn ang="0">
                      <a:pos x="connsiteX6749" y="connsiteY6749"/>
                    </a:cxn>
                    <a:cxn ang="0">
                      <a:pos x="connsiteX6750" y="connsiteY6750"/>
                    </a:cxn>
                    <a:cxn ang="0">
                      <a:pos x="connsiteX6751" y="connsiteY6751"/>
                    </a:cxn>
                    <a:cxn ang="0">
                      <a:pos x="connsiteX6752" y="connsiteY6752"/>
                    </a:cxn>
                    <a:cxn ang="0">
                      <a:pos x="connsiteX6753" y="connsiteY6753"/>
                    </a:cxn>
                    <a:cxn ang="0">
                      <a:pos x="connsiteX6754" y="connsiteY6754"/>
                    </a:cxn>
                    <a:cxn ang="0">
                      <a:pos x="connsiteX6755" y="connsiteY6755"/>
                    </a:cxn>
                    <a:cxn ang="0">
                      <a:pos x="connsiteX6756" y="connsiteY6756"/>
                    </a:cxn>
                    <a:cxn ang="0">
                      <a:pos x="connsiteX6757" y="connsiteY6757"/>
                    </a:cxn>
                    <a:cxn ang="0">
                      <a:pos x="connsiteX6758" y="connsiteY6758"/>
                    </a:cxn>
                    <a:cxn ang="0">
                      <a:pos x="connsiteX6759" y="connsiteY6759"/>
                    </a:cxn>
                    <a:cxn ang="0">
                      <a:pos x="connsiteX6760" y="connsiteY6760"/>
                    </a:cxn>
                    <a:cxn ang="0">
                      <a:pos x="connsiteX6761" y="connsiteY6761"/>
                    </a:cxn>
                    <a:cxn ang="0">
                      <a:pos x="connsiteX6762" y="connsiteY6762"/>
                    </a:cxn>
                    <a:cxn ang="0">
                      <a:pos x="connsiteX6763" y="connsiteY6763"/>
                    </a:cxn>
                    <a:cxn ang="0">
                      <a:pos x="connsiteX6764" y="connsiteY6764"/>
                    </a:cxn>
                    <a:cxn ang="0">
                      <a:pos x="connsiteX6765" y="connsiteY6765"/>
                    </a:cxn>
                    <a:cxn ang="0">
                      <a:pos x="connsiteX6766" y="connsiteY6766"/>
                    </a:cxn>
                    <a:cxn ang="0">
                      <a:pos x="connsiteX6767" y="connsiteY6767"/>
                    </a:cxn>
                    <a:cxn ang="0">
                      <a:pos x="connsiteX6768" y="connsiteY6768"/>
                    </a:cxn>
                    <a:cxn ang="0">
                      <a:pos x="connsiteX6769" y="connsiteY6769"/>
                    </a:cxn>
                    <a:cxn ang="0">
                      <a:pos x="connsiteX6770" y="connsiteY6770"/>
                    </a:cxn>
                    <a:cxn ang="0">
                      <a:pos x="connsiteX6771" y="connsiteY6771"/>
                    </a:cxn>
                    <a:cxn ang="0">
                      <a:pos x="connsiteX6772" y="connsiteY6772"/>
                    </a:cxn>
                    <a:cxn ang="0">
                      <a:pos x="connsiteX6773" y="connsiteY6773"/>
                    </a:cxn>
                    <a:cxn ang="0">
                      <a:pos x="connsiteX6774" y="connsiteY6774"/>
                    </a:cxn>
                    <a:cxn ang="0">
                      <a:pos x="connsiteX6775" y="connsiteY6775"/>
                    </a:cxn>
                    <a:cxn ang="0">
                      <a:pos x="connsiteX6776" y="connsiteY6776"/>
                    </a:cxn>
                    <a:cxn ang="0">
                      <a:pos x="connsiteX6777" y="connsiteY6777"/>
                    </a:cxn>
                    <a:cxn ang="0">
                      <a:pos x="connsiteX6778" y="connsiteY6778"/>
                    </a:cxn>
                    <a:cxn ang="0">
                      <a:pos x="connsiteX6779" y="connsiteY6779"/>
                    </a:cxn>
                    <a:cxn ang="0">
                      <a:pos x="connsiteX6780" y="connsiteY6780"/>
                    </a:cxn>
                    <a:cxn ang="0">
                      <a:pos x="connsiteX6781" y="connsiteY6781"/>
                    </a:cxn>
                    <a:cxn ang="0">
                      <a:pos x="connsiteX6782" y="connsiteY6782"/>
                    </a:cxn>
                    <a:cxn ang="0">
                      <a:pos x="connsiteX6783" y="connsiteY6783"/>
                    </a:cxn>
                    <a:cxn ang="0">
                      <a:pos x="connsiteX6784" y="connsiteY6784"/>
                    </a:cxn>
                    <a:cxn ang="0">
                      <a:pos x="connsiteX6785" y="connsiteY6785"/>
                    </a:cxn>
                    <a:cxn ang="0">
                      <a:pos x="connsiteX6786" y="connsiteY6786"/>
                    </a:cxn>
                    <a:cxn ang="0">
                      <a:pos x="connsiteX6787" y="connsiteY6787"/>
                    </a:cxn>
                    <a:cxn ang="0">
                      <a:pos x="connsiteX6788" y="connsiteY6788"/>
                    </a:cxn>
                    <a:cxn ang="0">
                      <a:pos x="connsiteX6789" y="connsiteY6789"/>
                    </a:cxn>
                    <a:cxn ang="0">
                      <a:pos x="connsiteX6790" y="connsiteY6790"/>
                    </a:cxn>
                    <a:cxn ang="0">
                      <a:pos x="connsiteX6791" y="connsiteY6791"/>
                    </a:cxn>
                    <a:cxn ang="0">
                      <a:pos x="connsiteX6792" y="connsiteY6792"/>
                    </a:cxn>
                    <a:cxn ang="0">
                      <a:pos x="connsiteX6793" y="connsiteY6793"/>
                    </a:cxn>
                    <a:cxn ang="0">
                      <a:pos x="connsiteX6794" y="connsiteY6794"/>
                    </a:cxn>
                    <a:cxn ang="0">
                      <a:pos x="connsiteX6795" y="connsiteY6795"/>
                    </a:cxn>
                    <a:cxn ang="0">
                      <a:pos x="connsiteX6796" y="connsiteY6796"/>
                    </a:cxn>
                    <a:cxn ang="0">
                      <a:pos x="connsiteX6797" y="connsiteY6797"/>
                    </a:cxn>
                    <a:cxn ang="0">
                      <a:pos x="connsiteX6798" y="connsiteY6798"/>
                    </a:cxn>
                    <a:cxn ang="0">
                      <a:pos x="connsiteX6799" y="connsiteY6799"/>
                    </a:cxn>
                    <a:cxn ang="0">
                      <a:pos x="connsiteX6800" y="connsiteY6800"/>
                    </a:cxn>
                    <a:cxn ang="0">
                      <a:pos x="connsiteX6801" y="connsiteY6801"/>
                    </a:cxn>
                    <a:cxn ang="0">
                      <a:pos x="connsiteX6802" y="connsiteY6802"/>
                    </a:cxn>
                    <a:cxn ang="0">
                      <a:pos x="connsiteX6803" y="connsiteY6803"/>
                    </a:cxn>
                    <a:cxn ang="0">
                      <a:pos x="connsiteX6804" y="connsiteY6804"/>
                    </a:cxn>
                    <a:cxn ang="0">
                      <a:pos x="connsiteX6805" y="connsiteY6805"/>
                    </a:cxn>
                    <a:cxn ang="0">
                      <a:pos x="connsiteX6806" y="connsiteY6806"/>
                    </a:cxn>
                    <a:cxn ang="0">
                      <a:pos x="connsiteX6807" y="connsiteY6807"/>
                    </a:cxn>
                    <a:cxn ang="0">
                      <a:pos x="connsiteX6808" y="connsiteY6808"/>
                    </a:cxn>
                    <a:cxn ang="0">
                      <a:pos x="connsiteX6809" y="connsiteY6809"/>
                    </a:cxn>
                    <a:cxn ang="0">
                      <a:pos x="connsiteX6810" y="connsiteY6810"/>
                    </a:cxn>
                    <a:cxn ang="0">
                      <a:pos x="connsiteX6811" y="connsiteY6811"/>
                    </a:cxn>
                    <a:cxn ang="0">
                      <a:pos x="connsiteX6812" y="connsiteY6812"/>
                    </a:cxn>
                    <a:cxn ang="0">
                      <a:pos x="connsiteX6813" y="connsiteY6813"/>
                    </a:cxn>
                    <a:cxn ang="0">
                      <a:pos x="connsiteX6814" y="connsiteY6814"/>
                    </a:cxn>
                    <a:cxn ang="0">
                      <a:pos x="connsiteX6815" y="connsiteY6815"/>
                    </a:cxn>
                    <a:cxn ang="0">
                      <a:pos x="connsiteX6816" y="connsiteY6816"/>
                    </a:cxn>
                    <a:cxn ang="0">
                      <a:pos x="connsiteX6817" y="connsiteY6817"/>
                    </a:cxn>
                    <a:cxn ang="0">
                      <a:pos x="connsiteX6818" y="connsiteY6818"/>
                    </a:cxn>
                    <a:cxn ang="0">
                      <a:pos x="connsiteX6819" y="connsiteY6819"/>
                    </a:cxn>
                    <a:cxn ang="0">
                      <a:pos x="connsiteX6820" y="connsiteY6820"/>
                    </a:cxn>
                    <a:cxn ang="0">
                      <a:pos x="connsiteX6821" y="connsiteY6821"/>
                    </a:cxn>
                    <a:cxn ang="0">
                      <a:pos x="connsiteX6822" y="connsiteY6822"/>
                    </a:cxn>
                    <a:cxn ang="0">
                      <a:pos x="connsiteX6823" y="connsiteY6823"/>
                    </a:cxn>
                    <a:cxn ang="0">
                      <a:pos x="connsiteX6824" y="connsiteY6824"/>
                    </a:cxn>
                    <a:cxn ang="0">
                      <a:pos x="connsiteX6825" y="connsiteY6825"/>
                    </a:cxn>
                    <a:cxn ang="0">
                      <a:pos x="connsiteX6826" y="connsiteY6826"/>
                    </a:cxn>
                    <a:cxn ang="0">
                      <a:pos x="connsiteX6827" y="connsiteY6827"/>
                    </a:cxn>
                    <a:cxn ang="0">
                      <a:pos x="connsiteX6828" y="connsiteY6828"/>
                    </a:cxn>
                    <a:cxn ang="0">
                      <a:pos x="connsiteX6829" y="connsiteY6829"/>
                    </a:cxn>
                    <a:cxn ang="0">
                      <a:pos x="connsiteX6830" y="connsiteY6830"/>
                    </a:cxn>
                    <a:cxn ang="0">
                      <a:pos x="connsiteX6831" y="connsiteY6831"/>
                    </a:cxn>
                    <a:cxn ang="0">
                      <a:pos x="connsiteX6832" y="connsiteY6832"/>
                    </a:cxn>
                    <a:cxn ang="0">
                      <a:pos x="connsiteX6833" y="connsiteY6833"/>
                    </a:cxn>
                    <a:cxn ang="0">
                      <a:pos x="connsiteX6834" y="connsiteY6834"/>
                    </a:cxn>
                    <a:cxn ang="0">
                      <a:pos x="connsiteX6835" y="connsiteY6835"/>
                    </a:cxn>
                    <a:cxn ang="0">
                      <a:pos x="connsiteX6836" y="connsiteY6836"/>
                    </a:cxn>
                    <a:cxn ang="0">
                      <a:pos x="connsiteX6837" y="connsiteY6837"/>
                    </a:cxn>
                    <a:cxn ang="0">
                      <a:pos x="connsiteX6838" y="connsiteY6838"/>
                    </a:cxn>
                    <a:cxn ang="0">
                      <a:pos x="connsiteX6839" y="connsiteY6839"/>
                    </a:cxn>
                    <a:cxn ang="0">
                      <a:pos x="connsiteX6840" y="connsiteY6840"/>
                    </a:cxn>
                    <a:cxn ang="0">
                      <a:pos x="connsiteX6841" y="connsiteY6841"/>
                    </a:cxn>
                    <a:cxn ang="0">
                      <a:pos x="connsiteX6842" y="connsiteY6842"/>
                    </a:cxn>
                    <a:cxn ang="0">
                      <a:pos x="connsiteX6843" y="connsiteY6843"/>
                    </a:cxn>
                    <a:cxn ang="0">
                      <a:pos x="connsiteX6844" y="connsiteY6844"/>
                    </a:cxn>
                    <a:cxn ang="0">
                      <a:pos x="connsiteX6845" y="connsiteY6845"/>
                    </a:cxn>
                    <a:cxn ang="0">
                      <a:pos x="connsiteX6846" y="connsiteY6846"/>
                    </a:cxn>
                    <a:cxn ang="0">
                      <a:pos x="connsiteX6847" y="connsiteY6847"/>
                    </a:cxn>
                    <a:cxn ang="0">
                      <a:pos x="connsiteX6848" y="connsiteY6848"/>
                    </a:cxn>
                    <a:cxn ang="0">
                      <a:pos x="connsiteX6849" y="connsiteY6849"/>
                    </a:cxn>
                    <a:cxn ang="0">
                      <a:pos x="connsiteX6850" y="connsiteY6850"/>
                    </a:cxn>
                    <a:cxn ang="0">
                      <a:pos x="connsiteX6851" y="connsiteY6851"/>
                    </a:cxn>
                    <a:cxn ang="0">
                      <a:pos x="connsiteX6852" y="connsiteY6852"/>
                    </a:cxn>
                    <a:cxn ang="0">
                      <a:pos x="connsiteX6853" y="connsiteY6853"/>
                    </a:cxn>
                    <a:cxn ang="0">
                      <a:pos x="connsiteX6854" y="connsiteY6854"/>
                    </a:cxn>
                    <a:cxn ang="0">
                      <a:pos x="connsiteX6855" y="connsiteY6855"/>
                    </a:cxn>
                    <a:cxn ang="0">
                      <a:pos x="connsiteX6856" y="connsiteY6856"/>
                    </a:cxn>
                    <a:cxn ang="0">
                      <a:pos x="connsiteX6857" y="connsiteY6857"/>
                    </a:cxn>
                    <a:cxn ang="0">
                      <a:pos x="connsiteX6858" y="connsiteY6858"/>
                    </a:cxn>
                    <a:cxn ang="0">
                      <a:pos x="connsiteX6859" y="connsiteY6859"/>
                    </a:cxn>
                    <a:cxn ang="0">
                      <a:pos x="connsiteX6860" y="connsiteY6860"/>
                    </a:cxn>
                    <a:cxn ang="0">
                      <a:pos x="connsiteX6861" y="connsiteY6861"/>
                    </a:cxn>
                    <a:cxn ang="0">
                      <a:pos x="connsiteX6862" y="connsiteY6862"/>
                    </a:cxn>
                    <a:cxn ang="0">
                      <a:pos x="connsiteX6863" y="connsiteY6863"/>
                    </a:cxn>
                    <a:cxn ang="0">
                      <a:pos x="connsiteX6864" y="connsiteY6864"/>
                    </a:cxn>
                    <a:cxn ang="0">
                      <a:pos x="connsiteX6865" y="connsiteY6865"/>
                    </a:cxn>
                    <a:cxn ang="0">
                      <a:pos x="connsiteX6866" y="connsiteY6866"/>
                    </a:cxn>
                    <a:cxn ang="0">
                      <a:pos x="connsiteX6867" y="connsiteY6867"/>
                    </a:cxn>
                    <a:cxn ang="0">
                      <a:pos x="connsiteX6868" y="connsiteY6868"/>
                    </a:cxn>
                    <a:cxn ang="0">
                      <a:pos x="connsiteX6869" y="connsiteY6869"/>
                    </a:cxn>
                    <a:cxn ang="0">
                      <a:pos x="connsiteX6870" y="connsiteY6870"/>
                    </a:cxn>
                    <a:cxn ang="0">
                      <a:pos x="connsiteX6871" y="connsiteY6871"/>
                    </a:cxn>
                    <a:cxn ang="0">
                      <a:pos x="connsiteX6872" y="connsiteY6872"/>
                    </a:cxn>
                    <a:cxn ang="0">
                      <a:pos x="connsiteX6873" y="connsiteY6873"/>
                    </a:cxn>
                    <a:cxn ang="0">
                      <a:pos x="connsiteX6874" y="connsiteY6874"/>
                    </a:cxn>
                    <a:cxn ang="0">
                      <a:pos x="connsiteX6875" y="connsiteY6875"/>
                    </a:cxn>
                    <a:cxn ang="0">
                      <a:pos x="connsiteX6876" y="connsiteY6876"/>
                    </a:cxn>
                    <a:cxn ang="0">
                      <a:pos x="connsiteX6877" y="connsiteY6877"/>
                    </a:cxn>
                    <a:cxn ang="0">
                      <a:pos x="connsiteX6878" y="connsiteY6878"/>
                    </a:cxn>
                    <a:cxn ang="0">
                      <a:pos x="connsiteX6879" y="connsiteY6879"/>
                    </a:cxn>
                    <a:cxn ang="0">
                      <a:pos x="connsiteX6880" y="connsiteY6880"/>
                    </a:cxn>
                    <a:cxn ang="0">
                      <a:pos x="connsiteX6881" y="connsiteY6881"/>
                    </a:cxn>
                    <a:cxn ang="0">
                      <a:pos x="connsiteX6882" y="connsiteY6882"/>
                    </a:cxn>
                    <a:cxn ang="0">
                      <a:pos x="connsiteX6883" y="connsiteY6883"/>
                    </a:cxn>
                    <a:cxn ang="0">
                      <a:pos x="connsiteX6884" y="connsiteY6884"/>
                    </a:cxn>
                    <a:cxn ang="0">
                      <a:pos x="connsiteX6885" y="connsiteY6885"/>
                    </a:cxn>
                    <a:cxn ang="0">
                      <a:pos x="connsiteX6886" y="connsiteY6886"/>
                    </a:cxn>
                    <a:cxn ang="0">
                      <a:pos x="connsiteX6887" y="connsiteY6887"/>
                    </a:cxn>
                    <a:cxn ang="0">
                      <a:pos x="connsiteX6888" y="connsiteY6888"/>
                    </a:cxn>
                    <a:cxn ang="0">
                      <a:pos x="connsiteX6889" y="connsiteY6889"/>
                    </a:cxn>
                    <a:cxn ang="0">
                      <a:pos x="connsiteX6890" y="connsiteY6890"/>
                    </a:cxn>
                    <a:cxn ang="0">
                      <a:pos x="connsiteX6891" y="connsiteY6891"/>
                    </a:cxn>
                    <a:cxn ang="0">
                      <a:pos x="connsiteX6892" y="connsiteY6892"/>
                    </a:cxn>
                    <a:cxn ang="0">
                      <a:pos x="connsiteX6893" y="connsiteY6893"/>
                    </a:cxn>
                    <a:cxn ang="0">
                      <a:pos x="connsiteX6894" y="connsiteY6894"/>
                    </a:cxn>
                    <a:cxn ang="0">
                      <a:pos x="connsiteX6895" y="connsiteY6895"/>
                    </a:cxn>
                    <a:cxn ang="0">
                      <a:pos x="connsiteX6896" y="connsiteY6896"/>
                    </a:cxn>
                    <a:cxn ang="0">
                      <a:pos x="connsiteX6897" y="connsiteY6897"/>
                    </a:cxn>
                    <a:cxn ang="0">
                      <a:pos x="connsiteX6898" y="connsiteY6898"/>
                    </a:cxn>
                    <a:cxn ang="0">
                      <a:pos x="connsiteX6899" y="connsiteY6899"/>
                    </a:cxn>
                    <a:cxn ang="0">
                      <a:pos x="connsiteX6900" y="connsiteY6900"/>
                    </a:cxn>
                    <a:cxn ang="0">
                      <a:pos x="connsiteX6901" y="connsiteY6901"/>
                    </a:cxn>
                    <a:cxn ang="0">
                      <a:pos x="connsiteX6902" y="connsiteY6902"/>
                    </a:cxn>
                    <a:cxn ang="0">
                      <a:pos x="connsiteX6903" y="connsiteY6903"/>
                    </a:cxn>
                    <a:cxn ang="0">
                      <a:pos x="connsiteX6904" y="connsiteY6904"/>
                    </a:cxn>
                    <a:cxn ang="0">
                      <a:pos x="connsiteX6905" y="connsiteY6905"/>
                    </a:cxn>
                    <a:cxn ang="0">
                      <a:pos x="connsiteX6906" y="connsiteY6906"/>
                    </a:cxn>
                    <a:cxn ang="0">
                      <a:pos x="connsiteX6907" y="connsiteY6907"/>
                    </a:cxn>
                    <a:cxn ang="0">
                      <a:pos x="connsiteX6908" y="connsiteY6908"/>
                    </a:cxn>
                    <a:cxn ang="0">
                      <a:pos x="connsiteX6909" y="connsiteY6909"/>
                    </a:cxn>
                    <a:cxn ang="0">
                      <a:pos x="connsiteX6910" y="connsiteY6910"/>
                    </a:cxn>
                    <a:cxn ang="0">
                      <a:pos x="connsiteX6911" y="connsiteY6911"/>
                    </a:cxn>
                    <a:cxn ang="0">
                      <a:pos x="connsiteX6912" y="connsiteY6912"/>
                    </a:cxn>
                    <a:cxn ang="0">
                      <a:pos x="connsiteX6913" y="connsiteY6913"/>
                    </a:cxn>
                    <a:cxn ang="0">
                      <a:pos x="connsiteX6914" y="connsiteY6914"/>
                    </a:cxn>
                    <a:cxn ang="0">
                      <a:pos x="connsiteX6915" y="connsiteY6915"/>
                    </a:cxn>
                    <a:cxn ang="0">
                      <a:pos x="connsiteX6916" y="connsiteY6916"/>
                    </a:cxn>
                    <a:cxn ang="0">
                      <a:pos x="connsiteX6917" y="connsiteY6917"/>
                    </a:cxn>
                    <a:cxn ang="0">
                      <a:pos x="connsiteX6918" y="connsiteY6918"/>
                    </a:cxn>
                    <a:cxn ang="0">
                      <a:pos x="connsiteX6919" y="connsiteY6919"/>
                    </a:cxn>
                    <a:cxn ang="0">
                      <a:pos x="connsiteX6920" y="connsiteY6920"/>
                    </a:cxn>
                    <a:cxn ang="0">
                      <a:pos x="connsiteX6921" y="connsiteY6921"/>
                    </a:cxn>
                    <a:cxn ang="0">
                      <a:pos x="connsiteX6922" y="connsiteY6922"/>
                    </a:cxn>
                    <a:cxn ang="0">
                      <a:pos x="connsiteX6923" y="connsiteY6923"/>
                    </a:cxn>
                    <a:cxn ang="0">
                      <a:pos x="connsiteX6924" y="connsiteY6924"/>
                    </a:cxn>
                    <a:cxn ang="0">
                      <a:pos x="connsiteX6925" y="connsiteY6925"/>
                    </a:cxn>
                    <a:cxn ang="0">
                      <a:pos x="connsiteX6926" y="connsiteY6926"/>
                    </a:cxn>
                    <a:cxn ang="0">
                      <a:pos x="connsiteX6927" y="connsiteY6927"/>
                    </a:cxn>
                    <a:cxn ang="0">
                      <a:pos x="connsiteX6928" y="connsiteY6928"/>
                    </a:cxn>
                    <a:cxn ang="0">
                      <a:pos x="connsiteX6929" y="connsiteY6929"/>
                    </a:cxn>
                    <a:cxn ang="0">
                      <a:pos x="connsiteX6930" y="connsiteY6930"/>
                    </a:cxn>
                    <a:cxn ang="0">
                      <a:pos x="connsiteX6931" y="connsiteY6931"/>
                    </a:cxn>
                    <a:cxn ang="0">
                      <a:pos x="connsiteX6932" y="connsiteY6932"/>
                    </a:cxn>
                    <a:cxn ang="0">
                      <a:pos x="connsiteX6933" y="connsiteY6933"/>
                    </a:cxn>
                    <a:cxn ang="0">
                      <a:pos x="connsiteX6934" y="connsiteY6934"/>
                    </a:cxn>
                    <a:cxn ang="0">
                      <a:pos x="connsiteX6935" y="connsiteY6935"/>
                    </a:cxn>
                    <a:cxn ang="0">
                      <a:pos x="connsiteX6936" y="connsiteY6936"/>
                    </a:cxn>
                    <a:cxn ang="0">
                      <a:pos x="connsiteX6937" y="connsiteY6937"/>
                    </a:cxn>
                    <a:cxn ang="0">
                      <a:pos x="connsiteX6938" y="connsiteY6938"/>
                    </a:cxn>
                    <a:cxn ang="0">
                      <a:pos x="connsiteX6939" y="connsiteY6939"/>
                    </a:cxn>
                    <a:cxn ang="0">
                      <a:pos x="connsiteX6940" y="connsiteY6940"/>
                    </a:cxn>
                    <a:cxn ang="0">
                      <a:pos x="connsiteX6941" y="connsiteY6941"/>
                    </a:cxn>
                    <a:cxn ang="0">
                      <a:pos x="connsiteX6942" y="connsiteY6942"/>
                    </a:cxn>
                    <a:cxn ang="0">
                      <a:pos x="connsiteX6943" y="connsiteY6943"/>
                    </a:cxn>
                    <a:cxn ang="0">
                      <a:pos x="connsiteX6944" y="connsiteY6944"/>
                    </a:cxn>
                    <a:cxn ang="0">
                      <a:pos x="connsiteX6945" y="connsiteY6945"/>
                    </a:cxn>
                    <a:cxn ang="0">
                      <a:pos x="connsiteX6946" y="connsiteY6946"/>
                    </a:cxn>
                    <a:cxn ang="0">
                      <a:pos x="connsiteX6947" y="connsiteY6947"/>
                    </a:cxn>
                    <a:cxn ang="0">
                      <a:pos x="connsiteX6948" y="connsiteY6948"/>
                    </a:cxn>
                    <a:cxn ang="0">
                      <a:pos x="connsiteX6949" y="connsiteY6949"/>
                    </a:cxn>
                    <a:cxn ang="0">
                      <a:pos x="connsiteX6950" y="connsiteY6950"/>
                    </a:cxn>
                    <a:cxn ang="0">
                      <a:pos x="connsiteX6951" y="connsiteY6951"/>
                    </a:cxn>
                    <a:cxn ang="0">
                      <a:pos x="connsiteX6952" y="connsiteY6952"/>
                    </a:cxn>
                    <a:cxn ang="0">
                      <a:pos x="connsiteX6953" y="connsiteY6953"/>
                    </a:cxn>
                    <a:cxn ang="0">
                      <a:pos x="connsiteX6954" y="connsiteY6954"/>
                    </a:cxn>
                    <a:cxn ang="0">
                      <a:pos x="connsiteX6955" y="connsiteY6955"/>
                    </a:cxn>
                    <a:cxn ang="0">
                      <a:pos x="connsiteX6956" y="connsiteY6956"/>
                    </a:cxn>
                    <a:cxn ang="0">
                      <a:pos x="connsiteX6957" y="connsiteY6957"/>
                    </a:cxn>
                    <a:cxn ang="0">
                      <a:pos x="connsiteX6958" y="connsiteY6958"/>
                    </a:cxn>
                    <a:cxn ang="0">
                      <a:pos x="connsiteX6959" y="connsiteY6959"/>
                    </a:cxn>
                    <a:cxn ang="0">
                      <a:pos x="connsiteX6960" y="connsiteY6960"/>
                    </a:cxn>
                    <a:cxn ang="0">
                      <a:pos x="connsiteX6961" y="connsiteY6961"/>
                    </a:cxn>
                    <a:cxn ang="0">
                      <a:pos x="connsiteX6962" y="connsiteY6962"/>
                    </a:cxn>
                    <a:cxn ang="0">
                      <a:pos x="connsiteX6963" y="connsiteY6963"/>
                    </a:cxn>
                    <a:cxn ang="0">
                      <a:pos x="connsiteX6964" y="connsiteY6964"/>
                    </a:cxn>
                    <a:cxn ang="0">
                      <a:pos x="connsiteX6965" y="connsiteY6965"/>
                    </a:cxn>
                    <a:cxn ang="0">
                      <a:pos x="connsiteX6966" y="connsiteY6966"/>
                    </a:cxn>
                    <a:cxn ang="0">
                      <a:pos x="connsiteX6967" y="connsiteY6967"/>
                    </a:cxn>
                    <a:cxn ang="0">
                      <a:pos x="connsiteX6968" y="connsiteY6968"/>
                    </a:cxn>
                    <a:cxn ang="0">
                      <a:pos x="connsiteX6969" y="connsiteY6969"/>
                    </a:cxn>
                    <a:cxn ang="0">
                      <a:pos x="connsiteX6970" y="connsiteY6970"/>
                    </a:cxn>
                    <a:cxn ang="0">
                      <a:pos x="connsiteX6971" y="connsiteY6971"/>
                    </a:cxn>
                    <a:cxn ang="0">
                      <a:pos x="connsiteX6972" y="connsiteY6972"/>
                    </a:cxn>
                    <a:cxn ang="0">
                      <a:pos x="connsiteX6973" y="connsiteY6973"/>
                    </a:cxn>
                    <a:cxn ang="0">
                      <a:pos x="connsiteX6974" y="connsiteY6974"/>
                    </a:cxn>
                    <a:cxn ang="0">
                      <a:pos x="connsiteX6975" y="connsiteY6975"/>
                    </a:cxn>
                    <a:cxn ang="0">
                      <a:pos x="connsiteX6976" y="connsiteY6976"/>
                    </a:cxn>
                    <a:cxn ang="0">
                      <a:pos x="connsiteX6977" y="connsiteY6977"/>
                    </a:cxn>
                    <a:cxn ang="0">
                      <a:pos x="connsiteX6978" y="connsiteY6978"/>
                    </a:cxn>
                    <a:cxn ang="0">
                      <a:pos x="connsiteX6979" y="connsiteY6979"/>
                    </a:cxn>
                    <a:cxn ang="0">
                      <a:pos x="connsiteX6980" y="connsiteY6980"/>
                    </a:cxn>
                    <a:cxn ang="0">
                      <a:pos x="connsiteX6981" y="connsiteY6981"/>
                    </a:cxn>
                    <a:cxn ang="0">
                      <a:pos x="connsiteX6982" y="connsiteY6982"/>
                    </a:cxn>
                    <a:cxn ang="0">
                      <a:pos x="connsiteX6983" y="connsiteY6983"/>
                    </a:cxn>
                    <a:cxn ang="0">
                      <a:pos x="connsiteX6984" y="connsiteY6984"/>
                    </a:cxn>
                    <a:cxn ang="0">
                      <a:pos x="connsiteX6985" y="connsiteY6985"/>
                    </a:cxn>
                    <a:cxn ang="0">
                      <a:pos x="connsiteX6986" y="connsiteY6986"/>
                    </a:cxn>
                    <a:cxn ang="0">
                      <a:pos x="connsiteX6987" y="connsiteY6987"/>
                    </a:cxn>
                    <a:cxn ang="0">
                      <a:pos x="connsiteX6988" y="connsiteY6988"/>
                    </a:cxn>
                    <a:cxn ang="0">
                      <a:pos x="connsiteX6989" y="connsiteY6989"/>
                    </a:cxn>
                    <a:cxn ang="0">
                      <a:pos x="connsiteX6990" y="connsiteY6990"/>
                    </a:cxn>
                    <a:cxn ang="0">
                      <a:pos x="connsiteX6991" y="connsiteY6991"/>
                    </a:cxn>
                    <a:cxn ang="0">
                      <a:pos x="connsiteX6992" y="connsiteY6992"/>
                    </a:cxn>
                    <a:cxn ang="0">
                      <a:pos x="connsiteX6993" y="connsiteY6993"/>
                    </a:cxn>
                    <a:cxn ang="0">
                      <a:pos x="connsiteX6994" y="connsiteY6994"/>
                    </a:cxn>
                    <a:cxn ang="0">
                      <a:pos x="connsiteX6995" y="connsiteY6995"/>
                    </a:cxn>
                    <a:cxn ang="0">
                      <a:pos x="connsiteX6996" y="connsiteY6996"/>
                    </a:cxn>
                    <a:cxn ang="0">
                      <a:pos x="connsiteX6997" y="connsiteY6997"/>
                    </a:cxn>
                    <a:cxn ang="0">
                      <a:pos x="connsiteX6998" y="connsiteY6998"/>
                    </a:cxn>
                    <a:cxn ang="0">
                      <a:pos x="connsiteX6999" y="connsiteY6999"/>
                    </a:cxn>
                    <a:cxn ang="0">
                      <a:pos x="connsiteX7000" y="connsiteY7000"/>
                    </a:cxn>
                    <a:cxn ang="0">
                      <a:pos x="connsiteX7001" y="connsiteY7001"/>
                    </a:cxn>
                    <a:cxn ang="0">
                      <a:pos x="connsiteX7002" y="connsiteY7002"/>
                    </a:cxn>
                    <a:cxn ang="0">
                      <a:pos x="connsiteX7003" y="connsiteY7003"/>
                    </a:cxn>
                    <a:cxn ang="0">
                      <a:pos x="connsiteX7004" y="connsiteY7004"/>
                    </a:cxn>
                    <a:cxn ang="0">
                      <a:pos x="connsiteX7005" y="connsiteY7005"/>
                    </a:cxn>
                    <a:cxn ang="0">
                      <a:pos x="connsiteX7006" y="connsiteY7006"/>
                    </a:cxn>
                    <a:cxn ang="0">
                      <a:pos x="connsiteX7007" y="connsiteY7007"/>
                    </a:cxn>
                    <a:cxn ang="0">
                      <a:pos x="connsiteX7008" y="connsiteY7008"/>
                    </a:cxn>
                    <a:cxn ang="0">
                      <a:pos x="connsiteX7009" y="connsiteY7009"/>
                    </a:cxn>
                    <a:cxn ang="0">
                      <a:pos x="connsiteX7010" y="connsiteY7010"/>
                    </a:cxn>
                    <a:cxn ang="0">
                      <a:pos x="connsiteX7011" y="connsiteY7011"/>
                    </a:cxn>
                    <a:cxn ang="0">
                      <a:pos x="connsiteX7012" y="connsiteY7012"/>
                    </a:cxn>
                    <a:cxn ang="0">
                      <a:pos x="connsiteX7013" y="connsiteY7013"/>
                    </a:cxn>
                    <a:cxn ang="0">
                      <a:pos x="connsiteX7014" y="connsiteY7014"/>
                    </a:cxn>
                    <a:cxn ang="0">
                      <a:pos x="connsiteX7015" y="connsiteY7015"/>
                    </a:cxn>
                    <a:cxn ang="0">
                      <a:pos x="connsiteX7016" y="connsiteY7016"/>
                    </a:cxn>
                    <a:cxn ang="0">
                      <a:pos x="connsiteX7017" y="connsiteY7017"/>
                    </a:cxn>
                    <a:cxn ang="0">
                      <a:pos x="connsiteX7018" y="connsiteY7018"/>
                    </a:cxn>
                    <a:cxn ang="0">
                      <a:pos x="connsiteX7019" y="connsiteY7019"/>
                    </a:cxn>
                    <a:cxn ang="0">
                      <a:pos x="connsiteX7020" y="connsiteY7020"/>
                    </a:cxn>
                    <a:cxn ang="0">
                      <a:pos x="connsiteX7021" y="connsiteY7021"/>
                    </a:cxn>
                    <a:cxn ang="0">
                      <a:pos x="connsiteX7022" y="connsiteY7022"/>
                    </a:cxn>
                    <a:cxn ang="0">
                      <a:pos x="connsiteX7023" y="connsiteY7023"/>
                    </a:cxn>
                    <a:cxn ang="0">
                      <a:pos x="connsiteX7024" y="connsiteY7024"/>
                    </a:cxn>
                    <a:cxn ang="0">
                      <a:pos x="connsiteX7025" y="connsiteY7025"/>
                    </a:cxn>
                    <a:cxn ang="0">
                      <a:pos x="connsiteX7026" y="connsiteY7026"/>
                    </a:cxn>
                    <a:cxn ang="0">
                      <a:pos x="connsiteX7027" y="connsiteY7027"/>
                    </a:cxn>
                    <a:cxn ang="0">
                      <a:pos x="connsiteX7028" y="connsiteY7028"/>
                    </a:cxn>
                    <a:cxn ang="0">
                      <a:pos x="connsiteX7029" y="connsiteY7029"/>
                    </a:cxn>
                    <a:cxn ang="0">
                      <a:pos x="connsiteX7030" y="connsiteY7030"/>
                    </a:cxn>
                    <a:cxn ang="0">
                      <a:pos x="connsiteX7031" y="connsiteY7031"/>
                    </a:cxn>
                    <a:cxn ang="0">
                      <a:pos x="connsiteX7032" y="connsiteY7032"/>
                    </a:cxn>
                    <a:cxn ang="0">
                      <a:pos x="connsiteX7033" y="connsiteY7033"/>
                    </a:cxn>
                    <a:cxn ang="0">
                      <a:pos x="connsiteX7034" y="connsiteY7034"/>
                    </a:cxn>
                    <a:cxn ang="0">
                      <a:pos x="connsiteX7035" y="connsiteY7035"/>
                    </a:cxn>
                    <a:cxn ang="0">
                      <a:pos x="connsiteX7036" y="connsiteY7036"/>
                    </a:cxn>
                    <a:cxn ang="0">
                      <a:pos x="connsiteX7037" y="connsiteY7037"/>
                    </a:cxn>
                    <a:cxn ang="0">
                      <a:pos x="connsiteX7038" y="connsiteY7038"/>
                    </a:cxn>
                    <a:cxn ang="0">
                      <a:pos x="connsiteX7039" y="connsiteY7039"/>
                    </a:cxn>
                    <a:cxn ang="0">
                      <a:pos x="connsiteX7040" y="connsiteY7040"/>
                    </a:cxn>
                    <a:cxn ang="0">
                      <a:pos x="connsiteX7041" y="connsiteY7041"/>
                    </a:cxn>
                    <a:cxn ang="0">
                      <a:pos x="connsiteX7042" y="connsiteY7042"/>
                    </a:cxn>
                    <a:cxn ang="0">
                      <a:pos x="connsiteX7043" y="connsiteY7043"/>
                    </a:cxn>
                    <a:cxn ang="0">
                      <a:pos x="connsiteX7044" y="connsiteY7044"/>
                    </a:cxn>
                    <a:cxn ang="0">
                      <a:pos x="connsiteX7045" y="connsiteY7045"/>
                    </a:cxn>
                    <a:cxn ang="0">
                      <a:pos x="connsiteX7046" y="connsiteY7046"/>
                    </a:cxn>
                    <a:cxn ang="0">
                      <a:pos x="connsiteX7047" y="connsiteY7047"/>
                    </a:cxn>
                    <a:cxn ang="0">
                      <a:pos x="connsiteX7048" y="connsiteY7048"/>
                    </a:cxn>
                    <a:cxn ang="0">
                      <a:pos x="connsiteX7049" y="connsiteY7049"/>
                    </a:cxn>
                    <a:cxn ang="0">
                      <a:pos x="connsiteX7050" y="connsiteY7050"/>
                    </a:cxn>
                    <a:cxn ang="0">
                      <a:pos x="connsiteX7051" y="connsiteY7051"/>
                    </a:cxn>
                    <a:cxn ang="0">
                      <a:pos x="connsiteX7052" y="connsiteY7052"/>
                    </a:cxn>
                    <a:cxn ang="0">
                      <a:pos x="connsiteX7053" y="connsiteY7053"/>
                    </a:cxn>
                    <a:cxn ang="0">
                      <a:pos x="connsiteX7054" y="connsiteY7054"/>
                    </a:cxn>
                    <a:cxn ang="0">
                      <a:pos x="connsiteX7055" y="connsiteY7055"/>
                    </a:cxn>
                    <a:cxn ang="0">
                      <a:pos x="connsiteX7056" y="connsiteY7056"/>
                    </a:cxn>
                    <a:cxn ang="0">
                      <a:pos x="connsiteX7057" y="connsiteY7057"/>
                    </a:cxn>
                    <a:cxn ang="0">
                      <a:pos x="connsiteX7058" y="connsiteY7058"/>
                    </a:cxn>
                    <a:cxn ang="0">
                      <a:pos x="connsiteX7059" y="connsiteY7059"/>
                    </a:cxn>
                    <a:cxn ang="0">
                      <a:pos x="connsiteX7060" y="connsiteY7060"/>
                    </a:cxn>
                    <a:cxn ang="0">
                      <a:pos x="connsiteX7061" y="connsiteY7061"/>
                    </a:cxn>
                    <a:cxn ang="0">
                      <a:pos x="connsiteX7062" y="connsiteY7062"/>
                    </a:cxn>
                    <a:cxn ang="0">
                      <a:pos x="connsiteX7063" y="connsiteY7063"/>
                    </a:cxn>
                    <a:cxn ang="0">
                      <a:pos x="connsiteX7064" y="connsiteY7064"/>
                    </a:cxn>
                    <a:cxn ang="0">
                      <a:pos x="connsiteX7065" y="connsiteY7065"/>
                    </a:cxn>
                    <a:cxn ang="0">
                      <a:pos x="connsiteX7066" y="connsiteY7066"/>
                    </a:cxn>
                    <a:cxn ang="0">
                      <a:pos x="connsiteX7067" y="connsiteY7067"/>
                    </a:cxn>
                    <a:cxn ang="0">
                      <a:pos x="connsiteX7068" y="connsiteY7068"/>
                    </a:cxn>
                    <a:cxn ang="0">
                      <a:pos x="connsiteX7069" y="connsiteY7069"/>
                    </a:cxn>
                    <a:cxn ang="0">
                      <a:pos x="connsiteX7070" y="connsiteY7070"/>
                    </a:cxn>
                    <a:cxn ang="0">
                      <a:pos x="connsiteX7071" y="connsiteY7071"/>
                    </a:cxn>
                    <a:cxn ang="0">
                      <a:pos x="connsiteX7072" y="connsiteY7072"/>
                    </a:cxn>
                    <a:cxn ang="0">
                      <a:pos x="connsiteX7073" y="connsiteY7073"/>
                    </a:cxn>
                    <a:cxn ang="0">
                      <a:pos x="connsiteX7074" y="connsiteY7074"/>
                    </a:cxn>
                    <a:cxn ang="0">
                      <a:pos x="connsiteX7075" y="connsiteY7075"/>
                    </a:cxn>
                    <a:cxn ang="0">
                      <a:pos x="connsiteX7076" y="connsiteY7076"/>
                    </a:cxn>
                    <a:cxn ang="0">
                      <a:pos x="connsiteX7077" y="connsiteY7077"/>
                    </a:cxn>
                    <a:cxn ang="0">
                      <a:pos x="connsiteX7078" y="connsiteY7078"/>
                    </a:cxn>
                    <a:cxn ang="0">
                      <a:pos x="connsiteX7079" y="connsiteY7079"/>
                    </a:cxn>
                    <a:cxn ang="0">
                      <a:pos x="connsiteX7080" y="connsiteY7080"/>
                    </a:cxn>
                    <a:cxn ang="0">
                      <a:pos x="connsiteX7081" y="connsiteY7081"/>
                    </a:cxn>
                    <a:cxn ang="0">
                      <a:pos x="connsiteX7082" y="connsiteY7082"/>
                    </a:cxn>
                    <a:cxn ang="0">
                      <a:pos x="connsiteX7083" y="connsiteY7083"/>
                    </a:cxn>
                    <a:cxn ang="0">
                      <a:pos x="connsiteX7084" y="connsiteY7084"/>
                    </a:cxn>
                    <a:cxn ang="0">
                      <a:pos x="connsiteX7085" y="connsiteY7085"/>
                    </a:cxn>
                    <a:cxn ang="0">
                      <a:pos x="connsiteX7086" y="connsiteY7086"/>
                    </a:cxn>
                    <a:cxn ang="0">
                      <a:pos x="connsiteX7087" y="connsiteY7087"/>
                    </a:cxn>
                    <a:cxn ang="0">
                      <a:pos x="connsiteX7088" y="connsiteY7088"/>
                    </a:cxn>
                    <a:cxn ang="0">
                      <a:pos x="connsiteX7089" y="connsiteY7089"/>
                    </a:cxn>
                    <a:cxn ang="0">
                      <a:pos x="connsiteX7090" y="connsiteY7090"/>
                    </a:cxn>
                    <a:cxn ang="0">
                      <a:pos x="connsiteX7091" y="connsiteY7091"/>
                    </a:cxn>
                    <a:cxn ang="0">
                      <a:pos x="connsiteX7092" y="connsiteY7092"/>
                    </a:cxn>
                    <a:cxn ang="0">
                      <a:pos x="connsiteX7093" y="connsiteY7093"/>
                    </a:cxn>
                    <a:cxn ang="0">
                      <a:pos x="connsiteX7094" y="connsiteY7094"/>
                    </a:cxn>
                    <a:cxn ang="0">
                      <a:pos x="connsiteX7095" y="connsiteY7095"/>
                    </a:cxn>
                    <a:cxn ang="0">
                      <a:pos x="connsiteX7096" y="connsiteY7096"/>
                    </a:cxn>
                    <a:cxn ang="0">
                      <a:pos x="connsiteX7097" y="connsiteY7097"/>
                    </a:cxn>
                    <a:cxn ang="0">
                      <a:pos x="connsiteX7098" y="connsiteY7098"/>
                    </a:cxn>
                    <a:cxn ang="0">
                      <a:pos x="connsiteX7099" y="connsiteY7099"/>
                    </a:cxn>
                    <a:cxn ang="0">
                      <a:pos x="connsiteX7100" y="connsiteY7100"/>
                    </a:cxn>
                    <a:cxn ang="0">
                      <a:pos x="connsiteX7101" y="connsiteY7101"/>
                    </a:cxn>
                    <a:cxn ang="0">
                      <a:pos x="connsiteX7102" y="connsiteY7102"/>
                    </a:cxn>
                    <a:cxn ang="0">
                      <a:pos x="connsiteX7103" y="connsiteY7103"/>
                    </a:cxn>
                    <a:cxn ang="0">
                      <a:pos x="connsiteX7104" y="connsiteY7104"/>
                    </a:cxn>
                    <a:cxn ang="0">
                      <a:pos x="connsiteX7105" y="connsiteY7105"/>
                    </a:cxn>
                    <a:cxn ang="0">
                      <a:pos x="connsiteX7106" y="connsiteY7106"/>
                    </a:cxn>
                    <a:cxn ang="0">
                      <a:pos x="connsiteX7107" y="connsiteY7107"/>
                    </a:cxn>
                    <a:cxn ang="0">
                      <a:pos x="connsiteX7108" y="connsiteY7108"/>
                    </a:cxn>
                    <a:cxn ang="0">
                      <a:pos x="connsiteX7109" y="connsiteY7109"/>
                    </a:cxn>
                    <a:cxn ang="0">
                      <a:pos x="connsiteX7110" y="connsiteY7110"/>
                    </a:cxn>
                    <a:cxn ang="0">
                      <a:pos x="connsiteX7111" y="connsiteY7111"/>
                    </a:cxn>
                    <a:cxn ang="0">
                      <a:pos x="connsiteX7112" y="connsiteY7112"/>
                    </a:cxn>
                    <a:cxn ang="0">
                      <a:pos x="connsiteX7113" y="connsiteY7113"/>
                    </a:cxn>
                    <a:cxn ang="0">
                      <a:pos x="connsiteX7114" y="connsiteY7114"/>
                    </a:cxn>
                    <a:cxn ang="0">
                      <a:pos x="connsiteX7115" y="connsiteY7115"/>
                    </a:cxn>
                    <a:cxn ang="0">
                      <a:pos x="connsiteX7116" y="connsiteY7116"/>
                    </a:cxn>
                    <a:cxn ang="0">
                      <a:pos x="connsiteX7117" y="connsiteY7117"/>
                    </a:cxn>
                    <a:cxn ang="0">
                      <a:pos x="connsiteX7118" y="connsiteY7118"/>
                    </a:cxn>
                    <a:cxn ang="0">
                      <a:pos x="connsiteX7119" y="connsiteY7119"/>
                    </a:cxn>
                    <a:cxn ang="0">
                      <a:pos x="connsiteX7120" y="connsiteY7120"/>
                    </a:cxn>
                    <a:cxn ang="0">
                      <a:pos x="connsiteX7121" y="connsiteY7121"/>
                    </a:cxn>
                    <a:cxn ang="0">
                      <a:pos x="connsiteX7122" y="connsiteY7122"/>
                    </a:cxn>
                    <a:cxn ang="0">
                      <a:pos x="connsiteX7123" y="connsiteY7123"/>
                    </a:cxn>
                    <a:cxn ang="0">
                      <a:pos x="connsiteX7124" y="connsiteY7124"/>
                    </a:cxn>
                    <a:cxn ang="0">
                      <a:pos x="connsiteX7125" y="connsiteY7125"/>
                    </a:cxn>
                    <a:cxn ang="0">
                      <a:pos x="connsiteX7126" y="connsiteY7126"/>
                    </a:cxn>
                    <a:cxn ang="0">
                      <a:pos x="connsiteX7127" y="connsiteY7127"/>
                    </a:cxn>
                    <a:cxn ang="0">
                      <a:pos x="connsiteX7128" y="connsiteY7128"/>
                    </a:cxn>
                    <a:cxn ang="0">
                      <a:pos x="connsiteX7129" y="connsiteY7129"/>
                    </a:cxn>
                    <a:cxn ang="0">
                      <a:pos x="connsiteX7130" y="connsiteY7130"/>
                    </a:cxn>
                    <a:cxn ang="0">
                      <a:pos x="connsiteX7131" y="connsiteY7131"/>
                    </a:cxn>
                    <a:cxn ang="0">
                      <a:pos x="connsiteX7132" y="connsiteY7132"/>
                    </a:cxn>
                    <a:cxn ang="0">
                      <a:pos x="connsiteX7133" y="connsiteY7133"/>
                    </a:cxn>
                    <a:cxn ang="0">
                      <a:pos x="connsiteX7134" y="connsiteY7134"/>
                    </a:cxn>
                    <a:cxn ang="0">
                      <a:pos x="connsiteX7135" y="connsiteY7135"/>
                    </a:cxn>
                    <a:cxn ang="0">
                      <a:pos x="connsiteX7136" y="connsiteY7136"/>
                    </a:cxn>
                    <a:cxn ang="0">
                      <a:pos x="connsiteX7137" y="connsiteY7137"/>
                    </a:cxn>
                    <a:cxn ang="0">
                      <a:pos x="connsiteX7138" y="connsiteY7138"/>
                    </a:cxn>
                    <a:cxn ang="0">
                      <a:pos x="connsiteX7139" y="connsiteY7139"/>
                    </a:cxn>
                    <a:cxn ang="0">
                      <a:pos x="connsiteX7140" y="connsiteY7140"/>
                    </a:cxn>
                    <a:cxn ang="0">
                      <a:pos x="connsiteX7141" y="connsiteY7141"/>
                    </a:cxn>
                    <a:cxn ang="0">
                      <a:pos x="connsiteX7142" y="connsiteY7142"/>
                    </a:cxn>
                    <a:cxn ang="0">
                      <a:pos x="connsiteX7143" y="connsiteY7143"/>
                    </a:cxn>
                    <a:cxn ang="0">
                      <a:pos x="connsiteX7144" y="connsiteY7144"/>
                    </a:cxn>
                    <a:cxn ang="0">
                      <a:pos x="connsiteX7145" y="connsiteY7145"/>
                    </a:cxn>
                    <a:cxn ang="0">
                      <a:pos x="connsiteX7146" y="connsiteY7146"/>
                    </a:cxn>
                    <a:cxn ang="0">
                      <a:pos x="connsiteX7147" y="connsiteY7147"/>
                    </a:cxn>
                    <a:cxn ang="0">
                      <a:pos x="connsiteX7148" y="connsiteY7148"/>
                    </a:cxn>
                    <a:cxn ang="0">
                      <a:pos x="connsiteX7149" y="connsiteY7149"/>
                    </a:cxn>
                    <a:cxn ang="0">
                      <a:pos x="connsiteX7150" y="connsiteY7150"/>
                    </a:cxn>
                    <a:cxn ang="0">
                      <a:pos x="connsiteX7151" y="connsiteY7151"/>
                    </a:cxn>
                    <a:cxn ang="0">
                      <a:pos x="connsiteX7152" y="connsiteY7152"/>
                    </a:cxn>
                    <a:cxn ang="0">
                      <a:pos x="connsiteX7153" y="connsiteY7153"/>
                    </a:cxn>
                    <a:cxn ang="0">
                      <a:pos x="connsiteX7154" y="connsiteY7154"/>
                    </a:cxn>
                    <a:cxn ang="0">
                      <a:pos x="connsiteX7155" y="connsiteY7155"/>
                    </a:cxn>
                    <a:cxn ang="0">
                      <a:pos x="connsiteX7156" y="connsiteY7156"/>
                    </a:cxn>
                    <a:cxn ang="0">
                      <a:pos x="connsiteX7157" y="connsiteY7157"/>
                    </a:cxn>
                    <a:cxn ang="0">
                      <a:pos x="connsiteX7158" y="connsiteY7158"/>
                    </a:cxn>
                    <a:cxn ang="0">
                      <a:pos x="connsiteX7159" y="connsiteY7159"/>
                    </a:cxn>
                    <a:cxn ang="0">
                      <a:pos x="connsiteX7160" y="connsiteY7160"/>
                    </a:cxn>
                    <a:cxn ang="0">
                      <a:pos x="connsiteX7161" y="connsiteY7161"/>
                    </a:cxn>
                    <a:cxn ang="0">
                      <a:pos x="connsiteX7162" y="connsiteY7162"/>
                    </a:cxn>
                    <a:cxn ang="0">
                      <a:pos x="connsiteX7163" y="connsiteY7163"/>
                    </a:cxn>
                    <a:cxn ang="0">
                      <a:pos x="connsiteX7164" y="connsiteY7164"/>
                    </a:cxn>
                    <a:cxn ang="0">
                      <a:pos x="connsiteX7165" y="connsiteY7165"/>
                    </a:cxn>
                    <a:cxn ang="0">
                      <a:pos x="connsiteX7166" y="connsiteY7166"/>
                    </a:cxn>
                    <a:cxn ang="0">
                      <a:pos x="connsiteX7167" y="connsiteY7167"/>
                    </a:cxn>
                    <a:cxn ang="0">
                      <a:pos x="connsiteX7168" y="connsiteY7168"/>
                    </a:cxn>
                    <a:cxn ang="0">
                      <a:pos x="connsiteX7169" y="connsiteY7169"/>
                    </a:cxn>
                    <a:cxn ang="0">
                      <a:pos x="connsiteX7170" y="connsiteY7170"/>
                    </a:cxn>
                    <a:cxn ang="0">
                      <a:pos x="connsiteX7171" y="connsiteY7171"/>
                    </a:cxn>
                    <a:cxn ang="0">
                      <a:pos x="connsiteX7172" y="connsiteY7172"/>
                    </a:cxn>
                    <a:cxn ang="0">
                      <a:pos x="connsiteX7173" y="connsiteY7173"/>
                    </a:cxn>
                    <a:cxn ang="0">
                      <a:pos x="connsiteX7174" y="connsiteY7174"/>
                    </a:cxn>
                    <a:cxn ang="0">
                      <a:pos x="connsiteX7175" y="connsiteY7175"/>
                    </a:cxn>
                    <a:cxn ang="0">
                      <a:pos x="connsiteX7176" y="connsiteY7176"/>
                    </a:cxn>
                    <a:cxn ang="0">
                      <a:pos x="connsiteX7177" y="connsiteY7177"/>
                    </a:cxn>
                    <a:cxn ang="0">
                      <a:pos x="connsiteX7178" y="connsiteY7178"/>
                    </a:cxn>
                    <a:cxn ang="0">
                      <a:pos x="connsiteX7179" y="connsiteY7179"/>
                    </a:cxn>
                    <a:cxn ang="0">
                      <a:pos x="connsiteX7180" y="connsiteY7180"/>
                    </a:cxn>
                    <a:cxn ang="0">
                      <a:pos x="connsiteX7181" y="connsiteY7181"/>
                    </a:cxn>
                    <a:cxn ang="0">
                      <a:pos x="connsiteX7182" y="connsiteY7182"/>
                    </a:cxn>
                    <a:cxn ang="0">
                      <a:pos x="connsiteX7183" y="connsiteY7183"/>
                    </a:cxn>
                    <a:cxn ang="0">
                      <a:pos x="connsiteX7184" y="connsiteY7184"/>
                    </a:cxn>
                    <a:cxn ang="0">
                      <a:pos x="connsiteX7185" y="connsiteY7185"/>
                    </a:cxn>
                    <a:cxn ang="0">
                      <a:pos x="connsiteX7186" y="connsiteY7186"/>
                    </a:cxn>
                    <a:cxn ang="0">
                      <a:pos x="connsiteX7187" y="connsiteY7187"/>
                    </a:cxn>
                    <a:cxn ang="0">
                      <a:pos x="connsiteX7188" y="connsiteY7188"/>
                    </a:cxn>
                    <a:cxn ang="0">
                      <a:pos x="connsiteX7189" y="connsiteY7189"/>
                    </a:cxn>
                    <a:cxn ang="0">
                      <a:pos x="connsiteX7190" y="connsiteY7190"/>
                    </a:cxn>
                    <a:cxn ang="0">
                      <a:pos x="connsiteX7191" y="connsiteY7191"/>
                    </a:cxn>
                    <a:cxn ang="0">
                      <a:pos x="connsiteX7192" y="connsiteY7192"/>
                    </a:cxn>
                    <a:cxn ang="0">
                      <a:pos x="connsiteX7193" y="connsiteY7193"/>
                    </a:cxn>
                    <a:cxn ang="0">
                      <a:pos x="connsiteX7194" y="connsiteY7194"/>
                    </a:cxn>
                    <a:cxn ang="0">
                      <a:pos x="connsiteX7195" y="connsiteY7195"/>
                    </a:cxn>
                    <a:cxn ang="0">
                      <a:pos x="connsiteX7196" y="connsiteY7196"/>
                    </a:cxn>
                    <a:cxn ang="0">
                      <a:pos x="connsiteX7197" y="connsiteY7197"/>
                    </a:cxn>
                    <a:cxn ang="0">
                      <a:pos x="connsiteX7198" y="connsiteY7198"/>
                    </a:cxn>
                    <a:cxn ang="0">
                      <a:pos x="connsiteX7199" y="connsiteY7199"/>
                    </a:cxn>
                    <a:cxn ang="0">
                      <a:pos x="connsiteX7200" y="connsiteY7200"/>
                    </a:cxn>
                    <a:cxn ang="0">
                      <a:pos x="connsiteX7201" y="connsiteY7201"/>
                    </a:cxn>
                    <a:cxn ang="0">
                      <a:pos x="connsiteX7202" y="connsiteY7202"/>
                    </a:cxn>
                    <a:cxn ang="0">
                      <a:pos x="connsiteX7203" y="connsiteY7203"/>
                    </a:cxn>
                    <a:cxn ang="0">
                      <a:pos x="connsiteX7204" y="connsiteY7204"/>
                    </a:cxn>
                    <a:cxn ang="0">
                      <a:pos x="connsiteX7205" y="connsiteY7205"/>
                    </a:cxn>
                    <a:cxn ang="0">
                      <a:pos x="connsiteX7206" y="connsiteY7206"/>
                    </a:cxn>
                    <a:cxn ang="0">
                      <a:pos x="connsiteX7207" y="connsiteY7207"/>
                    </a:cxn>
                    <a:cxn ang="0">
                      <a:pos x="connsiteX7208" y="connsiteY7208"/>
                    </a:cxn>
                    <a:cxn ang="0">
                      <a:pos x="connsiteX7209" y="connsiteY7209"/>
                    </a:cxn>
                    <a:cxn ang="0">
                      <a:pos x="connsiteX7210" y="connsiteY7210"/>
                    </a:cxn>
                    <a:cxn ang="0">
                      <a:pos x="connsiteX7211" y="connsiteY7211"/>
                    </a:cxn>
                    <a:cxn ang="0">
                      <a:pos x="connsiteX7212" y="connsiteY7212"/>
                    </a:cxn>
                    <a:cxn ang="0">
                      <a:pos x="connsiteX7213" y="connsiteY7213"/>
                    </a:cxn>
                    <a:cxn ang="0">
                      <a:pos x="connsiteX7214" y="connsiteY7214"/>
                    </a:cxn>
                    <a:cxn ang="0">
                      <a:pos x="connsiteX7215" y="connsiteY7215"/>
                    </a:cxn>
                    <a:cxn ang="0">
                      <a:pos x="connsiteX7216" y="connsiteY7216"/>
                    </a:cxn>
                    <a:cxn ang="0">
                      <a:pos x="connsiteX7217" y="connsiteY7217"/>
                    </a:cxn>
                    <a:cxn ang="0">
                      <a:pos x="connsiteX7218" y="connsiteY7218"/>
                    </a:cxn>
                    <a:cxn ang="0">
                      <a:pos x="connsiteX7219" y="connsiteY7219"/>
                    </a:cxn>
                    <a:cxn ang="0">
                      <a:pos x="connsiteX7220" y="connsiteY7220"/>
                    </a:cxn>
                    <a:cxn ang="0">
                      <a:pos x="connsiteX7221" y="connsiteY7221"/>
                    </a:cxn>
                    <a:cxn ang="0">
                      <a:pos x="connsiteX7222" y="connsiteY7222"/>
                    </a:cxn>
                    <a:cxn ang="0">
                      <a:pos x="connsiteX7223" y="connsiteY7223"/>
                    </a:cxn>
                    <a:cxn ang="0">
                      <a:pos x="connsiteX7224" y="connsiteY7224"/>
                    </a:cxn>
                    <a:cxn ang="0">
                      <a:pos x="connsiteX7225" y="connsiteY7225"/>
                    </a:cxn>
                    <a:cxn ang="0">
                      <a:pos x="connsiteX7226" y="connsiteY7226"/>
                    </a:cxn>
                    <a:cxn ang="0">
                      <a:pos x="connsiteX7227" y="connsiteY7227"/>
                    </a:cxn>
                    <a:cxn ang="0">
                      <a:pos x="connsiteX7228" y="connsiteY7228"/>
                    </a:cxn>
                    <a:cxn ang="0">
                      <a:pos x="connsiteX7229" y="connsiteY7229"/>
                    </a:cxn>
                    <a:cxn ang="0">
                      <a:pos x="connsiteX7230" y="connsiteY7230"/>
                    </a:cxn>
                    <a:cxn ang="0">
                      <a:pos x="connsiteX7231" y="connsiteY7231"/>
                    </a:cxn>
                    <a:cxn ang="0">
                      <a:pos x="connsiteX7232" y="connsiteY7232"/>
                    </a:cxn>
                    <a:cxn ang="0">
                      <a:pos x="connsiteX7233" y="connsiteY7233"/>
                    </a:cxn>
                    <a:cxn ang="0">
                      <a:pos x="connsiteX7234" y="connsiteY7234"/>
                    </a:cxn>
                    <a:cxn ang="0">
                      <a:pos x="connsiteX7235" y="connsiteY7235"/>
                    </a:cxn>
                    <a:cxn ang="0">
                      <a:pos x="connsiteX7236" y="connsiteY7236"/>
                    </a:cxn>
                    <a:cxn ang="0">
                      <a:pos x="connsiteX7237" y="connsiteY7237"/>
                    </a:cxn>
                    <a:cxn ang="0">
                      <a:pos x="connsiteX7238" y="connsiteY7238"/>
                    </a:cxn>
                    <a:cxn ang="0">
                      <a:pos x="connsiteX7239" y="connsiteY7239"/>
                    </a:cxn>
                    <a:cxn ang="0">
                      <a:pos x="connsiteX7240" y="connsiteY7240"/>
                    </a:cxn>
                    <a:cxn ang="0">
                      <a:pos x="connsiteX7241" y="connsiteY7241"/>
                    </a:cxn>
                    <a:cxn ang="0">
                      <a:pos x="connsiteX7242" y="connsiteY7242"/>
                    </a:cxn>
                    <a:cxn ang="0">
                      <a:pos x="connsiteX7243" y="connsiteY7243"/>
                    </a:cxn>
                    <a:cxn ang="0">
                      <a:pos x="connsiteX7244" y="connsiteY7244"/>
                    </a:cxn>
                    <a:cxn ang="0">
                      <a:pos x="connsiteX7245" y="connsiteY7245"/>
                    </a:cxn>
                    <a:cxn ang="0">
                      <a:pos x="connsiteX7246" y="connsiteY7246"/>
                    </a:cxn>
                    <a:cxn ang="0">
                      <a:pos x="connsiteX7247" y="connsiteY7247"/>
                    </a:cxn>
                    <a:cxn ang="0">
                      <a:pos x="connsiteX7248" y="connsiteY7248"/>
                    </a:cxn>
                    <a:cxn ang="0">
                      <a:pos x="connsiteX7249" y="connsiteY7249"/>
                    </a:cxn>
                    <a:cxn ang="0">
                      <a:pos x="connsiteX7250" y="connsiteY7250"/>
                    </a:cxn>
                    <a:cxn ang="0">
                      <a:pos x="connsiteX7251" y="connsiteY7251"/>
                    </a:cxn>
                    <a:cxn ang="0">
                      <a:pos x="connsiteX7252" y="connsiteY7252"/>
                    </a:cxn>
                    <a:cxn ang="0">
                      <a:pos x="connsiteX7253" y="connsiteY7253"/>
                    </a:cxn>
                    <a:cxn ang="0">
                      <a:pos x="connsiteX7254" y="connsiteY7254"/>
                    </a:cxn>
                    <a:cxn ang="0">
                      <a:pos x="connsiteX7255" y="connsiteY7255"/>
                    </a:cxn>
                    <a:cxn ang="0">
                      <a:pos x="connsiteX7256" y="connsiteY7256"/>
                    </a:cxn>
                    <a:cxn ang="0">
                      <a:pos x="connsiteX7257" y="connsiteY7257"/>
                    </a:cxn>
                    <a:cxn ang="0">
                      <a:pos x="connsiteX7258" y="connsiteY7258"/>
                    </a:cxn>
                    <a:cxn ang="0">
                      <a:pos x="connsiteX7259" y="connsiteY7259"/>
                    </a:cxn>
                    <a:cxn ang="0">
                      <a:pos x="connsiteX7260" y="connsiteY7260"/>
                    </a:cxn>
                    <a:cxn ang="0">
                      <a:pos x="connsiteX7261" y="connsiteY7261"/>
                    </a:cxn>
                    <a:cxn ang="0">
                      <a:pos x="connsiteX7262" y="connsiteY7262"/>
                    </a:cxn>
                    <a:cxn ang="0">
                      <a:pos x="connsiteX7263" y="connsiteY7263"/>
                    </a:cxn>
                    <a:cxn ang="0">
                      <a:pos x="connsiteX7264" y="connsiteY7264"/>
                    </a:cxn>
                    <a:cxn ang="0">
                      <a:pos x="connsiteX7265" y="connsiteY7265"/>
                    </a:cxn>
                    <a:cxn ang="0">
                      <a:pos x="connsiteX7266" y="connsiteY7266"/>
                    </a:cxn>
                    <a:cxn ang="0">
                      <a:pos x="connsiteX7267" y="connsiteY7267"/>
                    </a:cxn>
                    <a:cxn ang="0">
                      <a:pos x="connsiteX7268" y="connsiteY7268"/>
                    </a:cxn>
                    <a:cxn ang="0">
                      <a:pos x="connsiteX7269" y="connsiteY7269"/>
                    </a:cxn>
                    <a:cxn ang="0">
                      <a:pos x="connsiteX7270" y="connsiteY7270"/>
                    </a:cxn>
                    <a:cxn ang="0">
                      <a:pos x="connsiteX7271" y="connsiteY7271"/>
                    </a:cxn>
                    <a:cxn ang="0">
                      <a:pos x="connsiteX7272" y="connsiteY7272"/>
                    </a:cxn>
                    <a:cxn ang="0">
                      <a:pos x="connsiteX7273" y="connsiteY7273"/>
                    </a:cxn>
                    <a:cxn ang="0">
                      <a:pos x="connsiteX7274" y="connsiteY7274"/>
                    </a:cxn>
                    <a:cxn ang="0">
                      <a:pos x="connsiteX7275" y="connsiteY7275"/>
                    </a:cxn>
                    <a:cxn ang="0">
                      <a:pos x="connsiteX7276" y="connsiteY7276"/>
                    </a:cxn>
                    <a:cxn ang="0">
                      <a:pos x="connsiteX7277" y="connsiteY7277"/>
                    </a:cxn>
                    <a:cxn ang="0">
                      <a:pos x="connsiteX7278" y="connsiteY7278"/>
                    </a:cxn>
                    <a:cxn ang="0">
                      <a:pos x="connsiteX7279" y="connsiteY7279"/>
                    </a:cxn>
                    <a:cxn ang="0">
                      <a:pos x="connsiteX7280" y="connsiteY7280"/>
                    </a:cxn>
                    <a:cxn ang="0">
                      <a:pos x="connsiteX7281" y="connsiteY7281"/>
                    </a:cxn>
                    <a:cxn ang="0">
                      <a:pos x="connsiteX7282" y="connsiteY7282"/>
                    </a:cxn>
                    <a:cxn ang="0">
                      <a:pos x="connsiteX7283" y="connsiteY7283"/>
                    </a:cxn>
                    <a:cxn ang="0">
                      <a:pos x="connsiteX7284" y="connsiteY7284"/>
                    </a:cxn>
                    <a:cxn ang="0">
                      <a:pos x="connsiteX7285" y="connsiteY7285"/>
                    </a:cxn>
                    <a:cxn ang="0">
                      <a:pos x="connsiteX7286" y="connsiteY7286"/>
                    </a:cxn>
                    <a:cxn ang="0">
                      <a:pos x="connsiteX7287" y="connsiteY7287"/>
                    </a:cxn>
                    <a:cxn ang="0">
                      <a:pos x="connsiteX7288" y="connsiteY7288"/>
                    </a:cxn>
                    <a:cxn ang="0">
                      <a:pos x="connsiteX7289" y="connsiteY7289"/>
                    </a:cxn>
                    <a:cxn ang="0">
                      <a:pos x="connsiteX7290" y="connsiteY7290"/>
                    </a:cxn>
                    <a:cxn ang="0">
                      <a:pos x="connsiteX7291" y="connsiteY7291"/>
                    </a:cxn>
                    <a:cxn ang="0">
                      <a:pos x="connsiteX7292" y="connsiteY7292"/>
                    </a:cxn>
                    <a:cxn ang="0">
                      <a:pos x="connsiteX7293" y="connsiteY7293"/>
                    </a:cxn>
                    <a:cxn ang="0">
                      <a:pos x="connsiteX7294" y="connsiteY7294"/>
                    </a:cxn>
                    <a:cxn ang="0">
                      <a:pos x="connsiteX7295" y="connsiteY7295"/>
                    </a:cxn>
                    <a:cxn ang="0">
                      <a:pos x="connsiteX7296" y="connsiteY7296"/>
                    </a:cxn>
                    <a:cxn ang="0">
                      <a:pos x="connsiteX7297" y="connsiteY7297"/>
                    </a:cxn>
                    <a:cxn ang="0">
                      <a:pos x="connsiteX7298" y="connsiteY7298"/>
                    </a:cxn>
                    <a:cxn ang="0">
                      <a:pos x="connsiteX7299" y="connsiteY7299"/>
                    </a:cxn>
                    <a:cxn ang="0">
                      <a:pos x="connsiteX7300" y="connsiteY7300"/>
                    </a:cxn>
                    <a:cxn ang="0">
                      <a:pos x="connsiteX7301" y="connsiteY7301"/>
                    </a:cxn>
                    <a:cxn ang="0">
                      <a:pos x="connsiteX7302" y="connsiteY7302"/>
                    </a:cxn>
                    <a:cxn ang="0">
                      <a:pos x="connsiteX7303" y="connsiteY7303"/>
                    </a:cxn>
                    <a:cxn ang="0">
                      <a:pos x="connsiteX7304" y="connsiteY7304"/>
                    </a:cxn>
                    <a:cxn ang="0">
                      <a:pos x="connsiteX7305" y="connsiteY7305"/>
                    </a:cxn>
                    <a:cxn ang="0">
                      <a:pos x="connsiteX7306" y="connsiteY7306"/>
                    </a:cxn>
                    <a:cxn ang="0">
                      <a:pos x="connsiteX7307" y="connsiteY7307"/>
                    </a:cxn>
                    <a:cxn ang="0">
                      <a:pos x="connsiteX7308" y="connsiteY7308"/>
                    </a:cxn>
                    <a:cxn ang="0">
                      <a:pos x="connsiteX7309" y="connsiteY7309"/>
                    </a:cxn>
                    <a:cxn ang="0">
                      <a:pos x="connsiteX7310" y="connsiteY7310"/>
                    </a:cxn>
                    <a:cxn ang="0">
                      <a:pos x="connsiteX7311" y="connsiteY7311"/>
                    </a:cxn>
                    <a:cxn ang="0">
                      <a:pos x="connsiteX7312" y="connsiteY7312"/>
                    </a:cxn>
                    <a:cxn ang="0">
                      <a:pos x="connsiteX7313" y="connsiteY7313"/>
                    </a:cxn>
                    <a:cxn ang="0">
                      <a:pos x="connsiteX7314" y="connsiteY7314"/>
                    </a:cxn>
                    <a:cxn ang="0">
                      <a:pos x="connsiteX7315" y="connsiteY7315"/>
                    </a:cxn>
                    <a:cxn ang="0">
                      <a:pos x="connsiteX7316" y="connsiteY7316"/>
                    </a:cxn>
                    <a:cxn ang="0">
                      <a:pos x="connsiteX7317" y="connsiteY7317"/>
                    </a:cxn>
                    <a:cxn ang="0">
                      <a:pos x="connsiteX7318" y="connsiteY7318"/>
                    </a:cxn>
                    <a:cxn ang="0">
                      <a:pos x="connsiteX7319" y="connsiteY7319"/>
                    </a:cxn>
                    <a:cxn ang="0">
                      <a:pos x="connsiteX7320" y="connsiteY7320"/>
                    </a:cxn>
                    <a:cxn ang="0">
                      <a:pos x="connsiteX7321" y="connsiteY7321"/>
                    </a:cxn>
                    <a:cxn ang="0">
                      <a:pos x="connsiteX7322" y="connsiteY7322"/>
                    </a:cxn>
                    <a:cxn ang="0">
                      <a:pos x="connsiteX7323" y="connsiteY7323"/>
                    </a:cxn>
                    <a:cxn ang="0">
                      <a:pos x="connsiteX7324" y="connsiteY7324"/>
                    </a:cxn>
                    <a:cxn ang="0">
                      <a:pos x="connsiteX7325" y="connsiteY7325"/>
                    </a:cxn>
                    <a:cxn ang="0">
                      <a:pos x="connsiteX7326" y="connsiteY7326"/>
                    </a:cxn>
                    <a:cxn ang="0">
                      <a:pos x="connsiteX7327" y="connsiteY7327"/>
                    </a:cxn>
                    <a:cxn ang="0">
                      <a:pos x="connsiteX7328" y="connsiteY7328"/>
                    </a:cxn>
                    <a:cxn ang="0">
                      <a:pos x="connsiteX7329" y="connsiteY7329"/>
                    </a:cxn>
                    <a:cxn ang="0">
                      <a:pos x="connsiteX7330" y="connsiteY7330"/>
                    </a:cxn>
                    <a:cxn ang="0">
                      <a:pos x="connsiteX7331" y="connsiteY7331"/>
                    </a:cxn>
                    <a:cxn ang="0">
                      <a:pos x="connsiteX7332" y="connsiteY7332"/>
                    </a:cxn>
                    <a:cxn ang="0">
                      <a:pos x="connsiteX7333" y="connsiteY7333"/>
                    </a:cxn>
                    <a:cxn ang="0">
                      <a:pos x="connsiteX7334" y="connsiteY7334"/>
                    </a:cxn>
                    <a:cxn ang="0">
                      <a:pos x="connsiteX7335" y="connsiteY7335"/>
                    </a:cxn>
                    <a:cxn ang="0">
                      <a:pos x="connsiteX7336" y="connsiteY7336"/>
                    </a:cxn>
                    <a:cxn ang="0">
                      <a:pos x="connsiteX7337" y="connsiteY7337"/>
                    </a:cxn>
                    <a:cxn ang="0">
                      <a:pos x="connsiteX7338" y="connsiteY7338"/>
                    </a:cxn>
                    <a:cxn ang="0">
                      <a:pos x="connsiteX7339" y="connsiteY7339"/>
                    </a:cxn>
                    <a:cxn ang="0">
                      <a:pos x="connsiteX7340" y="connsiteY7340"/>
                    </a:cxn>
                    <a:cxn ang="0">
                      <a:pos x="connsiteX7341" y="connsiteY7341"/>
                    </a:cxn>
                    <a:cxn ang="0">
                      <a:pos x="connsiteX7342" y="connsiteY7342"/>
                    </a:cxn>
                    <a:cxn ang="0">
                      <a:pos x="connsiteX7343" y="connsiteY7343"/>
                    </a:cxn>
                    <a:cxn ang="0">
                      <a:pos x="connsiteX7344" y="connsiteY7344"/>
                    </a:cxn>
                    <a:cxn ang="0">
                      <a:pos x="connsiteX7345" y="connsiteY7345"/>
                    </a:cxn>
                    <a:cxn ang="0">
                      <a:pos x="connsiteX7346" y="connsiteY7346"/>
                    </a:cxn>
                    <a:cxn ang="0">
                      <a:pos x="connsiteX7347" y="connsiteY7347"/>
                    </a:cxn>
                    <a:cxn ang="0">
                      <a:pos x="connsiteX7348" y="connsiteY7348"/>
                    </a:cxn>
                    <a:cxn ang="0">
                      <a:pos x="connsiteX7349" y="connsiteY7349"/>
                    </a:cxn>
                    <a:cxn ang="0">
                      <a:pos x="connsiteX7350" y="connsiteY7350"/>
                    </a:cxn>
                    <a:cxn ang="0">
                      <a:pos x="connsiteX7351" y="connsiteY7351"/>
                    </a:cxn>
                    <a:cxn ang="0">
                      <a:pos x="connsiteX7352" y="connsiteY7352"/>
                    </a:cxn>
                    <a:cxn ang="0">
                      <a:pos x="connsiteX7353" y="connsiteY7353"/>
                    </a:cxn>
                    <a:cxn ang="0">
                      <a:pos x="connsiteX7354" y="connsiteY7354"/>
                    </a:cxn>
                    <a:cxn ang="0">
                      <a:pos x="connsiteX7355" y="connsiteY7355"/>
                    </a:cxn>
                    <a:cxn ang="0">
                      <a:pos x="connsiteX7356" y="connsiteY7356"/>
                    </a:cxn>
                    <a:cxn ang="0">
                      <a:pos x="connsiteX7357" y="connsiteY7357"/>
                    </a:cxn>
                    <a:cxn ang="0">
                      <a:pos x="connsiteX7358" y="connsiteY7358"/>
                    </a:cxn>
                    <a:cxn ang="0">
                      <a:pos x="connsiteX7359" y="connsiteY7359"/>
                    </a:cxn>
                    <a:cxn ang="0">
                      <a:pos x="connsiteX7360" y="connsiteY7360"/>
                    </a:cxn>
                    <a:cxn ang="0">
                      <a:pos x="connsiteX7361" y="connsiteY7361"/>
                    </a:cxn>
                    <a:cxn ang="0">
                      <a:pos x="connsiteX7362" y="connsiteY7362"/>
                    </a:cxn>
                    <a:cxn ang="0">
                      <a:pos x="connsiteX7363" y="connsiteY7363"/>
                    </a:cxn>
                    <a:cxn ang="0">
                      <a:pos x="connsiteX7364" y="connsiteY7364"/>
                    </a:cxn>
                    <a:cxn ang="0">
                      <a:pos x="connsiteX7365" y="connsiteY7365"/>
                    </a:cxn>
                    <a:cxn ang="0">
                      <a:pos x="connsiteX7366" y="connsiteY7366"/>
                    </a:cxn>
                    <a:cxn ang="0">
                      <a:pos x="connsiteX7367" y="connsiteY7367"/>
                    </a:cxn>
                    <a:cxn ang="0">
                      <a:pos x="connsiteX7368" y="connsiteY7368"/>
                    </a:cxn>
                    <a:cxn ang="0">
                      <a:pos x="connsiteX7369" y="connsiteY7369"/>
                    </a:cxn>
                    <a:cxn ang="0">
                      <a:pos x="connsiteX7370" y="connsiteY7370"/>
                    </a:cxn>
                    <a:cxn ang="0">
                      <a:pos x="connsiteX7371" y="connsiteY7371"/>
                    </a:cxn>
                    <a:cxn ang="0">
                      <a:pos x="connsiteX7372" y="connsiteY7372"/>
                    </a:cxn>
                    <a:cxn ang="0">
                      <a:pos x="connsiteX7373" y="connsiteY7373"/>
                    </a:cxn>
                    <a:cxn ang="0">
                      <a:pos x="connsiteX7374" y="connsiteY7374"/>
                    </a:cxn>
                    <a:cxn ang="0">
                      <a:pos x="connsiteX7375" y="connsiteY7375"/>
                    </a:cxn>
                    <a:cxn ang="0">
                      <a:pos x="connsiteX7376" y="connsiteY7376"/>
                    </a:cxn>
                    <a:cxn ang="0">
                      <a:pos x="connsiteX7377" y="connsiteY7377"/>
                    </a:cxn>
                    <a:cxn ang="0">
                      <a:pos x="connsiteX7378" y="connsiteY7378"/>
                    </a:cxn>
                    <a:cxn ang="0">
                      <a:pos x="connsiteX7379" y="connsiteY7379"/>
                    </a:cxn>
                    <a:cxn ang="0">
                      <a:pos x="connsiteX7380" y="connsiteY7380"/>
                    </a:cxn>
                    <a:cxn ang="0">
                      <a:pos x="connsiteX7381" y="connsiteY7381"/>
                    </a:cxn>
                    <a:cxn ang="0">
                      <a:pos x="connsiteX7382" y="connsiteY7382"/>
                    </a:cxn>
                    <a:cxn ang="0">
                      <a:pos x="connsiteX7383" y="connsiteY7383"/>
                    </a:cxn>
                    <a:cxn ang="0">
                      <a:pos x="connsiteX7384" y="connsiteY7384"/>
                    </a:cxn>
                    <a:cxn ang="0">
                      <a:pos x="connsiteX7385" y="connsiteY7385"/>
                    </a:cxn>
                    <a:cxn ang="0">
                      <a:pos x="connsiteX7386" y="connsiteY7386"/>
                    </a:cxn>
                    <a:cxn ang="0">
                      <a:pos x="connsiteX7387" y="connsiteY7387"/>
                    </a:cxn>
                    <a:cxn ang="0">
                      <a:pos x="connsiteX7388" y="connsiteY7388"/>
                    </a:cxn>
                    <a:cxn ang="0">
                      <a:pos x="connsiteX7389" y="connsiteY7389"/>
                    </a:cxn>
                    <a:cxn ang="0">
                      <a:pos x="connsiteX7390" y="connsiteY7390"/>
                    </a:cxn>
                    <a:cxn ang="0">
                      <a:pos x="connsiteX7391" y="connsiteY7391"/>
                    </a:cxn>
                    <a:cxn ang="0">
                      <a:pos x="connsiteX7392" y="connsiteY7392"/>
                    </a:cxn>
                    <a:cxn ang="0">
                      <a:pos x="connsiteX7393" y="connsiteY7393"/>
                    </a:cxn>
                    <a:cxn ang="0">
                      <a:pos x="connsiteX7394" y="connsiteY7394"/>
                    </a:cxn>
                    <a:cxn ang="0">
                      <a:pos x="connsiteX7395" y="connsiteY7395"/>
                    </a:cxn>
                    <a:cxn ang="0">
                      <a:pos x="connsiteX7396" y="connsiteY7396"/>
                    </a:cxn>
                    <a:cxn ang="0">
                      <a:pos x="connsiteX7397" y="connsiteY7397"/>
                    </a:cxn>
                    <a:cxn ang="0">
                      <a:pos x="connsiteX7398" y="connsiteY7398"/>
                    </a:cxn>
                    <a:cxn ang="0">
                      <a:pos x="connsiteX7399" y="connsiteY7399"/>
                    </a:cxn>
                    <a:cxn ang="0">
                      <a:pos x="connsiteX7400" y="connsiteY7400"/>
                    </a:cxn>
                    <a:cxn ang="0">
                      <a:pos x="connsiteX7401" y="connsiteY7401"/>
                    </a:cxn>
                    <a:cxn ang="0">
                      <a:pos x="connsiteX7402" y="connsiteY7402"/>
                    </a:cxn>
                    <a:cxn ang="0">
                      <a:pos x="connsiteX7403" y="connsiteY7403"/>
                    </a:cxn>
                    <a:cxn ang="0">
                      <a:pos x="connsiteX7404" y="connsiteY7404"/>
                    </a:cxn>
                    <a:cxn ang="0">
                      <a:pos x="connsiteX7405" y="connsiteY7405"/>
                    </a:cxn>
                    <a:cxn ang="0">
                      <a:pos x="connsiteX7406" y="connsiteY7406"/>
                    </a:cxn>
                    <a:cxn ang="0">
                      <a:pos x="connsiteX7407" y="connsiteY7407"/>
                    </a:cxn>
                    <a:cxn ang="0">
                      <a:pos x="connsiteX7408" y="connsiteY7408"/>
                    </a:cxn>
                    <a:cxn ang="0">
                      <a:pos x="connsiteX7409" y="connsiteY7409"/>
                    </a:cxn>
                    <a:cxn ang="0">
                      <a:pos x="connsiteX7410" y="connsiteY7410"/>
                    </a:cxn>
                    <a:cxn ang="0">
                      <a:pos x="connsiteX7411" y="connsiteY7411"/>
                    </a:cxn>
                    <a:cxn ang="0">
                      <a:pos x="connsiteX7412" y="connsiteY7412"/>
                    </a:cxn>
                    <a:cxn ang="0">
                      <a:pos x="connsiteX7413" y="connsiteY7413"/>
                    </a:cxn>
                    <a:cxn ang="0">
                      <a:pos x="connsiteX7414" y="connsiteY7414"/>
                    </a:cxn>
                    <a:cxn ang="0">
                      <a:pos x="connsiteX7415" y="connsiteY7415"/>
                    </a:cxn>
                    <a:cxn ang="0">
                      <a:pos x="connsiteX7416" y="connsiteY7416"/>
                    </a:cxn>
                    <a:cxn ang="0">
                      <a:pos x="connsiteX7417" y="connsiteY7417"/>
                    </a:cxn>
                    <a:cxn ang="0">
                      <a:pos x="connsiteX7418" y="connsiteY7418"/>
                    </a:cxn>
                    <a:cxn ang="0">
                      <a:pos x="connsiteX7419" y="connsiteY7419"/>
                    </a:cxn>
                    <a:cxn ang="0">
                      <a:pos x="connsiteX7420" y="connsiteY7420"/>
                    </a:cxn>
                    <a:cxn ang="0">
                      <a:pos x="connsiteX7421" y="connsiteY7421"/>
                    </a:cxn>
                    <a:cxn ang="0">
                      <a:pos x="connsiteX7422" y="connsiteY7422"/>
                    </a:cxn>
                    <a:cxn ang="0">
                      <a:pos x="connsiteX7423" y="connsiteY7423"/>
                    </a:cxn>
                    <a:cxn ang="0">
                      <a:pos x="connsiteX7424" y="connsiteY7424"/>
                    </a:cxn>
                    <a:cxn ang="0">
                      <a:pos x="connsiteX7425" y="connsiteY7425"/>
                    </a:cxn>
                    <a:cxn ang="0">
                      <a:pos x="connsiteX7426" y="connsiteY7426"/>
                    </a:cxn>
                    <a:cxn ang="0">
                      <a:pos x="connsiteX7427" y="connsiteY7427"/>
                    </a:cxn>
                    <a:cxn ang="0">
                      <a:pos x="connsiteX7428" y="connsiteY7428"/>
                    </a:cxn>
                    <a:cxn ang="0">
                      <a:pos x="connsiteX7429" y="connsiteY7429"/>
                    </a:cxn>
                    <a:cxn ang="0">
                      <a:pos x="connsiteX7430" y="connsiteY7430"/>
                    </a:cxn>
                    <a:cxn ang="0">
                      <a:pos x="connsiteX7431" y="connsiteY7431"/>
                    </a:cxn>
                    <a:cxn ang="0">
                      <a:pos x="connsiteX7432" y="connsiteY7432"/>
                    </a:cxn>
                    <a:cxn ang="0">
                      <a:pos x="connsiteX7433" y="connsiteY7433"/>
                    </a:cxn>
                    <a:cxn ang="0">
                      <a:pos x="connsiteX7434" y="connsiteY7434"/>
                    </a:cxn>
                    <a:cxn ang="0">
                      <a:pos x="connsiteX7435" y="connsiteY7435"/>
                    </a:cxn>
                    <a:cxn ang="0">
                      <a:pos x="connsiteX7436" y="connsiteY7436"/>
                    </a:cxn>
                    <a:cxn ang="0">
                      <a:pos x="connsiteX7437" y="connsiteY7437"/>
                    </a:cxn>
                    <a:cxn ang="0">
                      <a:pos x="connsiteX7438" y="connsiteY7438"/>
                    </a:cxn>
                    <a:cxn ang="0">
                      <a:pos x="connsiteX7439" y="connsiteY7439"/>
                    </a:cxn>
                    <a:cxn ang="0">
                      <a:pos x="connsiteX7440" y="connsiteY7440"/>
                    </a:cxn>
                    <a:cxn ang="0">
                      <a:pos x="connsiteX7441" y="connsiteY7441"/>
                    </a:cxn>
                    <a:cxn ang="0">
                      <a:pos x="connsiteX7442" y="connsiteY7442"/>
                    </a:cxn>
                    <a:cxn ang="0">
                      <a:pos x="connsiteX7443" y="connsiteY7443"/>
                    </a:cxn>
                    <a:cxn ang="0">
                      <a:pos x="connsiteX7444" y="connsiteY7444"/>
                    </a:cxn>
                    <a:cxn ang="0">
                      <a:pos x="connsiteX7445" y="connsiteY7445"/>
                    </a:cxn>
                    <a:cxn ang="0">
                      <a:pos x="connsiteX7446" y="connsiteY7446"/>
                    </a:cxn>
                    <a:cxn ang="0">
                      <a:pos x="connsiteX7447" y="connsiteY7447"/>
                    </a:cxn>
                    <a:cxn ang="0">
                      <a:pos x="connsiteX7448" y="connsiteY7448"/>
                    </a:cxn>
                    <a:cxn ang="0">
                      <a:pos x="connsiteX7449" y="connsiteY7449"/>
                    </a:cxn>
                    <a:cxn ang="0">
                      <a:pos x="connsiteX7450" y="connsiteY7450"/>
                    </a:cxn>
                    <a:cxn ang="0">
                      <a:pos x="connsiteX7451" y="connsiteY7451"/>
                    </a:cxn>
                    <a:cxn ang="0">
                      <a:pos x="connsiteX7452" y="connsiteY7452"/>
                    </a:cxn>
                    <a:cxn ang="0">
                      <a:pos x="connsiteX7453" y="connsiteY7453"/>
                    </a:cxn>
                    <a:cxn ang="0">
                      <a:pos x="connsiteX7454" y="connsiteY7454"/>
                    </a:cxn>
                    <a:cxn ang="0">
                      <a:pos x="connsiteX7455" y="connsiteY7455"/>
                    </a:cxn>
                    <a:cxn ang="0">
                      <a:pos x="connsiteX7456" y="connsiteY7456"/>
                    </a:cxn>
                    <a:cxn ang="0">
                      <a:pos x="connsiteX7457" y="connsiteY7457"/>
                    </a:cxn>
                    <a:cxn ang="0">
                      <a:pos x="connsiteX7458" y="connsiteY7458"/>
                    </a:cxn>
                    <a:cxn ang="0">
                      <a:pos x="connsiteX7459" y="connsiteY7459"/>
                    </a:cxn>
                    <a:cxn ang="0">
                      <a:pos x="connsiteX7460" y="connsiteY7460"/>
                    </a:cxn>
                    <a:cxn ang="0">
                      <a:pos x="connsiteX7461" y="connsiteY7461"/>
                    </a:cxn>
                    <a:cxn ang="0">
                      <a:pos x="connsiteX7462" y="connsiteY7462"/>
                    </a:cxn>
                    <a:cxn ang="0">
                      <a:pos x="connsiteX7463" y="connsiteY7463"/>
                    </a:cxn>
                    <a:cxn ang="0">
                      <a:pos x="connsiteX7464" y="connsiteY7464"/>
                    </a:cxn>
                    <a:cxn ang="0">
                      <a:pos x="connsiteX7465" y="connsiteY7465"/>
                    </a:cxn>
                    <a:cxn ang="0">
                      <a:pos x="connsiteX7466" y="connsiteY7466"/>
                    </a:cxn>
                    <a:cxn ang="0">
                      <a:pos x="connsiteX7467" y="connsiteY7467"/>
                    </a:cxn>
                    <a:cxn ang="0">
                      <a:pos x="connsiteX7468" y="connsiteY7468"/>
                    </a:cxn>
                    <a:cxn ang="0">
                      <a:pos x="connsiteX7469" y="connsiteY7469"/>
                    </a:cxn>
                    <a:cxn ang="0">
                      <a:pos x="connsiteX7470" y="connsiteY7470"/>
                    </a:cxn>
                    <a:cxn ang="0">
                      <a:pos x="connsiteX7471" y="connsiteY7471"/>
                    </a:cxn>
                    <a:cxn ang="0">
                      <a:pos x="connsiteX7472" y="connsiteY7472"/>
                    </a:cxn>
                    <a:cxn ang="0">
                      <a:pos x="connsiteX7473" y="connsiteY7473"/>
                    </a:cxn>
                    <a:cxn ang="0">
                      <a:pos x="connsiteX7474" y="connsiteY7474"/>
                    </a:cxn>
                    <a:cxn ang="0">
                      <a:pos x="connsiteX7475" y="connsiteY7475"/>
                    </a:cxn>
                    <a:cxn ang="0">
                      <a:pos x="connsiteX7476" y="connsiteY7476"/>
                    </a:cxn>
                    <a:cxn ang="0">
                      <a:pos x="connsiteX7477" y="connsiteY7477"/>
                    </a:cxn>
                    <a:cxn ang="0">
                      <a:pos x="connsiteX7478" y="connsiteY7478"/>
                    </a:cxn>
                    <a:cxn ang="0">
                      <a:pos x="connsiteX7479" y="connsiteY7479"/>
                    </a:cxn>
                    <a:cxn ang="0">
                      <a:pos x="connsiteX7480" y="connsiteY7480"/>
                    </a:cxn>
                    <a:cxn ang="0">
                      <a:pos x="connsiteX7481" y="connsiteY7481"/>
                    </a:cxn>
                    <a:cxn ang="0">
                      <a:pos x="connsiteX7482" y="connsiteY7482"/>
                    </a:cxn>
                    <a:cxn ang="0">
                      <a:pos x="connsiteX7483" y="connsiteY7483"/>
                    </a:cxn>
                    <a:cxn ang="0">
                      <a:pos x="connsiteX7484" y="connsiteY7484"/>
                    </a:cxn>
                    <a:cxn ang="0">
                      <a:pos x="connsiteX7485" y="connsiteY7485"/>
                    </a:cxn>
                    <a:cxn ang="0">
                      <a:pos x="connsiteX7486" y="connsiteY7486"/>
                    </a:cxn>
                    <a:cxn ang="0">
                      <a:pos x="connsiteX7487" y="connsiteY7487"/>
                    </a:cxn>
                    <a:cxn ang="0">
                      <a:pos x="connsiteX7488" y="connsiteY7488"/>
                    </a:cxn>
                    <a:cxn ang="0">
                      <a:pos x="connsiteX7489" y="connsiteY7489"/>
                    </a:cxn>
                    <a:cxn ang="0">
                      <a:pos x="connsiteX7490" y="connsiteY7490"/>
                    </a:cxn>
                    <a:cxn ang="0">
                      <a:pos x="connsiteX7491" y="connsiteY7491"/>
                    </a:cxn>
                    <a:cxn ang="0">
                      <a:pos x="connsiteX7492" y="connsiteY7492"/>
                    </a:cxn>
                    <a:cxn ang="0">
                      <a:pos x="connsiteX7493" y="connsiteY7493"/>
                    </a:cxn>
                    <a:cxn ang="0">
                      <a:pos x="connsiteX7494" y="connsiteY7494"/>
                    </a:cxn>
                    <a:cxn ang="0">
                      <a:pos x="connsiteX7495" y="connsiteY7495"/>
                    </a:cxn>
                    <a:cxn ang="0">
                      <a:pos x="connsiteX7496" y="connsiteY7496"/>
                    </a:cxn>
                    <a:cxn ang="0">
                      <a:pos x="connsiteX7497" y="connsiteY7497"/>
                    </a:cxn>
                    <a:cxn ang="0">
                      <a:pos x="connsiteX7498" y="connsiteY7498"/>
                    </a:cxn>
                    <a:cxn ang="0">
                      <a:pos x="connsiteX7499" y="connsiteY7499"/>
                    </a:cxn>
                    <a:cxn ang="0">
                      <a:pos x="connsiteX7500" y="connsiteY7500"/>
                    </a:cxn>
                    <a:cxn ang="0">
                      <a:pos x="connsiteX7501" y="connsiteY7501"/>
                    </a:cxn>
                    <a:cxn ang="0">
                      <a:pos x="connsiteX7502" y="connsiteY7502"/>
                    </a:cxn>
                    <a:cxn ang="0">
                      <a:pos x="connsiteX7503" y="connsiteY7503"/>
                    </a:cxn>
                    <a:cxn ang="0">
                      <a:pos x="connsiteX7504" y="connsiteY7504"/>
                    </a:cxn>
                    <a:cxn ang="0">
                      <a:pos x="connsiteX7505" y="connsiteY7505"/>
                    </a:cxn>
                    <a:cxn ang="0">
                      <a:pos x="connsiteX7506" y="connsiteY7506"/>
                    </a:cxn>
                    <a:cxn ang="0">
                      <a:pos x="connsiteX7507" y="connsiteY7507"/>
                    </a:cxn>
                    <a:cxn ang="0">
                      <a:pos x="connsiteX7508" y="connsiteY7508"/>
                    </a:cxn>
                    <a:cxn ang="0">
                      <a:pos x="connsiteX7509" y="connsiteY7509"/>
                    </a:cxn>
                    <a:cxn ang="0">
                      <a:pos x="connsiteX7510" y="connsiteY7510"/>
                    </a:cxn>
                    <a:cxn ang="0">
                      <a:pos x="connsiteX7511" y="connsiteY7511"/>
                    </a:cxn>
                    <a:cxn ang="0">
                      <a:pos x="connsiteX7512" y="connsiteY7512"/>
                    </a:cxn>
                    <a:cxn ang="0">
                      <a:pos x="connsiteX7513" y="connsiteY7513"/>
                    </a:cxn>
                    <a:cxn ang="0">
                      <a:pos x="connsiteX7514" y="connsiteY7514"/>
                    </a:cxn>
                    <a:cxn ang="0">
                      <a:pos x="connsiteX7515" y="connsiteY7515"/>
                    </a:cxn>
                    <a:cxn ang="0">
                      <a:pos x="connsiteX7516" y="connsiteY7516"/>
                    </a:cxn>
                    <a:cxn ang="0">
                      <a:pos x="connsiteX7517" y="connsiteY7517"/>
                    </a:cxn>
                    <a:cxn ang="0">
                      <a:pos x="connsiteX7518" y="connsiteY7518"/>
                    </a:cxn>
                    <a:cxn ang="0">
                      <a:pos x="connsiteX7519" y="connsiteY7519"/>
                    </a:cxn>
                    <a:cxn ang="0">
                      <a:pos x="connsiteX7520" y="connsiteY7520"/>
                    </a:cxn>
                    <a:cxn ang="0">
                      <a:pos x="connsiteX7521" y="connsiteY7521"/>
                    </a:cxn>
                    <a:cxn ang="0">
                      <a:pos x="connsiteX7522" y="connsiteY7522"/>
                    </a:cxn>
                    <a:cxn ang="0">
                      <a:pos x="connsiteX7523" y="connsiteY7523"/>
                    </a:cxn>
                    <a:cxn ang="0">
                      <a:pos x="connsiteX7524" y="connsiteY7524"/>
                    </a:cxn>
                    <a:cxn ang="0">
                      <a:pos x="connsiteX7525" y="connsiteY7525"/>
                    </a:cxn>
                    <a:cxn ang="0">
                      <a:pos x="connsiteX7526" y="connsiteY7526"/>
                    </a:cxn>
                    <a:cxn ang="0">
                      <a:pos x="connsiteX7527" y="connsiteY7527"/>
                    </a:cxn>
                    <a:cxn ang="0">
                      <a:pos x="connsiteX7528" y="connsiteY7528"/>
                    </a:cxn>
                    <a:cxn ang="0">
                      <a:pos x="connsiteX7529" y="connsiteY7529"/>
                    </a:cxn>
                    <a:cxn ang="0">
                      <a:pos x="connsiteX7530" y="connsiteY7530"/>
                    </a:cxn>
                    <a:cxn ang="0">
                      <a:pos x="connsiteX7531" y="connsiteY7531"/>
                    </a:cxn>
                    <a:cxn ang="0">
                      <a:pos x="connsiteX7532" y="connsiteY7532"/>
                    </a:cxn>
                    <a:cxn ang="0">
                      <a:pos x="connsiteX7533" y="connsiteY7533"/>
                    </a:cxn>
                    <a:cxn ang="0">
                      <a:pos x="connsiteX7534" y="connsiteY7534"/>
                    </a:cxn>
                    <a:cxn ang="0">
                      <a:pos x="connsiteX7535" y="connsiteY7535"/>
                    </a:cxn>
                    <a:cxn ang="0">
                      <a:pos x="connsiteX7536" y="connsiteY7536"/>
                    </a:cxn>
                    <a:cxn ang="0">
                      <a:pos x="connsiteX7537" y="connsiteY7537"/>
                    </a:cxn>
                    <a:cxn ang="0">
                      <a:pos x="connsiteX7538" y="connsiteY7538"/>
                    </a:cxn>
                    <a:cxn ang="0">
                      <a:pos x="connsiteX7539" y="connsiteY7539"/>
                    </a:cxn>
                    <a:cxn ang="0">
                      <a:pos x="connsiteX7540" y="connsiteY7540"/>
                    </a:cxn>
                    <a:cxn ang="0">
                      <a:pos x="connsiteX7541" y="connsiteY7541"/>
                    </a:cxn>
                    <a:cxn ang="0">
                      <a:pos x="connsiteX7542" y="connsiteY7542"/>
                    </a:cxn>
                    <a:cxn ang="0">
                      <a:pos x="connsiteX7543" y="connsiteY7543"/>
                    </a:cxn>
                    <a:cxn ang="0">
                      <a:pos x="connsiteX7544" y="connsiteY7544"/>
                    </a:cxn>
                    <a:cxn ang="0">
                      <a:pos x="connsiteX7545" y="connsiteY7545"/>
                    </a:cxn>
                    <a:cxn ang="0">
                      <a:pos x="connsiteX7546" y="connsiteY7546"/>
                    </a:cxn>
                    <a:cxn ang="0">
                      <a:pos x="connsiteX7547" y="connsiteY7547"/>
                    </a:cxn>
                    <a:cxn ang="0">
                      <a:pos x="connsiteX7548" y="connsiteY7548"/>
                    </a:cxn>
                    <a:cxn ang="0">
                      <a:pos x="connsiteX7549" y="connsiteY7549"/>
                    </a:cxn>
                    <a:cxn ang="0">
                      <a:pos x="connsiteX7550" y="connsiteY7550"/>
                    </a:cxn>
                    <a:cxn ang="0">
                      <a:pos x="connsiteX7551" y="connsiteY7551"/>
                    </a:cxn>
                    <a:cxn ang="0">
                      <a:pos x="connsiteX7552" y="connsiteY7552"/>
                    </a:cxn>
                    <a:cxn ang="0">
                      <a:pos x="connsiteX7553" y="connsiteY7553"/>
                    </a:cxn>
                    <a:cxn ang="0">
                      <a:pos x="connsiteX7554" y="connsiteY7554"/>
                    </a:cxn>
                    <a:cxn ang="0">
                      <a:pos x="connsiteX7555" y="connsiteY7555"/>
                    </a:cxn>
                    <a:cxn ang="0">
                      <a:pos x="connsiteX7556" y="connsiteY7556"/>
                    </a:cxn>
                    <a:cxn ang="0">
                      <a:pos x="connsiteX7557" y="connsiteY7557"/>
                    </a:cxn>
                    <a:cxn ang="0">
                      <a:pos x="connsiteX7558" y="connsiteY7558"/>
                    </a:cxn>
                    <a:cxn ang="0">
                      <a:pos x="connsiteX7559" y="connsiteY7559"/>
                    </a:cxn>
                    <a:cxn ang="0">
                      <a:pos x="connsiteX7560" y="connsiteY7560"/>
                    </a:cxn>
                    <a:cxn ang="0">
                      <a:pos x="connsiteX7561" y="connsiteY7561"/>
                    </a:cxn>
                    <a:cxn ang="0">
                      <a:pos x="connsiteX7562" y="connsiteY7562"/>
                    </a:cxn>
                    <a:cxn ang="0">
                      <a:pos x="connsiteX7563" y="connsiteY7563"/>
                    </a:cxn>
                    <a:cxn ang="0">
                      <a:pos x="connsiteX7564" y="connsiteY7564"/>
                    </a:cxn>
                    <a:cxn ang="0">
                      <a:pos x="connsiteX7565" y="connsiteY7565"/>
                    </a:cxn>
                    <a:cxn ang="0">
                      <a:pos x="connsiteX7566" y="connsiteY7566"/>
                    </a:cxn>
                    <a:cxn ang="0">
                      <a:pos x="connsiteX7567" y="connsiteY7567"/>
                    </a:cxn>
                    <a:cxn ang="0">
                      <a:pos x="connsiteX7568" y="connsiteY7568"/>
                    </a:cxn>
                    <a:cxn ang="0">
                      <a:pos x="connsiteX7569" y="connsiteY7569"/>
                    </a:cxn>
                    <a:cxn ang="0">
                      <a:pos x="connsiteX7570" y="connsiteY7570"/>
                    </a:cxn>
                    <a:cxn ang="0">
                      <a:pos x="connsiteX7571" y="connsiteY7571"/>
                    </a:cxn>
                    <a:cxn ang="0">
                      <a:pos x="connsiteX7572" y="connsiteY7572"/>
                    </a:cxn>
                    <a:cxn ang="0">
                      <a:pos x="connsiteX7573" y="connsiteY7573"/>
                    </a:cxn>
                    <a:cxn ang="0">
                      <a:pos x="connsiteX7574" y="connsiteY7574"/>
                    </a:cxn>
                    <a:cxn ang="0">
                      <a:pos x="connsiteX7575" y="connsiteY7575"/>
                    </a:cxn>
                    <a:cxn ang="0">
                      <a:pos x="connsiteX7576" y="connsiteY7576"/>
                    </a:cxn>
                    <a:cxn ang="0">
                      <a:pos x="connsiteX7577" y="connsiteY7577"/>
                    </a:cxn>
                    <a:cxn ang="0">
                      <a:pos x="connsiteX7578" y="connsiteY7578"/>
                    </a:cxn>
                    <a:cxn ang="0">
                      <a:pos x="connsiteX7579" y="connsiteY7579"/>
                    </a:cxn>
                    <a:cxn ang="0">
                      <a:pos x="connsiteX7580" y="connsiteY7580"/>
                    </a:cxn>
                    <a:cxn ang="0">
                      <a:pos x="connsiteX7581" y="connsiteY7581"/>
                    </a:cxn>
                    <a:cxn ang="0">
                      <a:pos x="connsiteX7582" y="connsiteY7582"/>
                    </a:cxn>
                    <a:cxn ang="0">
                      <a:pos x="connsiteX7583" y="connsiteY7583"/>
                    </a:cxn>
                    <a:cxn ang="0">
                      <a:pos x="connsiteX7584" y="connsiteY7584"/>
                    </a:cxn>
                    <a:cxn ang="0">
                      <a:pos x="connsiteX7585" y="connsiteY7585"/>
                    </a:cxn>
                    <a:cxn ang="0">
                      <a:pos x="connsiteX7586" y="connsiteY7586"/>
                    </a:cxn>
                    <a:cxn ang="0">
                      <a:pos x="connsiteX7587" y="connsiteY7587"/>
                    </a:cxn>
                    <a:cxn ang="0">
                      <a:pos x="connsiteX7588" y="connsiteY7588"/>
                    </a:cxn>
                    <a:cxn ang="0">
                      <a:pos x="connsiteX7589" y="connsiteY7589"/>
                    </a:cxn>
                    <a:cxn ang="0">
                      <a:pos x="connsiteX7590" y="connsiteY7590"/>
                    </a:cxn>
                    <a:cxn ang="0">
                      <a:pos x="connsiteX7591" y="connsiteY7591"/>
                    </a:cxn>
                    <a:cxn ang="0">
                      <a:pos x="connsiteX7592" y="connsiteY7592"/>
                    </a:cxn>
                    <a:cxn ang="0">
                      <a:pos x="connsiteX7593" y="connsiteY7593"/>
                    </a:cxn>
                    <a:cxn ang="0">
                      <a:pos x="connsiteX7594" y="connsiteY7594"/>
                    </a:cxn>
                    <a:cxn ang="0">
                      <a:pos x="connsiteX7595" y="connsiteY7595"/>
                    </a:cxn>
                    <a:cxn ang="0">
                      <a:pos x="connsiteX7596" y="connsiteY7596"/>
                    </a:cxn>
                    <a:cxn ang="0">
                      <a:pos x="connsiteX7597" y="connsiteY7597"/>
                    </a:cxn>
                    <a:cxn ang="0">
                      <a:pos x="connsiteX7598" y="connsiteY7598"/>
                    </a:cxn>
                    <a:cxn ang="0">
                      <a:pos x="connsiteX7599" y="connsiteY7599"/>
                    </a:cxn>
                    <a:cxn ang="0">
                      <a:pos x="connsiteX7600" y="connsiteY7600"/>
                    </a:cxn>
                    <a:cxn ang="0">
                      <a:pos x="connsiteX7601" y="connsiteY7601"/>
                    </a:cxn>
                    <a:cxn ang="0">
                      <a:pos x="connsiteX7602" y="connsiteY7602"/>
                    </a:cxn>
                    <a:cxn ang="0">
                      <a:pos x="connsiteX7603" y="connsiteY7603"/>
                    </a:cxn>
                    <a:cxn ang="0">
                      <a:pos x="connsiteX7604" y="connsiteY7604"/>
                    </a:cxn>
                    <a:cxn ang="0">
                      <a:pos x="connsiteX7605" y="connsiteY7605"/>
                    </a:cxn>
                    <a:cxn ang="0">
                      <a:pos x="connsiteX7606" y="connsiteY7606"/>
                    </a:cxn>
                    <a:cxn ang="0">
                      <a:pos x="connsiteX7607" y="connsiteY7607"/>
                    </a:cxn>
                    <a:cxn ang="0">
                      <a:pos x="connsiteX7608" y="connsiteY7608"/>
                    </a:cxn>
                    <a:cxn ang="0">
                      <a:pos x="connsiteX7609" y="connsiteY7609"/>
                    </a:cxn>
                    <a:cxn ang="0">
                      <a:pos x="connsiteX7610" y="connsiteY7610"/>
                    </a:cxn>
                    <a:cxn ang="0">
                      <a:pos x="connsiteX7611" y="connsiteY7611"/>
                    </a:cxn>
                    <a:cxn ang="0">
                      <a:pos x="connsiteX7612" y="connsiteY7612"/>
                    </a:cxn>
                    <a:cxn ang="0">
                      <a:pos x="connsiteX7613" y="connsiteY7613"/>
                    </a:cxn>
                    <a:cxn ang="0">
                      <a:pos x="connsiteX7614" y="connsiteY7614"/>
                    </a:cxn>
                    <a:cxn ang="0">
                      <a:pos x="connsiteX7615" y="connsiteY7615"/>
                    </a:cxn>
                    <a:cxn ang="0">
                      <a:pos x="connsiteX7616" y="connsiteY7616"/>
                    </a:cxn>
                    <a:cxn ang="0">
                      <a:pos x="connsiteX7617" y="connsiteY7617"/>
                    </a:cxn>
                    <a:cxn ang="0">
                      <a:pos x="connsiteX7618" y="connsiteY7618"/>
                    </a:cxn>
                    <a:cxn ang="0">
                      <a:pos x="connsiteX7619" y="connsiteY7619"/>
                    </a:cxn>
                    <a:cxn ang="0">
                      <a:pos x="connsiteX7620" y="connsiteY7620"/>
                    </a:cxn>
                    <a:cxn ang="0">
                      <a:pos x="connsiteX7621" y="connsiteY7621"/>
                    </a:cxn>
                    <a:cxn ang="0">
                      <a:pos x="connsiteX7622" y="connsiteY7622"/>
                    </a:cxn>
                    <a:cxn ang="0">
                      <a:pos x="connsiteX7623" y="connsiteY7623"/>
                    </a:cxn>
                    <a:cxn ang="0">
                      <a:pos x="connsiteX7624" y="connsiteY7624"/>
                    </a:cxn>
                    <a:cxn ang="0">
                      <a:pos x="connsiteX7625" y="connsiteY7625"/>
                    </a:cxn>
                    <a:cxn ang="0">
                      <a:pos x="connsiteX7626" y="connsiteY7626"/>
                    </a:cxn>
                    <a:cxn ang="0">
                      <a:pos x="connsiteX7627" y="connsiteY7627"/>
                    </a:cxn>
                    <a:cxn ang="0">
                      <a:pos x="connsiteX7628" y="connsiteY7628"/>
                    </a:cxn>
                    <a:cxn ang="0">
                      <a:pos x="connsiteX7629" y="connsiteY7629"/>
                    </a:cxn>
                    <a:cxn ang="0">
                      <a:pos x="connsiteX7630" y="connsiteY7630"/>
                    </a:cxn>
                    <a:cxn ang="0">
                      <a:pos x="connsiteX7631" y="connsiteY7631"/>
                    </a:cxn>
                    <a:cxn ang="0">
                      <a:pos x="connsiteX7632" y="connsiteY7632"/>
                    </a:cxn>
                    <a:cxn ang="0">
                      <a:pos x="connsiteX7633" y="connsiteY7633"/>
                    </a:cxn>
                    <a:cxn ang="0">
                      <a:pos x="connsiteX7634" y="connsiteY7634"/>
                    </a:cxn>
                    <a:cxn ang="0">
                      <a:pos x="connsiteX7635" y="connsiteY7635"/>
                    </a:cxn>
                    <a:cxn ang="0">
                      <a:pos x="connsiteX7636" y="connsiteY7636"/>
                    </a:cxn>
                    <a:cxn ang="0">
                      <a:pos x="connsiteX7637" y="connsiteY7637"/>
                    </a:cxn>
                    <a:cxn ang="0">
                      <a:pos x="connsiteX7638" y="connsiteY7638"/>
                    </a:cxn>
                    <a:cxn ang="0">
                      <a:pos x="connsiteX7639" y="connsiteY7639"/>
                    </a:cxn>
                    <a:cxn ang="0">
                      <a:pos x="connsiteX7640" y="connsiteY7640"/>
                    </a:cxn>
                    <a:cxn ang="0">
                      <a:pos x="connsiteX7641" y="connsiteY7641"/>
                    </a:cxn>
                    <a:cxn ang="0">
                      <a:pos x="connsiteX7642" y="connsiteY7642"/>
                    </a:cxn>
                    <a:cxn ang="0">
                      <a:pos x="connsiteX7643" y="connsiteY7643"/>
                    </a:cxn>
                    <a:cxn ang="0">
                      <a:pos x="connsiteX7644" y="connsiteY7644"/>
                    </a:cxn>
                    <a:cxn ang="0">
                      <a:pos x="connsiteX7645" y="connsiteY7645"/>
                    </a:cxn>
                    <a:cxn ang="0">
                      <a:pos x="connsiteX7646" y="connsiteY7646"/>
                    </a:cxn>
                    <a:cxn ang="0">
                      <a:pos x="connsiteX7647" y="connsiteY7647"/>
                    </a:cxn>
                    <a:cxn ang="0">
                      <a:pos x="connsiteX7648" y="connsiteY7648"/>
                    </a:cxn>
                    <a:cxn ang="0">
                      <a:pos x="connsiteX7649" y="connsiteY7649"/>
                    </a:cxn>
                    <a:cxn ang="0">
                      <a:pos x="connsiteX7650" y="connsiteY7650"/>
                    </a:cxn>
                    <a:cxn ang="0">
                      <a:pos x="connsiteX7651" y="connsiteY7651"/>
                    </a:cxn>
                    <a:cxn ang="0">
                      <a:pos x="connsiteX7652" y="connsiteY7652"/>
                    </a:cxn>
                    <a:cxn ang="0">
                      <a:pos x="connsiteX7653" y="connsiteY7653"/>
                    </a:cxn>
                    <a:cxn ang="0">
                      <a:pos x="connsiteX7654" y="connsiteY7654"/>
                    </a:cxn>
                    <a:cxn ang="0">
                      <a:pos x="connsiteX7655" y="connsiteY7655"/>
                    </a:cxn>
                    <a:cxn ang="0">
                      <a:pos x="connsiteX7656" y="connsiteY7656"/>
                    </a:cxn>
                    <a:cxn ang="0">
                      <a:pos x="connsiteX7657" y="connsiteY7657"/>
                    </a:cxn>
                    <a:cxn ang="0">
                      <a:pos x="connsiteX7658" y="connsiteY7658"/>
                    </a:cxn>
                    <a:cxn ang="0">
                      <a:pos x="connsiteX7659" y="connsiteY7659"/>
                    </a:cxn>
                    <a:cxn ang="0">
                      <a:pos x="connsiteX7660" y="connsiteY7660"/>
                    </a:cxn>
                    <a:cxn ang="0">
                      <a:pos x="connsiteX7661" y="connsiteY7661"/>
                    </a:cxn>
                    <a:cxn ang="0">
                      <a:pos x="connsiteX7662" y="connsiteY7662"/>
                    </a:cxn>
                    <a:cxn ang="0">
                      <a:pos x="connsiteX7663" y="connsiteY7663"/>
                    </a:cxn>
                    <a:cxn ang="0">
                      <a:pos x="connsiteX7664" y="connsiteY7664"/>
                    </a:cxn>
                    <a:cxn ang="0">
                      <a:pos x="connsiteX7665" y="connsiteY7665"/>
                    </a:cxn>
                    <a:cxn ang="0">
                      <a:pos x="connsiteX7666" y="connsiteY7666"/>
                    </a:cxn>
                    <a:cxn ang="0">
                      <a:pos x="connsiteX7667" y="connsiteY7667"/>
                    </a:cxn>
                    <a:cxn ang="0">
                      <a:pos x="connsiteX7668" y="connsiteY7668"/>
                    </a:cxn>
                    <a:cxn ang="0">
                      <a:pos x="connsiteX7669" y="connsiteY7669"/>
                    </a:cxn>
                    <a:cxn ang="0">
                      <a:pos x="connsiteX7670" y="connsiteY7670"/>
                    </a:cxn>
                    <a:cxn ang="0">
                      <a:pos x="connsiteX7671" y="connsiteY7671"/>
                    </a:cxn>
                    <a:cxn ang="0">
                      <a:pos x="connsiteX7672" y="connsiteY7672"/>
                    </a:cxn>
                    <a:cxn ang="0">
                      <a:pos x="connsiteX7673" y="connsiteY7673"/>
                    </a:cxn>
                    <a:cxn ang="0">
                      <a:pos x="connsiteX7674" y="connsiteY7674"/>
                    </a:cxn>
                    <a:cxn ang="0">
                      <a:pos x="connsiteX7675" y="connsiteY7675"/>
                    </a:cxn>
                    <a:cxn ang="0">
                      <a:pos x="connsiteX7676" y="connsiteY7676"/>
                    </a:cxn>
                    <a:cxn ang="0">
                      <a:pos x="connsiteX7677" y="connsiteY7677"/>
                    </a:cxn>
                    <a:cxn ang="0">
                      <a:pos x="connsiteX7678" y="connsiteY7678"/>
                    </a:cxn>
                    <a:cxn ang="0">
                      <a:pos x="connsiteX7679" y="connsiteY7679"/>
                    </a:cxn>
                    <a:cxn ang="0">
                      <a:pos x="connsiteX7680" y="connsiteY7680"/>
                    </a:cxn>
                    <a:cxn ang="0">
                      <a:pos x="connsiteX7681" y="connsiteY7681"/>
                    </a:cxn>
                    <a:cxn ang="0">
                      <a:pos x="connsiteX7682" y="connsiteY7682"/>
                    </a:cxn>
                    <a:cxn ang="0">
                      <a:pos x="connsiteX7683" y="connsiteY7683"/>
                    </a:cxn>
                    <a:cxn ang="0">
                      <a:pos x="connsiteX7684" y="connsiteY7684"/>
                    </a:cxn>
                    <a:cxn ang="0">
                      <a:pos x="connsiteX7685" y="connsiteY7685"/>
                    </a:cxn>
                    <a:cxn ang="0">
                      <a:pos x="connsiteX7686" y="connsiteY7686"/>
                    </a:cxn>
                    <a:cxn ang="0">
                      <a:pos x="connsiteX7687" y="connsiteY7687"/>
                    </a:cxn>
                    <a:cxn ang="0">
                      <a:pos x="connsiteX7688" y="connsiteY7688"/>
                    </a:cxn>
                    <a:cxn ang="0">
                      <a:pos x="connsiteX7689" y="connsiteY7689"/>
                    </a:cxn>
                    <a:cxn ang="0">
                      <a:pos x="connsiteX7690" y="connsiteY7690"/>
                    </a:cxn>
                    <a:cxn ang="0">
                      <a:pos x="connsiteX7691" y="connsiteY7691"/>
                    </a:cxn>
                    <a:cxn ang="0">
                      <a:pos x="connsiteX7692" y="connsiteY7692"/>
                    </a:cxn>
                    <a:cxn ang="0">
                      <a:pos x="connsiteX7693" y="connsiteY7693"/>
                    </a:cxn>
                    <a:cxn ang="0">
                      <a:pos x="connsiteX7694" y="connsiteY7694"/>
                    </a:cxn>
                    <a:cxn ang="0">
                      <a:pos x="connsiteX7695" y="connsiteY7695"/>
                    </a:cxn>
                    <a:cxn ang="0">
                      <a:pos x="connsiteX7696" y="connsiteY7696"/>
                    </a:cxn>
                    <a:cxn ang="0">
                      <a:pos x="connsiteX7697" y="connsiteY7697"/>
                    </a:cxn>
                    <a:cxn ang="0">
                      <a:pos x="connsiteX7698" y="connsiteY7698"/>
                    </a:cxn>
                    <a:cxn ang="0">
                      <a:pos x="connsiteX7699" y="connsiteY7699"/>
                    </a:cxn>
                    <a:cxn ang="0">
                      <a:pos x="connsiteX7700" y="connsiteY7700"/>
                    </a:cxn>
                    <a:cxn ang="0">
                      <a:pos x="connsiteX7701" y="connsiteY7701"/>
                    </a:cxn>
                    <a:cxn ang="0">
                      <a:pos x="connsiteX7702" y="connsiteY7702"/>
                    </a:cxn>
                    <a:cxn ang="0">
                      <a:pos x="connsiteX7703" y="connsiteY7703"/>
                    </a:cxn>
                    <a:cxn ang="0">
                      <a:pos x="connsiteX7704" y="connsiteY7704"/>
                    </a:cxn>
                    <a:cxn ang="0">
                      <a:pos x="connsiteX7705" y="connsiteY7705"/>
                    </a:cxn>
                    <a:cxn ang="0">
                      <a:pos x="connsiteX7706" y="connsiteY7706"/>
                    </a:cxn>
                    <a:cxn ang="0">
                      <a:pos x="connsiteX7707" y="connsiteY7707"/>
                    </a:cxn>
                    <a:cxn ang="0">
                      <a:pos x="connsiteX7708" y="connsiteY7708"/>
                    </a:cxn>
                    <a:cxn ang="0">
                      <a:pos x="connsiteX7709" y="connsiteY7709"/>
                    </a:cxn>
                    <a:cxn ang="0">
                      <a:pos x="connsiteX7710" y="connsiteY7710"/>
                    </a:cxn>
                    <a:cxn ang="0">
                      <a:pos x="connsiteX7711" y="connsiteY7711"/>
                    </a:cxn>
                    <a:cxn ang="0">
                      <a:pos x="connsiteX7712" y="connsiteY7712"/>
                    </a:cxn>
                    <a:cxn ang="0">
                      <a:pos x="connsiteX7713" y="connsiteY7713"/>
                    </a:cxn>
                    <a:cxn ang="0">
                      <a:pos x="connsiteX7714" y="connsiteY7714"/>
                    </a:cxn>
                    <a:cxn ang="0">
                      <a:pos x="connsiteX7715" y="connsiteY7715"/>
                    </a:cxn>
                    <a:cxn ang="0">
                      <a:pos x="connsiteX7716" y="connsiteY7716"/>
                    </a:cxn>
                    <a:cxn ang="0">
                      <a:pos x="connsiteX7717" y="connsiteY7717"/>
                    </a:cxn>
                    <a:cxn ang="0">
                      <a:pos x="connsiteX7718" y="connsiteY7718"/>
                    </a:cxn>
                    <a:cxn ang="0">
                      <a:pos x="connsiteX7719" y="connsiteY7719"/>
                    </a:cxn>
                    <a:cxn ang="0">
                      <a:pos x="connsiteX7720" y="connsiteY7720"/>
                    </a:cxn>
                    <a:cxn ang="0">
                      <a:pos x="connsiteX7721" y="connsiteY7721"/>
                    </a:cxn>
                    <a:cxn ang="0">
                      <a:pos x="connsiteX7722" y="connsiteY7722"/>
                    </a:cxn>
                    <a:cxn ang="0">
                      <a:pos x="connsiteX7723" y="connsiteY7723"/>
                    </a:cxn>
                    <a:cxn ang="0">
                      <a:pos x="connsiteX7724" y="connsiteY7724"/>
                    </a:cxn>
                    <a:cxn ang="0">
                      <a:pos x="connsiteX7725" y="connsiteY7725"/>
                    </a:cxn>
                    <a:cxn ang="0">
                      <a:pos x="connsiteX7726" y="connsiteY7726"/>
                    </a:cxn>
                    <a:cxn ang="0">
                      <a:pos x="connsiteX7727" y="connsiteY7727"/>
                    </a:cxn>
                    <a:cxn ang="0">
                      <a:pos x="connsiteX7728" y="connsiteY7728"/>
                    </a:cxn>
                    <a:cxn ang="0">
                      <a:pos x="connsiteX7729" y="connsiteY7729"/>
                    </a:cxn>
                    <a:cxn ang="0">
                      <a:pos x="connsiteX7730" y="connsiteY7730"/>
                    </a:cxn>
                    <a:cxn ang="0">
                      <a:pos x="connsiteX7731" y="connsiteY7731"/>
                    </a:cxn>
                    <a:cxn ang="0">
                      <a:pos x="connsiteX7732" y="connsiteY7732"/>
                    </a:cxn>
                    <a:cxn ang="0">
                      <a:pos x="connsiteX7733" y="connsiteY7733"/>
                    </a:cxn>
                    <a:cxn ang="0">
                      <a:pos x="connsiteX7734" y="connsiteY7734"/>
                    </a:cxn>
                    <a:cxn ang="0">
                      <a:pos x="connsiteX7735" y="connsiteY7735"/>
                    </a:cxn>
                    <a:cxn ang="0">
                      <a:pos x="connsiteX7736" y="connsiteY7736"/>
                    </a:cxn>
                    <a:cxn ang="0">
                      <a:pos x="connsiteX7737" y="connsiteY7737"/>
                    </a:cxn>
                    <a:cxn ang="0">
                      <a:pos x="connsiteX7738" y="connsiteY7738"/>
                    </a:cxn>
                    <a:cxn ang="0">
                      <a:pos x="connsiteX7739" y="connsiteY7739"/>
                    </a:cxn>
                    <a:cxn ang="0">
                      <a:pos x="connsiteX7740" y="connsiteY7740"/>
                    </a:cxn>
                    <a:cxn ang="0">
                      <a:pos x="connsiteX7741" y="connsiteY7741"/>
                    </a:cxn>
                    <a:cxn ang="0">
                      <a:pos x="connsiteX7742" y="connsiteY7742"/>
                    </a:cxn>
                    <a:cxn ang="0">
                      <a:pos x="connsiteX7743" y="connsiteY7743"/>
                    </a:cxn>
                    <a:cxn ang="0">
                      <a:pos x="connsiteX7744" y="connsiteY7744"/>
                    </a:cxn>
                    <a:cxn ang="0">
                      <a:pos x="connsiteX7745" y="connsiteY7745"/>
                    </a:cxn>
                    <a:cxn ang="0">
                      <a:pos x="connsiteX7746" y="connsiteY7746"/>
                    </a:cxn>
                    <a:cxn ang="0">
                      <a:pos x="connsiteX7747" y="connsiteY7747"/>
                    </a:cxn>
                    <a:cxn ang="0">
                      <a:pos x="connsiteX7748" y="connsiteY7748"/>
                    </a:cxn>
                    <a:cxn ang="0">
                      <a:pos x="connsiteX7749" y="connsiteY7749"/>
                    </a:cxn>
                    <a:cxn ang="0">
                      <a:pos x="connsiteX7750" y="connsiteY7750"/>
                    </a:cxn>
                    <a:cxn ang="0">
                      <a:pos x="connsiteX7751" y="connsiteY7751"/>
                    </a:cxn>
                    <a:cxn ang="0">
                      <a:pos x="connsiteX7752" y="connsiteY7752"/>
                    </a:cxn>
                    <a:cxn ang="0">
                      <a:pos x="connsiteX7753" y="connsiteY7753"/>
                    </a:cxn>
                    <a:cxn ang="0">
                      <a:pos x="connsiteX7754" y="connsiteY7754"/>
                    </a:cxn>
                    <a:cxn ang="0">
                      <a:pos x="connsiteX7755" y="connsiteY7755"/>
                    </a:cxn>
                    <a:cxn ang="0">
                      <a:pos x="connsiteX7756" y="connsiteY7756"/>
                    </a:cxn>
                    <a:cxn ang="0">
                      <a:pos x="connsiteX7757" y="connsiteY7757"/>
                    </a:cxn>
                    <a:cxn ang="0">
                      <a:pos x="connsiteX7758" y="connsiteY7758"/>
                    </a:cxn>
                    <a:cxn ang="0">
                      <a:pos x="connsiteX7759" y="connsiteY7759"/>
                    </a:cxn>
                    <a:cxn ang="0">
                      <a:pos x="connsiteX7760" y="connsiteY7760"/>
                    </a:cxn>
                    <a:cxn ang="0">
                      <a:pos x="connsiteX7761" y="connsiteY7761"/>
                    </a:cxn>
                    <a:cxn ang="0">
                      <a:pos x="connsiteX7762" y="connsiteY7762"/>
                    </a:cxn>
                    <a:cxn ang="0">
                      <a:pos x="connsiteX7763" y="connsiteY7763"/>
                    </a:cxn>
                    <a:cxn ang="0">
                      <a:pos x="connsiteX7764" y="connsiteY7764"/>
                    </a:cxn>
                    <a:cxn ang="0">
                      <a:pos x="connsiteX7765" y="connsiteY7765"/>
                    </a:cxn>
                    <a:cxn ang="0">
                      <a:pos x="connsiteX7766" y="connsiteY7766"/>
                    </a:cxn>
                    <a:cxn ang="0">
                      <a:pos x="connsiteX7767" y="connsiteY7767"/>
                    </a:cxn>
                    <a:cxn ang="0">
                      <a:pos x="connsiteX7768" y="connsiteY7768"/>
                    </a:cxn>
                    <a:cxn ang="0">
                      <a:pos x="connsiteX7769" y="connsiteY7769"/>
                    </a:cxn>
                    <a:cxn ang="0">
                      <a:pos x="connsiteX7770" y="connsiteY7770"/>
                    </a:cxn>
                    <a:cxn ang="0">
                      <a:pos x="connsiteX7771" y="connsiteY7771"/>
                    </a:cxn>
                    <a:cxn ang="0">
                      <a:pos x="connsiteX7772" y="connsiteY7772"/>
                    </a:cxn>
                    <a:cxn ang="0">
                      <a:pos x="connsiteX7773" y="connsiteY7773"/>
                    </a:cxn>
                    <a:cxn ang="0">
                      <a:pos x="connsiteX7774" y="connsiteY7774"/>
                    </a:cxn>
                    <a:cxn ang="0">
                      <a:pos x="connsiteX7775" y="connsiteY7775"/>
                    </a:cxn>
                    <a:cxn ang="0">
                      <a:pos x="connsiteX7776" y="connsiteY7776"/>
                    </a:cxn>
                    <a:cxn ang="0">
                      <a:pos x="connsiteX7777" y="connsiteY7777"/>
                    </a:cxn>
                    <a:cxn ang="0">
                      <a:pos x="connsiteX7778" y="connsiteY7778"/>
                    </a:cxn>
                    <a:cxn ang="0">
                      <a:pos x="connsiteX7779" y="connsiteY7779"/>
                    </a:cxn>
                    <a:cxn ang="0">
                      <a:pos x="connsiteX7780" y="connsiteY7780"/>
                    </a:cxn>
                    <a:cxn ang="0">
                      <a:pos x="connsiteX7781" y="connsiteY7781"/>
                    </a:cxn>
                    <a:cxn ang="0">
                      <a:pos x="connsiteX7782" y="connsiteY7782"/>
                    </a:cxn>
                    <a:cxn ang="0">
                      <a:pos x="connsiteX7783" y="connsiteY7783"/>
                    </a:cxn>
                    <a:cxn ang="0">
                      <a:pos x="connsiteX7784" y="connsiteY7784"/>
                    </a:cxn>
                    <a:cxn ang="0">
                      <a:pos x="connsiteX7785" y="connsiteY7785"/>
                    </a:cxn>
                    <a:cxn ang="0">
                      <a:pos x="connsiteX7786" y="connsiteY7786"/>
                    </a:cxn>
                    <a:cxn ang="0">
                      <a:pos x="connsiteX7787" y="connsiteY7787"/>
                    </a:cxn>
                    <a:cxn ang="0">
                      <a:pos x="connsiteX7788" y="connsiteY7788"/>
                    </a:cxn>
                    <a:cxn ang="0">
                      <a:pos x="connsiteX7789" y="connsiteY7789"/>
                    </a:cxn>
                    <a:cxn ang="0">
                      <a:pos x="connsiteX7790" y="connsiteY7790"/>
                    </a:cxn>
                    <a:cxn ang="0">
                      <a:pos x="connsiteX7791" y="connsiteY7791"/>
                    </a:cxn>
                    <a:cxn ang="0">
                      <a:pos x="connsiteX7792" y="connsiteY7792"/>
                    </a:cxn>
                    <a:cxn ang="0">
                      <a:pos x="connsiteX7793" y="connsiteY7793"/>
                    </a:cxn>
                    <a:cxn ang="0">
                      <a:pos x="connsiteX7794" y="connsiteY7794"/>
                    </a:cxn>
                    <a:cxn ang="0">
                      <a:pos x="connsiteX7795" y="connsiteY7795"/>
                    </a:cxn>
                    <a:cxn ang="0">
                      <a:pos x="connsiteX7796" y="connsiteY7796"/>
                    </a:cxn>
                    <a:cxn ang="0">
                      <a:pos x="connsiteX7797" y="connsiteY7797"/>
                    </a:cxn>
                    <a:cxn ang="0">
                      <a:pos x="connsiteX7798" y="connsiteY7798"/>
                    </a:cxn>
                    <a:cxn ang="0">
                      <a:pos x="connsiteX7799" y="connsiteY7799"/>
                    </a:cxn>
                    <a:cxn ang="0">
                      <a:pos x="connsiteX7800" y="connsiteY7800"/>
                    </a:cxn>
                    <a:cxn ang="0">
                      <a:pos x="connsiteX7801" y="connsiteY7801"/>
                    </a:cxn>
                    <a:cxn ang="0">
                      <a:pos x="connsiteX7802" y="connsiteY7802"/>
                    </a:cxn>
                    <a:cxn ang="0">
                      <a:pos x="connsiteX7803" y="connsiteY7803"/>
                    </a:cxn>
                    <a:cxn ang="0">
                      <a:pos x="connsiteX7804" y="connsiteY7804"/>
                    </a:cxn>
                    <a:cxn ang="0">
                      <a:pos x="connsiteX7805" y="connsiteY7805"/>
                    </a:cxn>
                    <a:cxn ang="0">
                      <a:pos x="connsiteX7806" y="connsiteY7806"/>
                    </a:cxn>
                    <a:cxn ang="0">
                      <a:pos x="connsiteX7807" y="connsiteY7807"/>
                    </a:cxn>
                    <a:cxn ang="0">
                      <a:pos x="connsiteX7808" y="connsiteY7808"/>
                    </a:cxn>
                    <a:cxn ang="0">
                      <a:pos x="connsiteX7809" y="connsiteY7809"/>
                    </a:cxn>
                    <a:cxn ang="0">
                      <a:pos x="connsiteX7810" y="connsiteY7810"/>
                    </a:cxn>
                    <a:cxn ang="0">
                      <a:pos x="connsiteX7811" y="connsiteY7811"/>
                    </a:cxn>
                    <a:cxn ang="0">
                      <a:pos x="connsiteX7812" y="connsiteY7812"/>
                    </a:cxn>
                    <a:cxn ang="0">
                      <a:pos x="connsiteX7813" y="connsiteY7813"/>
                    </a:cxn>
                    <a:cxn ang="0">
                      <a:pos x="connsiteX7814" y="connsiteY7814"/>
                    </a:cxn>
                    <a:cxn ang="0">
                      <a:pos x="connsiteX7815" y="connsiteY7815"/>
                    </a:cxn>
                    <a:cxn ang="0">
                      <a:pos x="connsiteX7816" y="connsiteY7816"/>
                    </a:cxn>
                    <a:cxn ang="0">
                      <a:pos x="connsiteX7817" y="connsiteY7817"/>
                    </a:cxn>
                    <a:cxn ang="0">
                      <a:pos x="connsiteX7818" y="connsiteY7818"/>
                    </a:cxn>
                    <a:cxn ang="0">
                      <a:pos x="connsiteX7819" y="connsiteY7819"/>
                    </a:cxn>
                    <a:cxn ang="0">
                      <a:pos x="connsiteX7820" y="connsiteY7820"/>
                    </a:cxn>
                    <a:cxn ang="0">
                      <a:pos x="connsiteX7821" y="connsiteY7821"/>
                    </a:cxn>
                    <a:cxn ang="0">
                      <a:pos x="connsiteX7822" y="connsiteY7822"/>
                    </a:cxn>
                    <a:cxn ang="0">
                      <a:pos x="connsiteX7823" y="connsiteY7823"/>
                    </a:cxn>
                    <a:cxn ang="0">
                      <a:pos x="connsiteX7824" y="connsiteY7824"/>
                    </a:cxn>
                    <a:cxn ang="0">
                      <a:pos x="connsiteX7825" y="connsiteY7825"/>
                    </a:cxn>
                    <a:cxn ang="0">
                      <a:pos x="connsiteX7826" y="connsiteY7826"/>
                    </a:cxn>
                    <a:cxn ang="0">
                      <a:pos x="connsiteX7827" y="connsiteY7827"/>
                    </a:cxn>
                    <a:cxn ang="0">
                      <a:pos x="connsiteX7828" y="connsiteY7828"/>
                    </a:cxn>
                    <a:cxn ang="0">
                      <a:pos x="connsiteX7829" y="connsiteY7829"/>
                    </a:cxn>
                    <a:cxn ang="0">
                      <a:pos x="connsiteX7830" y="connsiteY7830"/>
                    </a:cxn>
                    <a:cxn ang="0">
                      <a:pos x="connsiteX7831" y="connsiteY7831"/>
                    </a:cxn>
                    <a:cxn ang="0">
                      <a:pos x="connsiteX7832" y="connsiteY7832"/>
                    </a:cxn>
                    <a:cxn ang="0">
                      <a:pos x="connsiteX7833" y="connsiteY7833"/>
                    </a:cxn>
                    <a:cxn ang="0">
                      <a:pos x="connsiteX7834" y="connsiteY7834"/>
                    </a:cxn>
                    <a:cxn ang="0">
                      <a:pos x="connsiteX7835" y="connsiteY7835"/>
                    </a:cxn>
                    <a:cxn ang="0">
                      <a:pos x="connsiteX7836" y="connsiteY7836"/>
                    </a:cxn>
                    <a:cxn ang="0">
                      <a:pos x="connsiteX7837" y="connsiteY7837"/>
                    </a:cxn>
                    <a:cxn ang="0">
                      <a:pos x="connsiteX7838" y="connsiteY7838"/>
                    </a:cxn>
                    <a:cxn ang="0">
                      <a:pos x="connsiteX7839" y="connsiteY7839"/>
                    </a:cxn>
                    <a:cxn ang="0">
                      <a:pos x="connsiteX7840" y="connsiteY7840"/>
                    </a:cxn>
                    <a:cxn ang="0">
                      <a:pos x="connsiteX7841" y="connsiteY7841"/>
                    </a:cxn>
                    <a:cxn ang="0">
                      <a:pos x="connsiteX7842" y="connsiteY7842"/>
                    </a:cxn>
                    <a:cxn ang="0">
                      <a:pos x="connsiteX7843" y="connsiteY7843"/>
                    </a:cxn>
                    <a:cxn ang="0">
                      <a:pos x="connsiteX7844" y="connsiteY7844"/>
                    </a:cxn>
                    <a:cxn ang="0">
                      <a:pos x="connsiteX7845" y="connsiteY7845"/>
                    </a:cxn>
                    <a:cxn ang="0">
                      <a:pos x="connsiteX7846" y="connsiteY7846"/>
                    </a:cxn>
                    <a:cxn ang="0">
                      <a:pos x="connsiteX7847" y="connsiteY7847"/>
                    </a:cxn>
                    <a:cxn ang="0">
                      <a:pos x="connsiteX7848" y="connsiteY7848"/>
                    </a:cxn>
                    <a:cxn ang="0">
                      <a:pos x="connsiteX7849" y="connsiteY7849"/>
                    </a:cxn>
                    <a:cxn ang="0">
                      <a:pos x="connsiteX7850" y="connsiteY7850"/>
                    </a:cxn>
                    <a:cxn ang="0">
                      <a:pos x="connsiteX7851" y="connsiteY7851"/>
                    </a:cxn>
                    <a:cxn ang="0">
                      <a:pos x="connsiteX7852" y="connsiteY7852"/>
                    </a:cxn>
                    <a:cxn ang="0">
                      <a:pos x="connsiteX7853" y="connsiteY7853"/>
                    </a:cxn>
                    <a:cxn ang="0">
                      <a:pos x="connsiteX7854" y="connsiteY7854"/>
                    </a:cxn>
                    <a:cxn ang="0">
                      <a:pos x="connsiteX7855" y="connsiteY7855"/>
                    </a:cxn>
                    <a:cxn ang="0">
                      <a:pos x="connsiteX7856" y="connsiteY7856"/>
                    </a:cxn>
                    <a:cxn ang="0">
                      <a:pos x="connsiteX7857" y="connsiteY7857"/>
                    </a:cxn>
                    <a:cxn ang="0">
                      <a:pos x="connsiteX7858" y="connsiteY7858"/>
                    </a:cxn>
                    <a:cxn ang="0">
                      <a:pos x="connsiteX7859" y="connsiteY7859"/>
                    </a:cxn>
                    <a:cxn ang="0">
                      <a:pos x="connsiteX7860" y="connsiteY7860"/>
                    </a:cxn>
                    <a:cxn ang="0">
                      <a:pos x="connsiteX7861" y="connsiteY7861"/>
                    </a:cxn>
                    <a:cxn ang="0">
                      <a:pos x="connsiteX7862" y="connsiteY7862"/>
                    </a:cxn>
                    <a:cxn ang="0">
                      <a:pos x="connsiteX7863" y="connsiteY7863"/>
                    </a:cxn>
                    <a:cxn ang="0">
                      <a:pos x="connsiteX7864" y="connsiteY7864"/>
                    </a:cxn>
                    <a:cxn ang="0">
                      <a:pos x="connsiteX7865" y="connsiteY7865"/>
                    </a:cxn>
                    <a:cxn ang="0">
                      <a:pos x="connsiteX7866" y="connsiteY7866"/>
                    </a:cxn>
                    <a:cxn ang="0">
                      <a:pos x="connsiteX7867" y="connsiteY7867"/>
                    </a:cxn>
                    <a:cxn ang="0">
                      <a:pos x="connsiteX7868" y="connsiteY7868"/>
                    </a:cxn>
                    <a:cxn ang="0">
                      <a:pos x="connsiteX7869" y="connsiteY7869"/>
                    </a:cxn>
                    <a:cxn ang="0">
                      <a:pos x="connsiteX7870" y="connsiteY7870"/>
                    </a:cxn>
                    <a:cxn ang="0">
                      <a:pos x="connsiteX7871" y="connsiteY7871"/>
                    </a:cxn>
                    <a:cxn ang="0">
                      <a:pos x="connsiteX7872" y="connsiteY7872"/>
                    </a:cxn>
                    <a:cxn ang="0">
                      <a:pos x="connsiteX7873" y="connsiteY7873"/>
                    </a:cxn>
                    <a:cxn ang="0">
                      <a:pos x="connsiteX7874" y="connsiteY7874"/>
                    </a:cxn>
                    <a:cxn ang="0">
                      <a:pos x="connsiteX7875" y="connsiteY7875"/>
                    </a:cxn>
                    <a:cxn ang="0">
                      <a:pos x="connsiteX7876" y="connsiteY7876"/>
                    </a:cxn>
                    <a:cxn ang="0">
                      <a:pos x="connsiteX7877" y="connsiteY7877"/>
                    </a:cxn>
                    <a:cxn ang="0">
                      <a:pos x="connsiteX7878" y="connsiteY7878"/>
                    </a:cxn>
                    <a:cxn ang="0">
                      <a:pos x="connsiteX7879" y="connsiteY7879"/>
                    </a:cxn>
                    <a:cxn ang="0">
                      <a:pos x="connsiteX7880" y="connsiteY7880"/>
                    </a:cxn>
                    <a:cxn ang="0">
                      <a:pos x="connsiteX7881" y="connsiteY7881"/>
                    </a:cxn>
                    <a:cxn ang="0">
                      <a:pos x="connsiteX7882" y="connsiteY7882"/>
                    </a:cxn>
                    <a:cxn ang="0">
                      <a:pos x="connsiteX7883" y="connsiteY7883"/>
                    </a:cxn>
                    <a:cxn ang="0">
                      <a:pos x="connsiteX7884" y="connsiteY7884"/>
                    </a:cxn>
                    <a:cxn ang="0">
                      <a:pos x="connsiteX7885" y="connsiteY7885"/>
                    </a:cxn>
                    <a:cxn ang="0">
                      <a:pos x="connsiteX7886" y="connsiteY7886"/>
                    </a:cxn>
                    <a:cxn ang="0">
                      <a:pos x="connsiteX7887" y="connsiteY7887"/>
                    </a:cxn>
                    <a:cxn ang="0">
                      <a:pos x="connsiteX7888" y="connsiteY7888"/>
                    </a:cxn>
                    <a:cxn ang="0">
                      <a:pos x="connsiteX7889" y="connsiteY7889"/>
                    </a:cxn>
                    <a:cxn ang="0">
                      <a:pos x="connsiteX7890" y="connsiteY7890"/>
                    </a:cxn>
                    <a:cxn ang="0">
                      <a:pos x="connsiteX7891" y="connsiteY7891"/>
                    </a:cxn>
                    <a:cxn ang="0">
                      <a:pos x="connsiteX7892" y="connsiteY7892"/>
                    </a:cxn>
                    <a:cxn ang="0">
                      <a:pos x="connsiteX7893" y="connsiteY7893"/>
                    </a:cxn>
                    <a:cxn ang="0">
                      <a:pos x="connsiteX7894" y="connsiteY7894"/>
                    </a:cxn>
                    <a:cxn ang="0">
                      <a:pos x="connsiteX7895" y="connsiteY7895"/>
                    </a:cxn>
                    <a:cxn ang="0">
                      <a:pos x="connsiteX7896" y="connsiteY7896"/>
                    </a:cxn>
                    <a:cxn ang="0">
                      <a:pos x="connsiteX7897" y="connsiteY7897"/>
                    </a:cxn>
                    <a:cxn ang="0">
                      <a:pos x="connsiteX7898" y="connsiteY7898"/>
                    </a:cxn>
                    <a:cxn ang="0">
                      <a:pos x="connsiteX7899" y="connsiteY7899"/>
                    </a:cxn>
                    <a:cxn ang="0">
                      <a:pos x="connsiteX7900" y="connsiteY7900"/>
                    </a:cxn>
                    <a:cxn ang="0">
                      <a:pos x="connsiteX7901" y="connsiteY7901"/>
                    </a:cxn>
                    <a:cxn ang="0">
                      <a:pos x="connsiteX7902" y="connsiteY7902"/>
                    </a:cxn>
                    <a:cxn ang="0">
                      <a:pos x="connsiteX7903" y="connsiteY7903"/>
                    </a:cxn>
                    <a:cxn ang="0">
                      <a:pos x="connsiteX7904" y="connsiteY7904"/>
                    </a:cxn>
                    <a:cxn ang="0">
                      <a:pos x="connsiteX7905" y="connsiteY7905"/>
                    </a:cxn>
                    <a:cxn ang="0">
                      <a:pos x="connsiteX7906" y="connsiteY7906"/>
                    </a:cxn>
                    <a:cxn ang="0">
                      <a:pos x="connsiteX7907" y="connsiteY7907"/>
                    </a:cxn>
                    <a:cxn ang="0">
                      <a:pos x="connsiteX7908" y="connsiteY7908"/>
                    </a:cxn>
                    <a:cxn ang="0">
                      <a:pos x="connsiteX7909" y="connsiteY7909"/>
                    </a:cxn>
                    <a:cxn ang="0">
                      <a:pos x="connsiteX7910" y="connsiteY7910"/>
                    </a:cxn>
                    <a:cxn ang="0">
                      <a:pos x="connsiteX7911" y="connsiteY7911"/>
                    </a:cxn>
                    <a:cxn ang="0">
                      <a:pos x="connsiteX7912" y="connsiteY7912"/>
                    </a:cxn>
                    <a:cxn ang="0">
                      <a:pos x="connsiteX7913" y="connsiteY7913"/>
                    </a:cxn>
                    <a:cxn ang="0">
                      <a:pos x="connsiteX7914" y="connsiteY7914"/>
                    </a:cxn>
                    <a:cxn ang="0">
                      <a:pos x="connsiteX7915" y="connsiteY7915"/>
                    </a:cxn>
                    <a:cxn ang="0">
                      <a:pos x="connsiteX7916" y="connsiteY7916"/>
                    </a:cxn>
                    <a:cxn ang="0">
                      <a:pos x="connsiteX7917" y="connsiteY7917"/>
                    </a:cxn>
                    <a:cxn ang="0">
                      <a:pos x="connsiteX7918" y="connsiteY7918"/>
                    </a:cxn>
                    <a:cxn ang="0">
                      <a:pos x="connsiteX7919" y="connsiteY7919"/>
                    </a:cxn>
                    <a:cxn ang="0">
                      <a:pos x="connsiteX7920" y="connsiteY7920"/>
                    </a:cxn>
                    <a:cxn ang="0">
                      <a:pos x="connsiteX7921" y="connsiteY7921"/>
                    </a:cxn>
                    <a:cxn ang="0">
                      <a:pos x="connsiteX7922" y="connsiteY7922"/>
                    </a:cxn>
                    <a:cxn ang="0">
                      <a:pos x="connsiteX7923" y="connsiteY7923"/>
                    </a:cxn>
                    <a:cxn ang="0">
                      <a:pos x="connsiteX7924" y="connsiteY7924"/>
                    </a:cxn>
                    <a:cxn ang="0">
                      <a:pos x="connsiteX7925" y="connsiteY7925"/>
                    </a:cxn>
                    <a:cxn ang="0">
                      <a:pos x="connsiteX7926" y="connsiteY7926"/>
                    </a:cxn>
                    <a:cxn ang="0">
                      <a:pos x="connsiteX7927" y="connsiteY7927"/>
                    </a:cxn>
                    <a:cxn ang="0">
                      <a:pos x="connsiteX7928" y="connsiteY7928"/>
                    </a:cxn>
                    <a:cxn ang="0">
                      <a:pos x="connsiteX7929" y="connsiteY7929"/>
                    </a:cxn>
                    <a:cxn ang="0">
                      <a:pos x="connsiteX7930" y="connsiteY7930"/>
                    </a:cxn>
                    <a:cxn ang="0">
                      <a:pos x="connsiteX7931" y="connsiteY7931"/>
                    </a:cxn>
                    <a:cxn ang="0">
                      <a:pos x="connsiteX7932" y="connsiteY7932"/>
                    </a:cxn>
                    <a:cxn ang="0">
                      <a:pos x="connsiteX7933" y="connsiteY7933"/>
                    </a:cxn>
                    <a:cxn ang="0">
                      <a:pos x="connsiteX7934" y="connsiteY7934"/>
                    </a:cxn>
                    <a:cxn ang="0">
                      <a:pos x="connsiteX7935" y="connsiteY7935"/>
                    </a:cxn>
                    <a:cxn ang="0">
                      <a:pos x="connsiteX7936" y="connsiteY7936"/>
                    </a:cxn>
                    <a:cxn ang="0">
                      <a:pos x="connsiteX7937" y="connsiteY7937"/>
                    </a:cxn>
                    <a:cxn ang="0">
                      <a:pos x="connsiteX7938" y="connsiteY7938"/>
                    </a:cxn>
                    <a:cxn ang="0">
                      <a:pos x="connsiteX7939" y="connsiteY7939"/>
                    </a:cxn>
                    <a:cxn ang="0">
                      <a:pos x="connsiteX7940" y="connsiteY7940"/>
                    </a:cxn>
                    <a:cxn ang="0">
                      <a:pos x="connsiteX7941" y="connsiteY7941"/>
                    </a:cxn>
                    <a:cxn ang="0">
                      <a:pos x="connsiteX7942" y="connsiteY7942"/>
                    </a:cxn>
                    <a:cxn ang="0">
                      <a:pos x="connsiteX7943" y="connsiteY7943"/>
                    </a:cxn>
                    <a:cxn ang="0">
                      <a:pos x="connsiteX7944" y="connsiteY7944"/>
                    </a:cxn>
                    <a:cxn ang="0">
                      <a:pos x="connsiteX7945" y="connsiteY7945"/>
                    </a:cxn>
                    <a:cxn ang="0">
                      <a:pos x="connsiteX7946" y="connsiteY7946"/>
                    </a:cxn>
                    <a:cxn ang="0">
                      <a:pos x="connsiteX7947" y="connsiteY7947"/>
                    </a:cxn>
                    <a:cxn ang="0">
                      <a:pos x="connsiteX7948" y="connsiteY7948"/>
                    </a:cxn>
                    <a:cxn ang="0">
                      <a:pos x="connsiteX7949" y="connsiteY7949"/>
                    </a:cxn>
                    <a:cxn ang="0">
                      <a:pos x="connsiteX7950" y="connsiteY7950"/>
                    </a:cxn>
                    <a:cxn ang="0">
                      <a:pos x="connsiteX7951" y="connsiteY7951"/>
                    </a:cxn>
                    <a:cxn ang="0">
                      <a:pos x="connsiteX7952" y="connsiteY7952"/>
                    </a:cxn>
                    <a:cxn ang="0">
                      <a:pos x="connsiteX7953" y="connsiteY7953"/>
                    </a:cxn>
                    <a:cxn ang="0">
                      <a:pos x="connsiteX7954" y="connsiteY7954"/>
                    </a:cxn>
                    <a:cxn ang="0">
                      <a:pos x="connsiteX7955" y="connsiteY7955"/>
                    </a:cxn>
                    <a:cxn ang="0">
                      <a:pos x="connsiteX7956" y="connsiteY7956"/>
                    </a:cxn>
                    <a:cxn ang="0">
                      <a:pos x="connsiteX7957" y="connsiteY7957"/>
                    </a:cxn>
                    <a:cxn ang="0">
                      <a:pos x="connsiteX7958" y="connsiteY7958"/>
                    </a:cxn>
                    <a:cxn ang="0">
                      <a:pos x="connsiteX7959" y="connsiteY7959"/>
                    </a:cxn>
                    <a:cxn ang="0">
                      <a:pos x="connsiteX7960" y="connsiteY7960"/>
                    </a:cxn>
                    <a:cxn ang="0">
                      <a:pos x="connsiteX7961" y="connsiteY7961"/>
                    </a:cxn>
                    <a:cxn ang="0">
                      <a:pos x="connsiteX7962" y="connsiteY7962"/>
                    </a:cxn>
                    <a:cxn ang="0">
                      <a:pos x="connsiteX7963" y="connsiteY7963"/>
                    </a:cxn>
                    <a:cxn ang="0">
                      <a:pos x="connsiteX7964" y="connsiteY7964"/>
                    </a:cxn>
                    <a:cxn ang="0">
                      <a:pos x="connsiteX7965" y="connsiteY7965"/>
                    </a:cxn>
                    <a:cxn ang="0">
                      <a:pos x="connsiteX7966" y="connsiteY7966"/>
                    </a:cxn>
                    <a:cxn ang="0">
                      <a:pos x="connsiteX7967" y="connsiteY7967"/>
                    </a:cxn>
                    <a:cxn ang="0">
                      <a:pos x="connsiteX7968" y="connsiteY7968"/>
                    </a:cxn>
                    <a:cxn ang="0">
                      <a:pos x="connsiteX7969" y="connsiteY7969"/>
                    </a:cxn>
                    <a:cxn ang="0">
                      <a:pos x="connsiteX7970" y="connsiteY7970"/>
                    </a:cxn>
                    <a:cxn ang="0">
                      <a:pos x="connsiteX7971" y="connsiteY7971"/>
                    </a:cxn>
                    <a:cxn ang="0">
                      <a:pos x="connsiteX7972" y="connsiteY7972"/>
                    </a:cxn>
                    <a:cxn ang="0">
                      <a:pos x="connsiteX7973" y="connsiteY7973"/>
                    </a:cxn>
                    <a:cxn ang="0">
                      <a:pos x="connsiteX7974" y="connsiteY7974"/>
                    </a:cxn>
                    <a:cxn ang="0">
                      <a:pos x="connsiteX7975" y="connsiteY7975"/>
                    </a:cxn>
                    <a:cxn ang="0">
                      <a:pos x="connsiteX7976" y="connsiteY7976"/>
                    </a:cxn>
                    <a:cxn ang="0">
                      <a:pos x="connsiteX7977" y="connsiteY7977"/>
                    </a:cxn>
                    <a:cxn ang="0">
                      <a:pos x="connsiteX7978" y="connsiteY7978"/>
                    </a:cxn>
                    <a:cxn ang="0">
                      <a:pos x="connsiteX7979" y="connsiteY7979"/>
                    </a:cxn>
                    <a:cxn ang="0">
                      <a:pos x="connsiteX7980" y="connsiteY7980"/>
                    </a:cxn>
                    <a:cxn ang="0">
                      <a:pos x="connsiteX7981" y="connsiteY7981"/>
                    </a:cxn>
                    <a:cxn ang="0">
                      <a:pos x="connsiteX7982" y="connsiteY7982"/>
                    </a:cxn>
                    <a:cxn ang="0">
                      <a:pos x="connsiteX7983" y="connsiteY7983"/>
                    </a:cxn>
                    <a:cxn ang="0">
                      <a:pos x="connsiteX7984" y="connsiteY7984"/>
                    </a:cxn>
                    <a:cxn ang="0">
                      <a:pos x="connsiteX7985" y="connsiteY7985"/>
                    </a:cxn>
                    <a:cxn ang="0">
                      <a:pos x="connsiteX7986" y="connsiteY7986"/>
                    </a:cxn>
                    <a:cxn ang="0">
                      <a:pos x="connsiteX7987" y="connsiteY7987"/>
                    </a:cxn>
                    <a:cxn ang="0">
                      <a:pos x="connsiteX7988" y="connsiteY7988"/>
                    </a:cxn>
                    <a:cxn ang="0">
                      <a:pos x="connsiteX7989" y="connsiteY7989"/>
                    </a:cxn>
                    <a:cxn ang="0">
                      <a:pos x="connsiteX7990" y="connsiteY7990"/>
                    </a:cxn>
                    <a:cxn ang="0">
                      <a:pos x="connsiteX7991" y="connsiteY7991"/>
                    </a:cxn>
                    <a:cxn ang="0">
                      <a:pos x="connsiteX7992" y="connsiteY7992"/>
                    </a:cxn>
                    <a:cxn ang="0">
                      <a:pos x="connsiteX7993" y="connsiteY7993"/>
                    </a:cxn>
                    <a:cxn ang="0">
                      <a:pos x="connsiteX7994" y="connsiteY7994"/>
                    </a:cxn>
                    <a:cxn ang="0">
                      <a:pos x="connsiteX7995" y="connsiteY7995"/>
                    </a:cxn>
                    <a:cxn ang="0">
                      <a:pos x="connsiteX7996" y="connsiteY7996"/>
                    </a:cxn>
                    <a:cxn ang="0">
                      <a:pos x="connsiteX7997" y="connsiteY7997"/>
                    </a:cxn>
                    <a:cxn ang="0">
                      <a:pos x="connsiteX7998" y="connsiteY7998"/>
                    </a:cxn>
                    <a:cxn ang="0">
                      <a:pos x="connsiteX7999" y="connsiteY7999"/>
                    </a:cxn>
                    <a:cxn ang="0">
                      <a:pos x="connsiteX8000" y="connsiteY8000"/>
                    </a:cxn>
                    <a:cxn ang="0">
                      <a:pos x="connsiteX8001" y="connsiteY8001"/>
                    </a:cxn>
                    <a:cxn ang="0">
                      <a:pos x="connsiteX8002" y="connsiteY8002"/>
                    </a:cxn>
                    <a:cxn ang="0">
                      <a:pos x="connsiteX8003" y="connsiteY8003"/>
                    </a:cxn>
                    <a:cxn ang="0">
                      <a:pos x="connsiteX8004" y="connsiteY8004"/>
                    </a:cxn>
                    <a:cxn ang="0">
                      <a:pos x="connsiteX8005" y="connsiteY8005"/>
                    </a:cxn>
                    <a:cxn ang="0">
                      <a:pos x="connsiteX8006" y="connsiteY8006"/>
                    </a:cxn>
                    <a:cxn ang="0">
                      <a:pos x="connsiteX8007" y="connsiteY8007"/>
                    </a:cxn>
                    <a:cxn ang="0">
                      <a:pos x="connsiteX8008" y="connsiteY8008"/>
                    </a:cxn>
                    <a:cxn ang="0">
                      <a:pos x="connsiteX8009" y="connsiteY8009"/>
                    </a:cxn>
                    <a:cxn ang="0">
                      <a:pos x="connsiteX8010" y="connsiteY8010"/>
                    </a:cxn>
                    <a:cxn ang="0">
                      <a:pos x="connsiteX8011" y="connsiteY8011"/>
                    </a:cxn>
                    <a:cxn ang="0">
                      <a:pos x="connsiteX8012" y="connsiteY8012"/>
                    </a:cxn>
                    <a:cxn ang="0">
                      <a:pos x="connsiteX8013" y="connsiteY8013"/>
                    </a:cxn>
                    <a:cxn ang="0">
                      <a:pos x="connsiteX8014" y="connsiteY8014"/>
                    </a:cxn>
                    <a:cxn ang="0">
                      <a:pos x="connsiteX8015" y="connsiteY8015"/>
                    </a:cxn>
                    <a:cxn ang="0">
                      <a:pos x="connsiteX8016" y="connsiteY8016"/>
                    </a:cxn>
                    <a:cxn ang="0">
                      <a:pos x="connsiteX8017" y="connsiteY8017"/>
                    </a:cxn>
                    <a:cxn ang="0">
                      <a:pos x="connsiteX8018" y="connsiteY8018"/>
                    </a:cxn>
                    <a:cxn ang="0">
                      <a:pos x="connsiteX8019" y="connsiteY8019"/>
                    </a:cxn>
                    <a:cxn ang="0">
                      <a:pos x="connsiteX8020" y="connsiteY8020"/>
                    </a:cxn>
                    <a:cxn ang="0">
                      <a:pos x="connsiteX8021" y="connsiteY8021"/>
                    </a:cxn>
                    <a:cxn ang="0">
                      <a:pos x="connsiteX8022" y="connsiteY8022"/>
                    </a:cxn>
                    <a:cxn ang="0">
                      <a:pos x="connsiteX8023" y="connsiteY8023"/>
                    </a:cxn>
                    <a:cxn ang="0">
                      <a:pos x="connsiteX8024" y="connsiteY8024"/>
                    </a:cxn>
                    <a:cxn ang="0">
                      <a:pos x="connsiteX8025" y="connsiteY8025"/>
                    </a:cxn>
                    <a:cxn ang="0">
                      <a:pos x="connsiteX8026" y="connsiteY8026"/>
                    </a:cxn>
                    <a:cxn ang="0">
                      <a:pos x="connsiteX8027" y="connsiteY8027"/>
                    </a:cxn>
                    <a:cxn ang="0">
                      <a:pos x="connsiteX8028" y="connsiteY8028"/>
                    </a:cxn>
                    <a:cxn ang="0">
                      <a:pos x="connsiteX8029" y="connsiteY8029"/>
                    </a:cxn>
                    <a:cxn ang="0">
                      <a:pos x="connsiteX8030" y="connsiteY8030"/>
                    </a:cxn>
                    <a:cxn ang="0">
                      <a:pos x="connsiteX8031" y="connsiteY8031"/>
                    </a:cxn>
                    <a:cxn ang="0">
                      <a:pos x="connsiteX8032" y="connsiteY8032"/>
                    </a:cxn>
                    <a:cxn ang="0">
                      <a:pos x="connsiteX8033" y="connsiteY8033"/>
                    </a:cxn>
                    <a:cxn ang="0">
                      <a:pos x="connsiteX8034" y="connsiteY8034"/>
                    </a:cxn>
                    <a:cxn ang="0">
                      <a:pos x="connsiteX8035" y="connsiteY8035"/>
                    </a:cxn>
                    <a:cxn ang="0">
                      <a:pos x="connsiteX8036" y="connsiteY8036"/>
                    </a:cxn>
                    <a:cxn ang="0">
                      <a:pos x="connsiteX8037" y="connsiteY8037"/>
                    </a:cxn>
                    <a:cxn ang="0">
                      <a:pos x="connsiteX8038" y="connsiteY8038"/>
                    </a:cxn>
                    <a:cxn ang="0">
                      <a:pos x="connsiteX8039" y="connsiteY8039"/>
                    </a:cxn>
                    <a:cxn ang="0">
                      <a:pos x="connsiteX8040" y="connsiteY8040"/>
                    </a:cxn>
                    <a:cxn ang="0">
                      <a:pos x="connsiteX8041" y="connsiteY8041"/>
                    </a:cxn>
                    <a:cxn ang="0">
                      <a:pos x="connsiteX8042" y="connsiteY8042"/>
                    </a:cxn>
                    <a:cxn ang="0">
                      <a:pos x="connsiteX8043" y="connsiteY8043"/>
                    </a:cxn>
                    <a:cxn ang="0">
                      <a:pos x="connsiteX8044" y="connsiteY8044"/>
                    </a:cxn>
                    <a:cxn ang="0">
                      <a:pos x="connsiteX8045" y="connsiteY8045"/>
                    </a:cxn>
                    <a:cxn ang="0">
                      <a:pos x="connsiteX8046" y="connsiteY8046"/>
                    </a:cxn>
                    <a:cxn ang="0">
                      <a:pos x="connsiteX8047" y="connsiteY8047"/>
                    </a:cxn>
                    <a:cxn ang="0">
                      <a:pos x="connsiteX8048" y="connsiteY8048"/>
                    </a:cxn>
                    <a:cxn ang="0">
                      <a:pos x="connsiteX8049" y="connsiteY8049"/>
                    </a:cxn>
                    <a:cxn ang="0">
                      <a:pos x="connsiteX8050" y="connsiteY8050"/>
                    </a:cxn>
                    <a:cxn ang="0">
                      <a:pos x="connsiteX8051" y="connsiteY8051"/>
                    </a:cxn>
                    <a:cxn ang="0">
                      <a:pos x="connsiteX8052" y="connsiteY8052"/>
                    </a:cxn>
                    <a:cxn ang="0">
                      <a:pos x="connsiteX8053" y="connsiteY8053"/>
                    </a:cxn>
                    <a:cxn ang="0">
                      <a:pos x="connsiteX8054" y="connsiteY8054"/>
                    </a:cxn>
                    <a:cxn ang="0">
                      <a:pos x="connsiteX8055" y="connsiteY8055"/>
                    </a:cxn>
                    <a:cxn ang="0">
                      <a:pos x="connsiteX8056" y="connsiteY8056"/>
                    </a:cxn>
                    <a:cxn ang="0">
                      <a:pos x="connsiteX8057" y="connsiteY8057"/>
                    </a:cxn>
                    <a:cxn ang="0">
                      <a:pos x="connsiteX8058" y="connsiteY8058"/>
                    </a:cxn>
                    <a:cxn ang="0">
                      <a:pos x="connsiteX8059" y="connsiteY8059"/>
                    </a:cxn>
                    <a:cxn ang="0">
                      <a:pos x="connsiteX8060" y="connsiteY8060"/>
                    </a:cxn>
                    <a:cxn ang="0">
                      <a:pos x="connsiteX8061" y="connsiteY8061"/>
                    </a:cxn>
                    <a:cxn ang="0">
                      <a:pos x="connsiteX8062" y="connsiteY8062"/>
                    </a:cxn>
                    <a:cxn ang="0">
                      <a:pos x="connsiteX8063" y="connsiteY8063"/>
                    </a:cxn>
                    <a:cxn ang="0">
                      <a:pos x="connsiteX8064" y="connsiteY8064"/>
                    </a:cxn>
                    <a:cxn ang="0">
                      <a:pos x="connsiteX8065" y="connsiteY8065"/>
                    </a:cxn>
                    <a:cxn ang="0">
                      <a:pos x="connsiteX8066" y="connsiteY8066"/>
                    </a:cxn>
                    <a:cxn ang="0">
                      <a:pos x="connsiteX8067" y="connsiteY8067"/>
                    </a:cxn>
                    <a:cxn ang="0">
                      <a:pos x="connsiteX8068" y="connsiteY8068"/>
                    </a:cxn>
                    <a:cxn ang="0">
                      <a:pos x="connsiteX8069" y="connsiteY8069"/>
                    </a:cxn>
                    <a:cxn ang="0">
                      <a:pos x="connsiteX8070" y="connsiteY8070"/>
                    </a:cxn>
                    <a:cxn ang="0">
                      <a:pos x="connsiteX8071" y="connsiteY8071"/>
                    </a:cxn>
                    <a:cxn ang="0">
                      <a:pos x="connsiteX8072" y="connsiteY8072"/>
                    </a:cxn>
                    <a:cxn ang="0">
                      <a:pos x="connsiteX8073" y="connsiteY8073"/>
                    </a:cxn>
                    <a:cxn ang="0">
                      <a:pos x="connsiteX8074" y="connsiteY8074"/>
                    </a:cxn>
                    <a:cxn ang="0">
                      <a:pos x="connsiteX8075" y="connsiteY8075"/>
                    </a:cxn>
                    <a:cxn ang="0">
                      <a:pos x="connsiteX8076" y="connsiteY8076"/>
                    </a:cxn>
                    <a:cxn ang="0">
                      <a:pos x="connsiteX8077" y="connsiteY8077"/>
                    </a:cxn>
                    <a:cxn ang="0">
                      <a:pos x="connsiteX8078" y="connsiteY8078"/>
                    </a:cxn>
                    <a:cxn ang="0">
                      <a:pos x="connsiteX8079" y="connsiteY8079"/>
                    </a:cxn>
                    <a:cxn ang="0">
                      <a:pos x="connsiteX8080" y="connsiteY8080"/>
                    </a:cxn>
                    <a:cxn ang="0">
                      <a:pos x="connsiteX8081" y="connsiteY8081"/>
                    </a:cxn>
                    <a:cxn ang="0">
                      <a:pos x="connsiteX8082" y="connsiteY8082"/>
                    </a:cxn>
                    <a:cxn ang="0">
                      <a:pos x="connsiteX8083" y="connsiteY8083"/>
                    </a:cxn>
                    <a:cxn ang="0">
                      <a:pos x="connsiteX8084" y="connsiteY8084"/>
                    </a:cxn>
                    <a:cxn ang="0">
                      <a:pos x="connsiteX8085" y="connsiteY8085"/>
                    </a:cxn>
                    <a:cxn ang="0">
                      <a:pos x="connsiteX8086" y="connsiteY8086"/>
                    </a:cxn>
                    <a:cxn ang="0">
                      <a:pos x="connsiteX8087" y="connsiteY8087"/>
                    </a:cxn>
                    <a:cxn ang="0">
                      <a:pos x="connsiteX8088" y="connsiteY8088"/>
                    </a:cxn>
                    <a:cxn ang="0">
                      <a:pos x="connsiteX8089" y="connsiteY8089"/>
                    </a:cxn>
                    <a:cxn ang="0">
                      <a:pos x="connsiteX8090" y="connsiteY8090"/>
                    </a:cxn>
                    <a:cxn ang="0">
                      <a:pos x="connsiteX8091" y="connsiteY8091"/>
                    </a:cxn>
                    <a:cxn ang="0">
                      <a:pos x="connsiteX8092" y="connsiteY8092"/>
                    </a:cxn>
                    <a:cxn ang="0">
                      <a:pos x="connsiteX8093" y="connsiteY8093"/>
                    </a:cxn>
                    <a:cxn ang="0">
                      <a:pos x="connsiteX8094" y="connsiteY8094"/>
                    </a:cxn>
                    <a:cxn ang="0">
                      <a:pos x="connsiteX8095" y="connsiteY8095"/>
                    </a:cxn>
                    <a:cxn ang="0">
                      <a:pos x="connsiteX8096" y="connsiteY8096"/>
                    </a:cxn>
                    <a:cxn ang="0">
                      <a:pos x="connsiteX8097" y="connsiteY8097"/>
                    </a:cxn>
                    <a:cxn ang="0">
                      <a:pos x="connsiteX8098" y="connsiteY8098"/>
                    </a:cxn>
                    <a:cxn ang="0">
                      <a:pos x="connsiteX8099" y="connsiteY8099"/>
                    </a:cxn>
                    <a:cxn ang="0">
                      <a:pos x="connsiteX8100" y="connsiteY8100"/>
                    </a:cxn>
                    <a:cxn ang="0">
                      <a:pos x="connsiteX8101" y="connsiteY8101"/>
                    </a:cxn>
                    <a:cxn ang="0">
                      <a:pos x="connsiteX8102" y="connsiteY8102"/>
                    </a:cxn>
                    <a:cxn ang="0">
                      <a:pos x="connsiteX8103" y="connsiteY8103"/>
                    </a:cxn>
                    <a:cxn ang="0">
                      <a:pos x="connsiteX8104" y="connsiteY8104"/>
                    </a:cxn>
                    <a:cxn ang="0">
                      <a:pos x="connsiteX8105" y="connsiteY8105"/>
                    </a:cxn>
                    <a:cxn ang="0">
                      <a:pos x="connsiteX8106" y="connsiteY8106"/>
                    </a:cxn>
                    <a:cxn ang="0">
                      <a:pos x="connsiteX8107" y="connsiteY8107"/>
                    </a:cxn>
                    <a:cxn ang="0">
                      <a:pos x="connsiteX8108" y="connsiteY8108"/>
                    </a:cxn>
                    <a:cxn ang="0">
                      <a:pos x="connsiteX8109" y="connsiteY8109"/>
                    </a:cxn>
                    <a:cxn ang="0">
                      <a:pos x="connsiteX8110" y="connsiteY8110"/>
                    </a:cxn>
                    <a:cxn ang="0">
                      <a:pos x="connsiteX8111" y="connsiteY8111"/>
                    </a:cxn>
                    <a:cxn ang="0">
                      <a:pos x="connsiteX8112" y="connsiteY8112"/>
                    </a:cxn>
                    <a:cxn ang="0">
                      <a:pos x="connsiteX8113" y="connsiteY8113"/>
                    </a:cxn>
                    <a:cxn ang="0">
                      <a:pos x="connsiteX8114" y="connsiteY8114"/>
                    </a:cxn>
                    <a:cxn ang="0">
                      <a:pos x="connsiteX8115" y="connsiteY8115"/>
                    </a:cxn>
                    <a:cxn ang="0">
                      <a:pos x="connsiteX8116" y="connsiteY8116"/>
                    </a:cxn>
                    <a:cxn ang="0">
                      <a:pos x="connsiteX8117" y="connsiteY8117"/>
                    </a:cxn>
                    <a:cxn ang="0">
                      <a:pos x="connsiteX8118" y="connsiteY8118"/>
                    </a:cxn>
                    <a:cxn ang="0">
                      <a:pos x="connsiteX8119" y="connsiteY8119"/>
                    </a:cxn>
                    <a:cxn ang="0">
                      <a:pos x="connsiteX8120" y="connsiteY8120"/>
                    </a:cxn>
                    <a:cxn ang="0">
                      <a:pos x="connsiteX8121" y="connsiteY8121"/>
                    </a:cxn>
                    <a:cxn ang="0">
                      <a:pos x="connsiteX8122" y="connsiteY8122"/>
                    </a:cxn>
                    <a:cxn ang="0">
                      <a:pos x="connsiteX8123" y="connsiteY8123"/>
                    </a:cxn>
                    <a:cxn ang="0">
                      <a:pos x="connsiteX8124" y="connsiteY8124"/>
                    </a:cxn>
                    <a:cxn ang="0">
                      <a:pos x="connsiteX8125" y="connsiteY8125"/>
                    </a:cxn>
                    <a:cxn ang="0">
                      <a:pos x="connsiteX8126" y="connsiteY8126"/>
                    </a:cxn>
                    <a:cxn ang="0">
                      <a:pos x="connsiteX8127" y="connsiteY8127"/>
                    </a:cxn>
                    <a:cxn ang="0">
                      <a:pos x="connsiteX8128" y="connsiteY8128"/>
                    </a:cxn>
                    <a:cxn ang="0">
                      <a:pos x="connsiteX8129" y="connsiteY8129"/>
                    </a:cxn>
                    <a:cxn ang="0">
                      <a:pos x="connsiteX8130" y="connsiteY8130"/>
                    </a:cxn>
                    <a:cxn ang="0">
                      <a:pos x="connsiteX8131" y="connsiteY8131"/>
                    </a:cxn>
                    <a:cxn ang="0">
                      <a:pos x="connsiteX8132" y="connsiteY8132"/>
                    </a:cxn>
                    <a:cxn ang="0">
                      <a:pos x="connsiteX8133" y="connsiteY8133"/>
                    </a:cxn>
                    <a:cxn ang="0">
                      <a:pos x="connsiteX8134" y="connsiteY8134"/>
                    </a:cxn>
                    <a:cxn ang="0">
                      <a:pos x="connsiteX8135" y="connsiteY8135"/>
                    </a:cxn>
                    <a:cxn ang="0">
                      <a:pos x="connsiteX8136" y="connsiteY8136"/>
                    </a:cxn>
                    <a:cxn ang="0">
                      <a:pos x="connsiteX8137" y="connsiteY8137"/>
                    </a:cxn>
                    <a:cxn ang="0">
                      <a:pos x="connsiteX8138" y="connsiteY8138"/>
                    </a:cxn>
                    <a:cxn ang="0">
                      <a:pos x="connsiteX8139" y="connsiteY8139"/>
                    </a:cxn>
                    <a:cxn ang="0">
                      <a:pos x="connsiteX8140" y="connsiteY8140"/>
                    </a:cxn>
                    <a:cxn ang="0">
                      <a:pos x="connsiteX8141" y="connsiteY8141"/>
                    </a:cxn>
                    <a:cxn ang="0">
                      <a:pos x="connsiteX8142" y="connsiteY8142"/>
                    </a:cxn>
                    <a:cxn ang="0">
                      <a:pos x="connsiteX8143" y="connsiteY8143"/>
                    </a:cxn>
                    <a:cxn ang="0">
                      <a:pos x="connsiteX8144" y="connsiteY8144"/>
                    </a:cxn>
                    <a:cxn ang="0">
                      <a:pos x="connsiteX8145" y="connsiteY8145"/>
                    </a:cxn>
                    <a:cxn ang="0">
                      <a:pos x="connsiteX8146" y="connsiteY8146"/>
                    </a:cxn>
                    <a:cxn ang="0">
                      <a:pos x="connsiteX8147" y="connsiteY8147"/>
                    </a:cxn>
                    <a:cxn ang="0">
                      <a:pos x="connsiteX8148" y="connsiteY8148"/>
                    </a:cxn>
                    <a:cxn ang="0">
                      <a:pos x="connsiteX8149" y="connsiteY8149"/>
                    </a:cxn>
                    <a:cxn ang="0">
                      <a:pos x="connsiteX8150" y="connsiteY8150"/>
                    </a:cxn>
                    <a:cxn ang="0">
                      <a:pos x="connsiteX8151" y="connsiteY8151"/>
                    </a:cxn>
                    <a:cxn ang="0">
                      <a:pos x="connsiteX8152" y="connsiteY8152"/>
                    </a:cxn>
                    <a:cxn ang="0">
                      <a:pos x="connsiteX8153" y="connsiteY8153"/>
                    </a:cxn>
                    <a:cxn ang="0">
                      <a:pos x="connsiteX8154" y="connsiteY8154"/>
                    </a:cxn>
                    <a:cxn ang="0">
                      <a:pos x="connsiteX8155" y="connsiteY8155"/>
                    </a:cxn>
                    <a:cxn ang="0">
                      <a:pos x="connsiteX8156" y="connsiteY8156"/>
                    </a:cxn>
                    <a:cxn ang="0">
                      <a:pos x="connsiteX8157" y="connsiteY8157"/>
                    </a:cxn>
                    <a:cxn ang="0">
                      <a:pos x="connsiteX8158" y="connsiteY8158"/>
                    </a:cxn>
                    <a:cxn ang="0">
                      <a:pos x="connsiteX8159" y="connsiteY8159"/>
                    </a:cxn>
                    <a:cxn ang="0">
                      <a:pos x="connsiteX8160" y="connsiteY8160"/>
                    </a:cxn>
                    <a:cxn ang="0">
                      <a:pos x="connsiteX8161" y="connsiteY8161"/>
                    </a:cxn>
                    <a:cxn ang="0">
                      <a:pos x="connsiteX8162" y="connsiteY8162"/>
                    </a:cxn>
                    <a:cxn ang="0">
                      <a:pos x="connsiteX8163" y="connsiteY8163"/>
                    </a:cxn>
                    <a:cxn ang="0">
                      <a:pos x="connsiteX8164" y="connsiteY8164"/>
                    </a:cxn>
                    <a:cxn ang="0">
                      <a:pos x="connsiteX8165" y="connsiteY8165"/>
                    </a:cxn>
                    <a:cxn ang="0">
                      <a:pos x="connsiteX8166" y="connsiteY8166"/>
                    </a:cxn>
                    <a:cxn ang="0">
                      <a:pos x="connsiteX8167" y="connsiteY8167"/>
                    </a:cxn>
                    <a:cxn ang="0">
                      <a:pos x="connsiteX8168" y="connsiteY8168"/>
                    </a:cxn>
                    <a:cxn ang="0">
                      <a:pos x="connsiteX8169" y="connsiteY8169"/>
                    </a:cxn>
                    <a:cxn ang="0">
                      <a:pos x="connsiteX8170" y="connsiteY8170"/>
                    </a:cxn>
                    <a:cxn ang="0">
                      <a:pos x="connsiteX8171" y="connsiteY8171"/>
                    </a:cxn>
                    <a:cxn ang="0">
                      <a:pos x="connsiteX8172" y="connsiteY8172"/>
                    </a:cxn>
                    <a:cxn ang="0">
                      <a:pos x="connsiteX8173" y="connsiteY8173"/>
                    </a:cxn>
                    <a:cxn ang="0">
                      <a:pos x="connsiteX8174" y="connsiteY8174"/>
                    </a:cxn>
                    <a:cxn ang="0">
                      <a:pos x="connsiteX8175" y="connsiteY8175"/>
                    </a:cxn>
                    <a:cxn ang="0">
                      <a:pos x="connsiteX8176" y="connsiteY8176"/>
                    </a:cxn>
                    <a:cxn ang="0">
                      <a:pos x="connsiteX8177" y="connsiteY8177"/>
                    </a:cxn>
                    <a:cxn ang="0">
                      <a:pos x="connsiteX8178" y="connsiteY8178"/>
                    </a:cxn>
                    <a:cxn ang="0">
                      <a:pos x="connsiteX8179" y="connsiteY8179"/>
                    </a:cxn>
                    <a:cxn ang="0">
                      <a:pos x="connsiteX8180" y="connsiteY8180"/>
                    </a:cxn>
                    <a:cxn ang="0">
                      <a:pos x="connsiteX8181" y="connsiteY8181"/>
                    </a:cxn>
                    <a:cxn ang="0">
                      <a:pos x="connsiteX8182" y="connsiteY8182"/>
                    </a:cxn>
                    <a:cxn ang="0">
                      <a:pos x="connsiteX8183" y="connsiteY8183"/>
                    </a:cxn>
                    <a:cxn ang="0">
                      <a:pos x="connsiteX8184" y="connsiteY8184"/>
                    </a:cxn>
                    <a:cxn ang="0">
                      <a:pos x="connsiteX8185" y="connsiteY8185"/>
                    </a:cxn>
                    <a:cxn ang="0">
                      <a:pos x="connsiteX8186" y="connsiteY8186"/>
                    </a:cxn>
                    <a:cxn ang="0">
                      <a:pos x="connsiteX8187" y="connsiteY8187"/>
                    </a:cxn>
                    <a:cxn ang="0">
                      <a:pos x="connsiteX8188" y="connsiteY8188"/>
                    </a:cxn>
                    <a:cxn ang="0">
                      <a:pos x="connsiteX8189" y="connsiteY8189"/>
                    </a:cxn>
                    <a:cxn ang="0">
                      <a:pos x="connsiteX8190" y="connsiteY8190"/>
                    </a:cxn>
                    <a:cxn ang="0">
                      <a:pos x="connsiteX8191" y="connsiteY8191"/>
                    </a:cxn>
                    <a:cxn ang="0">
                      <a:pos x="connsiteX8192" y="connsiteY8192"/>
                    </a:cxn>
                    <a:cxn ang="0">
                      <a:pos x="connsiteX8193" y="connsiteY8193"/>
                    </a:cxn>
                    <a:cxn ang="0">
                      <a:pos x="connsiteX8194" y="connsiteY8194"/>
                    </a:cxn>
                    <a:cxn ang="0">
                      <a:pos x="connsiteX8195" y="connsiteY8195"/>
                    </a:cxn>
                    <a:cxn ang="0">
                      <a:pos x="connsiteX8196" y="connsiteY8196"/>
                    </a:cxn>
                    <a:cxn ang="0">
                      <a:pos x="connsiteX8197" y="connsiteY8197"/>
                    </a:cxn>
                    <a:cxn ang="0">
                      <a:pos x="connsiteX8198" y="connsiteY8198"/>
                    </a:cxn>
                    <a:cxn ang="0">
                      <a:pos x="connsiteX8199" y="connsiteY8199"/>
                    </a:cxn>
                    <a:cxn ang="0">
                      <a:pos x="connsiteX8200" y="connsiteY8200"/>
                    </a:cxn>
                    <a:cxn ang="0">
                      <a:pos x="connsiteX8201" y="connsiteY8201"/>
                    </a:cxn>
                    <a:cxn ang="0">
                      <a:pos x="connsiteX8202" y="connsiteY8202"/>
                    </a:cxn>
                    <a:cxn ang="0">
                      <a:pos x="connsiteX8203" y="connsiteY8203"/>
                    </a:cxn>
                    <a:cxn ang="0">
                      <a:pos x="connsiteX8204" y="connsiteY8204"/>
                    </a:cxn>
                    <a:cxn ang="0">
                      <a:pos x="connsiteX8205" y="connsiteY8205"/>
                    </a:cxn>
                    <a:cxn ang="0">
                      <a:pos x="connsiteX8206" y="connsiteY8206"/>
                    </a:cxn>
                    <a:cxn ang="0">
                      <a:pos x="connsiteX8207" y="connsiteY8207"/>
                    </a:cxn>
                    <a:cxn ang="0">
                      <a:pos x="connsiteX8208" y="connsiteY8208"/>
                    </a:cxn>
                    <a:cxn ang="0">
                      <a:pos x="connsiteX8209" y="connsiteY8209"/>
                    </a:cxn>
                    <a:cxn ang="0">
                      <a:pos x="connsiteX8210" y="connsiteY8210"/>
                    </a:cxn>
                    <a:cxn ang="0">
                      <a:pos x="connsiteX8211" y="connsiteY8211"/>
                    </a:cxn>
                    <a:cxn ang="0">
                      <a:pos x="connsiteX8212" y="connsiteY8212"/>
                    </a:cxn>
                    <a:cxn ang="0">
                      <a:pos x="connsiteX8213" y="connsiteY8213"/>
                    </a:cxn>
                    <a:cxn ang="0">
                      <a:pos x="connsiteX8214" y="connsiteY8214"/>
                    </a:cxn>
                    <a:cxn ang="0">
                      <a:pos x="connsiteX8215" y="connsiteY8215"/>
                    </a:cxn>
                    <a:cxn ang="0">
                      <a:pos x="connsiteX8216" y="connsiteY8216"/>
                    </a:cxn>
                    <a:cxn ang="0">
                      <a:pos x="connsiteX8217" y="connsiteY8217"/>
                    </a:cxn>
                    <a:cxn ang="0">
                      <a:pos x="connsiteX8218" y="connsiteY8218"/>
                    </a:cxn>
                    <a:cxn ang="0">
                      <a:pos x="connsiteX8219" y="connsiteY8219"/>
                    </a:cxn>
                    <a:cxn ang="0">
                      <a:pos x="connsiteX8220" y="connsiteY8220"/>
                    </a:cxn>
                    <a:cxn ang="0">
                      <a:pos x="connsiteX8221" y="connsiteY8221"/>
                    </a:cxn>
                    <a:cxn ang="0">
                      <a:pos x="connsiteX8222" y="connsiteY8222"/>
                    </a:cxn>
                    <a:cxn ang="0">
                      <a:pos x="connsiteX8223" y="connsiteY8223"/>
                    </a:cxn>
                    <a:cxn ang="0">
                      <a:pos x="connsiteX8224" y="connsiteY8224"/>
                    </a:cxn>
                    <a:cxn ang="0">
                      <a:pos x="connsiteX8225" y="connsiteY8225"/>
                    </a:cxn>
                    <a:cxn ang="0">
                      <a:pos x="connsiteX8226" y="connsiteY8226"/>
                    </a:cxn>
                    <a:cxn ang="0">
                      <a:pos x="connsiteX8227" y="connsiteY8227"/>
                    </a:cxn>
                    <a:cxn ang="0">
                      <a:pos x="connsiteX8228" y="connsiteY8228"/>
                    </a:cxn>
                    <a:cxn ang="0">
                      <a:pos x="connsiteX8229" y="connsiteY8229"/>
                    </a:cxn>
                    <a:cxn ang="0">
                      <a:pos x="connsiteX8230" y="connsiteY8230"/>
                    </a:cxn>
                    <a:cxn ang="0">
                      <a:pos x="connsiteX8231" y="connsiteY8231"/>
                    </a:cxn>
                    <a:cxn ang="0">
                      <a:pos x="connsiteX8232" y="connsiteY8232"/>
                    </a:cxn>
                    <a:cxn ang="0">
                      <a:pos x="connsiteX8233" y="connsiteY8233"/>
                    </a:cxn>
                    <a:cxn ang="0">
                      <a:pos x="connsiteX8234" y="connsiteY8234"/>
                    </a:cxn>
                    <a:cxn ang="0">
                      <a:pos x="connsiteX8235" y="connsiteY8235"/>
                    </a:cxn>
                    <a:cxn ang="0">
                      <a:pos x="connsiteX8236" y="connsiteY8236"/>
                    </a:cxn>
                    <a:cxn ang="0">
                      <a:pos x="connsiteX8237" y="connsiteY8237"/>
                    </a:cxn>
                    <a:cxn ang="0">
                      <a:pos x="connsiteX8238" y="connsiteY8238"/>
                    </a:cxn>
                    <a:cxn ang="0">
                      <a:pos x="connsiteX8239" y="connsiteY8239"/>
                    </a:cxn>
                    <a:cxn ang="0">
                      <a:pos x="connsiteX8240" y="connsiteY8240"/>
                    </a:cxn>
                    <a:cxn ang="0">
                      <a:pos x="connsiteX8241" y="connsiteY8241"/>
                    </a:cxn>
                    <a:cxn ang="0">
                      <a:pos x="connsiteX8242" y="connsiteY8242"/>
                    </a:cxn>
                    <a:cxn ang="0">
                      <a:pos x="connsiteX8243" y="connsiteY8243"/>
                    </a:cxn>
                    <a:cxn ang="0">
                      <a:pos x="connsiteX8244" y="connsiteY8244"/>
                    </a:cxn>
                    <a:cxn ang="0">
                      <a:pos x="connsiteX8245" y="connsiteY8245"/>
                    </a:cxn>
                    <a:cxn ang="0">
                      <a:pos x="connsiteX8246" y="connsiteY8246"/>
                    </a:cxn>
                    <a:cxn ang="0">
                      <a:pos x="connsiteX8247" y="connsiteY8247"/>
                    </a:cxn>
                    <a:cxn ang="0">
                      <a:pos x="connsiteX8248" y="connsiteY8248"/>
                    </a:cxn>
                    <a:cxn ang="0">
                      <a:pos x="connsiteX8249" y="connsiteY8249"/>
                    </a:cxn>
                    <a:cxn ang="0">
                      <a:pos x="connsiteX8250" y="connsiteY8250"/>
                    </a:cxn>
                    <a:cxn ang="0">
                      <a:pos x="connsiteX8251" y="connsiteY8251"/>
                    </a:cxn>
                    <a:cxn ang="0">
                      <a:pos x="connsiteX8252" y="connsiteY8252"/>
                    </a:cxn>
                    <a:cxn ang="0">
                      <a:pos x="connsiteX8253" y="connsiteY8253"/>
                    </a:cxn>
                    <a:cxn ang="0">
                      <a:pos x="connsiteX8254" y="connsiteY8254"/>
                    </a:cxn>
                    <a:cxn ang="0">
                      <a:pos x="connsiteX8255" y="connsiteY8255"/>
                    </a:cxn>
                    <a:cxn ang="0">
                      <a:pos x="connsiteX8256" y="connsiteY8256"/>
                    </a:cxn>
                    <a:cxn ang="0">
                      <a:pos x="connsiteX8257" y="connsiteY8257"/>
                    </a:cxn>
                    <a:cxn ang="0">
                      <a:pos x="connsiteX8258" y="connsiteY8258"/>
                    </a:cxn>
                    <a:cxn ang="0">
                      <a:pos x="connsiteX8259" y="connsiteY8259"/>
                    </a:cxn>
                    <a:cxn ang="0">
                      <a:pos x="connsiteX8260" y="connsiteY8260"/>
                    </a:cxn>
                    <a:cxn ang="0">
                      <a:pos x="connsiteX8261" y="connsiteY8261"/>
                    </a:cxn>
                    <a:cxn ang="0">
                      <a:pos x="connsiteX8262" y="connsiteY8262"/>
                    </a:cxn>
                    <a:cxn ang="0">
                      <a:pos x="connsiteX8263" y="connsiteY8263"/>
                    </a:cxn>
                    <a:cxn ang="0">
                      <a:pos x="connsiteX8264" y="connsiteY8264"/>
                    </a:cxn>
                    <a:cxn ang="0">
                      <a:pos x="connsiteX8265" y="connsiteY8265"/>
                    </a:cxn>
                    <a:cxn ang="0">
                      <a:pos x="connsiteX8266" y="connsiteY8266"/>
                    </a:cxn>
                    <a:cxn ang="0">
                      <a:pos x="connsiteX8267" y="connsiteY8267"/>
                    </a:cxn>
                    <a:cxn ang="0">
                      <a:pos x="connsiteX8268" y="connsiteY8268"/>
                    </a:cxn>
                    <a:cxn ang="0">
                      <a:pos x="connsiteX8269" y="connsiteY8269"/>
                    </a:cxn>
                    <a:cxn ang="0">
                      <a:pos x="connsiteX8270" y="connsiteY8270"/>
                    </a:cxn>
                    <a:cxn ang="0">
                      <a:pos x="connsiteX8271" y="connsiteY8271"/>
                    </a:cxn>
                    <a:cxn ang="0">
                      <a:pos x="connsiteX8272" y="connsiteY8272"/>
                    </a:cxn>
                    <a:cxn ang="0">
                      <a:pos x="connsiteX8273" y="connsiteY8273"/>
                    </a:cxn>
                    <a:cxn ang="0">
                      <a:pos x="connsiteX8274" y="connsiteY8274"/>
                    </a:cxn>
                    <a:cxn ang="0">
                      <a:pos x="connsiteX8275" y="connsiteY8275"/>
                    </a:cxn>
                    <a:cxn ang="0">
                      <a:pos x="connsiteX8276" y="connsiteY8276"/>
                    </a:cxn>
                    <a:cxn ang="0">
                      <a:pos x="connsiteX8277" y="connsiteY8277"/>
                    </a:cxn>
                    <a:cxn ang="0">
                      <a:pos x="connsiteX8278" y="connsiteY8278"/>
                    </a:cxn>
                    <a:cxn ang="0">
                      <a:pos x="connsiteX8279" y="connsiteY8279"/>
                    </a:cxn>
                    <a:cxn ang="0">
                      <a:pos x="connsiteX8280" y="connsiteY8280"/>
                    </a:cxn>
                    <a:cxn ang="0">
                      <a:pos x="connsiteX8281" y="connsiteY8281"/>
                    </a:cxn>
                    <a:cxn ang="0">
                      <a:pos x="connsiteX8282" y="connsiteY8282"/>
                    </a:cxn>
                    <a:cxn ang="0">
                      <a:pos x="connsiteX8283" y="connsiteY8283"/>
                    </a:cxn>
                    <a:cxn ang="0">
                      <a:pos x="connsiteX8284" y="connsiteY8284"/>
                    </a:cxn>
                    <a:cxn ang="0">
                      <a:pos x="connsiteX8285" y="connsiteY8285"/>
                    </a:cxn>
                    <a:cxn ang="0">
                      <a:pos x="connsiteX8286" y="connsiteY8286"/>
                    </a:cxn>
                    <a:cxn ang="0">
                      <a:pos x="connsiteX8287" y="connsiteY8287"/>
                    </a:cxn>
                    <a:cxn ang="0">
                      <a:pos x="connsiteX8288" y="connsiteY8288"/>
                    </a:cxn>
                    <a:cxn ang="0">
                      <a:pos x="connsiteX8289" y="connsiteY8289"/>
                    </a:cxn>
                    <a:cxn ang="0">
                      <a:pos x="connsiteX8290" y="connsiteY8290"/>
                    </a:cxn>
                    <a:cxn ang="0">
                      <a:pos x="connsiteX8291" y="connsiteY8291"/>
                    </a:cxn>
                    <a:cxn ang="0">
                      <a:pos x="connsiteX8292" y="connsiteY8292"/>
                    </a:cxn>
                    <a:cxn ang="0">
                      <a:pos x="connsiteX8293" y="connsiteY8293"/>
                    </a:cxn>
                    <a:cxn ang="0">
                      <a:pos x="connsiteX8294" y="connsiteY8294"/>
                    </a:cxn>
                    <a:cxn ang="0">
                      <a:pos x="connsiteX8295" y="connsiteY8295"/>
                    </a:cxn>
                    <a:cxn ang="0">
                      <a:pos x="connsiteX8296" y="connsiteY8296"/>
                    </a:cxn>
                    <a:cxn ang="0">
                      <a:pos x="connsiteX8297" y="connsiteY8297"/>
                    </a:cxn>
                    <a:cxn ang="0">
                      <a:pos x="connsiteX8298" y="connsiteY8298"/>
                    </a:cxn>
                    <a:cxn ang="0">
                      <a:pos x="connsiteX8299" y="connsiteY8299"/>
                    </a:cxn>
                    <a:cxn ang="0">
                      <a:pos x="connsiteX8300" y="connsiteY8300"/>
                    </a:cxn>
                    <a:cxn ang="0">
                      <a:pos x="connsiteX8301" y="connsiteY8301"/>
                    </a:cxn>
                    <a:cxn ang="0">
                      <a:pos x="connsiteX8302" y="connsiteY8302"/>
                    </a:cxn>
                    <a:cxn ang="0">
                      <a:pos x="connsiteX8303" y="connsiteY8303"/>
                    </a:cxn>
                    <a:cxn ang="0">
                      <a:pos x="connsiteX8304" y="connsiteY8304"/>
                    </a:cxn>
                    <a:cxn ang="0">
                      <a:pos x="connsiteX8305" y="connsiteY8305"/>
                    </a:cxn>
                    <a:cxn ang="0">
                      <a:pos x="connsiteX8306" y="connsiteY8306"/>
                    </a:cxn>
                    <a:cxn ang="0">
                      <a:pos x="connsiteX8307" y="connsiteY8307"/>
                    </a:cxn>
                    <a:cxn ang="0">
                      <a:pos x="connsiteX8308" y="connsiteY8308"/>
                    </a:cxn>
                    <a:cxn ang="0">
                      <a:pos x="connsiteX8309" y="connsiteY8309"/>
                    </a:cxn>
                    <a:cxn ang="0">
                      <a:pos x="connsiteX8310" y="connsiteY8310"/>
                    </a:cxn>
                    <a:cxn ang="0">
                      <a:pos x="connsiteX8311" y="connsiteY8311"/>
                    </a:cxn>
                    <a:cxn ang="0">
                      <a:pos x="connsiteX8312" y="connsiteY8312"/>
                    </a:cxn>
                    <a:cxn ang="0">
                      <a:pos x="connsiteX8313" y="connsiteY8313"/>
                    </a:cxn>
                    <a:cxn ang="0">
                      <a:pos x="connsiteX8314" y="connsiteY8314"/>
                    </a:cxn>
                    <a:cxn ang="0">
                      <a:pos x="connsiteX8315" y="connsiteY8315"/>
                    </a:cxn>
                    <a:cxn ang="0">
                      <a:pos x="connsiteX8316" y="connsiteY8316"/>
                    </a:cxn>
                    <a:cxn ang="0">
                      <a:pos x="connsiteX8317" y="connsiteY8317"/>
                    </a:cxn>
                    <a:cxn ang="0">
                      <a:pos x="connsiteX8318" y="connsiteY8318"/>
                    </a:cxn>
                    <a:cxn ang="0">
                      <a:pos x="connsiteX8319" y="connsiteY8319"/>
                    </a:cxn>
                    <a:cxn ang="0">
                      <a:pos x="connsiteX8320" y="connsiteY8320"/>
                    </a:cxn>
                    <a:cxn ang="0">
                      <a:pos x="connsiteX8321" y="connsiteY8321"/>
                    </a:cxn>
                    <a:cxn ang="0">
                      <a:pos x="connsiteX8322" y="connsiteY8322"/>
                    </a:cxn>
                    <a:cxn ang="0">
                      <a:pos x="connsiteX8323" y="connsiteY8323"/>
                    </a:cxn>
                    <a:cxn ang="0">
                      <a:pos x="connsiteX8324" y="connsiteY8324"/>
                    </a:cxn>
                    <a:cxn ang="0">
                      <a:pos x="connsiteX8325" y="connsiteY8325"/>
                    </a:cxn>
                    <a:cxn ang="0">
                      <a:pos x="connsiteX8326" y="connsiteY8326"/>
                    </a:cxn>
                    <a:cxn ang="0">
                      <a:pos x="connsiteX8327" y="connsiteY8327"/>
                    </a:cxn>
                    <a:cxn ang="0">
                      <a:pos x="connsiteX8328" y="connsiteY8328"/>
                    </a:cxn>
                    <a:cxn ang="0">
                      <a:pos x="connsiteX8329" y="connsiteY8329"/>
                    </a:cxn>
                    <a:cxn ang="0">
                      <a:pos x="connsiteX8330" y="connsiteY8330"/>
                    </a:cxn>
                    <a:cxn ang="0">
                      <a:pos x="connsiteX8331" y="connsiteY8331"/>
                    </a:cxn>
                    <a:cxn ang="0">
                      <a:pos x="connsiteX8332" y="connsiteY8332"/>
                    </a:cxn>
                    <a:cxn ang="0">
                      <a:pos x="connsiteX8333" y="connsiteY8333"/>
                    </a:cxn>
                    <a:cxn ang="0">
                      <a:pos x="connsiteX8334" y="connsiteY8334"/>
                    </a:cxn>
                    <a:cxn ang="0">
                      <a:pos x="connsiteX8335" y="connsiteY8335"/>
                    </a:cxn>
                    <a:cxn ang="0">
                      <a:pos x="connsiteX8336" y="connsiteY8336"/>
                    </a:cxn>
                    <a:cxn ang="0">
                      <a:pos x="connsiteX8337" y="connsiteY8337"/>
                    </a:cxn>
                    <a:cxn ang="0">
                      <a:pos x="connsiteX8338" y="connsiteY8338"/>
                    </a:cxn>
                    <a:cxn ang="0">
                      <a:pos x="connsiteX8339" y="connsiteY8339"/>
                    </a:cxn>
                    <a:cxn ang="0">
                      <a:pos x="connsiteX8340" y="connsiteY8340"/>
                    </a:cxn>
                    <a:cxn ang="0">
                      <a:pos x="connsiteX8341" y="connsiteY8341"/>
                    </a:cxn>
                    <a:cxn ang="0">
                      <a:pos x="connsiteX8342" y="connsiteY8342"/>
                    </a:cxn>
                    <a:cxn ang="0">
                      <a:pos x="connsiteX8343" y="connsiteY8343"/>
                    </a:cxn>
                    <a:cxn ang="0">
                      <a:pos x="connsiteX8344" y="connsiteY8344"/>
                    </a:cxn>
                    <a:cxn ang="0">
                      <a:pos x="connsiteX8345" y="connsiteY8345"/>
                    </a:cxn>
                    <a:cxn ang="0">
                      <a:pos x="connsiteX8346" y="connsiteY8346"/>
                    </a:cxn>
                    <a:cxn ang="0">
                      <a:pos x="connsiteX8347" y="connsiteY8347"/>
                    </a:cxn>
                    <a:cxn ang="0">
                      <a:pos x="connsiteX8348" y="connsiteY8348"/>
                    </a:cxn>
                    <a:cxn ang="0">
                      <a:pos x="connsiteX8349" y="connsiteY8349"/>
                    </a:cxn>
                    <a:cxn ang="0">
                      <a:pos x="connsiteX8350" y="connsiteY8350"/>
                    </a:cxn>
                    <a:cxn ang="0">
                      <a:pos x="connsiteX8351" y="connsiteY8351"/>
                    </a:cxn>
                    <a:cxn ang="0">
                      <a:pos x="connsiteX8352" y="connsiteY8352"/>
                    </a:cxn>
                    <a:cxn ang="0">
                      <a:pos x="connsiteX8353" y="connsiteY8353"/>
                    </a:cxn>
                    <a:cxn ang="0">
                      <a:pos x="connsiteX8354" y="connsiteY8354"/>
                    </a:cxn>
                    <a:cxn ang="0">
                      <a:pos x="connsiteX8355" y="connsiteY8355"/>
                    </a:cxn>
                    <a:cxn ang="0">
                      <a:pos x="connsiteX8356" y="connsiteY8356"/>
                    </a:cxn>
                    <a:cxn ang="0">
                      <a:pos x="connsiteX8357" y="connsiteY8357"/>
                    </a:cxn>
                    <a:cxn ang="0">
                      <a:pos x="connsiteX8358" y="connsiteY8358"/>
                    </a:cxn>
                    <a:cxn ang="0">
                      <a:pos x="connsiteX8359" y="connsiteY8359"/>
                    </a:cxn>
                    <a:cxn ang="0">
                      <a:pos x="connsiteX8360" y="connsiteY8360"/>
                    </a:cxn>
                    <a:cxn ang="0">
                      <a:pos x="connsiteX8361" y="connsiteY8361"/>
                    </a:cxn>
                    <a:cxn ang="0">
                      <a:pos x="connsiteX8362" y="connsiteY8362"/>
                    </a:cxn>
                    <a:cxn ang="0">
                      <a:pos x="connsiteX8363" y="connsiteY8363"/>
                    </a:cxn>
                    <a:cxn ang="0">
                      <a:pos x="connsiteX8364" y="connsiteY8364"/>
                    </a:cxn>
                    <a:cxn ang="0">
                      <a:pos x="connsiteX8365" y="connsiteY8365"/>
                    </a:cxn>
                    <a:cxn ang="0">
                      <a:pos x="connsiteX8366" y="connsiteY8366"/>
                    </a:cxn>
                    <a:cxn ang="0">
                      <a:pos x="connsiteX8367" y="connsiteY8367"/>
                    </a:cxn>
                    <a:cxn ang="0">
                      <a:pos x="connsiteX8368" y="connsiteY8368"/>
                    </a:cxn>
                    <a:cxn ang="0">
                      <a:pos x="connsiteX8369" y="connsiteY8369"/>
                    </a:cxn>
                    <a:cxn ang="0">
                      <a:pos x="connsiteX8370" y="connsiteY8370"/>
                    </a:cxn>
                    <a:cxn ang="0">
                      <a:pos x="connsiteX8371" y="connsiteY8371"/>
                    </a:cxn>
                    <a:cxn ang="0">
                      <a:pos x="connsiteX8372" y="connsiteY8372"/>
                    </a:cxn>
                    <a:cxn ang="0">
                      <a:pos x="connsiteX8373" y="connsiteY8373"/>
                    </a:cxn>
                    <a:cxn ang="0">
                      <a:pos x="connsiteX8374" y="connsiteY8374"/>
                    </a:cxn>
                    <a:cxn ang="0">
                      <a:pos x="connsiteX8375" y="connsiteY8375"/>
                    </a:cxn>
                    <a:cxn ang="0">
                      <a:pos x="connsiteX8376" y="connsiteY8376"/>
                    </a:cxn>
                    <a:cxn ang="0">
                      <a:pos x="connsiteX8377" y="connsiteY8377"/>
                    </a:cxn>
                    <a:cxn ang="0">
                      <a:pos x="connsiteX8378" y="connsiteY8378"/>
                    </a:cxn>
                    <a:cxn ang="0">
                      <a:pos x="connsiteX8379" y="connsiteY8379"/>
                    </a:cxn>
                    <a:cxn ang="0">
                      <a:pos x="connsiteX8380" y="connsiteY8380"/>
                    </a:cxn>
                    <a:cxn ang="0">
                      <a:pos x="connsiteX8381" y="connsiteY8381"/>
                    </a:cxn>
                    <a:cxn ang="0">
                      <a:pos x="connsiteX8382" y="connsiteY8382"/>
                    </a:cxn>
                    <a:cxn ang="0">
                      <a:pos x="connsiteX8383" y="connsiteY8383"/>
                    </a:cxn>
                    <a:cxn ang="0">
                      <a:pos x="connsiteX8384" y="connsiteY8384"/>
                    </a:cxn>
                    <a:cxn ang="0">
                      <a:pos x="connsiteX8385" y="connsiteY8385"/>
                    </a:cxn>
                    <a:cxn ang="0">
                      <a:pos x="connsiteX8386" y="connsiteY8386"/>
                    </a:cxn>
                    <a:cxn ang="0">
                      <a:pos x="connsiteX8387" y="connsiteY8387"/>
                    </a:cxn>
                    <a:cxn ang="0">
                      <a:pos x="connsiteX8388" y="connsiteY8388"/>
                    </a:cxn>
                    <a:cxn ang="0">
                      <a:pos x="connsiteX8389" y="connsiteY8389"/>
                    </a:cxn>
                    <a:cxn ang="0">
                      <a:pos x="connsiteX8390" y="connsiteY8390"/>
                    </a:cxn>
                    <a:cxn ang="0">
                      <a:pos x="connsiteX8391" y="connsiteY8391"/>
                    </a:cxn>
                    <a:cxn ang="0">
                      <a:pos x="connsiteX8392" y="connsiteY8392"/>
                    </a:cxn>
                    <a:cxn ang="0">
                      <a:pos x="connsiteX8393" y="connsiteY8393"/>
                    </a:cxn>
                    <a:cxn ang="0">
                      <a:pos x="connsiteX8394" y="connsiteY8394"/>
                    </a:cxn>
                    <a:cxn ang="0">
                      <a:pos x="connsiteX8395" y="connsiteY8395"/>
                    </a:cxn>
                    <a:cxn ang="0">
                      <a:pos x="connsiteX8396" y="connsiteY8396"/>
                    </a:cxn>
                    <a:cxn ang="0">
                      <a:pos x="connsiteX8397" y="connsiteY8397"/>
                    </a:cxn>
                    <a:cxn ang="0">
                      <a:pos x="connsiteX8398" y="connsiteY8398"/>
                    </a:cxn>
                    <a:cxn ang="0">
                      <a:pos x="connsiteX8399" y="connsiteY8399"/>
                    </a:cxn>
                    <a:cxn ang="0">
                      <a:pos x="connsiteX8400" y="connsiteY8400"/>
                    </a:cxn>
                    <a:cxn ang="0">
                      <a:pos x="connsiteX8401" y="connsiteY8401"/>
                    </a:cxn>
                    <a:cxn ang="0">
                      <a:pos x="connsiteX8402" y="connsiteY8402"/>
                    </a:cxn>
                    <a:cxn ang="0">
                      <a:pos x="connsiteX8403" y="connsiteY8403"/>
                    </a:cxn>
                    <a:cxn ang="0">
                      <a:pos x="connsiteX8404" y="connsiteY8404"/>
                    </a:cxn>
                    <a:cxn ang="0">
                      <a:pos x="connsiteX8405" y="connsiteY8405"/>
                    </a:cxn>
                    <a:cxn ang="0">
                      <a:pos x="connsiteX8406" y="connsiteY8406"/>
                    </a:cxn>
                    <a:cxn ang="0">
                      <a:pos x="connsiteX8407" y="connsiteY8407"/>
                    </a:cxn>
                    <a:cxn ang="0">
                      <a:pos x="connsiteX8408" y="connsiteY8408"/>
                    </a:cxn>
                    <a:cxn ang="0">
                      <a:pos x="connsiteX8409" y="connsiteY8409"/>
                    </a:cxn>
                    <a:cxn ang="0">
                      <a:pos x="connsiteX8410" y="connsiteY8410"/>
                    </a:cxn>
                    <a:cxn ang="0">
                      <a:pos x="connsiteX8411" y="connsiteY8411"/>
                    </a:cxn>
                    <a:cxn ang="0">
                      <a:pos x="connsiteX8412" y="connsiteY8412"/>
                    </a:cxn>
                    <a:cxn ang="0">
                      <a:pos x="connsiteX8413" y="connsiteY8413"/>
                    </a:cxn>
                    <a:cxn ang="0">
                      <a:pos x="connsiteX8414" y="connsiteY8414"/>
                    </a:cxn>
                    <a:cxn ang="0">
                      <a:pos x="connsiteX8415" y="connsiteY8415"/>
                    </a:cxn>
                    <a:cxn ang="0">
                      <a:pos x="connsiteX8416" y="connsiteY8416"/>
                    </a:cxn>
                    <a:cxn ang="0">
                      <a:pos x="connsiteX8417" y="connsiteY8417"/>
                    </a:cxn>
                    <a:cxn ang="0">
                      <a:pos x="connsiteX8418" y="connsiteY8418"/>
                    </a:cxn>
                    <a:cxn ang="0">
                      <a:pos x="connsiteX8419" y="connsiteY8419"/>
                    </a:cxn>
                    <a:cxn ang="0">
                      <a:pos x="connsiteX8420" y="connsiteY8420"/>
                    </a:cxn>
                    <a:cxn ang="0">
                      <a:pos x="connsiteX8421" y="connsiteY8421"/>
                    </a:cxn>
                    <a:cxn ang="0">
                      <a:pos x="connsiteX8422" y="connsiteY8422"/>
                    </a:cxn>
                    <a:cxn ang="0">
                      <a:pos x="connsiteX8423" y="connsiteY8423"/>
                    </a:cxn>
                    <a:cxn ang="0">
                      <a:pos x="connsiteX8424" y="connsiteY8424"/>
                    </a:cxn>
                    <a:cxn ang="0">
                      <a:pos x="connsiteX8425" y="connsiteY8425"/>
                    </a:cxn>
                    <a:cxn ang="0">
                      <a:pos x="connsiteX8426" y="connsiteY8426"/>
                    </a:cxn>
                    <a:cxn ang="0">
                      <a:pos x="connsiteX8427" y="connsiteY8427"/>
                    </a:cxn>
                    <a:cxn ang="0">
                      <a:pos x="connsiteX8428" y="connsiteY8428"/>
                    </a:cxn>
                    <a:cxn ang="0">
                      <a:pos x="connsiteX8429" y="connsiteY8429"/>
                    </a:cxn>
                    <a:cxn ang="0">
                      <a:pos x="connsiteX8430" y="connsiteY8430"/>
                    </a:cxn>
                    <a:cxn ang="0">
                      <a:pos x="connsiteX8431" y="connsiteY8431"/>
                    </a:cxn>
                    <a:cxn ang="0">
                      <a:pos x="connsiteX8432" y="connsiteY8432"/>
                    </a:cxn>
                    <a:cxn ang="0">
                      <a:pos x="connsiteX8433" y="connsiteY8433"/>
                    </a:cxn>
                    <a:cxn ang="0">
                      <a:pos x="connsiteX8434" y="connsiteY8434"/>
                    </a:cxn>
                    <a:cxn ang="0">
                      <a:pos x="connsiteX8435" y="connsiteY8435"/>
                    </a:cxn>
                    <a:cxn ang="0">
                      <a:pos x="connsiteX8436" y="connsiteY8436"/>
                    </a:cxn>
                    <a:cxn ang="0">
                      <a:pos x="connsiteX8437" y="connsiteY8437"/>
                    </a:cxn>
                    <a:cxn ang="0">
                      <a:pos x="connsiteX8438" y="connsiteY8438"/>
                    </a:cxn>
                    <a:cxn ang="0">
                      <a:pos x="connsiteX8439" y="connsiteY8439"/>
                    </a:cxn>
                    <a:cxn ang="0">
                      <a:pos x="connsiteX8440" y="connsiteY8440"/>
                    </a:cxn>
                    <a:cxn ang="0">
                      <a:pos x="connsiteX8441" y="connsiteY8441"/>
                    </a:cxn>
                    <a:cxn ang="0">
                      <a:pos x="connsiteX8442" y="connsiteY8442"/>
                    </a:cxn>
                    <a:cxn ang="0">
                      <a:pos x="connsiteX8443" y="connsiteY8443"/>
                    </a:cxn>
                    <a:cxn ang="0">
                      <a:pos x="connsiteX8444" y="connsiteY8444"/>
                    </a:cxn>
                    <a:cxn ang="0">
                      <a:pos x="connsiteX8445" y="connsiteY8445"/>
                    </a:cxn>
                    <a:cxn ang="0">
                      <a:pos x="connsiteX8446" y="connsiteY8446"/>
                    </a:cxn>
                    <a:cxn ang="0">
                      <a:pos x="connsiteX8447" y="connsiteY8447"/>
                    </a:cxn>
                    <a:cxn ang="0">
                      <a:pos x="connsiteX8448" y="connsiteY8448"/>
                    </a:cxn>
                    <a:cxn ang="0">
                      <a:pos x="connsiteX8449" y="connsiteY8449"/>
                    </a:cxn>
                    <a:cxn ang="0">
                      <a:pos x="connsiteX8450" y="connsiteY8450"/>
                    </a:cxn>
                    <a:cxn ang="0">
                      <a:pos x="connsiteX8451" y="connsiteY8451"/>
                    </a:cxn>
                    <a:cxn ang="0">
                      <a:pos x="connsiteX8452" y="connsiteY8452"/>
                    </a:cxn>
                    <a:cxn ang="0">
                      <a:pos x="connsiteX8453" y="connsiteY8453"/>
                    </a:cxn>
                    <a:cxn ang="0">
                      <a:pos x="connsiteX8454" y="connsiteY8454"/>
                    </a:cxn>
                    <a:cxn ang="0">
                      <a:pos x="connsiteX8455" y="connsiteY8455"/>
                    </a:cxn>
                    <a:cxn ang="0">
                      <a:pos x="connsiteX8456" y="connsiteY8456"/>
                    </a:cxn>
                    <a:cxn ang="0">
                      <a:pos x="connsiteX8457" y="connsiteY8457"/>
                    </a:cxn>
                    <a:cxn ang="0">
                      <a:pos x="connsiteX8458" y="connsiteY8458"/>
                    </a:cxn>
                    <a:cxn ang="0">
                      <a:pos x="connsiteX8459" y="connsiteY8459"/>
                    </a:cxn>
                    <a:cxn ang="0">
                      <a:pos x="connsiteX8460" y="connsiteY8460"/>
                    </a:cxn>
                    <a:cxn ang="0">
                      <a:pos x="connsiteX8461" y="connsiteY8461"/>
                    </a:cxn>
                    <a:cxn ang="0">
                      <a:pos x="connsiteX8462" y="connsiteY8462"/>
                    </a:cxn>
                    <a:cxn ang="0">
                      <a:pos x="connsiteX8463" y="connsiteY8463"/>
                    </a:cxn>
                    <a:cxn ang="0">
                      <a:pos x="connsiteX8464" y="connsiteY8464"/>
                    </a:cxn>
                    <a:cxn ang="0">
                      <a:pos x="connsiteX8465" y="connsiteY8465"/>
                    </a:cxn>
                    <a:cxn ang="0">
                      <a:pos x="connsiteX8466" y="connsiteY8466"/>
                    </a:cxn>
                    <a:cxn ang="0">
                      <a:pos x="connsiteX8467" y="connsiteY8467"/>
                    </a:cxn>
                    <a:cxn ang="0">
                      <a:pos x="connsiteX8468" y="connsiteY8468"/>
                    </a:cxn>
                    <a:cxn ang="0">
                      <a:pos x="connsiteX8469" y="connsiteY8469"/>
                    </a:cxn>
                    <a:cxn ang="0">
                      <a:pos x="connsiteX8470" y="connsiteY8470"/>
                    </a:cxn>
                    <a:cxn ang="0">
                      <a:pos x="connsiteX8471" y="connsiteY8471"/>
                    </a:cxn>
                    <a:cxn ang="0">
                      <a:pos x="connsiteX8472" y="connsiteY8472"/>
                    </a:cxn>
                    <a:cxn ang="0">
                      <a:pos x="connsiteX8473" y="connsiteY8473"/>
                    </a:cxn>
                    <a:cxn ang="0">
                      <a:pos x="connsiteX8474" y="connsiteY8474"/>
                    </a:cxn>
                    <a:cxn ang="0">
                      <a:pos x="connsiteX8475" y="connsiteY8475"/>
                    </a:cxn>
                    <a:cxn ang="0">
                      <a:pos x="connsiteX8476" y="connsiteY8476"/>
                    </a:cxn>
                    <a:cxn ang="0">
                      <a:pos x="connsiteX8477" y="connsiteY8477"/>
                    </a:cxn>
                    <a:cxn ang="0">
                      <a:pos x="connsiteX8478" y="connsiteY8478"/>
                    </a:cxn>
                    <a:cxn ang="0">
                      <a:pos x="connsiteX8479" y="connsiteY8479"/>
                    </a:cxn>
                    <a:cxn ang="0">
                      <a:pos x="connsiteX8480" y="connsiteY8480"/>
                    </a:cxn>
                    <a:cxn ang="0">
                      <a:pos x="connsiteX8481" y="connsiteY8481"/>
                    </a:cxn>
                    <a:cxn ang="0">
                      <a:pos x="connsiteX8482" y="connsiteY8482"/>
                    </a:cxn>
                    <a:cxn ang="0">
                      <a:pos x="connsiteX8483" y="connsiteY8483"/>
                    </a:cxn>
                    <a:cxn ang="0">
                      <a:pos x="connsiteX8484" y="connsiteY8484"/>
                    </a:cxn>
                    <a:cxn ang="0">
                      <a:pos x="connsiteX8485" y="connsiteY8485"/>
                    </a:cxn>
                    <a:cxn ang="0">
                      <a:pos x="connsiteX8486" y="connsiteY8486"/>
                    </a:cxn>
                    <a:cxn ang="0">
                      <a:pos x="connsiteX8487" y="connsiteY8487"/>
                    </a:cxn>
                    <a:cxn ang="0">
                      <a:pos x="connsiteX8488" y="connsiteY8488"/>
                    </a:cxn>
                    <a:cxn ang="0">
                      <a:pos x="connsiteX8489" y="connsiteY8489"/>
                    </a:cxn>
                    <a:cxn ang="0">
                      <a:pos x="connsiteX8490" y="connsiteY8490"/>
                    </a:cxn>
                    <a:cxn ang="0">
                      <a:pos x="connsiteX8491" y="connsiteY8491"/>
                    </a:cxn>
                    <a:cxn ang="0">
                      <a:pos x="connsiteX8492" y="connsiteY8492"/>
                    </a:cxn>
                    <a:cxn ang="0">
                      <a:pos x="connsiteX8493" y="connsiteY8493"/>
                    </a:cxn>
                    <a:cxn ang="0">
                      <a:pos x="connsiteX8494" y="connsiteY8494"/>
                    </a:cxn>
                    <a:cxn ang="0">
                      <a:pos x="connsiteX8495" y="connsiteY8495"/>
                    </a:cxn>
                    <a:cxn ang="0">
                      <a:pos x="connsiteX8496" y="connsiteY8496"/>
                    </a:cxn>
                    <a:cxn ang="0">
                      <a:pos x="connsiteX8497" y="connsiteY8497"/>
                    </a:cxn>
                    <a:cxn ang="0">
                      <a:pos x="connsiteX8498" y="connsiteY8498"/>
                    </a:cxn>
                    <a:cxn ang="0">
                      <a:pos x="connsiteX8499" y="connsiteY8499"/>
                    </a:cxn>
                    <a:cxn ang="0">
                      <a:pos x="connsiteX8500" y="connsiteY8500"/>
                    </a:cxn>
                    <a:cxn ang="0">
                      <a:pos x="connsiteX8501" y="connsiteY8501"/>
                    </a:cxn>
                    <a:cxn ang="0">
                      <a:pos x="connsiteX8502" y="connsiteY8502"/>
                    </a:cxn>
                    <a:cxn ang="0">
                      <a:pos x="connsiteX8503" y="connsiteY8503"/>
                    </a:cxn>
                    <a:cxn ang="0">
                      <a:pos x="connsiteX8504" y="connsiteY8504"/>
                    </a:cxn>
                    <a:cxn ang="0">
                      <a:pos x="connsiteX8505" y="connsiteY8505"/>
                    </a:cxn>
                    <a:cxn ang="0">
                      <a:pos x="connsiteX8506" y="connsiteY8506"/>
                    </a:cxn>
                    <a:cxn ang="0">
                      <a:pos x="connsiteX8507" y="connsiteY8507"/>
                    </a:cxn>
                    <a:cxn ang="0">
                      <a:pos x="connsiteX8508" y="connsiteY8508"/>
                    </a:cxn>
                    <a:cxn ang="0">
                      <a:pos x="connsiteX8509" y="connsiteY8509"/>
                    </a:cxn>
                    <a:cxn ang="0">
                      <a:pos x="connsiteX8510" y="connsiteY8510"/>
                    </a:cxn>
                    <a:cxn ang="0">
                      <a:pos x="connsiteX8511" y="connsiteY8511"/>
                    </a:cxn>
                    <a:cxn ang="0">
                      <a:pos x="connsiteX8512" y="connsiteY8512"/>
                    </a:cxn>
                    <a:cxn ang="0">
                      <a:pos x="connsiteX8513" y="connsiteY8513"/>
                    </a:cxn>
                    <a:cxn ang="0">
                      <a:pos x="connsiteX8514" y="connsiteY8514"/>
                    </a:cxn>
                    <a:cxn ang="0">
                      <a:pos x="connsiteX8515" y="connsiteY8515"/>
                    </a:cxn>
                    <a:cxn ang="0">
                      <a:pos x="connsiteX8516" y="connsiteY8516"/>
                    </a:cxn>
                    <a:cxn ang="0">
                      <a:pos x="connsiteX8517" y="connsiteY8517"/>
                    </a:cxn>
                    <a:cxn ang="0">
                      <a:pos x="connsiteX8518" y="connsiteY8518"/>
                    </a:cxn>
                    <a:cxn ang="0">
                      <a:pos x="connsiteX8519" y="connsiteY8519"/>
                    </a:cxn>
                    <a:cxn ang="0">
                      <a:pos x="connsiteX8520" y="connsiteY8520"/>
                    </a:cxn>
                    <a:cxn ang="0">
                      <a:pos x="connsiteX8521" y="connsiteY8521"/>
                    </a:cxn>
                    <a:cxn ang="0">
                      <a:pos x="connsiteX8522" y="connsiteY8522"/>
                    </a:cxn>
                    <a:cxn ang="0">
                      <a:pos x="connsiteX8523" y="connsiteY8523"/>
                    </a:cxn>
                    <a:cxn ang="0">
                      <a:pos x="connsiteX8524" y="connsiteY8524"/>
                    </a:cxn>
                    <a:cxn ang="0">
                      <a:pos x="connsiteX8525" y="connsiteY8525"/>
                    </a:cxn>
                    <a:cxn ang="0">
                      <a:pos x="connsiteX8526" y="connsiteY8526"/>
                    </a:cxn>
                    <a:cxn ang="0">
                      <a:pos x="connsiteX8527" y="connsiteY8527"/>
                    </a:cxn>
                    <a:cxn ang="0">
                      <a:pos x="connsiteX8528" y="connsiteY8528"/>
                    </a:cxn>
                    <a:cxn ang="0">
                      <a:pos x="connsiteX8529" y="connsiteY8529"/>
                    </a:cxn>
                    <a:cxn ang="0">
                      <a:pos x="connsiteX8530" y="connsiteY8530"/>
                    </a:cxn>
                    <a:cxn ang="0">
                      <a:pos x="connsiteX8531" y="connsiteY8531"/>
                    </a:cxn>
                    <a:cxn ang="0">
                      <a:pos x="connsiteX8532" y="connsiteY8532"/>
                    </a:cxn>
                    <a:cxn ang="0">
                      <a:pos x="connsiteX8533" y="connsiteY8533"/>
                    </a:cxn>
                    <a:cxn ang="0">
                      <a:pos x="connsiteX8534" y="connsiteY8534"/>
                    </a:cxn>
                    <a:cxn ang="0">
                      <a:pos x="connsiteX8535" y="connsiteY8535"/>
                    </a:cxn>
                    <a:cxn ang="0">
                      <a:pos x="connsiteX8536" y="connsiteY8536"/>
                    </a:cxn>
                    <a:cxn ang="0">
                      <a:pos x="connsiteX8537" y="connsiteY8537"/>
                    </a:cxn>
                    <a:cxn ang="0">
                      <a:pos x="connsiteX8538" y="connsiteY8538"/>
                    </a:cxn>
                    <a:cxn ang="0">
                      <a:pos x="connsiteX8539" y="connsiteY8539"/>
                    </a:cxn>
                    <a:cxn ang="0">
                      <a:pos x="connsiteX8540" y="connsiteY8540"/>
                    </a:cxn>
                    <a:cxn ang="0">
                      <a:pos x="connsiteX8541" y="connsiteY8541"/>
                    </a:cxn>
                    <a:cxn ang="0">
                      <a:pos x="connsiteX8542" y="connsiteY8542"/>
                    </a:cxn>
                    <a:cxn ang="0">
                      <a:pos x="connsiteX8543" y="connsiteY8543"/>
                    </a:cxn>
                    <a:cxn ang="0">
                      <a:pos x="connsiteX8544" y="connsiteY8544"/>
                    </a:cxn>
                    <a:cxn ang="0">
                      <a:pos x="connsiteX8545" y="connsiteY8545"/>
                    </a:cxn>
                    <a:cxn ang="0">
                      <a:pos x="connsiteX8546" y="connsiteY8546"/>
                    </a:cxn>
                    <a:cxn ang="0">
                      <a:pos x="connsiteX8547" y="connsiteY8547"/>
                    </a:cxn>
                    <a:cxn ang="0">
                      <a:pos x="connsiteX8548" y="connsiteY8548"/>
                    </a:cxn>
                    <a:cxn ang="0">
                      <a:pos x="connsiteX8549" y="connsiteY8549"/>
                    </a:cxn>
                    <a:cxn ang="0">
                      <a:pos x="connsiteX8550" y="connsiteY8550"/>
                    </a:cxn>
                    <a:cxn ang="0">
                      <a:pos x="connsiteX8551" y="connsiteY8551"/>
                    </a:cxn>
                    <a:cxn ang="0">
                      <a:pos x="connsiteX8552" y="connsiteY8552"/>
                    </a:cxn>
                    <a:cxn ang="0">
                      <a:pos x="connsiteX8553" y="connsiteY8553"/>
                    </a:cxn>
                    <a:cxn ang="0">
                      <a:pos x="connsiteX8554" y="connsiteY8554"/>
                    </a:cxn>
                    <a:cxn ang="0">
                      <a:pos x="connsiteX8555" y="connsiteY8555"/>
                    </a:cxn>
                    <a:cxn ang="0">
                      <a:pos x="connsiteX8556" y="connsiteY8556"/>
                    </a:cxn>
                    <a:cxn ang="0">
                      <a:pos x="connsiteX8557" y="connsiteY8557"/>
                    </a:cxn>
                    <a:cxn ang="0">
                      <a:pos x="connsiteX8558" y="connsiteY8558"/>
                    </a:cxn>
                    <a:cxn ang="0">
                      <a:pos x="connsiteX8559" y="connsiteY8559"/>
                    </a:cxn>
                    <a:cxn ang="0">
                      <a:pos x="connsiteX8560" y="connsiteY8560"/>
                    </a:cxn>
                    <a:cxn ang="0">
                      <a:pos x="connsiteX8561" y="connsiteY8561"/>
                    </a:cxn>
                    <a:cxn ang="0">
                      <a:pos x="connsiteX8562" y="connsiteY8562"/>
                    </a:cxn>
                    <a:cxn ang="0">
                      <a:pos x="connsiteX8563" y="connsiteY8563"/>
                    </a:cxn>
                    <a:cxn ang="0">
                      <a:pos x="connsiteX8564" y="connsiteY8564"/>
                    </a:cxn>
                    <a:cxn ang="0">
                      <a:pos x="connsiteX8565" y="connsiteY8565"/>
                    </a:cxn>
                    <a:cxn ang="0">
                      <a:pos x="connsiteX8566" y="connsiteY8566"/>
                    </a:cxn>
                    <a:cxn ang="0">
                      <a:pos x="connsiteX8567" y="connsiteY8567"/>
                    </a:cxn>
                    <a:cxn ang="0">
                      <a:pos x="connsiteX8568" y="connsiteY8568"/>
                    </a:cxn>
                    <a:cxn ang="0">
                      <a:pos x="connsiteX8569" y="connsiteY8569"/>
                    </a:cxn>
                    <a:cxn ang="0">
                      <a:pos x="connsiteX8570" y="connsiteY8570"/>
                    </a:cxn>
                    <a:cxn ang="0">
                      <a:pos x="connsiteX8571" y="connsiteY8571"/>
                    </a:cxn>
                    <a:cxn ang="0">
                      <a:pos x="connsiteX8572" y="connsiteY8572"/>
                    </a:cxn>
                    <a:cxn ang="0">
                      <a:pos x="connsiteX8573" y="connsiteY8573"/>
                    </a:cxn>
                    <a:cxn ang="0">
                      <a:pos x="connsiteX8574" y="connsiteY8574"/>
                    </a:cxn>
                    <a:cxn ang="0">
                      <a:pos x="connsiteX8575" y="connsiteY8575"/>
                    </a:cxn>
                    <a:cxn ang="0">
                      <a:pos x="connsiteX8576" y="connsiteY8576"/>
                    </a:cxn>
                    <a:cxn ang="0">
                      <a:pos x="connsiteX8577" y="connsiteY8577"/>
                    </a:cxn>
                    <a:cxn ang="0">
                      <a:pos x="connsiteX8578" y="connsiteY8578"/>
                    </a:cxn>
                    <a:cxn ang="0">
                      <a:pos x="connsiteX8579" y="connsiteY8579"/>
                    </a:cxn>
                    <a:cxn ang="0">
                      <a:pos x="connsiteX8580" y="connsiteY8580"/>
                    </a:cxn>
                    <a:cxn ang="0">
                      <a:pos x="connsiteX8581" y="connsiteY8581"/>
                    </a:cxn>
                    <a:cxn ang="0">
                      <a:pos x="connsiteX8582" y="connsiteY8582"/>
                    </a:cxn>
                    <a:cxn ang="0">
                      <a:pos x="connsiteX8583" y="connsiteY8583"/>
                    </a:cxn>
                    <a:cxn ang="0">
                      <a:pos x="connsiteX8584" y="connsiteY8584"/>
                    </a:cxn>
                    <a:cxn ang="0">
                      <a:pos x="connsiteX8585" y="connsiteY8585"/>
                    </a:cxn>
                    <a:cxn ang="0">
                      <a:pos x="connsiteX8586" y="connsiteY8586"/>
                    </a:cxn>
                    <a:cxn ang="0">
                      <a:pos x="connsiteX8587" y="connsiteY8587"/>
                    </a:cxn>
                    <a:cxn ang="0">
                      <a:pos x="connsiteX8588" y="connsiteY8588"/>
                    </a:cxn>
                    <a:cxn ang="0">
                      <a:pos x="connsiteX8589" y="connsiteY8589"/>
                    </a:cxn>
                    <a:cxn ang="0">
                      <a:pos x="connsiteX8590" y="connsiteY8590"/>
                    </a:cxn>
                    <a:cxn ang="0">
                      <a:pos x="connsiteX8591" y="connsiteY8591"/>
                    </a:cxn>
                    <a:cxn ang="0">
                      <a:pos x="connsiteX8592" y="connsiteY8592"/>
                    </a:cxn>
                    <a:cxn ang="0">
                      <a:pos x="connsiteX8593" y="connsiteY8593"/>
                    </a:cxn>
                    <a:cxn ang="0">
                      <a:pos x="connsiteX8594" y="connsiteY8594"/>
                    </a:cxn>
                    <a:cxn ang="0">
                      <a:pos x="connsiteX8595" y="connsiteY8595"/>
                    </a:cxn>
                    <a:cxn ang="0">
                      <a:pos x="connsiteX8596" y="connsiteY8596"/>
                    </a:cxn>
                    <a:cxn ang="0">
                      <a:pos x="connsiteX8597" y="connsiteY8597"/>
                    </a:cxn>
                    <a:cxn ang="0">
                      <a:pos x="connsiteX8598" y="connsiteY8598"/>
                    </a:cxn>
                    <a:cxn ang="0">
                      <a:pos x="connsiteX8599" y="connsiteY8599"/>
                    </a:cxn>
                    <a:cxn ang="0">
                      <a:pos x="connsiteX8600" y="connsiteY8600"/>
                    </a:cxn>
                    <a:cxn ang="0">
                      <a:pos x="connsiteX8601" y="connsiteY8601"/>
                    </a:cxn>
                    <a:cxn ang="0">
                      <a:pos x="connsiteX8602" y="connsiteY8602"/>
                    </a:cxn>
                    <a:cxn ang="0">
                      <a:pos x="connsiteX8603" y="connsiteY8603"/>
                    </a:cxn>
                    <a:cxn ang="0">
                      <a:pos x="connsiteX8604" y="connsiteY8604"/>
                    </a:cxn>
                    <a:cxn ang="0">
                      <a:pos x="connsiteX8605" y="connsiteY8605"/>
                    </a:cxn>
                    <a:cxn ang="0">
                      <a:pos x="connsiteX8606" y="connsiteY8606"/>
                    </a:cxn>
                    <a:cxn ang="0">
                      <a:pos x="connsiteX8607" y="connsiteY8607"/>
                    </a:cxn>
                    <a:cxn ang="0">
                      <a:pos x="connsiteX8608" y="connsiteY8608"/>
                    </a:cxn>
                    <a:cxn ang="0">
                      <a:pos x="connsiteX8609" y="connsiteY8609"/>
                    </a:cxn>
                    <a:cxn ang="0">
                      <a:pos x="connsiteX8610" y="connsiteY8610"/>
                    </a:cxn>
                    <a:cxn ang="0">
                      <a:pos x="connsiteX8611" y="connsiteY8611"/>
                    </a:cxn>
                    <a:cxn ang="0">
                      <a:pos x="connsiteX8612" y="connsiteY8612"/>
                    </a:cxn>
                    <a:cxn ang="0">
                      <a:pos x="connsiteX8613" y="connsiteY8613"/>
                    </a:cxn>
                    <a:cxn ang="0">
                      <a:pos x="connsiteX8614" y="connsiteY8614"/>
                    </a:cxn>
                    <a:cxn ang="0">
                      <a:pos x="connsiteX8615" y="connsiteY8615"/>
                    </a:cxn>
                    <a:cxn ang="0">
                      <a:pos x="connsiteX8616" y="connsiteY8616"/>
                    </a:cxn>
                    <a:cxn ang="0">
                      <a:pos x="connsiteX8617" y="connsiteY8617"/>
                    </a:cxn>
                    <a:cxn ang="0">
                      <a:pos x="connsiteX8618" y="connsiteY8618"/>
                    </a:cxn>
                    <a:cxn ang="0">
                      <a:pos x="connsiteX8619" y="connsiteY8619"/>
                    </a:cxn>
                    <a:cxn ang="0">
                      <a:pos x="connsiteX8620" y="connsiteY8620"/>
                    </a:cxn>
                    <a:cxn ang="0">
                      <a:pos x="connsiteX8621" y="connsiteY8621"/>
                    </a:cxn>
                    <a:cxn ang="0">
                      <a:pos x="connsiteX8622" y="connsiteY8622"/>
                    </a:cxn>
                    <a:cxn ang="0">
                      <a:pos x="connsiteX8623" y="connsiteY8623"/>
                    </a:cxn>
                    <a:cxn ang="0">
                      <a:pos x="connsiteX8624" y="connsiteY8624"/>
                    </a:cxn>
                    <a:cxn ang="0">
                      <a:pos x="connsiteX8625" y="connsiteY8625"/>
                    </a:cxn>
                    <a:cxn ang="0">
                      <a:pos x="connsiteX8626" y="connsiteY8626"/>
                    </a:cxn>
                    <a:cxn ang="0">
                      <a:pos x="connsiteX8627" y="connsiteY8627"/>
                    </a:cxn>
                    <a:cxn ang="0">
                      <a:pos x="connsiteX8628" y="connsiteY8628"/>
                    </a:cxn>
                    <a:cxn ang="0">
                      <a:pos x="connsiteX8629" y="connsiteY8629"/>
                    </a:cxn>
                    <a:cxn ang="0">
                      <a:pos x="connsiteX8630" y="connsiteY8630"/>
                    </a:cxn>
                    <a:cxn ang="0">
                      <a:pos x="connsiteX8631" y="connsiteY8631"/>
                    </a:cxn>
                    <a:cxn ang="0">
                      <a:pos x="connsiteX8632" y="connsiteY8632"/>
                    </a:cxn>
                    <a:cxn ang="0">
                      <a:pos x="connsiteX8633" y="connsiteY8633"/>
                    </a:cxn>
                    <a:cxn ang="0">
                      <a:pos x="connsiteX8634" y="connsiteY8634"/>
                    </a:cxn>
                    <a:cxn ang="0">
                      <a:pos x="connsiteX8635" y="connsiteY8635"/>
                    </a:cxn>
                    <a:cxn ang="0">
                      <a:pos x="connsiteX8636" y="connsiteY8636"/>
                    </a:cxn>
                    <a:cxn ang="0">
                      <a:pos x="connsiteX8637" y="connsiteY8637"/>
                    </a:cxn>
                    <a:cxn ang="0">
                      <a:pos x="connsiteX8638" y="connsiteY8638"/>
                    </a:cxn>
                    <a:cxn ang="0">
                      <a:pos x="connsiteX8639" y="connsiteY8639"/>
                    </a:cxn>
                    <a:cxn ang="0">
                      <a:pos x="connsiteX8640" y="connsiteY8640"/>
                    </a:cxn>
                    <a:cxn ang="0">
                      <a:pos x="connsiteX8641" y="connsiteY8641"/>
                    </a:cxn>
                    <a:cxn ang="0">
                      <a:pos x="connsiteX8642" y="connsiteY8642"/>
                    </a:cxn>
                    <a:cxn ang="0">
                      <a:pos x="connsiteX8643" y="connsiteY8643"/>
                    </a:cxn>
                    <a:cxn ang="0">
                      <a:pos x="connsiteX8644" y="connsiteY8644"/>
                    </a:cxn>
                    <a:cxn ang="0">
                      <a:pos x="connsiteX8645" y="connsiteY8645"/>
                    </a:cxn>
                    <a:cxn ang="0">
                      <a:pos x="connsiteX8646" y="connsiteY8646"/>
                    </a:cxn>
                    <a:cxn ang="0">
                      <a:pos x="connsiteX8647" y="connsiteY8647"/>
                    </a:cxn>
                    <a:cxn ang="0">
                      <a:pos x="connsiteX8648" y="connsiteY8648"/>
                    </a:cxn>
                    <a:cxn ang="0">
                      <a:pos x="connsiteX8649" y="connsiteY8649"/>
                    </a:cxn>
                    <a:cxn ang="0">
                      <a:pos x="connsiteX8650" y="connsiteY8650"/>
                    </a:cxn>
                    <a:cxn ang="0">
                      <a:pos x="connsiteX8651" y="connsiteY8651"/>
                    </a:cxn>
                    <a:cxn ang="0">
                      <a:pos x="connsiteX8652" y="connsiteY8652"/>
                    </a:cxn>
                    <a:cxn ang="0">
                      <a:pos x="connsiteX8653" y="connsiteY8653"/>
                    </a:cxn>
                    <a:cxn ang="0">
                      <a:pos x="connsiteX8654" y="connsiteY8654"/>
                    </a:cxn>
                    <a:cxn ang="0">
                      <a:pos x="connsiteX8655" y="connsiteY8655"/>
                    </a:cxn>
                    <a:cxn ang="0">
                      <a:pos x="connsiteX8656" y="connsiteY8656"/>
                    </a:cxn>
                    <a:cxn ang="0">
                      <a:pos x="connsiteX8657" y="connsiteY8657"/>
                    </a:cxn>
                    <a:cxn ang="0">
                      <a:pos x="connsiteX8658" y="connsiteY8658"/>
                    </a:cxn>
                    <a:cxn ang="0">
                      <a:pos x="connsiteX8659" y="connsiteY8659"/>
                    </a:cxn>
                    <a:cxn ang="0">
                      <a:pos x="connsiteX8660" y="connsiteY8660"/>
                    </a:cxn>
                    <a:cxn ang="0">
                      <a:pos x="connsiteX8661" y="connsiteY8661"/>
                    </a:cxn>
                    <a:cxn ang="0">
                      <a:pos x="connsiteX8662" y="connsiteY8662"/>
                    </a:cxn>
                    <a:cxn ang="0">
                      <a:pos x="connsiteX8663" y="connsiteY8663"/>
                    </a:cxn>
                    <a:cxn ang="0">
                      <a:pos x="connsiteX8664" y="connsiteY8664"/>
                    </a:cxn>
                    <a:cxn ang="0">
                      <a:pos x="connsiteX8665" y="connsiteY8665"/>
                    </a:cxn>
                    <a:cxn ang="0">
                      <a:pos x="connsiteX8666" y="connsiteY8666"/>
                    </a:cxn>
                    <a:cxn ang="0">
                      <a:pos x="connsiteX8667" y="connsiteY8667"/>
                    </a:cxn>
                    <a:cxn ang="0">
                      <a:pos x="connsiteX8668" y="connsiteY8668"/>
                    </a:cxn>
                    <a:cxn ang="0">
                      <a:pos x="connsiteX8669" y="connsiteY8669"/>
                    </a:cxn>
                    <a:cxn ang="0">
                      <a:pos x="connsiteX8670" y="connsiteY8670"/>
                    </a:cxn>
                    <a:cxn ang="0">
                      <a:pos x="connsiteX8671" y="connsiteY8671"/>
                    </a:cxn>
                    <a:cxn ang="0">
                      <a:pos x="connsiteX8672" y="connsiteY8672"/>
                    </a:cxn>
                    <a:cxn ang="0">
                      <a:pos x="connsiteX8673" y="connsiteY8673"/>
                    </a:cxn>
                    <a:cxn ang="0">
                      <a:pos x="connsiteX8674" y="connsiteY8674"/>
                    </a:cxn>
                    <a:cxn ang="0">
                      <a:pos x="connsiteX8675" y="connsiteY8675"/>
                    </a:cxn>
                    <a:cxn ang="0">
                      <a:pos x="connsiteX8676" y="connsiteY8676"/>
                    </a:cxn>
                    <a:cxn ang="0">
                      <a:pos x="connsiteX8677" y="connsiteY8677"/>
                    </a:cxn>
                    <a:cxn ang="0">
                      <a:pos x="connsiteX8678" y="connsiteY8678"/>
                    </a:cxn>
                    <a:cxn ang="0">
                      <a:pos x="connsiteX8679" y="connsiteY8679"/>
                    </a:cxn>
                    <a:cxn ang="0">
                      <a:pos x="connsiteX8680" y="connsiteY8680"/>
                    </a:cxn>
                    <a:cxn ang="0">
                      <a:pos x="connsiteX8681" y="connsiteY8681"/>
                    </a:cxn>
                    <a:cxn ang="0">
                      <a:pos x="connsiteX8682" y="connsiteY8682"/>
                    </a:cxn>
                    <a:cxn ang="0">
                      <a:pos x="connsiteX8683" y="connsiteY8683"/>
                    </a:cxn>
                    <a:cxn ang="0">
                      <a:pos x="connsiteX8684" y="connsiteY8684"/>
                    </a:cxn>
                    <a:cxn ang="0">
                      <a:pos x="connsiteX8685" y="connsiteY8685"/>
                    </a:cxn>
                    <a:cxn ang="0">
                      <a:pos x="connsiteX8686" y="connsiteY8686"/>
                    </a:cxn>
                    <a:cxn ang="0">
                      <a:pos x="connsiteX8687" y="connsiteY8687"/>
                    </a:cxn>
                    <a:cxn ang="0">
                      <a:pos x="connsiteX8688" y="connsiteY8688"/>
                    </a:cxn>
                    <a:cxn ang="0">
                      <a:pos x="connsiteX8689" y="connsiteY8689"/>
                    </a:cxn>
                    <a:cxn ang="0">
                      <a:pos x="connsiteX8690" y="connsiteY8690"/>
                    </a:cxn>
                    <a:cxn ang="0">
                      <a:pos x="connsiteX8691" y="connsiteY8691"/>
                    </a:cxn>
                    <a:cxn ang="0">
                      <a:pos x="connsiteX8692" y="connsiteY8692"/>
                    </a:cxn>
                    <a:cxn ang="0">
                      <a:pos x="connsiteX8693" y="connsiteY8693"/>
                    </a:cxn>
                    <a:cxn ang="0">
                      <a:pos x="connsiteX8694" y="connsiteY8694"/>
                    </a:cxn>
                    <a:cxn ang="0">
                      <a:pos x="connsiteX8695" y="connsiteY8695"/>
                    </a:cxn>
                    <a:cxn ang="0">
                      <a:pos x="connsiteX8696" y="connsiteY8696"/>
                    </a:cxn>
                    <a:cxn ang="0">
                      <a:pos x="connsiteX8697" y="connsiteY8697"/>
                    </a:cxn>
                    <a:cxn ang="0">
                      <a:pos x="connsiteX8698" y="connsiteY8698"/>
                    </a:cxn>
                    <a:cxn ang="0">
                      <a:pos x="connsiteX8699" y="connsiteY8699"/>
                    </a:cxn>
                    <a:cxn ang="0">
                      <a:pos x="connsiteX8700" y="connsiteY8700"/>
                    </a:cxn>
                    <a:cxn ang="0">
                      <a:pos x="connsiteX8701" y="connsiteY8701"/>
                    </a:cxn>
                    <a:cxn ang="0">
                      <a:pos x="connsiteX8702" y="connsiteY8702"/>
                    </a:cxn>
                    <a:cxn ang="0">
                      <a:pos x="connsiteX8703" y="connsiteY8703"/>
                    </a:cxn>
                    <a:cxn ang="0">
                      <a:pos x="connsiteX8704" y="connsiteY8704"/>
                    </a:cxn>
                    <a:cxn ang="0">
                      <a:pos x="connsiteX8705" y="connsiteY8705"/>
                    </a:cxn>
                    <a:cxn ang="0">
                      <a:pos x="connsiteX8706" y="connsiteY8706"/>
                    </a:cxn>
                    <a:cxn ang="0">
                      <a:pos x="connsiteX8707" y="connsiteY8707"/>
                    </a:cxn>
                    <a:cxn ang="0">
                      <a:pos x="connsiteX8708" y="connsiteY8708"/>
                    </a:cxn>
                    <a:cxn ang="0">
                      <a:pos x="connsiteX8709" y="connsiteY8709"/>
                    </a:cxn>
                    <a:cxn ang="0">
                      <a:pos x="connsiteX8710" y="connsiteY8710"/>
                    </a:cxn>
                    <a:cxn ang="0">
                      <a:pos x="connsiteX8711" y="connsiteY8711"/>
                    </a:cxn>
                    <a:cxn ang="0">
                      <a:pos x="connsiteX8712" y="connsiteY8712"/>
                    </a:cxn>
                    <a:cxn ang="0">
                      <a:pos x="connsiteX8713" y="connsiteY8713"/>
                    </a:cxn>
                    <a:cxn ang="0">
                      <a:pos x="connsiteX8714" y="connsiteY8714"/>
                    </a:cxn>
                    <a:cxn ang="0">
                      <a:pos x="connsiteX8715" y="connsiteY8715"/>
                    </a:cxn>
                    <a:cxn ang="0">
                      <a:pos x="connsiteX8716" y="connsiteY8716"/>
                    </a:cxn>
                    <a:cxn ang="0">
                      <a:pos x="connsiteX8717" y="connsiteY8717"/>
                    </a:cxn>
                    <a:cxn ang="0">
                      <a:pos x="connsiteX8718" y="connsiteY8718"/>
                    </a:cxn>
                    <a:cxn ang="0">
                      <a:pos x="connsiteX8719" y="connsiteY8719"/>
                    </a:cxn>
                    <a:cxn ang="0">
                      <a:pos x="connsiteX8720" y="connsiteY8720"/>
                    </a:cxn>
                    <a:cxn ang="0">
                      <a:pos x="connsiteX8721" y="connsiteY8721"/>
                    </a:cxn>
                    <a:cxn ang="0">
                      <a:pos x="connsiteX8722" y="connsiteY8722"/>
                    </a:cxn>
                    <a:cxn ang="0">
                      <a:pos x="connsiteX8723" y="connsiteY8723"/>
                    </a:cxn>
                    <a:cxn ang="0">
                      <a:pos x="connsiteX8724" y="connsiteY8724"/>
                    </a:cxn>
                    <a:cxn ang="0">
                      <a:pos x="connsiteX8725" y="connsiteY8725"/>
                    </a:cxn>
                    <a:cxn ang="0">
                      <a:pos x="connsiteX8726" y="connsiteY8726"/>
                    </a:cxn>
                    <a:cxn ang="0">
                      <a:pos x="connsiteX8727" y="connsiteY8727"/>
                    </a:cxn>
                    <a:cxn ang="0">
                      <a:pos x="connsiteX8728" y="connsiteY8728"/>
                    </a:cxn>
                    <a:cxn ang="0">
                      <a:pos x="connsiteX8729" y="connsiteY8729"/>
                    </a:cxn>
                    <a:cxn ang="0">
                      <a:pos x="connsiteX8730" y="connsiteY8730"/>
                    </a:cxn>
                    <a:cxn ang="0">
                      <a:pos x="connsiteX8731" y="connsiteY8731"/>
                    </a:cxn>
                    <a:cxn ang="0">
                      <a:pos x="connsiteX8732" y="connsiteY8732"/>
                    </a:cxn>
                    <a:cxn ang="0">
                      <a:pos x="connsiteX8733" y="connsiteY8733"/>
                    </a:cxn>
                    <a:cxn ang="0">
                      <a:pos x="connsiteX8734" y="connsiteY8734"/>
                    </a:cxn>
                    <a:cxn ang="0">
                      <a:pos x="connsiteX8735" y="connsiteY8735"/>
                    </a:cxn>
                    <a:cxn ang="0">
                      <a:pos x="connsiteX8736" y="connsiteY8736"/>
                    </a:cxn>
                    <a:cxn ang="0">
                      <a:pos x="connsiteX8737" y="connsiteY8737"/>
                    </a:cxn>
                    <a:cxn ang="0">
                      <a:pos x="connsiteX8738" y="connsiteY8738"/>
                    </a:cxn>
                    <a:cxn ang="0">
                      <a:pos x="connsiteX8739" y="connsiteY8739"/>
                    </a:cxn>
                    <a:cxn ang="0">
                      <a:pos x="connsiteX8740" y="connsiteY8740"/>
                    </a:cxn>
                    <a:cxn ang="0">
                      <a:pos x="connsiteX8741" y="connsiteY8741"/>
                    </a:cxn>
                    <a:cxn ang="0">
                      <a:pos x="connsiteX8742" y="connsiteY8742"/>
                    </a:cxn>
                    <a:cxn ang="0">
                      <a:pos x="connsiteX8743" y="connsiteY8743"/>
                    </a:cxn>
                    <a:cxn ang="0">
                      <a:pos x="connsiteX8744" y="connsiteY8744"/>
                    </a:cxn>
                    <a:cxn ang="0">
                      <a:pos x="connsiteX8745" y="connsiteY8745"/>
                    </a:cxn>
                    <a:cxn ang="0">
                      <a:pos x="connsiteX8746" y="connsiteY8746"/>
                    </a:cxn>
                    <a:cxn ang="0">
                      <a:pos x="connsiteX8747" y="connsiteY8747"/>
                    </a:cxn>
                    <a:cxn ang="0">
                      <a:pos x="connsiteX8748" y="connsiteY8748"/>
                    </a:cxn>
                    <a:cxn ang="0">
                      <a:pos x="connsiteX8749" y="connsiteY8749"/>
                    </a:cxn>
                    <a:cxn ang="0">
                      <a:pos x="connsiteX8750" y="connsiteY8750"/>
                    </a:cxn>
                    <a:cxn ang="0">
                      <a:pos x="connsiteX8751" y="connsiteY8751"/>
                    </a:cxn>
                    <a:cxn ang="0">
                      <a:pos x="connsiteX8752" y="connsiteY8752"/>
                    </a:cxn>
                    <a:cxn ang="0">
                      <a:pos x="connsiteX8753" y="connsiteY8753"/>
                    </a:cxn>
                    <a:cxn ang="0">
                      <a:pos x="connsiteX8754" y="connsiteY8754"/>
                    </a:cxn>
                    <a:cxn ang="0">
                      <a:pos x="connsiteX8755" y="connsiteY8755"/>
                    </a:cxn>
                    <a:cxn ang="0">
                      <a:pos x="connsiteX8756" y="connsiteY8756"/>
                    </a:cxn>
                    <a:cxn ang="0">
                      <a:pos x="connsiteX8757" y="connsiteY8757"/>
                    </a:cxn>
                    <a:cxn ang="0">
                      <a:pos x="connsiteX8758" y="connsiteY8758"/>
                    </a:cxn>
                    <a:cxn ang="0">
                      <a:pos x="connsiteX8759" y="connsiteY8759"/>
                    </a:cxn>
                    <a:cxn ang="0">
                      <a:pos x="connsiteX8760" y="connsiteY8760"/>
                    </a:cxn>
                    <a:cxn ang="0">
                      <a:pos x="connsiteX8761" y="connsiteY8761"/>
                    </a:cxn>
                    <a:cxn ang="0">
                      <a:pos x="connsiteX8762" y="connsiteY8762"/>
                    </a:cxn>
                    <a:cxn ang="0">
                      <a:pos x="connsiteX8763" y="connsiteY8763"/>
                    </a:cxn>
                    <a:cxn ang="0">
                      <a:pos x="connsiteX8764" y="connsiteY8764"/>
                    </a:cxn>
                    <a:cxn ang="0">
                      <a:pos x="connsiteX8765" y="connsiteY8765"/>
                    </a:cxn>
                    <a:cxn ang="0">
                      <a:pos x="connsiteX8766" y="connsiteY8766"/>
                    </a:cxn>
                    <a:cxn ang="0">
                      <a:pos x="connsiteX8767" y="connsiteY8767"/>
                    </a:cxn>
                    <a:cxn ang="0">
                      <a:pos x="connsiteX8768" y="connsiteY8768"/>
                    </a:cxn>
                    <a:cxn ang="0">
                      <a:pos x="connsiteX8769" y="connsiteY8769"/>
                    </a:cxn>
                    <a:cxn ang="0">
                      <a:pos x="connsiteX8770" y="connsiteY8770"/>
                    </a:cxn>
                    <a:cxn ang="0">
                      <a:pos x="connsiteX8771" y="connsiteY8771"/>
                    </a:cxn>
                    <a:cxn ang="0">
                      <a:pos x="connsiteX8772" y="connsiteY8772"/>
                    </a:cxn>
                    <a:cxn ang="0">
                      <a:pos x="connsiteX8773" y="connsiteY8773"/>
                    </a:cxn>
                    <a:cxn ang="0">
                      <a:pos x="connsiteX8774" y="connsiteY8774"/>
                    </a:cxn>
                    <a:cxn ang="0">
                      <a:pos x="connsiteX8775" y="connsiteY8775"/>
                    </a:cxn>
                    <a:cxn ang="0">
                      <a:pos x="connsiteX8776" y="connsiteY8776"/>
                    </a:cxn>
                    <a:cxn ang="0">
                      <a:pos x="connsiteX8777" y="connsiteY8777"/>
                    </a:cxn>
                    <a:cxn ang="0">
                      <a:pos x="connsiteX8778" y="connsiteY8778"/>
                    </a:cxn>
                    <a:cxn ang="0">
                      <a:pos x="connsiteX8779" y="connsiteY8779"/>
                    </a:cxn>
                    <a:cxn ang="0">
                      <a:pos x="connsiteX8780" y="connsiteY8780"/>
                    </a:cxn>
                    <a:cxn ang="0">
                      <a:pos x="connsiteX8781" y="connsiteY8781"/>
                    </a:cxn>
                    <a:cxn ang="0">
                      <a:pos x="connsiteX8782" y="connsiteY8782"/>
                    </a:cxn>
                    <a:cxn ang="0">
                      <a:pos x="connsiteX8783" y="connsiteY8783"/>
                    </a:cxn>
                    <a:cxn ang="0">
                      <a:pos x="connsiteX8784" y="connsiteY8784"/>
                    </a:cxn>
                    <a:cxn ang="0">
                      <a:pos x="connsiteX8785" y="connsiteY8785"/>
                    </a:cxn>
                    <a:cxn ang="0">
                      <a:pos x="connsiteX8786" y="connsiteY8786"/>
                    </a:cxn>
                    <a:cxn ang="0">
                      <a:pos x="connsiteX8787" y="connsiteY8787"/>
                    </a:cxn>
                    <a:cxn ang="0">
                      <a:pos x="connsiteX8788" y="connsiteY8788"/>
                    </a:cxn>
                    <a:cxn ang="0">
                      <a:pos x="connsiteX8789" y="connsiteY8789"/>
                    </a:cxn>
                    <a:cxn ang="0">
                      <a:pos x="connsiteX8790" y="connsiteY8790"/>
                    </a:cxn>
                    <a:cxn ang="0">
                      <a:pos x="connsiteX8791" y="connsiteY8791"/>
                    </a:cxn>
                    <a:cxn ang="0">
                      <a:pos x="connsiteX8792" y="connsiteY8792"/>
                    </a:cxn>
                    <a:cxn ang="0">
                      <a:pos x="connsiteX8793" y="connsiteY8793"/>
                    </a:cxn>
                    <a:cxn ang="0">
                      <a:pos x="connsiteX8794" y="connsiteY8794"/>
                    </a:cxn>
                    <a:cxn ang="0">
                      <a:pos x="connsiteX8795" y="connsiteY8795"/>
                    </a:cxn>
                    <a:cxn ang="0">
                      <a:pos x="connsiteX8796" y="connsiteY8796"/>
                    </a:cxn>
                    <a:cxn ang="0">
                      <a:pos x="connsiteX8797" y="connsiteY8797"/>
                    </a:cxn>
                    <a:cxn ang="0">
                      <a:pos x="connsiteX8798" y="connsiteY8798"/>
                    </a:cxn>
                    <a:cxn ang="0">
                      <a:pos x="connsiteX8799" y="connsiteY8799"/>
                    </a:cxn>
                    <a:cxn ang="0">
                      <a:pos x="connsiteX8800" y="connsiteY8800"/>
                    </a:cxn>
                    <a:cxn ang="0">
                      <a:pos x="connsiteX8801" y="connsiteY8801"/>
                    </a:cxn>
                    <a:cxn ang="0">
                      <a:pos x="connsiteX8802" y="connsiteY8802"/>
                    </a:cxn>
                    <a:cxn ang="0">
                      <a:pos x="connsiteX8803" y="connsiteY8803"/>
                    </a:cxn>
                    <a:cxn ang="0">
                      <a:pos x="connsiteX8804" y="connsiteY8804"/>
                    </a:cxn>
                    <a:cxn ang="0">
                      <a:pos x="connsiteX8805" y="connsiteY8805"/>
                    </a:cxn>
                    <a:cxn ang="0">
                      <a:pos x="connsiteX8806" y="connsiteY8806"/>
                    </a:cxn>
                    <a:cxn ang="0">
                      <a:pos x="connsiteX8807" y="connsiteY8807"/>
                    </a:cxn>
                    <a:cxn ang="0">
                      <a:pos x="connsiteX8808" y="connsiteY8808"/>
                    </a:cxn>
                    <a:cxn ang="0">
                      <a:pos x="connsiteX8809" y="connsiteY8809"/>
                    </a:cxn>
                    <a:cxn ang="0">
                      <a:pos x="connsiteX8810" y="connsiteY8810"/>
                    </a:cxn>
                    <a:cxn ang="0">
                      <a:pos x="connsiteX8811" y="connsiteY8811"/>
                    </a:cxn>
                    <a:cxn ang="0">
                      <a:pos x="connsiteX8812" y="connsiteY8812"/>
                    </a:cxn>
                    <a:cxn ang="0">
                      <a:pos x="connsiteX8813" y="connsiteY8813"/>
                    </a:cxn>
                    <a:cxn ang="0">
                      <a:pos x="connsiteX8814" y="connsiteY8814"/>
                    </a:cxn>
                    <a:cxn ang="0">
                      <a:pos x="connsiteX8815" y="connsiteY8815"/>
                    </a:cxn>
                    <a:cxn ang="0">
                      <a:pos x="connsiteX8816" y="connsiteY8816"/>
                    </a:cxn>
                    <a:cxn ang="0">
                      <a:pos x="connsiteX8817" y="connsiteY8817"/>
                    </a:cxn>
                    <a:cxn ang="0">
                      <a:pos x="connsiteX8818" y="connsiteY8818"/>
                    </a:cxn>
                    <a:cxn ang="0">
                      <a:pos x="connsiteX8819" y="connsiteY8819"/>
                    </a:cxn>
                    <a:cxn ang="0">
                      <a:pos x="connsiteX8820" y="connsiteY8820"/>
                    </a:cxn>
                    <a:cxn ang="0">
                      <a:pos x="connsiteX8821" y="connsiteY8821"/>
                    </a:cxn>
                    <a:cxn ang="0">
                      <a:pos x="connsiteX8822" y="connsiteY8822"/>
                    </a:cxn>
                    <a:cxn ang="0">
                      <a:pos x="connsiteX8823" y="connsiteY8823"/>
                    </a:cxn>
                    <a:cxn ang="0">
                      <a:pos x="connsiteX8824" y="connsiteY8824"/>
                    </a:cxn>
                    <a:cxn ang="0">
                      <a:pos x="connsiteX8825" y="connsiteY8825"/>
                    </a:cxn>
                    <a:cxn ang="0">
                      <a:pos x="connsiteX8826" y="connsiteY8826"/>
                    </a:cxn>
                    <a:cxn ang="0">
                      <a:pos x="connsiteX8827" y="connsiteY8827"/>
                    </a:cxn>
                    <a:cxn ang="0">
                      <a:pos x="connsiteX8828" y="connsiteY8828"/>
                    </a:cxn>
                    <a:cxn ang="0">
                      <a:pos x="connsiteX8829" y="connsiteY8829"/>
                    </a:cxn>
                    <a:cxn ang="0">
                      <a:pos x="connsiteX8830" y="connsiteY8830"/>
                    </a:cxn>
                    <a:cxn ang="0">
                      <a:pos x="connsiteX8831" y="connsiteY8831"/>
                    </a:cxn>
                    <a:cxn ang="0">
                      <a:pos x="connsiteX8832" y="connsiteY8832"/>
                    </a:cxn>
                    <a:cxn ang="0">
                      <a:pos x="connsiteX8833" y="connsiteY8833"/>
                    </a:cxn>
                    <a:cxn ang="0">
                      <a:pos x="connsiteX8834" y="connsiteY8834"/>
                    </a:cxn>
                    <a:cxn ang="0">
                      <a:pos x="connsiteX8835" y="connsiteY8835"/>
                    </a:cxn>
                    <a:cxn ang="0">
                      <a:pos x="connsiteX8836" y="connsiteY8836"/>
                    </a:cxn>
                    <a:cxn ang="0">
                      <a:pos x="connsiteX8837" y="connsiteY8837"/>
                    </a:cxn>
                    <a:cxn ang="0">
                      <a:pos x="connsiteX8838" y="connsiteY8838"/>
                    </a:cxn>
                    <a:cxn ang="0">
                      <a:pos x="connsiteX8839" y="connsiteY8839"/>
                    </a:cxn>
                    <a:cxn ang="0">
                      <a:pos x="connsiteX8840" y="connsiteY8840"/>
                    </a:cxn>
                    <a:cxn ang="0">
                      <a:pos x="connsiteX8841" y="connsiteY8841"/>
                    </a:cxn>
                    <a:cxn ang="0">
                      <a:pos x="connsiteX8842" y="connsiteY8842"/>
                    </a:cxn>
                    <a:cxn ang="0">
                      <a:pos x="connsiteX8843" y="connsiteY8843"/>
                    </a:cxn>
                    <a:cxn ang="0">
                      <a:pos x="connsiteX8844" y="connsiteY8844"/>
                    </a:cxn>
                    <a:cxn ang="0">
                      <a:pos x="connsiteX8845" y="connsiteY8845"/>
                    </a:cxn>
                    <a:cxn ang="0">
                      <a:pos x="connsiteX8846" y="connsiteY8846"/>
                    </a:cxn>
                    <a:cxn ang="0">
                      <a:pos x="connsiteX8847" y="connsiteY8847"/>
                    </a:cxn>
                    <a:cxn ang="0">
                      <a:pos x="connsiteX8848" y="connsiteY8848"/>
                    </a:cxn>
                    <a:cxn ang="0">
                      <a:pos x="connsiteX8849" y="connsiteY8849"/>
                    </a:cxn>
                    <a:cxn ang="0">
                      <a:pos x="connsiteX8850" y="connsiteY8850"/>
                    </a:cxn>
                    <a:cxn ang="0">
                      <a:pos x="connsiteX8851" y="connsiteY8851"/>
                    </a:cxn>
                    <a:cxn ang="0">
                      <a:pos x="connsiteX8852" y="connsiteY8852"/>
                    </a:cxn>
                    <a:cxn ang="0">
                      <a:pos x="connsiteX8853" y="connsiteY8853"/>
                    </a:cxn>
                    <a:cxn ang="0">
                      <a:pos x="connsiteX8854" y="connsiteY8854"/>
                    </a:cxn>
                    <a:cxn ang="0">
                      <a:pos x="connsiteX8855" y="connsiteY8855"/>
                    </a:cxn>
                    <a:cxn ang="0">
                      <a:pos x="connsiteX8856" y="connsiteY8856"/>
                    </a:cxn>
                    <a:cxn ang="0">
                      <a:pos x="connsiteX8857" y="connsiteY8857"/>
                    </a:cxn>
                    <a:cxn ang="0">
                      <a:pos x="connsiteX8858" y="connsiteY8858"/>
                    </a:cxn>
                    <a:cxn ang="0">
                      <a:pos x="connsiteX8859" y="connsiteY8859"/>
                    </a:cxn>
                    <a:cxn ang="0">
                      <a:pos x="connsiteX8860" y="connsiteY8860"/>
                    </a:cxn>
                    <a:cxn ang="0">
                      <a:pos x="connsiteX8861" y="connsiteY8861"/>
                    </a:cxn>
                    <a:cxn ang="0">
                      <a:pos x="connsiteX8862" y="connsiteY8862"/>
                    </a:cxn>
                    <a:cxn ang="0">
                      <a:pos x="connsiteX8863" y="connsiteY8863"/>
                    </a:cxn>
                    <a:cxn ang="0">
                      <a:pos x="connsiteX8864" y="connsiteY8864"/>
                    </a:cxn>
                    <a:cxn ang="0">
                      <a:pos x="connsiteX8865" y="connsiteY8865"/>
                    </a:cxn>
                    <a:cxn ang="0">
                      <a:pos x="connsiteX8866" y="connsiteY8866"/>
                    </a:cxn>
                    <a:cxn ang="0">
                      <a:pos x="connsiteX8867" y="connsiteY8867"/>
                    </a:cxn>
                    <a:cxn ang="0">
                      <a:pos x="connsiteX8868" y="connsiteY8868"/>
                    </a:cxn>
                    <a:cxn ang="0">
                      <a:pos x="connsiteX8869" y="connsiteY8869"/>
                    </a:cxn>
                    <a:cxn ang="0">
                      <a:pos x="connsiteX8870" y="connsiteY8870"/>
                    </a:cxn>
                    <a:cxn ang="0">
                      <a:pos x="connsiteX8871" y="connsiteY8871"/>
                    </a:cxn>
                    <a:cxn ang="0">
                      <a:pos x="connsiteX8872" y="connsiteY8872"/>
                    </a:cxn>
                    <a:cxn ang="0">
                      <a:pos x="connsiteX8873" y="connsiteY8873"/>
                    </a:cxn>
                    <a:cxn ang="0">
                      <a:pos x="connsiteX8874" y="connsiteY8874"/>
                    </a:cxn>
                    <a:cxn ang="0">
                      <a:pos x="connsiteX8875" y="connsiteY8875"/>
                    </a:cxn>
                    <a:cxn ang="0">
                      <a:pos x="connsiteX8876" y="connsiteY8876"/>
                    </a:cxn>
                    <a:cxn ang="0">
                      <a:pos x="connsiteX8877" y="connsiteY8877"/>
                    </a:cxn>
                    <a:cxn ang="0">
                      <a:pos x="connsiteX8878" y="connsiteY8878"/>
                    </a:cxn>
                    <a:cxn ang="0">
                      <a:pos x="connsiteX8879" y="connsiteY8879"/>
                    </a:cxn>
                    <a:cxn ang="0">
                      <a:pos x="connsiteX8880" y="connsiteY8880"/>
                    </a:cxn>
                    <a:cxn ang="0">
                      <a:pos x="connsiteX8881" y="connsiteY8881"/>
                    </a:cxn>
                    <a:cxn ang="0">
                      <a:pos x="connsiteX8882" y="connsiteY8882"/>
                    </a:cxn>
                    <a:cxn ang="0">
                      <a:pos x="connsiteX8883" y="connsiteY8883"/>
                    </a:cxn>
                    <a:cxn ang="0">
                      <a:pos x="connsiteX8884" y="connsiteY8884"/>
                    </a:cxn>
                    <a:cxn ang="0">
                      <a:pos x="connsiteX8885" y="connsiteY8885"/>
                    </a:cxn>
                    <a:cxn ang="0">
                      <a:pos x="connsiteX8886" y="connsiteY8886"/>
                    </a:cxn>
                    <a:cxn ang="0">
                      <a:pos x="connsiteX8887" y="connsiteY8887"/>
                    </a:cxn>
                    <a:cxn ang="0">
                      <a:pos x="connsiteX8888" y="connsiteY8888"/>
                    </a:cxn>
                    <a:cxn ang="0">
                      <a:pos x="connsiteX8889" y="connsiteY8889"/>
                    </a:cxn>
                    <a:cxn ang="0">
                      <a:pos x="connsiteX8890" y="connsiteY8890"/>
                    </a:cxn>
                    <a:cxn ang="0">
                      <a:pos x="connsiteX8891" y="connsiteY8891"/>
                    </a:cxn>
                    <a:cxn ang="0">
                      <a:pos x="connsiteX8892" y="connsiteY8892"/>
                    </a:cxn>
                    <a:cxn ang="0">
                      <a:pos x="connsiteX8893" y="connsiteY8893"/>
                    </a:cxn>
                    <a:cxn ang="0">
                      <a:pos x="connsiteX8894" y="connsiteY8894"/>
                    </a:cxn>
                    <a:cxn ang="0">
                      <a:pos x="connsiteX8895" y="connsiteY8895"/>
                    </a:cxn>
                    <a:cxn ang="0">
                      <a:pos x="connsiteX8896" y="connsiteY8896"/>
                    </a:cxn>
                    <a:cxn ang="0">
                      <a:pos x="connsiteX8897" y="connsiteY8897"/>
                    </a:cxn>
                    <a:cxn ang="0">
                      <a:pos x="connsiteX8898" y="connsiteY8898"/>
                    </a:cxn>
                    <a:cxn ang="0">
                      <a:pos x="connsiteX8899" y="connsiteY8899"/>
                    </a:cxn>
                    <a:cxn ang="0">
                      <a:pos x="connsiteX8900" y="connsiteY8900"/>
                    </a:cxn>
                    <a:cxn ang="0">
                      <a:pos x="connsiteX8901" y="connsiteY8901"/>
                    </a:cxn>
                    <a:cxn ang="0">
                      <a:pos x="connsiteX8902" y="connsiteY8902"/>
                    </a:cxn>
                    <a:cxn ang="0">
                      <a:pos x="connsiteX8903" y="connsiteY8903"/>
                    </a:cxn>
                    <a:cxn ang="0">
                      <a:pos x="connsiteX8904" y="connsiteY8904"/>
                    </a:cxn>
                    <a:cxn ang="0">
                      <a:pos x="connsiteX8905" y="connsiteY8905"/>
                    </a:cxn>
                    <a:cxn ang="0">
                      <a:pos x="connsiteX8906" y="connsiteY8906"/>
                    </a:cxn>
                    <a:cxn ang="0">
                      <a:pos x="connsiteX8907" y="connsiteY8907"/>
                    </a:cxn>
                    <a:cxn ang="0">
                      <a:pos x="connsiteX8908" y="connsiteY8908"/>
                    </a:cxn>
                    <a:cxn ang="0">
                      <a:pos x="connsiteX8909" y="connsiteY8909"/>
                    </a:cxn>
                    <a:cxn ang="0">
                      <a:pos x="connsiteX8910" y="connsiteY8910"/>
                    </a:cxn>
                    <a:cxn ang="0">
                      <a:pos x="connsiteX8911" y="connsiteY8911"/>
                    </a:cxn>
                    <a:cxn ang="0">
                      <a:pos x="connsiteX8912" y="connsiteY8912"/>
                    </a:cxn>
                    <a:cxn ang="0">
                      <a:pos x="connsiteX8913" y="connsiteY8913"/>
                    </a:cxn>
                    <a:cxn ang="0">
                      <a:pos x="connsiteX8914" y="connsiteY8914"/>
                    </a:cxn>
                    <a:cxn ang="0">
                      <a:pos x="connsiteX8915" y="connsiteY8915"/>
                    </a:cxn>
                    <a:cxn ang="0">
                      <a:pos x="connsiteX8916" y="connsiteY8916"/>
                    </a:cxn>
                    <a:cxn ang="0">
                      <a:pos x="connsiteX8917" y="connsiteY8917"/>
                    </a:cxn>
                    <a:cxn ang="0">
                      <a:pos x="connsiteX8918" y="connsiteY8918"/>
                    </a:cxn>
                    <a:cxn ang="0">
                      <a:pos x="connsiteX8919" y="connsiteY8919"/>
                    </a:cxn>
                    <a:cxn ang="0">
                      <a:pos x="connsiteX8920" y="connsiteY8920"/>
                    </a:cxn>
                    <a:cxn ang="0">
                      <a:pos x="connsiteX8921" y="connsiteY8921"/>
                    </a:cxn>
                    <a:cxn ang="0">
                      <a:pos x="connsiteX8922" y="connsiteY8922"/>
                    </a:cxn>
                    <a:cxn ang="0">
                      <a:pos x="connsiteX8923" y="connsiteY8923"/>
                    </a:cxn>
                    <a:cxn ang="0">
                      <a:pos x="connsiteX8924" y="connsiteY8924"/>
                    </a:cxn>
                    <a:cxn ang="0">
                      <a:pos x="connsiteX8925" y="connsiteY8925"/>
                    </a:cxn>
                    <a:cxn ang="0">
                      <a:pos x="connsiteX8926" y="connsiteY8926"/>
                    </a:cxn>
                    <a:cxn ang="0">
                      <a:pos x="connsiteX8927" y="connsiteY8927"/>
                    </a:cxn>
                    <a:cxn ang="0">
                      <a:pos x="connsiteX8928" y="connsiteY8928"/>
                    </a:cxn>
                    <a:cxn ang="0">
                      <a:pos x="connsiteX8929" y="connsiteY8929"/>
                    </a:cxn>
                    <a:cxn ang="0">
                      <a:pos x="connsiteX8930" y="connsiteY8930"/>
                    </a:cxn>
                    <a:cxn ang="0">
                      <a:pos x="connsiteX8931" y="connsiteY8931"/>
                    </a:cxn>
                    <a:cxn ang="0">
                      <a:pos x="connsiteX8932" y="connsiteY8932"/>
                    </a:cxn>
                    <a:cxn ang="0">
                      <a:pos x="connsiteX8933" y="connsiteY8933"/>
                    </a:cxn>
                    <a:cxn ang="0">
                      <a:pos x="connsiteX8934" y="connsiteY8934"/>
                    </a:cxn>
                    <a:cxn ang="0">
                      <a:pos x="connsiteX8935" y="connsiteY8935"/>
                    </a:cxn>
                    <a:cxn ang="0">
                      <a:pos x="connsiteX8936" y="connsiteY8936"/>
                    </a:cxn>
                    <a:cxn ang="0">
                      <a:pos x="connsiteX8937" y="connsiteY8937"/>
                    </a:cxn>
                    <a:cxn ang="0">
                      <a:pos x="connsiteX8938" y="connsiteY8938"/>
                    </a:cxn>
                    <a:cxn ang="0">
                      <a:pos x="connsiteX8939" y="connsiteY8939"/>
                    </a:cxn>
                    <a:cxn ang="0">
                      <a:pos x="connsiteX8940" y="connsiteY8940"/>
                    </a:cxn>
                    <a:cxn ang="0">
                      <a:pos x="connsiteX8941" y="connsiteY8941"/>
                    </a:cxn>
                    <a:cxn ang="0">
                      <a:pos x="connsiteX8942" y="connsiteY8942"/>
                    </a:cxn>
                    <a:cxn ang="0">
                      <a:pos x="connsiteX8943" y="connsiteY8943"/>
                    </a:cxn>
                    <a:cxn ang="0">
                      <a:pos x="connsiteX8944" y="connsiteY8944"/>
                    </a:cxn>
                    <a:cxn ang="0">
                      <a:pos x="connsiteX8945" y="connsiteY8945"/>
                    </a:cxn>
                    <a:cxn ang="0">
                      <a:pos x="connsiteX8946" y="connsiteY8946"/>
                    </a:cxn>
                    <a:cxn ang="0">
                      <a:pos x="connsiteX8947" y="connsiteY8947"/>
                    </a:cxn>
                    <a:cxn ang="0">
                      <a:pos x="connsiteX8948" y="connsiteY8948"/>
                    </a:cxn>
                    <a:cxn ang="0">
                      <a:pos x="connsiteX8949" y="connsiteY8949"/>
                    </a:cxn>
                    <a:cxn ang="0">
                      <a:pos x="connsiteX8950" y="connsiteY8950"/>
                    </a:cxn>
                    <a:cxn ang="0">
                      <a:pos x="connsiteX8951" y="connsiteY8951"/>
                    </a:cxn>
                    <a:cxn ang="0">
                      <a:pos x="connsiteX8952" y="connsiteY8952"/>
                    </a:cxn>
                    <a:cxn ang="0">
                      <a:pos x="connsiteX8953" y="connsiteY8953"/>
                    </a:cxn>
                    <a:cxn ang="0">
                      <a:pos x="connsiteX8954" y="connsiteY8954"/>
                    </a:cxn>
                    <a:cxn ang="0">
                      <a:pos x="connsiteX8955" y="connsiteY8955"/>
                    </a:cxn>
                    <a:cxn ang="0">
                      <a:pos x="connsiteX8956" y="connsiteY8956"/>
                    </a:cxn>
                    <a:cxn ang="0">
                      <a:pos x="connsiteX8957" y="connsiteY8957"/>
                    </a:cxn>
                    <a:cxn ang="0">
                      <a:pos x="connsiteX8958" y="connsiteY8958"/>
                    </a:cxn>
                    <a:cxn ang="0">
                      <a:pos x="connsiteX8959" y="connsiteY8959"/>
                    </a:cxn>
                    <a:cxn ang="0">
                      <a:pos x="connsiteX8960" y="connsiteY8960"/>
                    </a:cxn>
                    <a:cxn ang="0">
                      <a:pos x="connsiteX8961" y="connsiteY8961"/>
                    </a:cxn>
                    <a:cxn ang="0">
                      <a:pos x="connsiteX8962" y="connsiteY8962"/>
                    </a:cxn>
                    <a:cxn ang="0">
                      <a:pos x="connsiteX8963" y="connsiteY8963"/>
                    </a:cxn>
                    <a:cxn ang="0">
                      <a:pos x="connsiteX8964" y="connsiteY8964"/>
                    </a:cxn>
                    <a:cxn ang="0">
                      <a:pos x="connsiteX8965" y="connsiteY8965"/>
                    </a:cxn>
                    <a:cxn ang="0">
                      <a:pos x="connsiteX8966" y="connsiteY8966"/>
                    </a:cxn>
                    <a:cxn ang="0">
                      <a:pos x="connsiteX8967" y="connsiteY8967"/>
                    </a:cxn>
                    <a:cxn ang="0">
                      <a:pos x="connsiteX8968" y="connsiteY8968"/>
                    </a:cxn>
                    <a:cxn ang="0">
                      <a:pos x="connsiteX8969" y="connsiteY8969"/>
                    </a:cxn>
                    <a:cxn ang="0">
                      <a:pos x="connsiteX8970" y="connsiteY8970"/>
                    </a:cxn>
                    <a:cxn ang="0">
                      <a:pos x="connsiteX8971" y="connsiteY8971"/>
                    </a:cxn>
                    <a:cxn ang="0">
                      <a:pos x="connsiteX8972" y="connsiteY8972"/>
                    </a:cxn>
                    <a:cxn ang="0">
                      <a:pos x="connsiteX8973" y="connsiteY8973"/>
                    </a:cxn>
                    <a:cxn ang="0">
                      <a:pos x="connsiteX8974" y="connsiteY8974"/>
                    </a:cxn>
                    <a:cxn ang="0">
                      <a:pos x="connsiteX8975" y="connsiteY8975"/>
                    </a:cxn>
                    <a:cxn ang="0">
                      <a:pos x="connsiteX8976" y="connsiteY8976"/>
                    </a:cxn>
                    <a:cxn ang="0">
                      <a:pos x="connsiteX8977" y="connsiteY8977"/>
                    </a:cxn>
                    <a:cxn ang="0">
                      <a:pos x="connsiteX8978" y="connsiteY8978"/>
                    </a:cxn>
                    <a:cxn ang="0">
                      <a:pos x="connsiteX8979" y="connsiteY8979"/>
                    </a:cxn>
                    <a:cxn ang="0">
                      <a:pos x="connsiteX8980" y="connsiteY8980"/>
                    </a:cxn>
                    <a:cxn ang="0">
                      <a:pos x="connsiteX8981" y="connsiteY8981"/>
                    </a:cxn>
                    <a:cxn ang="0">
                      <a:pos x="connsiteX8982" y="connsiteY8982"/>
                    </a:cxn>
                    <a:cxn ang="0">
                      <a:pos x="connsiteX8983" y="connsiteY8983"/>
                    </a:cxn>
                    <a:cxn ang="0">
                      <a:pos x="connsiteX8984" y="connsiteY8984"/>
                    </a:cxn>
                    <a:cxn ang="0">
                      <a:pos x="connsiteX8985" y="connsiteY8985"/>
                    </a:cxn>
                    <a:cxn ang="0">
                      <a:pos x="connsiteX8986" y="connsiteY8986"/>
                    </a:cxn>
                    <a:cxn ang="0">
                      <a:pos x="connsiteX8987" y="connsiteY8987"/>
                    </a:cxn>
                    <a:cxn ang="0">
                      <a:pos x="connsiteX8988" y="connsiteY8988"/>
                    </a:cxn>
                    <a:cxn ang="0">
                      <a:pos x="connsiteX8989" y="connsiteY8989"/>
                    </a:cxn>
                    <a:cxn ang="0">
                      <a:pos x="connsiteX8990" y="connsiteY8990"/>
                    </a:cxn>
                    <a:cxn ang="0">
                      <a:pos x="connsiteX8991" y="connsiteY8991"/>
                    </a:cxn>
                    <a:cxn ang="0">
                      <a:pos x="connsiteX8992" y="connsiteY8992"/>
                    </a:cxn>
                    <a:cxn ang="0">
                      <a:pos x="connsiteX8993" y="connsiteY8993"/>
                    </a:cxn>
                    <a:cxn ang="0">
                      <a:pos x="connsiteX8994" y="connsiteY8994"/>
                    </a:cxn>
                    <a:cxn ang="0">
                      <a:pos x="connsiteX8995" y="connsiteY8995"/>
                    </a:cxn>
                    <a:cxn ang="0">
                      <a:pos x="connsiteX8996" y="connsiteY8996"/>
                    </a:cxn>
                    <a:cxn ang="0">
                      <a:pos x="connsiteX8997" y="connsiteY8997"/>
                    </a:cxn>
                    <a:cxn ang="0">
                      <a:pos x="connsiteX8998" y="connsiteY8998"/>
                    </a:cxn>
                    <a:cxn ang="0">
                      <a:pos x="connsiteX8999" y="connsiteY8999"/>
                    </a:cxn>
                    <a:cxn ang="0">
                      <a:pos x="connsiteX9000" y="connsiteY9000"/>
                    </a:cxn>
                    <a:cxn ang="0">
                      <a:pos x="connsiteX9001" y="connsiteY9001"/>
                    </a:cxn>
                    <a:cxn ang="0">
                      <a:pos x="connsiteX9002" y="connsiteY9002"/>
                    </a:cxn>
                    <a:cxn ang="0">
                      <a:pos x="connsiteX9003" y="connsiteY9003"/>
                    </a:cxn>
                    <a:cxn ang="0">
                      <a:pos x="connsiteX9004" y="connsiteY9004"/>
                    </a:cxn>
                    <a:cxn ang="0">
                      <a:pos x="connsiteX9005" y="connsiteY9005"/>
                    </a:cxn>
                    <a:cxn ang="0">
                      <a:pos x="connsiteX9006" y="connsiteY9006"/>
                    </a:cxn>
                    <a:cxn ang="0">
                      <a:pos x="connsiteX9007" y="connsiteY9007"/>
                    </a:cxn>
                    <a:cxn ang="0">
                      <a:pos x="connsiteX9008" y="connsiteY9008"/>
                    </a:cxn>
                    <a:cxn ang="0">
                      <a:pos x="connsiteX9009" y="connsiteY9009"/>
                    </a:cxn>
                    <a:cxn ang="0">
                      <a:pos x="connsiteX9010" y="connsiteY9010"/>
                    </a:cxn>
                    <a:cxn ang="0">
                      <a:pos x="connsiteX9011" y="connsiteY9011"/>
                    </a:cxn>
                    <a:cxn ang="0">
                      <a:pos x="connsiteX9012" y="connsiteY9012"/>
                    </a:cxn>
                    <a:cxn ang="0">
                      <a:pos x="connsiteX9013" y="connsiteY9013"/>
                    </a:cxn>
                    <a:cxn ang="0">
                      <a:pos x="connsiteX9014" y="connsiteY9014"/>
                    </a:cxn>
                    <a:cxn ang="0">
                      <a:pos x="connsiteX9015" y="connsiteY9015"/>
                    </a:cxn>
                    <a:cxn ang="0">
                      <a:pos x="connsiteX9016" y="connsiteY9016"/>
                    </a:cxn>
                    <a:cxn ang="0">
                      <a:pos x="connsiteX9017" y="connsiteY9017"/>
                    </a:cxn>
                    <a:cxn ang="0">
                      <a:pos x="connsiteX9018" y="connsiteY9018"/>
                    </a:cxn>
                    <a:cxn ang="0">
                      <a:pos x="connsiteX9019" y="connsiteY9019"/>
                    </a:cxn>
                    <a:cxn ang="0">
                      <a:pos x="connsiteX9020" y="connsiteY9020"/>
                    </a:cxn>
                    <a:cxn ang="0">
                      <a:pos x="connsiteX9021" y="connsiteY9021"/>
                    </a:cxn>
                    <a:cxn ang="0">
                      <a:pos x="connsiteX9022" y="connsiteY9022"/>
                    </a:cxn>
                    <a:cxn ang="0">
                      <a:pos x="connsiteX9023" y="connsiteY9023"/>
                    </a:cxn>
                    <a:cxn ang="0">
                      <a:pos x="connsiteX9024" y="connsiteY9024"/>
                    </a:cxn>
                    <a:cxn ang="0">
                      <a:pos x="connsiteX9025" y="connsiteY9025"/>
                    </a:cxn>
                    <a:cxn ang="0">
                      <a:pos x="connsiteX9026" y="connsiteY9026"/>
                    </a:cxn>
                    <a:cxn ang="0">
                      <a:pos x="connsiteX9027" y="connsiteY9027"/>
                    </a:cxn>
                    <a:cxn ang="0">
                      <a:pos x="connsiteX9028" y="connsiteY9028"/>
                    </a:cxn>
                    <a:cxn ang="0">
                      <a:pos x="connsiteX9029" y="connsiteY9029"/>
                    </a:cxn>
                    <a:cxn ang="0">
                      <a:pos x="connsiteX9030" y="connsiteY9030"/>
                    </a:cxn>
                    <a:cxn ang="0">
                      <a:pos x="connsiteX9031" y="connsiteY9031"/>
                    </a:cxn>
                    <a:cxn ang="0">
                      <a:pos x="connsiteX9032" y="connsiteY9032"/>
                    </a:cxn>
                    <a:cxn ang="0">
                      <a:pos x="connsiteX9033" y="connsiteY9033"/>
                    </a:cxn>
                    <a:cxn ang="0">
                      <a:pos x="connsiteX9034" y="connsiteY9034"/>
                    </a:cxn>
                    <a:cxn ang="0">
                      <a:pos x="connsiteX9035" y="connsiteY9035"/>
                    </a:cxn>
                    <a:cxn ang="0">
                      <a:pos x="connsiteX9036" y="connsiteY9036"/>
                    </a:cxn>
                    <a:cxn ang="0">
                      <a:pos x="connsiteX9037" y="connsiteY9037"/>
                    </a:cxn>
                    <a:cxn ang="0">
                      <a:pos x="connsiteX9038" y="connsiteY9038"/>
                    </a:cxn>
                    <a:cxn ang="0">
                      <a:pos x="connsiteX9039" y="connsiteY9039"/>
                    </a:cxn>
                    <a:cxn ang="0">
                      <a:pos x="connsiteX9040" y="connsiteY9040"/>
                    </a:cxn>
                    <a:cxn ang="0">
                      <a:pos x="connsiteX9041" y="connsiteY9041"/>
                    </a:cxn>
                    <a:cxn ang="0">
                      <a:pos x="connsiteX9042" y="connsiteY9042"/>
                    </a:cxn>
                    <a:cxn ang="0">
                      <a:pos x="connsiteX9043" y="connsiteY9043"/>
                    </a:cxn>
                    <a:cxn ang="0">
                      <a:pos x="connsiteX9044" y="connsiteY9044"/>
                    </a:cxn>
                    <a:cxn ang="0">
                      <a:pos x="connsiteX9045" y="connsiteY9045"/>
                    </a:cxn>
                    <a:cxn ang="0">
                      <a:pos x="connsiteX9046" y="connsiteY9046"/>
                    </a:cxn>
                    <a:cxn ang="0">
                      <a:pos x="connsiteX9047" y="connsiteY9047"/>
                    </a:cxn>
                    <a:cxn ang="0">
                      <a:pos x="connsiteX9048" y="connsiteY9048"/>
                    </a:cxn>
                    <a:cxn ang="0">
                      <a:pos x="connsiteX9049" y="connsiteY9049"/>
                    </a:cxn>
                    <a:cxn ang="0">
                      <a:pos x="connsiteX9050" y="connsiteY9050"/>
                    </a:cxn>
                    <a:cxn ang="0">
                      <a:pos x="connsiteX9051" y="connsiteY9051"/>
                    </a:cxn>
                    <a:cxn ang="0">
                      <a:pos x="connsiteX9052" y="connsiteY9052"/>
                    </a:cxn>
                    <a:cxn ang="0">
                      <a:pos x="connsiteX9053" y="connsiteY9053"/>
                    </a:cxn>
                    <a:cxn ang="0">
                      <a:pos x="connsiteX9054" y="connsiteY9054"/>
                    </a:cxn>
                    <a:cxn ang="0">
                      <a:pos x="connsiteX9055" y="connsiteY9055"/>
                    </a:cxn>
                    <a:cxn ang="0">
                      <a:pos x="connsiteX9056" y="connsiteY9056"/>
                    </a:cxn>
                    <a:cxn ang="0">
                      <a:pos x="connsiteX9057" y="connsiteY9057"/>
                    </a:cxn>
                    <a:cxn ang="0">
                      <a:pos x="connsiteX9058" y="connsiteY9058"/>
                    </a:cxn>
                    <a:cxn ang="0">
                      <a:pos x="connsiteX9059" y="connsiteY9059"/>
                    </a:cxn>
                    <a:cxn ang="0">
                      <a:pos x="connsiteX9060" y="connsiteY9060"/>
                    </a:cxn>
                    <a:cxn ang="0">
                      <a:pos x="connsiteX9061" y="connsiteY9061"/>
                    </a:cxn>
                    <a:cxn ang="0">
                      <a:pos x="connsiteX9062" y="connsiteY9062"/>
                    </a:cxn>
                    <a:cxn ang="0">
                      <a:pos x="connsiteX9063" y="connsiteY9063"/>
                    </a:cxn>
                    <a:cxn ang="0">
                      <a:pos x="connsiteX9064" y="connsiteY9064"/>
                    </a:cxn>
                    <a:cxn ang="0">
                      <a:pos x="connsiteX9065" y="connsiteY9065"/>
                    </a:cxn>
                    <a:cxn ang="0">
                      <a:pos x="connsiteX9066" y="connsiteY9066"/>
                    </a:cxn>
                    <a:cxn ang="0">
                      <a:pos x="connsiteX9067" y="connsiteY9067"/>
                    </a:cxn>
                    <a:cxn ang="0">
                      <a:pos x="connsiteX9068" y="connsiteY9068"/>
                    </a:cxn>
                    <a:cxn ang="0">
                      <a:pos x="connsiteX9069" y="connsiteY9069"/>
                    </a:cxn>
                    <a:cxn ang="0">
                      <a:pos x="connsiteX9070" y="connsiteY9070"/>
                    </a:cxn>
                    <a:cxn ang="0">
                      <a:pos x="connsiteX9071" y="connsiteY9071"/>
                    </a:cxn>
                    <a:cxn ang="0">
                      <a:pos x="connsiteX9072" y="connsiteY9072"/>
                    </a:cxn>
                    <a:cxn ang="0">
                      <a:pos x="connsiteX9073" y="connsiteY9073"/>
                    </a:cxn>
                    <a:cxn ang="0">
                      <a:pos x="connsiteX9074" y="connsiteY9074"/>
                    </a:cxn>
                    <a:cxn ang="0">
                      <a:pos x="connsiteX9075" y="connsiteY9075"/>
                    </a:cxn>
                    <a:cxn ang="0">
                      <a:pos x="connsiteX9076" y="connsiteY9076"/>
                    </a:cxn>
                    <a:cxn ang="0">
                      <a:pos x="connsiteX9077" y="connsiteY9077"/>
                    </a:cxn>
                    <a:cxn ang="0">
                      <a:pos x="connsiteX9078" y="connsiteY9078"/>
                    </a:cxn>
                    <a:cxn ang="0">
                      <a:pos x="connsiteX9079" y="connsiteY9079"/>
                    </a:cxn>
                    <a:cxn ang="0">
                      <a:pos x="connsiteX9080" y="connsiteY9080"/>
                    </a:cxn>
                    <a:cxn ang="0">
                      <a:pos x="connsiteX9081" y="connsiteY9081"/>
                    </a:cxn>
                    <a:cxn ang="0">
                      <a:pos x="connsiteX9082" y="connsiteY9082"/>
                    </a:cxn>
                    <a:cxn ang="0">
                      <a:pos x="connsiteX9083" y="connsiteY9083"/>
                    </a:cxn>
                    <a:cxn ang="0">
                      <a:pos x="connsiteX9084" y="connsiteY9084"/>
                    </a:cxn>
                    <a:cxn ang="0">
                      <a:pos x="connsiteX9085" y="connsiteY9085"/>
                    </a:cxn>
                    <a:cxn ang="0">
                      <a:pos x="connsiteX9086" y="connsiteY9086"/>
                    </a:cxn>
                    <a:cxn ang="0">
                      <a:pos x="connsiteX9087" y="connsiteY9087"/>
                    </a:cxn>
                    <a:cxn ang="0">
                      <a:pos x="connsiteX9088" y="connsiteY9088"/>
                    </a:cxn>
                    <a:cxn ang="0">
                      <a:pos x="connsiteX9089" y="connsiteY9089"/>
                    </a:cxn>
                    <a:cxn ang="0">
                      <a:pos x="connsiteX9090" y="connsiteY9090"/>
                    </a:cxn>
                    <a:cxn ang="0">
                      <a:pos x="connsiteX9091" y="connsiteY9091"/>
                    </a:cxn>
                    <a:cxn ang="0">
                      <a:pos x="connsiteX9092" y="connsiteY9092"/>
                    </a:cxn>
                    <a:cxn ang="0">
                      <a:pos x="connsiteX9093" y="connsiteY9093"/>
                    </a:cxn>
                    <a:cxn ang="0">
                      <a:pos x="connsiteX9094" y="connsiteY9094"/>
                    </a:cxn>
                    <a:cxn ang="0">
                      <a:pos x="connsiteX9095" y="connsiteY9095"/>
                    </a:cxn>
                    <a:cxn ang="0">
                      <a:pos x="connsiteX9096" y="connsiteY9096"/>
                    </a:cxn>
                    <a:cxn ang="0">
                      <a:pos x="connsiteX9097" y="connsiteY9097"/>
                    </a:cxn>
                    <a:cxn ang="0">
                      <a:pos x="connsiteX9098" y="connsiteY9098"/>
                    </a:cxn>
                    <a:cxn ang="0">
                      <a:pos x="connsiteX9099" y="connsiteY9099"/>
                    </a:cxn>
                    <a:cxn ang="0">
                      <a:pos x="connsiteX9100" y="connsiteY9100"/>
                    </a:cxn>
                    <a:cxn ang="0">
                      <a:pos x="connsiteX9101" y="connsiteY9101"/>
                    </a:cxn>
                    <a:cxn ang="0">
                      <a:pos x="connsiteX9102" y="connsiteY9102"/>
                    </a:cxn>
                    <a:cxn ang="0">
                      <a:pos x="connsiteX9103" y="connsiteY9103"/>
                    </a:cxn>
                    <a:cxn ang="0">
                      <a:pos x="connsiteX9104" y="connsiteY9104"/>
                    </a:cxn>
                    <a:cxn ang="0">
                      <a:pos x="connsiteX9105" y="connsiteY9105"/>
                    </a:cxn>
                    <a:cxn ang="0">
                      <a:pos x="connsiteX9106" y="connsiteY9106"/>
                    </a:cxn>
                    <a:cxn ang="0">
                      <a:pos x="connsiteX9107" y="connsiteY9107"/>
                    </a:cxn>
                    <a:cxn ang="0">
                      <a:pos x="connsiteX9108" y="connsiteY9108"/>
                    </a:cxn>
                    <a:cxn ang="0">
                      <a:pos x="connsiteX9109" y="connsiteY9109"/>
                    </a:cxn>
                    <a:cxn ang="0">
                      <a:pos x="connsiteX9110" y="connsiteY9110"/>
                    </a:cxn>
                    <a:cxn ang="0">
                      <a:pos x="connsiteX9111" y="connsiteY9111"/>
                    </a:cxn>
                    <a:cxn ang="0">
                      <a:pos x="connsiteX9112" y="connsiteY9112"/>
                    </a:cxn>
                    <a:cxn ang="0">
                      <a:pos x="connsiteX9113" y="connsiteY9113"/>
                    </a:cxn>
                    <a:cxn ang="0">
                      <a:pos x="connsiteX9114" y="connsiteY9114"/>
                    </a:cxn>
                    <a:cxn ang="0">
                      <a:pos x="connsiteX9115" y="connsiteY9115"/>
                    </a:cxn>
                    <a:cxn ang="0">
                      <a:pos x="connsiteX9116" y="connsiteY9116"/>
                    </a:cxn>
                    <a:cxn ang="0">
                      <a:pos x="connsiteX9117" y="connsiteY9117"/>
                    </a:cxn>
                    <a:cxn ang="0">
                      <a:pos x="connsiteX9118" y="connsiteY9118"/>
                    </a:cxn>
                    <a:cxn ang="0">
                      <a:pos x="connsiteX9119" y="connsiteY9119"/>
                    </a:cxn>
                    <a:cxn ang="0">
                      <a:pos x="connsiteX9120" y="connsiteY9120"/>
                    </a:cxn>
                    <a:cxn ang="0">
                      <a:pos x="connsiteX9121" y="connsiteY9121"/>
                    </a:cxn>
                    <a:cxn ang="0">
                      <a:pos x="connsiteX9122" y="connsiteY9122"/>
                    </a:cxn>
                    <a:cxn ang="0">
                      <a:pos x="connsiteX9123" y="connsiteY9123"/>
                    </a:cxn>
                    <a:cxn ang="0">
                      <a:pos x="connsiteX9124" y="connsiteY9124"/>
                    </a:cxn>
                    <a:cxn ang="0">
                      <a:pos x="connsiteX9125" y="connsiteY9125"/>
                    </a:cxn>
                    <a:cxn ang="0">
                      <a:pos x="connsiteX9126" y="connsiteY9126"/>
                    </a:cxn>
                    <a:cxn ang="0">
                      <a:pos x="connsiteX9127" y="connsiteY9127"/>
                    </a:cxn>
                    <a:cxn ang="0">
                      <a:pos x="connsiteX9128" y="connsiteY9128"/>
                    </a:cxn>
                    <a:cxn ang="0">
                      <a:pos x="connsiteX9129" y="connsiteY9129"/>
                    </a:cxn>
                    <a:cxn ang="0">
                      <a:pos x="connsiteX9130" y="connsiteY9130"/>
                    </a:cxn>
                    <a:cxn ang="0">
                      <a:pos x="connsiteX9131" y="connsiteY9131"/>
                    </a:cxn>
                    <a:cxn ang="0">
                      <a:pos x="connsiteX9132" y="connsiteY9132"/>
                    </a:cxn>
                    <a:cxn ang="0">
                      <a:pos x="connsiteX9133" y="connsiteY9133"/>
                    </a:cxn>
                    <a:cxn ang="0">
                      <a:pos x="connsiteX9134" y="connsiteY9134"/>
                    </a:cxn>
                    <a:cxn ang="0">
                      <a:pos x="connsiteX9135" y="connsiteY9135"/>
                    </a:cxn>
                    <a:cxn ang="0">
                      <a:pos x="connsiteX9136" y="connsiteY9136"/>
                    </a:cxn>
                    <a:cxn ang="0">
                      <a:pos x="connsiteX9137" y="connsiteY9137"/>
                    </a:cxn>
                    <a:cxn ang="0">
                      <a:pos x="connsiteX9138" y="connsiteY9138"/>
                    </a:cxn>
                    <a:cxn ang="0">
                      <a:pos x="connsiteX9139" y="connsiteY9139"/>
                    </a:cxn>
                    <a:cxn ang="0">
                      <a:pos x="connsiteX9140" y="connsiteY9140"/>
                    </a:cxn>
                    <a:cxn ang="0">
                      <a:pos x="connsiteX9141" y="connsiteY9141"/>
                    </a:cxn>
                    <a:cxn ang="0">
                      <a:pos x="connsiteX9142" y="connsiteY9142"/>
                    </a:cxn>
                    <a:cxn ang="0">
                      <a:pos x="connsiteX9143" y="connsiteY9143"/>
                    </a:cxn>
                    <a:cxn ang="0">
                      <a:pos x="connsiteX9144" y="connsiteY9144"/>
                    </a:cxn>
                    <a:cxn ang="0">
                      <a:pos x="connsiteX9145" y="connsiteY9145"/>
                    </a:cxn>
                    <a:cxn ang="0">
                      <a:pos x="connsiteX9146" y="connsiteY9146"/>
                    </a:cxn>
                    <a:cxn ang="0">
                      <a:pos x="connsiteX9147" y="connsiteY9147"/>
                    </a:cxn>
                    <a:cxn ang="0">
                      <a:pos x="connsiteX9148" y="connsiteY9148"/>
                    </a:cxn>
                    <a:cxn ang="0">
                      <a:pos x="connsiteX9149" y="connsiteY9149"/>
                    </a:cxn>
                    <a:cxn ang="0">
                      <a:pos x="connsiteX9150" y="connsiteY9150"/>
                    </a:cxn>
                    <a:cxn ang="0">
                      <a:pos x="connsiteX9151" y="connsiteY9151"/>
                    </a:cxn>
                    <a:cxn ang="0">
                      <a:pos x="connsiteX9152" y="connsiteY9152"/>
                    </a:cxn>
                    <a:cxn ang="0">
                      <a:pos x="connsiteX9153" y="connsiteY9153"/>
                    </a:cxn>
                    <a:cxn ang="0">
                      <a:pos x="connsiteX9154" y="connsiteY9154"/>
                    </a:cxn>
                    <a:cxn ang="0">
                      <a:pos x="connsiteX9155" y="connsiteY9155"/>
                    </a:cxn>
                    <a:cxn ang="0">
                      <a:pos x="connsiteX9156" y="connsiteY9156"/>
                    </a:cxn>
                    <a:cxn ang="0">
                      <a:pos x="connsiteX9157" y="connsiteY9157"/>
                    </a:cxn>
                    <a:cxn ang="0">
                      <a:pos x="connsiteX9158" y="connsiteY9158"/>
                    </a:cxn>
                    <a:cxn ang="0">
                      <a:pos x="connsiteX9159" y="connsiteY9159"/>
                    </a:cxn>
                    <a:cxn ang="0">
                      <a:pos x="connsiteX9160" y="connsiteY9160"/>
                    </a:cxn>
                    <a:cxn ang="0">
                      <a:pos x="connsiteX9161" y="connsiteY9161"/>
                    </a:cxn>
                    <a:cxn ang="0">
                      <a:pos x="connsiteX9162" y="connsiteY9162"/>
                    </a:cxn>
                    <a:cxn ang="0">
                      <a:pos x="connsiteX9163" y="connsiteY9163"/>
                    </a:cxn>
                    <a:cxn ang="0">
                      <a:pos x="connsiteX9164" y="connsiteY9164"/>
                    </a:cxn>
                    <a:cxn ang="0">
                      <a:pos x="connsiteX9165" y="connsiteY9165"/>
                    </a:cxn>
                    <a:cxn ang="0">
                      <a:pos x="connsiteX9166" y="connsiteY9166"/>
                    </a:cxn>
                    <a:cxn ang="0">
                      <a:pos x="connsiteX9167" y="connsiteY9167"/>
                    </a:cxn>
                    <a:cxn ang="0">
                      <a:pos x="connsiteX9168" y="connsiteY9168"/>
                    </a:cxn>
                    <a:cxn ang="0">
                      <a:pos x="connsiteX9169" y="connsiteY9169"/>
                    </a:cxn>
                    <a:cxn ang="0">
                      <a:pos x="connsiteX9170" y="connsiteY9170"/>
                    </a:cxn>
                    <a:cxn ang="0">
                      <a:pos x="connsiteX9171" y="connsiteY9171"/>
                    </a:cxn>
                    <a:cxn ang="0">
                      <a:pos x="connsiteX9172" y="connsiteY9172"/>
                    </a:cxn>
                    <a:cxn ang="0">
                      <a:pos x="connsiteX9173" y="connsiteY9173"/>
                    </a:cxn>
                    <a:cxn ang="0">
                      <a:pos x="connsiteX9174" y="connsiteY9174"/>
                    </a:cxn>
                    <a:cxn ang="0">
                      <a:pos x="connsiteX9175" y="connsiteY9175"/>
                    </a:cxn>
                    <a:cxn ang="0">
                      <a:pos x="connsiteX9176" y="connsiteY9176"/>
                    </a:cxn>
                    <a:cxn ang="0">
                      <a:pos x="connsiteX9177" y="connsiteY9177"/>
                    </a:cxn>
                    <a:cxn ang="0">
                      <a:pos x="connsiteX9178" y="connsiteY9178"/>
                    </a:cxn>
                    <a:cxn ang="0">
                      <a:pos x="connsiteX9179" y="connsiteY9179"/>
                    </a:cxn>
                    <a:cxn ang="0">
                      <a:pos x="connsiteX9180" y="connsiteY9180"/>
                    </a:cxn>
                    <a:cxn ang="0">
                      <a:pos x="connsiteX9181" y="connsiteY9181"/>
                    </a:cxn>
                    <a:cxn ang="0">
                      <a:pos x="connsiteX9182" y="connsiteY9182"/>
                    </a:cxn>
                    <a:cxn ang="0">
                      <a:pos x="connsiteX9183" y="connsiteY9183"/>
                    </a:cxn>
                    <a:cxn ang="0">
                      <a:pos x="connsiteX9184" y="connsiteY9184"/>
                    </a:cxn>
                    <a:cxn ang="0">
                      <a:pos x="connsiteX9185" y="connsiteY9185"/>
                    </a:cxn>
                    <a:cxn ang="0">
                      <a:pos x="connsiteX9186" y="connsiteY9186"/>
                    </a:cxn>
                    <a:cxn ang="0">
                      <a:pos x="connsiteX9187" y="connsiteY9187"/>
                    </a:cxn>
                    <a:cxn ang="0">
                      <a:pos x="connsiteX9188" y="connsiteY9188"/>
                    </a:cxn>
                    <a:cxn ang="0">
                      <a:pos x="connsiteX9189" y="connsiteY9189"/>
                    </a:cxn>
                    <a:cxn ang="0">
                      <a:pos x="connsiteX9190" y="connsiteY9190"/>
                    </a:cxn>
                    <a:cxn ang="0">
                      <a:pos x="connsiteX9191" y="connsiteY9191"/>
                    </a:cxn>
                    <a:cxn ang="0">
                      <a:pos x="connsiteX9192" y="connsiteY9192"/>
                    </a:cxn>
                    <a:cxn ang="0">
                      <a:pos x="connsiteX9193" y="connsiteY9193"/>
                    </a:cxn>
                    <a:cxn ang="0">
                      <a:pos x="connsiteX9194" y="connsiteY9194"/>
                    </a:cxn>
                    <a:cxn ang="0">
                      <a:pos x="connsiteX9195" y="connsiteY9195"/>
                    </a:cxn>
                    <a:cxn ang="0">
                      <a:pos x="connsiteX9196" y="connsiteY9196"/>
                    </a:cxn>
                    <a:cxn ang="0">
                      <a:pos x="connsiteX9197" y="connsiteY9197"/>
                    </a:cxn>
                    <a:cxn ang="0">
                      <a:pos x="connsiteX9198" y="connsiteY9198"/>
                    </a:cxn>
                    <a:cxn ang="0">
                      <a:pos x="connsiteX9199" y="connsiteY9199"/>
                    </a:cxn>
                    <a:cxn ang="0">
                      <a:pos x="connsiteX9200" y="connsiteY9200"/>
                    </a:cxn>
                    <a:cxn ang="0">
                      <a:pos x="connsiteX9201" y="connsiteY9201"/>
                    </a:cxn>
                    <a:cxn ang="0">
                      <a:pos x="connsiteX9202" y="connsiteY9202"/>
                    </a:cxn>
                    <a:cxn ang="0">
                      <a:pos x="connsiteX9203" y="connsiteY9203"/>
                    </a:cxn>
                    <a:cxn ang="0">
                      <a:pos x="connsiteX9204" y="connsiteY9204"/>
                    </a:cxn>
                    <a:cxn ang="0">
                      <a:pos x="connsiteX9205" y="connsiteY9205"/>
                    </a:cxn>
                    <a:cxn ang="0">
                      <a:pos x="connsiteX9206" y="connsiteY9206"/>
                    </a:cxn>
                    <a:cxn ang="0">
                      <a:pos x="connsiteX9207" y="connsiteY9207"/>
                    </a:cxn>
                    <a:cxn ang="0">
                      <a:pos x="connsiteX9208" y="connsiteY9208"/>
                    </a:cxn>
                    <a:cxn ang="0">
                      <a:pos x="connsiteX9209" y="connsiteY9209"/>
                    </a:cxn>
                    <a:cxn ang="0">
                      <a:pos x="connsiteX9210" y="connsiteY9210"/>
                    </a:cxn>
                    <a:cxn ang="0">
                      <a:pos x="connsiteX9211" y="connsiteY9211"/>
                    </a:cxn>
                    <a:cxn ang="0">
                      <a:pos x="connsiteX9212" y="connsiteY9212"/>
                    </a:cxn>
                    <a:cxn ang="0">
                      <a:pos x="connsiteX9213" y="connsiteY9213"/>
                    </a:cxn>
                    <a:cxn ang="0">
                      <a:pos x="connsiteX9214" y="connsiteY9214"/>
                    </a:cxn>
                    <a:cxn ang="0">
                      <a:pos x="connsiteX9215" y="connsiteY9215"/>
                    </a:cxn>
                    <a:cxn ang="0">
                      <a:pos x="connsiteX9216" y="connsiteY9216"/>
                    </a:cxn>
                    <a:cxn ang="0">
                      <a:pos x="connsiteX9217" y="connsiteY9217"/>
                    </a:cxn>
                    <a:cxn ang="0">
                      <a:pos x="connsiteX9218" y="connsiteY9218"/>
                    </a:cxn>
                    <a:cxn ang="0">
                      <a:pos x="connsiteX9219" y="connsiteY9219"/>
                    </a:cxn>
                    <a:cxn ang="0">
                      <a:pos x="connsiteX9220" y="connsiteY9220"/>
                    </a:cxn>
                    <a:cxn ang="0">
                      <a:pos x="connsiteX9221" y="connsiteY9221"/>
                    </a:cxn>
                    <a:cxn ang="0">
                      <a:pos x="connsiteX9222" y="connsiteY9222"/>
                    </a:cxn>
                    <a:cxn ang="0">
                      <a:pos x="connsiteX9223" y="connsiteY9223"/>
                    </a:cxn>
                    <a:cxn ang="0">
                      <a:pos x="connsiteX9224" y="connsiteY9224"/>
                    </a:cxn>
                    <a:cxn ang="0">
                      <a:pos x="connsiteX9225" y="connsiteY9225"/>
                    </a:cxn>
                    <a:cxn ang="0">
                      <a:pos x="connsiteX9226" y="connsiteY9226"/>
                    </a:cxn>
                    <a:cxn ang="0">
                      <a:pos x="connsiteX9227" y="connsiteY9227"/>
                    </a:cxn>
                    <a:cxn ang="0">
                      <a:pos x="connsiteX9228" y="connsiteY9228"/>
                    </a:cxn>
                    <a:cxn ang="0">
                      <a:pos x="connsiteX9229" y="connsiteY9229"/>
                    </a:cxn>
                    <a:cxn ang="0">
                      <a:pos x="connsiteX9230" y="connsiteY9230"/>
                    </a:cxn>
                    <a:cxn ang="0">
                      <a:pos x="connsiteX9231" y="connsiteY9231"/>
                    </a:cxn>
                    <a:cxn ang="0">
                      <a:pos x="connsiteX9232" y="connsiteY9232"/>
                    </a:cxn>
                    <a:cxn ang="0">
                      <a:pos x="connsiteX9233" y="connsiteY9233"/>
                    </a:cxn>
                    <a:cxn ang="0">
                      <a:pos x="connsiteX9234" y="connsiteY9234"/>
                    </a:cxn>
                    <a:cxn ang="0">
                      <a:pos x="connsiteX9235" y="connsiteY9235"/>
                    </a:cxn>
                    <a:cxn ang="0">
                      <a:pos x="connsiteX9236" y="connsiteY9236"/>
                    </a:cxn>
                    <a:cxn ang="0">
                      <a:pos x="connsiteX9237" y="connsiteY9237"/>
                    </a:cxn>
                    <a:cxn ang="0">
                      <a:pos x="connsiteX9238" y="connsiteY9238"/>
                    </a:cxn>
                    <a:cxn ang="0">
                      <a:pos x="connsiteX9239" y="connsiteY9239"/>
                    </a:cxn>
                    <a:cxn ang="0">
                      <a:pos x="connsiteX9240" y="connsiteY9240"/>
                    </a:cxn>
                    <a:cxn ang="0">
                      <a:pos x="connsiteX9241" y="connsiteY9241"/>
                    </a:cxn>
                    <a:cxn ang="0">
                      <a:pos x="connsiteX9242" y="connsiteY9242"/>
                    </a:cxn>
                    <a:cxn ang="0">
                      <a:pos x="connsiteX9243" y="connsiteY9243"/>
                    </a:cxn>
                    <a:cxn ang="0">
                      <a:pos x="connsiteX9244" y="connsiteY9244"/>
                    </a:cxn>
                    <a:cxn ang="0">
                      <a:pos x="connsiteX9245" y="connsiteY9245"/>
                    </a:cxn>
                    <a:cxn ang="0">
                      <a:pos x="connsiteX9246" y="connsiteY9246"/>
                    </a:cxn>
                    <a:cxn ang="0">
                      <a:pos x="connsiteX9247" y="connsiteY9247"/>
                    </a:cxn>
                    <a:cxn ang="0">
                      <a:pos x="connsiteX9248" y="connsiteY9248"/>
                    </a:cxn>
                    <a:cxn ang="0">
                      <a:pos x="connsiteX9249" y="connsiteY9249"/>
                    </a:cxn>
                    <a:cxn ang="0">
                      <a:pos x="connsiteX9250" y="connsiteY9250"/>
                    </a:cxn>
                    <a:cxn ang="0">
                      <a:pos x="connsiteX9251" y="connsiteY9251"/>
                    </a:cxn>
                    <a:cxn ang="0">
                      <a:pos x="connsiteX9252" y="connsiteY9252"/>
                    </a:cxn>
                    <a:cxn ang="0">
                      <a:pos x="connsiteX9253" y="connsiteY9253"/>
                    </a:cxn>
                    <a:cxn ang="0">
                      <a:pos x="connsiteX9254" y="connsiteY9254"/>
                    </a:cxn>
                    <a:cxn ang="0">
                      <a:pos x="connsiteX9255" y="connsiteY9255"/>
                    </a:cxn>
                    <a:cxn ang="0">
                      <a:pos x="connsiteX9256" y="connsiteY9256"/>
                    </a:cxn>
                    <a:cxn ang="0">
                      <a:pos x="connsiteX9257" y="connsiteY9257"/>
                    </a:cxn>
                    <a:cxn ang="0">
                      <a:pos x="connsiteX9258" y="connsiteY9258"/>
                    </a:cxn>
                    <a:cxn ang="0">
                      <a:pos x="connsiteX9259" y="connsiteY9259"/>
                    </a:cxn>
                    <a:cxn ang="0">
                      <a:pos x="connsiteX9260" y="connsiteY9260"/>
                    </a:cxn>
                    <a:cxn ang="0">
                      <a:pos x="connsiteX9261" y="connsiteY9261"/>
                    </a:cxn>
                    <a:cxn ang="0">
                      <a:pos x="connsiteX9262" y="connsiteY9262"/>
                    </a:cxn>
                    <a:cxn ang="0">
                      <a:pos x="connsiteX9263" y="connsiteY9263"/>
                    </a:cxn>
                    <a:cxn ang="0">
                      <a:pos x="connsiteX9264" y="connsiteY9264"/>
                    </a:cxn>
                    <a:cxn ang="0">
                      <a:pos x="connsiteX9265" y="connsiteY9265"/>
                    </a:cxn>
                    <a:cxn ang="0">
                      <a:pos x="connsiteX9266" y="connsiteY9266"/>
                    </a:cxn>
                    <a:cxn ang="0">
                      <a:pos x="connsiteX9267" y="connsiteY9267"/>
                    </a:cxn>
                    <a:cxn ang="0">
                      <a:pos x="connsiteX9268" y="connsiteY9268"/>
                    </a:cxn>
                    <a:cxn ang="0">
                      <a:pos x="connsiteX9269" y="connsiteY9269"/>
                    </a:cxn>
                    <a:cxn ang="0">
                      <a:pos x="connsiteX9270" y="connsiteY9270"/>
                    </a:cxn>
                    <a:cxn ang="0">
                      <a:pos x="connsiteX9271" y="connsiteY9271"/>
                    </a:cxn>
                    <a:cxn ang="0">
                      <a:pos x="connsiteX9272" y="connsiteY9272"/>
                    </a:cxn>
                    <a:cxn ang="0">
                      <a:pos x="connsiteX9273" y="connsiteY9273"/>
                    </a:cxn>
                    <a:cxn ang="0">
                      <a:pos x="connsiteX9274" y="connsiteY9274"/>
                    </a:cxn>
                    <a:cxn ang="0">
                      <a:pos x="connsiteX9275" y="connsiteY9275"/>
                    </a:cxn>
                    <a:cxn ang="0">
                      <a:pos x="connsiteX9276" y="connsiteY9276"/>
                    </a:cxn>
                    <a:cxn ang="0">
                      <a:pos x="connsiteX9277" y="connsiteY9277"/>
                    </a:cxn>
                    <a:cxn ang="0">
                      <a:pos x="connsiteX9278" y="connsiteY9278"/>
                    </a:cxn>
                    <a:cxn ang="0">
                      <a:pos x="connsiteX9279" y="connsiteY9279"/>
                    </a:cxn>
                    <a:cxn ang="0">
                      <a:pos x="connsiteX9280" y="connsiteY9280"/>
                    </a:cxn>
                    <a:cxn ang="0">
                      <a:pos x="connsiteX9281" y="connsiteY9281"/>
                    </a:cxn>
                    <a:cxn ang="0">
                      <a:pos x="connsiteX9282" y="connsiteY9282"/>
                    </a:cxn>
                    <a:cxn ang="0">
                      <a:pos x="connsiteX9283" y="connsiteY9283"/>
                    </a:cxn>
                    <a:cxn ang="0">
                      <a:pos x="connsiteX9284" y="connsiteY9284"/>
                    </a:cxn>
                    <a:cxn ang="0">
                      <a:pos x="connsiteX9285" y="connsiteY9285"/>
                    </a:cxn>
                    <a:cxn ang="0">
                      <a:pos x="connsiteX9286" y="connsiteY9286"/>
                    </a:cxn>
                    <a:cxn ang="0">
                      <a:pos x="connsiteX9287" y="connsiteY9287"/>
                    </a:cxn>
                    <a:cxn ang="0">
                      <a:pos x="connsiteX9288" y="connsiteY9288"/>
                    </a:cxn>
                    <a:cxn ang="0">
                      <a:pos x="connsiteX9289" y="connsiteY9289"/>
                    </a:cxn>
                    <a:cxn ang="0">
                      <a:pos x="connsiteX9290" y="connsiteY9290"/>
                    </a:cxn>
                    <a:cxn ang="0">
                      <a:pos x="connsiteX9291" y="connsiteY9291"/>
                    </a:cxn>
                    <a:cxn ang="0">
                      <a:pos x="connsiteX9292" y="connsiteY9292"/>
                    </a:cxn>
                    <a:cxn ang="0">
                      <a:pos x="connsiteX9293" y="connsiteY9293"/>
                    </a:cxn>
                    <a:cxn ang="0">
                      <a:pos x="connsiteX9294" y="connsiteY9294"/>
                    </a:cxn>
                    <a:cxn ang="0">
                      <a:pos x="connsiteX9295" y="connsiteY9295"/>
                    </a:cxn>
                    <a:cxn ang="0">
                      <a:pos x="connsiteX9296" y="connsiteY9296"/>
                    </a:cxn>
                    <a:cxn ang="0">
                      <a:pos x="connsiteX9297" y="connsiteY9297"/>
                    </a:cxn>
                    <a:cxn ang="0">
                      <a:pos x="connsiteX9298" y="connsiteY9298"/>
                    </a:cxn>
                    <a:cxn ang="0">
                      <a:pos x="connsiteX9299" y="connsiteY9299"/>
                    </a:cxn>
                    <a:cxn ang="0">
                      <a:pos x="connsiteX9300" y="connsiteY9300"/>
                    </a:cxn>
                    <a:cxn ang="0">
                      <a:pos x="connsiteX9301" y="connsiteY9301"/>
                    </a:cxn>
                    <a:cxn ang="0">
                      <a:pos x="connsiteX9302" y="connsiteY9302"/>
                    </a:cxn>
                    <a:cxn ang="0">
                      <a:pos x="connsiteX9303" y="connsiteY9303"/>
                    </a:cxn>
                    <a:cxn ang="0">
                      <a:pos x="connsiteX9304" y="connsiteY9304"/>
                    </a:cxn>
                    <a:cxn ang="0">
                      <a:pos x="connsiteX9305" y="connsiteY9305"/>
                    </a:cxn>
                    <a:cxn ang="0">
                      <a:pos x="connsiteX9306" y="connsiteY9306"/>
                    </a:cxn>
                    <a:cxn ang="0">
                      <a:pos x="connsiteX9307" y="connsiteY9307"/>
                    </a:cxn>
                    <a:cxn ang="0">
                      <a:pos x="connsiteX9308" y="connsiteY9308"/>
                    </a:cxn>
                    <a:cxn ang="0">
                      <a:pos x="connsiteX9309" y="connsiteY9309"/>
                    </a:cxn>
                    <a:cxn ang="0">
                      <a:pos x="connsiteX9310" y="connsiteY9310"/>
                    </a:cxn>
                    <a:cxn ang="0">
                      <a:pos x="connsiteX9311" y="connsiteY9311"/>
                    </a:cxn>
                    <a:cxn ang="0">
                      <a:pos x="connsiteX9312" y="connsiteY9312"/>
                    </a:cxn>
                    <a:cxn ang="0">
                      <a:pos x="connsiteX9313" y="connsiteY9313"/>
                    </a:cxn>
                    <a:cxn ang="0">
                      <a:pos x="connsiteX9314" y="connsiteY9314"/>
                    </a:cxn>
                    <a:cxn ang="0">
                      <a:pos x="connsiteX9315" y="connsiteY9315"/>
                    </a:cxn>
                    <a:cxn ang="0">
                      <a:pos x="connsiteX9316" y="connsiteY9316"/>
                    </a:cxn>
                    <a:cxn ang="0">
                      <a:pos x="connsiteX9317" y="connsiteY9317"/>
                    </a:cxn>
                    <a:cxn ang="0">
                      <a:pos x="connsiteX9318" y="connsiteY9318"/>
                    </a:cxn>
                    <a:cxn ang="0">
                      <a:pos x="connsiteX9319" y="connsiteY9319"/>
                    </a:cxn>
                    <a:cxn ang="0">
                      <a:pos x="connsiteX9320" y="connsiteY9320"/>
                    </a:cxn>
                    <a:cxn ang="0">
                      <a:pos x="connsiteX9321" y="connsiteY9321"/>
                    </a:cxn>
                    <a:cxn ang="0">
                      <a:pos x="connsiteX9322" y="connsiteY9322"/>
                    </a:cxn>
                    <a:cxn ang="0">
                      <a:pos x="connsiteX9323" y="connsiteY9323"/>
                    </a:cxn>
                    <a:cxn ang="0">
                      <a:pos x="connsiteX9324" y="connsiteY9324"/>
                    </a:cxn>
                    <a:cxn ang="0">
                      <a:pos x="connsiteX9325" y="connsiteY9325"/>
                    </a:cxn>
                    <a:cxn ang="0">
                      <a:pos x="connsiteX9326" y="connsiteY9326"/>
                    </a:cxn>
                    <a:cxn ang="0">
                      <a:pos x="connsiteX9327" y="connsiteY9327"/>
                    </a:cxn>
                    <a:cxn ang="0">
                      <a:pos x="connsiteX9328" y="connsiteY9328"/>
                    </a:cxn>
                    <a:cxn ang="0">
                      <a:pos x="connsiteX9329" y="connsiteY9329"/>
                    </a:cxn>
                    <a:cxn ang="0">
                      <a:pos x="connsiteX9330" y="connsiteY9330"/>
                    </a:cxn>
                    <a:cxn ang="0">
                      <a:pos x="connsiteX9331" y="connsiteY9331"/>
                    </a:cxn>
                    <a:cxn ang="0">
                      <a:pos x="connsiteX9332" y="connsiteY9332"/>
                    </a:cxn>
                    <a:cxn ang="0">
                      <a:pos x="connsiteX9333" y="connsiteY9333"/>
                    </a:cxn>
                    <a:cxn ang="0">
                      <a:pos x="connsiteX9334" y="connsiteY9334"/>
                    </a:cxn>
                    <a:cxn ang="0">
                      <a:pos x="connsiteX9335" y="connsiteY9335"/>
                    </a:cxn>
                    <a:cxn ang="0">
                      <a:pos x="connsiteX9336" y="connsiteY9336"/>
                    </a:cxn>
                    <a:cxn ang="0">
                      <a:pos x="connsiteX9337" y="connsiteY9337"/>
                    </a:cxn>
                    <a:cxn ang="0">
                      <a:pos x="connsiteX9338" y="connsiteY9338"/>
                    </a:cxn>
                    <a:cxn ang="0">
                      <a:pos x="connsiteX9339" y="connsiteY9339"/>
                    </a:cxn>
                    <a:cxn ang="0">
                      <a:pos x="connsiteX9340" y="connsiteY9340"/>
                    </a:cxn>
                    <a:cxn ang="0">
                      <a:pos x="connsiteX9341" y="connsiteY9341"/>
                    </a:cxn>
                    <a:cxn ang="0">
                      <a:pos x="connsiteX9342" y="connsiteY9342"/>
                    </a:cxn>
                    <a:cxn ang="0">
                      <a:pos x="connsiteX9343" y="connsiteY9343"/>
                    </a:cxn>
                    <a:cxn ang="0">
                      <a:pos x="connsiteX9344" y="connsiteY9344"/>
                    </a:cxn>
                    <a:cxn ang="0">
                      <a:pos x="connsiteX9345" y="connsiteY9345"/>
                    </a:cxn>
                    <a:cxn ang="0">
                      <a:pos x="connsiteX9346" y="connsiteY9346"/>
                    </a:cxn>
                    <a:cxn ang="0">
                      <a:pos x="connsiteX9347" y="connsiteY9347"/>
                    </a:cxn>
                    <a:cxn ang="0">
                      <a:pos x="connsiteX9348" y="connsiteY9348"/>
                    </a:cxn>
                    <a:cxn ang="0">
                      <a:pos x="connsiteX9349" y="connsiteY9349"/>
                    </a:cxn>
                    <a:cxn ang="0">
                      <a:pos x="connsiteX9350" y="connsiteY9350"/>
                    </a:cxn>
                    <a:cxn ang="0">
                      <a:pos x="connsiteX9351" y="connsiteY9351"/>
                    </a:cxn>
                    <a:cxn ang="0">
                      <a:pos x="connsiteX9352" y="connsiteY9352"/>
                    </a:cxn>
                    <a:cxn ang="0">
                      <a:pos x="connsiteX9353" y="connsiteY9353"/>
                    </a:cxn>
                    <a:cxn ang="0">
                      <a:pos x="connsiteX9354" y="connsiteY9354"/>
                    </a:cxn>
                    <a:cxn ang="0">
                      <a:pos x="connsiteX9355" y="connsiteY9355"/>
                    </a:cxn>
                    <a:cxn ang="0">
                      <a:pos x="connsiteX9356" y="connsiteY9356"/>
                    </a:cxn>
                    <a:cxn ang="0">
                      <a:pos x="connsiteX9357" y="connsiteY9357"/>
                    </a:cxn>
                    <a:cxn ang="0">
                      <a:pos x="connsiteX9358" y="connsiteY9358"/>
                    </a:cxn>
                    <a:cxn ang="0">
                      <a:pos x="connsiteX9359" y="connsiteY9359"/>
                    </a:cxn>
                    <a:cxn ang="0">
                      <a:pos x="connsiteX9360" y="connsiteY9360"/>
                    </a:cxn>
                    <a:cxn ang="0">
                      <a:pos x="connsiteX9361" y="connsiteY9361"/>
                    </a:cxn>
                    <a:cxn ang="0">
                      <a:pos x="connsiteX9362" y="connsiteY9362"/>
                    </a:cxn>
                    <a:cxn ang="0">
                      <a:pos x="connsiteX9363" y="connsiteY9363"/>
                    </a:cxn>
                    <a:cxn ang="0">
                      <a:pos x="connsiteX9364" y="connsiteY9364"/>
                    </a:cxn>
                    <a:cxn ang="0">
                      <a:pos x="connsiteX9365" y="connsiteY9365"/>
                    </a:cxn>
                    <a:cxn ang="0">
                      <a:pos x="connsiteX9366" y="connsiteY9366"/>
                    </a:cxn>
                    <a:cxn ang="0">
                      <a:pos x="connsiteX9367" y="connsiteY9367"/>
                    </a:cxn>
                    <a:cxn ang="0">
                      <a:pos x="connsiteX9368" y="connsiteY9368"/>
                    </a:cxn>
                    <a:cxn ang="0">
                      <a:pos x="connsiteX9369" y="connsiteY9369"/>
                    </a:cxn>
                    <a:cxn ang="0">
                      <a:pos x="connsiteX9370" y="connsiteY9370"/>
                    </a:cxn>
                    <a:cxn ang="0">
                      <a:pos x="connsiteX9371" y="connsiteY9371"/>
                    </a:cxn>
                    <a:cxn ang="0">
                      <a:pos x="connsiteX9372" y="connsiteY9372"/>
                    </a:cxn>
                    <a:cxn ang="0">
                      <a:pos x="connsiteX9373" y="connsiteY9373"/>
                    </a:cxn>
                    <a:cxn ang="0">
                      <a:pos x="connsiteX9374" y="connsiteY9374"/>
                    </a:cxn>
                    <a:cxn ang="0">
                      <a:pos x="connsiteX9375" y="connsiteY9375"/>
                    </a:cxn>
                    <a:cxn ang="0">
                      <a:pos x="connsiteX9376" y="connsiteY9376"/>
                    </a:cxn>
                    <a:cxn ang="0">
                      <a:pos x="connsiteX9377" y="connsiteY9377"/>
                    </a:cxn>
                    <a:cxn ang="0">
                      <a:pos x="connsiteX9378" y="connsiteY9378"/>
                    </a:cxn>
                    <a:cxn ang="0">
                      <a:pos x="connsiteX9379" y="connsiteY9379"/>
                    </a:cxn>
                    <a:cxn ang="0">
                      <a:pos x="connsiteX9380" y="connsiteY9380"/>
                    </a:cxn>
                    <a:cxn ang="0">
                      <a:pos x="connsiteX9381" y="connsiteY9381"/>
                    </a:cxn>
                    <a:cxn ang="0">
                      <a:pos x="connsiteX9382" y="connsiteY9382"/>
                    </a:cxn>
                    <a:cxn ang="0">
                      <a:pos x="connsiteX9383" y="connsiteY9383"/>
                    </a:cxn>
                    <a:cxn ang="0">
                      <a:pos x="connsiteX9384" y="connsiteY9384"/>
                    </a:cxn>
                    <a:cxn ang="0">
                      <a:pos x="connsiteX9385" y="connsiteY9385"/>
                    </a:cxn>
                    <a:cxn ang="0">
                      <a:pos x="connsiteX9386" y="connsiteY9386"/>
                    </a:cxn>
                    <a:cxn ang="0">
                      <a:pos x="connsiteX9387" y="connsiteY9387"/>
                    </a:cxn>
                    <a:cxn ang="0">
                      <a:pos x="connsiteX9388" y="connsiteY9388"/>
                    </a:cxn>
                    <a:cxn ang="0">
                      <a:pos x="connsiteX9389" y="connsiteY9389"/>
                    </a:cxn>
                    <a:cxn ang="0">
                      <a:pos x="connsiteX9390" y="connsiteY9390"/>
                    </a:cxn>
                    <a:cxn ang="0">
                      <a:pos x="connsiteX9391" y="connsiteY9391"/>
                    </a:cxn>
                    <a:cxn ang="0">
                      <a:pos x="connsiteX9392" y="connsiteY9392"/>
                    </a:cxn>
                    <a:cxn ang="0">
                      <a:pos x="connsiteX9393" y="connsiteY9393"/>
                    </a:cxn>
                    <a:cxn ang="0">
                      <a:pos x="connsiteX9394" y="connsiteY9394"/>
                    </a:cxn>
                    <a:cxn ang="0">
                      <a:pos x="connsiteX9395" y="connsiteY9395"/>
                    </a:cxn>
                    <a:cxn ang="0">
                      <a:pos x="connsiteX9396" y="connsiteY9396"/>
                    </a:cxn>
                    <a:cxn ang="0">
                      <a:pos x="connsiteX9397" y="connsiteY9397"/>
                    </a:cxn>
                    <a:cxn ang="0">
                      <a:pos x="connsiteX9398" y="connsiteY9398"/>
                    </a:cxn>
                    <a:cxn ang="0">
                      <a:pos x="connsiteX9399" y="connsiteY9399"/>
                    </a:cxn>
                    <a:cxn ang="0">
                      <a:pos x="connsiteX9400" y="connsiteY9400"/>
                    </a:cxn>
                    <a:cxn ang="0">
                      <a:pos x="connsiteX9401" y="connsiteY9401"/>
                    </a:cxn>
                    <a:cxn ang="0">
                      <a:pos x="connsiteX9402" y="connsiteY9402"/>
                    </a:cxn>
                    <a:cxn ang="0">
                      <a:pos x="connsiteX9403" y="connsiteY9403"/>
                    </a:cxn>
                    <a:cxn ang="0">
                      <a:pos x="connsiteX9404" y="connsiteY9404"/>
                    </a:cxn>
                    <a:cxn ang="0">
                      <a:pos x="connsiteX9405" y="connsiteY9405"/>
                    </a:cxn>
                    <a:cxn ang="0">
                      <a:pos x="connsiteX9406" y="connsiteY9406"/>
                    </a:cxn>
                    <a:cxn ang="0">
                      <a:pos x="connsiteX9407" y="connsiteY9407"/>
                    </a:cxn>
                    <a:cxn ang="0">
                      <a:pos x="connsiteX9408" y="connsiteY9408"/>
                    </a:cxn>
                    <a:cxn ang="0">
                      <a:pos x="connsiteX9409" y="connsiteY9409"/>
                    </a:cxn>
                    <a:cxn ang="0">
                      <a:pos x="connsiteX9410" y="connsiteY9410"/>
                    </a:cxn>
                    <a:cxn ang="0">
                      <a:pos x="connsiteX9411" y="connsiteY9411"/>
                    </a:cxn>
                    <a:cxn ang="0">
                      <a:pos x="connsiteX9412" y="connsiteY9412"/>
                    </a:cxn>
                    <a:cxn ang="0">
                      <a:pos x="connsiteX9413" y="connsiteY9413"/>
                    </a:cxn>
                    <a:cxn ang="0">
                      <a:pos x="connsiteX9414" y="connsiteY9414"/>
                    </a:cxn>
                    <a:cxn ang="0">
                      <a:pos x="connsiteX9415" y="connsiteY9415"/>
                    </a:cxn>
                    <a:cxn ang="0">
                      <a:pos x="connsiteX9416" y="connsiteY9416"/>
                    </a:cxn>
                    <a:cxn ang="0">
                      <a:pos x="connsiteX9417" y="connsiteY9417"/>
                    </a:cxn>
                    <a:cxn ang="0">
                      <a:pos x="connsiteX9418" y="connsiteY9418"/>
                    </a:cxn>
                    <a:cxn ang="0">
                      <a:pos x="connsiteX9419" y="connsiteY9419"/>
                    </a:cxn>
                    <a:cxn ang="0">
                      <a:pos x="connsiteX9420" y="connsiteY9420"/>
                    </a:cxn>
                    <a:cxn ang="0">
                      <a:pos x="connsiteX9421" y="connsiteY9421"/>
                    </a:cxn>
                    <a:cxn ang="0">
                      <a:pos x="connsiteX9422" y="connsiteY9422"/>
                    </a:cxn>
                    <a:cxn ang="0">
                      <a:pos x="connsiteX9423" y="connsiteY9423"/>
                    </a:cxn>
                    <a:cxn ang="0">
                      <a:pos x="connsiteX9424" y="connsiteY9424"/>
                    </a:cxn>
                    <a:cxn ang="0">
                      <a:pos x="connsiteX9425" y="connsiteY9425"/>
                    </a:cxn>
                    <a:cxn ang="0">
                      <a:pos x="connsiteX9426" y="connsiteY9426"/>
                    </a:cxn>
                    <a:cxn ang="0">
                      <a:pos x="connsiteX9427" y="connsiteY9427"/>
                    </a:cxn>
                    <a:cxn ang="0">
                      <a:pos x="connsiteX9428" y="connsiteY9428"/>
                    </a:cxn>
                    <a:cxn ang="0">
                      <a:pos x="connsiteX9429" y="connsiteY9429"/>
                    </a:cxn>
                    <a:cxn ang="0">
                      <a:pos x="connsiteX9430" y="connsiteY9430"/>
                    </a:cxn>
                    <a:cxn ang="0">
                      <a:pos x="connsiteX9431" y="connsiteY9431"/>
                    </a:cxn>
                    <a:cxn ang="0">
                      <a:pos x="connsiteX9432" y="connsiteY9432"/>
                    </a:cxn>
                    <a:cxn ang="0">
                      <a:pos x="connsiteX9433" y="connsiteY9433"/>
                    </a:cxn>
                    <a:cxn ang="0">
                      <a:pos x="connsiteX9434" y="connsiteY9434"/>
                    </a:cxn>
                    <a:cxn ang="0">
                      <a:pos x="connsiteX9435" y="connsiteY9435"/>
                    </a:cxn>
                    <a:cxn ang="0">
                      <a:pos x="connsiteX9436" y="connsiteY9436"/>
                    </a:cxn>
                    <a:cxn ang="0">
                      <a:pos x="connsiteX9437" y="connsiteY9437"/>
                    </a:cxn>
                    <a:cxn ang="0">
                      <a:pos x="connsiteX9438" y="connsiteY9438"/>
                    </a:cxn>
                    <a:cxn ang="0">
                      <a:pos x="connsiteX9439" y="connsiteY9439"/>
                    </a:cxn>
                    <a:cxn ang="0">
                      <a:pos x="connsiteX9440" y="connsiteY9440"/>
                    </a:cxn>
                    <a:cxn ang="0">
                      <a:pos x="connsiteX9441" y="connsiteY9441"/>
                    </a:cxn>
                    <a:cxn ang="0">
                      <a:pos x="connsiteX9442" y="connsiteY9442"/>
                    </a:cxn>
                    <a:cxn ang="0">
                      <a:pos x="connsiteX9443" y="connsiteY9443"/>
                    </a:cxn>
                    <a:cxn ang="0">
                      <a:pos x="connsiteX9444" y="connsiteY9444"/>
                    </a:cxn>
                    <a:cxn ang="0">
                      <a:pos x="connsiteX9445" y="connsiteY9445"/>
                    </a:cxn>
                    <a:cxn ang="0">
                      <a:pos x="connsiteX9446" y="connsiteY9446"/>
                    </a:cxn>
                    <a:cxn ang="0">
                      <a:pos x="connsiteX9447" y="connsiteY9447"/>
                    </a:cxn>
                    <a:cxn ang="0">
                      <a:pos x="connsiteX9448" y="connsiteY9448"/>
                    </a:cxn>
                    <a:cxn ang="0">
                      <a:pos x="connsiteX9449" y="connsiteY9449"/>
                    </a:cxn>
                    <a:cxn ang="0">
                      <a:pos x="connsiteX9450" y="connsiteY9450"/>
                    </a:cxn>
                    <a:cxn ang="0">
                      <a:pos x="connsiteX9451" y="connsiteY9451"/>
                    </a:cxn>
                    <a:cxn ang="0">
                      <a:pos x="connsiteX9452" y="connsiteY9452"/>
                    </a:cxn>
                    <a:cxn ang="0">
                      <a:pos x="connsiteX9453" y="connsiteY9453"/>
                    </a:cxn>
                    <a:cxn ang="0">
                      <a:pos x="connsiteX9454" y="connsiteY9454"/>
                    </a:cxn>
                    <a:cxn ang="0">
                      <a:pos x="connsiteX9455" y="connsiteY9455"/>
                    </a:cxn>
                    <a:cxn ang="0">
                      <a:pos x="connsiteX9456" y="connsiteY9456"/>
                    </a:cxn>
                    <a:cxn ang="0">
                      <a:pos x="connsiteX9457" y="connsiteY9457"/>
                    </a:cxn>
                    <a:cxn ang="0">
                      <a:pos x="connsiteX9458" y="connsiteY9458"/>
                    </a:cxn>
                    <a:cxn ang="0">
                      <a:pos x="connsiteX9459" y="connsiteY9459"/>
                    </a:cxn>
                    <a:cxn ang="0">
                      <a:pos x="connsiteX9460" y="connsiteY9460"/>
                    </a:cxn>
                    <a:cxn ang="0">
                      <a:pos x="connsiteX9461" y="connsiteY9461"/>
                    </a:cxn>
                    <a:cxn ang="0">
                      <a:pos x="connsiteX9462" y="connsiteY9462"/>
                    </a:cxn>
                    <a:cxn ang="0">
                      <a:pos x="connsiteX9463" y="connsiteY9463"/>
                    </a:cxn>
                    <a:cxn ang="0">
                      <a:pos x="connsiteX9464" y="connsiteY9464"/>
                    </a:cxn>
                    <a:cxn ang="0">
                      <a:pos x="connsiteX9465" y="connsiteY9465"/>
                    </a:cxn>
                    <a:cxn ang="0">
                      <a:pos x="connsiteX9466" y="connsiteY9466"/>
                    </a:cxn>
                    <a:cxn ang="0">
                      <a:pos x="connsiteX9467" y="connsiteY9467"/>
                    </a:cxn>
                    <a:cxn ang="0">
                      <a:pos x="connsiteX9468" y="connsiteY9468"/>
                    </a:cxn>
                    <a:cxn ang="0">
                      <a:pos x="connsiteX9469" y="connsiteY9469"/>
                    </a:cxn>
                    <a:cxn ang="0">
                      <a:pos x="connsiteX9470" y="connsiteY9470"/>
                    </a:cxn>
                    <a:cxn ang="0">
                      <a:pos x="connsiteX9471" y="connsiteY9471"/>
                    </a:cxn>
                    <a:cxn ang="0">
                      <a:pos x="connsiteX9472" y="connsiteY9472"/>
                    </a:cxn>
                    <a:cxn ang="0">
                      <a:pos x="connsiteX9473" y="connsiteY9473"/>
                    </a:cxn>
                    <a:cxn ang="0">
                      <a:pos x="connsiteX9474" y="connsiteY9474"/>
                    </a:cxn>
                    <a:cxn ang="0">
                      <a:pos x="connsiteX9475" y="connsiteY9475"/>
                    </a:cxn>
                    <a:cxn ang="0">
                      <a:pos x="connsiteX9476" y="connsiteY9476"/>
                    </a:cxn>
                    <a:cxn ang="0">
                      <a:pos x="connsiteX9477" y="connsiteY9477"/>
                    </a:cxn>
                    <a:cxn ang="0">
                      <a:pos x="connsiteX9478" y="connsiteY9478"/>
                    </a:cxn>
                    <a:cxn ang="0">
                      <a:pos x="connsiteX9479" y="connsiteY9479"/>
                    </a:cxn>
                    <a:cxn ang="0">
                      <a:pos x="connsiteX9480" y="connsiteY9480"/>
                    </a:cxn>
                    <a:cxn ang="0">
                      <a:pos x="connsiteX9481" y="connsiteY9481"/>
                    </a:cxn>
                    <a:cxn ang="0">
                      <a:pos x="connsiteX9482" y="connsiteY9482"/>
                    </a:cxn>
                    <a:cxn ang="0">
                      <a:pos x="connsiteX9483" y="connsiteY9483"/>
                    </a:cxn>
                    <a:cxn ang="0">
                      <a:pos x="connsiteX9484" y="connsiteY9484"/>
                    </a:cxn>
                    <a:cxn ang="0">
                      <a:pos x="connsiteX9485" y="connsiteY9485"/>
                    </a:cxn>
                    <a:cxn ang="0">
                      <a:pos x="connsiteX9486" y="connsiteY9486"/>
                    </a:cxn>
                    <a:cxn ang="0">
                      <a:pos x="connsiteX9487" y="connsiteY9487"/>
                    </a:cxn>
                    <a:cxn ang="0">
                      <a:pos x="connsiteX9488" y="connsiteY9488"/>
                    </a:cxn>
                    <a:cxn ang="0">
                      <a:pos x="connsiteX9489" y="connsiteY9489"/>
                    </a:cxn>
                    <a:cxn ang="0">
                      <a:pos x="connsiteX9490" y="connsiteY9490"/>
                    </a:cxn>
                    <a:cxn ang="0">
                      <a:pos x="connsiteX9491" y="connsiteY9491"/>
                    </a:cxn>
                    <a:cxn ang="0">
                      <a:pos x="connsiteX9492" y="connsiteY9492"/>
                    </a:cxn>
                    <a:cxn ang="0">
                      <a:pos x="connsiteX9493" y="connsiteY9493"/>
                    </a:cxn>
                    <a:cxn ang="0">
                      <a:pos x="connsiteX9494" y="connsiteY9494"/>
                    </a:cxn>
                    <a:cxn ang="0">
                      <a:pos x="connsiteX9495" y="connsiteY9495"/>
                    </a:cxn>
                    <a:cxn ang="0">
                      <a:pos x="connsiteX9496" y="connsiteY9496"/>
                    </a:cxn>
                    <a:cxn ang="0">
                      <a:pos x="connsiteX9497" y="connsiteY9497"/>
                    </a:cxn>
                    <a:cxn ang="0">
                      <a:pos x="connsiteX9498" y="connsiteY9498"/>
                    </a:cxn>
                    <a:cxn ang="0">
                      <a:pos x="connsiteX9499" y="connsiteY9499"/>
                    </a:cxn>
                    <a:cxn ang="0">
                      <a:pos x="connsiteX9500" y="connsiteY9500"/>
                    </a:cxn>
                    <a:cxn ang="0">
                      <a:pos x="connsiteX9501" y="connsiteY9501"/>
                    </a:cxn>
                    <a:cxn ang="0">
                      <a:pos x="connsiteX9502" y="connsiteY9502"/>
                    </a:cxn>
                    <a:cxn ang="0">
                      <a:pos x="connsiteX9503" y="connsiteY9503"/>
                    </a:cxn>
                    <a:cxn ang="0">
                      <a:pos x="connsiteX9504" y="connsiteY9504"/>
                    </a:cxn>
                    <a:cxn ang="0">
                      <a:pos x="connsiteX9505" y="connsiteY9505"/>
                    </a:cxn>
                    <a:cxn ang="0">
                      <a:pos x="connsiteX9506" y="connsiteY9506"/>
                    </a:cxn>
                    <a:cxn ang="0">
                      <a:pos x="connsiteX9507" y="connsiteY9507"/>
                    </a:cxn>
                  </a:cxnLst>
                  <a:rect l="l" t="t" r="r" b="b"/>
                  <a:pathLst>
                    <a:path w="1440502" h="2360402">
                      <a:moveTo>
                        <a:pt x="1010609" y="2166321"/>
                      </a:moveTo>
                      <a:lnTo>
                        <a:pt x="1009602" y="2166727"/>
                      </a:lnTo>
                      <a:lnTo>
                        <a:pt x="1009417" y="2166796"/>
                      </a:lnTo>
                      <a:lnTo>
                        <a:pt x="1009162" y="2166889"/>
                      </a:lnTo>
                      <a:lnTo>
                        <a:pt x="1009023" y="2166947"/>
                      </a:lnTo>
                      <a:lnTo>
                        <a:pt x="1009000" y="2166970"/>
                      </a:lnTo>
                      <a:lnTo>
                        <a:pt x="1008826" y="2167051"/>
                      </a:lnTo>
                      <a:lnTo>
                        <a:pt x="1009266" y="2169574"/>
                      </a:lnTo>
                      <a:lnTo>
                        <a:pt x="1006673" y="2170952"/>
                      </a:lnTo>
                      <a:lnTo>
                        <a:pt x="1006048" y="2171091"/>
                      </a:lnTo>
                      <a:lnTo>
                        <a:pt x="1005342" y="2171600"/>
                      </a:lnTo>
                      <a:lnTo>
                        <a:pt x="1005284" y="2171681"/>
                      </a:lnTo>
                      <a:lnTo>
                        <a:pt x="1003224" y="2172769"/>
                      </a:lnTo>
                      <a:lnTo>
                        <a:pt x="1000943" y="2170396"/>
                      </a:lnTo>
                      <a:lnTo>
                        <a:pt x="1002807" y="2173001"/>
                      </a:lnTo>
                      <a:lnTo>
                        <a:pt x="999531" y="2174517"/>
                      </a:lnTo>
                      <a:lnTo>
                        <a:pt x="998894" y="2174645"/>
                      </a:lnTo>
                      <a:lnTo>
                        <a:pt x="998744" y="2174888"/>
                      </a:lnTo>
                      <a:lnTo>
                        <a:pt x="998003" y="2175223"/>
                      </a:lnTo>
                      <a:lnTo>
                        <a:pt x="997540" y="2176311"/>
                      </a:lnTo>
                      <a:lnTo>
                        <a:pt x="992030" y="2174517"/>
                      </a:lnTo>
                      <a:lnTo>
                        <a:pt x="978937" y="2182609"/>
                      </a:lnTo>
                      <a:lnTo>
                        <a:pt x="976437" y="2182470"/>
                      </a:lnTo>
                      <a:lnTo>
                        <a:pt x="972860" y="2179622"/>
                      </a:lnTo>
                      <a:lnTo>
                        <a:pt x="958518" y="2175316"/>
                      </a:lnTo>
                      <a:lnTo>
                        <a:pt x="959281" y="2174019"/>
                      </a:lnTo>
                      <a:lnTo>
                        <a:pt x="948261" y="2177955"/>
                      </a:lnTo>
                      <a:lnTo>
                        <a:pt x="946918" y="2179842"/>
                      </a:lnTo>
                      <a:lnTo>
                        <a:pt x="944557" y="2176948"/>
                      </a:lnTo>
                      <a:lnTo>
                        <a:pt x="943492" y="2177191"/>
                      </a:lnTo>
                      <a:lnTo>
                        <a:pt x="937889" y="2178499"/>
                      </a:lnTo>
                      <a:lnTo>
                        <a:pt x="935343" y="2172943"/>
                      </a:lnTo>
                      <a:lnTo>
                        <a:pt x="939024" y="2168174"/>
                      </a:lnTo>
                      <a:lnTo>
                        <a:pt x="938156" y="2166229"/>
                      </a:lnTo>
                      <a:lnTo>
                        <a:pt x="940633" y="2163126"/>
                      </a:lnTo>
                      <a:lnTo>
                        <a:pt x="939869" y="2161656"/>
                      </a:lnTo>
                      <a:lnTo>
                        <a:pt x="940482" y="2163034"/>
                      </a:lnTo>
                      <a:lnTo>
                        <a:pt x="937843" y="2166229"/>
                      </a:lnTo>
                      <a:lnTo>
                        <a:pt x="938781" y="2168185"/>
                      </a:lnTo>
                      <a:lnTo>
                        <a:pt x="934278" y="2173337"/>
                      </a:lnTo>
                      <a:lnTo>
                        <a:pt x="937635" y="2178650"/>
                      </a:lnTo>
                      <a:lnTo>
                        <a:pt x="939128" y="2180282"/>
                      </a:lnTo>
                      <a:lnTo>
                        <a:pt x="937391" y="2181162"/>
                      </a:lnTo>
                      <a:lnTo>
                        <a:pt x="916682" y="2172572"/>
                      </a:lnTo>
                      <a:lnTo>
                        <a:pt x="913638" y="2175709"/>
                      </a:lnTo>
                      <a:lnTo>
                        <a:pt x="903092" y="2177492"/>
                      </a:lnTo>
                      <a:lnTo>
                        <a:pt x="890324" y="2175015"/>
                      </a:lnTo>
                      <a:lnTo>
                        <a:pt x="889919" y="2172804"/>
                      </a:lnTo>
                      <a:lnTo>
                        <a:pt x="886886" y="2172005"/>
                      </a:lnTo>
                      <a:lnTo>
                        <a:pt x="882591" y="2163960"/>
                      </a:lnTo>
                      <a:lnTo>
                        <a:pt x="874789" y="2164956"/>
                      </a:lnTo>
                      <a:lnTo>
                        <a:pt x="872845" y="2170767"/>
                      </a:lnTo>
                      <a:lnTo>
                        <a:pt x="869349" y="2166622"/>
                      </a:lnTo>
                      <a:lnTo>
                        <a:pt x="869071" y="2167120"/>
                      </a:lnTo>
                      <a:lnTo>
                        <a:pt x="868087" y="2168822"/>
                      </a:lnTo>
                      <a:lnTo>
                        <a:pt x="867207" y="2170350"/>
                      </a:lnTo>
                      <a:lnTo>
                        <a:pt x="865644" y="2168891"/>
                      </a:lnTo>
                      <a:lnTo>
                        <a:pt x="864278" y="2169609"/>
                      </a:lnTo>
                      <a:lnTo>
                        <a:pt x="863838" y="2169841"/>
                      </a:lnTo>
                      <a:lnTo>
                        <a:pt x="863051" y="2168289"/>
                      </a:lnTo>
                      <a:lnTo>
                        <a:pt x="861477" y="2165233"/>
                      </a:lnTo>
                      <a:lnTo>
                        <a:pt x="859324" y="2164203"/>
                      </a:lnTo>
                      <a:lnTo>
                        <a:pt x="857344" y="2165500"/>
                      </a:lnTo>
                      <a:lnTo>
                        <a:pt x="857032" y="2163914"/>
                      </a:lnTo>
                      <a:lnTo>
                        <a:pt x="856766" y="2164330"/>
                      </a:lnTo>
                      <a:lnTo>
                        <a:pt x="856696" y="2164458"/>
                      </a:lnTo>
                      <a:lnTo>
                        <a:pt x="856279" y="2165129"/>
                      </a:lnTo>
                      <a:lnTo>
                        <a:pt x="856187" y="2165280"/>
                      </a:lnTo>
                      <a:lnTo>
                        <a:pt x="856279" y="2164539"/>
                      </a:lnTo>
                      <a:lnTo>
                        <a:pt x="855469" y="2164029"/>
                      </a:lnTo>
                      <a:lnTo>
                        <a:pt x="855897" y="2163694"/>
                      </a:lnTo>
                      <a:lnTo>
                        <a:pt x="855504" y="2163277"/>
                      </a:lnTo>
                      <a:lnTo>
                        <a:pt x="855272" y="2163439"/>
                      </a:lnTo>
                      <a:lnTo>
                        <a:pt x="855446" y="2163381"/>
                      </a:lnTo>
                      <a:lnTo>
                        <a:pt x="855724" y="2163636"/>
                      </a:lnTo>
                      <a:lnTo>
                        <a:pt x="855539" y="2163821"/>
                      </a:lnTo>
                      <a:lnTo>
                        <a:pt x="855481" y="2163868"/>
                      </a:lnTo>
                      <a:lnTo>
                        <a:pt x="855365" y="2164099"/>
                      </a:lnTo>
                      <a:lnTo>
                        <a:pt x="855689" y="2164284"/>
                      </a:lnTo>
                      <a:lnTo>
                        <a:pt x="856025" y="2164504"/>
                      </a:lnTo>
                      <a:lnTo>
                        <a:pt x="856221" y="2164655"/>
                      </a:lnTo>
                      <a:lnTo>
                        <a:pt x="856048" y="2164956"/>
                      </a:lnTo>
                      <a:lnTo>
                        <a:pt x="856117" y="2165511"/>
                      </a:lnTo>
                      <a:lnTo>
                        <a:pt x="856974" y="2164793"/>
                      </a:lnTo>
                      <a:lnTo>
                        <a:pt x="856846" y="2164492"/>
                      </a:lnTo>
                      <a:lnTo>
                        <a:pt x="856986" y="2164215"/>
                      </a:lnTo>
                      <a:lnTo>
                        <a:pt x="857344" y="2165569"/>
                      </a:lnTo>
                      <a:lnTo>
                        <a:pt x="859347" y="2164736"/>
                      </a:lnTo>
                      <a:lnTo>
                        <a:pt x="860169" y="2165187"/>
                      </a:lnTo>
                      <a:lnTo>
                        <a:pt x="861269" y="2166102"/>
                      </a:lnTo>
                      <a:lnTo>
                        <a:pt x="863537" y="2170327"/>
                      </a:lnTo>
                      <a:lnTo>
                        <a:pt x="865135" y="2169458"/>
                      </a:lnTo>
                      <a:lnTo>
                        <a:pt x="866455" y="2171195"/>
                      </a:lnTo>
                      <a:lnTo>
                        <a:pt x="867358" y="2170385"/>
                      </a:lnTo>
                      <a:lnTo>
                        <a:pt x="868029" y="2169181"/>
                      </a:lnTo>
                      <a:lnTo>
                        <a:pt x="869372" y="2167444"/>
                      </a:lnTo>
                      <a:lnTo>
                        <a:pt x="872879" y="2171102"/>
                      </a:lnTo>
                      <a:lnTo>
                        <a:pt x="875241" y="2166252"/>
                      </a:lnTo>
                      <a:lnTo>
                        <a:pt x="880774" y="2166229"/>
                      </a:lnTo>
                      <a:lnTo>
                        <a:pt x="878296" y="2170107"/>
                      </a:lnTo>
                      <a:lnTo>
                        <a:pt x="876479" y="2170084"/>
                      </a:lnTo>
                      <a:lnTo>
                        <a:pt x="877498" y="2170778"/>
                      </a:lnTo>
                      <a:lnTo>
                        <a:pt x="875796" y="2173684"/>
                      </a:lnTo>
                      <a:lnTo>
                        <a:pt x="871073" y="2176902"/>
                      </a:lnTo>
                      <a:lnTo>
                        <a:pt x="869707" y="2175733"/>
                      </a:lnTo>
                      <a:lnTo>
                        <a:pt x="870170" y="2177469"/>
                      </a:lnTo>
                      <a:lnTo>
                        <a:pt x="867381" y="2179043"/>
                      </a:lnTo>
                      <a:lnTo>
                        <a:pt x="866142" y="2177770"/>
                      </a:lnTo>
                      <a:lnTo>
                        <a:pt x="867057" y="2178986"/>
                      </a:lnTo>
                      <a:lnTo>
                        <a:pt x="863757" y="2179657"/>
                      </a:lnTo>
                      <a:lnTo>
                        <a:pt x="861778" y="2178094"/>
                      </a:lnTo>
                      <a:lnTo>
                        <a:pt x="862345" y="2179472"/>
                      </a:lnTo>
                      <a:lnTo>
                        <a:pt x="858930" y="2179761"/>
                      </a:lnTo>
                      <a:lnTo>
                        <a:pt x="858861" y="2178001"/>
                      </a:lnTo>
                      <a:lnTo>
                        <a:pt x="855446" y="2178534"/>
                      </a:lnTo>
                      <a:lnTo>
                        <a:pt x="855921" y="2179819"/>
                      </a:lnTo>
                      <a:lnTo>
                        <a:pt x="851660" y="2179495"/>
                      </a:lnTo>
                      <a:lnTo>
                        <a:pt x="850179" y="2178372"/>
                      </a:lnTo>
                      <a:lnTo>
                        <a:pt x="851232" y="2177643"/>
                      </a:lnTo>
                      <a:lnTo>
                        <a:pt x="847945" y="2178083"/>
                      </a:lnTo>
                      <a:lnTo>
                        <a:pt x="839784" y="2172468"/>
                      </a:lnTo>
                      <a:lnTo>
                        <a:pt x="838707" y="2170628"/>
                      </a:lnTo>
                      <a:lnTo>
                        <a:pt x="839020" y="2170616"/>
                      </a:lnTo>
                      <a:lnTo>
                        <a:pt x="837793" y="2167618"/>
                      </a:lnTo>
                      <a:lnTo>
                        <a:pt x="834864" y="2160499"/>
                      </a:lnTo>
                      <a:lnTo>
                        <a:pt x="833660" y="2149930"/>
                      </a:lnTo>
                      <a:lnTo>
                        <a:pt x="829863" y="2142764"/>
                      </a:lnTo>
                      <a:lnTo>
                        <a:pt x="828335" y="2141723"/>
                      </a:lnTo>
                      <a:lnTo>
                        <a:pt x="830847" y="2145624"/>
                      </a:lnTo>
                      <a:lnTo>
                        <a:pt x="825024" y="2139014"/>
                      </a:lnTo>
                      <a:lnTo>
                        <a:pt x="824700" y="2130957"/>
                      </a:lnTo>
                      <a:lnTo>
                        <a:pt x="822674" y="2127774"/>
                      </a:lnTo>
                      <a:lnTo>
                        <a:pt x="825650" y="2124104"/>
                      </a:lnTo>
                      <a:lnTo>
                        <a:pt x="823959" y="2120909"/>
                      </a:lnTo>
                      <a:lnTo>
                        <a:pt x="823230" y="2119867"/>
                      </a:lnTo>
                      <a:lnTo>
                        <a:pt x="821807" y="2119022"/>
                      </a:lnTo>
                      <a:lnTo>
                        <a:pt x="823184" y="2120273"/>
                      </a:lnTo>
                      <a:lnTo>
                        <a:pt x="823763" y="2121176"/>
                      </a:lnTo>
                      <a:lnTo>
                        <a:pt x="824295" y="2122310"/>
                      </a:lnTo>
                      <a:lnTo>
                        <a:pt x="825279" y="2124486"/>
                      </a:lnTo>
                      <a:lnTo>
                        <a:pt x="823543" y="2125713"/>
                      </a:lnTo>
                      <a:lnTo>
                        <a:pt x="823427" y="2125841"/>
                      </a:lnTo>
                      <a:lnTo>
                        <a:pt x="822929" y="2126466"/>
                      </a:lnTo>
                      <a:lnTo>
                        <a:pt x="822918" y="2126500"/>
                      </a:lnTo>
                      <a:lnTo>
                        <a:pt x="822373" y="2127843"/>
                      </a:lnTo>
                      <a:lnTo>
                        <a:pt x="823925" y="2130957"/>
                      </a:lnTo>
                      <a:lnTo>
                        <a:pt x="824307" y="2138100"/>
                      </a:lnTo>
                      <a:lnTo>
                        <a:pt x="820788" y="2136386"/>
                      </a:lnTo>
                      <a:lnTo>
                        <a:pt x="824365" y="2138505"/>
                      </a:lnTo>
                      <a:lnTo>
                        <a:pt x="825823" y="2141491"/>
                      </a:lnTo>
                      <a:lnTo>
                        <a:pt x="824955" y="2143482"/>
                      </a:lnTo>
                      <a:lnTo>
                        <a:pt x="825869" y="2141561"/>
                      </a:lnTo>
                      <a:lnTo>
                        <a:pt x="828636" y="2144258"/>
                      </a:lnTo>
                      <a:lnTo>
                        <a:pt x="827699" y="2145057"/>
                      </a:lnTo>
                      <a:lnTo>
                        <a:pt x="829180" y="2144860"/>
                      </a:lnTo>
                      <a:lnTo>
                        <a:pt x="828705" y="2147013"/>
                      </a:lnTo>
                      <a:lnTo>
                        <a:pt x="829400" y="2145925"/>
                      </a:lnTo>
                      <a:lnTo>
                        <a:pt x="830396" y="2147221"/>
                      </a:lnTo>
                      <a:lnTo>
                        <a:pt x="829099" y="2148552"/>
                      </a:lnTo>
                      <a:lnTo>
                        <a:pt x="830778" y="2147360"/>
                      </a:lnTo>
                      <a:lnTo>
                        <a:pt x="831808" y="2149467"/>
                      </a:lnTo>
                      <a:lnTo>
                        <a:pt x="830442" y="2149212"/>
                      </a:lnTo>
                      <a:lnTo>
                        <a:pt x="832294" y="2149976"/>
                      </a:lnTo>
                      <a:lnTo>
                        <a:pt x="833822" y="2154236"/>
                      </a:lnTo>
                      <a:lnTo>
                        <a:pt x="830975" y="2154410"/>
                      </a:lnTo>
                      <a:lnTo>
                        <a:pt x="828926" y="2159619"/>
                      </a:lnTo>
                      <a:lnTo>
                        <a:pt x="833660" y="2170998"/>
                      </a:lnTo>
                      <a:lnTo>
                        <a:pt x="830754" y="2172989"/>
                      </a:lnTo>
                      <a:lnTo>
                        <a:pt x="829991" y="2172630"/>
                      </a:lnTo>
                      <a:lnTo>
                        <a:pt x="827571" y="2171484"/>
                      </a:lnTo>
                      <a:lnTo>
                        <a:pt x="827351" y="2172295"/>
                      </a:lnTo>
                      <a:lnTo>
                        <a:pt x="827270" y="2174286"/>
                      </a:lnTo>
                      <a:lnTo>
                        <a:pt x="825869" y="2174228"/>
                      </a:lnTo>
                      <a:lnTo>
                        <a:pt x="827363" y="2175165"/>
                      </a:lnTo>
                      <a:lnTo>
                        <a:pt x="827479" y="2172306"/>
                      </a:lnTo>
                      <a:lnTo>
                        <a:pt x="830025" y="2172723"/>
                      </a:lnTo>
                      <a:lnTo>
                        <a:pt x="832873" y="2181034"/>
                      </a:lnTo>
                      <a:lnTo>
                        <a:pt x="829076" y="2192031"/>
                      </a:lnTo>
                      <a:lnTo>
                        <a:pt x="828382" y="2202091"/>
                      </a:lnTo>
                      <a:lnTo>
                        <a:pt x="829064" y="2203191"/>
                      </a:lnTo>
                      <a:lnTo>
                        <a:pt x="829296" y="2203561"/>
                      </a:lnTo>
                      <a:lnTo>
                        <a:pt x="829377" y="2203191"/>
                      </a:lnTo>
                      <a:lnTo>
                        <a:pt x="829886" y="2201072"/>
                      </a:lnTo>
                      <a:lnTo>
                        <a:pt x="833371" y="2203191"/>
                      </a:lnTo>
                      <a:lnTo>
                        <a:pt x="834158" y="2203665"/>
                      </a:lnTo>
                      <a:lnTo>
                        <a:pt x="837202" y="2213435"/>
                      </a:lnTo>
                      <a:lnTo>
                        <a:pt x="832688" y="2221897"/>
                      </a:lnTo>
                      <a:lnTo>
                        <a:pt x="826055" y="2226863"/>
                      </a:lnTo>
                      <a:lnTo>
                        <a:pt x="825904" y="2233450"/>
                      </a:lnTo>
                      <a:lnTo>
                        <a:pt x="821667" y="2234064"/>
                      </a:lnTo>
                      <a:lnTo>
                        <a:pt x="820661" y="2232061"/>
                      </a:lnTo>
                      <a:lnTo>
                        <a:pt x="808367" y="2229144"/>
                      </a:lnTo>
                      <a:lnTo>
                        <a:pt x="794302" y="2228738"/>
                      </a:lnTo>
                      <a:lnTo>
                        <a:pt x="793920" y="2226192"/>
                      </a:lnTo>
                      <a:lnTo>
                        <a:pt x="792253" y="2224965"/>
                      </a:lnTo>
                      <a:lnTo>
                        <a:pt x="793654" y="2224537"/>
                      </a:lnTo>
                      <a:lnTo>
                        <a:pt x="795680" y="2223911"/>
                      </a:lnTo>
                      <a:lnTo>
                        <a:pt x="794580" y="2223356"/>
                      </a:lnTo>
                      <a:lnTo>
                        <a:pt x="793573" y="2224455"/>
                      </a:lnTo>
                      <a:lnTo>
                        <a:pt x="792728" y="2223634"/>
                      </a:lnTo>
                      <a:lnTo>
                        <a:pt x="784775" y="2228334"/>
                      </a:lnTo>
                      <a:lnTo>
                        <a:pt x="781071" y="2227789"/>
                      </a:lnTo>
                      <a:lnTo>
                        <a:pt x="780180" y="2230081"/>
                      </a:lnTo>
                      <a:lnTo>
                        <a:pt x="781464" y="2230475"/>
                      </a:lnTo>
                      <a:lnTo>
                        <a:pt x="776672" y="2234376"/>
                      </a:lnTo>
                      <a:lnTo>
                        <a:pt x="775734" y="2237444"/>
                      </a:lnTo>
                      <a:lnTo>
                        <a:pt x="770919" y="2240372"/>
                      </a:lnTo>
                      <a:lnTo>
                        <a:pt x="770641" y="2240396"/>
                      </a:lnTo>
                      <a:lnTo>
                        <a:pt x="769090" y="2241449"/>
                      </a:lnTo>
                      <a:lnTo>
                        <a:pt x="759980" y="2243370"/>
                      </a:lnTo>
                      <a:lnTo>
                        <a:pt x="758290" y="2236703"/>
                      </a:lnTo>
                      <a:lnTo>
                        <a:pt x="752189" y="2232466"/>
                      </a:lnTo>
                      <a:lnTo>
                        <a:pt x="750325" y="2225544"/>
                      </a:lnTo>
                      <a:lnTo>
                        <a:pt x="751136" y="2219466"/>
                      </a:lnTo>
                      <a:lnTo>
                        <a:pt x="748184" y="2221689"/>
                      </a:lnTo>
                      <a:lnTo>
                        <a:pt x="744410" y="2219443"/>
                      </a:lnTo>
                      <a:lnTo>
                        <a:pt x="745324" y="2215438"/>
                      </a:lnTo>
                      <a:lnTo>
                        <a:pt x="749747" y="2214037"/>
                      </a:lnTo>
                      <a:lnTo>
                        <a:pt x="748809" y="2208330"/>
                      </a:lnTo>
                      <a:lnTo>
                        <a:pt x="750511" y="2204719"/>
                      </a:lnTo>
                      <a:lnTo>
                        <a:pt x="748670" y="2208238"/>
                      </a:lnTo>
                      <a:lnTo>
                        <a:pt x="749584" y="2213760"/>
                      </a:lnTo>
                      <a:lnTo>
                        <a:pt x="746633" y="2213864"/>
                      </a:lnTo>
                      <a:lnTo>
                        <a:pt x="745197" y="2214894"/>
                      </a:lnTo>
                      <a:lnTo>
                        <a:pt x="743241" y="2217950"/>
                      </a:lnTo>
                      <a:lnTo>
                        <a:pt x="743982" y="2219628"/>
                      </a:lnTo>
                      <a:lnTo>
                        <a:pt x="747026" y="2222742"/>
                      </a:lnTo>
                      <a:lnTo>
                        <a:pt x="749805" y="2223391"/>
                      </a:lnTo>
                      <a:lnTo>
                        <a:pt x="748496" y="2226771"/>
                      </a:lnTo>
                      <a:lnTo>
                        <a:pt x="750429" y="2231783"/>
                      </a:lnTo>
                      <a:lnTo>
                        <a:pt x="748589" y="2228878"/>
                      </a:lnTo>
                      <a:lnTo>
                        <a:pt x="746459" y="2230185"/>
                      </a:lnTo>
                      <a:lnTo>
                        <a:pt x="748311" y="2234573"/>
                      </a:lnTo>
                      <a:lnTo>
                        <a:pt x="747304" y="2238173"/>
                      </a:lnTo>
                      <a:lnTo>
                        <a:pt x="750568" y="2240558"/>
                      </a:lnTo>
                      <a:lnTo>
                        <a:pt x="751344" y="2243521"/>
                      </a:lnTo>
                      <a:lnTo>
                        <a:pt x="753057" y="2243197"/>
                      </a:lnTo>
                      <a:lnTo>
                        <a:pt x="753497" y="2247839"/>
                      </a:lnTo>
                      <a:lnTo>
                        <a:pt x="751425" y="2248672"/>
                      </a:lnTo>
                      <a:lnTo>
                        <a:pt x="748172" y="2246716"/>
                      </a:lnTo>
                      <a:lnTo>
                        <a:pt x="743877" y="2239377"/>
                      </a:lnTo>
                      <a:lnTo>
                        <a:pt x="743553" y="2235939"/>
                      </a:lnTo>
                      <a:lnTo>
                        <a:pt x="741655" y="2234932"/>
                      </a:lnTo>
                      <a:lnTo>
                        <a:pt x="739016" y="2236818"/>
                      </a:lnTo>
                      <a:lnTo>
                        <a:pt x="737384" y="2235672"/>
                      </a:lnTo>
                      <a:lnTo>
                        <a:pt x="742523" y="2242792"/>
                      </a:lnTo>
                      <a:lnTo>
                        <a:pt x="740370" y="2241322"/>
                      </a:lnTo>
                      <a:lnTo>
                        <a:pt x="739988" y="2242549"/>
                      </a:lnTo>
                      <a:lnTo>
                        <a:pt x="743982" y="2247191"/>
                      </a:lnTo>
                      <a:lnTo>
                        <a:pt x="740856" y="2246855"/>
                      </a:lnTo>
                      <a:lnTo>
                        <a:pt x="738066" y="2244169"/>
                      </a:lnTo>
                      <a:lnTo>
                        <a:pt x="734339" y="2247029"/>
                      </a:lnTo>
                      <a:lnTo>
                        <a:pt x="741863" y="2254136"/>
                      </a:lnTo>
                      <a:lnTo>
                        <a:pt x="743403" y="2258292"/>
                      </a:lnTo>
                      <a:lnTo>
                        <a:pt x="746251" y="2258223"/>
                      </a:lnTo>
                      <a:lnTo>
                        <a:pt x="747327" y="2260422"/>
                      </a:lnTo>
                      <a:lnTo>
                        <a:pt x="747177" y="2260572"/>
                      </a:lnTo>
                      <a:lnTo>
                        <a:pt x="743206" y="2264635"/>
                      </a:lnTo>
                      <a:lnTo>
                        <a:pt x="743044" y="2264659"/>
                      </a:lnTo>
                      <a:lnTo>
                        <a:pt x="736145" y="2264462"/>
                      </a:lnTo>
                      <a:lnTo>
                        <a:pt x="732718" y="2266233"/>
                      </a:lnTo>
                      <a:lnTo>
                        <a:pt x="732082" y="2270122"/>
                      </a:lnTo>
                      <a:lnTo>
                        <a:pt x="732070" y="2270238"/>
                      </a:lnTo>
                      <a:lnTo>
                        <a:pt x="730114" y="2271847"/>
                      </a:lnTo>
                      <a:lnTo>
                        <a:pt x="719823" y="2275332"/>
                      </a:lnTo>
                      <a:lnTo>
                        <a:pt x="717890" y="2277299"/>
                      </a:lnTo>
                      <a:lnTo>
                        <a:pt x="713769" y="2278723"/>
                      </a:lnTo>
                      <a:lnTo>
                        <a:pt x="707402" y="2280043"/>
                      </a:lnTo>
                      <a:lnTo>
                        <a:pt x="704658" y="2283377"/>
                      </a:lnTo>
                      <a:lnTo>
                        <a:pt x="704415" y="2283573"/>
                      </a:lnTo>
                      <a:lnTo>
                        <a:pt x="701244" y="2284673"/>
                      </a:lnTo>
                      <a:lnTo>
                        <a:pt x="699299" y="2289512"/>
                      </a:lnTo>
                      <a:lnTo>
                        <a:pt x="698570" y="2289732"/>
                      </a:lnTo>
                      <a:lnTo>
                        <a:pt x="691948" y="2291364"/>
                      </a:lnTo>
                      <a:lnTo>
                        <a:pt x="684864" y="2287602"/>
                      </a:lnTo>
                      <a:lnTo>
                        <a:pt x="683394" y="2289408"/>
                      </a:lnTo>
                      <a:lnTo>
                        <a:pt x="681078" y="2289523"/>
                      </a:lnTo>
                      <a:lnTo>
                        <a:pt x="677085" y="2288192"/>
                      </a:lnTo>
                      <a:lnTo>
                        <a:pt x="671401" y="2289940"/>
                      </a:lnTo>
                      <a:lnTo>
                        <a:pt x="665115" y="2283365"/>
                      </a:lnTo>
                      <a:lnTo>
                        <a:pt x="664895" y="2282011"/>
                      </a:lnTo>
                      <a:lnTo>
                        <a:pt x="665289" y="2276767"/>
                      </a:lnTo>
                      <a:lnTo>
                        <a:pt x="672084" y="2263188"/>
                      </a:lnTo>
                      <a:lnTo>
                        <a:pt x="669016" y="2257146"/>
                      </a:lnTo>
                      <a:lnTo>
                        <a:pt x="664409" y="2263999"/>
                      </a:lnTo>
                      <a:lnTo>
                        <a:pt x="662707" y="2263953"/>
                      </a:lnTo>
                      <a:lnTo>
                        <a:pt x="663147" y="2261603"/>
                      </a:lnTo>
                      <a:lnTo>
                        <a:pt x="667442" y="2256139"/>
                      </a:lnTo>
                      <a:lnTo>
                        <a:pt x="666991" y="2249934"/>
                      </a:lnTo>
                      <a:lnTo>
                        <a:pt x="671158" y="2249598"/>
                      </a:lnTo>
                      <a:lnTo>
                        <a:pt x="673797" y="2244817"/>
                      </a:lnTo>
                      <a:lnTo>
                        <a:pt x="671679" y="2240639"/>
                      </a:lnTo>
                      <a:lnTo>
                        <a:pt x="676529" y="2237467"/>
                      </a:lnTo>
                      <a:lnTo>
                        <a:pt x="672188" y="2237316"/>
                      </a:lnTo>
                      <a:lnTo>
                        <a:pt x="671239" y="2233022"/>
                      </a:lnTo>
                      <a:lnTo>
                        <a:pt x="670880" y="2243243"/>
                      </a:lnTo>
                      <a:lnTo>
                        <a:pt x="672697" y="2245003"/>
                      </a:lnTo>
                      <a:lnTo>
                        <a:pt x="670533" y="2249205"/>
                      </a:lnTo>
                      <a:lnTo>
                        <a:pt x="668137" y="2247364"/>
                      </a:lnTo>
                      <a:lnTo>
                        <a:pt x="666551" y="2248730"/>
                      </a:lnTo>
                      <a:lnTo>
                        <a:pt x="659999" y="2260746"/>
                      </a:lnTo>
                      <a:lnTo>
                        <a:pt x="656549" y="2263362"/>
                      </a:lnTo>
                      <a:lnTo>
                        <a:pt x="656491" y="2276084"/>
                      </a:lnTo>
                      <a:lnTo>
                        <a:pt x="656271" y="2276431"/>
                      </a:lnTo>
                      <a:lnTo>
                        <a:pt x="655912" y="2282659"/>
                      </a:lnTo>
                      <a:lnTo>
                        <a:pt x="650854" y="2284338"/>
                      </a:lnTo>
                      <a:lnTo>
                        <a:pt x="655693" y="2286306"/>
                      </a:lnTo>
                      <a:lnTo>
                        <a:pt x="655565" y="2288609"/>
                      </a:lnTo>
                      <a:lnTo>
                        <a:pt x="654489" y="2291839"/>
                      </a:lnTo>
                      <a:lnTo>
                        <a:pt x="651525" y="2290866"/>
                      </a:lnTo>
                      <a:lnTo>
                        <a:pt x="649650" y="2290056"/>
                      </a:lnTo>
                      <a:lnTo>
                        <a:pt x="649013" y="2284824"/>
                      </a:lnTo>
                      <a:lnTo>
                        <a:pt x="644545" y="2284523"/>
                      </a:lnTo>
                      <a:lnTo>
                        <a:pt x="646559" y="2279800"/>
                      </a:lnTo>
                      <a:lnTo>
                        <a:pt x="645541" y="2278608"/>
                      </a:lnTo>
                      <a:lnTo>
                        <a:pt x="639729" y="2285484"/>
                      </a:lnTo>
                      <a:lnTo>
                        <a:pt x="633953" y="2283180"/>
                      </a:lnTo>
                      <a:lnTo>
                        <a:pt x="632425" y="2281617"/>
                      </a:lnTo>
                      <a:lnTo>
                        <a:pt x="631418" y="2277901"/>
                      </a:lnTo>
                      <a:lnTo>
                        <a:pt x="629543" y="2278688"/>
                      </a:lnTo>
                      <a:lnTo>
                        <a:pt x="626186" y="2275274"/>
                      </a:lnTo>
                      <a:lnTo>
                        <a:pt x="624449" y="2269451"/>
                      </a:lnTo>
                      <a:lnTo>
                        <a:pt x="624276" y="2268629"/>
                      </a:lnTo>
                      <a:lnTo>
                        <a:pt x="626162" y="2265816"/>
                      </a:lnTo>
                      <a:lnTo>
                        <a:pt x="624611" y="2266904"/>
                      </a:lnTo>
                      <a:lnTo>
                        <a:pt x="622736" y="2264948"/>
                      </a:lnTo>
                      <a:lnTo>
                        <a:pt x="621405" y="2265897"/>
                      </a:lnTo>
                      <a:lnTo>
                        <a:pt x="618684" y="2264068"/>
                      </a:lnTo>
                      <a:lnTo>
                        <a:pt x="618626" y="2263304"/>
                      </a:lnTo>
                      <a:lnTo>
                        <a:pt x="618187" y="2263721"/>
                      </a:lnTo>
                      <a:lnTo>
                        <a:pt x="616508" y="2262598"/>
                      </a:lnTo>
                      <a:lnTo>
                        <a:pt x="617365" y="2258442"/>
                      </a:lnTo>
                      <a:lnTo>
                        <a:pt x="613221" y="2255537"/>
                      </a:lnTo>
                      <a:lnTo>
                        <a:pt x="614413" y="2252955"/>
                      </a:lnTo>
                      <a:lnTo>
                        <a:pt x="612792" y="2253291"/>
                      </a:lnTo>
                      <a:lnTo>
                        <a:pt x="615814" y="2248823"/>
                      </a:lnTo>
                      <a:lnTo>
                        <a:pt x="611727" y="2247075"/>
                      </a:lnTo>
                      <a:lnTo>
                        <a:pt x="613741" y="2244494"/>
                      </a:lnTo>
                      <a:lnTo>
                        <a:pt x="612399" y="2241611"/>
                      </a:lnTo>
                      <a:lnTo>
                        <a:pt x="625294" y="2225544"/>
                      </a:lnTo>
                      <a:lnTo>
                        <a:pt x="624171" y="2224502"/>
                      </a:lnTo>
                      <a:lnTo>
                        <a:pt x="626035" y="2224421"/>
                      </a:lnTo>
                      <a:lnTo>
                        <a:pt x="625804" y="2220068"/>
                      </a:lnTo>
                      <a:lnTo>
                        <a:pt x="625723" y="2224143"/>
                      </a:lnTo>
                      <a:lnTo>
                        <a:pt x="623870" y="2224224"/>
                      </a:lnTo>
                      <a:lnTo>
                        <a:pt x="619587" y="2230845"/>
                      </a:lnTo>
                      <a:lnTo>
                        <a:pt x="611137" y="2232628"/>
                      </a:lnTo>
                      <a:lnTo>
                        <a:pt x="609956" y="2238022"/>
                      </a:lnTo>
                      <a:lnTo>
                        <a:pt x="601506" y="2243880"/>
                      </a:lnTo>
                      <a:lnTo>
                        <a:pt x="600580" y="2248128"/>
                      </a:lnTo>
                      <a:lnTo>
                        <a:pt x="597524" y="2249135"/>
                      </a:lnTo>
                      <a:lnTo>
                        <a:pt x="592500" y="2245118"/>
                      </a:lnTo>
                      <a:lnTo>
                        <a:pt x="589409" y="2244864"/>
                      </a:lnTo>
                      <a:lnTo>
                        <a:pt x="583540" y="2243000"/>
                      </a:lnTo>
                      <a:lnTo>
                        <a:pt x="565366" y="2231725"/>
                      </a:lnTo>
                      <a:lnTo>
                        <a:pt x="561777" y="2223194"/>
                      </a:lnTo>
                      <a:lnTo>
                        <a:pt x="558640" y="2222939"/>
                      </a:lnTo>
                      <a:lnTo>
                        <a:pt x="559393" y="2217232"/>
                      </a:lnTo>
                      <a:lnTo>
                        <a:pt x="556233" y="2210761"/>
                      </a:lnTo>
                      <a:lnTo>
                        <a:pt x="557054" y="2210923"/>
                      </a:lnTo>
                      <a:lnTo>
                        <a:pt x="553779" y="2208157"/>
                      </a:lnTo>
                      <a:lnTo>
                        <a:pt x="555341" y="2208029"/>
                      </a:lnTo>
                      <a:lnTo>
                        <a:pt x="553478" y="2207092"/>
                      </a:lnTo>
                      <a:lnTo>
                        <a:pt x="555098" y="2203191"/>
                      </a:lnTo>
                      <a:lnTo>
                        <a:pt x="555295" y="2202704"/>
                      </a:lnTo>
                      <a:lnTo>
                        <a:pt x="554473" y="2198780"/>
                      </a:lnTo>
                      <a:lnTo>
                        <a:pt x="547053" y="2196210"/>
                      </a:lnTo>
                      <a:lnTo>
                        <a:pt x="547655" y="2190399"/>
                      </a:lnTo>
                      <a:lnTo>
                        <a:pt x="547782" y="2189172"/>
                      </a:lnTo>
                      <a:lnTo>
                        <a:pt x="548940" y="2190562"/>
                      </a:lnTo>
                      <a:lnTo>
                        <a:pt x="550584" y="2189820"/>
                      </a:lnTo>
                      <a:lnTo>
                        <a:pt x="551162" y="2188212"/>
                      </a:lnTo>
                      <a:lnTo>
                        <a:pt x="549877" y="2187806"/>
                      </a:lnTo>
                      <a:lnTo>
                        <a:pt x="549692" y="2185908"/>
                      </a:lnTo>
                      <a:lnTo>
                        <a:pt x="550491" y="2183396"/>
                      </a:lnTo>
                      <a:lnTo>
                        <a:pt x="552297" y="2177782"/>
                      </a:lnTo>
                      <a:lnTo>
                        <a:pt x="550294" y="2183396"/>
                      </a:lnTo>
                      <a:lnTo>
                        <a:pt x="549542" y="2183408"/>
                      </a:lnTo>
                      <a:lnTo>
                        <a:pt x="549657" y="2185364"/>
                      </a:lnTo>
                      <a:lnTo>
                        <a:pt x="549634" y="2186081"/>
                      </a:lnTo>
                      <a:lnTo>
                        <a:pt x="549785" y="2187876"/>
                      </a:lnTo>
                      <a:lnTo>
                        <a:pt x="550838" y="2188304"/>
                      </a:lnTo>
                      <a:lnTo>
                        <a:pt x="550653" y="2189519"/>
                      </a:lnTo>
                      <a:lnTo>
                        <a:pt x="548986" y="2190341"/>
                      </a:lnTo>
                      <a:lnTo>
                        <a:pt x="547678" y="2188975"/>
                      </a:lnTo>
                      <a:lnTo>
                        <a:pt x="547504" y="2190318"/>
                      </a:lnTo>
                      <a:lnTo>
                        <a:pt x="545293" y="2189126"/>
                      </a:lnTo>
                      <a:lnTo>
                        <a:pt x="538903" y="2189971"/>
                      </a:lnTo>
                      <a:lnTo>
                        <a:pt x="537017" y="2187019"/>
                      </a:lnTo>
                      <a:lnTo>
                        <a:pt x="539864" y="2186880"/>
                      </a:lnTo>
                      <a:lnTo>
                        <a:pt x="539494" y="2183072"/>
                      </a:lnTo>
                      <a:lnTo>
                        <a:pt x="535570" y="2181729"/>
                      </a:lnTo>
                      <a:lnTo>
                        <a:pt x="535269" y="2182215"/>
                      </a:lnTo>
                      <a:lnTo>
                        <a:pt x="535072" y="2184403"/>
                      </a:lnTo>
                      <a:lnTo>
                        <a:pt x="533011" y="2185236"/>
                      </a:lnTo>
                      <a:lnTo>
                        <a:pt x="533382" y="2183847"/>
                      </a:lnTo>
                      <a:lnTo>
                        <a:pt x="533509" y="2181706"/>
                      </a:lnTo>
                      <a:lnTo>
                        <a:pt x="529284" y="2181729"/>
                      </a:lnTo>
                      <a:lnTo>
                        <a:pt x="533370" y="2181880"/>
                      </a:lnTo>
                      <a:lnTo>
                        <a:pt x="533208" y="2183836"/>
                      </a:lnTo>
                      <a:lnTo>
                        <a:pt x="532004" y="2184183"/>
                      </a:lnTo>
                      <a:lnTo>
                        <a:pt x="533000" y="2185503"/>
                      </a:lnTo>
                      <a:lnTo>
                        <a:pt x="535280" y="2184542"/>
                      </a:lnTo>
                      <a:lnTo>
                        <a:pt x="535465" y="2182308"/>
                      </a:lnTo>
                      <a:lnTo>
                        <a:pt x="536368" y="2183604"/>
                      </a:lnTo>
                      <a:lnTo>
                        <a:pt x="539008" y="2183083"/>
                      </a:lnTo>
                      <a:lnTo>
                        <a:pt x="539424" y="2186602"/>
                      </a:lnTo>
                      <a:lnTo>
                        <a:pt x="536195" y="2186290"/>
                      </a:lnTo>
                      <a:lnTo>
                        <a:pt x="535211" y="2188362"/>
                      </a:lnTo>
                      <a:lnTo>
                        <a:pt x="538799" y="2191430"/>
                      </a:lnTo>
                      <a:lnTo>
                        <a:pt x="545768" y="2190261"/>
                      </a:lnTo>
                      <a:lnTo>
                        <a:pt x="546428" y="2197356"/>
                      </a:lnTo>
                      <a:lnTo>
                        <a:pt x="552042" y="2199810"/>
                      </a:lnTo>
                      <a:lnTo>
                        <a:pt x="548708" y="2199000"/>
                      </a:lnTo>
                      <a:lnTo>
                        <a:pt x="549542" y="2200829"/>
                      </a:lnTo>
                      <a:lnTo>
                        <a:pt x="552795" y="2199938"/>
                      </a:lnTo>
                      <a:lnTo>
                        <a:pt x="554033" y="2201130"/>
                      </a:lnTo>
                      <a:lnTo>
                        <a:pt x="553188" y="2203191"/>
                      </a:lnTo>
                      <a:lnTo>
                        <a:pt x="551359" y="2207659"/>
                      </a:lnTo>
                      <a:lnTo>
                        <a:pt x="551845" y="2210298"/>
                      </a:lnTo>
                      <a:lnTo>
                        <a:pt x="545525" y="2215912"/>
                      </a:lnTo>
                      <a:lnTo>
                        <a:pt x="551637" y="2210588"/>
                      </a:lnTo>
                      <a:lnTo>
                        <a:pt x="554600" y="2213343"/>
                      </a:lnTo>
                      <a:lnTo>
                        <a:pt x="549877" y="2216353"/>
                      </a:lnTo>
                      <a:lnTo>
                        <a:pt x="549183" y="2215102"/>
                      </a:lnTo>
                      <a:lnTo>
                        <a:pt x="549275" y="2216654"/>
                      </a:lnTo>
                      <a:lnTo>
                        <a:pt x="546243" y="2217140"/>
                      </a:lnTo>
                      <a:lnTo>
                        <a:pt x="544390" y="2219767"/>
                      </a:lnTo>
                      <a:lnTo>
                        <a:pt x="544414" y="2222279"/>
                      </a:lnTo>
                      <a:lnTo>
                        <a:pt x="543025" y="2222221"/>
                      </a:lnTo>
                      <a:lnTo>
                        <a:pt x="544842" y="2222974"/>
                      </a:lnTo>
                      <a:lnTo>
                        <a:pt x="542862" y="2224826"/>
                      </a:lnTo>
                      <a:lnTo>
                        <a:pt x="545073" y="2224259"/>
                      </a:lnTo>
                      <a:lnTo>
                        <a:pt x="543453" y="2225370"/>
                      </a:lnTo>
                      <a:lnTo>
                        <a:pt x="545687" y="2225891"/>
                      </a:lnTo>
                      <a:lnTo>
                        <a:pt x="542388" y="2228380"/>
                      </a:lnTo>
                      <a:lnTo>
                        <a:pt x="544877" y="2227662"/>
                      </a:lnTo>
                      <a:lnTo>
                        <a:pt x="540860" y="2231459"/>
                      </a:lnTo>
                      <a:lnTo>
                        <a:pt x="529214" y="2234712"/>
                      </a:lnTo>
                      <a:lnTo>
                        <a:pt x="541334" y="2231864"/>
                      </a:lnTo>
                      <a:lnTo>
                        <a:pt x="545178" y="2230579"/>
                      </a:lnTo>
                      <a:lnTo>
                        <a:pt x="545965" y="2243579"/>
                      </a:lnTo>
                      <a:lnTo>
                        <a:pt x="549056" y="2253581"/>
                      </a:lnTo>
                      <a:lnTo>
                        <a:pt x="567137" y="2261093"/>
                      </a:lnTo>
                      <a:lnTo>
                        <a:pt x="570552" y="2266245"/>
                      </a:lnTo>
                      <a:lnTo>
                        <a:pt x="570679" y="2266615"/>
                      </a:lnTo>
                      <a:lnTo>
                        <a:pt x="570147" y="2274243"/>
                      </a:lnTo>
                      <a:lnTo>
                        <a:pt x="567079" y="2274475"/>
                      </a:lnTo>
                      <a:lnTo>
                        <a:pt x="564208" y="2271361"/>
                      </a:lnTo>
                      <a:lnTo>
                        <a:pt x="561812" y="2272681"/>
                      </a:lnTo>
                      <a:lnTo>
                        <a:pt x="561893" y="2276674"/>
                      </a:lnTo>
                      <a:lnTo>
                        <a:pt x="563931" y="2275667"/>
                      </a:lnTo>
                      <a:lnTo>
                        <a:pt x="564521" y="2282046"/>
                      </a:lnTo>
                      <a:lnTo>
                        <a:pt x="560689" y="2284558"/>
                      </a:lnTo>
                      <a:lnTo>
                        <a:pt x="566165" y="2288297"/>
                      </a:lnTo>
                      <a:lnTo>
                        <a:pt x="565158" y="2295404"/>
                      </a:lnTo>
                      <a:lnTo>
                        <a:pt x="563676" y="2299305"/>
                      </a:lnTo>
                      <a:lnTo>
                        <a:pt x="561534" y="2303056"/>
                      </a:lnTo>
                      <a:lnTo>
                        <a:pt x="562958" y="2305823"/>
                      </a:lnTo>
                      <a:lnTo>
                        <a:pt x="562715" y="2306980"/>
                      </a:lnTo>
                      <a:lnTo>
                        <a:pt x="561592" y="2310430"/>
                      </a:lnTo>
                      <a:lnTo>
                        <a:pt x="561777" y="2311263"/>
                      </a:lnTo>
                      <a:lnTo>
                        <a:pt x="561141" y="2314180"/>
                      </a:lnTo>
                      <a:lnTo>
                        <a:pt x="562680" y="2317514"/>
                      </a:lnTo>
                      <a:lnTo>
                        <a:pt x="566419" y="2317584"/>
                      </a:lnTo>
                      <a:lnTo>
                        <a:pt x="566165" y="2323314"/>
                      </a:lnTo>
                      <a:lnTo>
                        <a:pt x="564776" y="2325409"/>
                      </a:lnTo>
                      <a:lnTo>
                        <a:pt x="562437" y="2327168"/>
                      </a:lnTo>
                      <a:lnTo>
                        <a:pt x="562970" y="2329935"/>
                      </a:lnTo>
                      <a:lnTo>
                        <a:pt x="562449" y="2329460"/>
                      </a:lnTo>
                      <a:lnTo>
                        <a:pt x="561083" y="2327342"/>
                      </a:lnTo>
                      <a:lnTo>
                        <a:pt x="561199" y="2331995"/>
                      </a:lnTo>
                      <a:lnTo>
                        <a:pt x="561152" y="2332933"/>
                      </a:lnTo>
                      <a:lnTo>
                        <a:pt x="557819" y="2336151"/>
                      </a:lnTo>
                      <a:lnTo>
                        <a:pt x="552193" y="2340261"/>
                      </a:lnTo>
                      <a:lnTo>
                        <a:pt x="551660" y="2340562"/>
                      </a:lnTo>
                      <a:lnTo>
                        <a:pt x="550722" y="2340504"/>
                      </a:lnTo>
                      <a:lnTo>
                        <a:pt x="547007" y="2340145"/>
                      </a:lnTo>
                      <a:lnTo>
                        <a:pt x="544819" y="2338582"/>
                      </a:lnTo>
                      <a:lnTo>
                        <a:pt x="544691" y="2338698"/>
                      </a:lnTo>
                      <a:lnTo>
                        <a:pt x="544691" y="2338570"/>
                      </a:lnTo>
                      <a:lnTo>
                        <a:pt x="544761" y="2338536"/>
                      </a:lnTo>
                      <a:lnTo>
                        <a:pt x="534227" y="2331000"/>
                      </a:lnTo>
                      <a:lnTo>
                        <a:pt x="520683" y="2325409"/>
                      </a:lnTo>
                      <a:lnTo>
                        <a:pt x="516851" y="2323835"/>
                      </a:lnTo>
                      <a:lnTo>
                        <a:pt x="510010" y="2318660"/>
                      </a:lnTo>
                      <a:lnTo>
                        <a:pt x="505530" y="2312456"/>
                      </a:lnTo>
                      <a:lnTo>
                        <a:pt x="501178" y="2311286"/>
                      </a:lnTo>
                      <a:lnTo>
                        <a:pt x="502208" y="2308890"/>
                      </a:lnTo>
                      <a:lnTo>
                        <a:pt x="499349" y="2305035"/>
                      </a:lnTo>
                      <a:lnTo>
                        <a:pt x="491824" y="2302766"/>
                      </a:lnTo>
                      <a:lnTo>
                        <a:pt x="487646" y="2291156"/>
                      </a:lnTo>
                      <a:lnTo>
                        <a:pt x="487680" y="2289373"/>
                      </a:lnTo>
                      <a:lnTo>
                        <a:pt x="488236" y="2289628"/>
                      </a:lnTo>
                      <a:lnTo>
                        <a:pt x="487680" y="2288841"/>
                      </a:lnTo>
                      <a:lnTo>
                        <a:pt x="487715" y="2286595"/>
                      </a:lnTo>
                      <a:lnTo>
                        <a:pt x="482888" y="2279707"/>
                      </a:lnTo>
                      <a:lnTo>
                        <a:pt x="474449" y="2275910"/>
                      </a:lnTo>
                      <a:lnTo>
                        <a:pt x="458949" y="2264913"/>
                      </a:lnTo>
                      <a:lnTo>
                        <a:pt x="447199" y="2250582"/>
                      </a:lnTo>
                      <a:lnTo>
                        <a:pt x="433019" y="2246531"/>
                      </a:lnTo>
                      <a:lnTo>
                        <a:pt x="429882" y="2247619"/>
                      </a:lnTo>
                      <a:lnTo>
                        <a:pt x="426907" y="2246913"/>
                      </a:lnTo>
                      <a:lnTo>
                        <a:pt x="424777" y="2245744"/>
                      </a:lnTo>
                      <a:lnTo>
                        <a:pt x="422230" y="2243729"/>
                      </a:lnTo>
                      <a:lnTo>
                        <a:pt x="419394" y="2236240"/>
                      </a:lnTo>
                      <a:lnTo>
                        <a:pt x="415678" y="2233763"/>
                      </a:lnTo>
                      <a:lnTo>
                        <a:pt x="414972" y="2231459"/>
                      </a:lnTo>
                      <a:lnTo>
                        <a:pt x="413039" y="2225185"/>
                      </a:lnTo>
                      <a:lnTo>
                        <a:pt x="412286" y="2226007"/>
                      </a:lnTo>
                      <a:lnTo>
                        <a:pt x="411059" y="2223888"/>
                      </a:lnTo>
                      <a:lnTo>
                        <a:pt x="410955" y="2223715"/>
                      </a:lnTo>
                      <a:lnTo>
                        <a:pt x="409612" y="2224780"/>
                      </a:lnTo>
                      <a:lnTo>
                        <a:pt x="411059" y="2223969"/>
                      </a:lnTo>
                      <a:lnTo>
                        <a:pt x="410886" y="2226481"/>
                      </a:lnTo>
                      <a:lnTo>
                        <a:pt x="405642" y="2225544"/>
                      </a:lnTo>
                      <a:lnTo>
                        <a:pt x="398222" y="2221284"/>
                      </a:lnTo>
                      <a:lnTo>
                        <a:pt x="397215" y="2222476"/>
                      </a:lnTo>
                      <a:lnTo>
                        <a:pt x="399623" y="2225451"/>
                      </a:lnTo>
                      <a:lnTo>
                        <a:pt x="399217" y="2228287"/>
                      </a:lnTo>
                      <a:lnTo>
                        <a:pt x="384227" y="2234920"/>
                      </a:lnTo>
                      <a:lnTo>
                        <a:pt x="375684" y="2240835"/>
                      </a:lnTo>
                      <a:lnTo>
                        <a:pt x="370162" y="2242329"/>
                      </a:lnTo>
                      <a:lnTo>
                        <a:pt x="363795" y="2251474"/>
                      </a:lnTo>
                      <a:lnTo>
                        <a:pt x="360959" y="2258790"/>
                      </a:lnTo>
                      <a:lnTo>
                        <a:pt x="364652" y="2263501"/>
                      </a:lnTo>
                      <a:lnTo>
                        <a:pt x="367951" y="2275146"/>
                      </a:lnTo>
                      <a:lnTo>
                        <a:pt x="367233" y="2282474"/>
                      </a:lnTo>
                      <a:lnTo>
                        <a:pt x="369166" y="2283539"/>
                      </a:lnTo>
                      <a:lnTo>
                        <a:pt x="369907" y="2284963"/>
                      </a:lnTo>
                      <a:lnTo>
                        <a:pt x="371042" y="2291306"/>
                      </a:lnTo>
                      <a:lnTo>
                        <a:pt x="374283" y="2295149"/>
                      </a:lnTo>
                      <a:lnTo>
                        <a:pt x="373033" y="2298576"/>
                      </a:lnTo>
                      <a:lnTo>
                        <a:pt x="375116" y="2300208"/>
                      </a:lnTo>
                      <a:lnTo>
                        <a:pt x="375105" y="2300382"/>
                      </a:lnTo>
                      <a:lnTo>
                        <a:pt x="374364" y="2303438"/>
                      </a:lnTo>
                      <a:lnTo>
                        <a:pt x="376089" y="2308902"/>
                      </a:lnTo>
                      <a:lnTo>
                        <a:pt x="377698" y="2313949"/>
                      </a:lnTo>
                      <a:lnTo>
                        <a:pt x="377235" y="2320026"/>
                      </a:lnTo>
                      <a:lnTo>
                        <a:pt x="379330" y="2321311"/>
                      </a:lnTo>
                      <a:lnTo>
                        <a:pt x="380557" y="2325559"/>
                      </a:lnTo>
                      <a:lnTo>
                        <a:pt x="383671" y="2325629"/>
                      </a:lnTo>
                      <a:lnTo>
                        <a:pt x="384921" y="2329379"/>
                      </a:lnTo>
                      <a:lnTo>
                        <a:pt x="390015" y="2331845"/>
                      </a:lnTo>
                      <a:lnTo>
                        <a:pt x="384539" y="2339103"/>
                      </a:lnTo>
                      <a:lnTo>
                        <a:pt x="383601" y="2348352"/>
                      </a:lnTo>
                      <a:lnTo>
                        <a:pt x="385454" y="2356884"/>
                      </a:lnTo>
                      <a:lnTo>
                        <a:pt x="393788" y="2358388"/>
                      </a:lnTo>
                      <a:lnTo>
                        <a:pt x="392700" y="2360345"/>
                      </a:lnTo>
                      <a:lnTo>
                        <a:pt x="386137" y="2360403"/>
                      </a:lnTo>
                      <a:lnTo>
                        <a:pt x="383254" y="2356884"/>
                      </a:lnTo>
                      <a:lnTo>
                        <a:pt x="383428" y="2356467"/>
                      </a:lnTo>
                      <a:lnTo>
                        <a:pt x="380268" y="2357115"/>
                      </a:lnTo>
                      <a:lnTo>
                        <a:pt x="374815" y="2353770"/>
                      </a:lnTo>
                      <a:lnTo>
                        <a:pt x="370139" y="2353747"/>
                      </a:lnTo>
                      <a:lnTo>
                        <a:pt x="359906" y="2342437"/>
                      </a:lnTo>
                      <a:lnTo>
                        <a:pt x="359327" y="2342217"/>
                      </a:lnTo>
                      <a:lnTo>
                        <a:pt x="359223" y="2342101"/>
                      </a:lnTo>
                      <a:lnTo>
                        <a:pt x="357428" y="2341476"/>
                      </a:lnTo>
                      <a:lnTo>
                        <a:pt x="356201" y="2341001"/>
                      </a:lnTo>
                      <a:lnTo>
                        <a:pt x="355403" y="2335873"/>
                      </a:lnTo>
                      <a:lnTo>
                        <a:pt x="355472" y="2335781"/>
                      </a:lnTo>
                      <a:lnTo>
                        <a:pt x="357208" y="2333778"/>
                      </a:lnTo>
                      <a:lnTo>
                        <a:pt x="353470" y="2329032"/>
                      </a:lnTo>
                      <a:lnTo>
                        <a:pt x="354210" y="2325826"/>
                      </a:lnTo>
                      <a:lnTo>
                        <a:pt x="362892" y="2320095"/>
                      </a:lnTo>
                      <a:lnTo>
                        <a:pt x="362128" y="2319343"/>
                      </a:lnTo>
                      <a:lnTo>
                        <a:pt x="356838" y="2309515"/>
                      </a:lnTo>
                      <a:lnTo>
                        <a:pt x="357486" y="2308902"/>
                      </a:lnTo>
                      <a:lnTo>
                        <a:pt x="360577" y="2305950"/>
                      </a:lnTo>
                      <a:lnTo>
                        <a:pt x="360346" y="2303195"/>
                      </a:lnTo>
                      <a:lnTo>
                        <a:pt x="352358" y="2300486"/>
                      </a:lnTo>
                      <a:lnTo>
                        <a:pt x="348781" y="2299097"/>
                      </a:lnTo>
                      <a:lnTo>
                        <a:pt x="350900" y="2290218"/>
                      </a:lnTo>
                      <a:lnTo>
                        <a:pt x="345042" y="2286908"/>
                      </a:lnTo>
                      <a:lnTo>
                        <a:pt x="344510" y="2283053"/>
                      </a:lnTo>
                      <a:lnTo>
                        <a:pt x="345563" y="2282208"/>
                      </a:lnTo>
                      <a:lnTo>
                        <a:pt x="347172" y="2281339"/>
                      </a:lnTo>
                      <a:lnTo>
                        <a:pt x="346582" y="2276524"/>
                      </a:lnTo>
                      <a:lnTo>
                        <a:pt x="342854" y="2271975"/>
                      </a:lnTo>
                      <a:lnTo>
                        <a:pt x="343711" y="2270354"/>
                      </a:lnTo>
                      <a:lnTo>
                        <a:pt x="340597" y="2270875"/>
                      </a:lnTo>
                      <a:lnTo>
                        <a:pt x="336731" y="2265805"/>
                      </a:lnTo>
                      <a:lnTo>
                        <a:pt x="333073" y="2264566"/>
                      </a:lnTo>
                      <a:lnTo>
                        <a:pt x="334184" y="2260433"/>
                      </a:lnTo>
                      <a:lnTo>
                        <a:pt x="333084" y="2259357"/>
                      </a:lnTo>
                      <a:lnTo>
                        <a:pt x="329785" y="2254518"/>
                      </a:lnTo>
                      <a:lnTo>
                        <a:pt x="329693" y="2253997"/>
                      </a:lnTo>
                      <a:lnTo>
                        <a:pt x="321937" y="2250409"/>
                      </a:lnTo>
                      <a:lnTo>
                        <a:pt x="319749" y="2244459"/>
                      </a:lnTo>
                      <a:lnTo>
                        <a:pt x="316728" y="2243255"/>
                      </a:lnTo>
                      <a:lnTo>
                        <a:pt x="313209" y="2241565"/>
                      </a:lnTo>
                      <a:lnTo>
                        <a:pt x="312097" y="2238914"/>
                      </a:lnTo>
                      <a:lnTo>
                        <a:pt x="311900" y="2238706"/>
                      </a:lnTo>
                      <a:lnTo>
                        <a:pt x="305499" y="2232258"/>
                      </a:lnTo>
                      <a:lnTo>
                        <a:pt x="305291" y="2228519"/>
                      </a:lnTo>
                      <a:lnTo>
                        <a:pt x="304237" y="2228773"/>
                      </a:lnTo>
                      <a:lnTo>
                        <a:pt x="302292" y="2228137"/>
                      </a:lnTo>
                      <a:lnTo>
                        <a:pt x="301517" y="2225127"/>
                      </a:lnTo>
                      <a:lnTo>
                        <a:pt x="299966" y="2224861"/>
                      </a:lnTo>
                      <a:lnTo>
                        <a:pt x="299792" y="2224548"/>
                      </a:lnTo>
                      <a:lnTo>
                        <a:pt x="298843" y="2222175"/>
                      </a:lnTo>
                      <a:lnTo>
                        <a:pt x="299016" y="2220821"/>
                      </a:lnTo>
                      <a:lnTo>
                        <a:pt x="300278" y="2216630"/>
                      </a:lnTo>
                      <a:lnTo>
                        <a:pt x="294004" y="2203191"/>
                      </a:lnTo>
                      <a:lnTo>
                        <a:pt x="287881" y="2190075"/>
                      </a:lnTo>
                      <a:lnTo>
                        <a:pt x="288158" y="2168857"/>
                      </a:lnTo>
                      <a:lnTo>
                        <a:pt x="291747" y="2159793"/>
                      </a:lnTo>
                      <a:lnTo>
                        <a:pt x="291515" y="2156146"/>
                      </a:lnTo>
                      <a:lnTo>
                        <a:pt x="290068" y="2155544"/>
                      </a:lnTo>
                      <a:lnTo>
                        <a:pt x="289108" y="2154954"/>
                      </a:lnTo>
                      <a:lnTo>
                        <a:pt x="294791" y="2145138"/>
                      </a:lnTo>
                      <a:lnTo>
                        <a:pt x="294467" y="2144188"/>
                      </a:lnTo>
                      <a:lnTo>
                        <a:pt x="297060" y="2138701"/>
                      </a:lnTo>
                      <a:lnTo>
                        <a:pt x="299445" y="2136051"/>
                      </a:lnTo>
                      <a:lnTo>
                        <a:pt x="303739" y="2136352"/>
                      </a:lnTo>
                      <a:lnTo>
                        <a:pt x="306286" y="2136849"/>
                      </a:lnTo>
                      <a:lnTo>
                        <a:pt x="309273" y="2134905"/>
                      </a:lnTo>
                      <a:lnTo>
                        <a:pt x="315153" y="2131096"/>
                      </a:lnTo>
                      <a:lnTo>
                        <a:pt x="320559" y="2131490"/>
                      </a:lnTo>
                      <a:lnTo>
                        <a:pt x="320941" y="2131987"/>
                      </a:lnTo>
                      <a:lnTo>
                        <a:pt x="323268" y="2141480"/>
                      </a:lnTo>
                      <a:lnTo>
                        <a:pt x="326880" y="2144177"/>
                      </a:lnTo>
                      <a:lnTo>
                        <a:pt x="327458" y="2145647"/>
                      </a:lnTo>
                      <a:lnTo>
                        <a:pt x="328338" y="2150023"/>
                      </a:lnTo>
                      <a:lnTo>
                        <a:pt x="327840" y="2152720"/>
                      </a:lnTo>
                      <a:lnTo>
                        <a:pt x="331302" y="2161112"/>
                      </a:lnTo>
                      <a:lnTo>
                        <a:pt x="326393" y="2163231"/>
                      </a:lnTo>
                      <a:lnTo>
                        <a:pt x="327065" y="2165430"/>
                      </a:lnTo>
                      <a:lnTo>
                        <a:pt x="327875" y="2172804"/>
                      </a:lnTo>
                      <a:lnTo>
                        <a:pt x="327192" y="2179576"/>
                      </a:lnTo>
                      <a:lnTo>
                        <a:pt x="330179" y="2186950"/>
                      </a:lnTo>
                      <a:lnTo>
                        <a:pt x="340180" y="2196940"/>
                      </a:lnTo>
                      <a:lnTo>
                        <a:pt x="340366" y="2196998"/>
                      </a:lnTo>
                      <a:lnTo>
                        <a:pt x="340088" y="2197692"/>
                      </a:lnTo>
                      <a:lnTo>
                        <a:pt x="341419" y="2197322"/>
                      </a:lnTo>
                      <a:lnTo>
                        <a:pt x="342658" y="2197704"/>
                      </a:lnTo>
                      <a:lnTo>
                        <a:pt x="341546" y="2195296"/>
                      </a:lnTo>
                      <a:lnTo>
                        <a:pt x="343074" y="2197102"/>
                      </a:lnTo>
                      <a:lnTo>
                        <a:pt x="343109" y="2197079"/>
                      </a:lnTo>
                      <a:lnTo>
                        <a:pt x="344186" y="2198340"/>
                      </a:lnTo>
                      <a:lnTo>
                        <a:pt x="349742" y="2195794"/>
                      </a:lnTo>
                      <a:lnTo>
                        <a:pt x="352983" y="2192726"/>
                      </a:lnTo>
                      <a:lnTo>
                        <a:pt x="353851" y="2189242"/>
                      </a:lnTo>
                      <a:lnTo>
                        <a:pt x="352439" y="2180514"/>
                      </a:lnTo>
                      <a:lnTo>
                        <a:pt x="349001" y="2175594"/>
                      </a:lnTo>
                      <a:lnTo>
                        <a:pt x="349395" y="2169817"/>
                      </a:lnTo>
                      <a:lnTo>
                        <a:pt x="345459" y="2160140"/>
                      </a:lnTo>
                      <a:lnTo>
                        <a:pt x="341454" y="2157639"/>
                      </a:lnTo>
                      <a:lnTo>
                        <a:pt x="342021" y="2154445"/>
                      </a:lnTo>
                      <a:lnTo>
                        <a:pt x="340157" y="2152106"/>
                      </a:lnTo>
                      <a:lnTo>
                        <a:pt x="339196" y="2143737"/>
                      </a:lnTo>
                      <a:lnTo>
                        <a:pt x="338629" y="2142741"/>
                      </a:lnTo>
                      <a:lnTo>
                        <a:pt x="336546" y="2137486"/>
                      </a:lnTo>
                      <a:lnTo>
                        <a:pt x="336650" y="2135703"/>
                      </a:lnTo>
                      <a:lnTo>
                        <a:pt x="334439" y="2135032"/>
                      </a:lnTo>
                      <a:lnTo>
                        <a:pt x="333189" y="2125760"/>
                      </a:lnTo>
                      <a:lnTo>
                        <a:pt x="333756" y="2123178"/>
                      </a:lnTo>
                      <a:lnTo>
                        <a:pt x="336360" y="2117332"/>
                      </a:lnTo>
                      <a:lnTo>
                        <a:pt x="336268" y="2112123"/>
                      </a:lnTo>
                      <a:lnTo>
                        <a:pt x="343931" y="2097491"/>
                      </a:lnTo>
                      <a:lnTo>
                        <a:pt x="344498" y="2096392"/>
                      </a:lnTo>
                      <a:lnTo>
                        <a:pt x="349036" y="2091773"/>
                      </a:lnTo>
                      <a:lnTo>
                        <a:pt x="350112" y="2090858"/>
                      </a:lnTo>
                      <a:lnTo>
                        <a:pt x="350136" y="2090638"/>
                      </a:lnTo>
                      <a:lnTo>
                        <a:pt x="350228" y="2090546"/>
                      </a:lnTo>
                      <a:lnTo>
                        <a:pt x="352949" y="2087779"/>
                      </a:lnTo>
                      <a:lnTo>
                        <a:pt x="351872" y="2088335"/>
                      </a:lnTo>
                      <a:lnTo>
                        <a:pt x="351860" y="2081667"/>
                      </a:lnTo>
                      <a:lnTo>
                        <a:pt x="354511" y="2079583"/>
                      </a:lnTo>
                      <a:lnTo>
                        <a:pt x="357232" y="2070195"/>
                      </a:lnTo>
                      <a:lnTo>
                        <a:pt x="357359" y="2061733"/>
                      </a:lnTo>
                      <a:lnTo>
                        <a:pt x="362927" y="2055841"/>
                      </a:lnTo>
                      <a:lnTo>
                        <a:pt x="371655" y="2049741"/>
                      </a:lnTo>
                      <a:lnTo>
                        <a:pt x="371690" y="2049231"/>
                      </a:lnTo>
                      <a:lnTo>
                        <a:pt x="373577" y="2047831"/>
                      </a:lnTo>
                      <a:lnTo>
                        <a:pt x="376517" y="2047426"/>
                      </a:lnTo>
                      <a:lnTo>
                        <a:pt x="387688" y="2027677"/>
                      </a:lnTo>
                      <a:lnTo>
                        <a:pt x="398754" y="2016426"/>
                      </a:lnTo>
                      <a:lnTo>
                        <a:pt x="400769" y="2017016"/>
                      </a:lnTo>
                      <a:lnTo>
                        <a:pt x="403605" y="2014562"/>
                      </a:lnTo>
                      <a:lnTo>
                        <a:pt x="405920" y="2008496"/>
                      </a:lnTo>
                      <a:lnTo>
                        <a:pt x="404253" y="2000682"/>
                      </a:lnTo>
                      <a:lnTo>
                        <a:pt x="406417" y="2001250"/>
                      </a:lnTo>
                      <a:lnTo>
                        <a:pt x="405758" y="2000844"/>
                      </a:lnTo>
                      <a:lnTo>
                        <a:pt x="406209" y="1997383"/>
                      </a:lnTo>
                      <a:lnTo>
                        <a:pt x="409068" y="1992556"/>
                      </a:lnTo>
                      <a:lnTo>
                        <a:pt x="409705" y="1989454"/>
                      </a:lnTo>
                      <a:lnTo>
                        <a:pt x="411962" y="1984488"/>
                      </a:lnTo>
                      <a:lnTo>
                        <a:pt x="414173" y="1981987"/>
                      </a:lnTo>
                      <a:lnTo>
                        <a:pt x="414972" y="1974961"/>
                      </a:lnTo>
                      <a:lnTo>
                        <a:pt x="415250" y="1972599"/>
                      </a:lnTo>
                      <a:lnTo>
                        <a:pt x="415065" y="1962436"/>
                      </a:lnTo>
                      <a:lnTo>
                        <a:pt x="414972" y="1962123"/>
                      </a:lnTo>
                      <a:lnTo>
                        <a:pt x="412726" y="1953800"/>
                      </a:lnTo>
                      <a:lnTo>
                        <a:pt x="413062" y="1953418"/>
                      </a:lnTo>
                      <a:lnTo>
                        <a:pt x="414972" y="1952353"/>
                      </a:lnTo>
                      <a:lnTo>
                        <a:pt x="423990" y="1947329"/>
                      </a:lnTo>
                      <a:lnTo>
                        <a:pt x="426583" y="1940025"/>
                      </a:lnTo>
                      <a:lnTo>
                        <a:pt x="437290" y="1934480"/>
                      </a:lnTo>
                      <a:lnTo>
                        <a:pt x="439386" y="1927187"/>
                      </a:lnTo>
                      <a:lnTo>
                        <a:pt x="439907" y="1910668"/>
                      </a:lnTo>
                      <a:lnTo>
                        <a:pt x="443831" y="1907334"/>
                      </a:lnTo>
                      <a:lnTo>
                        <a:pt x="445637" y="1901743"/>
                      </a:lnTo>
                      <a:lnTo>
                        <a:pt x="447408" y="1900273"/>
                      </a:lnTo>
                      <a:lnTo>
                        <a:pt x="452652" y="1896661"/>
                      </a:lnTo>
                      <a:lnTo>
                        <a:pt x="456645" y="1896002"/>
                      </a:lnTo>
                      <a:lnTo>
                        <a:pt x="459632" y="1892448"/>
                      </a:lnTo>
                      <a:lnTo>
                        <a:pt x="466045" y="1893351"/>
                      </a:lnTo>
                      <a:lnTo>
                        <a:pt x="469633" y="1891348"/>
                      </a:lnTo>
                      <a:lnTo>
                        <a:pt x="471555" y="1889693"/>
                      </a:lnTo>
                      <a:lnTo>
                        <a:pt x="480167" y="1888443"/>
                      </a:lnTo>
                      <a:lnTo>
                        <a:pt x="481441" y="1890816"/>
                      </a:lnTo>
                      <a:lnTo>
                        <a:pt x="480515" y="1888593"/>
                      </a:lnTo>
                      <a:lnTo>
                        <a:pt x="481175" y="1886081"/>
                      </a:lnTo>
                      <a:lnTo>
                        <a:pt x="484207" y="1874343"/>
                      </a:lnTo>
                      <a:lnTo>
                        <a:pt x="482888" y="1871762"/>
                      </a:lnTo>
                      <a:lnTo>
                        <a:pt x="490250" y="1877804"/>
                      </a:lnTo>
                      <a:lnTo>
                        <a:pt x="490447" y="1878128"/>
                      </a:lnTo>
                      <a:lnTo>
                        <a:pt x="490493" y="1877608"/>
                      </a:lnTo>
                      <a:lnTo>
                        <a:pt x="488363" y="1874783"/>
                      </a:lnTo>
                      <a:lnTo>
                        <a:pt x="487020" y="1873915"/>
                      </a:lnTo>
                      <a:lnTo>
                        <a:pt x="486662" y="1873637"/>
                      </a:lnTo>
                      <a:lnTo>
                        <a:pt x="486291" y="1873359"/>
                      </a:lnTo>
                      <a:lnTo>
                        <a:pt x="485851" y="1873024"/>
                      </a:lnTo>
                      <a:lnTo>
                        <a:pt x="485226" y="1872456"/>
                      </a:lnTo>
                      <a:lnTo>
                        <a:pt x="484879" y="1872190"/>
                      </a:lnTo>
                      <a:lnTo>
                        <a:pt x="485747" y="1870720"/>
                      </a:lnTo>
                      <a:lnTo>
                        <a:pt x="483525" y="1871171"/>
                      </a:lnTo>
                      <a:lnTo>
                        <a:pt x="487622" y="1869435"/>
                      </a:lnTo>
                      <a:lnTo>
                        <a:pt x="488016" y="1867884"/>
                      </a:lnTo>
                      <a:lnTo>
                        <a:pt x="488178" y="1867780"/>
                      </a:lnTo>
                      <a:lnTo>
                        <a:pt x="488166" y="1867270"/>
                      </a:lnTo>
                      <a:lnTo>
                        <a:pt x="489382" y="1862466"/>
                      </a:lnTo>
                      <a:lnTo>
                        <a:pt x="491987" y="1855961"/>
                      </a:lnTo>
                      <a:lnTo>
                        <a:pt x="489000" y="1843621"/>
                      </a:lnTo>
                      <a:lnTo>
                        <a:pt x="490991" y="1845924"/>
                      </a:lnTo>
                      <a:lnTo>
                        <a:pt x="490736" y="1844072"/>
                      </a:lnTo>
                      <a:lnTo>
                        <a:pt x="483177" y="1838203"/>
                      </a:lnTo>
                      <a:lnTo>
                        <a:pt x="478396" y="1828977"/>
                      </a:lnTo>
                      <a:lnTo>
                        <a:pt x="475005" y="1829811"/>
                      </a:lnTo>
                      <a:lnTo>
                        <a:pt x="474345" y="1829220"/>
                      </a:lnTo>
                      <a:lnTo>
                        <a:pt x="471405" y="1826222"/>
                      </a:lnTo>
                      <a:lnTo>
                        <a:pt x="472053" y="1823317"/>
                      </a:lnTo>
                      <a:lnTo>
                        <a:pt x="474484" y="1827426"/>
                      </a:lnTo>
                      <a:lnTo>
                        <a:pt x="475699" y="1827299"/>
                      </a:lnTo>
                      <a:lnTo>
                        <a:pt x="472412" y="1823814"/>
                      </a:lnTo>
                      <a:lnTo>
                        <a:pt x="476081" y="1826836"/>
                      </a:lnTo>
                      <a:lnTo>
                        <a:pt x="480156" y="1825470"/>
                      </a:lnTo>
                      <a:lnTo>
                        <a:pt x="480989" y="1812435"/>
                      </a:lnTo>
                      <a:lnTo>
                        <a:pt x="480897" y="1812192"/>
                      </a:lnTo>
                      <a:lnTo>
                        <a:pt x="477227" y="1801403"/>
                      </a:lnTo>
                      <a:lnTo>
                        <a:pt x="469298" y="1792004"/>
                      </a:lnTo>
                      <a:lnTo>
                        <a:pt x="474900" y="1788589"/>
                      </a:lnTo>
                      <a:lnTo>
                        <a:pt x="473523" y="1782396"/>
                      </a:lnTo>
                      <a:lnTo>
                        <a:pt x="474299" y="1781528"/>
                      </a:lnTo>
                      <a:lnTo>
                        <a:pt x="473407" y="1781296"/>
                      </a:lnTo>
                      <a:lnTo>
                        <a:pt x="473315" y="1782373"/>
                      </a:lnTo>
                      <a:lnTo>
                        <a:pt x="474090" y="1787952"/>
                      </a:lnTo>
                      <a:lnTo>
                        <a:pt x="472169" y="1789179"/>
                      </a:lnTo>
                      <a:lnTo>
                        <a:pt x="472192" y="1785452"/>
                      </a:lnTo>
                      <a:lnTo>
                        <a:pt x="468233" y="1782847"/>
                      </a:lnTo>
                      <a:lnTo>
                        <a:pt x="467098" y="1780382"/>
                      </a:lnTo>
                      <a:lnTo>
                        <a:pt x="464031" y="1773679"/>
                      </a:lnTo>
                      <a:lnTo>
                        <a:pt x="468742" y="1770334"/>
                      </a:lnTo>
                      <a:lnTo>
                        <a:pt x="472435" y="1770843"/>
                      </a:lnTo>
                      <a:lnTo>
                        <a:pt x="468684" y="1770160"/>
                      </a:lnTo>
                      <a:lnTo>
                        <a:pt x="464771" y="1771457"/>
                      </a:lnTo>
                      <a:lnTo>
                        <a:pt x="463625" y="1773668"/>
                      </a:lnTo>
                      <a:lnTo>
                        <a:pt x="465443" y="1780382"/>
                      </a:lnTo>
                      <a:lnTo>
                        <a:pt x="465755" y="1781516"/>
                      </a:lnTo>
                      <a:lnTo>
                        <a:pt x="470860" y="1789191"/>
                      </a:lnTo>
                      <a:lnTo>
                        <a:pt x="468487" y="1790974"/>
                      </a:lnTo>
                      <a:lnTo>
                        <a:pt x="463174" y="1786528"/>
                      </a:lnTo>
                      <a:lnTo>
                        <a:pt x="462827" y="1786135"/>
                      </a:lnTo>
                      <a:lnTo>
                        <a:pt x="462422" y="1785892"/>
                      </a:lnTo>
                      <a:lnTo>
                        <a:pt x="456541" y="1780972"/>
                      </a:lnTo>
                      <a:lnTo>
                        <a:pt x="455407" y="1780382"/>
                      </a:lnTo>
                      <a:lnTo>
                        <a:pt x="452999" y="1779120"/>
                      </a:lnTo>
                      <a:lnTo>
                        <a:pt x="452096" y="1779745"/>
                      </a:lnTo>
                      <a:lnTo>
                        <a:pt x="451737" y="1779537"/>
                      </a:lnTo>
                      <a:lnTo>
                        <a:pt x="452119" y="1777325"/>
                      </a:lnTo>
                      <a:lnTo>
                        <a:pt x="449734" y="1775300"/>
                      </a:lnTo>
                      <a:lnTo>
                        <a:pt x="441400" y="1773737"/>
                      </a:lnTo>
                      <a:lnTo>
                        <a:pt x="438761" y="1775809"/>
                      </a:lnTo>
                      <a:lnTo>
                        <a:pt x="439050" y="1774466"/>
                      </a:lnTo>
                      <a:lnTo>
                        <a:pt x="436885" y="1775045"/>
                      </a:lnTo>
                      <a:lnTo>
                        <a:pt x="436700" y="1774837"/>
                      </a:lnTo>
                      <a:lnTo>
                        <a:pt x="435867" y="1770264"/>
                      </a:lnTo>
                      <a:lnTo>
                        <a:pt x="428122" y="1770750"/>
                      </a:lnTo>
                      <a:lnTo>
                        <a:pt x="426722" y="1768505"/>
                      </a:lnTo>
                      <a:lnTo>
                        <a:pt x="429280" y="1769581"/>
                      </a:lnTo>
                      <a:lnTo>
                        <a:pt x="429951" y="1768343"/>
                      </a:lnTo>
                      <a:lnTo>
                        <a:pt x="428111" y="1767914"/>
                      </a:lnTo>
                      <a:lnTo>
                        <a:pt x="429210" y="1767451"/>
                      </a:lnTo>
                      <a:lnTo>
                        <a:pt x="428817" y="1767023"/>
                      </a:lnTo>
                      <a:lnTo>
                        <a:pt x="430495" y="1764916"/>
                      </a:lnTo>
                      <a:lnTo>
                        <a:pt x="427648" y="1761154"/>
                      </a:lnTo>
                      <a:lnTo>
                        <a:pt x="419220" y="1748918"/>
                      </a:lnTo>
                      <a:lnTo>
                        <a:pt x="416326" y="1747367"/>
                      </a:lnTo>
                      <a:lnTo>
                        <a:pt x="415713" y="1742760"/>
                      </a:lnTo>
                      <a:lnTo>
                        <a:pt x="414972" y="1742089"/>
                      </a:lnTo>
                      <a:lnTo>
                        <a:pt x="408814" y="1736486"/>
                      </a:lnTo>
                      <a:lnTo>
                        <a:pt x="403373" y="1735664"/>
                      </a:lnTo>
                      <a:lnTo>
                        <a:pt x="401880" y="1733337"/>
                      </a:lnTo>
                      <a:lnTo>
                        <a:pt x="402169" y="1730304"/>
                      </a:lnTo>
                      <a:lnTo>
                        <a:pt x="403246" y="1723000"/>
                      </a:lnTo>
                      <a:lnTo>
                        <a:pt x="402945" y="1722213"/>
                      </a:lnTo>
                      <a:lnTo>
                        <a:pt x="403165" y="1719794"/>
                      </a:lnTo>
                      <a:lnTo>
                        <a:pt x="405955" y="1716818"/>
                      </a:lnTo>
                      <a:lnTo>
                        <a:pt x="409450" y="1716309"/>
                      </a:lnTo>
                      <a:lnTo>
                        <a:pt x="409589" y="1713554"/>
                      </a:lnTo>
                      <a:lnTo>
                        <a:pt x="406429" y="1711528"/>
                      </a:lnTo>
                      <a:lnTo>
                        <a:pt x="409439" y="1710475"/>
                      </a:lnTo>
                      <a:lnTo>
                        <a:pt x="410423" y="1711135"/>
                      </a:lnTo>
                      <a:lnTo>
                        <a:pt x="409994" y="1716182"/>
                      </a:lnTo>
                      <a:lnTo>
                        <a:pt x="410052" y="1716159"/>
                      </a:lnTo>
                      <a:lnTo>
                        <a:pt x="410238" y="1715997"/>
                      </a:lnTo>
                      <a:lnTo>
                        <a:pt x="410284" y="1715997"/>
                      </a:lnTo>
                      <a:lnTo>
                        <a:pt x="410388" y="1715973"/>
                      </a:lnTo>
                      <a:lnTo>
                        <a:pt x="410481" y="1715916"/>
                      </a:lnTo>
                      <a:lnTo>
                        <a:pt x="410481" y="1715893"/>
                      </a:lnTo>
                      <a:lnTo>
                        <a:pt x="410469" y="1715881"/>
                      </a:lnTo>
                      <a:lnTo>
                        <a:pt x="410458" y="1715684"/>
                      </a:lnTo>
                      <a:lnTo>
                        <a:pt x="410434" y="1715615"/>
                      </a:lnTo>
                      <a:lnTo>
                        <a:pt x="410539" y="1715661"/>
                      </a:lnTo>
                      <a:lnTo>
                        <a:pt x="410562" y="1715707"/>
                      </a:lnTo>
                      <a:lnTo>
                        <a:pt x="410596" y="1715730"/>
                      </a:lnTo>
                      <a:lnTo>
                        <a:pt x="410851" y="1715835"/>
                      </a:lnTo>
                      <a:lnTo>
                        <a:pt x="411036" y="1715823"/>
                      </a:lnTo>
                      <a:lnTo>
                        <a:pt x="411407" y="1715765"/>
                      </a:lnTo>
                      <a:lnTo>
                        <a:pt x="411465" y="1715800"/>
                      </a:lnTo>
                      <a:lnTo>
                        <a:pt x="411534" y="1715788"/>
                      </a:lnTo>
                      <a:lnTo>
                        <a:pt x="411685" y="1715800"/>
                      </a:lnTo>
                      <a:lnTo>
                        <a:pt x="411858" y="1715846"/>
                      </a:lnTo>
                      <a:lnTo>
                        <a:pt x="411916" y="1715835"/>
                      </a:lnTo>
                      <a:lnTo>
                        <a:pt x="411985" y="1715881"/>
                      </a:lnTo>
                      <a:lnTo>
                        <a:pt x="412171" y="1715869"/>
                      </a:lnTo>
                      <a:lnTo>
                        <a:pt x="412252" y="1715869"/>
                      </a:lnTo>
                      <a:lnTo>
                        <a:pt x="412472" y="1715846"/>
                      </a:lnTo>
                      <a:lnTo>
                        <a:pt x="412541" y="1715788"/>
                      </a:lnTo>
                      <a:lnTo>
                        <a:pt x="413224" y="1715418"/>
                      </a:lnTo>
                      <a:lnTo>
                        <a:pt x="414972" y="1708183"/>
                      </a:lnTo>
                      <a:lnTo>
                        <a:pt x="415053" y="1707847"/>
                      </a:lnTo>
                      <a:lnTo>
                        <a:pt x="414972" y="1707755"/>
                      </a:lnTo>
                      <a:lnTo>
                        <a:pt x="413282" y="1705613"/>
                      </a:lnTo>
                      <a:lnTo>
                        <a:pt x="413479" y="1705567"/>
                      </a:lnTo>
                      <a:lnTo>
                        <a:pt x="412599" y="1704733"/>
                      </a:lnTo>
                      <a:lnTo>
                        <a:pt x="411083" y="1702812"/>
                      </a:lnTo>
                      <a:lnTo>
                        <a:pt x="412101" y="1701446"/>
                      </a:lnTo>
                      <a:lnTo>
                        <a:pt x="411928" y="1701851"/>
                      </a:lnTo>
                      <a:lnTo>
                        <a:pt x="411337" y="1702765"/>
                      </a:lnTo>
                      <a:lnTo>
                        <a:pt x="411465" y="1702904"/>
                      </a:lnTo>
                      <a:lnTo>
                        <a:pt x="411418" y="1703009"/>
                      </a:lnTo>
                      <a:lnTo>
                        <a:pt x="411812" y="1703286"/>
                      </a:lnTo>
                      <a:lnTo>
                        <a:pt x="412831" y="1704398"/>
                      </a:lnTo>
                      <a:lnTo>
                        <a:pt x="414498" y="1705764"/>
                      </a:lnTo>
                      <a:lnTo>
                        <a:pt x="414972" y="1705497"/>
                      </a:lnTo>
                      <a:lnTo>
                        <a:pt x="416986" y="1704340"/>
                      </a:lnTo>
                      <a:lnTo>
                        <a:pt x="418919" y="1705914"/>
                      </a:lnTo>
                      <a:lnTo>
                        <a:pt x="419788" y="1697903"/>
                      </a:lnTo>
                      <a:lnTo>
                        <a:pt x="418341" y="1696248"/>
                      </a:lnTo>
                      <a:lnTo>
                        <a:pt x="419209" y="1693562"/>
                      </a:lnTo>
                      <a:lnTo>
                        <a:pt x="419336" y="1693447"/>
                      </a:lnTo>
                      <a:lnTo>
                        <a:pt x="419290" y="1693331"/>
                      </a:lnTo>
                      <a:lnTo>
                        <a:pt x="420447" y="1689743"/>
                      </a:lnTo>
                      <a:lnTo>
                        <a:pt x="419464" y="1689430"/>
                      </a:lnTo>
                      <a:lnTo>
                        <a:pt x="419464" y="1689360"/>
                      </a:lnTo>
                      <a:lnTo>
                        <a:pt x="419406" y="1689418"/>
                      </a:lnTo>
                      <a:lnTo>
                        <a:pt x="419024" y="1689291"/>
                      </a:lnTo>
                      <a:lnTo>
                        <a:pt x="418294" y="1690622"/>
                      </a:lnTo>
                      <a:lnTo>
                        <a:pt x="418688" y="1689187"/>
                      </a:lnTo>
                      <a:lnTo>
                        <a:pt x="418896" y="1688481"/>
                      </a:lnTo>
                      <a:lnTo>
                        <a:pt x="419869" y="1687740"/>
                      </a:lnTo>
                      <a:lnTo>
                        <a:pt x="415505" y="1680065"/>
                      </a:lnTo>
                      <a:lnTo>
                        <a:pt x="416072" y="1675377"/>
                      </a:lnTo>
                      <a:lnTo>
                        <a:pt x="415736" y="1674671"/>
                      </a:lnTo>
                      <a:lnTo>
                        <a:pt x="414972" y="1673050"/>
                      </a:lnTo>
                      <a:lnTo>
                        <a:pt x="410400" y="1663303"/>
                      </a:lnTo>
                      <a:lnTo>
                        <a:pt x="409693" y="1651519"/>
                      </a:lnTo>
                      <a:lnTo>
                        <a:pt x="411499" y="1646761"/>
                      </a:lnTo>
                      <a:lnTo>
                        <a:pt x="411604" y="1630358"/>
                      </a:lnTo>
                      <a:lnTo>
                        <a:pt x="411604" y="1630347"/>
                      </a:lnTo>
                      <a:lnTo>
                        <a:pt x="411638" y="1625913"/>
                      </a:lnTo>
                      <a:lnTo>
                        <a:pt x="410481" y="1623714"/>
                      </a:lnTo>
                      <a:lnTo>
                        <a:pt x="409045" y="1620206"/>
                      </a:lnTo>
                      <a:lnTo>
                        <a:pt x="414972" y="1613573"/>
                      </a:lnTo>
                      <a:lnTo>
                        <a:pt x="418329" y="1609846"/>
                      </a:lnTo>
                      <a:lnTo>
                        <a:pt x="416709" y="1608874"/>
                      </a:lnTo>
                      <a:lnTo>
                        <a:pt x="415829" y="1610332"/>
                      </a:lnTo>
                      <a:lnTo>
                        <a:pt x="414972" y="1607415"/>
                      </a:lnTo>
                      <a:lnTo>
                        <a:pt x="414752" y="1606663"/>
                      </a:lnTo>
                      <a:lnTo>
                        <a:pt x="414972" y="1606419"/>
                      </a:lnTo>
                      <a:lnTo>
                        <a:pt x="417357" y="1603803"/>
                      </a:lnTo>
                      <a:lnTo>
                        <a:pt x="417102" y="1598930"/>
                      </a:lnTo>
                      <a:lnTo>
                        <a:pt x="415644" y="1595932"/>
                      </a:lnTo>
                      <a:lnTo>
                        <a:pt x="417229" y="1590086"/>
                      </a:lnTo>
                      <a:lnTo>
                        <a:pt x="419764" y="1588523"/>
                      </a:lnTo>
                      <a:lnTo>
                        <a:pt x="425020" y="1585548"/>
                      </a:lnTo>
                      <a:lnTo>
                        <a:pt x="432614" y="1583730"/>
                      </a:lnTo>
                      <a:lnTo>
                        <a:pt x="437371" y="1579425"/>
                      </a:lnTo>
                      <a:lnTo>
                        <a:pt x="438957" y="1582608"/>
                      </a:lnTo>
                      <a:lnTo>
                        <a:pt x="439062" y="1582596"/>
                      </a:lnTo>
                      <a:lnTo>
                        <a:pt x="439131" y="1582735"/>
                      </a:lnTo>
                      <a:lnTo>
                        <a:pt x="442395" y="1582978"/>
                      </a:lnTo>
                      <a:lnTo>
                        <a:pt x="442407" y="1582943"/>
                      </a:lnTo>
                      <a:lnTo>
                        <a:pt x="442442" y="1582897"/>
                      </a:lnTo>
                      <a:lnTo>
                        <a:pt x="442442" y="1582851"/>
                      </a:lnTo>
                      <a:lnTo>
                        <a:pt x="443507" y="1579864"/>
                      </a:lnTo>
                      <a:lnTo>
                        <a:pt x="448519" y="1580258"/>
                      </a:lnTo>
                      <a:lnTo>
                        <a:pt x="455071" y="1583696"/>
                      </a:lnTo>
                      <a:lnTo>
                        <a:pt x="460604" y="1590005"/>
                      </a:lnTo>
                      <a:lnTo>
                        <a:pt x="460697" y="1591359"/>
                      </a:lnTo>
                      <a:lnTo>
                        <a:pt x="467828" y="1590317"/>
                      </a:lnTo>
                      <a:lnTo>
                        <a:pt x="471023" y="1592343"/>
                      </a:lnTo>
                      <a:lnTo>
                        <a:pt x="467318" y="1590445"/>
                      </a:lnTo>
                      <a:lnTo>
                        <a:pt x="464598" y="1591232"/>
                      </a:lnTo>
                      <a:lnTo>
                        <a:pt x="473905" y="1594658"/>
                      </a:lnTo>
                      <a:lnTo>
                        <a:pt x="473731" y="1595098"/>
                      </a:lnTo>
                      <a:lnTo>
                        <a:pt x="474044" y="1594705"/>
                      </a:lnTo>
                      <a:lnTo>
                        <a:pt x="482587" y="1597853"/>
                      </a:lnTo>
                      <a:lnTo>
                        <a:pt x="492311" y="1599046"/>
                      </a:lnTo>
                      <a:lnTo>
                        <a:pt x="493445" y="1600400"/>
                      </a:lnTo>
                      <a:lnTo>
                        <a:pt x="500495" y="1599416"/>
                      </a:lnTo>
                      <a:lnTo>
                        <a:pt x="503597" y="1601291"/>
                      </a:lnTo>
                      <a:lnTo>
                        <a:pt x="503632" y="1601245"/>
                      </a:lnTo>
                      <a:lnTo>
                        <a:pt x="503690" y="1601245"/>
                      </a:lnTo>
                      <a:lnTo>
                        <a:pt x="503829" y="1601291"/>
                      </a:lnTo>
                      <a:lnTo>
                        <a:pt x="517465" y="1605968"/>
                      </a:lnTo>
                      <a:lnTo>
                        <a:pt x="520683" y="1606153"/>
                      </a:lnTo>
                      <a:lnTo>
                        <a:pt x="530986" y="1606767"/>
                      </a:lnTo>
                      <a:lnTo>
                        <a:pt x="535928" y="1605238"/>
                      </a:lnTo>
                      <a:lnTo>
                        <a:pt x="539633" y="1607183"/>
                      </a:lnTo>
                      <a:lnTo>
                        <a:pt x="545536" y="1605077"/>
                      </a:lnTo>
                      <a:lnTo>
                        <a:pt x="552795" y="1609406"/>
                      </a:lnTo>
                      <a:lnTo>
                        <a:pt x="558062" y="1616745"/>
                      </a:lnTo>
                      <a:lnTo>
                        <a:pt x="565042" y="1622244"/>
                      </a:lnTo>
                      <a:lnTo>
                        <a:pt x="562379" y="1618782"/>
                      </a:lnTo>
                      <a:lnTo>
                        <a:pt x="567264" y="1620623"/>
                      </a:lnTo>
                      <a:lnTo>
                        <a:pt x="571374" y="1626689"/>
                      </a:lnTo>
                      <a:lnTo>
                        <a:pt x="571061" y="1631030"/>
                      </a:lnTo>
                      <a:lnTo>
                        <a:pt x="569475" y="1632245"/>
                      </a:lnTo>
                      <a:lnTo>
                        <a:pt x="569568" y="1632812"/>
                      </a:lnTo>
                      <a:lnTo>
                        <a:pt x="570749" y="1631910"/>
                      </a:lnTo>
                      <a:lnTo>
                        <a:pt x="570228" y="1633275"/>
                      </a:lnTo>
                      <a:lnTo>
                        <a:pt x="570425" y="1633322"/>
                      </a:lnTo>
                      <a:lnTo>
                        <a:pt x="571605" y="1631597"/>
                      </a:lnTo>
                      <a:lnTo>
                        <a:pt x="572369" y="1626700"/>
                      </a:lnTo>
                      <a:lnTo>
                        <a:pt x="577035" y="1629027"/>
                      </a:lnTo>
                      <a:lnTo>
                        <a:pt x="579245" y="1630127"/>
                      </a:lnTo>
                      <a:lnTo>
                        <a:pt x="579072" y="1630532"/>
                      </a:lnTo>
                      <a:lnTo>
                        <a:pt x="578701" y="1631388"/>
                      </a:lnTo>
                      <a:lnTo>
                        <a:pt x="579836" y="1631099"/>
                      </a:lnTo>
                      <a:lnTo>
                        <a:pt x="580241" y="1630995"/>
                      </a:lnTo>
                      <a:lnTo>
                        <a:pt x="583031" y="1633449"/>
                      </a:lnTo>
                      <a:lnTo>
                        <a:pt x="588170" y="1637987"/>
                      </a:lnTo>
                      <a:lnTo>
                        <a:pt x="588413" y="1640012"/>
                      </a:lnTo>
                      <a:lnTo>
                        <a:pt x="588738" y="1642548"/>
                      </a:lnTo>
                      <a:lnTo>
                        <a:pt x="589062" y="1638647"/>
                      </a:lnTo>
                      <a:lnTo>
                        <a:pt x="593831" y="1640915"/>
                      </a:lnTo>
                      <a:lnTo>
                        <a:pt x="597732" y="1641425"/>
                      </a:lnTo>
                      <a:lnTo>
                        <a:pt x="597674" y="1642964"/>
                      </a:lnTo>
                      <a:lnTo>
                        <a:pt x="598566" y="1641471"/>
                      </a:lnTo>
                      <a:lnTo>
                        <a:pt x="606287" y="1645569"/>
                      </a:lnTo>
                      <a:lnTo>
                        <a:pt x="606726" y="1648428"/>
                      </a:lnTo>
                      <a:lnTo>
                        <a:pt x="607120" y="1646518"/>
                      </a:lnTo>
                      <a:lnTo>
                        <a:pt x="615628" y="1649343"/>
                      </a:lnTo>
                      <a:lnTo>
                        <a:pt x="615640" y="1648729"/>
                      </a:lnTo>
                      <a:lnTo>
                        <a:pt x="607687" y="1645986"/>
                      </a:lnTo>
                      <a:lnTo>
                        <a:pt x="603416" y="1643173"/>
                      </a:lnTo>
                      <a:lnTo>
                        <a:pt x="604342" y="1641818"/>
                      </a:lnTo>
                      <a:lnTo>
                        <a:pt x="603184" y="1642964"/>
                      </a:lnTo>
                      <a:lnTo>
                        <a:pt x="599353" y="1640962"/>
                      </a:lnTo>
                      <a:lnTo>
                        <a:pt x="592430" y="1639515"/>
                      </a:lnTo>
                      <a:lnTo>
                        <a:pt x="579674" y="1629560"/>
                      </a:lnTo>
                      <a:lnTo>
                        <a:pt x="576340" y="1627985"/>
                      </a:lnTo>
                      <a:lnTo>
                        <a:pt x="576050" y="1627858"/>
                      </a:lnTo>
                      <a:lnTo>
                        <a:pt x="574349" y="1626712"/>
                      </a:lnTo>
                      <a:lnTo>
                        <a:pt x="572381" y="1625381"/>
                      </a:lnTo>
                      <a:lnTo>
                        <a:pt x="571420" y="1623853"/>
                      </a:lnTo>
                      <a:lnTo>
                        <a:pt x="568897" y="1619859"/>
                      </a:lnTo>
                      <a:lnTo>
                        <a:pt x="559427" y="1616201"/>
                      </a:lnTo>
                      <a:lnTo>
                        <a:pt x="552274" y="1606281"/>
                      </a:lnTo>
                      <a:lnTo>
                        <a:pt x="549299" y="1604533"/>
                      </a:lnTo>
                      <a:lnTo>
                        <a:pt x="544877" y="1602426"/>
                      </a:lnTo>
                      <a:lnTo>
                        <a:pt x="540524" y="1603387"/>
                      </a:lnTo>
                      <a:lnTo>
                        <a:pt x="534563" y="1600933"/>
                      </a:lnTo>
                      <a:lnTo>
                        <a:pt x="527906" y="1600597"/>
                      </a:lnTo>
                      <a:lnTo>
                        <a:pt x="522628" y="1597656"/>
                      </a:lnTo>
                      <a:lnTo>
                        <a:pt x="520683" y="1598907"/>
                      </a:lnTo>
                      <a:lnTo>
                        <a:pt x="520579" y="1598964"/>
                      </a:lnTo>
                      <a:lnTo>
                        <a:pt x="520486" y="1594670"/>
                      </a:lnTo>
                      <a:lnTo>
                        <a:pt x="516933" y="1593142"/>
                      </a:lnTo>
                      <a:lnTo>
                        <a:pt x="517789" y="1589600"/>
                      </a:lnTo>
                      <a:lnTo>
                        <a:pt x="516168" y="1588454"/>
                      </a:lnTo>
                      <a:lnTo>
                        <a:pt x="517523" y="1586416"/>
                      </a:lnTo>
                      <a:lnTo>
                        <a:pt x="517268" y="1585259"/>
                      </a:lnTo>
                      <a:lnTo>
                        <a:pt x="517465" y="1584703"/>
                      </a:lnTo>
                      <a:lnTo>
                        <a:pt x="517280" y="1584599"/>
                      </a:lnTo>
                      <a:lnTo>
                        <a:pt x="517176" y="1585120"/>
                      </a:lnTo>
                      <a:lnTo>
                        <a:pt x="517361" y="1586277"/>
                      </a:lnTo>
                      <a:lnTo>
                        <a:pt x="517268" y="1586347"/>
                      </a:lnTo>
                      <a:lnTo>
                        <a:pt x="515428" y="1588292"/>
                      </a:lnTo>
                      <a:lnTo>
                        <a:pt x="517222" y="1590398"/>
                      </a:lnTo>
                      <a:lnTo>
                        <a:pt x="516516" y="1593558"/>
                      </a:lnTo>
                      <a:lnTo>
                        <a:pt x="519954" y="1596753"/>
                      </a:lnTo>
                      <a:lnTo>
                        <a:pt x="514397" y="1596869"/>
                      </a:lnTo>
                      <a:lnTo>
                        <a:pt x="505519" y="1591741"/>
                      </a:lnTo>
                      <a:lnTo>
                        <a:pt x="505507" y="1591730"/>
                      </a:lnTo>
                      <a:lnTo>
                        <a:pt x="490979" y="1583140"/>
                      </a:lnTo>
                      <a:lnTo>
                        <a:pt x="487044" y="1584089"/>
                      </a:lnTo>
                      <a:lnTo>
                        <a:pt x="481661" y="1576507"/>
                      </a:lnTo>
                      <a:lnTo>
                        <a:pt x="475826" y="1578348"/>
                      </a:lnTo>
                      <a:lnTo>
                        <a:pt x="475607" y="1578336"/>
                      </a:lnTo>
                      <a:lnTo>
                        <a:pt x="475178" y="1577040"/>
                      </a:lnTo>
                      <a:lnTo>
                        <a:pt x="474947" y="1575014"/>
                      </a:lnTo>
                      <a:lnTo>
                        <a:pt x="476139" y="1573717"/>
                      </a:lnTo>
                      <a:lnTo>
                        <a:pt x="479218" y="1575095"/>
                      </a:lnTo>
                      <a:lnTo>
                        <a:pt x="481290" y="1573671"/>
                      </a:lnTo>
                      <a:lnTo>
                        <a:pt x="477817" y="1570754"/>
                      </a:lnTo>
                      <a:lnTo>
                        <a:pt x="478234" y="1568971"/>
                      </a:lnTo>
                      <a:lnTo>
                        <a:pt x="478477" y="1567872"/>
                      </a:lnTo>
                      <a:lnTo>
                        <a:pt x="476683" y="1564063"/>
                      </a:lnTo>
                      <a:lnTo>
                        <a:pt x="473245" y="1563045"/>
                      </a:lnTo>
                      <a:lnTo>
                        <a:pt x="471405" y="1561227"/>
                      </a:lnTo>
                      <a:lnTo>
                        <a:pt x="471312" y="1560706"/>
                      </a:lnTo>
                      <a:lnTo>
                        <a:pt x="468846" y="1558171"/>
                      </a:lnTo>
                      <a:lnTo>
                        <a:pt x="465871" y="1558171"/>
                      </a:lnTo>
                      <a:lnTo>
                        <a:pt x="464771" y="1557754"/>
                      </a:lnTo>
                      <a:lnTo>
                        <a:pt x="465026" y="1556967"/>
                      </a:lnTo>
                      <a:lnTo>
                        <a:pt x="456923" y="1553842"/>
                      </a:lnTo>
                      <a:lnTo>
                        <a:pt x="456229" y="1551006"/>
                      </a:lnTo>
                      <a:lnTo>
                        <a:pt x="454828" y="1550959"/>
                      </a:lnTo>
                      <a:lnTo>
                        <a:pt x="454504" y="1550288"/>
                      </a:lnTo>
                      <a:lnTo>
                        <a:pt x="452374" y="1550299"/>
                      </a:lnTo>
                      <a:lnTo>
                        <a:pt x="450799" y="1548355"/>
                      </a:lnTo>
                      <a:lnTo>
                        <a:pt x="448438" y="1549165"/>
                      </a:lnTo>
                      <a:lnTo>
                        <a:pt x="449619" y="1546757"/>
                      </a:lnTo>
                      <a:lnTo>
                        <a:pt x="448577" y="1542926"/>
                      </a:lnTo>
                      <a:lnTo>
                        <a:pt x="438957" y="1526534"/>
                      </a:lnTo>
                      <a:lnTo>
                        <a:pt x="439860" y="1519311"/>
                      </a:lnTo>
                      <a:lnTo>
                        <a:pt x="437047" y="1517621"/>
                      </a:lnTo>
                      <a:lnTo>
                        <a:pt x="436376" y="1511092"/>
                      </a:lnTo>
                      <a:lnTo>
                        <a:pt x="434095" y="1510004"/>
                      </a:lnTo>
                      <a:lnTo>
                        <a:pt x="433702" y="1512030"/>
                      </a:lnTo>
                      <a:lnTo>
                        <a:pt x="433470" y="1512064"/>
                      </a:lnTo>
                      <a:lnTo>
                        <a:pt x="432359" y="1518963"/>
                      </a:lnTo>
                      <a:lnTo>
                        <a:pt x="431630" y="1522726"/>
                      </a:lnTo>
                      <a:lnTo>
                        <a:pt x="436283" y="1537774"/>
                      </a:lnTo>
                      <a:lnTo>
                        <a:pt x="442245" y="1550207"/>
                      </a:lnTo>
                      <a:lnTo>
                        <a:pt x="445729" y="1550554"/>
                      </a:lnTo>
                      <a:lnTo>
                        <a:pt x="446366" y="1557477"/>
                      </a:lnTo>
                      <a:lnTo>
                        <a:pt x="449028" y="1558021"/>
                      </a:lnTo>
                      <a:lnTo>
                        <a:pt x="452327" y="1556203"/>
                      </a:lnTo>
                      <a:lnTo>
                        <a:pt x="453589" y="1557604"/>
                      </a:lnTo>
                      <a:lnTo>
                        <a:pt x="454145" y="1559225"/>
                      </a:lnTo>
                      <a:lnTo>
                        <a:pt x="454272" y="1560417"/>
                      </a:lnTo>
                      <a:lnTo>
                        <a:pt x="453068" y="1562373"/>
                      </a:lnTo>
                      <a:lnTo>
                        <a:pt x="454631" y="1564422"/>
                      </a:lnTo>
                      <a:lnTo>
                        <a:pt x="454110" y="1565533"/>
                      </a:lnTo>
                      <a:lnTo>
                        <a:pt x="453462" y="1565522"/>
                      </a:lnTo>
                      <a:lnTo>
                        <a:pt x="450255" y="1564769"/>
                      </a:lnTo>
                      <a:lnTo>
                        <a:pt x="443993" y="1566483"/>
                      </a:lnTo>
                      <a:lnTo>
                        <a:pt x="442476" y="1568045"/>
                      </a:lnTo>
                      <a:lnTo>
                        <a:pt x="439698" y="1567490"/>
                      </a:lnTo>
                      <a:lnTo>
                        <a:pt x="437545" y="1566761"/>
                      </a:lnTo>
                      <a:lnTo>
                        <a:pt x="436411" y="1566841"/>
                      </a:lnTo>
                      <a:lnTo>
                        <a:pt x="428446" y="1565267"/>
                      </a:lnTo>
                      <a:lnTo>
                        <a:pt x="426606" y="1562929"/>
                      </a:lnTo>
                      <a:lnTo>
                        <a:pt x="426293" y="1555590"/>
                      </a:lnTo>
                      <a:lnTo>
                        <a:pt x="426259" y="1555509"/>
                      </a:lnTo>
                      <a:lnTo>
                        <a:pt x="426293" y="1554652"/>
                      </a:lnTo>
                      <a:lnTo>
                        <a:pt x="424071" y="1551573"/>
                      </a:lnTo>
                      <a:lnTo>
                        <a:pt x="422242" y="1548274"/>
                      </a:lnTo>
                      <a:lnTo>
                        <a:pt x="422670" y="1534661"/>
                      </a:lnTo>
                      <a:lnTo>
                        <a:pt x="418422" y="1527703"/>
                      </a:lnTo>
                      <a:lnTo>
                        <a:pt x="419047" y="1522587"/>
                      </a:lnTo>
                      <a:lnTo>
                        <a:pt x="431387" y="1498636"/>
                      </a:lnTo>
                      <a:lnTo>
                        <a:pt x="433876" y="1490626"/>
                      </a:lnTo>
                      <a:lnTo>
                        <a:pt x="434165" y="1490348"/>
                      </a:lnTo>
                      <a:lnTo>
                        <a:pt x="439200" y="1486123"/>
                      </a:lnTo>
                      <a:lnTo>
                        <a:pt x="439582" y="1485046"/>
                      </a:lnTo>
                      <a:lnTo>
                        <a:pt x="440462" y="1484190"/>
                      </a:lnTo>
                      <a:lnTo>
                        <a:pt x="443865" y="1473598"/>
                      </a:lnTo>
                      <a:lnTo>
                        <a:pt x="449862" y="1463261"/>
                      </a:lnTo>
                      <a:lnTo>
                        <a:pt x="458521" y="1448351"/>
                      </a:lnTo>
                      <a:lnTo>
                        <a:pt x="465559" y="1443431"/>
                      </a:lnTo>
                      <a:lnTo>
                        <a:pt x="467226" y="1438071"/>
                      </a:lnTo>
                      <a:lnTo>
                        <a:pt x="466392" y="1437597"/>
                      </a:lnTo>
                      <a:lnTo>
                        <a:pt x="465362" y="1437006"/>
                      </a:lnTo>
                      <a:lnTo>
                        <a:pt x="463313" y="1440572"/>
                      </a:lnTo>
                      <a:lnTo>
                        <a:pt x="458497" y="1443744"/>
                      </a:lnTo>
                      <a:lnTo>
                        <a:pt x="456611" y="1444809"/>
                      </a:lnTo>
                      <a:lnTo>
                        <a:pt x="454805" y="1448397"/>
                      </a:lnTo>
                      <a:lnTo>
                        <a:pt x="454249" y="1447841"/>
                      </a:lnTo>
                      <a:lnTo>
                        <a:pt x="454550" y="1448895"/>
                      </a:lnTo>
                      <a:lnTo>
                        <a:pt x="454539" y="1448907"/>
                      </a:lnTo>
                      <a:lnTo>
                        <a:pt x="452941" y="1448779"/>
                      </a:lnTo>
                      <a:lnTo>
                        <a:pt x="452026" y="1450585"/>
                      </a:lnTo>
                      <a:lnTo>
                        <a:pt x="451714" y="1450990"/>
                      </a:lnTo>
                      <a:lnTo>
                        <a:pt x="441643" y="1469268"/>
                      </a:lnTo>
                      <a:lnTo>
                        <a:pt x="438656" y="1474373"/>
                      </a:lnTo>
                      <a:lnTo>
                        <a:pt x="436376" y="1484791"/>
                      </a:lnTo>
                      <a:lnTo>
                        <a:pt x="434153" y="1484676"/>
                      </a:lnTo>
                      <a:lnTo>
                        <a:pt x="431248" y="1487871"/>
                      </a:lnTo>
                      <a:lnTo>
                        <a:pt x="425819" y="1498081"/>
                      </a:lnTo>
                      <a:lnTo>
                        <a:pt x="424626" y="1497109"/>
                      </a:lnTo>
                      <a:lnTo>
                        <a:pt x="422670" y="1495453"/>
                      </a:lnTo>
                      <a:lnTo>
                        <a:pt x="419186" y="1495557"/>
                      </a:lnTo>
                      <a:lnTo>
                        <a:pt x="418051" y="1492524"/>
                      </a:lnTo>
                      <a:lnTo>
                        <a:pt x="417426" y="1488218"/>
                      </a:lnTo>
                      <a:lnTo>
                        <a:pt x="416870" y="1484236"/>
                      </a:lnTo>
                      <a:lnTo>
                        <a:pt x="418503" y="1478622"/>
                      </a:lnTo>
                      <a:lnTo>
                        <a:pt x="420135" y="1473331"/>
                      </a:lnTo>
                      <a:lnTo>
                        <a:pt x="420089" y="1473169"/>
                      </a:lnTo>
                      <a:lnTo>
                        <a:pt x="420204" y="1472764"/>
                      </a:lnTo>
                      <a:lnTo>
                        <a:pt x="418781" y="1469326"/>
                      </a:lnTo>
                      <a:lnTo>
                        <a:pt x="414868" y="1457808"/>
                      </a:lnTo>
                      <a:lnTo>
                        <a:pt x="414972" y="1456558"/>
                      </a:lnTo>
                      <a:lnTo>
                        <a:pt x="413189" y="1454312"/>
                      </a:lnTo>
                      <a:lnTo>
                        <a:pt x="409288" y="1459823"/>
                      </a:lnTo>
                      <a:lnTo>
                        <a:pt x="411002" y="1463261"/>
                      </a:lnTo>
                      <a:lnTo>
                        <a:pt x="414648" y="1470623"/>
                      </a:lnTo>
                      <a:lnTo>
                        <a:pt x="413745" y="1478159"/>
                      </a:lnTo>
                      <a:lnTo>
                        <a:pt x="411627" y="1480080"/>
                      </a:lnTo>
                      <a:lnTo>
                        <a:pt x="410226" y="1486412"/>
                      </a:lnTo>
                      <a:lnTo>
                        <a:pt x="410747" y="1490429"/>
                      </a:lnTo>
                      <a:lnTo>
                        <a:pt x="413641" y="1495546"/>
                      </a:lnTo>
                      <a:lnTo>
                        <a:pt x="414972" y="1496576"/>
                      </a:lnTo>
                      <a:lnTo>
                        <a:pt x="421350" y="1501542"/>
                      </a:lnTo>
                      <a:lnTo>
                        <a:pt x="421536" y="1503047"/>
                      </a:lnTo>
                      <a:lnTo>
                        <a:pt x="421628" y="1504575"/>
                      </a:lnTo>
                      <a:lnTo>
                        <a:pt x="414972" y="1518987"/>
                      </a:lnTo>
                      <a:lnTo>
                        <a:pt x="414567" y="1519866"/>
                      </a:lnTo>
                      <a:lnTo>
                        <a:pt x="407552" y="1526175"/>
                      </a:lnTo>
                      <a:lnTo>
                        <a:pt x="408872" y="1528618"/>
                      </a:lnTo>
                      <a:lnTo>
                        <a:pt x="409636" y="1532531"/>
                      </a:lnTo>
                      <a:lnTo>
                        <a:pt x="409532" y="1537311"/>
                      </a:lnTo>
                      <a:lnTo>
                        <a:pt x="411742" y="1544743"/>
                      </a:lnTo>
                      <a:lnTo>
                        <a:pt x="410330" y="1548297"/>
                      </a:lnTo>
                      <a:lnTo>
                        <a:pt x="412171" y="1563125"/>
                      </a:lnTo>
                      <a:lnTo>
                        <a:pt x="412090" y="1563762"/>
                      </a:lnTo>
                      <a:lnTo>
                        <a:pt x="410295" y="1566390"/>
                      </a:lnTo>
                      <a:lnTo>
                        <a:pt x="407668" y="1565279"/>
                      </a:lnTo>
                      <a:lnTo>
                        <a:pt x="404230" y="1562987"/>
                      </a:lnTo>
                      <a:lnTo>
                        <a:pt x="401984" y="1562882"/>
                      </a:lnTo>
                      <a:lnTo>
                        <a:pt x="401521" y="1562686"/>
                      </a:lnTo>
                      <a:lnTo>
                        <a:pt x="391103" y="1552534"/>
                      </a:lnTo>
                      <a:lnTo>
                        <a:pt x="392040" y="1554282"/>
                      </a:lnTo>
                      <a:lnTo>
                        <a:pt x="390304" y="1555335"/>
                      </a:lnTo>
                      <a:lnTo>
                        <a:pt x="392619" y="1554745"/>
                      </a:lnTo>
                      <a:lnTo>
                        <a:pt x="392908" y="1558738"/>
                      </a:lnTo>
                      <a:lnTo>
                        <a:pt x="389876" y="1560486"/>
                      </a:lnTo>
                      <a:lnTo>
                        <a:pt x="394517" y="1566216"/>
                      </a:lnTo>
                      <a:lnTo>
                        <a:pt x="398812" y="1567513"/>
                      </a:lnTo>
                      <a:lnTo>
                        <a:pt x="400398" y="1566471"/>
                      </a:lnTo>
                      <a:lnTo>
                        <a:pt x="403523" y="1568971"/>
                      </a:lnTo>
                      <a:lnTo>
                        <a:pt x="405978" y="1570939"/>
                      </a:lnTo>
                      <a:lnTo>
                        <a:pt x="406638" y="1572514"/>
                      </a:lnTo>
                      <a:lnTo>
                        <a:pt x="407517" y="1575338"/>
                      </a:lnTo>
                      <a:lnTo>
                        <a:pt x="405167" y="1581809"/>
                      </a:lnTo>
                      <a:lnTo>
                        <a:pt x="401695" y="1585328"/>
                      </a:lnTo>
                      <a:lnTo>
                        <a:pt x="402968" y="1588315"/>
                      </a:lnTo>
                      <a:lnTo>
                        <a:pt x="398523" y="1589530"/>
                      </a:lnTo>
                      <a:lnTo>
                        <a:pt x="391751" y="1615449"/>
                      </a:lnTo>
                      <a:lnTo>
                        <a:pt x="391485" y="1616097"/>
                      </a:lnTo>
                      <a:lnTo>
                        <a:pt x="384389" y="1624976"/>
                      </a:lnTo>
                      <a:lnTo>
                        <a:pt x="383879" y="1627071"/>
                      </a:lnTo>
                      <a:lnTo>
                        <a:pt x="383648" y="1627105"/>
                      </a:lnTo>
                      <a:lnTo>
                        <a:pt x="381194" y="1636748"/>
                      </a:lnTo>
                      <a:lnTo>
                        <a:pt x="379886" y="1637015"/>
                      </a:lnTo>
                      <a:lnTo>
                        <a:pt x="378554" y="1635000"/>
                      </a:lnTo>
                      <a:lnTo>
                        <a:pt x="367870" y="1633947"/>
                      </a:lnTo>
                      <a:lnTo>
                        <a:pt x="367476" y="1632176"/>
                      </a:lnTo>
                      <a:lnTo>
                        <a:pt x="363344" y="1631400"/>
                      </a:lnTo>
                      <a:lnTo>
                        <a:pt x="361978" y="1632650"/>
                      </a:lnTo>
                      <a:lnTo>
                        <a:pt x="361735" y="1630485"/>
                      </a:lnTo>
                      <a:lnTo>
                        <a:pt x="361654" y="1630485"/>
                      </a:lnTo>
                      <a:lnTo>
                        <a:pt x="361654" y="1630474"/>
                      </a:lnTo>
                      <a:lnTo>
                        <a:pt x="360010" y="1630324"/>
                      </a:lnTo>
                      <a:lnTo>
                        <a:pt x="361573" y="1624420"/>
                      </a:lnTo>
                      <a:lnTo>
                        <a:pt x="361642" y="1624131"/>
                      </a:lnTo>
                      <a:lnTo>
                        <a:pt x="361677" y="1624003"/>
                      </a:lnTo>
                      <a:lnTo>
                        <a:pt x="359524" y="1618644"/>
                      </a:lnTo>
                      <a:lnTo>
                        <a:pt x="359327" y="1608723"/>
                      </a:lnTo>
                      <a:lnTo>
                        <a:pt x="357220" y="1600921"/>
                      </a:lnTo>
                      <a:lnTo>
                        <a:pt x="358054" y="1596835"/>
                      </a:lnTo>
                      <a:lnTo>
                        <a:pt x="354280" y="1582226"/>
                      </a:lnTo>
                      <a:lnTo>
                        <a:pt x="343109" y="1570893"/>
                      </a:lnTo>
                      <a:lnTo>
                        <a:pt x="342658" y="1568971"/>
                      </a:lnTo>
                      <a:lnTo>
                        <a:pt x="339787" y="1556574"/>
                      </a:lnTo>
                      <a:lnTo>
                        <a:pt x="337587" y="1553668"/>
                      </a:lnTo>
                      <a:lnTo>
                        <a:pt x="338977" y="1553830"/>
                      </a:lnTo>
                      <a:lnTo>
                        <a:pt x="338398" y="1547764"/>
                      </a:lnTo>
                      <a:lnTo>
                        <a:pt x="336430" y="1549049"/>
                      </a:lnTo>
                      <a:lnTo>
                        <a:pt x="335353" y="1554189"/>
                      </a:lnTo>
                      <a:lnTo>
                        <a:pt x="335596" y="1555404"/>
                      </a:lnTo>
                      <a:lnTo>
                        <a:pt x="335608" y="1555474"/>
                      </a:lnTo>
                      <a:lnTo>
                        <a:pt x="338305" y="1568971"/>
                      </a:lnTo>
                      <a:lnTo>
                        <a:pt x="338444" y="1569643"/>
                      </a:lnTo>
                      <a:lnTo>
                        <a:pt x="342970" y="1578105"/>
                      </a:lnTo>
                      <a:lnTo>
                        <a:pt x="346223" y="1580964"/>
                      </a:lnTo>
                      <a:lnTo>
                        <a:pt x="349314" y="1590051"/>
                      </a:lnTo>
                      <a:lnTo>
                        <a:pt x="351363" y="1609151"/>
                      </a:lnTo>
                      <a:lnTo>
                        <a:pt x="349684" y="1613840"/>
                      </a:lnTo>
                      <a:lnTo>
                        <a:pt x="340528" y="1612011"/>
                      </a:lnTo>
                      <a:lnTo>
                        <a:pt x="327308" y="1598444"/>
                      </a:lnTo>
                      <a:lnTo>
                        <a:pt x="325630" y="1598513"/>
                      </a:lnTo>
                      <a:lnTo>
                        <a:pt x="321416" y="1592389"/>
                      </a:lnTo>
                      <a:lnTo>
                        <a:pt x="317411" y="1591915"/>
                      </a:lnTo>
                      <a:lnTo>
                        <a:pt x="317700" y="1588928"/>
                      </a:lnTo>
                      <a:lnTo>
                        <a:pt x="317665" y="1588928"/>
                      </a:lnTo>
                      <a:lnTo>
                        <a:pt x="317665" y="1588870"/>
                      </a:lnTo>
                      <a:lnTo>
                        <a:pt x="315478" y="1588708"/>
                      </a:lnTo>
                      <a:lnTo>
                        <a:pt x="314054" y="1583291"/>
                      </a:lnTo>
                      <a:lnTo>
                        <a:pt x="315883" y="1577920"/>
                      </a:lnTo>
                      <a:lnTo>
                        <a:pt x="315593" y="1575847"/>
                      </a:lnTo>
                      <a:lnTo>
                        <a:pt x="315628" y="1575662"/>
                      </a:lnTo>
                      <a:lnTo>
                        <a:pt x="315570" y="1575708"/>
                      </a:lnTo>
                      <a:lnTo>
                        <a:pt x="314852" y="1570615"/>
                      </a:lnTo>
                      <a:lnTo>
                        <a:pt x="316554" y="1568971"/>
                      </a:lnTo>
                      <a:lnTo>
                        <a:pt x="316878" y="1568670"/>
                      </a:lnTo>
                      <a:lnTo>
                        <a:pt x="315107" y="1565128"/>
                      </a:lnTo>
                      <a:lnTo>
                        <a:pt x="316357" y="1560787"/>
                      </a:lnTo>
                      <a:lnTo>
                        <a:pt x="315501" y="1562061"/>
                      </a:lnTo>
                      <a:lnTo>
                        <a:pt x="314656" y="1561320"/>
                      </a:lnTo>
                      <a:lnTo>
                        <a:pt x="315431" y="1562697"/>
                      </a:lnTo>
                      <a:lnTo>
                        <a:pt x="313625" y="1563670"/>
                      </a:lnTo>
                      <a:lnTo>
                        <a:pt x="311866" y="1568971"/>
                      </a:lnTo>
                      <a:lnTo>
                        <a:pt x="311681" y="1569504"/>
                      </a:lnTo>
                      <a:lnTo>
                        <a:pt x="309828" y="1584830"/>
                      </a:lnTo>
                      <a:lnTo>
                        <a:pt x="311021" y="1587111"/>
                      </a:lnTo>
                      <a:lnTo>
                        <a:pt x="312201" y="1590028"/>
                      </a:lnTo>
                      <a:lnTo>
                        <a:pt x="312028" y="1590734"/>
                      </a:lnTo>
                      <a:lnTo>
                        <a:pt x="311472" y="1592100"/>
                      </a:lnTo>
                      <a:lnTo>
                        <a:pt x="310546" y="1591915"/>
                      </a:lnTo>
                      <a:lnTo>
                        <a:pt x="309273" y="1595712"/>
                      </a:lnTo>
                      <a:lnTo>
                        <a:pt x="307455" y="1601152"/>
                      </a:lnTo>
                      <a:lnTo>
                        <a:pt x="304492" y="1601118"/>
                      </a:lnTo>
                      <a:lnTo>
                        <a:pt x="297419" y="1607762"/>
                      </a:lnTo>
                      <a:lnTo>
                        <a:pt x="295382" y="1613562"/>
                      </a:lnTo>
                      <a:lnTo>
                        <a:pt x="303855" y="1636343"/>
                      </a:lnTo>
                      <a:lnTo>
                        <a:pt x="305418" y="1636482"/>
                      </a:lnTo>
                      <a:lnTo>
                        <a:pt x="305129" y="1643404"/>
                      </a:lnTo>
                      <a:lnTo>
                        <a:pt x="307201" y="1646252"/>
                      </a:lnTo>
                      <a:lnTo>
                        <a:pt x="306113" y="1653776"/>
                      </a:lnTo>
                      <a:lnTo>
                        <a:pt x="306055" y="1653823"/>
                      </a:lnTo>
                      <a:lnTo>
                        <a:pt x="302362" y="1653915"/>
                      </a:lnTo>
                      <a:lnTo>
                        <a:pt x="299375" y="1647062"/>
                      </a:lnTo>
                      <a:lnTo>
                        <a:pt x="291758" y="1645129"/>
                      </a:lnTo>
                      <a:lnTo>
                        <a:pt x="291400" y="1643856"/>
                      </a:lnTo>
                      <a:lnTo>
                        <a:pt x="291064" y="1639989"/>
                      </a:lnTo>
                      <a:lnTo>
                        <a:pt x="289432" y="1638357"/>
                      </a:lnTo>
                      <a:lnTo>
                        <a:pt x="285241" y="1637281"/>
                      </a:lnTo>
                      <a:lnTo>
                        <a:pt x="285623" y="1640082"/>
                      </a:lnTo>
                      <a:lnTo>
                        <a:pt x="279384" y="1639492"/>
                      </a:lnTo>
                      <a:lnTo>
                        <a:pt x="278666" y="1638843"/>
                      </a:lnTo>
                      <a:lnTo>
                        <a:pt x="278631" y="1638346"/>
                      </a:lnTo>
                      <a:lnTo>
                        <a:pt x="279268" y="1634838"/>
                      </a:lnTo>
                      <a:lnTo>
                        <a:pt x="277902" y="1634422"/>
                      </a:lnTo>
                      <a:lnTo>
                        <a:pt x="276606" y="1635648"/>
                      </a:lnTo>
                      <a:lnTo>
                        <a:pt x="275645" y="1635822"/>
                      </a:lnTo>
                      <a:lnTo>
                        <a:pt x="273990" y="1635463"/>
                      </a:lnTo>
                      <a:lnTo>
                        <a:pt x="274892" y="1636181"/>
                      </a:lnTo>
                      <a:lnTo>
                        <a:pt x="274534" y="1637697"/>
                      </a:lnTo>
                      <a:lnTo>
                        <a:pt x="270991" y="1637107"/>
                      </a:lnTo>
                      <a:lnTo>
                        <a:pt x="273735" y="1635498"/>
                      </a:lnTo>
                      <a:lnTo>
                        <a:pt x="269556" y="1634202"/>
                      </a:lnTo>
                      <a:lnTo>
                        <a:pt x="272600" y="1627140"/>
                      </a:lnTo>
                      <a:lnTo>
                        <a:pt x="272045" y="1625740"/>
                      </a:lnTo>
                      <a:lnTo>
                        <a:pt x="270239" y="1626318"/>
                      </a:lnTo>
                      <a:lnTo>
                        <a:pt x="270216" y="1626307"/>
                      </a:lnTo>
                      <a:lnTo>
                        <a:pt x="272068" y="1623424"/>
                      </a:lnTo>
                      <a:lnTo>
                        <a:pt x="270065" y="1626295"/>
                      </a:lnTo>
                      <a:lnTo>
                        <a:pt x="268896" y="1623540"/>
                      </a:lnTo>
                      <a:lnTo>
                        <a:pt x="271327" y="1622232"/>
                      </a:lnTo>
                      <a:lnTo>
                        <a:pt x="268283" y="1620936"/>
                      </a:lnTo>
                      <a:lnTo>
                        <a:pt x="267206" y="1621699"/>
                      </a:lnTo>
                      <a:lnTo>
                        <a:pt x="267507" y="1621237"/>
                      </a:lnTo>
                      <a:lnTo>
                        <a:pt x="268225" y="1620461"/>
                      </a:lnTo>
                      <a:lnTo>
                        <a:pt x="267218" y="1618053"/>
                      </a:lnTo>
                      <a:lnTo>
                        <a:pt x="265909" y="1617115"/>
                      </a:lnTo>
                      <a:lnTo>
                        <a:pt x="263768" y="1618620"/>
                      </a:lnTo>
                      <a:lnTo>
                        <a:pt x="264370" y="1616166"/>
                      </a:lnTo>
                      <a:lnTo>
                        <a:pt x="262911" y="1614789"/>
                      </a:lnTo>
                      <a:lnTo>
                        <a:pt x="260284" y="1615750"/>
                      </a:lnTo>
                      <a:lnTo>
                        <a:pt x="261256" y="1610482"/>
                      </a:lnTo>
                      <a:lnTo>
                        <a:pt x="259890" y="1609614"/>
                      </a:lnTo>
                      <a:lnTo>
                        <a:pt x="259149" y="1609568"/>
                      </a:lnTo>
                      <a:lnTo>
                        <a:pt x="262043" y="1606442"/>
                      </a:lnTo>
                      <a:lnTo>
                        <a:pt x="259913" y="1602761"/>
                      </a:lnTo>
                      <a:lnTo>
                        <a:pt x="262379" y="1598420"/>
                      </a:lnTo>
                      <a:lnTo>
                        <a:pt x="264845" y="1597182"/>
                      </a:lnTo>
                      <a:lnTo>
                        <a:pt x="261858" y="1595885"/>
                      </a:lnTo>
                      <a:lnTo>
                        <a:pt x="261661" y="1595306"/>
                      </a:lnTo>
                      <a:lnTo>
                        <a:pt x="261476" y="1593154"/>
                      </a:lnTo>
                      <a:lnTo>
                        <a:pt x="262553" y="1591220"/>
                      </a:lnTo>
                      <a:lnTo>
                        <a:pt x="263814" y="1589912"/>
                      </a:lnTo>
                      <a:lnTo>
                        <a:pt x="264243" y="1583360"/>
                      </a:lnTo>
                      <a:lnTo>
                        <a:pt x="269093" y="1576125"/>
                      </a:lnTo>
                      <a:lnTo>
                        <a:pt x="268213" y="1574447"/>
                      </a:lnTo>
                      <a:lnTo>
                        <a:pt x="268225" y="1576993"/>
                      </a:lnTo>
                      <a:lnTo>
                        <a:pt x="267877" y="1575546"/>
                      </a:lnTo>
                      <a:lnTo>
                        <a:pt x="267935" y="1575408"/>
                      </a:lnTo>
                      <a:lnTo>
                        <a:pt x="267669" y="1574690"/>
                      </a:lnTo>
                      <a:lnTo>
                        <a:pt x="267137" y="1572479"/>
                      </a:lnTo>
                      <a:lnTo>
                        <a:pt x="266685" y="1572340"/>
                      </a:lnTo>
                      <a:lnTo>
                        <a:pt x="264023" y="1570546"/>
                      </a:lnTo>
                      <a:lnTo>
                        <a:pt x="263351" y="1568971"/>
                      </a:lnTo>
                      <a:lnTo>
                        <a:pt x="262958" y="1568068"/>
                      </a:lnTo>
                      <a:lnTo>
                        <a:pt x="263027" y="1564862"/>
                      </a:lnTo>
                      <a:lnTo>
                        <a:pt x="266002" y="1560579"/>
                      </a:lnTo>
                      <a:lnTo>
                        <a:pt x="265308" y="1552823"/>
                      </a:lnTo>
                      <a:lnTo>
                        <a:pt x="267785" y="1551422"/>
                      </a:lnTo>
                      <a:lnTo>
                        <a:pt x="270285" y="1545357"/>
                      </a:lnTo>
                      <a:lnTo>
                        <a:pt x="270748" y="1545160"/>
                      </a:lnTo>
                      <a:lnTo>
                        <a:pt x="271477" y="1545287"/>
                      </a:lnTo>
                      <a:lnTo>
                        <a:pt x="273596" y="1543944"/>
                      </a:lnTo>
                      <a:lnTo>
                        <a:pt x="274672" y="1543481"/>
                      </a:lnTo>
                      <a:lnTo>
                        <a:pt x="279419" y="1536663"/>
                      </a:lnTo>
                      <a:lnTo>
                        <a:pt x="282671" y="1525759"/>
                      </a:lnTo>
                      <a:lnTo>
                        <a:pt x="284396" y="1521788"/>
                      </a:lnTo>
                      <a:lnTo>
                        <a:pt x="291272" y="1514264"/>
                      </a:lnTo>
                      <a:lnTo>
                        <a:pt x="293009" y="1509275"/>
                      </a:lnTo>
                      <a:lnTo>
                        <a:pt x="298507" y="1504042"/>
                      </a:lnTo>
                      <a:lnTo>
                        <a:pt x="308335" y="1495221"/>
                      </a:lnTo>
                      <a:lnTo>
                        <a:pt x="309284" y="1493809"/>
                      </a:lnTo>
                      <a:lnTo>
                        <a:pt x="314192" y="1489144"/>
                      </a:lnTo>
                      <a:lnTo>
                        <a:pt x="311738" y="1488230"/>
                      </a:lnTo>
                      <a:lnTo>
                        <a:pt x="311738" y="1488195"/>
                      </a:lnTo>
                      <a:lnTo>
                        <a:pt x="312780" y="1484931"/>
                      </a:lnTo>
                      <a:lnTo>
                        <a:pt x="311819" y="1484225"/>
                      </a:lnTo>
                      <a:lnTo>
                        <a:pt x="311843" y="1483426"/>
                      </a:lnTo>
                      <a:lnTo>
                        <a:pt x="314609" y="1476642"/>
                      </a:lnTo>
                      <a:lnTo>
                        <a:pt x="327320" y="1470959"/>
                      </a:lnTo>
                      <a:lnTo>
                        <a:pt x="331487" y="1471965"/>
                      </a:lnTo>
                      <a:lnTo>
                        <a:pt x="346362" y="1463261"/>
                      </a:lnTo>
                      <a:lnTo>
                        <a:pt x="348677" y="1461906"/>
                      </a:lnTo>
                      <a:lnTo>
                        <a:pt x="356201" y="1455412"/>
                      </a:lnTo>
                      <a:lnTo>
                        <a:pt x="355090" y="1451071"/>
                      </a:lnTo>
                      <a:lnTo>
                        <a:pt x="355090" y="1450492"/>
                      </a:lnTo>
                      <a:lnTo>
                        <a:pt x="356144" y="1447853"/>
                      </a:lnTo>
                      <a:lnTo>
                        <a:pt x="361885" y="1435479"/>
                      </a:lnTo>
                      <a:lnTo>
                        <a:pt x="365404" y="1430293"/>
                      </a:lnTo>
                      <a:lnTo>
                        <a:pt x="365937" y="1429818"/>
                      </a:lnTo>
                      <a:lnTo>
                        <a:pt x="373357" y="1423150"/>
                      </a:lnTo>
                      <a:lnTo>
                        <a:pt x="388996" y="1417571"/>
                      </a:lnTo>
                      <a:lnTo>
                        <a:pt x="390142" y="1416471"/>
                      </a:lnTo>
                      <a:lnTo>
                        <a:pt x="390269" y="1416425"/>
                      </a:lnTo>
                      <a:lnTo>
                        <a:pt x="391543" y="1415151"/>
                      </a:lnTo>
                      <a:lnTo>
                        <a:pt x="396300" y="1410637"/>
                      </a:lnTo>
                      <a:lnTo>
                        <a:pt x="401104" y="1408622"/>
                      </a:lnTo>
                      <a:lnTo>
                        <a:pt x="403396" y="1404802"/>
                      </a:lnTo>
                      <a:lnTo>
                        <a:pt x="404450" y="1406272"/>
                      </a:lnTo>
                      <a:lnTo>
                        <a:pt x="409520" y="1399732"/>
                      </a:lnTo>
                      <a:lnTo>
                        <a:pt x="409543" y="1399744"/>
                      </a:lnTo>
                      <a:lnTo>
                        <a:pt x="409856" y="1399304"/>
                      </a:lnTo>
                      <a:lnTo>
                        <a:pt x="412286" y="1396167"/>
                      </a:lnTo>
                      <a:lnTo>
                        <a:pt x="411546" y="1396966"/>
                      </a:lnTo>
                      <a:lnTo>
                        <a:pt x="412217" y="1396051"/>
                      </a:lnTo>
                      <a:lnTo>
                        <a:pt x="410978" y="1397591"/>
                      </a:lnTo>
                      <a:lnTo>
                        <a:pt x="410238" y="1398389"/>
                      </a:lnTo>
                      <a:lnTo>
                        <a:pt x="410782" y="1396722"/>
                      </a:lnTo>
                      <a:lnTo>
                        <a:pt x="408918" y="1396502"/>
                      </a:lnTo>
                      <a:lnTo>
                        <a:pt x="407483" y="1397868"/>
                      </a:lnTo>
                      <a:lnTo>
                        <a:pt x="407355" y="1397741"/>
                      </a:lnTo>
                      <a:lnTo>
                        <a:pt x="403269" y="1401874"/>
                      </a:lnTo>
                      <a:lnTo>
                        <a:pt x="401590" y="1403459"/>
                      </a:lnTo>
                      <a:lnTo>
                        <a:pt x="385060" y="1412662"/>
                      </a:lnTo>
                      <a:lnTo>
                        <a:pt x="381391" y="1412327"/>
                      </a:lnTo>
                      <a:lnTo>
                        <a:pt x="369120" y="1416610"/>
                      </a:lnTo>
                      <a:lnTo>
                        <a:pt x="369097" y="1416193"/>
                      </a:lnTo>
                      <a:lnTo>
                        <a:pt x="370278" y="1408611"/>
                      </a:lnTo>
                      <a:lnTo>
                        <a:pt x="369247" y="1407094"/>
                      </a:lnTo>
                      <a:lnTo>
                        <a:pt x="372049" y="1403355"/>
                      </a:lnTo>
                      <a:lnTo>
                        <a:pt x="371018" y="1401897"/>
                      </a:lnTo>
                      <a:lnTo>
                        <a:pt x="368842" y="1405624"/>
                      </a:lnTo>
                      <a:lnTo>
                        <a:pt x="369641" y="1409548"/>
                      </a:lnTo>
                      <a:lnTo>
                        <a:pt x="366816" y="1409386"/>
                      </a:lnTo>
                      <a:lnTo>
                        <a:pt x="361410" y="1415209"/>
                      </a:lnTo>
                      <a:lnTo>
                        <a:pt x="360774" y="1413901"/>
                      </a:lnTo>
                      <a:lnTo>
                        <a:pt x="360994" y="1417941"/>
                      </a:lnTo>
                      <a:lnTo>
                        <a:pt x="358412" y="1422664"/>
                      </a:lnTo>
                      <a:lnTo>
                        <a:pt x="354014" y="1425766"/>
                      </a:lnTo>
                      <a:lnTo>
                        <a:pt x="352404" y="1431589"/>
                      </a:lnTo>
                      <a:lnTo>
                        <a:pt x="351444" y="1432990"/>
                      </a:lnTo>
                      <a:lnTo>
                        <a:pt x="349105" y="1434934"/>
                      </a:lnTo>
                      <a:lnTo>
                        <a:pt x="348862" y="1436752"/>
                      </a:lnTo>
                      <a:lnTo>
                        <a:pt x="348029" y="1437979"/>
                      </a:lnTo>
                      <a:lnTo>
                        <a:pt x="346906" y="1436208"/>
                      </a:lnTo>
                      <a:lnTo>
                        <a:pt x="348168" y="1443720"/>
                      </a:lnTo>
                      <a:lnTo>
                        <a:pt x="343908" y="1453016"/>
                      </a:lnTo>
                      <a:lnTo>
                        <a:pt x="334254" y="1460783"/>
                      </a:lnTo>
                      <a:lnTo>
                        <a:pt x="328280" y="1460969"/>
                      </a:lnTo>
                      <a:lnTo>
                        <a:pt x="325618" y="1463261"/>
                      </a:lnTo>
                      <a:lnTo>
                        <a:pt x="324785" y="1463978"/>
                      </a:lnTo>
                      <a:lnTo>
                        <a:pt x="324518" y="1464001"/>
                      </a:lnTo>
                      <a:lnTo>
                        <a:pt x="318869" y="1464140"/>
                      </a:lnTo>
                      <a:lnTo>
                        <a:pt x="309273" y="1471664"/>
                      </a:lnTo>
                      <a:lnTo>
                        <a:pt x="303682" y="1476040"/>
                      </a:lnTo>
                      <a:lnTo>
                        <a:pt x="303485" y="1478552"/>
                      </a:lnTo>
                      <a:lnTo>
                        <a:pt x="300973" y="1479119"/>
                      </a:lnTo>
                      <a:lnTo>
                        <a:pt x="297164" y="1484583"/>
                      </a:lnTo>
                      <a:lnTo>
                        <a:pt x="297245" y="1486007"/>
                      </a:lnTo>
                      <a:lnTo>
                        <a:pt x="296759" y="1489827"/>
                      </a:lnTo>
                      <a:lnTo>
                        <a:pt x="295092" y="1491795"/>
                      </a:lnTo>
                      <a:lnTo>
                        <a:pt x="296076" y="1493994"/>
                      </a:lnTo>
                      <a:lnTo>
                        <a:pt x="287255" y="1498358"/>
                      </a:lnTo>
                      <a:lnTo>
                        <a:pt x="284003" y="1503730"/>
                      </a:lnTo>
                      <a:lnTo>
                        <a:pt x="282741" y="1508881"/>
                      </a:lnTo>
                      <a:lnTo>
                        <a:pt x="281757" y="1512354"/>
                      </a:lnTo>
                      <a:lnTo>
                        <a:pt x="279245" y="1514333"/>
                      </a:lnTo>
                      <a:lnTo>
                        <a:pt x="276409" y="1516081"/>
                      </a:lnTo>
                      <a:lnTo>
                        <a:pt x="275946" y="1516370"/>
                      </a:lnTo>
                      <a:lnTo>
                        <a:pt x="274464" y="1515815"/>
                      </a:lnTo>
                      <a:lnTo>
                        <a:pt x="274036" y="1515572"/>
                      </a:lnTo>
                      <a:lnTo>
                        <a:pt x="272959" y="1513153"/>
                      </a:lnTo>
                      <a:lnTo>
                        <a:pt x="274163" y="1509900"/>
                      </a:lnTo>
                      <a:lnTo>
                        <a:pt x="270019" y="1509946"/>
                      </a:lnTo>
                      <a:lnTo>
                        <a:pt x="268989" y="1513118"/>
                      </a:lnTo>
                      <a:lnTo>
                        <a:pt x="272253" y="1516069"/>
                      </a:lnTo>
                      <a:lnTo>
                        <a:pt x="266893" y="1520897"/>
                      </a:lnTo>
                      <a:lnTo>
                        <a:pt x="267669" y="1522830"/>
                      </a:lnTo>
                      <a:lnTo>
                        <a:pt x="267588" y="1531581"/>
                      </a:lnTo>
                      <a:lnTo>
                        <a:pt x="264671" y="1536790"/>
                      </a:lnTo>
                      <a:lnTo>
                        <a:pt x="261869" y="1536362"/>
                      </a:lnTo>
                      <a:lnTo>
                        <a:pt x="261082" y="1534614"/>
                      </a:lnTo>
                      <a:lnTo>
                        <a:pt x="258721" y="1536281"/>
                      </a:lnTo>
                      <a:lnTo>
                        <a:pt x="257749" y="1540182"/>
                      </a:lnTo>
                      <a:lnTo>
                        <a:pt x="251474" y="1547683"/>
                      </a:lnTo>
                      <a:lnTo>
                        <a:pt x="251694" y="1544755"/>
                      </a:lnTo>
                      <a:lnTo>
                        <a:pt x="250456" y="1545785"/>
                      </a:lnTo>
                      <a:lnTo>
                        <a:pt x="249159" y="1545785"/>
                      </a:lnTo>
                      <a:lnTo>
                        <a:pt x="248407" y="1544755"/>
                      </a:lnTo>
                      <a:lnTo>
                        <a:pt x="246393" y="1546734"/>
                      </a:lnTo>
                      <a:lnTo>
                        <a:pt x="244436" y="1548019"/>
                      </a:lnTo>
                      <a:lnTo>
                        <a:pt x="244112" y="1545229"/>
                      </a:lnTo>
                      <a:lnTo>
                        <a:pt x="237560" y="1541861"/>
                      </a:lnTo>
                      <a:lnTo>
                        <a:pt x="237282" y="1528051"/>
                      </a:lnTo>
                      <a:lnTo>
                        <a:pt x="234145" y="1525863"/>
                      </a:lnTo>
                      <a:lnTo>
                        <a:pt x="235187" y="1527101"/>
                      </a:lnTo>
                      <a:lnTo>
                        <a:pt x="230950" y="1538018"/>
                      </a:lnTo>
                      <a:lnTo>
                        <a:pt x="232478" y="1540912"/>
                      </a:lnTo>
                      <a:lnTo>
                        <a:pt x="229874" y="1543412"/>
                      </a:lnTo>
                      <a:lnTo>
                        <a:pt x="231078" y="1558148"/>
                      </a:lnTo>
                      <a:lnTo>
                        <a:pt x="229156" y="1561169"/>
                      </a:lnTo>
                      <a:lnTo>
                        <a:pt x="229874" y="1562327"/>
                      </a:lnTo>
                      <a:lnTo>
                        <a:pt x="229735" y="1562628"/>
                      </a:lnTo>
                      <a:lnTo>
                        <a:pt x="230163" y="1562801"/>
                      </a:lnTo>
                      <a:lnTo>
                        <a:pt x="230418" y="1563218"/>
                      </a:lnTo>
                      <a:lnTo>
                        <a:pt x="228647" y="1564665"/>
                      </a:lnTo>
                      <a:lnTo>
                        <a:pt x="229469" y="1568971"/>
                      </a:lnTo>
                      <a:lnTo>
                        <a:pt x="230233" y="1572942"/>
                      </a:lnTo>
                      <a:lnTo>
                        <a:pt x="234099" y="1576137"/>
                      </a:lnTo>
                      <a:lnTo>
                        <a:pt x="234423" y="1577109"/>
                      </a:lnTo>
                      <a:lnTo>
                        <a:pt x="234990" y="1583870"/>
                      </a:lnTo>
                      <a:lnTo>
                        <a:pt x="237722" y="1603213"/>
                      </a:lnTo>
                      <a:lnTo>
                        <a:pt x="236866" y="1609533"/>
                      </a:lnTo>
                      <a:lnTo>
                        <a:pt x="238058" y="1613110"/>
                      </a:lnTo>
                      <a:lnTo>
                        <a:pt x="240570" y="1612126"/>
                      </a:lnTo>
                      <a:lnTo>
                        <a:pt x="242248" y="1614638"/>
                      </a:lnTo>
                      <a:lnTo>
                        <a:pt x="238810" y="1613504"/>
                      </a:lnTo>
                      <a:lnTo>
                        <a:pt x="242237" y="1621329"/>
                      </a:lnTo>
                      <a:lnTo>
                        <a:pt x="242202" y="1621329"/>
                      </a:lnTo>
                      <a:lnTo>
                        <a:pt x="242283" y="1621422"/>
                      </a:lnTo>
                      <a:lnTo>
                        <a:pt x="242295" y="1621445"/>
                      </a:lnTo>
                      <a:lnTo>
                        <a:pt x="244066" y="1625161"/>
                      </a:lnTo>
                      <a:lnTo>
                        <a:pt x="243927" y="1625253"/>
                      </a:lnTo>
                      <a:lnTo>
                        <a:pt x="241392" y="1626191"/>
                      </a:lnTo>
                      <a:lnTo>
                        <a:pt x="240500" y="1625253"/>
                      </a:lnTo>
                      <a:lnTo>
                        <a:pt x="240466" y="1624698"/>
                      </a:lnTo>
                      <a:lnTo>
                        <a:pt x="239215" y="1626411"/>
                      </a:lnTo>
                      <a:lnTo>
                        <a:pt x="237780" y="1628193"/>
                      </a:lnTo>
                      <a:lnTo>
                        <a:pt x="237954" y="1628147"/>
                      </a:lnTo>
                      <a:lnTo>
                        <a:pt x="237375" y="1628934"/>
                      </a:lnTo>
                      <a:lnTo>
                        <a:pt x="241207" y="1627418"/>
                      </a:lnTo>
                      <a:lnTo>
                        <a:pt x="247226" y="1630069"/>
                      </a:lnTo>
                      <a:lnTo>
                        <a:pt x="249275" y="1634537"/>
                      </a:lnTo>
                      <a:lnTo>
                        <a:pt x="256139" y="1647039"/>
                      </a:lnTo>
                      <a:lnTo>
                        <a:pt x="261221" y="1651554"/>
                      </a:lnTo>
                      <a:lnTo>
                        <a:pt x="263745" y="1661266"/>
                      </a:lnTo>
                      <a:lnTo>
                        <a:pt x="265597" y="1663651"/>
                      </a:lnTo>
                      <a:lnTo>
                        <a:pt x="266338" y="1665838"/>
                      </a:lnTo>
                      <a:lnTo>
                        <a:pt x="267808" y="1674671"/>
                      </a:lnTo>
                      <a:lnTo>
                        <a:pt x="268329" y="1677842"/>
                      </a:lnTo>
                      <a:lnTo>
                        <a:pt x="268271" y="1678190"/>
                      </a:lnTo>
                      <a:lnTo>
                        <a:pt x="264949" y="1686374"/>
                      </a:lnTo>
                      <a:lnTo>
                        <a:pt x="263490" y="1688550"/>
                      </a:lnTo>
                      <a:lnTo>
                        <a:pt x="255873" y="1687265"/>
                      </a:lnTo>
                      <a:lnTo>
                        <a:pt x="250305" y="1692717"/>
                      </a:lnTo>
                      <a:lnTo>
                        <a:pt x="247897" y="1693771"/>
                      </a:lnTo>
                      <a:lnTo>
                        <a:pt x="242434" y="1695519"/>
                      </a:lnTo>
                      <a:lnTo>
                        <a:pt x="241033" y="1694836"/>
                      </a:lnTo>
                      <a:lnTo>
                        <a:pt x="238382" y="1699038"/>
                      </a:lnTo>
                      <a:lnTo>
                        <a:pt x="233786" y="1704791"/>
                      </a:lnTo>
                      <a:lnTo>
                        <a:pt x="231367" y="1705717"/>
                      </a:lnTo>
                      <a:lnTo>
                        <a:pt x="220903" y="1720338"/>
                      </a:lnTo>
                      <a:lnTo>
                        <a:pt x="221516" y="1722861"/>
                      </a:lnTo>
                      <a:lnTo>
                        <a:pt x="221076" y="1731786"/>
                      </a:lnTo>
                      <a:lnTo>
                        <a:pt x="217129" y="1734472"/>
                      </a:lnTo>
                      <a:lnTo>
                        <a:pt x="218275" y="1736602"/>
                      </a:lnTo>
                      <a:lnTo>
                        <a:pt x="213019" y="1753375"/>
                      </a:lnTo>
                      <a:lnTo>
                        <a:pt x="208181" y="1757716"/>
                      </a:lnTo>
                      <a:lnTo>
                        <a:pt x="210322" y="1762925"/>
                      </a:lnTo>
                      <a:lnTo>
                        <a:pt x="209651" y="1780081"/>
                      </a:lnTo>
                      <a:lnTo>
                        <a:pt x="209732" y="1780382"/>
                      </a:lnTo>
                      <a:lnTo>
                        <a:pt x="211051" y="1785325"/>
                      </a:lnTo>
                      <a:lnTo>
                        <a:pt x="214837" y="1788612"/>
                      </a:lnTo>
                      <a:lnTo>
                        <a:pt x="214617" y="1790962"/>
                      </a:lnTo>
                      <a:lnTo>
                        <a:pt x="212718" y="1791645"/>
                      </a:lnTo>
                      <a:lnTo>
                        <a:pt x="214466" y="1796588"/>
                      </a:lnTo>
                      <a:lnTo>
                        <a:pt x="214605" y="1797028"/>
                      </a:lnTo>
                      <a:lnTo>
                        <a:pt x="211468" y="1797873"/>
                      </a:lnTo>
                      <a:lnTo>
                        <a:pt x="211572" y="1798973"/>
                      </a:lnTo>
                      <a:lnTo>
                        <a:pt x="211491" y="1798625"/>
                      </a:lnTo>
                      <a:lnTo>
                        <a:pt x="210866" y="1793335"/>
                      </a:lnTo>
                      <a:lnTo>
                        <a:pt x="204893" y="1795037"/>
                      </a:lnTo>
                      <a:lnTo>
                        <a:pt x="206132" y="1791830"/>
                      </a:lnTo>
                      <a:lnTo>
                        <a:pt x="204835" y="1791599"/>
                      </a:lnTo>
                      <a:lnTo>
                        <a:pt x="206062" y="1791865"/>
                      </a:lnTo>
                      <a:lnTo>
                        <a:pt x="204303" y="1794539"/>
                      </a:lnTo>
                      <a:lnTo>
                        <a:pt x="204789" y="1797167"/>
                      </a:lnTo>
                      <a:lnTo>
                        <a:pt x="202995" y="1799945"/>
                      </a:lnTo>
                      <a:lnTo>
                        <a:pt x="202520" y="1801508"/>
                      </a:lnTo>
                      <a:lnTo>
                        <a:pt x="201930" y="1802306"/>
                      </a:lnTo>
                      <a:lnTo>
                        <a:pt x="203573" y="1803811"/>
                      </a:lnTo>
                      <a:lnTo>
                        <a:pt x="204094" y="1804297"/>
                      </a:lnTo>
                      <a:lnTo>
                        <a:pt x="203573" y="1804865"/>
                      </a:lnTo>
                      <a:lnTo>
                        <a:pt x="203377" y="1805073"/>
                      </a:lnTo>
                      <a:lnTo>
                        <a:pt x="202103" y="1810317"/>
                      </a:lnTo>
                      <a:lnTo>
                        <a:pt x="202289" y="1813303"/>
                      </a:lnTo>
                      <a:lnTo>
                        <a:pt x="202346" y="1814693"/>
                      </a:lnTo>
                      <a:lnTo>
                        <a:pt x="202034" y="1815213"/>
                      </a:lnTo>
                      <a:lnTo>
                        <a:pt x="202404" y="1816012"/>
                      </a:lnTo>
                      <a:lnTo>
                        <a:pt x="202740" y="1823791"/>
                      </a:lnTo>
                      <a:lnTo>
                        <a:pt x="201397" y="1824185"/>
                      </a:lnTo>
                      <a:lnTo>
                        <a:pt x="198144" y="1824682"/>
                      </a:lnTo>
                      <a:lnTo>
                        <a:pt x="198121" y="1825146"/>
                      </a:lnTo>
                      <a:lnTo>
                        <a:pt x="197901" y="1825215"/>
                      </a:lnTo>
                      <a:lnTo>
                        <a:pt x="197357" y="1832577"/>
                      </a:lnTo>
                      <a:lnTo>
                        <a:pt x="194382" y="1837995"/>
                      </a:lnTo>
                      <a:lnTo>
                        <a:pt x="196165" y="1841132"/>
                      </a:lnTo>
                      <a:lnTo>
                        <a:pt x="193155" y="1843111"/>
                      </a:lnTo>
                      <a:lnTo>
                        <a:pt x="193051" y="1847533"/>
                      </a:lnTo>
                      <a:lnTo>
                        <a:pt x="194625" y="1848402"/>
                      </a:lnTo>
                      <a:lnTo>
                        <a:pt x="194533" y="1848494"/>
                      </a:lnTo>
                      <a:lnTo>
                        <a:pt x="190307" y="1850473"/>
                      </a:lnTo>
                      <a:lnTo>
                        <a:pt x="190608" y="1852233"/>
                      </a:lnTo>
                      <a:lnTo>
                        <a:pt x="189671" y="1853124"/>
                      </a:lnTo>
                      <a:lnTo>
                        <a:pt x="187784" y="1853773"/>
                      </a:lnTo>
                      <a:lnTo>
                        <a:pt x="186163" y="1856470"/>
                      </a:lnTo>
                      <a:lnTo>
                        <a:pt x="185735" y="1856875"/>
                      </a:lnTo>
                      <a:lnTo>
                        <a:pt x="184462" y="1856401"/>
                      </a:lnTo>
                      <a:lnTo>
                        <a:pt x="182690" y="1859468"/>
                      </a:lnTo>
                      <a:lnTo>
                        <a:pt x="181811" y="1870072"/>
                      </a:lnTo>
                      <a:lnTo>
                        <a:pt x="180792" y="1872861"/>
                      </a:lnTo>
                      <a:lnTo>
                        <a:pt x="180410" y="1873452"/>
                      </a:lnTo>
                      <a:lnTo>
                        <a:pt x="179183" y="1872919"/>
                      </a:lnTo>
                      <a:lnTo>
                        <a:pt x="178361" y="1874424"/>
                      </a:lnTo>
                      <a:lnTo>
                        <a:pt x="178790" y="1875941"/>
                      </a:lnTo>
                      <a:lnTo>
                        <a:pt x="178500" y="1876380"/>
                      </a:lnTo>
                      <a:lnTo>
                        <a:pt x="179461" y="1878290"/>
                      </a:lnTo>
                      <a:lnTo>
                        <a:pt x="179669" y="1879031"/>
                      </a:lnTo>
                      <a:lnTo>
                        <a:pt x="179530" y="1879008"/>
                      </a:lnTo>
                      <a:lnTo>
                        <a:pt x="177146" y="1878406"/>
                      </a:lnTo>
                      <a:lnTo>
                        <a:pt x="169332" y="1884484"/>
                      </a:lnTo>
                      <a:lnTo>
                        <a:pt x="167098" y="1882110"/>
                      </a:lnTo>
                      <a:lnTo>
                        <a:pt x="163093" y="1881439"/>
                      </a:lnTo>
                      <a:lnTo>
                        <a:pt x="161507" y="1883025"/>
                      </a:lnTo>
                      <a:lnTo>
                        <a:pt x="161761" y="1883326"/>
                      </a:lnTo>
                      <a:lnTo>
                        <a:pt x="161622" y="1883465"/>
                      </a:lnTo>
                      <a:lnTo>
                        <a:pt x="162687" y="1884414"/>
                      </a:lnTo>
                      <a:lnTo>
                        <a:pt x="164111" y="1886081"/>
                      </a:lnTo>
                      <a:lnTo>
                        <a:pt x="167897" y="1890538"/>
                      </a:lnTo>
                      <a:lnTo>
                        <a:pt x="169529" y="1890515"/>
                      </a:lnTo>
                      <a:lnTo>
                        <a:pt x="169552" y="1890538"/>
                      </a:lnTo>
                      <a:lnTo>
                        <a:pt x="169760" y="1890503"/>
                      </a:lnTo>
                      <a:lnTo>
                        <a:pt x="172967" y="1890457"/>
                      </a:lnTo>
                      <a:lnTo>
                        <a:pt x="173372" y="1889959"/>
                      </a:lnTo>
                      <a:lnTo>
                        <a:pt x="173615" y="1889924"/>
                      </a:lnTo>
                      <a:lnTo>
                        <a:pt x="173684" y="1889589"/>
                      </a:lnTo>
                      <a:lnTo>
                        <a:pt x="174842" y="1888199"/>
                      </a:lnTo>
                      <a:lnTo>
                        <a:pt x="178859" y="1888709"/>
                      </a:lnTo>
                      <a:lnTo>
                        <a:pt x="180549" y="1895353"/>
                      </a:lnTo>
                      <a:lnTo>
                        <a:pt x="186429" y="1904290"/>
                      </a:lnTo>
                      <a:lnTo>
                        <a:pt x="189080" y="1917868"/>
                      </a:lnTo>
                      <a:lnTo>
                        <a:pt x="187159" y="1923297"/>
                      </a:lnTo>
                      <a:lnTo>
                        <a:pt x="172944" y="1939955"/>
                      </a:lnTo>
                      <a:lnTo>
                        <a:pt x="172550" y="1943856"/>
                      </a:lnTo>
                      <a:lnTo>
                        <a:pt x="158103" y="1952619"/>
                      </a:lnTo>
                      <a:lnTo>
                        <a:pt x="153021" y="1953059"/>
                      </a:lnTo>
                      <a:lnTo>
                        <a:pt x="145324" y="1950084"/>
                      </a:lnTo>
                      <a:lnTo>
                        <a:pt x="144398" y="1952388"/>
                      </a:lnTo>
                      <a:lnTo>
                        <a:pt x="141700" y="1949725"/>
                      </a:lnTo>
                      <a:lnTo>
                        <a:pt x="131641" y="1951149"/>
                      </a:lnTo>
                      <a:lnTo>
                        <a:pt x="130425" y="1951010"/>
                      </a:lnTo>
                      <a:lnTo>
                        <a:pt x="129881" y="1951392"/>
                      </a:lnTo>
                      <a:lnTo>
                        <a:pt x="128863" y="1951543"/>
                      </a:lnTo>
                      <a:lnTo>
                        <a:pt x="118595" y="1958963"/>
                      </a:lnTo>
                      <a:lnTo>
                        <a:pt x="104530" y="1960780"/>
                      </a:lnTo>
                      <a:lnTo>
                        <a:pt x="104484" y="1960769"/>
                      </a:lnTo>
                      <a:lnTo>
                        <a:pt x="97862" y="1957018"/>
                      </a:lnTo>
                      <a:lnTo>
                        <a:pt x="92399" y="1953927"/>
                      </a:lnTo>
                      <a:lnTo>
                        <a:pt x="91588" y="1951925"/>
                      </a:lnTo>
                      <a:lnTo>
                        <a:pt x="91033" y="1949297"/>
                      </a:lnTo>
                      <a:lnTo>
                        <a:pt x="94193" y="1933368"/>
                      </a:lnTo>
                      <a:lnTo>
                        <a:pt x="93938" y="1928148"/>
                      </a:lnTo>
                      <a:lnTo>
                        <a:pt x="91947" y="1925045"/>
                      </a:lnTo>
                      <a:lnTo>
                        <a:pt x="93985" y="1922221"/>
                      </a:lnTo>
                      <a:lnTo>
                        <a:pt x="94089" y="1917046"/>
                      </a:lnTo>
                      <a:lnTo>
                        <a:pt x="92676" y="1915472"/>
                      </a:lnTo>
                      <a:lnTo>
                        <a:pt x="92815" y="1915322"/>
                      </a:lnTo>
                      <a:lnTo>
                        <a:pt x="95362" y="1913041"/>
                      </a:lnTo>
                      <a:lnTo>
                        <a:pt x="94749" y="1909209"/>
                      </a:lnTo>
                      <a:lnTo>
                        <a:pt x="96902" y="1904660"/>
                      </a:lnTo>
                      <a:lnTo>
                        <a:pt x="96161" y="1901732"/>
                      </a:lnTo>
                      <a:lnTo>
                        <a:pt x="95987" y="1900840"/>
                      </a:lnTo>
                      <a:lnTo>
                        <a:pt x="97075" y="1898861"/>
                      </a:lnTo>
                      <a:lnTo>
                        <a:pt x="98962" y="1896650"/>
                      </a:lnTo>
                      <a:lnTo>
                        <a:pt x="102273" y="1894381"/>
                      </a:lnTo>
                      <a:lnTo>
                        <a:pt x="104345" y="1890341"/>
                      </a:lnTo>
                      <a:lnTo>
                        <a:pt x="110596" y="1887250"/>
                      </a:lnTo>
                      <a:lnTo>
                        <a:pt x="110989" y="1886081"/>
                      </a:lnTo>
                      <a:lnTo>
                        <a:pt x="112668" y="1881161"/>
                      </a:lnTo>
                      <a:lnTo>
                        <a:pt x="114069" y="1882284"/>
                      </a:lnTo>
                      <a:lnTo>
                        <a:pt x="115631" y="1881879"/>
                      </a:lnTo>
                      <a:lnTo>
                        <a:pt x="117379" y="1882319"/>
                      </a:lnTo>
                      <a:lnTo>
                        <a:pt x="122033" y="1880490"/>
                      </a:lnTo>
                      <a:lnTo>
                        <a:pt x="123966" y="1871820"/>
                      </a:lnTo>
                      <a:lnTo>
                        <a:pt x="124429" y="1870743"/>
                      </a:lnTo>
                      <a:lnTo>
                        <a:pt x="124707" y="1868555"/>
                      </a:lnTo>
                      <a:lnTo>
                        <a:pt x="126154" y="1862073"/>
                      </a:lnTo>
                      <a:lnTo>
                        <a:pt x="126536" y="1853877"/>
                      </a:lnTo>
                      <a:lnTo>
                        <a:pt x="127184" y="1848714"/>
                      </a:lnTo>
                      <a:lnTo>
                        <a:pt x="127393" y="1835402"/>
                      </a:lnTo>
                      <a:lnTo>
                        <a:pt x="127856" y="1825389"/>
                      </a:lnTo>
                      <a:lnTo>
                        <a:pt x="131525" y="1818559"/>
                      </a:lnTo>
                      <a:lnTo>
                        <a:pt x="131618" y="1813477"/>
                      </a:lnTo>
                      <a:lnTo>
                        <a:pt x="129453" y="1801450"/>
                      </a:lnTo>
                      <a:lnTo>
                        <a:pt x="128770" y="1796576"/>
                      </a:lnTo>
                      <a:lnTo>
                        <a:pt x="129117" y="1791691"/>
                      </a:lnTo>
                      <a:lnTo>
                        <a:pt x="129233" y="1791298"/>
                      </a:lnTo>
                      <a:lnTo>
                        <a:pt x="136931" y="1786575"/>
                      </a:lnTo>
                      <a:lnTo>
                        <a:pt x="138992" y="1780382"/>
                      </a:lnTo>
                      <a:lnTo>
                        <a:pt x="140647" y="1775392"/>
                      </a:lnTo>
                      <a:lnTo>
                        <a:pt x="140265" y="1770473"/>
                      </a:lnTo>
                      <a:lnTo>
                        <a:pt x="141967" y="1769975"/>
                      </a:lnTo>
                      <a:lnTo>
                        <a:pt x="142349" y="1768806"/>
                      </a:lnTo>
                      <a:lnTo>
                        <a:pt x="142383" y="1768783"/>
                      </a:lnTo>
                      <a:lnTo>
                        <a:pt x="142372" y="1768701"/>
                      </a:lnTo>
                      <a:lnTo>
                        <a:pt x="145138" y="1760193"/>
                      </a:lnTo>
                      <a:lnTo>
                        <a:pt x="146122" y="1746569"/>
                      </a:lnTo>
                      <a:lnTo>
                        <a:pt x="146585" y="1745006"/>
                      </a:lnTo>
                      <a:lnTo>
                        <a:pt x="149306" y="1739797"/>
                      </a:lnTo>
                      <a:lnTo>
                        <a:pt x="145289" y="1730976"/>
                      </a:lnTo>
                      <a:lnTo>
                        <a:pt x="158717" y="1723255"/>
                      </a:lnTo>
                      <a:lnTo>
                        <a:pt x="164898" y="1715927"/>
                      </a:lnTo>
                      <a:lnTo>
                        <a:pt x="165361" y="1715082"/>
                      </a:lnTo>
                      <a:lnTo>
                        <a:pt x="165396" y="1715048"/>
                      </a:lnTo>
                      <a:lnTo>
                        <a:pt x="166334" y="1713288"/>
                      </a:lnTo>
                      <a:lnTo>
                        <a:pt x="173187" y="1700624"/>
                      </a:lnTo>
                      <a:lnTo>
                        <a:pt x="172006" y="1698286"/>
                      </a:lnTo>
                      <a:lnTo>
                        <a:pt x="177933" y="1694026"/>
                      </a:lnTo>
                      <a:lnTo>
                        <a:pt x="178465" y="1689766"/>
                      </a:lnTo>
                      <a:lnTo>
                        <a:pt x="178500" y="1689731"/>
                      </a:lnTo>
                      <a:lnTo>
                        <a:pt x="183281" y="1683168"/>
                      </a:lnTo>
                      <a:lnTo>
                        <a:pt x="188721" y="1683376"/>
                      </a:lnTo>
                      <a:lnTo>
                        <a:pt x="200216" y="1674671"/>
                      </a:lnTo>
                      <a:lnTo>
                        <a:pt x="201663" y="1673571"/>
                      </a:lnTo>
                      <a:lnTo>
                        <a:pt x="203573" y="1669091"/>
                      </a:lnTo>
                      <a:lnTo>
                        <a:pt x="203944" y="1668211"/>
                      </a:lnTo>
                      <a:lnTo>
                        <a:pt x="207590" y="1667308"/>
                      </a:lnTo>
                      <a:lnTo>
                        <a:pt x="210241" y="1664380"/>
                      </a:lnTo>
                      <a:lnTo>
                        <a:pt x="211781" y="1663512"/>
                      </a:lnTo>
                      <a:lnTo>
                        <a:pt x="212545" y="1664391"/>
                      </a:lnTo>
                      <a:lnTo>
                        <a:pt x="214478" y="1662898"/>
                      </a:lnTo>
                      <a:lnTo>
                        <a:pt x="212776" y="1661254"/>
                      </a:lnTo>
                      <a:lnTo>
                        <a:pt x="214026" y="1660213"/>
                      </a:lnTo>
                      <a:lnTo>
                        <a:pt x="214895" y="1661740"/>
                      </a:lnTo>
                      <a:lnTo>
                        <a:pt x="214617" y="1659923"/>
                      </a:lnTo>
                      <a:lnTo>
                        <a:pt x="215381" y="1659067"/>
                      </a:lnTo>
                      <a:lnTo>
                        <a:pt x="217696" y="1657122"/>
                      </a:lnTo>
                      <a:lnTo>
                        <a:pt x="217592" y="1656543"/>
                      </a:lnTo>
                      <a:lnTo>
                        <a:pt x="218854" y="1655108"/>
                      </a:lnTo>
                      <a:lnTo>
                        <a:pt x="217256" y="1654297"/>
                      </a:lnTo>
                      <a:lnTo>
                        <a:pt x="217673" y="1653012"/>
                      </a:lnTo>
                      <a:lnTo>
                        <a:pt x="218159" y="1652121"/>
                      </a:lnTo>
                      <a:lnTo>
                        <a:pt x="222002" y="1646889"/>
                      </a:lnTo>
                      <a:lnTo>
                        <a:pt x="224456" y="1644342"/>
                      </a:lnTo>
                      <a:lnTo>
                        <a:pt x="226019" y="1643960"/>
                      </a:lnTo>
                      <a:lnTo>
                        <a:pt x="225151" y="1638091"/>
                      </a:lnTo>
                      <a:lnTo>
                        <a:pt x="230441" y="1632349"/>
                      </a:lnTo>
                      <a:lnTo>
                        <a:pt x="228878" y="1630439"/>
                      </a:lnTo>
                      <a:lnTo>
                        <a:pt x="226991" y="1632199"/>
                      </a:lnTo>
                      <a:lnTo>
                        <a:pt x="225128" y="1635764"/>
                      </a:lnTo>
                      <a:lnTo>
                        <a:pt x="223403" y="1637940"/>
                      </a:lnTo>
                      <a:lnTo>
                        <a:pt x="220868" y="1643891"/>
                      </a:lnTo>
                      <a:lnTo>
                        <a:pt x="220822" y="1643971"/>
                      </a:lnTo>
                      <a:lnTo>
                        <a:pt x="220393" y="1644365"/>
                      </a:lnTo>
                      <a:lnTo>
                        <a:pt x="219583" y="1644296"/>
                      </a:lnTo>
                      <a:lnTo>
                        <a:pt x="219189" y="1642999"/>
                      </a:lnTo>
                      <a:lnTo>
                        <a:pt x="217418" y="1644122"/>
                      </a:lnTo>
                      <a:lnTo>
                        <a:pt x="217314" y="1644110"/>
                      </a:lnTo>
                      <a:lnTo>
                        <a:pt x="217268" y="1644215"/>
                      </a:lnTo>
                      <a:lnTo>
                        <a:pt x="216608" y="1644631"/>
                      </a:lnTo>
                      <a:lnTo>
                        <a:pt x="213100" y="1653684"/>
                      </a:lnTo>
                      <a:lnTo>
                        <a:pt x="208945" y="1654702"/>
                      </a:lnTo>
                      <a:lnTo>
                        <a:pt x="203573" y="1662400"/>
                      </a:lnTo>
                      <a:lnTo>
                        <a:pt x="200946" y="1666162"/>
                      </a:lnTo>
                      <a:lnTo>
                        <a:pt x="194116" y="1672333"/>
                      </a:lnTo>
                      <a:lnTo>
                        <a:pt x="189694" y="1674671"/>
                      </a:lnTo>
                      <a:lnTo>
                        <a:pt x="182714" y="1678364"/>
                      </a:lnTo>
                      <a:lnTo>
                        <a:pt x="182447" y="1678213"/>
                      </a:lnTo>
                      <a:lnTo>
                        <a:pt x="183397" y="1674740"/>
                      </a:lnTo>
                      <a:lnTo>
                        <a:pt x="181672" y="1675365"/>
                      </a:lnTo>
                      <a:lnTo>
                        <a:pt x="177910" y="1681014"/>
                      </a:lnTo>
                      <a:lnTo>
                        <a:pt x="176092" y="1682797"/>
                      </a:lnTo>
                      <a:lnTo>
                        <a:pt x="176115" y="1682994"/>
                      </a:lnTo>
                      <a:lnTo>
                        <a:pt x="172990" y="1684325"/>
                      </a:lnTo>
                      <a:lnTo>
                        <a:pt x="168533" y="1685888"/>
                      </a:lnTo>
                      <a:lnTo>
                        <a:pt x="168637" y="1679521"/>
                      </a:lnTo>
                      <a:lnTo>
                        <a:pt x="169691" y="1678664"/>
                      </a:lnTo>
                      <a:lnTo>
                        <a:pt x="173499" y="1676430"/>
                      </a:lnTo>
                      <a:lnTo>
                        <a:pt x="169077" y="1676917"/>
                      </a:lnTo>
                      <a:lnTo>
                        <a:pt x="167642" y="1674671"/>
                      </a:lnTo>
                      <a:lnTo>
                        <a:pt x="166797" y="1673374"/>
                      </a:lnTo>
                      <a:lnTo>
                        <a:pt x="171219" y="1669300"/>
                      </a:lnTo>
                      <a:lnTo>
                        <a:pt x="170895" y="1667714"/>
                      </a:lnTo>
                      <a:lnTo>
                        <a:pt x="172492" y="1668258"/>
                      </a:lnTo>
                      <a:lnTo>
                        <a:pt x="171508" y="1665989"/>
                      </a:lnTo>
                      <a:lnTo>
                        <a:pt x="160662" y="1670237"/>
                      </a:lnTo>
                      <a:lnTo>
                        <a:pt x="160604" y="1670249"/>
                      </a:lnTo>
                      <a:lnTo>
                        <a:pt x="152964" y="1662516"/>
                      </a:lnTo>
                      <a:lnTo>
                        <a:pt x="152744" y="1658847"/>
                      </a:lnTo>
                      <a:lnTo>
                        <a:pt x="152767" y="1656439"/>
                      </a:lnTo>
                      <a:lnTo>
                        <a:pt x="152582" y="1656115"/>
                      </a:lnTo>
                      <a:lnTo>
                        <a:pt x="152501" y="1654760"/>
                      </a:lnTo>
                      <a:lnTo>
                        <a:pt x="151366" y="1654054"/>
                      </a:lnTo>
                      <a:lnTo>
                        <a:pt x="151181" y="1653730"/>
                      </a:lnTo>
                      <a:lnTo>
                        <a:pt x="154376" y="1645893"/>
                      </a:lnTo>
                      <a:lnTo>
                        <a:pt x="154955" y="1634271"/>
                      </a:lnTo>
                      <a:lnTo>
                        <a:pt x="155036" y="1634132"/>
                      </a:lnTo>
                      <a:lnTo>
                        <a:pt x="157432" y="1631180"/>
                      </a:lnTo>
                      <a:lnTo>
                        <a:pt x="158022" y="1628853"/>
                      </a:lnTo>
                      <a:lnTo>
                        <a:pt x="162004" y="1621827"/>
                      </a:lnTo>
                      <a:lnTo>
                        <a:pt x="162039" y="1621827"/>
                      </a:lnTo>
                      <a:lnTo>
                        <a:pt x="162120" y="1621792"/>
                      </a:lnTo>
                      <a:lnTo>
                        <a:pt x="168452" y="1613747"/>
                      </a:lnTo>
                      <a:lnTo>
                        <a:pt x="169170" y="1611038"/>
                      </a:lnTo>
                      <a:lnTo>
                        <a:pt x="167457" y="1611084"/>
                      </a:lnTo>
                      <a:lnTo>
                        <a:pt x="170721" y="1608619"/>
                      </a:lnTo>
                      <a:lnTo>
                        <a:pt x="170061" y="1605424"/>
                      </a:lnTo>
                      <a:lnTo>
                        <a:pt x="175004" y="1597552"/>
                      </a:lnTo>
                      <a:lnTo>
                        <a:pt x="175479" y="1597031"/>
                      </a:lnTo>
                      <a:lnTo>
                        <a:pt x="182830" y="1592679"/>
                      </a:lnTo>
                      <a:lnTo>
                        <a:pt x="183246" y="1589275"/>
                      </a:lnTo>
                      <a:lnTo>
                        <a:pt x="188027" y="1584992"/>
                      </a:lnTo>
                      <a:lnTo>
                        <a:pt x="188120" y="1583036"/>
                      </a:lnTo>
                      <a:lnTo>
                        <a:pt x="186765" y="1582839"/>
                      </a:lnTo>
                      <a:lnTo>
                        <a:pt x="188015" y="1582689"/>
                      </a:lnTo>
                      <a:lnTo>
                        <a:pt x="188721" y="1582967"/>
                      </a:lnTo>
                      <a:lnTo>
                        <a:pt x="185932" y="1581126"/>
                      </a:lnTo>
                      <a:lnTo>
                        <a:pt x="178535" y="1587447"/>
                      </a:lnTo>
                      <a:lnTo>
                        <a:pt x="177285" y="1587331"/>
                      </a:lnTo>
                      <a:lnTo>
                        <a:pt x="175247" y="1587122"/>
                      </a:lnTo>
                      <a:lnTo>
                        <a:pt x="171531" y="1590167"/>
                      </a:lnTo>
                      <a:lnTo>
                        <a:pt x="169934" y="1593975"/>
                      </a:lnTo>
                      <a:lnTo>
                        <a:pt x="169679" y="1592690"/>
                      </a:lnTo>
                      <a:lnTo>
                        <a:pt x="167966" y="1595330"/>
                      </a:lnTo>
                      <a:lnTo>
                        <a:pt x="164979" y="1597402"/>
                      </a:lnTo>
                      <a:lnTo>
                        <a:pt x="161877" y="1603120"/>
                      </a:lnTo>
                      <a:lnTo>
                        <a:pt x="162317" y="1601094"/>
                      </a:lnTo>
                      <a:lnTo>
                        <a:pt x="158150" y="1601847"/>
                      </a:lnTo>
                      <a:lnTo>
                        <a:pt x="151077" y="1610934"/>
                      </a:lnTo>
                      <a:lnTo>
                        <a:pt x="149213" y="1610668"/>
                      </a:lnTo>
                      <a:lnTo>
                        <a:pt x="150047" y="1609175"/>
                      </a:lnTo>
                      <a:lnTo>
                        <a:pt x="148889" y="1605030"/>
                      </a:lnTo>
                      <a:lnTo>
                        <a:pt x="150799" y="1598756"/>
                      </a:lnTo>
                      <a:lnTo>
                        <a:pt x="148484" y="1596487"/>
                      </a:lnTo>
                      <a:lnTo>
                        <a:pt x="155128" y="1579760"/>
                      </a:lnTo>
                      <a:lnTo>
                        <a:pt x="157548" y="1574227"/>
                      </a:lnTo>
                      <a:lnTo>
                        <a:pt x="162838" y="1568971"/>
                      </a:lnTo>
                      <a:lnTo>
                        <a:pt x="165987" y="1565846"/>
                      </a:lnTo>
                      <a:lnTo>
                        <a:pt x="182008" y="1540170"/>
                      </a:lnTo>
                      <a:lnTo>
                        <a:pt x="186383" y="1539488"/>
                      </a:lnTo>
                      <a:lnTo>
                        <a:pt x="187460" y="1538480"/>
                      </a:lnTo>
                      <a:lnTo>
                        <a:pt x="188235" y="1538249"/>
                      </a:lnTo>
                      <a:lnTo>
                        <a:pt x="188606" y="1537404"/>
                      </a:lnTo>
                      <a:lnTo>
                        <a:pt x="189995" y="1536108"/>
                      </a:lnTo>
                      <a:lnTo>
                        <a:pt x="192669" y="1528583"/>
                      </a:lnTo>
                      <a:lnTo>
                        <a:pt x="190284" y="1531859"/>
                      </a:lnTo>
                      <a:lnTo>
                        <a:pt x="188177" y="1533515"/>
                      </a:lnTo>
                      <a:lnTo>
                        <a:pt x="188039" y="1533260"/>
                      </a:lnTo>
                      <a:lnTo>
                        <a:pt x="183269" y="1537334"/>
                      </a:lnTo>
                      <a:lnTo>
                        <a:pt x="183860" y="1534394"/>
                      </a:lnTo>
                      <a:lnTo>
                        <a:pt x="181510" y="1536316"/>
                      </a:lnTo>
                      <a:lnTo>
                        <a:pt x="189601" y="1527750"/>
                      </a:lnTo>
                      <a:lnTo>
                        <a:pt x="192391" y="1522517"/>
                      </a:lnTo>
                      <a:lnTo>
                        <a:pt x="192819" y="1521962"/>
                      </a:lnTo>
                      <a:lnTo>
                        <a:pt x="192576" y="1522147"/>
                      </a:lnTo>
                      <a:lnTo>
                        <a:pt x="192738" y="1521857"/>
                      </a:lnTo>
                      <a:lnTo>
                        <a:pt x="185087" y="1527935"/>
                      </a:lnTo>
                      <a:lnTo>
                        <a:pt x="185168" y="1527634"/>
                      </a:lnTo>
                      <a:lnTo>
                        <a:pt x="187772" y="1523096"/>
                      </a:lnTo>
                      <a:lnTo>
                        <a:pt x="185967" y="1522911"/>
                      </a:lnTo>
                      <a:lnTo>
                        <a:pt x="184045" y="1527229"/>
                      </a:lnTo>
                      <a:lnTo>
                        <a:pt x="183999" y="1527275"/>
                      </a:lnTo>
                      <a:lnTo>
                        <a:pt x="183582" y="1528178"/>
                      </a:lnTo>
                      <a:lnTo>
                        <a:pt x="183709" y="1527981"/>
                      </a:lnTo>
                      <a:lnTo>
                        <a:pt x="183165" y="1529220"/>
                      </a:lnTo>
                      <a:lnTo>
                        <a:pt x="182251" y="1530736"/>
                      </a:lnTo>
                      <a:lnTo>
                        <a:pt x="178176" y="1531419"/>
                      </a:lnTo>
                      <a:lnTo>
                        <a:pt x="186128" y="1521094"/>
                      </a:lnTo>
                      <a:lnTo>
                        <a:pt x="189578" y="1515433"/>
                      </a:lnTo>
                      <a:lnTo>
                        <a:pt x="188895" y="1515178"/>
                      </a:lnTo>
                      <a:lnTo>
                        <a:pt x="189879" y="1513697"/>
                      </a:lnTo>
                      <a:lnTo>
                        <a:pt x="188826" y="1515144"/>
                      </a:lnTo>
                      <a:lnTo>
                        <a:pt x="188513" y="1515028"/>
                      </a:lnTo>
                      <a:lnTo>
                        <a:pt x="177204" y="1531176"/>
                      </a:lnTo>
                      <a:lnTo>
                        <a:pt x="174993" y="1531546"/>
                      </a:lnTo>
                      <a:lnTo>
                        <a:pt x="174425" y="1529752"/>
                      </a:lnTo>
                      <a:lnTo>
                        <a:pt x="174310" y="1529833"/>
                      </a:lnTo>
                      <a:lnTo>
                        <a:pt x="174275" y="1529752"/>
                      </a:lnTo>
                      <a:lnTo>
                        <a:pt x="173650" y="1530285"/>
                      </a:lnTo>
                      <a:lnTo>
                        <a:pt x="173036" y="1530713"/>
                      </a:lnTo>
                      <a:lnTo>
                        <a:pt x="172955" y="1530875"/>
                      </a:lnTo>
                      <a:lnTo>
                        <a:pt x="172863" y="1530956"/>
                      </a:lnTo>
                      <a:lnTo>
                        <a:pt x="172156" y="1532623"/>
                      </a:lnTo>
                      <a:lnTo>
                        <a:pt x="176127" y="1533306"/>
                      </a:lnTo>
                      <a:lnTo>
                        <a:pt x="177018" y="1534024"/>
                      </a:lnTo>
                      <a:lnTo>
                        <a:pt x="176949" y="1534823"/>
                      </a:lnTo>
                      <a:lnTo>
                        <a:pt x="173395" y="1540981"/>
                      </a:lnTo>
                      <a:lnTo>
                        <a:pt x="165107" y="1553529"/>
                      </a:lnTo>
                      <a:lnTo>
                        <a:pt x="164053" y="1554710"/>
                      </a:lnTo>
                      <a:lnTo>
                        <a:pt x="160673" y="1554258"/>
                      </a:lnTo>
                      <a:lnTo>
                        <a:pt x="169066" y="1537439"/>
                      </a:lnTo>
                      <a:lnTo>
                        <a:pt x="163752" y="1544408"/>
                      </a:lnTo>
                      <a:lnTo>
                        <a:pt x="163324" y="1544350"/>
                      </a:lnTo>
                      <a:lnTo>
                        <a:pt x="162896" y="1545542"/>
                      </a:lnTo>
                      <a:lnTo>
                        <a:pt x="162560" y="1545982"/>
                      </a:lnTo>
                      <a:lnTo>
                        <a:pt x="159979" y="1553703"/>
                      </a:lnTo>
                      <a:lnTo>
                        <a:pt x="158914" y="1556701"/>
                      </a:lnTo>
                      <a:lnTo>
                        <a:pt x="157953" y="1555474"/>
                      </a:lnTo>
                      <a:lnTo>
                        <a:pt x="158208" y="1557673"/>
                      </a:lnTo>
                      <a:lnTo>
                        <a:pt x="155777" y="1557025"/>
                      </a:lnTo>
                      <a:lnTo>
                        <a:pt x="156402" y="1560185"/>
                      </a:lnTo>
                      <a:lnTo>
                        <a:pt x="158069" y="1558287"/>
                      </a:lnTo>
                      <a:lnTo>
                        <a:pt x="161680" y="1558044"/>
                      </a:lnTo>
                      <a:lnTo>
                        <a:pt x="159145" y="1562014"/>
                      </a:lnTo>
                      <a:lnTo>
                        <a:pt x="154480" y="1567941"/>
                      </a:lnTo>
                      <a:lnTo>
                        <a:pt x="153438" y="1568971"/>
                      </a:lnTo>
                      <a:lnTo>
                        <a:pt x="151887" y="1570488"/>
                      </a:lnTo>
                      <a:lnTo>
                        <a:pt x="150104" y="1570048"/>
                      </a:lnTo>
                      <a:lnTo>
                        <a:pt x="150683" y="1568971"/>
                      </a:lnTo>
                      <a:lnTo>
                        <a:pt x="154191" y="1562420"/>
                      </a:lnTo>
                      <a:lnTo>
                        <a:pt x="149815" y="1566494"/>
                      </a:lnTo>
                      <a:lnTo>
                        <a:pt x="145011" y="1567918"/>
                      </a:lnTo>
                      <a:lnTo>
                        <a:pt x="144282" y="1568971"/>
                      </a:lnTo>
                      <a:lnTo>
                        <a:pt x="140925" y="1573810"/>
                      </a:lnTo>
                      <a:lnTo>
                        <a:pt x="143622" y="1568971"/>
                      </a:lnTo>
                      <a:lnTo>
                        <a:pt x="144849" y="1566772"/>
                      </a:lnTo>
                      <a:lnTo>
                        <a:pt x="144502" y="1563426"/>
                      </a:lnTo>
                      <a:lnTo>
                        <a:pt x="152535" y="1552372"/>
                      </a:lnTo>
                      <a:lnTo>
                        <a:pt x="152535" y="1552348"/>
                      </a:lnTo>
                      <a:lnTo>
                        <a:pt x="154631" y="1549512"/>
                      </a:lnTo>
                      <a:lnTo>
                        <a:pt x="152420" y="1551469"/>
                      </a:lnTo>
                      <a:lnTo>
                        <a:pt x="152385" y="1551156"/>
                      </a:lnTo>
                      <a:lnTo>
                        <a:pt x="151204" y="1552279"/>
                      </a:lnTo>
                      <a:lnTo>
                        <a:pt x="152559" y="1548656"/>
                      </a:lnTo>
                      <a:lnTo>
                        <a:pt x="160395" y="1537358"/>
                      </a:lnTo>
                      <a:lnTo>
                        <a:pt x="161426" y="1536953"/>
                      </a:lnTo>
                      <a:lnTo>
                        <a:pt x="161692" y="1535482"/>
                      </a:lnTo>
                      <a:lnTo>
                        <a:pt x="161947" y="1535124"/>
                      </a:lnTo>
                      <a:lnTo>
                        <a:pt x="163266" y="1530424"/>
                      </a:lnTo>
                      <a:lnTo>
                        <a:pt x="165755" y="1528004"/>
                      </a:lnTo>
                      <a:lnTo>
                        <a:pt x="167653" y="1527669"/>
                      </a:lnTo>
                      <a:lnTo>
                        <a:pt x="169529" y="1527923"/>
                      </a:lnTo>
                      <a:lnTo>
                        <a:pt x="169436" y="1525052"/>
                      </a:lnTo>
                      <a:lnTo>
                        <a:pt x="167723" y="1525168"/>
                      </a:lnTo>
                      <a:lnTo>
                        <a:pt x="167700" y="1525168"/>
                      </a:lnTo>
                      <a:lnTo>
                        <a:pt x="172492" y="1513951"/>
                      </a:lnTo>
                      <a:lnTo>
                        <a:pt x="171300" y="1514206"/>
                      </a:lnTo>
                      <a:lnTo>
                        <a:pt x="176984" y="1507816"/>
                      </a:lnTo>
                      <a:lnTo>
                        <a:pt x="176706" y="1509437"/>
                      </a:lnTo>
                      <a:lnTo>
                        <a:pt x="177042" y="1509182"/>
                      </a:lnTo>
                      <a:lnTo>
                        <a:pt x="176995" y="1510178"/>
                      </a:lnTo>
                      <a:lnTo>
                        <a:pt x="188270" y="1491992"/>
                      </a:lnTo>
                      <a:lnTo>
                        <a:pt x="189022" y="1492026"/>
                      </a:lnTo>
                      <a:lnTo>
                        <a:pt x="193433" y="1494353"/>
                      </a:lnTo>
                      <a:lnTo>
                        <a:pt x="193745" y="1494643"/>
                      </a:lnTo>
                      <a:lnTo>
                        <a:pt x="195088" y="1493439"/>
                      </a:lnTo>
                      <a:lnTo>
                        <a:pt x="196524" y="1492385"/>
                      </a:lnTo>
                      <a:lnTo>
                        <a:pt x="197693" y="1492686"/>
                      </a:lnTo>
                      <a:lnTo>
                        <a:pt x="198793" y="1493254"/>
                      </a:lnTo>
                      <a:lnTo>
                        <a:pt x="200263" y="1495511"/>
                      </a:lnTo>
                      <a:lnTo>
                        <a:pt x="199209" y="1499030"/>
                      </a:lnTo>
                      <a:lnTo>
                        <a:pt x="203573" y="1502132"/>
                      </a:lnTo>
                      <a:lnTo>
                        <a:pt x="206664" y="1504332"/>
                      </a:lnTo>
                      <a:lnTo>
                        <a:pt x="210878" y="1503776"/>
                      </a:lnTo>
                      <a:lnTo>
                        <a:pt x="210079" y="1500697"/>
                      </a:lnTo>
                      <a:lnTo>
                        <a:pt x="212579" y="1501009"/>
                      </a:lnTo>
                      <a:lnTo>
                        <a:pt x="209848" y="1500500"/>
                      </a:lnTo>
                      <a:lnTo>
                        <a:pt x="210600" y="1503660"/>
                      </a:lnTo>
                      <a:lnTo>
                        <a:pt x="206247" y="1502861"/>
                      </a:lnTo>
                      <a:lnTo>
                        <a:pt x="205125" y="1499921"/>
                      </a:lnTo>
                      <a:lnTo>
                        <a:pt x="206409" y="1496831"/>
                      </a:lnTo>
                      <a:lnTo>
                        <a:pt x="203573" y="1496877"/>
                      </a:lnTo>
                      <a:lnTo>
                        <a:pt x="201085" y="1496911"/>
                      </a:lnTo>
                      <a:lnTo>
                        <a:pt x="203573" y="1493844"/>
                      </a:lnTo>
                      <a:lnTo>
                        <a:pt x="206653" y="1490047"/>
                      </a:lnTo>
                      <a:lnTo>
                        <a:pt x="206409" y="1487720"/>
                      </a:lnTo>
                      <a:lnTo>
                        <a:pt x="203654" y="1486991"/>
                      </a:lnTo>
                      <a:lnTo>
                        <a:pt x="203573" y="1486065"/>
                      </a:lnTo>
                      <a:lnTo>
                        <a:pt x="203492" y="1485289"/>
                      </a:lnTo>
                      <a:lnTo>
                        <a:pt x="198839" y="1487037"/>
                      </a:lnTo>
                      <a:lnTo>
                        <a:pt x="198411" y="1486910"/>
                      </a:lnTo>
                      <a:lnTo>
                        <a:pt x="199858" y="1483044"/>
                      </a:lnTo>
                      <a:lnTo>
                        <a:pt x="198573" y="1481828"/>
                      </a:lnTo>
                      <a:lnTo>
                        <a:pt x="195852" y="1484664"/>
                      </a:lnTo>
                      <a:lnTo>
                        <a:pt x="196350" y="1482326"/>
                      </a:lnTo>
                      <a:lnTo>
                        <a:pt x="196304" y="1482314"/>
                      </a:lnTo>
                      <a:lnTo>
                        <a:pt x="196315" y="1482256"/>
                      </a:lnTo>
                      <a:lnTo>
                        <a:pt x="194220" y="1481353"/>
                      </a:lnTo>
                      <a:lnTo>
                        <a:pt x="194197" y="1480763"/>
                      </a:lnTo>
                      <a:lnTo>
                        <a:pt x="201397" y="1463261"/>
                      </a:lnTo>
                      <a:lnTo>
                        <a:pt x="201779" y="1462346"/>
                      </a:lnTo>
                      <a:lnTo>
                        <a:pt x="203573" y="1460251"/>
                      </a:lnTo>
                      <a:lnTo>
                        <a:pt x="210299" y="1452345"/>
                      </a:lnTo>
                      <a:lnTo>
                        <a:pt x="211121" y="1449948"/>
                      </a:lnTo>
                      <a:lnTo>
                        <a:pt x="212822" y="1447691"/>
                      </a:lnTo>
                      <a:lnTo>
                        <a:pt x="212464" y="1446047"/>
                      </a:lnTo>
                      <a:lnTo>
                        <a:pt x="213575" y="1442794"/>
                      </a:lnTo>
                      <a:lnTo>
                        <a:pt x="217754" y="1438534"/>
                      </a:lnTo>
                      <a:lnTo>
                        <a:pt x="217719" y="1438500"/>
                      </a:lnTo>
                      <a:lnTo>
                        <a:pt x="218483" y="1437932"/>
                      </a:lnTo>
                      <a:lnTo>
                        <a:pt x="216434" y="1434807"/>
                      </a:lnTo>
                      <a:lnTo>
                        <a:pt x="210623" y="1436254"/>
                      </a:lnTo>
                      <a:lnTo>
                        <a:pt x="204048" y="1444334"/>
                      </a:lnTo>
                      <a:lnTo>
                        <a:pt x="200980" y="1447552"/>
                      </a:lnTo>
                      <a:lnTo>
                        <a:pt x="191998" y="1453629"/>
                      </a:lnTo>
                      <a:lnTo>
                        <a:pt x="191314" y="1460181"/>
                      </a:lnTo>
                      <a:lnTo>
                        <a:pt x="187529" y="1461999"/>
                      </a:lnTo>
                      <a:lnTo>
                        <a:pt x="186974" y="1463261"/>
                      </a:lnTo>
                      <a:lnTo>
                        <a:pt x="185064" y="1467636"/>
                      </a:lnTo>
                      <a:lnTo>
                        <a:pt x="182366" y="1469164"/>
                      </a:lnTo>
                      <a:lnTo>
                        <a:pt x="179646" y="1468065"/>
                      </a:lnTo>
                      <a:lnTo>
                        <a:pt x="183177" y="1463261"/>
                      </a:lnTo>
                      <a:lnTo>
                        <a:pt x="187992" y="1456708"/>
                      </a:lnTo>
                      <a:lnTo>
                        <a:pt x="187008" y="1456002"/>
                      </a:lnTo>
                      <a:lnTo>
                        <a:pt x="184566" y="1459128"/>
                      </a:lnTo>
                      <a:lnTo>
                        <a:pt x="183767" y="1458248"/>
                      </a:lnTo>
                      <a:lnTo>
                        <a:pt x="183512" y="1457912"/>
                      </a:lnTo>
                      <a:lnTo>
                        <a:pt x="186152" y="1452032"/>
                      </a:lnTo>
                      <a:lnTo>
                        <a:pt x="186128" y="1451997"/>
                      </a:lnTo>
                      <a:lnTo>
                        <a:pt x="186140" y="1451962"/>
                      </a:lnTo>
                      <a:lnTo>
                        <a:pt x="185885" y="1451685"/>
                      </a:lnTo>
                      <a:lnTo>
                        <a:pt x="184936" y="1450423"/>
                      </a:lnTo>
                      <a:lnTo>
                        <a:pt x="185318" y="1449937"/>
                      </a:lnTo>
                      <a:lnTo>
                        <a:pt x="190238" y="1446638"/>
                      </a:lnTo>
                      <a:lnTo>
                        <a:pt x="189046" y="1444380"/>
                      </a:lnTo>
                      <a:lnTo>
                        <a:pt x="190145" y="1441509"/>
                      </a:lnTo>
                      <a:lnTo>
                        <a:pt x="193873" y="1438337"/>
                      </a:lnTo>
                      <a:lnTo>
                        <a:pt x="196084" y="1431439"/>
                      </a:lnTo>
                      <a:lnTo>
                        <a:pt x="200668" y="1426542"/>
                      </a:lnTo>
                      <a:lnTo>
                        <a:pt x="200031" y="1423312"/>
                      </a:lnTo>
                      <a:lnTo>
                        <a:pt x="199661" y="1423150"/>
                      </a:lnTo>
                      <a:lnTo>
                        <a:pt x="199626" y="1423046"/>
                      </a:lnTo>
                      <a:lnTo>
                        <a:pt x="199707" y="1422976"/>
                      </a:lnTo>
                      <a:lnTo>
                        <a:pt x="200911" y="1423602"/>
                      </a:lnTo>
                      <a:lnTo>
                        <a:pt x="201964" y="1421645"/>
                      </a:lnTo>
                      <a:lnTo>
                        <a:pt x="201467" y="1421448"/>
                      </a:lnTo>
                      <a:lnTo>
                        <a:pt x="202289" y="1420742"/>
                      </a:lnTo>
                      <a:lnTo>
                        <a:pt x="202404" y="1421981"/>
                      </a:lnTo>
                      <a:lnTo>
                        <a:pt x="203573" y="1421009"/>
                      </a:lnTo>
                      <a:lnTo>
                        <a:pt x="206456" y="1418612"/>
                      </a:lnTo>
                      <a:lnTo>
                        <a:pt x="204824" y="1417756"/>
                      </a:lnTo>
                      <a:lnTo>
                        <a:pt x="204384" y="1411053"/>
                      </a:lnTo>
                      <a:lnTo>
                        <a:pt x="203573" y="1410451"/>
                      </a:lnTo>
                      <a:lnTo>
                        <a:pt x="201536" y="1408935"/>
                      </a:lnTo>
                      <a:lnTo>
                        <a:pt x="199672" y="1410000"/>
                      </a:lnTo>
                      <a:lnTo>
                        <a:pt x="198827" y="1406689"/>
                      </a:lnTo>
                      <a:lnTo>
                        <a:pt x="201687" y="1405265"/>
                      </a:lnTo>
                      <a:lnTo>
                        <a:pt x="203573" y="1405485"/>
                      </a:lnTo>
                      <a:lnTo>
                        <a:pt x="206456" y="1405821"/>
                      </a:lnTo>
                      <a:lnTo>
                        <a:pt x="208782" y="1402684"/>
                      </a:lnTo>
                      <a:lnTo>
                        <a:pt x="211017" y="1403298"/>
                      </a:lnTo>
                      <a:lnTo>
                        <a:pt x="211908" y="1400369"/>
                      </a:lnTo>
                      <a:lnTo>
                        <a:pt x="213957" y="1402221"/>
                      </a:lnTo>
                      <a:lnTo>
                        <a:pt x="216990" y="1402117"/>
                      </a:lnTo>
                      <a:lnTo>
                        <a:pt x="217106" y="1401029"/>
                      </a:lnTo>
                      <a:lnTo>
                        <a:pt x="218090" y="1398389"/>
                      </a:lnTo>
                      <a:lnTo>
                        <a:pt x="220891" y="1396282"/>
                      </a:lnTo>
                      <a:lnTo>
                        <a:pt x="221030" y="1396213"/>
                      </a:lnTo>
                      <a:lnTo>
                        <a:pt x="225857" y="1397880"/>
                      </a:lnTo>
                      <a:lnTo>
                        <a:pt x="227142" y="1396583"/>
                      </a:lnTo>
                      <a:lnTo>
                        <a:pt x="221979" y="1392428"/>
                      </a:lnTo>
                      <a:lnTo>
                        <a:pt x="223114" y="1389649"/>
                      </a:lnTo>
                      <a:lnTo>
                        <a:pt x="219733" y="1388469"/>
                      </a:lnTo>
                      <a:lnTo>
                        <a:pt x="215439" y="1394476"/>
                      </a:lnTo>
                      <a:lnTo>
                        <a:pt x="214385" y="1393157"/>
                      </a:lnTo>
                      <a:lnTo>
                        <a:pt x="213760" y="1392335"/>
                      </a:lnTo>
                      <a:lnTo>
                        <a:pt x="209628" y="1395160"/>
                      </a:lnTo>
                      <a:lnTo>
                        <a:pt x="203573" y="1393678"/>
                      </a:lnTo>
                      <a:lnTo>
                        <a:pt x="200922" y="1393029"/>
                      </a:lnTo>
                      <a:lnTo>
                        <a:pt x="194046" y="1400091"/>
                      </a:lnTo>
                      <a:lnTo>
                        <a:pt x="189219" y="1399258"/>
                      </a:lnTo>
                      <a:lnTo>
                        <a:pt x="188490" y="1396178"/>
                      </a:lnTo>
                      <a:lnTo>
                        <a:pt x="190979" y="1391594"/>
                      </a:lnTo>
                      <a:lnTo>
                        <a:pt x="190794" y="1388897"/>
                      </a:lnTo>
                      <a:lnTo>
                        <a:pt x="192194" y="1385945"/>
                      </a:lnTo>
                      <a:lnTo>
                        <a:pt x="195945" y="1379127"/>
                      </a:lnTo>
                      <a:lnTo>
                        <a:pt x="194243" y="1376997"/>
                      </a:lnTo>
                      <a:lnTo>
                        <a:pt x="191766" y="1379659"/>
                      </a:lnTo>
                      <a:lnTo>
                        <a:pt x="191743" y="1379636"/>
                      </a:lnTo>
                      <a:lnTo>
                        <a:pt x="195378" y="1362331"/>
                      </a:lnTo>
                      <a:lnTo>
                        <a:pt x="195829" y="1361474"/>
                      </a:lnTo>
                      <a:lnTo>
                        <a:pt x="197971" y="1350002"/>
                      </a:lnTo>
                      <a:lnTo>
                        <a:pt x="207278" y="1341691"/>
                      </a:lnTo>
                      <a:lnTo>
                        <a:pt x="207729" y="1341552"/>
                      </a:lnTo>
                      <a:lnTo>
                        <a:pt x="209720" y="1344017"/>
                      </a:lnTo>
                      <a:lnTo>
                        <a:pt x="211271" y="1340753"/>
                      </a:lnTo>
                      <a:lnTo>
                        <a:pt x="216862" y="1346876"/>
                      </a:lnTo>
                      <a:lnTo>
                        <a:pt x="216619" y="1345256"/>
                      </a:lnTo>
                      <a:lnTo>
                        <a:pt x="219270" y="1345372"/>
                      </a:lnTo>
                      <a:lnTo>
                        <a:pt x="219375" y="1345407"/>
                      </a:lnTo>
                      <a:lnTo>
                        <a:pt x="219398" y="1345383"/>
                      </a:lnTo>
                      <a:lnTo>
                        <a:pt x="219664" y="1345395"/>
                      </a:lnTo>
                      <a:lnTo>
                        <a:pt x="224236" y="1340359"/>
                      </a:lnTo>
                      <a:lnTo>
                        <a:pt x="227651" y="1340163"/>
                      </a:lnTo>
                      <a:lnTo>
                        <a:pt x="232455" y="1340163"/>
                      </a:lnTo>
                      <a:lnTo>
                        <a:pt x="233046" y="1339838"/>
                      </a:lnTo>
                      <a:lnTo>
                        <a:pt x="233925" y="1339781"/>
                      </a:lnTo>
                      <a:lnTo>
                        <a:pt x="242364" y="1335336"/>
                      </a:lnTo>
                      <a:lnTo>
                        <a:pt x="243348" y="1333275"/>
                      </a:lnTo>
                      <a:lnTo>
                        <a:pt x="239621" y="1331828"/>
                      </a:lnTo>
                      <a:lnTo>
                        <a:pt x="230800" y="1338681"/>
                      </a:lnTo>
                      <a:lnTo>
                        <a:pt x="225463" y="1336725"/>
                      </a:lnTo>
                      <a:lnTo>
                        <a:pt x="226517" y="1333865"/>
                      </a:lnTo>
                      <a:lnTo>
                        <a:pt x="217025" y="1343994"/>
                      </a:lnTo>
                      <a:lnTo>
                        <a:pt x="215184" y="1339040"/>
                      </a:lnTo>
                      <a:lnTo>
                        <a:pt x="214976" y="1339005"/>
                      </a:lnTo>
                      <a:lnTo>
                        <a:pt x="214941" y="1338924"/>
                      </a:lnTo>
                      <a:lnTo>
                        <a:pt x="213158" y="1338716"/>
                      </a:lnTo>
                      <a:lnTo>
                        <a:pt x="212371" y="1338588"/>
                      </a:lnTo>
                      <a:lnTo>
                        <a:pt x="211850" y="1336643"/>
                      </a:lnTo>
                      <a:lnTo>
                        <a:pt x="214617" y="1329814"/>
                      </a:lnTo>
                      <a:lnTo>
                        <a:pt x="214952" y="1329258"/>
                      </a:lnTo>
                      <a:lnTo>
                        <a:pt x="213587" y="1327904"/>
                      </a:lnTo>
                      <a:lnTo>
                        <a:pt x="217175" y="1324987"/>
                      </a:lnTo>
                      <a:lnTo>
                        <a:pt x="216434" y="1323204"/>
                      </a:lnTo>
                      <a:lnTo>
                        <a:pt x="214964" y="1323644"/>
                      </a:lnTo>
                      <a:lnTo>
                        <a:pt x="214952" y="1323632"/>
                      </a:lnTo>
                      <a:lnTo>
                        <a:pt x="220590" y="1316617"/>
                      </a:lnTo>
                      <a:lnTo>
                        <a:pt x="220613" y="1314522"/>
                      </a:lnTo>
                      <a:lnTo>
                        <a:pt x="221423" y="1313677"/>
                      </a:lnTo>
                      <a:lnTo>
                        <a:pt x="227559" y="1308248"/>
                      </a:lnTo>
                      <a:lnTo>
                        <a:pt x="232664" y="1305435"/>
                      </a:lnTo>
                      <a:lnTo>
                        <a:pt x="234423" y="1305134"/>
                      </a:lnTo>
                      <a:lnTo>
                        <a:pt x="234168" y="1304602"/>
                      </a:lnTo>
                      <a:lnTo>
                        <a:pt x="234655" y="1304335"/>
                      </a:lnTo>
                      <a:lnTo>
                        <a:pt x="230545" y="1297008"/>
                      </a:lnTo>
                      <a:lnTo>
                        <a:pt x="231610" y="1291509"/>
                      </a:lnTo>
                      <a:lnTo>
                        <a:pt x="232189" y="1291405"/>
                      </a:lnTo>
                      <a:lnTo>
                        <a:pt x="234701" y="1291671"/>
                      </a:lnTo>
                      <a:lnTo>
                        <a:pt x="235152" y="1290861"/>
                      </a:lnTo>
                      <a:lnTo>
                        <a:pt x="235280" y="1290838"/>
                      </a:lnTo>
                      <a:lnTo>
                        <a:pt x="238776" y="1285397"/>
                      </a:lnTo>
                      <a:lnTo>
                        <a:pt x="245119" y="1282781"/>
                      </a:lnTo>
                      <a:lnTo>
                        <a:pt x="246184" y="1280443"/>
                      </a:lnTo>
                      <a:lnTo>
                        <a:pt x="247886" y="1281172"/>
                      </a:lnTo>
                      <a:lnTo>
                        <a:pt x="247863" y="1281264"/>
                      </a:lnTo>
                      <a:lnTo>
                        <a:pt x="244610" y="1284344"/>
                      </a:lnTo>
                      <a:lnTo>
                        <a:pt x="246277" y="1285304"/>
                      </a:lnTo>
                      <a:lnTo>
                        <a:pt x="252157" y="1283869"/>
                      </a:lnTo>
                      <a:lnTo>
                        <a:pt x="254669" y="1281126"/>
                      </a:lnTo>
                      <a:lnTo>
                        <a:pt x="254704" y="1284367"/>
                      </a:lnTo>
                      <a:lnTo>
                        <a:pt x="256058" y="1283881"/>
                      </a:lnTo>
                      <a:lnTo>
                        <a:pt x="256082" y="1283950"/>
                      </a:lnTo>
                      <a:lnTo>
                        <a:pt x="259670" y="1282584"/>
                      </a:lnTo>
                      <a:lnTo>
                        <a:pt x="263293" y="1281276"/>
                      </a:lnTo>
                      <a:lnTo>
                        <a:pt x="270494" y="1282410"/>
                      </a:lnTo>
                      <a:lnTo>
                        <a:pt x="275969" y="1279528"/>
                      </a:lnTo>
                      <a:lnTo>
                        <a:pt x="278886" y="1282272"/>
                      </a:lnTo>
                      <a:lnTo>
                        <a:pt x="279477" y="1283997"/>
                      </a:lnTo>
                      <a:lnTo>
                        <a:pt x="280183" y="1283487"/>
                      </a:lnTo>
                      <a:lnTo>
                        <a:pt x="282035" y="1285235"/>
                      </a:lnTo>
                      <a:lnTo>
                        <a:pt x="282324" y="1284992"/>
                      </a:lnTo>
                      <a:lnTo>
                        <a:pt x="282405" y="1285200"/>
                      </a:lnTo>
                      <a:lnTo>
                        <a:pt x="284709" y="1283047"/>
                      </a:lnTo>
                      <a:lnTo>
                        <a:pt x="286920" y="1281230"/>
                      </a:lnTo>
                      <a:lnTo>
                        <a:pt x="287800" y="1283950"/>
                      </a:lnTo>
                      <a:lnTo>
                        <a:pt x="292140" y="1282445"/>
                      </a:lnTo>
                      <a:lnTo>
                        <a:pt x="294884" y="1284193"/>
                      </a:lnTo>
                      <a:lnTo>
                        <a:pt x="295891" y="1284922"/>
                      </a:lnTo>
                      <a:lnTo>
                        <a:pt x="296423" y="1287029"/>
                      </a:lnTo>
                      <a:lnTo>
                        <a:pt x="300162" y="1284216"/>
                      </a:lnTo>
                      <a:lnTo>
                        <a:pt x="301887" y="1286219"/>
                      </a:lnTo>
                      <a:lnTo>
                        <a:pt x="301910" y="1286115"/>
                      </a:lnTo>
                      <a:lnTo>
                        <a:pt x="301968" y="1286196"/>
                      </a:lnTo>
                      <a:lnTo>
                        <a:pt x="302918" y="1281890"/>
                      </a:lnTo>
                      <a:lnTo>
                        <a:pt x="308300" y="1294195"/>
                      </a:lnTo>
                      <a:lnTo>
                        <a:pt x="309273" y="1293998"/>
                      </a:lnTo>
                      <a:lnTo>
                        <a:pt x="310118" y="1293813"/>
                      </a:lnTo>
                      <a:lnTo>
                        <a:pt x="312005" y="1295075"/>
                      </a:lnTo>
                      <a:lnTo>
                        <a:pt x="313787" y="1294369"/>
                      </a:lnTo>
                      <a:lnTo>
                        <a:pt x="314656" y="1290444"/>
                      </a:lnTo>
                      <a:lnTo>
                        <a:pt x="314713" y="1290386"/>
                      </a:lnTo>
                      <a:lnTo>
                        <a:pt x="314748" y="1292366"/>
                      </a:lnTo>
                      <a:lnTo>
                        <a:pt x="316450" y="1293084"/>
                      </a:lnTo>
                      <a:lnTo>
                        <a:pt x="314980" y="1292007"/>
                      </a:lnTo>
                      <a:lnTo>
                        <a:pt x="316079" y="1290630"/>
                      </a:lnTo>
                      <a:lnTo>
                        <a:pt x="318186" y="1290282"/>
                      </a:lnTo>
                      <a:lnTo>
                        <a:pt x="319193" y="1290456"/>
                      </a:lnTo>
                      <a:lnTo>
                        <a:pt x="325143" y="1289113"/>
                      </a:lnTo>
                      <a:lnTo>
                        <a:pt x="327539" y="1288719"/>
                      </a:lnTo>
                      <a:lnTo>
                        <a:pt x="327771" y="1288523"/>
                      </a:lnTo>
                      <a:lnTo>
                        <a:pt x="327887" y="1288499"/>
                      </a:lnTo>
                      <a:lnTo>
                        <a:pt x="330005" y="1286659"/>
                      </a:lnTo>
                      <a:lnTo>
                        <a:pt x="336986" y="1280825"/>
                      </a:lnTo>
                      <a:lnTo>
                        <a:pt x="336198" y="1279239"/>
                      </a:lnTo>
                      <a:lnTo>
                        <a:pt x="339115" y="1275326"/>
                      </a:lnTo>
                      <a:lnTo>
                        <a:pt x="346269" y="1272756"/>
                      </a:lnTo>
                      <a:lnTo>
                        <a:pt x="346200" y="1272675"/>
                      </a:lnTo>
                      <a:lnTo>
                        <a:pt x="343572" y="1269538"/>
                      </a:lnTo>
                      <a:lnTo>
                        <a:pt x="344429" y="1268137"/>
                      </a:lnTo>
                      <a:lnTo>
                        <a:pt x="346779" y="1265105"/>
                      </a:lnTo>
                      <a:lnTo>
                        <a:pt x="352127" y="1265602"/>
                      </a:lnTo>
                      <a:lnTo>
                        <a:pt x="349152" y="1263623"/>
                      </a:lnTo>
                      <a:lnTo>
                        <a:pt x="349406" y="1263171"/>
                      </a:lnTo>
                      <a:lnTo>
                        <a:pt x="350390" y="1262963"/>
                      </a:lnTo>
                      <a:lnTo>
                        <a:pt x="352543" y="1257326"/>
                      </a:lnTo>
                      <a:lnTo>
                        <a:pt x="352729" y="1256978"/>
                      </a:lnTo>
                      <a:lnTo>
                        <a:pt x="357637" y="1252302"/>
                      </a:lnTo>
                      <a:lnTo>
                        <a:pt x="357764" y="1251862"/>
                      </a:lnTo>
                      <a:lnTo>
                        <a:pt x="360461" y="1242983"/>
                      </a:lnTo>
                      <a:lnTo>
                        <a:pt x="364328" y="1238191"/>
                      </a:lnTo>
                      <a:lnTo>
                        <a:pt x="366157" y="1233641"/>
                      </a:lnTo>
                      <a:lnTo>
                        <a:pt x="370393" y="1226696"/>
                      </a:lnTo>
                      <a:lnTo>
                        <a:pt x="372141" y="1225411"/>
                      </a:lnTo>
                      <a:lnTo>
                        <a:pt x="370903" y="1225480"/>
                      </a:lnTo>
                      <a:lnTo>
                        <a:pt x="371516" y="1223200"/>
                      </a:lnTo>
                      <a:lnTo>
                        <a:pt x="370567" y="1223663"/>
                      </a:lnTo>
                      <a:lnTo>
                        <a:pt x="371169" y="1222934"/>
                      </a:lnTo>
                      <a:lnTo>
                        <a:pt x="371007" y="1222934"/>
                      </a:lnTo>
                      <a:lnTo>
                        <a:pt x="371111" y="1222853"/>
                      </a:lnTo>
                      <a:lnTo>
                        <a:pt x="370868" y="1222945"/>
                      </a:lnTo>
                      <a:lnTo>
                        <a:pt x="369884" y="1223015"/>
                      </a:lnTo>
                      <a:lnTo>
                        <a:pt x="369734" y="1223397"/>
                      </a:lnTo>
                      <a:lnTo>
                        <a:pt x="367152" y="1224404"/>
                      </a:lnTo>
                      <a:lnTo>
                        <a:pt x="366967" y="1224786"/>
                      </a:lnTo>
                      <a:lnTo>
                        <a:pt x="366898" y="1224774"/>
                      </a:lnTo>
                      <a:lnTo>
                        <a:pt x="360102" y="1238689"/>
                      </a:lnTo>
                      <a:lnTo>
                        <a:pt x="356062" y="1247000"/>
                      </a:lnTo>
                      <a:lnTo>
                        <a:pt x="351803" y="1251862"/>
                      </a:lnTo>
                      <a:lnTo>
                        <a:pt x="347184" y="1257129"/>
                      </a:lnTo>
                      <a:lnTo>
                        <a:pt x="347103" y="1257117"/>
                      </a:lnTo>
                      <a:lnTo>
                        <a:pt x="346281" y="1255312"/>
                      </a:lnTo>
                      <a:lnTo>
                        <a:pt x="340238" y="1258090"/>
                      </a:lnTo>
                      <a:lnTo>
                        <a:pt x="337043" y="1267675"/>
                      </a:lnTo>
                      <a:lnTo>
                        <a:pt x="335689" y="1267096"/>
                      </a:lnTo>
                      <a:lnTo>
                        <a:pt x="333698" y="1269515"/>
                      </a:lnTo>
                      <a:lnTo>
                        <a:pt x="333177" y="1275315"/>
                      </a:lnTo>
                      <a:lnTo>
                        <a:pt x="329785" y="1278290"/>
                      </a:lnTo>
                      <a:lnTo>
                        <a:pt x="329808" y="1281369"/>
                      </a:lnTo>
                      <a:lnTo>
                        <a:pt x="328720" y="1281994"/>
                      </a:lnTo>
                      <a:lnTo>
                        <a:pt x="320455" y="1286659"/>
                      </a:lnTo>
                      <a:lnTo>
                        <a:pt x="319216" y="1286740"/>
                      </a:lnTo>
                      <a:lnTo>
                        <a:pt x="315605" y="1286902"/>
                      </a:lnTo>
                      <a:lnTo>
                        <a:pt x="315767" y="1286948"/>
                      </a:lnTo>
                      <a:lnTo>
                        <a:pt x="315327" y="1286983"/>
                      </a:lnTo>
                      <a:lnTo>
                        <a:pt x="317202" y="1287631"/>
                      </a:lnTo>
                      <a:lnTo>
                        <a:pt x="314563" y="1289090"/>
                      </a:lnTo>
                      <a:lnTo>
                        <a:pt x="314945" y="1286821"/>
                      </a:lnTo>
                      <a:lnTo>
                        <a:pt x="314957" y="1286728"/>
                      </a:lnTo>
                      <a:lnTo>
                        <a:pt x="310164" y="1284274"/>
                      </a:lnTo>
                      <a:lnTo>
                        <a:pt x="309273" y="1282885"/>
                      </a:lnTo>
                      <a:lnTo>
                        <a:pt x="306402" y="1278452"/>
                      </a:lnTo>
                      <a:lnTo>
                        <a:pt x="300383" y="1277768"/>
                      </a:lnTo>
                      <a:lnTo>
                        <a:pt x="299838" y="1278058"/>
                      </a:lnTo>
                      <a:lnTo>
                        <a:pt x="299630" y="1278046"/>
                      </a:lnTo>
                      <a:lnTo>
                        <a:pt x="298658" y="1278695"/>
                      </a:lnTo>
                      <a:lnTo>
                        <a:pt x="296065" y="1280072"/>
                      </a:lnTo>
                      <a:lnTo>
                        <a:pt x="282278" y="1276206"/>
                      </a:lnTo>
                      <a:lnTo>
                        <a:pt x="277867" y="1272849"/>
                      </a:lnTo>
                      <a:lnTo>
                        <a:pt x="277428" y="1272490"/>
                      </a:lnTo>
                      <a:lnTo>
                        <a:pt x="272346" y="1273219"/>
                      </a:lnTo>
                      <a:lnTo>
                        <a:pt x="272276" y="1277803"/>
                      </a:lnTo>
                      <a:lnTo>
                        <a:pt x="270517" y="1279702"/>
                      </a:lnTo>
                      <a:lnTo>
                        <a:pt x="263780" y="1279088"/>
                      </a:lnTo>
                      <a:lnTo>
                        <a:pt x="262159" y="1280454"/>
                      </a:lnTo>
                      <a:lnTo>
                        <a:pt x="257343" y="1279100"/>
                      </a:lnTo>
                      <a:lnTo>
                        <a:pt x="259786" y="1273659"/>
                      </a:lnTo>
                      <a:lnTo>
                        <a:pt x="259624" y="1272316"/>
                      </a:lnTo>
                      <a:lnTo>
                        <a:pt x="259659" y="1272259"/>
                      </a:lnTo>
                      <a:lnTo>
                        <a:pt x="259566" y="1271877"/>
                      </a:lnTo>
                      <a:lnTo>
                        <a:pt x="258628" y="1264179"/>
                      </a:lnTo>
                      <a:lnTo>
                        <a:pt x="257181" y="1261343"/>
                      </a:lnTo>
                      <a:lnTo>
                        <a:pt x="257135" y="1261134"/>
                      </a:lnTo>
                      <a:lnTo>
                        <a:pt x="257019" y="1261042"/>
                      </a:lnTo>
                      <a:lnTo>
                        <a:pt x="256186" y="1259398"/>
                      </a:lnTo>
                      <a:lnTo>
                        <a:pt x="251914" y="1257163"/>
                      </a:lnTo>
                      <a:lnTo>
                        <a:pt x="254067" y="1251862"/>
                      </a:lnTo>
                      <a:lnTo>
                        <a:pt x="254704" y="1250299"/>
                      </a:lnTo>
                      <a:lnTo>
                        <a:pt x="253720" y="1251862"/>
                      </a:lnTo>
                      <a:lnTo>
                        <a:pt x="246126" y="1263936"/>
                      </a:lnTo>
                      <a:lnTo>
                        <a:pt x="245177" y="1265440"/>
                      </a:lnTo>
                      <a:lnTo>
                        <a:pt x="240929" y="1268959"/>
                      </a:lnTo>
                      <a:lnTo>
                        <a:pt x="243684" y="1261285"/>
                      </a:lnTo>
                      <a:lnTo>
                        <a:pt x="237688" y="1265417"/>
                      </a:lnTo>
                      <a:lnTo>
                        <a:pt x="236298" y="1264503"/>
                      </a:lnTo>
                      <a:lnTo>
                        <a:pt x="241600" y="1257129"/>
                      </a:lnTo>
                      <a:lnTo>
                        <a:pt x="243996" y="1255948"/>
                      </a:lnTo>
                      <a:lnTo>
                        <a:pt x="242260" y="1256203"/>
                      </a:lnTo>
                      <a:lnTo>
                        <a:pt x="242607" y="1255716"/>
                      </a:lnTo>
                      <a:lnTo>
                        <a:pt x="245675" y="1252904"/>
                      </a:lnTo>
                      <a:lnTo>
                        <a:pt x="244216" y="1253193"/>
                      </a:lnTo>
                      <a:lnTo>
                        <a:pt x="246995" y="1246618"/>
                      </a:lnTo>
                      <a:lnTo>
                        <a:pt x="250016" y="1242034"/>
                      </a:lnTo>
                      <a:lnTo>
                        <a:pt x="251359" y="1244384"/>
                      </a:lnTo>
                      <a:lnTo>
                        <a:pt x="254160" y="1242381"/>
                      </a:lnTo>
                      <a:lnTo>
                        <a:pt x="255005" y="1239105"/>
                      </a:lnTo>
                      <a:lnTo>
                        <a:pt x="257505" y="1239835"/>
                      </a:lnTo>
                      <a:lnTo>
                        <a:pt x="257644" y="1242671"/>
                      </a:lnTo>
                      <a:lnTo>
                        <a:pt x="260816" y="1240031"/>
                      </a:lnTo>
                      <a:lnTo>
                        <a:pt x="260955" y="1240054"/>
                      </a:lnTo>
                      <a:lnTo>
                        <a:pt x="260700" y="1245240"/>
                      </a:lnTo>
                      <a:lnTo>
                        <a:pt x="264405" y="1247255"/>
                      </a:lnTo>
                      <a:lnTo>
                        <a:pt x="264451" y="1249223"/>
                      </a:lnTo>
                      <a:lnTo>
                        <a:pt x="267113" y="1248979"/>
                      </a:lnTo>
                      <a:lnTo>
                        <a:pt x="267137" y="1248979"/>
                      </a:lnTo>
                      <a:lnTo>
                        <a:pt x="268827" y="1248817"/>
                      </a:lnTo>
                      <a:lnTo>
                        <a:pt x="271350" y="1246838"/>
                      </a:lnTo>
                      <a:lnTo>
                        <a:pt x="273006" y="1246004"/>
                      </a:lnTo>
                      <a:lnTo>
                        <a:pt x="274580" y="1247729"/>
                      </a:lnTo>
                      <a:lnTo>
                        <a:pt x="276339" y="1246919"/>
                      </a:lnTo>
                      <a:lnTo>
                        <a:pt x="276548" y="1244337"/>
                      </a:lnTo>
                      <a:lnTo>
                        <a:pt x="282961" y="1244268"/>
                      </a:lnTo>
                      <a:lnTo>
                        <a:pt x="286248" y="1240182"/>
                      </a:lnTo>
                      <a:lnTo>
                        <a:pt x="289709" y="1239395"/>
                      </a:lnTo>
                      <a:lnTo>
                        <a:pt x="290277" y="1238283"/>
                      </a:lnTo>
                      <a:lnTo>
                        <a:pt x="290798" y="1237786"/>
                      </a:lnTo>
                      <a:lnTo>
                        <a:pt x="290844" y="1238804"/>
                      </a:lnTo>
                      <a:lnTo>
                        <a:pt x="291481" y="1237126"/>
                      </a:lnTo>
                      <a:lnTo>
                        <a:pt x="291955" y="1236663"/>
                      </a:lnTo>
                      <a:lnTo>
                        <a:pt x="294988" y="1230944"/>
                      </a:lnTo>
                      <a:lnTo>
                        <a:pt x="296528" y="1229555"/>
                      </a:lnTo>
                      <a:lnTo>
                        <a:pt x="301065" y="1230666"/>
                      </a:lnTo>
                      <a:lnTo>
                        <a:pt x="302466" y="1231118"/>
                      </a:lnTo>
                      <a:lnTo>
                        <a:pt x="309273" y="1229416"/>
                      </a:lnTo>
                      <a:lnTo>
                        <a:pt x="311125" y="1228953"/>
                      </a:lnTo>
                      <a:lnTo>
                        <a:pt x="311229" y="1228536"/>
                      </a:lnTo>
                      <a:lnTo>
                        <a:pt x="312410" y="1226291"/>
                      </a:lnTo>
                      <a:lnTo>
                        <a:pt x="311866" y="1226198"/>
                      </a:lnTo>
                      <a:lnTo>
                        <a:pt x="313637" y="1219762"/>
                      </a:lnTo>
                      <a:lnTo>
                        <a:pt x="317399" y="1220132"/>
                      </a:lnTo>
                      <a:lnTo>
                        <a:pt x="313799" y="1219415"/>
                      </a:lnTo>
                      <a:lnTo>
                        <a:pt x="309273" y="1223536"/>
                      </a:lnTo>
                      <a:lnTo>
                        <a:pt x="307803" y="1224890"/>
                      </a:lnTo>
                      <a:lnTo>
                        <a:pt x="299584" y="1228444"/>
                      </a:lnTo>
                      <a:lnTo>
                        <a:pt x="298218" y="1228374"/>
                      </a:lnTo>
                      <a:lnTo>
                        <a:pt x="294178" y="1226418"/>
                      </a:lnTo>
                      <a:lnTo>
                        <a:pt x="287244" y="1227934"/>
                      </a:lnTo>
                      <a:lnTo>
                        <a:pt x="282671" y="1234266"/>
                      </a:lnTo>
                      <a:lnTo>
                        <a:pt x="280240" y="1235991"/>
                      </a:lnTo>
                      <a:lnTo>
                        <a:pt x="279905" y="1235945"/>
                      </a:lnTo>
                      <a:lnTo>
                        <a:pt x="274476" y="1240112"/>
                      </a:lnTo>
                      <a:lnTo>
                        <a:pt x="272427" y="1241571"/>
                      </a:lnTo>
                      <a:lnTo>
                        <a:pt x="270123" y="1238225"/>
                      </a:lnTo>
                      <a:lnTo>
                        <a:pt x="267125" y="1241119"/>
                      </a:lnTo>
                      <a:lnTo>
                        <a:pt x="267623" y="1239684"/>
                      </a:lnTo>
                      <a:lnTo>
                        <a:pt x="266291" y="1239036"/>
                      </a:lnTo>
                      <a:lnTo>
                        <a:pt x="265817" y="1237658"/>
                      </a:lnTo>
                      <a:lnTo>
                        <a:pt x="266199" y="1235389"/>
                      </a:lnTo>
                      <a:lnTo>
                        <a:pt x="264173" y="1235412"/>
                      </a:lnTo>
                      <a:lnTo>
                        <a:pt x="264092" y="1235366"/>
                      </a:lnTo>
                      <a:lnTo>
                        <a:pt x="263560" y="1233792"/>
                      </a:lnTo>
                      <a:lnTo>
                        <a:pt x="264312" y="1229451"/>
                      </a:lnTo>
                      <a:lnTo>
                        <a:pt x="256533" y="1231836"/>
                      </a:lnTo>
                      <a:lnTo>
                        <a:pt x="260608" y="1226140"/>
                      </a:lnTo>
                      <a:lnTo>
                        <a:pt x="258987" y="1224728"/>
                      </a:lnTo>
                      <a:lnTo>
                        <a:pt x="255341" y="1226777"/>
                      </a:lnTo>
                      <a:lnTo>
                        <a:pt x="260504" y="1221927"/>
                      </a:lnTo>
                      <a:lnTo>
                        <a:pt x="259913" y="1219241"/>
                      </a:lnTo>
                      <a:lnTo>
                        <a:pt x="265736" y="1214761"/>
                      </a:lnTo>
                      <a:lnTo>
                        <a:pt x="267495" y="1215861"/>
                      </a:lnTo>
                      <a:lnTo>
                        <a:pt x="265701" y="1220202"/>
                      </a:lnTo>
                      <a:lnTo>
                        <a:pt x="267993" y="1217400"/>
                      </a:lnTo>
                      <a:lnTo>
                        <a:pt x="272681" y="1216798"/>
                      </a:lnTo>
                      <a:lnTo>
                        <a:pt x="268699" y="1213823"/>
                      </a:lnTo>
                      <a:lnTo>
                        <a:pt x="268792" y="1210617"/>
                      </a:lnTo>
                      <a:lnTo>
                        <a:pt x="266986" y="1210987"/>
                      </a:lnTo>
                      <a:lnTo>
                        <a:pt x="268294" y="1207549"/>
                      </a:lnTo>
                      <a:lnTo>
                        <a:pt x="268514" y="1207040"/>
                      </a:lnTo>
                      <a:lnTo>
                        <a:pt x="269394" y="1209193"/>
                      </a:lnTo>
                      <a:lnTo>
                        <a:pt x="276571" y="1194596"/>
                      </a:lnTo>
                      <a:lnTo>
                        <a:pt x="288633" y="1185312"/>
                      </a:lnTo>
                      <a:lnTo>
                        <a:pt x="288656" y="1185289"/>
                      </a:lnTo>
                      <a:lnTo>
                        <a:pt x="289744" y="1183958"/>
                      </a:lnTo>
                      <a:lnTo>
                        <a:pt x="297268" y="1176075"/>
                      </a:lnTo>
                      <a:lnTo>
                        <a:pt x="297720" y="1174118"/>
                      </a:lnTo>
                      <a:lnTo>
                        <a:pt x="297859" y="1173944"/>
                      </a:lnTo>
                      <a:lnTo>
                        <a:pt x="298600" y="1175010"/>
                      </a:lnTo>
                      <a:lnTo>
                        <a:pt x="298009" y="1172891"/>
                      </a:lnTo>
                      <a:lnTo>
                        <a:pt x="298137" y="1172324"/>
                      </a:lnTo>
                      <a:lnTo>
                        <a:pt x="297743" y="1171965"/>
                      </a:lnTo>
                      <a:lnTo>
                        <a:pt x="297211" y="1170043"/>
                      </a:lnTo>
                      <a:lnTo>
                        <a:pt x="292372" y="1170391"/>
                      </a:lnTo>
                      <a:lnTo>
                        <a:pt x="292557" y="1167983"/>
                      </a:lnTo>
                      <a:lnTo>
                        <a:pt x="288957" y="1169731"/>
                      </a:lnTo>
                      <a:lnTo>
                        <a:pt x="292059" y="1166177"/>
                      </a:lnTo>
                      <a:lnTo>
                        <a:pt x="293240" y="1165100"/>
                      </a:lnTo>
                      <a:lnTo>
                        <a:pt x="299005" y="1161153"/>
                      </a:lnTo>
                      <a:lnTo>
                        <a:pt x="303091" y="1160355"/>
                      </a:lnTo>
                      <a:lnTo>
                        <a:pt x="305314" y="1157160"/>
                      </a:lnTo>
                      <a:lnTo>
                        <a:pt x="307062" y="1157530"/>
                      </a:lnTo>
                      <a:lnTo>
                        <a:pt x="307328" y="1157634"/>
                      </a:lnTo>
                      <a:lnTo>
                        <a:pt x="307386" y="1157599"/>
                      </a:lnTo>
                      <a:lnTo>
                        <a:pt x="307942" y="1157715"/>
                      </a:lnTo>
                      <a:lnTo>
                        <a:pt x="309053" y="1156419"/>
                      </a:lnTo>
                      <a:lnTo>
                        <a:pt x="309736" y="1155932"/>
                      </a:lnTo>
                      <a:lnTo>
                        <a:pt x="312954" y="1157078"/>
                      </a:lnTo>
                      <a:lnTo>
                        <a:pt x="313417" y="1160042"/>
                      </a:lnTo>
                      <a:lnTo>
                        <a:pt x="315246" y="1155481"/>
                      </a:lnTo>
                      <a:lnTo>
                        <a:pt x="323349" y="1148292"/>
                      </a:lnTo>
                      <a:lnTo>
                        <a:pt x="325386" y="1148223"/>
                      </a:lnTo>
                      <a:lnTo>
                        <a:pt x="336765" y="1147887"/>
                      </a:lnTo>
                      <a:lnTo>
                        <a:pt x="345748" y="1154300"/>
                      </a:lnTo>
                      <a:lnTo>
                        <a:pt x="347242" y="1154405"/>
                      </a:lnTo>
                      <a:lnTo>
                        <a:pt x="347925" y="1154844"/>
                      </a:lnTo>
                      <a:lnTo>
                        <a:pt x="348411" y="1154485"/>
                      </a:lnTo>
                      <a:lnTo>
                        <a:pt x="350691" y="1154624"/>
                      </a:lnTo>
                      <a:lnTo>
                        <a:pt x="352648" y="1153571"/>
                      </a:lnTo>
                      <a:lnTo>
                        <a:pt x="352046" y="1151974"/>
                      </a:lnTo>
                      <a:lnTo>
                        <a:pt x="353597" y="1153606"/>
                      </a:lnTo>
                      <a:lnTo>
                        <a:pt x="360623" y="1152795"/>
                      </a:lnTo>
                      <a:lnTo>
                        <a:pt x="360913" y="1150318"/>
                      </a:lnTo>
                      <a:lnTo>
                        <a:pt x="363135" y="1150758"/>
                      </a:lnTo>
                      <a:lnTo>
                        <a:pt x="360982" y="1149670"/>
                      </a:lnTo>
                      <a:lnTo>
                        <a:pt x="361862" y="1146672"/>
                      </a:lnTo>
                      <a:lnTo>
                        <a:pt x="363703" y="1146151"/>
                      </a:lnTo>
                      <a:lnTo>
                        <a:pt x="378068" y="1142099"/>
                      </a:lnTo>
                      <a:lnTo>
                        <a:pt x="380314" y="1140143"/>
                      </a:lnTo>
                      <a:lnTo>
                        <a:pt x="406290" y="1135397"/>
                      </a:lnTo>
                      <a:lnTo>
                        <a:pt x="405063" y="1134193"/>
                      </a:lnTo>
                      <a:lnTo>
                        <a:pt x="396879" y="1135987"/>
                      </a:lnTo>
                      <a:lnTo>
                        <a:pt x="392225" y="1134957"/>
                      </a:lnTo>
                      <a:lnTo>
                        <a:pt x="385824" y="1137608"/>
                      </a:lnTo>
                      <a:lnTo>
                        <a:pt x="381252" y="1139402"/>
                      </a:lnTo>
                      <a:lnTo>
                        <a:pt x="362140" y="1142771"/>
                      </a:lnTo>
                      <a:lnTo>
                        <a:pt x="358991" y="1144252"/>
                      </a:lnTo>
                      <a:lnTo>
                        <a:pt x="356468" y="1144796"/>
                      </a:lnTo>
                      <a:lnTo>
                        <a:pt x="350552" y="1148211"/>
                      </a:lnTo>
                      <a:lnTo>
                        <a:pt x="348550" y="1149149"/>
                      </a:lnTo>
                      <a:lnTo>
                        <a:pt x="344510" y="1147980"/>
                      </a:lnTo>
                      <a:lnTo>
                        <a:pt x="343190" y="1149832"/>
                      </a:lnTo>
                      <a:lnTo>
                        <a:pt x="342021" y="1146151"/>
                      </a:lnTo>
                      <a:lnTo>
                        <a:pt x="341778" y="1145398"/>
                      </a:lnTo>
                      <a:lnTo>
                        <a:pt x="341500" y="1145538"/>
                      </a:lnTo>
                      <a:lnTo>
                        <a:pt x="341477" y="1145468"/>
                      </a:lnTo>
                      <a:lnTo>
                        <a:pt x="340088" y="1146243"/>
                      </a:lnTo>
                      <a:lnTo>
                        <a:pt x="338074" y="1147251"/>
                      </a:lnTo>
                      <a:lnTo>
                        <a:pt x="336569" y="1146533"/>
                      </a:lnTo>
                      <a:lnTo>
                        <a:pt x="335758" y="1146093"/>
                      </a:lnTo>
                      <a:lnTo>
                        <a:pt x="336106" y="1140872"/>
                      </a:lnTo>
                      <a:lnTo>
                        <a:pt x="333142" y="1140455"/>
                      </a:lnTo>
                      <a:lnTo>
                        <a:pt x="325236" y="1138870"/>
                      </a:lnTo>
                      <a:lnTo>
                        <a:pt x="323951" y="1139182"/>
                      </a:lnTo>
                      <a:lnTo>
                        <a:pt x="319344" y="1138546"/>
                      </a:lnTo>
                      <a:lnTo>
                        <a:pt x="318221" y="1137897"/>
                      </a:lnTo>
                      <a:lnTo>
                        <a:pt x="317144" y="1138245"/>
                      </a:lnTo>
                      <a:lnTo>
                        <a:pt x="316103" y="1138094"/>
                      </a:lnTo>
                      <a:lnTo>
                        <a:pt x="320548" y="1132005"/>
                      </a:lnTo>
                      <a:lnTo>
                        <a:pt x="318672" y="1130384"/>
                      </a:lnTo>
                      <a:lnTo>
                        <a:pt x="322481" y="1123346"/>
                      </a:lnTo>
                      <a:lnTo>
                        <a:pt x="323766" y="1121992"/>
                      </a:lnTo>
                      <a:lnTo>
                        <a:pt x="329982" y="1116748"/>
                      </a:lnTo>
                      <a:lnTo>
                        <a:pt x="333744" y="1111469"/>
                      </a:lnTo>
                      <a:lnTo>
                        <a:pt x="335017" y="1110115"/>
                      </a:lnTo>
                      <a:lnTo>
                        <a:pt x="342125" y="1099963"/>
                      </a:lnTo>
                      <a:lnTo>
                        <a:pt x="342137" y="1099674"/>
                      </a:lnTo>
                      <a:lnTo>
                        <a:pt x="342762" y="1098783"/>
                      </a:lnTo>
                      <a:lnTo>
                        <a:pt x="344718" y="1098123"/>
                      </a:lnTo>
                      <a:lnTo>
                        <a:pt x="343167" y="1097729"/>
                      </a:lnTo>
                      <a:lnTo>
                        <a:pt x="345100" y="1093747"/>
                      </a:lnTo>
                      <a:lnTo>
                        <a:pt x="345505" y="1093238"/>
                      </a:lnTo>
                      <a:lnTo>
                        <a:pt x="362476" y="1072783"/>
                      </a:lnTo>
                      <a:lnTo>
                        <a:pt x="362383" y="1071892"/>
                      </a:lnTo>
                      <a:lnTo>
                        <a:pt x="364108" y="1069715"/>
                      </a:lnTo>
                      <a:lnTo>
                        <a:pt x="366620" y="1068674"/>
                      </a:lnTo>
                      <a:lnTo>
                        <a:pt x="367905" y="1069924"/>
                      </a:lnTo>
                      <a:lnTo>
                        <a:pt x="366782" y="1068546"/>
                      </a:lnTo>
                      <a:lnTo>
                        <a:pt x="370555" y="1065571"/>
                      </a:lnTo>
                      <a:lnTo>
                        <a:pt x="368842" y="1063082"/>
                      </a:lnTo>
                      <a:lnTo>
                        <a:pt x="371771" y="1063615"/>
                      </a:lnTo>
                      <a:lnTo>
                        <a:pt x="369444" y="1062434"/>
                      </a:lnTo>
                      <a:lnTo>
                        <a:pt x="367708" y="1063869"/>
                      </a:lnTo>
                      <a:lnTo>
                        <a:pt x="367777" y="1062909"/>
                      </a:lnTo>
                      <a:lnTo>
                        <a:pt x="366376" y="1067585"/>
                      </a:lnTo>
                      <a:lnTo>
                        <a:pt x="366747" y="1063198"/>
                      </a:lnTo>
                      <a:lnTo>
                        <a:pt x="363807" y="1060107"/>
                      </a:lnTo>
                      <a:lnTo>
                        <a:pt x="357683" y="1057480"/>
                      </a:lnTo>
                      <a:lnTo>
                        <a:pt x="351282" y="1059679"/>
                      </a:lnTo>
                      <a:lnTo>
                        <a:pt x="347253" y="1056403"/>
                      </a:lnTo>
                      <a:lnTo>
                        <a:pt x="346813" y="1053741"/>
                      </a:lnTo>
                      <a:lnTo>
                        <a:pt x="338386" y="1049504"/>
                      </a:lnTo>
                      <a:lnTo>
                        <a:pt x="317607" y="1049782"/>
                      </a:lnTo>
                      <a:lnTo>
                        <a:pt x="309273" y="1048138"/>
                      </a:lnTo>
                      <a:lnTo>
                        <a:pt x="292152" y="1044746"/>
                      </a:lnTo>
                      <a:lnTo>
                        <a:pt x="290937" y="1047073"/>
                      </a:lnTo>
                      <a:lnTo>
                        <a:pt x="300186" y="1052757"/>
                      </a:lnTo>
                      <a:lnTo>
                        <a:pt x="307421" y="1052791"/>
                      </a:lnTo>
                      <a:lnTo>
                        <a:pt x="309273" y="1053266"/>
                      </a:lnTo>
                      <a:lnTo>
                        <a:pt x="321346" y="1056345"/>
                      </a:lnTo>
                      <a:lnTo>
                        <a:pt x="341870" y="1055014"/>
                      </a:lnTo>
                      <a:lnTo>
                        <a:pt x="351085" y="1061080"/>
                      </a:lnTo>
                      <a:lnTo>
                        <a:pt x="359616" y="1062909"/>
                      </a:lnTo>
                      <a:lnTo>
                        <a:pt x="358308" y="1069576"/>
                      </a:lnTo>
                      <a:lnTo>
                        <a:pt x="357533" y="1070630"/>
                      </a:lnTo>
                      <a:lnTo>
                        <a:pt x="349904" y="1078582"/>
                      </a:lnTo>
                      <a:lnTo>
                        <a:pt x="349082" y="1081118"/>
                      </a:lnTo>
                      <a:lnTo>
                        <a:pt x="348469" y="1080932"/>
                      </a:lnTo>
                      <a:lnTo>
                        <a:pt x="348886" y="1081731"/>
                      </a:lnTo>
                      <a:lnTo>
                        <a:pt x="348816" y="1081963"/>
                      </a:lnTo>
                      <a:lnTo>
                        <a:pt x="345054" y="1083618"/>
                      </a:lnTo>
                      <a:lnTo>
                        <a:pt x="339752" y="1089093"/>
                      </a:lnTo>
                      <a:lnTo>
                        <a:pt x="326509" y="1102116"/>
                      </a:lnTo>
                      <a:lnTo>
                        <a:pt x="326972" y="1100252"/>
                      </a:lnTo>
                      <a:lnTo>
                        <a:pt x="325282" y="1099315"/>
                      </a:lnTo>
                      <a:lnTo>
                        <a:pt x="320200" y="1100692"/>
                      </a:lnTo>
                      <a:lnTo>
                        <a:pt x="321474" y="1101236"/>
                      </a:lnTo>
                      <a:lnTo>
                        <a:pt x="321173" y="1103204"/>
                      </a:lnTo>
                      <a:lnTo>
                        <a:pt x="319807" y="1102776"/>
                      </a:lnTo>
                      <a:lnTo>
                        <a:pt x="322793" y="1105948"/>
                      </a:lnTo>
                      <a:lnTo>
                        <a:pt x="322840" y="1108113"/>
                      </a:lnTo>
                      <a:lnTo>
                        <a:pt x="322828" y="1110115"/>
                      </a:lnTo>
                      <a:lnTo>
                        <a:pt x="315211" y="1117454"/>
                      </a:lnTo>
                      <a:lnTo>
                        <a:pt x="313961" y="1120915"/>
                      </a:lnTo>
                      <a:lnTo>
                        <a:pt x="317445" y="1126877"/>
                      </a:lnTo>
                      <a:lnTo>
                        <a:pt x="318105" y="1128035"/>
                      </a:lnTo>
                      <a:lnTo>
                        <a:pt x="309273" y="1131554"/>
                      </a:lnTo>
                      <a:lnTo>
                        <a:pt x="307779" y="1132144"/>
                      </a:lnTo>
                      <a:lnTo>
                        <a:pt x="304110" y="1138928"/>
                      </a:lnTo>
                      <a:lnTo>
                        <a:pt x="303265" y="1133510"/>
                      </a:lnTo>
                      <a:lnTo>
                        <a:pt x="300000" y="1131751"/>
                      </a:lnTo>
                      <a:lnTo>
                        <a:pt x="297326" y="1130732"/>
                      </a:lnTo>
                      <a:lnTo>
                        <a:pt x="299700" y="1131843"/>
                      </a:lnTo>
                      <a:lnTo>
                        <a:pt x="297523" y="1132561"/>
                      </a:lnTo>
                      <a:lnTo>
                        <a:pt x="292117" y="1140386"/>
                      </a:lnTo>
                      <a:lnTo>
                        <a:pt x="286526" y="1143199"/>
                      </a:lnTo>
                      <a:lnTo>
                        <a:pt x="285982" y="1144495"/>
                      </a:lnTo>
                      <a:lnTo>
                        <a:pt x="282046" y="1147042"/>
                      </a:lnTo>
                      <a:lnTo>
                        <a:pt x="281722" y="1148165"/>
                      </a:lnTo>
                      <a:lnTo>
                        <a:pt x="280703" y="1148813"/>
                      </a:lnTo>
                      <a:lnTo>
                        <a:pt x="278828" y="1148304"/>
                      </a:lnTo>
                      <a:lnTo>
                        <a:pt x="280426" y="1152737"/>
                      </a:lnTo>
                      <a:lnTo>
                        <a:pt x="280414" y="1152795"/>
                      </a:lnTo>
                      <a:lnTo>
                        <a:pt x="278759" y="1154567"/>
                      </a:lnTo>
                      <a:lnTo>
                        <a:pt x="265331" y="1168840"/>
                      </a:lnTo>
                      <a:lnTo>
                        <a:pt x="261638" y="1171352"/>
                      </a:lnTo>
                      <a:lnTo>
                        <a:pt x="260677" y="1167613"/>
                      </a:lnTo>
                      <a:lnTo>
                        <a:pt x="253929" y="1170564"/>
                      </a:lnTo>
                      <a:lnTo>
                        <a:pt x="241415" y="1186134"/>
                      </a:lnTo>
                      <a:lnTo>
                        <a:pt x="236923" y="1184791"/>
                      </a:lnTo>
                      <a:lnTo>
                        <a:pt x="235488" y="1188843"/>
                      </a:lnTo>
                      <a:lnTo>
                        <a:pt x="234794" y="1188276"/>
                      </a:lnTo>
                      <a:lnTo>
                        <a:pt x="232131" y="1185567"/>
                      </a:lnTo>
                      <a:lnTo>
                        <a:pt x="231332" y="1185439"/>
                      </a:lnTo>
                      <a:lnTo>
                        <a:pt x="230453" y="1184710"/>
                      </a:lnTo>
                      <a:lnTo>
                        <a:pt x="226204" y="1184652"/>
                      </a:lnTo>
                      <a:lnTo>
                        <a:pt x="225683" y="1184571"/>
                      </a:lnTo>
                      <a:lnTo>
                        <a:pt x="225683" y="1184641"/>
                      </a:lnTo>
                      <a:lnTo>
                        <a:pt x="222593" y="1184594"/>
                      </a:lnTo>
                      <a:lnTo>
                        <a:pt x="222986" y="1186377"/>
                      </a:lnTo>
                      <a:lnTo>
                        <a:pt x="234041" y="1191054"/>
                      </a:lnTo>
                      <a:lnTo>
                        <a:pt x="225440" y="1202919"/>
                      </a:lnTo>
                      <a:lnTo>
                        <a:pt x="223993" y="1206704"/>
                      </a:lnTo>
                      <a:lnTo>
                        <a:pt x="221261" y="1210895"/>
                      </a:lnTo>
                      <a:lnTo>
                        <a:pt x="215196" y="1216173"/>
                      </a:lnTo>
                      <a:lnTo>
                        <a:pt x="216376" y="1216486"/>
                      </a:lnTo>
                      <a:lnTo>
                        <a:pt x="214408" y="1221116"/>
                      </a:lnTo>
                      <a:lnTo>
                        <a:pt x="210311" y="1223327"/>
                      </a:lnTo>
                      <a:lnTo>
                        <a:pt x="210229" y="1226128"/>
                      </a:lnTo>
                      <a:lnTo>
                        <a:pt x="204523" y="1230921"/>
                      </a:lnTo>
                      <a:lnTo>
                        <a:pt x="203573" y="1231095"/>
                      </a:lnTo>
                      <a:lnTo>
                        <a:pt x="200842" y="1231581"/>
                      </a:lnTo>
                      <a:lnTo>
                        <a:pt x="197022" y="1236836"/>
                      </a:lnTo>
                      <a:lnTo>
                        <a:pt x="189196" y="1239626"/>
                      </a:lnTo>
                      <a:lnTo>
                        <a:pt x="181082" y="1245854"/>
                      </a:lnTo>
                      <a:lnTo>
                        <a:pt x="168128" y="1251862"/>
                      </a:lnTo>
                      <a:lnTo>
                        <a:pt x="168059" y="1251885"/>
                      </a:lnTo>
                      <a:lnTo>
                        <a:pt x="167028" y="1251144"/>
                      </a:lnTo>
                      <a:lnTo>
                        <a:pt x="166380" y="1250565"/>
                      </a:lnTo>
                      <a:lnTo>
                        <a:pt x="165246" y="1243110"/>
                      </a:lnTo>
                      <a:lnTo>
                        <a:pt x="154260" y="1239777"/>
                      </a:lnTo>
                      <a:lnTo>
                        <a:pt x="149248" y="1234452"/>
                      </a:lnTo>
                      <a:lnTo>
                        <a:pt x="147500" y="1234787"/>
                      </a:lnTo>
                      <a:lnTo>
                        <a:pt x="146064" y="1237936"/>
                      </a:lnTo>
                      <a:lnTo>
                        <a:pt x="143333" y="1233479"/>
                      </a:lnTo>
                      <a:lnTo>
                        <a:pt x="141133" y="1229613"/>
                      </a:lnTo>
                      <a:lnTo>
                        <a:pt x="141365" y="1226522"/>
                      </a:lnTo>
                      <a:lnTo>
                        <a:pt x="143414" y="1227043"/>
                      </a:lnTo>
                      <a:lnTo>
                        <a:pt x="146007" y="1224346"/>
                      </a:lnTo>
                      <a:lnTo>
                        <a:pt x="146678" y="1219507"/>
                      </a:lnTo>
                      <a:lnTo>
                        <a:pt x="147430" y="1218570"/>
                      </a:lnTo>
                      <a:lnTo>
                        <a:pt x="149433" y="1216903"/>
                      </a:lnTo>
                      <a:lnTo>
                        <a:pt x="149086" y="1216497"/>
                      </a:lnTo>
                      <a:lnTo>
                        <a:pt x="152142" y="1212701"/>
                      </a:lnTo>
                      <a:lnTo>
                        <a:pt x="149722" y="1211022"/>
                      </a:lnTo>
                      <a:lnTo>
                        <a:pt x="143761" y="1217528"/>
                      </a:lnTo>
                      <a:lnTo>
                        <a:pt x="139871" y="1228351"/>
                      </a:lnTo>
                      <a:lnTo>
                        <a:pt x="136954" y="1229463"/>
                      </a:lnTo>
                      <a:lnTo>
                        <a:pt x="130287" y="1228420"/>
                      </a:lnTo>
                      <a:lnTo>
                        <a:pt x="118479" y="1221903"/>
                      </a:lnTo>
                      <a:lnTo>
                        <a:pt x="113849" y="1221359"/>
                      </a:lnTo>
                      <a:lnTo>
                        <a:pt x="110168" y="1219739"/>
                      </a:lnTo>
                      <a:lnTo>
                        <a:pt x="109820" y="1219878"/>
                      </a:lnTo>
                      <a:lnTo>
                        <a:pt x="108408" y="1218755"/>
                      </a:lnTo>
                      <a:lnTo>
                        <a:pt x="108802" y="1218604"/>
                      </a:lnTo>
                      <a:lnTo>
                        <a:pt x="107459" y="1218002"/>
                      </a:lnTo>
                      <a:lnTo>
                        <a:pt x="105387" y="1216347"/>
                      </a:lnTo>
                      <a:lnTo>
                        <a:pt x="98777" y="1216266"/>
                      </a:lnTo>
                      <a:lnTo>
                        <a:pt x="98522" y="1216254"/>
                      </a:lnTo>
                      <a:lnTo>
                        <a:pt x="97862" y="1214182"/>
                      </a:lnTo>
                      <a:lnTo>
                        <a:pt x="97631" y="1213465"/>
                      </a:lnTo>
                      <a:lnTo>
                        <a:pt x="89007" y="1206045"/>
                      </a:lnTo>
                      <a:lnTo>
                        <a:pt x="86426" y="1199597"/>
                      </a:lnTo>
                      <a:lnTo>
                        <a:pt x="81691" y="1196853"/>
                      </a:lnTo>
                      <a:lnTo>
                        <a:pt x="80858" y="1192003"/>
                      </a:lnTo>
                      <a:lnTo>
                        <a:pt x="77188" y="1187685"/>
                      </a:lnTo>
                      <a:lnTo>
                        <a:pt x="76575" y="1180068"/>
                      </a:lnTo>
                      <a:lnTo>
                        <a:pt x="69525" y="1174060"/>
                      </a:lnTo>
                      <a:lnTo>
                        <a:pt x="69085" y="1169314"/>
                      </a:lnTo>
                      <a:lnTo>
                        <a:pt x="68344" y="1160748"/>
                      </a:lnTo>
                      <a:lnTo>
                        <a:pt x="68992" y="1158618"/>
                      </a:lnTo>
                      <a:lnTo>
                        <a:pt x="69583" y="1158375"/>
                      </a:lnTo>
                      <a:lnTo>
                        <a:pt x="69397" y="1157310"/>
                      </a:lnTo>
                      <a:lnTo>
                        <a:pt x="69594" y="1156673"/>
                      </a:lnTo>
                      <a:lnTo>
                        <a:pt x="82629" y="1156812"/>
                      </a:lnTo>
                      <a:lnTo>
                        <a:pt x="87271" y="1153745"/>
                      </a:lnTo>
                      <a:lnTo>
                        <a:pt x="87444" y="1153826"/>
                      </a:lnTo>
                      <a:lnTo>
                        <a:pt x="91299" y="1156315"/>
                      </a:lnTo>
                      <a:lnTo>
                        <a:pt x="92723" y="1156361"/>
                      </a:lnTo>
                      <a:lnTo>
                        <a:pt x="94147" y="1157032"/>
                      </a:lnTo>
                      <a:lnTo>
                        <a:pt x="96589" y="1156546"/>
                      </a:lnTo>
                      <a:lnTo>
                        <a:pt x="96554" y="1155967"/>
                      </a:lnTo>
                      <a:lnTo>
                        <a:pt x="96925" y="1155759"/>
                      </a:lnTo>
                      <a:lnTo>
                        <a:pt x="97596" y="1156673"/>
                      </a:lnTo>
                      <a:lnTo>
                        <a:pt x="97608" y="1155365"/>
                      </a:lnTo>
                      <a:lnTo>
                        <a:pt x="99830" y="1154092"/>
                      </a:lnTo>
                      <a:lnTo>
                        <a:pt x="101590" y="1153548"/>
                      </a:lnTo>
                      <a:lnTo>
                        <a:pt x="102944" y="1155956"/>
                      </a:lnTo>
                      <a:lnTo>
                        <a:pt x="104762" y="1157738"/>
                      </a:lnTo>
                      <a:lnTo>
                        <a:pt x="105642" y="1161963"/>
                      </a:lnTo>
                      <a:lnTo>
                        <a:pt x="105699" y="1164649"/>
                      </a:lnTo>
                      <a:lnTo>
                        <a:pt x="110341" y="1163839"/>
                      </a:lnTo>
                      <a:lnTo>
                        <a:pt x="110527" y="1163897"/>
                      </a:lnTo>
                      <a:lnTo>
                        <a:pt x="110862" y="1165702"/>
                      </a:lnTo>
                      <a:lnTo>
                        <a:pt x="112529" y="1165089"/>
                      </a:lnTo>
                      <a:lnTo>
                        <a:pt x="117669" y="1170275"/>
                      </a:lnTo>
                      <a:lnTo>
                        <a:pt x="121558" y="1171363"/>
                      </a:lnTo>
                      <a:lnTo>
                        <a:pt x="124788" y="1176457"/>
                      </a:lnTo>
                      <a:lnTo>
                        <a:pt x="126073" y="1172451"/>
                      </a:lnTo>
                      <a:lnTo>
                        <a:pt x="122102" y="1168678"/>
                      </a:lnTo>
                      <a:lnTo>
                        <a:pt x="121859" y="1168400"/>
                      </a:lnTo>
                      <a:lnTo>
                        <a:pt x="121674" y="1168261"/>
                      </a:lnTo>
                      <a:lnTo>
                        <a:pt x="119567" y="1166258"/>
                      </a:lnTo>
                      <a:lnTo>
                        <a:pt x="114532" y="1165483"/>
                      </a:lnTo>
                      <a:lnTo>
                        <a:pt x="112031" y="1163075"/>
                      </a:lnTo>
                      <a:lnTo>
                        <a:pt x="110642" y="1161547"/>
                      </a:lnTo>
                      <a:lnTo>
                        <a:pt x="110492" y="1160806"/>
                      </a:lnTo>
                      <a:lnTo>
                        <a:pt x="110017" y="1156812"/>
                      </a:lnTo>
                      <a:lnTo>
                        <a:pt x="115643" y="1152934"/>
                      </a:lnTo>
                      <a:lnTo>
                        <a:pt x="119000" y="1152159"/>
                      </a:lnTo>
                      <a:lnTo>
                        <a:pt x="119336" y="1152228"/>
                      </a:lnTo>
                      <a:lnTo>
                        <a:pt x="121535" y="1153849"/>
                      </a:lnTo>
                      <a:lnTo>
                        <a:pt x="122728" y="1153015"/>
                      </a:lnTo>
                      <a:lnTo>
                        <a:pt x="123144" y="1153120"/>
                      </a:lnTo>
                      <a:lnTo>
                        <a:pt x="127404" y="1149948"/>
                      </a:lnTo>
                      <a:lnTo>
                        <a:pt x="130032" y="1149751"/>
                      </a:lnTo>
                      <a:lnTo>
                        <a:pt x="130182" y="1147887"/>
                      </a:lnTo>
                      <a:lnTo>
                        <a:pt x="130923" y="1147343"/>
                      </a:lnTo>
                      <a:lnTo>
                        <a:pt x="133285" y="1146151"/>
                      </a:lnTo>
                      <a:lnTo>
                        <a:pt x="139374" y="1143106"/>
                      </a:lnTo>
                      <a:lnTo>
                        <a:pt x="143784" y="1137237"/>
                      </a:lnTo>
                      <a:lnTo>
                        <a:pt x="151401" y="1133950"/>
                      </a:lnTo>
                      <a:lnTo>
                        <a:pt x="154573" y="1130616"/>
                      </a:lnTo>
                      <a:lnTo>
                        <a:pt x="162317" y="1133788"/>
                      </a:lnTo>
                      <a:lnTo>
                        <a:pt x="167561" y="1143141"/>
                      </a:lnTo>
                      <a:lnTo>
                        <a:pt x="168313" y="1142724"/>
                      </a:lnTo>
                      <a:lnTo>
                        <a:pt x="170872" y="1142134"/>
                      </a:lnTo>
                      <a:lnTo>
                        <a:pt x="174356" y="1142817"/>
                      </a:lnTo>
                      <a:lnTo>
                        <a:pt x="177180" y="1146151"/>
                      </a:lnTo>
                      <a:lnTo>
                        <a:pt x="177389" y="1146406"/>
                      </a:lnTo>
                      <a:lnTo>
                        <a:pt x="181568" y="1146672"/>
                      </a:lnTo>
                      <a:lnTo>
                        <a:pt x="181984" y="1146915"/>
                      </a:lnTo>
                      <a:lnTo>
                        <a:pt x="187240" y="1147019"/>
                      </a:lnTo>
                      <a:lnTo>
                        <a:pt x="197890" y="1147690"/>
                      </a:lnTo>
                      <a:lnTo>
                        <a:pt x="199603" y="1146151"/>
                      </a:lnTo>
                      <a:lnTo>
                        <a:pt x="200992" y="1144912"/>
                      </a:lnTo>
                      <a:lnTo>
                        <a:pt x="203573" y="1144854"/>
                      </a:lnTo>
                      <a:lnTo>
                        <a:pt x="222396" y="1144472"/>
                      </a:lnTo>
                      <a:lnTo>
                        <a:pt x="222894" y="1141787"/>
                      </a:lnTo>
                      <a:lnTo>
                        <a:pt x="214478" y="1142146"/>
                      </a:lnTo>
                      <a:lnTo>
                        <a:pt x="210727" y="1139055"/>
                      </a:lnTo>
                      <a:lnTo>
                        <a:pt x="210866" y="1137330"/>
                      </a:lnTo>
                      <a:lnTo>
                        <a:pt x="210276" y="1139680"/>
                      </a:lnTo>
                      <a:lnTo>
                        <a:pt x="206873" y="1140907"/>
                      </a:lnTo>
                      <a:lnTo>
                        <a:pt x="204129" y="1141254"/>
                      </a:lnTo>
                      <a:lnTo>
                        <a:pt x="203573" y="1139935"/>
                      </a:lnTo>
                      <a:lnTo>
                        <a:pt x="203214" y="1139101"/>
                      </a:lnTo>
                      <a:lnTo>
                        <a:pt x="201027" y="1140108"/>
                      </a:lnTo>
                      <a:lnTo>
                        <a:pt x="197716" y="1140247"/>
                      </a:lnTo>
                      <a:lnTo>
                        <a:pt x="196489" y="1139946"/>
                      </a:lnTo>
                      <a:lnTo>
                        <a:pt x="190956" y="1142956"/>
                      </a:lnTo>
                      <a:lnTo>
                        <a:pt x="185596" y="1142562"/>
                      </a:lnTo>
                      <a:lnTo>
                        <a:pt x="183744" y="1143870"/>
                      </a:lnTo>
                      <a:lnTo>
                        <a:pt x="180665" y="1139703"/>
                      </a:lnTo>
                      <a:lnTo>
                        <a:pt x="174587" y="1138951"/>
                      </a:lnTo>
                      <a:lnTo>
                        <a:pt x="174240" y="1138406"/>
                      </a:lnTo>
                      <a:lnTo>
                        <a:pt x="174472" y="1137828"/>
                      </a:lnTo>
                      <a:lnTo>
                        <a:pt x="176416" y="1137423"/>
                      </a:lnTo>
                      <a:lnTo>
                        <a:pt x="173302" y="1135316"/>
                      </a:lnTo>
                      <a:lnTo>
                        <a:pt x="168614" y="1130732"/>
                      </a:lnTo>
                      <a:lnTo>
                        <a:pt x="168591" y="1130083"/>
                      </a:lnTo>
                      <a:lnTo>
                        <a:pt x="167653" y="1129794"/>
                      </a:lnTo>
                      <a:lnTo>
                        <a:pt x="164505" y="1126703"/>
                      </a:lnTo>
                      <a:lnTo>
                        <a:pt x="164158" y="1126032"/>
                      </a:lnTo>
                      <a:lnTo>
                        <a:pt x="159481" y="1124840"/>
                      </a:lnTo>
                      <a:lnTo>
                        <a:pt x="151899" y="1127085"/>
                      </a:lnTo>
                      <a:lnTo>
                        <a:pt x="150556" y="1125963"/>
                      </a:lnTo>
                      <a:lnTo>
                        <a:pt x="150984" y="1124261"/>
                      </a:lnTo>
                      <a:lnTo>
                        <a:pt x="147419" y="1126264"/>
                      </a:lnTo>
                      <a:lnTo>
                        <a:pt x="147291" y="1126310"/>
                      </a:lnTo>
                      <a:lnTo>
                        <a:pt x="145115" y="1121193"/>
                      </a:lnTo>
                      <a:lnTo>
                        <a:pt x="144224" y="1127548"/>
                      </a:lnTo>
                      <a:lnTo>
                        <a:pt x="142522" y="1127386"/>
                      </a:lnTo>
                      <a:lnTo>
                        <a:pt x="132937" y="1139171"/>
                      </a:lnTo>
                      <a:lnTo>
                        <a:pt x="129210" y="1140074"/>
                      </a:lnTo>
                      <a:lnTo>
                        <a:pt x="126409" y="1143222"/>
                      </a:lnTo>
                      <a:lnTo>
                        <a:pt x="123630" y="1144854"/>
                      </a:lnTo>
                      <a:lnTo>
                        <a:pt x="120181" y="1145028"/>
                      </a:lnTo>
                      <a:lnTo>
                        <a:pt x="117020" y="1140791"/>
                      </a:lnTo>
                      <a:lnTo>
                        <a:pt x="109253" y="1143940"/>
                      </a:lnTo>
                      <a:lnTo>
                        <a:pt x="108883" y="1144079"/>
                      </a:lnTo>
                      <a:lnTo>
                        <a:pt x="107656" y="1142504"/>
                      </a:lnTo>
                      <a:lnTo>
                        <a:pt x="105688" y="1144542"/>
                      </a:lnTo>
                      <a:lnTo>
                        <a:pt x="104403" y="1143535"/>
                      </a:lnTo>
                      <a:lnTo>
                        <a:pt x="102875" y="1142644"/>
                      </a:lnTo>
                      <a:lnTo>
                        <a:pt x="102967" y="1140525"/>
                      </a:lnTo>
                      <a:lnTo>
                        <a:pt x="101150" y="1142933"/>
                      </a:lnTo>
                      <a:lnTo>
                        <a:pt x="99066" y="1142817"/>
                      </a:lnTo>
                      <a:lnTo>
                        <a:pt x="97585" y="1141856"/>
                      </a:lnTo>
                      <a:lnTo>
                        <a:pt x="95929" y="1142655"/>
                      </a:lnTo>
                      <a:lnTo>
                        <a:pt x="95651" y="1142632"/>
                      </a:lnTo>
                      <a:lnTo>
                        <a:pt x="95594" y="1138951"/>
                      </a:lnTo>
                      <a:lnTo>
                        <a:pt x="95582" y="1138464"/>
                      </a:lnTo>
                      <a:lnTo>
                        <a:pt x="95582" y="1138071"/>
                      </a:lnTo>
                      <a:lnTo>
                        <a:pt x="92283" y="1134749"/>
                      </a:lnTo>
                      <a:lnTo>
                        <a:pt x="89829" y="1134667"/>
                      </a:lnTo>
                      <a:lnTo>
                        <a:pt x="87537" y="1138059"/>
                      </a:lnTo>
                      <a:lnTo>
                        <a:pt x="86113" y="1136959"/>
                      </a:lnTo>
                      <a:lnTo>
                        <a:pt x="85210" y="1136103"/>
                      </a:lnTo>
                      <a:lnTo>
                        <a:pt x="84099" y="1139171"/>
                      </a:lnTo>
                      <a:lnTo>
                        <a:pt x="80950" y="1138175"/>
                      </a:lnTo>
                      <a:lnTo>
                        <a:pt x="80070" y="1143454"/>
                      </a:lnTo>
                      <a:lnTo>
                        <a:pt x="80001" y="1143650"/>
                      </a:lnTo>
                      <a:lnTo>
                        <a:pt x="76493" y="1140236"/>
                      </a:lnTo>
                      <a:lnTo>
                        <a:pt x="76412" y="1139252"/>
                      </a:lnTo>
                      <a:lnTo>
                        <a:pt x="76482" y="1136948"/>
                      </a:lnTo>
                      <a:lnTo>
                        <a:pt x="76250" y="1137110"/>
                      </a:lnTo>
                      <a:lnTo>
                        <a:pt x="76169" y="1136103"/>
                      </a:lnTo>
                      <a:lnTo>
                        <a:pt x="73831" y="1138048"/>
                      </a:lnTo>
                      <a:lnTo>
                        <a:pt x="70833" y="1136682"/>
                      </a:lnTo>
                      <a:lnTo>
                        <a:pt x="62186" y="1137978"/>
                      </a:lnTo>
                      <a:lnTo>
                        <a:pt x="60947" y="1136462"/>
                      </a:lnTo>
                      <a:lnTo>
                        <a:pt x="57405" y="1131751"/>
                      </a:lnTo>
                      <a:lnTo>
                        <a:pt x="56965" y="1131600"/>
                      </a:lnTo>
                      <a:lnTo>
                        <a:pt x="55726" y="1130095"/>
                      </a:lnTo>
                      <a:lnTo>
                        <a:pt x="51594" y="1129667"/>
                      </a:lnTo>
                      <a:lnTo>
                        <a:pt x="50587" y="1129296"/>
                      </a:lnTo>
                      <a:lnTo>
                        <a:pt x="50332" y="1129528"/>
                      </a:lnTo>
                      <a:lnTo>
                        <a:pt x="45296" y="1129007"/>
                      </a:lnTo>
                      <a:lnTo>
                        <a:pt x="41708" y="1131762"/>
                      </a:lnTo>
                      <a:lnTo>
                        <a:pt x="41013" y="1132225"/>
                      </a:lnTo>
                      <a:lnTo>
                        <a:pt x="37784" y="1129192"/>
                      </a:lnTo>
                      <a:lnTo>
                        <a:pt x="36094" y="1129979"/>
                      </a:lnTo>
                      <a:lnTo>
                        <a:pt x="37853" y="1128324"/>
                      </a:lnTo>
                      <a:lnTo>
                        <a:pt x="37008" y="1126368"/>
                      </a:lnTo>
                      <a:lnTo>
                        <a:pt x="34415" y="1126680"/>
                      </a:lnTo>
                      <a:lnTo>
                        <a:pt x="27701" y="1133348"/>
                      </a:lnTo>
                      <a:lnTo>
                        <a:pt x="26289" y="1134100"/>
                      </a:lnTo>
                      <a:lnTo>
                        <a:pt x="20617" y="1131426"/>
                      </a:lnTo>
                      <a:lnTo>
                        <a:pt x="12548" y="1130871"/>
                      </a:lnTo>
                      <a:lnTo>
                        <a:pt x="10291" y="1127247"/>
                      </a:lnTo>
                      <a:lnTo>
                        <a:pt x="7710" y="1126808"/>
                      </a:lnTo>
                      <a:lnTo>
                        <a:pt x="4272" y="1123833"/>
                      </a:lnTo>
                      <a:lnTo>
                        <a:pt x="3427" y="1123011"/>
                      </a:lnTo>
                      <a:lnTo>
                        <a:pt x="0" y="1114595"/>
                      </a:lnTo>
                      <a:lnTo>
                        <a:pt x="58" y="1113553"/>
                      </a:lnTo>
                      <a:lnTo>
                        <a:pt x="1204" y="1113912"/>
                      </a:lnTo>
                      <a:lnTo>
                        <a:pt x="741" y="1111250"/>
                      </a:lnTo>
                      <a:lnTo>
                        <a:pt x="382" y="1110428"/>
                      </a:lnTo>
                      <a:lnTo>
                        <a:pt x="1794" y="1110833"/>
                      </a:lnTo>
                      <a:lnTo>
                        <a:pt x="2153" y="1109351"/>
                      </a:lnTo>
                      <a:lnTo>
                        <a:pt x="1042" y="1107476"/>
                      </a:lnTo>
                      <a:lnTo>
                        <a:pt x="347" y="1106237"/>
                      </a:lnTo>
                      <a:lnTo>
                        <a:pt x="5279" y="1107754"/>
                      </a:lnTo>
                      <a:lnTo>
                        <a:pt x="6587" y="1104929"/>
                      </a:lnTo>
                      <a:lnTo>
                        <a:pt x="5394" y="1102278"/>
                      </a:lnTo>
                      <a:lnTo>
                        <a:pt x="8717" y="1100623"/>
                      </a:lnTo>
                      <a:lnTo>
                        <a:pt x="9052" y="1100681"/>
                      </a:lnTo>
                      <a:lnTo>
                        <a:pt x="12768" y="1103297"/>
                      </a:lnTo>
                      <a:lnTo>
                        <a:pt x="14609" y="1101850"/>
                      </a:lnTo>
                      <a:lnTo>
                        <a:pt x="15546" y="1099327"/>
                      </a:lnTo>
                      <a:lnTo>
                        <a:pt x="14389" y="1098852"/>
                      </a:lnTo>
                      <a:lnTo>
                        <a:pt x="14181" y="1098736"/>
                      </a:lnTo>
                      <a:lnTo>
                        <a:pt x="15639" y="1097637"/>
                      </a:lnTo>
                      <a:lnTo>
                        <a:pt x="14736" y="1097185"/>
                      </a:lnTo>
                      <a:lnTo>
                        <a:pt x="13382" y="1096213"/>
                      </a:lnTo>
                      <a:lnTo>
                        <a:pt x="15535" y="1094893"/>
                      </a:lnTo>
                      <a:lnTo>
                        <a:pt x="13185" y="1094210"/>
                      </a:lnTo>
                      <a:lnTo>
                        <a:pt x="12734" y="1091929"/>
                      </a:lnTo>
                      <a:lnTo>
                        <a:pt x="13289" y="1091617"/>
                      </a:lnTo>
                      <a:lnTo>
                        <a:pt x="16160" y="1090934"/>
                      </a:lnTo>
                      <a:lnTo>
                        <a:pt x="17885" y="1090911"/>
                      </a:lnTo>
                      <a:lnTo>
                        <a:pt x="20223" y="1093481"/>
                      </a:lnTo>
                      <a:lnTo>
                        <a:pt x="24159" y="1091767"/>
                      </a:lnTo>
                      <a:lnTo>
                        <a:pt x="24170" y="1090668"/>
                      </a:lnTo>
                      <a:lnTo>
                        <a:pt x="24217" y="1090621"/>
                      </a:lnTo>
                      <a:lnTo>
                        <a:pt x="24170" y="1090517"/>
                      </a:lnTo>
                      <a:lnTo>
                        <a:pt x="24170" y="1089070"/>
                      </a:lnTo>
                      <a:lnTo>
                        <a:pt x="28812" y="1088005"/>
                      </a:lnTo>
                      <a:lnTo>
                        <a:pt x="29935" y="1088572"/>
                      </a:lnTo>
                      <a:lnTo>
                        <a:pt x="35665" y="1086431"/>
                      </a:lnTo>
                      <a:lnTo>
                        <a:pt x="36811" y="1086165"/>
                      </a:lnTo>
                      <a:lnTo>
                        <a:pt x="42217" y="1086732"/>
                      </a:lnTo>
                      <a:lnTo>
                        <a:pt x="43699" y="1088654"/>
                      </a:lnTo>
                      <a:lnTo>
                        <a:pt x="44312" y="1089580"/>
                      </a:lnTo>
                      <a:lnTo>
                        <a:pt x="48746" y="1088179"/>
                      </a:lnTo>
                      <a:lnTo>
                        <a:pt x="53677" y="1091281"/>
                      </a:lnTo>
                      <a:lnTo>
                        <a:pt x="56618" y="1088654"/>
                      </a:lnTo>
                      <a:lnTo>
                        <a:pt x="58018" y="1090540"/>
                      </a:lnTo>
                      <a:lnTo>
                        <a:pt x="57775" y="1089290"/>
                      </a:lnTo>
                      <a:lnTo>
                        <a:pt x="57868" y="1089348"/>
                      </a:lnTo>
                      <a:lnTo>
                        <a:pt x="58458" y="1087149"/>
                      </a:lnTo>
                      <a:lnTo>
                        <a:pt x="58875" y="1086882"/>
                      </a:lnTo>
                      <a:lnTo>
                        <a:pt x="62903" y="1089151"/>
                      </a:lnTo>
                      <a:lnTo>
                        <a:pt x="65496" y="1087195"/>
                      </a:lnTo>
                      <a:lnTo>
                        <a:pt x="69201" y="1089093"/>
                      </a:lnTo>
                      <a:lnTo>
                        <a:pt x="70127" y="1085968"/>
                      </a:lnTo>
                      <a:lnTo>
                        <a:pt x="71111" y="1086871"/>
                      </a:lnTo>
                      <a:lnTo>
                        <a:pt x="70671" y="1084266"/>
                      </a:lnTo>
                      <a:lnTo>
                        <a:pt x="70705" y="1084289"/>
                      </a:lnTo>
                      <a:lnTo>
                        <a:pt x="72754" y="1086165"/>
                      </a:lnTo>
                      <a:lnTo>
                        <a:pt x="75926" y="1085435"/>
                      </a:lnTo>
                      <a:lnTo>
                        <a:pt x="78890" y="1087056"/>
                      </a:lnTo>
                      <a:lnTo>
                        <a:pt x="80256" y="1086605"/>
                      </a:lnTo>
                      <a:lnTo>
                        <a:pt x="80695" y="1086732"/>
                      </a:lnTo>
                      <a:lnTo>
                        <a:pt x="81807" y="1086084"/>
                      </a:lnTo>
                      <a:lnTo>
                        <a:pt x="82744" y="1085771"/>
                      </a:lnTo>
                      <a:lnTo>
                        <a:pt x="82316" y="1083826"/>
                      </a:lnTo>
                      <a:lnTo>
                        <a:pt x="84377" y="1084984"/>
                      </a:lnTo>
                      <a:lnTo>
                        <a:pt x="84759" y="1083699"/>
                      </a:lnTo>
                      <a:lnTo>
                        <a:pt x="85291" y="1083699"/>
                      </a:lnTo>
                      <a:lnTo>
                        <a:pt x="85071" y="1082692"/>
                      </a:lnTo>
                      <a:lnTo>
                        <a:pt x="85511" y="1081210"/>
                      </a:lnTo>
                      <a:lnTo>
                        <a:pt x="86125" y="1081141"/>
                      </a:lnTo>
                      <a:lnTo>
                        <a:pt x="85939" y="1079810"/>
                      </a:lnTo>
                      <a:lnTo>
                        <a:pt x="86507" y="1077923"/>
                      </a:lnTo>
                      <a:lnTo>
                        <a:pt x="86599" y="1077888"/>
                      </a:lnTo>
                      <a:lnTo>
                        <a:pt x="92896" y="1082102"/>
                      </a:lnTo>
                      <a:lnTo>
                        <a:pt x="96080" y="1088654"/>
                      </a:lnTo>
                      <a:lnTo>
                        <a:pt x="97862" y="1090077"/>
                      </a:lnTo>
                      <a:lnTo>
                        <a:pt x="101231" y="1092763"/>
                      </a:lnTo>
                      <a:lnTo>
                        <a:pt x="101289" y="1092925"/>
                      </a:lnTo>
                      <a:lnTo>
                        <a:pt x="102146" y="1097336"/>
                      </a:lnTo>
                      <a:lnTo>
                        <a:pt x="102875" y="1097393"/>
                      </a:lnTo>
                      <a:lnTo>
                        <a:pt x="103581" y="1099407"/>
                      </a:lnTo>
                      <a:lnTo>
                        <a:pt x="107887" y="1097555"/>
                      </a:lnTo>
                      <a:lnTo>
                        <a:pt x="111534" y="1091883"/>
                      </a:lnTo>
                      <a:lnTo>
                        <a:pt x="116615" y="1096792"/>
                      </a:lnTo>
                      <a:lnTo>
                        <a:pt x="113907" y="1102544"/>
                      </a:lnTo>
                      <a:lnTo>
                        <a:pt x="115990" y="1104906"/>
                      </a:lnTo>
                      <a:lnTo>
                        <a:pt x="123190" y="1104663"/>
                      </a:lnTo>
                      <a:lnTo>
                        <a:pt x="124209" y="1106735"/>
                      </a:lnTo>
                      <a:lnTo>
                        <a:pt x="125529" y="1106261"/>
                      </a:lnTo>
                      <a:lnTo>
                        <a:pt x="123816" y="1105867"/>
                      </a:lnTo>
                      <a:lnTo>
                        <a:pt x="124892" y="1103586"/>
                      </a:lnTo>
                      <a:lnTo>
                        <a:pt x="122056" y="1102000"/>
                      </a:lnTo>
                      <a:lnTo>
                        <a:pt x="123804" y="1102649"/>
                      </a:lnTo>
                      <a:lnTo>
                        <a:pt x="124580" y="1099755"/>
                      </a:lnTo>
                      <a:lnTo>
                        <a:pt x="124869" y="1100102"/>
                      </a:lnTo>
                      <a:lnTo>
                        <a:pt x="125193" y="1100623"/>
                      </a:lnTo>
                      <a:lnTo>
                        <a:pt x="127740" y="1103621"/>
                      </a:lnTo>
                      <a:lnTo>
                        <a:pt x="125251" y="1100577"/>
                      </a:lnTo>
                      <a:lnTo>
                        <a:pt x="126432" y="1099720"/>
                      </a:lnTo>
                      <a:lnTo>
                        <a:pt x="122091" y="1098817"/>
                      </a:lnTo>
                      <a:lnTo>
                        <a:pt x="123329" y="1094372"/>
                      </a:lnTo>
                      <a:lnTo>
                        <a:pt x="122276" y="1093122"/>
                      </a:lnTo>
                      <a:lnTo>
                        <a:pt x="119243" y="1095159"/>
                      </a:lnTo>
                      <a:lnTo>
                        <a:pt x="115956" y="1093191"/>
                      </a:lnTo>
                      <a:lnTo>
                        <a:pt x="116002" y="1093145"/>
                      </a:lnTo>
                      <a:lnTo>
                        <a:pt x="114103" y="1092092"/>
                      </a:lnTo>
                      <a:lnTo>
                        <a:pt x="110550" y="1089961"/>
                      </a:lnTo>
                      <a:lnTo>
                        <a:pt x="112251" y="1090101"/>
                      </a:lnTo>
                      <a:lnTo>
                        <a:pt x="112992" y="1087912"/>
                      </a:lnTo>
                      <a:lnTo>
                        <a:pt x="109461" y="1085377"/>
                      </a:lnTo>
                      <a:lnTo>
                        <a:pt x="112020" y="1078965"/>
                      </a:lnTo>
                      <a:lnTo>
                        <a:pt x="115330" y="1080979"/>
                      </a:lnTo>
                      <a:lnTo>
                        <a:pt x="116257" y="1079925"/>
                      </a:lnTo>
                      <a:lnTo>
                        <a:pt x="118792" y="1083792"/>
                      </a:lnTo>
                      <a:lnTo>
                        <a:pt x="118861" y="1082356"/>
                      </a:lnTo>
                      <a:lnTo>
                        <a:pt x="119810" y="1083340"/>
                      </a:lnTo>
                      <a:lnTo>
                        <a:pt x="120378" y="1083271"/>
                      </a:lnTo>
                      <a:lnTo>
                        <a:pt x="121130" y="1083896"/>
                      </a:lnTo>
                      <a:lnTo>
                        <a:pt x="121743" y="1089938"/>
                      </a:lnTo>
                      <a:lnTo>
                        <a:pt x="121801" y="1088561"/>
                      </a:lnTo>
                      <a:lnTo>
                        <a:pt x="123005" y="1089036"/>
                      </a:lnTo>
                      <a:lnTo>
                        <a:pt x="121883" y="1087565"/>
                      </a:lnTo>
                      <a:lnTo>
                        <a:pt x="122866" y="1082947"/>
                      </a:lnTo>
                      <a:lnTo>
                        <a:pt x="123214" y="1082900"/>
                      </a:lnTo>
                      <a:lnTo>
                        <a:pt x="127937" y="1084104"/>
                      </a:lnTo>
                      <a:lnTo>
                        <a:pt x="129522" y="1089036"/>
                      </a:lnTo>
                      <a:lnTo>
                        <a:pt x="132717" y="1079879"/>
                      </a:lnTo>
                      <a:lnTo>
                        <a:pt x="135611" y="1080273"/>
                      </a:lnTo>
                      <a:lnTo>
                        <a:pt x="138818" y="1081222"/>
                      </a:lnTo>
                      <a:lnTo>
                        <a:pt x="139895" y="1079358"/>
                      </a:lnTo>
                      <a:lnTo>
                        <a:pt x="141781" y="1077297"/>
                      </a:lnTo>
                      <a:lnTo>
                        <a:pt x="146423" y="1082426"/>
                      </a:lnTo>
                      <a:lnTo>
                        <a:pt x="146990" y="1081361"/>
                      </a:lnTo>
                      <a:lnTo>
                        <a:pt x="155823" y="1083699"/>
                      </a:lnTo>
                      <a:lnTo>
                        <a:pt x="154376" y="1080967"/>
                      </a:lnTo>
                      <a:lnTo>
                        <a:pt x="157235" y="1082136"/>
                      </a:lnTo>
                      <a:lnTo>
                        <a:pt x="155707" y="1079798"/>
                      </a:lnTo>
                      <a:lnTo>
                        <a:pt x="153010" y="1080817"/>
                      </a:lnTo>
                      <a:lnTo>
                        <a:pt x="129777" y="1069310"/>
                      </a:lnTo>
                      <a:lnTo>
                        <a:pt x="129453" y="1068812"/>
                      </a:lnTo>
                      <a:lnTo>
                        <a:pt x="126061" y="1067470"/>
                      </a:lnTo>
                      <a:lnTo>
                        <a:pt x="119961" y="1064448"/>
                      </a:lnTo>
                      <a:lnTo>
                        <a:pt x="120991" y="1058603"/>
                      </a:lnTo>
                      <a:lnTo>
                        <a:pt x="123063" y="1052595"/>
                      </a:lnTo>
                      <a:lnTo>
                        <a:pt x="124927" y="1051321"/>
                      </a:lnTo>
                      <a:lnTo>
                        <a:pt x="128400" y="1051391"/>
                      </a:lnTo>
                      <a:lnTo>
                        <a:pt x="133065" y="1052815"/>
                      </a:lnTo>
                      <a:lnTo>
                        <a:pt x="132544" y="1051472"/>
                      </a:lnTo>
                      <a:lnTo>
                        <a:pt x="133736" y="1051634"/>
                      </a:lnTo>
                      <a:lnTo>
                        <a:pt x="135033" y="1052294"/>
                      </a:lnTo>
                      <a:lnTo>
                        <a:pt x="135426" y="1053000"/>
                      </a:lnTo>
                      <a:lnTo>
                        <a:pt x="136121" y="1055118"/>
                      </a:lnTo>
                      <a:lnTo>
                        <a:pt x="138586" y="1050303"/>
                      </a:lnTo>
                      <a:lnTo>
                        <a:pt x="139084" y="1049689"/>
                      </a:lnTo>
                      <a:lnTo>
                        <a:pt x="146296" y="1050581"/>
                      </a:lnTo>
                      <a:lnTo>
                        <a:pt x="150394" y="1048994"/>
                      </a:lnTo>
                      <a:lnTo>
                        <a:pt x="150440" y="1047733"/>
                      </a:lnTo>
                      <a:lnTo>
                        <a:pt x="151933" y="1046818"/>
                      </a:lnTo>
                      <a:lnTo>
                        <a:pt x="153427" y="1046784"/>
                      </a:lnTo>
                      <a:lnTo>
                        <a:pt x="153589" y="1045788"/>
                      </a:lnTo>
                      <a:lnTo>
                        <a:pt x="155858" y="1044399"/>
                      </a:lnTo>
                      <a:lnTo>
                        <a:pt x="156726" y="1044352"/>
                      </a:lnTo>
                      <a:lnTo>
                        <a:pt x="158705" y="1045591"/>
                      </a:lnTo>
                      <a:lnTo>
                        <a:pt x="159666" y="1046772"/>
                      </a:lnTo>
                      <a:lnTo>
                        <a:pt x="161981" y="1046100"/>
                      </a:lnTo>
                      <a:lnTo>
                        <a:pt x="163706" y="1047814"/>
                      </a:lnTo>
                      <a:lnTo>
                        <a:pt x="166160" y="1047640"/>
                      </a:lnTo>
                      <a:lnTo>
                        <a:pt x="168059" y="1047571"/>
                      </a:lnTo>
                      <a:lnTo>
                        <a:pt x="168140" y="1047501"/>
                      </a:lnTo>
                      <a:lnTo>
                        <a:pt x="168545" y="1047466"/>
                      </a:lnTo>
                      <a:lnTo>
                        <a:pt x="171439" y="1044978"/>
                      </a:lnTo>
                      <a:lnTo>
                        <a:pt x="172643" y="1040452"/>
                      </a:lnTo>
                      <a:lnTo>
                        <a:pt x="173546" y="1037037"/>
                      </a:lnTo>
                      <a:lnTo>
                        <a:pt x="175236" y="1035381"/>
                      </a:lnTo>
                      <a:lnTo>
                        <a:pt x="177319" y="1033460"/>
                      </a:lnTo>
                      <a:lnTo>
                        <a:pt x="180433" y="1033819"/>
                      </a:lnTo>
                      <a:lnTo>
                        <a:pt x="184114" y="1032163"/>
                      </a:lnTo>
                      <a:lnTo>
                        <a:pt x="184450" y="1029860"/>
                      </a:lnTo>
                      <a:lnTo>
                        <a:pt x="186001" y="1030172"/>
                      </a:lnTo>
                      <a:lnTo>
                        <a:pt x="182702" y="1029015"/>
                      </a:lnTo>
                      <a:lnTo>
                        <a:pt x="182424" y="1027405"/>
                      </a:lnTo>
                      <a:lnTo>
                        <a:pt x="182401" y="1027162"/>
                      </a:lnTo>
                      <a:lnTo>
                        <a:pt x="182378" y="1027162"/>
                      </a:lnTo>
                      <a:lnTo>
                        <a:pt x="182343" y="1026954"/>
                      </a:lnTo>
                      <a:lnTo>
                        <a:pt x="181950" y="1027151"/>
                      </a:lnTo>
                      <a:lnTo>
                        <a:pt x="179334" y="1027082"/>
                      </a:lnTo>
                      <a:lnTo>
                        <a:pt x="178847" y="1026919"/>
                      </a:lnTo>
                      <a:lnTo>
                        <a:pt x="175965" y="1029431"/>
                      </a:lnTo>
                      <a:lnTo>
                        <a:pt x="169494" y="1036701"/>
                      </a:lnTo>
                      <a:lnTo>
                        <a:pt x="168915" y="1040452"/>
                      </a:lnTo>
                      <a:lnTo>
                        <a:pt x="168580" y="1042639"/>
                      </a:lnTo>
                      <a:lnTo>
                        <a:pt x="168116" y="1042940"/>
                      </a:lnTo>
                      <a:lnTo>
                        <a:pt x="165987" y="1043195"/>
                      </a:lnTo>
                      <a:lnTo>
                        <a:pt x="165280" y="1042558"/>
                      </a:lnTo>
                      <a:lnTo>
                        <a:pt x="164887" y="1041841"/>
                      </a:lnTo>
                      <a:lnTo>
                        <a:pt x="164377" y="1041748"/>
                      </a:lnTo>
                      <a:lnTo>
                        <a:pt x="162930" y="1040452"/>
                      </a:lnTo>
                      <a:lnTo>
                        <a:pt x="162606" y="1040151"/>
                      </a:lnTo>
                      <a:lnTo>
                        <a:pt x="156390" y="1040347"/>
                      </a:lnTo>
                      <a:lnTo>
                        <a:pt x="154920" y="1037511"/>
                      </a:lnTo>
                      <a:lnTo>
                        <a:pt x="154063" y="1037859"/>
                      </a:lnTo>
                      <a:lnTo>
                        <a:pt x="151297" y="1037569"/>
                      </a:lnTo>
                      <a:lnTo>
                        <a:pt x="150023" y="1036516"/>
                      </a:lnTo>
                      <a:lnTo>
                        <a:pt x="146111" y="1036840"/>
                      </a:lnTo>
                      <a:lnTo>
                        <a:pt x="146111" y="1036828"/>
                      </a:lnTo>
                      <a:lnTo>
                        <a:pt x="148507" y="1033842"/>
                      </a:lnTo>
                      <a:lnTo>
                        <a:pt x="147442" y="1032985"/>
                      </a:lnTo>
                      <a:lnTo>
                        <a:pt x="158879" y="1024616"/>
                      </a:lnTo>
                      <a:lnTo>
                        <a:pt x="159562" y="1024211"/>
                      </a:lnTo>
                      <a:lnTo>
                        <a:pt x="167954" y="1023331"/>
                      </a:lnTo>
                      <a:lnTo>
                        <a:pt x="168533" y="1021907"/>
                      </a:lnTo>
                      <a:lnTo>
                        <a:pt x="165952" y="1021618"/>
                      </a:lnTo>
                      <a:lnTo>
                        <a:pt x="166288" y="1021502"/>
                      </a:lnTo>
                      <a:lnTo>
                        <a:pt x="168313" y="1020969"/>
                      </a:lnTo>
                      <a:lnTo>
                        <a:pt x="167943" y="1020981"/>
                      </a:lnTo>
                      <a:lnTo>
                        <a:pt x="168487" y="1020807"/>
                      </a:lnTo>
                      <a:lnTo>
                        <a:pt x="162618" y="1021062"/>
                      </a:lnTo>
                      <a:lnTo>
                        <a:pt x="166149" y="1018839"/>
                      </a:lnTo>
                      <a:lnTo>
                        <a:pt x="163752" y="1016478"/>
                      </a:lnTo>
                      <a:lnTo>
                        <a:pt x="162167" y="1016860"/>
                      </a:lnTo>
                      <a:lnTo>
                        <a:pt x="152234" y="1017311"/>
                      </a:lnTo>
                      <a:lnTo>
                        <a:pt x="150845" y="1017161"/>
                      </a:lnTo>
                      <a:lnTo>
                        <a:pt x="146898" y="1019557"/>
                      </a:lnTo>
                      <a:lnTo>
                        <a:pt x="144675" y="1017624"/>
                      </a:lnTo>
                      <a:lnTo>
                        <a:pt x="142198" y="1020217"/>
                      </a:lnTo>
                      <a:lnTo>
                        <a:pt x="143460" y="1017010"/>
                      </a:lnTo>
                      <a:lnTo>
                        <a:pt x="141897" y="1019082"/>
                      </a:lnTo>
                      <a:lnTo>
                        <a:pt x="141874" y="1018909"/>
                      </a:lnTo>
                      <a:lnTo>
                        <a:pt x="140820" y="1020425"/>
                      </a:lnTo>
                      <a:lnTo>
                        <a:pt x="136781" y="1021282"/>
                      </a:lnTo>
                      <a:lnTo>
                        <a:pt x="134535" y="1019187"/>
                      </a:lnTo>
                      <a:lnTo>
                        <a:pt x="127566" y="1023331"/>
                      </a:lnTo>
                      <a:lnTo>
                        <a:pt x="125980" y="1021942"/>
                      </a:lnTo>
                      <a:lnTo>
                        <a:pt x="124313" y="1023238"/>
                      </a:lnTo>
                      <a:lnTo>
                        <a:pt x="122820" y="1021224"/>
                      </a:lnTo>
                      <a:lnTo>
                        <a:pt x="120910" y="1022729"/>
                      </a:lnTo>
                      <a:lnTo>
                        <a:pt x="117090" y="1025334"/>
                      </a:lnTo>
                      <a:lnTo>
                        <a:pt x="116187" y="1023586"/>
                      </a:lnTo>
                      <a:lnTo>
                        <a:pt x="114902" y="1026699"/>
                      </a:lnTo>
                      <a:lnTo>
                        <a:pt x="112633" y="1024176"/>
                      </a:lnTo>
                      <a:lnTo>
                        <a:pt x="111406" y="1024893"/>
                      </a:lnTo>
                      <a:lnTo>
                        <a:pt x="110341" y="1025067"/>
                      </a:lnTo>
                      <a:lnTo>
                        <a:pt x="108813" y="1020425"/>
                      </a:lnTo>
                      <a:lnTo>
                        <a:pt x="106174" y="1022382"/>
                      </a:lnTo>
                      <a:lnTo>
                        <a:pt x="105479" y="1020981"/>
                      </a:lnTo>
                      <a:lnTo>
                        <a:pt x="105375" y="1021027"/>
                      </a:lnTo>
                      <a:lnTo>
                        <a:pt x="104912" y="1019731"/>
                      </a:lnTo>
                      <a:lnTo>
                        <a:pt x="105259" y="1019140"/>
                      </a:lnTo>
                      <a:lnTo>
                        <a:pt x="103940" y="1015968"/>
                      </a:lnTo>
                      <a:lnTo>
                        <a:pt x="111580" y="1014197"/>
                      </a:lnTo>
                      <a:lnTo>
                        <a:pt x="113421" y="1011836"/>
                      </a:lnTo>
                      <a:lnTo>
                        <a:pt x="112240" y="1010215"/>
                      </a:lnTo>
                      <a:lnTo>
                        <a:pt x="116187" y="1008444"/>
                      </a:lnTo>
                      <a:lnTo>
                        <a:pt x="116372" y="1008490"/>
                      </a:lnTo>
                      <a:lnTo>
                        <a:pt x="118294" y="1012577"/>
                      </a:lnTo>
                      <a:lnTo>
                        <a:pt x="122554" y="1012229"/>
                      </a:lnTo>
                      <a:lnTo>
                        <a:pt x="122623" y="1012229"/>
                      </a:lnTo>
                      <a:lnTo>
                        <a:pt x="122913" y="1013931"/>
                      </a:lnTo>
                      <a:lnTo>
                        <a:pt x="123955" y="1012496"/>
                      </a:lnTo>
                      <a:lnTo>
                        <a:pt x="123792" y="1015702"/>
                      </a:lnTo>
                      <a:lnTo>
                        <a:pt x="128075" y="1011778"/>
                      </a:lnTo>
                      <a:lnTo>
                        <a:pt x="126791" y="1010516"/>
                      </a:lnTo>
                      <a:lnTo>
                        <a:pt x="128006" y="1009451"/>
                      </a:lnTo>
                      <a:lnTo>
                        <a:pt x="127995" y="1009417"/>
                      </a:lnTo>
                      <a:lnTo>
                        <a:pt x="130032" y="1008247"/>
                      </a:lnTo>
                      <a:lnTo>
                        <a:pt x="127856" y="1006557"/>
                      </a:lnTo>
                      <a:lnTo>
                        <a:pt x="128018" y="1004393"/>
                      </a:lnTo>
                      <a:lnTo>
                        <a:pt x="126467" y="1006349"/>
                      </a:lnTo>
                      <a:lnTo>
                        <a:pt x="120829" y="1006071"/>
                      </a:lnTo>
                      <a:lnTo>
                        <a:pt x="119405" y="1002587"/>
                      </a:lnTo>
                      <a:lnTo>
                        <a:pt x="117877" y="1002459"/>
                      </a:lnTo>
                      <a:lnTo>
                        <a:pt x="117935" y="998304"/>
                      </a:lnTo>
                      <a:lnTo>
                        <a:pt x="119671" y="999079"/>
                      </a:lnTo>
                      <a:lnTo>
                        <a:pt x="121732" y="997412"/>
                      </a:lnTo>
                      <a:lnTo>
                        <a:pt x="121662" y="995086"/>
                      </a:lnTo>
                      <a:lnTo>
                        <a:pt x="122403" y="996567"/>
                      </a:lnTo>
                      <a:lnTo>
                        <a:pt x="126710" y="996336"/>
                      </a:lnTo>
                      <a:lnTo>
                        <a:pt x="123665" y="995202"/>
                      </a:lnTo>
                      <a:lnTo>
                        <a:pt x="123272" y="991891"/>
                      </a:lnTo>
                      <a:lnTo>
                        <a:pt x="126015" y="990548"/>
                      </a:lnTo>
                      <a:lnTo>
                        <a:pt x="125054" y="988128"/>
                      </a:lnTo>
                      <a:lnTo>
                        <a:pt x="128214" y="988140"/>
                      </a:lnTo>
                      <a:lnTo>
                        <a:pt x="128052" y="985663"/>
                      </a:lnTo>
                      <a:lnTo>
                        <a:pt x="126108" y="984586"/>
                      </a:lnTo>
                      <a:lnTo>
                        <a:pt x="126084" y="984540"/>
                      </a:lnTo>
                      <a:lnTo>
                        <a:pt x="128550" y="983058"/>
                      </a:lnTo>
                      <a:lnTo>
                        <a:pt x="128411" y="981785"/>
                      </a:lnTo>
                      <a:lnTo>
                        <a:pt x="128643" y="981264"/>
                      </a:lnTo>
                      <a:lnTo>
                        <a:pt x="128307" y="980801"/>
                      </a:lnTo>
                      <a:lnTo>
                        <a:pt x="128133" y="979041"/>
                      </a:lnTo>
                      <a:lnTo>
                        <a:pt x="130761" y="977421"/>
                      </a:lnTo>
                      <a:lnTo>
                        <a:pt x="131652" y="972987"/>
                      </a:lnTo>
                      <a:lnTo>
                        <a:pt x="134153" y="972385"/>
                      </a:lnTo>
                      <a:lnTo>
                        <a:pt x="140230" y="977826"/>
                      </a:lnTo>
                      <a:lnTo>
                        <a:pt x="140543" y="975858"/>
                      </a:lnTo>
                      <a:lnTo>
                        <a:pt x="138853" y="975615"/>
                      </a:lnTo>
                      <a:lnTo>
                        <a:pt x="137163" y="971402"/>
                      </a:lnTo>
                      <a:lnTo>
                        <a:pt x="138135" y="968681"/>
                      </a:lnTo>
                      <a:lnTo>
                        <a:pt x="134315" y="970915"/>
                      </a:lnTo>
                      <a:lnTo>
                        <a:pt x="131051" y="969607"/>
                      </a:lnTo>
                      <a:lnTo>
                        <a:pt x="131456" y="967350"/>
                      </a:lnTo>
                      <a:lnTo>
                        <a:pt x="132625" y="964213"/>
                      </a:lnTo>
                      <a:lnTo>
                        <a:pt x="132197" y="963229"/>
                      </a:lnTo>
                      <a:lnTo>
                        <a:pt x="132845" y="959571"/>
                      </a:lnTo>
                      <a:lnTo>
                        <a:pt x="136931" y="957568"/>
                      </a:lnTo>
                      <a:lnTo>
                        <a:pt x="136352" y="951815"/>
                      </a:lnTo>
                      <a:lnTo>
                        <a:pt x="137568" y="949488"/>
                      </a:lnTo>
                      <a:lnTo>
                        <a:pt x="138112" y="949430"/>
                      </a:lnTo>
                      <a:lnTo>
                        <a:pt x="138737" y="949951"/>
                      </a:lnTo>
                      <a:lnTo>
                        <a:pt x="138158" y="950553"/>
                      </a:lnTo>
                      <a:lnTo>
                        <a:pt x="139987" y="951178"/>
                      </a:lnTo>
                      <a:lnTo>
                        <a:pt x="140855" y="946976"/>
                      </a:lnTo>
                      <a:lnTo>
                        <a:pt x="171022" y="944846"/>
                      </a:lnTo>
                      <a:lnTo>
                        <a:pt x="176150" y="961238"/>
                      </a:lnTo>
                      <a:lnTo>
                        <a:pt x="179565" y="964271"/>
                      </a:lnTo>
                      <a:lnTo>
                        <a:pt x="181649" y="963449"/>
                      </a:lnTo>
                      <a:lnTo>
                        <a:pt x="187321" y="969711"/>
                      </a:lnTo>
                      <a:lnTo>
                        <a:pt x="191384" y="970904"/>
                      </a:lnTo>
                      <a:lnTo>
                        <a:pt x="192611" y="969723"/>
                      </a:lnTo>
                      <a:lnTo>
                        <a:pt x="199140" y="974920"/>
                      </a:lnTo>
                      <a:lnTo>
                        <a:pt x="199256" y="972096"/>
                      </a:lnTo>
                      <a:lnTo>
                        <a:pt x="201652" y="971656"/>
                      </a:lnTo>
                      <a:lnTo>
                        <a:pt x="203249" y="971656"/>
                      </a:lnTo>
                      <a:lnTo>
                        <a:pt x="203782" y="971251"/>
                      </a:lnTo>
                      <a:lnTo>
                        <a:pt x="205842" y="970869"/>
                      </a:lnTo>
                      <a:lnTo>
                        <a:pt x="207266" y="968658"/>
                      </a:lnTo>
                      <a:lnTo>
                        <a:pt x="208377" y="967836"/>
                      </a:lnTo>
                      <a:lnTo>
                        <a:pt x="214223" y="969654"/>
                      </a:lnTo>
                      <a:lnTo>
                        <a:pt x="216978" y="968589"/>
                      </a:lnTo>
                      <a:lnTo>
                        <a:pt x="230244" y="964143"/>
                      </a:lnTo>
                      <a:lnTo>
                        <a:pt x="240385" y="963009"/>
                      </a:lnTo>
                      <a:lnTo>
                        <a:pt x="239980" y="961133"/>
                      </a:lnTo>
                      <a:lnTo>
                        <a:pt x="235384" y="959281"/>
                      </a:lnTo>
                      <a:lnTo>
                        <a:pt x="237352" y="958147"/>
                      </a:lnTo>
                      <a:lnTo>
                        <a:pt x="237213" y="954929"/>
                      </a:lnTo>
                      <a:lnTo>
                        <a:pt x="233949" y="958714"/>
                      </a:lnTo>
                      <a:lnTo>
                        <a:pt x="232687" y="957730"/>
                      </a:lnTo>
                      <a:lnTo>
                        <a:pt x="227570" y="959629"/>
                      </a:lnTo>
                      <a:lnTo>
                        <a:pt x="226737" y="959258"/>
                      </a:lnTo>
                      <a:lnTo>
                        <a:pt x="221203" y="961990"/>
                      </a:lnTo>
                      <a:lnTo>
                        <a:pt x="219618" y="962580"/>
                      </a:lnTo>
                      <a:lnTo>
                        <a:pt x="214015" y="962720"/>
                      </a:lnTo>
                      <a:lnTo>
                        <a:pt x="205715" y="967593"/>
                      </a:lnTo>
                      <a:lnTo>
                        <a:pt x="205055" y="967824"/>
                      </a:lnTo>
                      <a:lnTo>
                        <a:pt x="203573" y="966493"/>
                      </a:lnTo>
                      <a:lnTo>
                        <a:pt x="198353" y="961805"/>
                      </a:lnTo>
                      <a:lnTo>
                        <a:pt x="191083" y="959756"/>
                      </a:lnTo>
                      <a:lnTo>
                        <a:pt x="184670" y="944036"/>
                      </a:lnTo>
                      <a:lnTo>
                        <a:pt x="185851" y="940968"/>
                      </a:lnTo>
                      <a:lnTo>
                        <a:pt x="187460" y="942218"/>
                      </a:lnTo>
                      <a:lnTo>
                        <a:pt x="189636" y="940668"/>
                      </a:lnTo>
                      <a:lnTo>
                        <a:pt x="189740" y="938086"/>
                      </a:lnTo>
                      <a:lnTo>
                        <a:pt x="186256" y="934752"/>
                      </a:lnTo>
                      <a:lnTo>
                        <a:pt x="185828" y="934335"/>
                      </a:lnTo>
                      <a:lnTo>
                        <a:pt x="182887" y="932379"/>
                      </a:lnTo>
                      <a:lnTo>
                        <a:pt x="176660" y="931939"/>
                      </a:lnTo>
                      <a:lnTo>
                        <a:pt x="166172" y="934752"/>
                      </a:lnTo>
                      <a:lnTo>
                        <a:pt x="165790" y="934845"/>
                      </a:lnTo>
                      <a:lnTo>
                        <a:pt x="169726" y="936709"/>
                      </a:lnTo>
                      <a:lnTo>
                        <a:pt x="167190" y="938896"/>
                      </a:lnTo>
                      <a:lnTo>
                        <a:pt x="165975" y="938144"/>
                      </a:lnTo>
                      <a:lnTo>
                        <a:pt x="162792" y="936026"/>
                      </a:lnTo>
                      <a:lnTo>
                        <a:pt x="163440" y="934752"/>
                      </a:lnTo>
                      <a:lnTo>
                        <a:pt x="163787" y="934069"/>
                      </a:lnTo>
                      <a:lnTo>
                        <a:pt x="162491" y="932634"/>
                      </a:lnTo>
                      <a:lnTo>
                        <a:pt x="162039" y="931407"/>
                      </a:lnTo>
                      <a:lnTo>
                        <a:pt x="162595" y="930052"/>
                      </a:lnTo>
                      <a:lnTo>
                        <a:pt x="161622" y="930307"/>
                      </a:lnTo>
                      <a:lnTo>
                        <a:pt x="161518" y="930029"/>
                      </a:lnTo>
                      <a:lnTo>
                        <a:pt x="162502" y="928536"/>
                      </a:lnTo>
                      <a:lnTo>
                        <a:pt x="160835" y="927668"/>
                      </a:lnTo>
                      <a:lnTo>
                        <a:pt x="160951" y="924751"/>
                      </a:lnTo>
                      <a:lnTo>
                        <a:pt x="154492" y="928594"/>
                      </a:lnTo>
                      <a:lnTo>
                        <a:pt x="154550" y="928293"/>
                      </a:lnTo>
                      <a:lnTo>
                        <a:pt x="155221" y="926012"/>
                      </a:lnTo>
                      <a:lnTo>
                        <a:pt x="152929" y="925966"/>
                      </a:lnTo>
                      <a:lnTo>
                        <a:pt x="153322" y="923836"/>
                      </a:lnTo>
                      <a:lnTo>
                        <a:pt x="151574" y="923454"/>
                      </a:lnTo>
                      <a:lnTo>
                        <a:pt x="150012" y="915999"/>
                      </a:lnTo>
                      <a:lnTo>
                        <a:pt x="152883" y="916115"/>
                      </a:lnTo>
                      <a:lnTo>
                        <a:pt x="153612" y="911774"/>
                      </a:lnTo>
                      <a:lnTo>
                        <a:pt x="158590" y="906218"/>
                      </a:lnTo>
                      <a:lnTo>
                        <a:pt x="160557" y="906646"/>
                      </a:lnTo>
                      <a:lnTo>
                        <a:pt x="161333" y="903845"/>
                      </a:lnTo>
                      <a:lnTo>
                        <a:pt x="167387" y="901807"/>
                      </a:lnTo>
                      <a:lnTo>
                        <a:pt x="174263" y="896054"/>
                      </a:lnTo>
                      <a:lnTo>
                        <a:pt x="172747" y="895209"/>
                      </a:lnTo>
                      <a:lnTo>
                        <a:pt x="173789" y="892292"/>
                      </a:lnTo>
                      <a:lnTo>
                        <a:pt x="173823" y="892222"/>
                      </a:lnTo>
                      <a:lnTo>
                        <a:pt x="173985" y="891725"/>
                      </a:lnTo>
                      <a:lnTo>
                        <a:pt x="175953" y="886203"/>
                      </a:lnTo>
                      <a:lnTo>
                        <a:pt x="177018" y="886087"/>
                      </a:lnTo>
                      <a:lnTo>
                        <a:pt x="187136" y="886064"/>
                      </a:lnTo>
                      <a:lnTo>
                        <a:pt x="188791" y="886516"/>
                      </a:lnTo>
                      <a:lnTo>
                        <a:pt x="200564" y="881932"/>
                      </a:lnTo>
                      <a:lnTo>
                        <a:pt x="203573" y="884490"/>
                      </a:lnTo>
                      <a:lnTo>
                        <a:pt x="204106" y="884941"/>
                      </a:lnTo>
                      <a:lnTo>
                        <a:pt x="217557" y="887824"/>
                      </a:lnTo>
                      <a:lnTo>
                        <a:pt x="217661" y="887986"/>
                      </a:lnTo>
                      <a:lnTo>
                        <a:pt x="224746" y="901911"/>
                      </a:lnTo>
                      <a:lnTo>
                        <a:pt x="225023" y="901761"/>
                      </a:lnTo>
                      <a:lnTo>
                        <a:pt x="225788" y="902073"/>
                      </a:lnTo>
                      <a:lnTo>
                        <a:pt x="226146" y="901136"/>
                      </a:lnTo>
                      <a:lnTo>
                        <a:pt x="227304" y="900499"/>
                      </a:lnTo>
                      <a:lnTo>
                        <a:pt x="230059" y="904759"/>
                      </a:lnTo>
                      <a:lnTo>
                        <a:pt x="235280" y="907456"/>
                      </a:lnTo>
                      <a:lnTo>
                        <a:pt x="235326" y="907410"/>
                      </a:lnTo>
                      <a:lnTo>
                        <a:pt x="238035" y="908776"/>
                      </a:lnTo>
                      <a:lnTo>
                        <a:pt x="239227" y="911149"/>
                      </a:lnTo>
                      <a:lnTo>
                        <a:pt x="243198" y="901935"/>
                      </a:lnTo>
                      <a:lnTo>
                        <a:pt x="246126" y="902027"/>
                      </a:lnTo>
                      <a:lnTo>
                        <a:pt x="247458" y="902224"/>
                      </a:lnTo>
                      <a:lnTo>
                        <a:pt x="247921" y="902085"/>
                      </a:lnTo>
                      <a:lnTo>
                        <a:pt x="248719" y="902120"/>
                      </a:lnTo>
                      <a:lnTo>
                        <a:pt x="262275" y="898114"/>
                      </a:lnTo>
                      <a:lnTo>
                        <a:pt x="268398" y="898381"/>
                      </a:lnTo>
                      <a:lnTo>
                        <a:pt x="271246" y="897026"/>
                      </a:lnTo>
                      <a:lnTo>
                        <a:pt x="272137" y="896598"/>
                      </a:lnTo>
                      <a:lnTo>
                        <a:pt x="275008" y="896772"/>
                      </a:lnTo>
                      <a:lnTo>
                        <a:pt x="282313" y="899643"/>
                      </a:lnTo>
                      <a:lnTo>
                        <a:pt x="283389" y="898497"/>
                      </a:lnTo>
                      <a:lnTo>
                        <a:pt x="282174" y="897061"/>
                      </a:lnTo>
                      <a:lnTo>
                        <a:pt x="280275" y="896783"/>
                      </a:lnTo>
                      <a:lnTo>
                        <a:pt x="273839" y="894317"/>
                      </a:lnTo>
                      <a:lnTo>
                        <a:pt x="271535" y="892801"/>
                      </a:lnTo>
                      <a:lnTo>
                        <a:pt x="270551" y="893056"/>
                      </a:lnTo>
                      <a:lnTo>
                        <a:pt x="270274" y="892952"/>
                      </a:lnTo>
                      <a:lnTo>
                        <a:pt x="269730" y="893264"/>
                      </a:lnTo>
                      <a:lnTo>
                        <a:pt x="260920" y="895556"/>
                      </a:lnTo>
                      <a:lnTo>
                        <a:pt x="260666" y="896945"/>
                      </a:lnTo>
                      <a:lnTo>
                        <a:pt x="252956" y="897987"/>
                      </a:lnTo>
                      <a:lnTo>
                        <a:pt x="250699" y="900233"/>
                      </a:lnTo>
                      <a:lnTo>
                        <a:pt x="249507" y="897559"/>
                      </a:lnTo>
                      <a:lnTo>
                        <a:pt x="238903" y="898959"/>
                      </a:lnTo>
                      <a:lnTo>
                        <a:pt x="238695" y="898983"/>
                      </a:lnTo>
                      <a:lnTo>
                        <a:pt x="229862" y="892477"/>
                      </a:lnTo>
                      <a:lnTo>
                        <a:pt x="230788" y="890185"/>
                      </a:lnTo>
                      <a:lnTo>
                        <a:pt x="229909" y="888090"/>
                      </a:lnTo>
                      <a:lnTo>
                        <a:pt x="229214" y="886052"/>
                      </a:lnTo>
                      <a:lnTo>
                        <a:pt x="230395" y="884617"/>
                      </a:lnTo>
                      <a:lnTo>
                        <a:pt x="228635" y="884351"/>
                      </a:lnTo>
                      <a:lnTo>
                        <a:pt x="227813" y="881943"/>
                      </a:lnTo>
                      <a:lnTo>
                        <a:pt x="227732" y="879917"/>
                      </a:lnTo>
                      <a:lnTo>
                        <a:pt x="222650" y="880091"/>
                      </a:lnTo>
                      <a:lnTo>
                        <a:pt x="220833" y="876282"/>
                      </a:lnTo>
                      <a:lnTo>
                        <a:pt x="220752" y="876248"/>
                      </a:lnTo>
                      <a:lnTo>
                        <a:pt x="220671" y="876074"/>
                      </a:lnTo>
                      <a:lnTo>
                        <a:pt x="212255" y="871930"/>
                      </a:lnTo>
                      <a:lnTo>
                        <a:pt x="203573" y="872520"/>
                      </a:lnTo>
                      <a:lnTo>
                        <a:pt x="196362" y="873018"/>
                      </a:lnTo>
                      <a:lnTo>
                        <a:pt x="190585" y="869453"/>
                      </a:lnTo>
                      <a:lnTo>
                        <a:pt x="189925" y="865887"/>
                      </a:lnTo>
                      <a:lnTo>
                        <a:pt x="187437" y="863769"/>
                      </a:lnTo>
                      <a:lnTo>
                        <a:pt x="188120" y="858074"/>
                      </a:lnTo>
                      <a:lnTo>
                        <a:pt x="188351" y="857749"/>
                      </a:lnTo>
                      <a:lnTo>
                        <a:pt x="188154" y="857761"/>
                      </a:lnTo>
                      <a:lnTo>
                        <a:pt x="188340" y="856221"/>
                      </a:lnTo>
                      <a:lnTo>
                        <a:pt x="186812" y="856789"/>
                      </a:lnTo>
                      <a:lnTo>
                        <a:pt x="188235" y="854682"/>
                      </a:lnTo>
                      <a:lnTo>
                        <a:pt x="190354" y="852656"/>
                      </a:lnTo>
                      <a:lnTo>
                        <a:pt x="191685" y="849554"/>
                      </a:lnTo>
                      <a:lnTo>
                        <a:pt x="192530" y="848315"/>
                      </a:lnTo>
                      <a:lnTo>
                        <a:pt x="203805" y="840976"/>
                      </a:lnTo>
                      <a:lnTo>
                        <a:pt x="203979" y="840212"/>
                      </a:lnTo>
                      <a:lnTo>
                        <a:pt x="205530" y="839135"/>
                      </a:lnTo>
                      <a:lnTo>
                        <a:pt x="207382" y="839529"/>
                      </a:lnTo>
                      <a:lnTo>
                        <a:pt x="205750" y="838325"/>
                      </a:lnTo>
                      <a:lnTo>
                        <a:pt x="206490" y="835547"/>
                      </a:lnTo>
                      <a:lnTo>
                        <a:pt x="210311" y="832491"/>
                      </a:lnTo>
                      <a:lnTo>
                        <a:pt x="210530" y="829041"/>
                      </a:lnTo>
                      <a:lnTo>
                        <a:pt x="210600" y="828046"/>
                      </a:lnTo>
                      <a:lnTo>
                        <a:pt x="209767" y="829041"/>
                      </a:lnTo>
                      <a:lnTo>
                        <a:pt x="209257" y="829655"/>
                      </a:lnTo>
                      <a:lnTo>
                        <a:pt x="209072" y="829041"/>
                      </a:lnTo>
                      <a:lnTo>
                        <a:pt x="208076" y="825893"/>
                      </a:lnTo>
                      <a:lnTo>
                        <a:pt x="203573" y="824342"/>
                      </a:lnTo>
                      <a:lnTo>
                        <a:pt x="200703" y="823346"/>
                      </a:lnTo>
                      <a:lnTo>
                        <a:pt x="201212" y="819966"/>
                      </a:lnTo>
                      <a:lnTo>
                        <a:pt x="201779" y="816898"/>
                      </a:lnTo>
                      <a:lnTo>
                        <a:pt x="203573" y="814768"/>
                      </a:lnTo>
                      <a:lnTo>
                        <a:pt x="207579" y="809976"/>
                      </a:lnTo>
                      <a:lnTo>
                        <a:pt x="216307" y="808621"/>
                      </a:lnTo>
                      <a:lnTo>
                        <a:pt x="219733" y="805623"/>
                      </a:lnTo>
                      <a:lnTo>
                        <a:pt x="221458" y="806457"/>
                      </a:lnTo>
                      <a:lnTo>
                        <a:pt x="221979" y="806897"/>
                      </a:lnTo>
                      <a:lnTo>
                        <a:pt x="222315" y="806862"/>
                      </a:lnTo>
                      <a:lnTo>
                        <a:pt x="224236" y="807776"/>
                      </a:lnTo>
                      <a:lnTo>
                        <a:pt x="237896" y="800449"/>
                      </a:lnTo>
                      <a:lnTo>
                        <a:pt x="240315" y="801375"/>
                      </a:lnTo>
                      <a:lnTo>
                        <a:pt x="241890" y="799476"/>
                      </a:lnTo>
                      <a:lnTo>
                        <a:pt x="242410" y="801109"/>
                      </a:lnTo>
                      <a:lnTo>
                        <a:pt x="243996" y="800680"/>
                      </a:lnTo>
                      <a:lnTo>
                        <a:pt x="248384" y="810242"/>
                      </a:lnTo>
                      <a:lnTo>
                        <a:pt x="256290" y="820973"/>
                      </a:lnTo>
                      <a:lnTo>
                        <a:pt x="266511" y="829041"/>
                      </a:lnTo>
                      <a:lnTo>
                        <a:pt x="267310" y="829678"/>
                      </a:lnTo>
                      <a:lnTo>
                        <a:pt x="268641" y="831808"/>
                      </a:lnTo>
                      <a:lnTo>
                        <a:pt x="269324" y="833301"/>
                      </a:lnTo>
                      <a:lnTo>
                        <a:pt x="269544" y="833255"/>
                      </a:lnTo>
                      <a:lnTo>
                        <a:pt x="271153" y="835836"/>
                      </a:lnTo>
                      <a:lnTo>
                        <a:pt x="275876" y="832364"/>
                      </a:lnTo>
                      <a:lnTo>
                        <a:pt x="277034" y="829041"/>
                      </a:lnTo>
                      <a:lnTo>
                        <a:pt x="277231" y="828509"/>
                      </a:lnTo>
                      <a:lnTo>
                        <a:pt x="279604" y="828254"/>
                      </a:lnTo>
                      <a:lnTo>
                        <a:pt x="279743" y="827930"/>
                      </a:lnTo>
                      <a:lnTo>
                        <a:pt x="281201" y="825904"/>
                      </a:lnTo>
                      <a:lnTo>
                        <a:pt x="280831" y="825175"/>
                      </a:lnTo>
                      <a:lnTo>
                        <a:pt x="281028" y="824689"/>
                      </a:lnTo>
                      <a:lnTo>
                        <a:pt x="281664" y="826830"/>
                      </a:lnTo>
                      <a:lnTo>
                        <a:pt x="284639" y="824561"/>
                      </a:lnTo>
                      <a:lnTo>
                        <a:pt x="282822" y="823913"/>
                      </a:lnTo>
                      <a:lnTo>
                        <a:pt x="284037" y="823485"/>
                      </a:lnTo>
                      <a:lnTo>
                        <a:pt x="282683" y="823635"/>
                      </a:lnTo>
                      <a:lnTo>
                        <a:pt x="283215" y="822050"/>
                      </a:lnTo>
                      <a:lnTo>
                        <a:pt x="277289" y="825626"/>
                      </a:lnTo>
                      <a:lnTo>
                        <a:pt x="276802" y="824098"/>
                      </a:lnTo>
                      <a:lnTo>
                        <a:pt x="266083" y="820811"/>
                      </a:lnTo>
                      <a:lnTo>
                        <a:pt x="260133" y="813981"/>
                      </a:lnTo>
                      <a:lnTo>
                        <a:pt x="258466" y="810844"/>
                      </a:lnTo>
                      <a:lnTo>
                        <a:pt x="255028" y="808135"/>
                      </a:lnTo>
                      <a:lnTo>
                        <a:pt x="246312" y="798145"/>
                      </a:lnTo>
                      <a:lnTo>
                        <a:pt x="246613" y="796536"/>
                      </a:lnTo>
                      <a:lnTo>
                        <a:pt x="247735" y="793133"/>
                      </a:lnTo>
                      <a:lnTo>
                        <a:pt x="252898" y="789927"/>
                      </a:lnTo>
                      <a:lnTo>
                        <a:pt x="256649" y="785053"/>
                      </a:lnTo>
                      <a:lnTo>
                        <a:pt x="257216" y="779647"/>
                      </a:lnTo>
                      <a:lnTo>
                        <a:pt x="260515" y="778663"/>
                      </a:lnTo>
                      <a:lnTo>
                        <a:pt x="275020" y="775468"/>
                      </a:lnTo>
                      <a:lnTo>
                        <a:pt x="281699" y="778663"/>
                      </a:lnTo>
                      <a:lnTo>
                        <a:pt x="275460" y="775271"/>
                      </a:lnTo>
                      <a:lnTo>
                        <a:pt x="274557" y="775260"/>
                      </a:lnTo>
                      <a:lnTo>
                        <a:pt x="276432" y="774079"/>
                      </a:lnTo>
                      <a:lnTo>
                        <a:pt x="272994" y="774681"/>
                      </a:lnTo>
                      <a:lnTo>
                        <a:pt x="273631" y="773269"/>
                      </a:lnTo>
                      <a:lnTo>
                        <a:pt x="271477" y="772644"/>
                      </a:lnTo>
                      <a:lnTo>
                        <a:pt x="267831" y="775132"/>
                      </a:lnTo>
                      <a:lnTo>
                        <a:pt x="264011" y="774345"/>
                      </a:lnTo>
                      <a:lnTo>
                        <a:pt x="262796" y="776070"/>
                      </a:lnTo>
                      <a:lnTo>
                        <a:pt x="259948" y="776105"/>
                      </a:lnTo>
                      <a:lnTo>
                        <a:pt x="259462" y="776487"/>
                      </a:lnTo>
                      <a:lnTo>
                        <a:pt x="258721" y="776510"/>
                      </a:lnTo>
                      <a:lnTo>
                        <a:pt x="255792" y="779415"/>
                      </a:lnTo>
                      <a:lnTo>
                        <a:pt x="255966" y="783409"/>
                      </a:lnTo>
                      <a:lnTo>
                        <a:pt x="252505" y="787368"/>
                      </a:lnTo>
                      <a:lnTo>
                        <a:pt x="246589" y="789047"/>
                      </a:lnTo>
                      <a:lnTo>
                        <a:pt x="248013" y="789834"/>
                      </a:lnTo>
                      <a:lnTo>
                        <a:pt x="245779" y="792450"/>
                      </a:lnTo>
                      <a:lnTo>
                        <a:pt x="245478" y="795356"/>
                      </a:lnTo>
                      <a:lnTo>
                        <a:pt x="245200" y="795842"/>
                      </a:lnTo>
                      <a:lnTo>
                        <a:pt x="244436" y="793955"/>
                      </a:lnTo>
                      <a:lnTo>
                        <a:pt x="241137" y="794314"/>
                      </a:lnTo>
                      <a:lnTo>
                        <a:pt x="240778" y="793017"/>
                      </a:lnTo>
                      <a:lnTo>
                        <a:pt x="235129" y="795425"/>
                      </a:lnTo>
                      <a:lnTo>
                        <a:pt x="234076" y="795703"/>
                      </a:lnTo>
                      <a:lnTo>
                        <a:pt x="233474" y="792276"/>
                      </a:lnTo>
                      <a:lnTo>
                        <a:pt x="233381" y="791778"/>
                      </a:lnTo>
                      <a:lnTo>
                        <a:pt x="229121" y="796907"/>
                      </a:lnTo>
                      <a:lnTo>
                        <a:pt x="226864" y="797520"/>
                      </a:lnTo>
                      <a:lnTo>
                        <a:pt x="226552" y="796502"/>
                      </a:lnTo>
                      <a:lnTo>
                        <a:pt x="222072" y="798736"/>
                      </a:lnTo>
                      <a:lnTo>
                        <a:pt x="219919" y="792670"/>
                      </a:lnTo>
                      <a:lnTo>
                        <a:pt x="214015" y="796224"/>
                      </a:lnTo>
                      <a:lnTo>
                        <a:pt x="212417" y="791987"/>
                      </a:lnTo>
                      <a:lnTo>
                        <a:pt x="204939" y="788190"/>
                      </a:lnTo>
                      <a:lnTo>
                        <a:pt x="203573" y="788781"/>
                      </a:lnTo>
                      <a:lnTo>
                        <a:pt x="196697" y="791767"/>
                      </a:lnTo>
                      <a:lnTo>
                        <a:pt x="190747" y="790077"/>
                      </a:lnTo>
                      <a:lnTo>
                        <a:pt x="180896" y="791362"/>
                      </a:lnTo>
                      <a:lnTo>
                        <a:pt x="177493" y="788966"/>
                      </a:lnTo>
                      <a:lnTo>
                        <a:pt x="179507" y="787796"/>
                      </a:lnTo>
                      <a:lnTo>
                        <a:pt x="182482" y="789093"/>
                      </a:lnTo>
                      <a:lnTo>
                        <a:pt x="179299" y="781198"/>
                      </a:lnTo>
                      <a:lnTo>
                        <a:pt x="183628" y="777633"/>
                      </a:lnTo>
                      <a:lnTo>
                        <a:pt x="181811" y="777077"/>
                      </a:lnTo>
                      <a:lnTo>
                        <a:pt x="181822" y="776915"/>
                      </a:lnTo>
                      <a:lnTo>
                        <a:pt x="180456" y="776660"/>
                      </a:lnTo>
                      <a:lnTo>
                        <a:pt x="180190" y="776579"/>
                      </a:lnTo>
                      <a:lnTo>
                        <a:pt x="183015" y="772042"/>
                      </a:lnTo>
                      <a:lnTo>
                        <a:pt x="184022" y="770502"/>
                      </a:lnTo>
                      <a:lnTo>
                        <a:pt x="188779" y="769159"/>
                      </a:lnTo>
                      <a:lnTo>
                        <a:pt x="190261" y="764749"/>
                      </a:lnTo>
                      <a:lnTo>
                        <a:pt x="190527" y="764147"/>
                      </a:lnTo>
                      <a:lnTo>
                        <a:pt x="193283" y="766543"/>
                      </a:lnTo>
                      <a:lnTo>
                        <a:pt x="198885" y="764182"/>
                      </a:lnTo>
                      <a:lnTo>
                        <a:pt x="195621" y="763429"/>
                      </a:lnTo>
                      <a:lnTo>
                        <a:pt x="195297" y="761056"/>
                      </a:lnTo>
                      <a:lnTo>
                        <a:pt x="195378" y="760339"/>
                      </a:lnTo>
                      <a:lnTo>
                        <a:pt x="197022" y="759505"/>
                      </a:lnTo>
                      <a:lnTo>
                        <a:pt x="196142" y="757549"/>
                      </a:lnTo>
                      <a:lnTo>
                        <a:pt x="194822" y="758637"/>
                      </a:lnTo>
                      <a:lnTo>
                        <a:pt x="194590" y="755627"/>
                      </a:lnTo>
                      <a:lnTo>
                        <a:pt x="194695" y="755650"/>
                      </a:lnTo>
                      <a:lnTo>
                        <a:pt x="196246" y="757097"/>
                      </a:lnTo>
                      <a:lnTo>
                        <a:pt x="202184" y="756889"/>
                      </a:lnTo>
                      <a:lnTo>
                        <a:pt x="203573" y="755893"/>
                      </a:lnTo>
                      <a:lnTo>
                        <a:pt x="203793" y="755720"/>
                      </a:lnTo>
                      <a:lnTo>
                        <a:pt x="203573" y="755037"/>
                      </a:lnTo>
                      <a:lnTo>
                        <a:pt x="203122" y="753694"/>
                      </a:lnTo>
                      <a:lnTo>
                        <a:pt x="203145" y="753694"/>
                      </a:lnTo>
                      <a:lnTo>
                        <a:pt x="203573" y="753972"/>
                      </a:lnTo>
                      <a:lnTo>
                        <a:pt x="205206" y="755048"/>
                      </a:lnTo>
                      <a:lnTo>
                        <a:pt x="207984" y="753775"/>
                      </a:lnTo>
                      <a:lnTo>
                        <a:pt x="208019" y="753833"/>
                      </a:lnTo>
                      <a:lnTo>
                        <a:pt x="206352" y="755812"/>
                      </a:lnTo>
                      <a:lnTo>
                        <a:pt x="207266" y="757120"/>
                      </a:lnTo>
                      <a:lnTo>
                        <a:pt x="203573" y="759077"/>
                      </a:lnTo>
                      <a:lnTo>
                        <a:pt x="202068" y="759875"/>
                      </a:lnTo>
                      <a:lnTo>
                        <a:pt x="203573" y="760072"/>
                      </a:lnTo>
                      <a:lnTo>
                        <a:pt x="205634" y="760350"/>
                      </a:lnTo>
                      <a:lnTo>
                        <a:pt x="209894" y="759875"/>
                      </a:lnTo>
                      <a:lnTo>
                        <a:pt x="209940" y="758058"/>
                      </a:lnTo>
                      <a:lnTo>
                        <a:pt x="215821" y="759065"/>
                      </a:lnTo>
                      <a:lnTo>
                        <a:pt x="216967" y="758463"/>
                      </a:lnTo>
                      <a:lnTo>
                        <a:pt x="223461" y="755974"/>
                      </a:lnTo>
                      <a:lnTo>
                        <a:pt x="227489" y="756206"/>
                      </a:lnTo>
                      <a:lnTo>
                        <a:pt x="226077" y="755396"/>
                      </a:lnTo>
                      <a:lnTo>
                        <a:pt x="226355" y="753416"/>
                      </a:lnTo>
                      <a:lnTo>
                        <a:pt x="229295" y="750371"/>
                      </a:lnTo>
                      <a:lnTo>
                        <a:pt x="229503" y="750186"/>
                      </a:lnTo>
                      <a:lnTo>
                        <a:pt x="243256" y="751321"/>
                      </a:lnTo>
                      <a:lnTo>
                        <a:pt x="249611" y="746031"/>
                      </a:lnTo>
                      <a:lnTo>
                        <a:pt x="252806" y="743600"/>
                      </a:lnTo>
                      <a:lnTo>
                        <a:pt x="253026" y="743194"/>
                      </a:lnTo>
                      <a:lnTo>
                        <a:pt x="268723" y="730137"/>
                      </a:lnTo>
                      <a:lnTo>
                        <a:pt x="270285" y="723342"/>
                      </a:lnTo>
                      <a:lnTo>
                        <a:pt x="270540" y="722208"/>
                      </a:lnTo>
                      <a:lnTo>
                        <a:pt x="276409" y="716327"/>
                      </a:lnTo>
                      <a:lnTo>
                        <a:pt x="274719" y="717091"/>
                      </a:lnTo>
                      <a:lnTo>
                        <a:pt x="275726" y="715806"/>
                      </a:lnTo>
                      <a:lnTo>
                        <a:pt x="274638" y="715227"/>
                      </a:lnTo>
                      <a:lnTo>
                        <a:pt x="275899" y="715250"/>
                      </a:lnTo>
                      <a:lnTo>
                        <a:pt x="273179" y="713201"/>
                      </a:lnTo>
                      <a:lnTo>
                        <a:pt x="274476" y="711894"/>
                      </a:lnTo>
                      <a:lnTo>
                        <a:pt x="271917" y="712970"/>
                      </a:lnTo>
                      <a:lnTo>
                        <a:pt x="272161" y="710273"/>
                      </a:lnTo>
                      <a:lnTo>
                        <a:pt x="266326" y="714070"/>
                      </a:lnTo>
                      <a:lnTo>
                        <a:pt x="261568" y="722867"/>
                      </a:lnTo>
                      <a:lnTo>
                        <a:pt x="260747" y="723342"/>
                      </a:lnTo>
                      <a:lnTo>
                        <a:pt x="253894" y="727266"/>
                      </a:lnTo>
                      <a:lnTo>
                        <a:pt x="252516" y="730531"/>
                      </a:lnTo>
                      <a:lnTo>
                        <a:pt x="255503" y="731376"/>
                      </a:lnTo>
                      <a:lnTo>
                        <a:pt x="249206" y="733806"/>
                      </a:lnTo>
                      <a:lnTo>
                        <a:pt x="248893" y="735126"/>
                      </a:lnTo>
                      <a:lnTo>
                        <a:pt x="246126" y="738367"/>
                      </a:lnTo>
                      <a:lnTo>
                        <a:pt x="237676" y="746112"/>
                      </a:lnTo>
                      <a:lnTo>
                        <a:pt x="237653" y="748033"/>
                      </a:lnTo>
                      <a:lnTo>
                        <a:pt x="227894" y="746748"/>
                      </a:lnTo>
                      <a:lnTo>
                        <a:pt x="221794" y="748936"/>
                      </a:lnTo>
                      <a:lnTo>
                        <a:pt x="218309" y="746471"/>
                      </a:lnTo>
                      <a:lnTo>
                        <a:pt x="218379" y="746332"/>
                      </a:lnTo>
                      <a:lnTo>
                        <a:pt x="222755" y="743148"/>
                      </a:lnTo>
                      <a:lnTo>
                        <a:pt x="211329" y="741667"/>
                      </a:lnTo>
                      <a:lnTo>
                        <a:pt x="210496" y="737025"/>
                      </a:lnTo>
                      <a:lnTo>
                        <a:pt x="211352" y="735138"/>
                      </a:lnTo>
                      <a:lnTo>
                        <a:pt x="212302" y="733806"/>
                      </a:lnTo>
                      <a:lnTo>
                        <a:pt x="212464" y="733772"/>
                      </a:lnTo>
                      <a:lnTo>
                        <a:pt x="220243" y="732140"/>
                      </a:lnTo>
                      <a:lnTo>
                        <a:pt x="225313" y="728053"/>
                      </a:lnTo>
                      <a:lnTo>
                        <a:pt x="224144" y="725391"/>
                      </a:lnTo>
                      <a:lnTo>
                        <a:pt x="221134" y="723828"/>
                      </a:lnTo>
                      <a:lnTo>
                        <a:pt x="221088" y="723631"/>
                      </a:lnTo>
                      <a:lnTo>
                        <a:pt x="220787" y="723655"/>
                      </a:lnTo>
                      <a:lnTo>
                        <a:pt x="220185" y="723342"/>
                      </a:lnTo>
                      <a:lnTo>
                        <a:pt x="218946" y="722694"/>
                      </a:lnTo>
                      <a:lnTo>
                        <a:pt x="222211" y="715077"/>
                      </a:lnTo>
                      <a:lnTo>
                        <a:pt x="221886" y="710134"/>
                      </a:lnTo>
                      <a:lnTo>
                        <a:pt x="215311" y="722925"/>
                      </a:lnTo>
                      <a:lnTo>
                        <a:pt x="209917" y="727370"/>
                      </a:lnTo>
                      <a:lnTo>
                        <a:pt x="204557" y="728354"/>
                      </a:lnTo>
                      <a:lnTo>
                        <a:pt x="203573" y="729361"/>
                      </a:lnTo>
                      <a:lnTo>
                        <a:pt x="202103" y="730866"/>
                      </a:lnTo>
                      <a:lnTo>
                        <a:pt x="196790" y="733228"/>
                      </a:lnTo>
                      <a:lnTo>
                        <a:pt x="194857" y="733795"/>
                      </a:lnTo>
                      <a:lnTo>
                        <a:pt x="181440" y="746494"/>
                      </a:lnTo>
                      <a:lnTo>
                        <a:pt x="180005" y="747188"/>
                      </a:lnTo>
                      <a:lnTo>
                        <a:pt x="162155" y="750916"/>
                      </a:lnTo>
                      <a:lnTo>
                        <a:pt x="161889" y="748485"/>
                      </a:lnTo>
                      <a:lnTo>
                        <a:pt x="157444" y="743553"/>
                      </a:lnTo>
                      <a:lnTo>
                        <a:pt x="156876" y="733008"/>
                      </a:lnTo>
                      <a:lnTo>
                        <a:pt x="154144" y="736446"/>
                      </a:lnTo>
                      <a:lnTo>
                        <a:pt x="154746" y="741134"/>
                      </a:lnTo>
                      <a:lnTo>
                        <a:pt x="154191" y="741470"/>
                      </a:lnTo>
                      <a:lnTo>
                        <a:pt x="153218" y="741921"/>
                      </a:lnTo>
                      <a:lnTo>
                        <a:pt x="152061" y="740266"/>
                      </a:lnTo>
                      <a:lnTo>
                        <a:pt x="151609" y="736631"/>
                      </a:lnTo>
                      <a:lnTo>
                        <a:pt x="151714" y="733841"/>
                      </a:lnTo>
                      <a:lnTo>
                        <a:pt x="151146" y="732880"/>
                      </a:lnTo>
                      <a:lnTo>
                        <a:pt x="150579" y="728366"/>
                      </a:lnTo>
                      <a:lnTo>
                        <a:pt x="151030" y="727984"/>
                      </a:lnTo>
                      <a:lnTo>
                        <a:pt x="150174" y="725090"/>
                      </a:lnTo>
                      <a:lnTo>
                        <a:pt x="150035" y="723886"/>
                      </a:lnTo>
                      <a:lnTo>
                        <a:pt x="152072" y="724372"/>
                      </a:lnTo>
                      <a:lnTo>
                        <a:pt x="152350" y="727208"/>
                      </a:lnTo>
                      <a:lnTo>
                        <a:pt x="153786" y="725611"/>
                      </a:lnTo>
                      <a:lnTo>
                        <a:pt x="153786" y="723342"/>
                      </a:lnTo>
                      <a:lnTo>
                        <a:pt x="153786" y="718341"/>
                      </a:lnTo>
                      <a:lnTo>
                        <a:pt x="155603" y="720575"/>
                      </a:lnTo>
                      <a:lnTo>
                        <a:pt x="157478" y="723342"/>
                      </a:lnTo>
                      <a:lnTo>
                        <a:pt x="158057" y="724187"/>
                      </a:lnTo>
                      <a:lnTo>
                        <a:pt x="157721" y="723342"/>
                      </a:lnTo>
                      <a:lnTo>
                        <a:pt x="156471" y="720159"/>
                      </a:lnTo>
                      <a:lnTo>
                        <a:pt x="157895" y="719661"/>
                      </a:lnTo>
                      <a:lnTo>
                        <a:pt x="157004" y="715493"/>
                      </a:lnTo>
                      <a:lnTo>
                        <a:pt x="154306" y="711558"/>
                      </a:lnTo>
                      <a:lnTo>
                        <a:pt x="152697" y="711836"/>
                      </a:lnTo>
                      <a:lnTo>
                        <a:pt x="154955" y="702482"/>
                      </a:lnTo>
                      <a:lnTo>
                        <a:pt x="156309" y="699322"/>
                      </a:lnTo>
                      <a:lnTo>
                        <a:pt x="159585" y="696150"/>
                      </a:lnTo>
                      <a:lnTo>
                        <a:pt x="156216" y="693106"/>
                      </a:lnTo>
                      <a:lnTo>
                        <a:pt x="149942" y="694182"/>
                      </a:lnTo>
                      <a:lnTo>
                        <a:pt x="145358" y="693569"/>
                      </a:lnTo>
                      <a:lnTo>
                        <a:pt x="144571" y="693302"/>
                      </a:lnTo>
                      <a:lnTo>
                        <a:pt x="143935" y="691925"/>
                      </a:lnTo>
                      <a:lnTo>
                        <a:pt x="142488" y="686565"/>
                      </a:lnTo>
                      <a:lnTo>
                        <a:pt x="142221" y="676159"/>
                      </a:lnTo>
                      <a:lnTo>
                        <a:pt x="140554" y="677062"/>
                      </a:lnTo>
                      <a:lnTo>
                        <a:pt x="139605" y="674307"/>
                      </a:lnTo>
                      <a:lnTo>
                        <a:pt x="141272" y="670521"/>
                      </a:lnTo>
                      <a:lnTo>
                        <a:pt x="141388" y="657163"/>
                      </a:lnTo>
                      <a:lnTo>
                        <a:pt x="147326" y="643874"/>
                      </a:lnTo>
                      <a:lnTo>
                        <a:pt x="148032" y="631267"/>
                      </a:lnTo>
                      <a:lnTo>
                        <a:pt x="148090" y="630538"/>
                      </a:lnTo>
                      <a:lnTo>
                        <a:pt x="151019" y="627170"/>
                      </a:lnTo>
                      <a:lnTo>
                        <a:pt x="150023" y="624345"/>
                      </a:lnTo>
                      <a:lnTo>
                        <a:pt x="149792" y="623245"/>
                      </a:lnTo>
                      <a:lnTo>
                        <a:pt x="151065" y="622910"/>
                      </a:lnTo>
                      <a:lnTo>
                        <a:pt x="151540" y="623014"/>
                      </a:lnTo>
                      <a:lnTo>
                        <a:pt x="153160" y="626799"/>
                      </a:lnTo>
                      <a:lnTo>
                        <a:pt x="154156" y="625051"/>
                      </a:lnTo>
                      <a:lnTo>
                        <a:pt x="153079" y="617631"/>
                      </a:lnTo>
                      <a:lnTo>
                        <a:pt x="152778" y="615524"/>
                      </a:lnTo>
                      <a:lnTo>
                        <a:pt x="154689" y="613313"/>
                      </a:lnTo>
                      <a:lnTo>
                        <a:pt x="158011" y="614193"/>
                      </a:lnTo>
                      <a:lnTo>
                        <a:pt x="158497" y="614876"/>
                      </a:lnTo>
                      <a:lnTo>
                        <a:pt x="158983" y="614448"/>
                      </a:lnTo>
                      <a:lnTo>
                        <a:pt x="159689" y="614633"/>
                      </a:lnTo>
                      <a:lnTo>
                        <a:pt x="160893" y="612248"/>
                      </a:lnTo>
                      <a:lnTo>
                        <a:pt x="159631" y="612758"/>
                      </a:lnTo>
                      <a:lnTo>
                        <a:pt x="159110" y="612190"/>
                      </a:lnTo>
                      <a:lnTo>
                        <a:pt x="159076" y="611762"/>
                      </a:lnTo>
                      <a:lnTo>
                        <a:pt x="160314" y="611010"/>
                      </a:lnTo>
                      <a:lnTo>
                        <a:pt x="162525" y="609817"/>
                      </a:lnTo>
                      <a:lnTo>
                        <a:pt x="164076" y="613464"/>
                      </a:lnTo>
                      <a:lnTo>
                        <a:pt x="166403" y="613707"/>
                      </a:lnTo>
                      <a:lnTo>
                        <a:pt x="166403" y="614320"/>
                      </a:lnTo>
                      <a:lnTo>
                        <a:pt x="166183" y="615941"/>
                      </a:lnTo>
                      <a:lnTo>
                        <a:pt x="166415" y="616057"/>
                      </a:lnTo>
                      <a:lnTo>
                        <a:pt x="166426" y="616740"/>
                      </a:lnTo>
                      <a:lnTo>
                        <a:pt x="167885" y="616763"/>
                      </a:lnTo>
                      <a:lnTo>
                        <a:pt x="170490" y="618025"/>
                      </a:lnTo>
                      <a:lnTo>
                        <a:pt x="170605" y="618418"/>
                      </a:lnTo>
                      <a:lnTo>
                        <a:pt x="171149" y="617631"/>
                      </a:lnTo>
                      <a:lnTo>
                        <a:pt x="171474" y="617168"/>
                      </a:lnTo>
                      <a:lnTo>
                        <a:pt x="171520" y="618870"/>
                      </a:lnTo>
                      <a:lnTo>
                        <a:pt x="171485" y="621347"/>
                      </a:lnTo>
                      <a:lnTo>
                        <a:pt x="171566" y="621324"/>
                      </a:lnTo>
                      <a:lnTo>
                        <a:pt x="171705" y="621266"/>
                      </a:lnTo>
                      <a:lnTo>
                        <a:pt x="173326" y="620675"/>
                      </a:lnTo>
                      <a:lnTo>
                        <a:pt x="173719" y="621092"/>
                      </a:lnTo>
                      <a:lnTo>
                        <a:pt x="175456" y="625236"/>
                      </a:lnTo>
                      <a:lnTo>
                        <a:pt x="175514" y="626024"/>
                      </a:lnTo>
                      <a:lnTo>
                        <a:pt x="175757" y="625931"/>
                      </a:lnTo>
                      <a:lnTo>
                        <a:pt x="175803" y="626035"/>
                      </a:lnTo>
                      <a:lnTo>
                        <a:pt x="176602" y="625572"/>
                      </a:lnTo>
                      <a:lnTo>
                        <a:pt x="178002" y="624993"/>
                      </a:lnTo>
                      <a:lnTo>
                        <a:pt x="179438" y="626035"/>
                      </a:lnTo>
                      <a:lnTo>
                        <a:pt x="179414" y="626093"/>
                      </a:lnTo>
                      <a:lnTo>
                        <a:pt x="178454" y="627528"/>
                      </a:lnTo>
                      <a:lnTo>
                        <a:pt x="183223" y="629681"/>
                      </a:lnTo>
                      <a:lnTo>
                        <a:pt x="183640" y="630932"/>
                      </a:lnTo>
                      <a:lnTo>
                        <a:pt x="181174" y="631568"/>
                      </a:lnTo>
                      <a:lnTo>
                        <a:pt x="182077" y="633386"/>
                      </a:lnTo>
                      <a:lnTo>
                        <a:pt x="183084" y="635562"/>
                      </a:lnTo>
                      <a:lnTo>
                        <a:pt x="183165" y="635539"/>
                      </a:lnTo>
                      <a:lnTo>
                        <a:pt x="183408" y="636048"/>
                      </a:lnTo>
                      <a:lnTo>
                        <a:pt x="188131" y="633698"/>
                      </a:lnTo>
                      <a:lnTo>
                        <a:pt x="194371" y="638699"/>
                      </a:lnTo>
                      <a:lnTo>
                        <a:pt x="191384" y="631302"/>
                      </a:lnTo>
                      <a:lnTo>
                        <a:pt x="194185" y="628917"/>
                      </a:lnTo>
                      <a:lnTo>
                        <a:pt x="196964" y="632992"/>
                      </a:lnTo>
                      <a:lnTo>
                        <a:pt x="197149" y="636963"/>
                      </a:lnTo>
                      <a:lnTo>
                        <a:pt x="195088" y="635944"/>
                      </a:lnTo>
                      <a:lnTo>
                        <a:pt x="196639" y="637889"/>
                      </a:lnTo>
                      <a:lnTo>
                        <a:pt x="196489" y="643086"/>
                      </a:lnTo>
                      <a:lnTo>
                        <a:pt x="196964" y="643538"/>
                      </a:lnTo>
                      <a:lnTo>
                        <a:pt x="197022" y="644568"/>
                      </a:lnTo>
                      <a:lnTo>
                        <a:pt x="197890" y="644418"/>
                      </a:lnTo>
                      <a:lnTo>
                        <a:pt x="200263" y="646687"/>
                      </a:lnTo>
                      <a:lnTo>
                        <a:pt x="200448" y="646930"/>
                      </a:lnTo>
                      <a:lnTo>
                        <a:pt x="203573" y="646964"/>
                      </a:lnTo>
                      <a:lnTo>
                        <a:pt x="204407" y="646964"/>
                      </a:lnTo>
                      <a:lnTo>
                        <a:pt x="206954" y="653458"/>
                      </a:lnTo>
                      <a:lnTo>
                        <a:pt x="209767" y="654141"/>
                      </a:lnTo>
                      <a:lnTo>
                        <a:pt x="210125" y="654720"/>
                      </a:lnTo>
                      <a:lnTo>
                        <a:pt x="211410" y="657788"/>
                      </a:lnTo>
                      <a:lnTo>
                        <a:pt x="213008" y="655507"/>
                      </a:lnTo>
                      <a:lnTo>
                        <a:pt x="210982" y="650935"/>
                      </a:lnTo>
                      <a:lnTo>
                        <a:pt x="212012" y="647751"/>
                      </a:lnTo>
                      <a:lnTo>
                        <a:pt x="209373" y="639521"/>
                      </a:lnTo>
                      <a:lnTo>
                        <a:pt x="209246" y="639116"/>
                      </a:lnTo>
                      <a:lnTo>
                        <a:pt x="210287" y="638120"/>
                      </a:lnTo>
                      <a:lnTo>
                        <a:pt x="210577" y="638120"/>
                      </a:lnTo>
                      <a:lnTo>
                        <a:pt x="213123" y="638572"/>
                      </a:lnTo>
                      <a:lnTo>
                        <a:pt x="213309" y="642183"/>
                      </a:lnTo>
                      <a:lnTo>
                        <a:pt x="216203" y="641790"/>
                      </a:lnTo>
                      <a:lnTo>
                        <a:pt x="218390" y="644209"/>
                      </a:lnTo>
                      <a:lnTo>
                        <a:pt x="217013" y="649951"/>
                      </a:lnTo>
                      <a:lnTo>
                        <a:pt x="217198" y="650020"/>
                      </a:lnTo>
                      <a:lnTo>
                        <a:pt x="217464" y="650113"/>
                      </a:lnTo>
                      <a:lnTo>
                        <a:pt x="220845" y="651282"/>
                      </a:lnTo>
                      <a:lnTo>
                        <a:pt x="221840" y="648874"/>
                      </a:lnTo>
                      <a:lnTo>
                        <a:pt x="219780" y="645355"/>
                      </a:lnTo>
                      <a:lnTo>
                        <a:pt x="220081" y="644996"/>
                      </a:lnTo>
                      <a:lnTo>
                        <a:pt x="220706" y="644707"/>
                      </a:lnTo>
                      <a:lnTo>
                        <a:pt x="222488" y="646744"/>
                      </a:lnTo>
                      <a:lnTo>
                        <a:pt x="222512" y="646721"/>
                      </a:lnTo>
                      <a:lnTo>
                        <a:pt x="222731" y="647011"/>
                      </a:lnTo>
                      <a:lnTo>
                        <a:pt x="226054" y="642774"/>
                      </a:lnTo>
                      <a:lnTo>
                        <a:pt x="226274" y="642913"/>
                      </a:lnTo>
                      <a:lnTo>
                        <a:pt x="228404" y="646652"/>
                      </a:lnTo>
                      <a:lnTo>
                        <a:pt x="230209" y="645413"/>
                      </a:lnTo>
                      <a:lnTo>
                        <a:pt x="230233" y="645436"/>
                      </a:lnTo>
                      <a:lnTo>
                        <a:pt x="233161" y="644163"/>
                      </a:lnTo>
                      <a:lnTo>
                        <a:pt x="234215" y="644279"/>
                      </a:lnTo>
                      <a:lnTo>
                        <a:pt x="236194" y="647312"/>
                      </a:lnTo>
                      <a:lnTo>
                        <a:pt x="235210" y="643052"/>
                      </a:lnTo>
                      <a:lnTo>
                        <a:pt x="237028" y="642797"/>
                      </a:lnTo>
                      <a:lnTo>
                        <a:pt x="238949" y="646293"/>
                      </a:lnTo>
                      <a:lnTo>
                        <a:pt x="240825" y="645193"/>
                      </a:lnTo>
                      <a:lnTo>
                        <a:pt x="240188" y="642056"/>
                      </a:lnTo>
                      <a:lnTo>
                        <a:pt x="248893" y="647786"/>
                      </a:lnTo>
                      <a:lnTo>
                        <a:pt x="254519" y="646131"/>
                      </a:lnTo>
                      <a:lnTo>
                        <a:pt x="253685" y="644198"/>
                      </a:lnTo>
                      <a:lnTo>
                        <a:pt x="255098" y="642253"/>
                      </a:lnTo>
                      <a:lnTo>
                        <a:pt x="256163" y="643561"/>
                      </a:lnTo>
                      <a:lnTo>
                        <a:pt x="254959" y="638132"/>
                      </a:lnTo>
                      <a:lnTo>
                        <a:pt x="252667" y="637900"/>
                      </a:lnTo>
                      <a:lnTo>
                        <a:pt x="254681" y="636094"/>
                      </a:lnTo>
                      <a:lnTo>
                        <a:pt x="249773" y="634509"/>
                      </a:lnTo>
                      <a:lnTo>
                        <a:pt x="249391" y="634254"/>
                      </a:lnTo>
                      <a:lnTo>
                        <a:pt x="247932" y="633907"/>
                      </a:lnTo>
                      <a:lnTo>
                        <a:pt x="244564" y="632819"/>
                      </a:lnTo>
                      <a:lnTo>
                        <a:pt x="237444" y="633201"/>
                      </a:lnTo>
                      <a:lnTo>
                        <a:pt x="236449" y="632795"/>
                      </a:lnTo>
                      <a:lnTo>
                        <a:pt x="232015" y="630654"/>
                      </a:lnTo>
                      <a:lnTo>
                        <a:pt x="227408" y="630619"/>
                      </a:lnTo>
                      <a:lnTo>
                        <a:pt x="223993" y="632784"/>
                      </a:lnTo>
                      <a:lnTo>
                        <a:pt x="217441" y="630203"/>
                      </a:lnTo>
                      <a:lnTo>
                        <a:pt x="216862" y="633710"/>
                      </a:lnTo>
                      <a:lnTo>
                        <a:pt x="212348" y="632066"/>
                      </a:lnTo>
                      <a:lnTo>
                        <a:pt x="208366" y="634729"/>
                      </a:lnTo>
                      <a:lnTo>
                        <a:pt x="206595" y="635851"/>
                      </a:lnTo>
                      <a:lnTo>
                        <a:pt x="206294" y="631418"/>
                      </a:lnTo>
                      <a:lnTo>
                        <a:pt x="203573" y="630781"/>
                      </a:lnTo>
                      <a:lnTo>
                        <a:pt x="201536" y="630318"/>
                      </a:lnTo>
                      <a:lnTo>
                        <a:pt x="201513" y="627494"/>
                      </a:lnTo>
                      <a:lnTo>
                        <a:pt x="199881" y="625723"/>
                      </a:lnTo>
                      <a:lnTo>
                        <a:pt x="199626" y="625028"/>
                      </a:lnTo>
                      <a:lnTo>
                        <a:pt x="195991" y="624623"/>
                      </a:lnTo>
                      <a:lnTo>
                        <a:pt x="196998" y="620560"/>
                      </a:lnTo>
                      <a:lnTo>
                        <a:pt x="198376" y="620814"/>
                      </a:lnTo>
                      <a:lnTo>
                        <a:pt x="201004" y="623465"/>
                      </a:lnTo>
                      <a:lnTo>
                        <a:pt x="203214" y="622759"/>
                      </a:lnTo>
                      <a:lnTo>
                        <a:pt x="202265" y="617631"/>
                      </a:lnTo>
                      <a:lnTo>
                        <a:pt x="202173" y="617191"/>
                      </a:lnTo>
                      <a:lnTo>
                        <a:pt x="201895" y="617133"/>
                      </a:lnTo>
                      <a:lnTo>
                        <a:pt x="201883" y="617099"/>
                      </a:lnTo>
                      <a:lnTo>
                        <a:pt x="195725" y="615802"/>
                      </a:lnTo>
                      <a:lnTo>
                        <a:pt x="189138" y="611403"/>
                      </a:lnTo>
                      <a:lnTo>
                        <a:pt x="186707" y="604516"/>
                      </a:lnTo>
                      <a:lnTo>
                        <a:pt x="188096" y="598832"/>
                      </a:lnTo>
                      <a:lnTo>
                        <a:pt x="181602" y="588529"/>
                      </a:lnTo>
                      <a:lnTo>
                        <a:pt x="176810" y="583100"/>
                      </a:lnTo>
                      <a:lnTo>
                        <a:pt x="168047" y="577717"/>
                      </a:lnTo>
                      <a:lnTo>
                        <a:pt x="163660" y="579766"/>
                      </a:lnTo>
                      <a:lnTo>
                        <a:pt x="162155" y="578377"/>
                      </a:lnTo>
                      <a:lnTo>
                        <a:pt x="162884" y="572485"/>
                      </a:lnTo>
                      <a:lnTo>
                        <a:pt x="165894" y="570344"/>
                      </a:lnTo>
                      <a:lnTo>
                        <a:pt x="165142" y="565632"/>
                      </a:lnTo>
                      <a:lnTo>
                        <a:pt x="173546" y="552818"/>
                      </a:lnTo>
                      <a:lnTo>
                        <a:pt x="173441" y="544576"/>
                      </a:lnTo>
                      <a:lnTo>
                        <a:pt x="174101" y="544610"/>
                      </a:lnTo>
                      <a:lnTo>
                        <a:pt x="178778" y="544958"/>
                      </a:lnTo>
                      <a:lnTo>
                        <a:pt x="183154" y="539563"/>
                      </a:lnTo>
                      <a:lnTo>
                        <a:pt x="189879" y="538973"/>
                      </a:lnTo>
                      <a:lnTo>
                        <a:pt x="193433" y="541728"/>
                      </a:lnTo>
                      <a:lnTo>
                        <a:pt x="193537" y="542920"/>
                      </a:lnTo>
                      <a:lnTo>
                        <a:pt x="191836" y="544911"/>
                      </a:lnTo>
                      <a:lnTo>
                        <a:pt x="199348" y="544796"/>
                      </a:lnTo>
                      <a:lnTo>
                        <a:pt x="200263" y="547238"/>
                      </a:lnTo>
                      <a:lnTo>
                        <a:pt x="202937" y="546648"/>
                      </a:lnTo>
                      <a:lnTo>
                        <a:pt x="202960" y="546682"/>
                      </a:lnTo>
                      <a:lnTo>
                        <a:pt x="203573" y="548894"/>
                      </a:lnTo>
                      <a:lnTo>
                        <a:pt x="203932" y="550201"/>
                      </a:lnTo>
                      <a:lnTo>
                        <a:pt x="206329" y="551324"/>
                      </a:lnTo>
                      <a:lnTo>
                        <a:pt x="207937" y="550433"/>
                      </a:lnTo>
                      <a:lnTo>
                        <a:pt x="207544" y="549634"/>
                      </a:lnTo>
                      <a:lnTo>
                        <a:pt x="205402" y="545282"/>
                      </a:lnTo>
                      <a:lnTo>
                        <a:pt x="210565" y="544217"/>
                      </a:lnTo>
                      <a:lnTo>
                        <a:pt x="209477" y="542469"/>
                      </a:lnTo>
                      <a:lnTo>
                        <a:pt x="208204" y="538684"/>
                      </a:lnTo>
                      <a:lnTo>
                        <a:pt x="208956" y="537561"/>
                      </a:lnTo>
                      <a:lnTo>
                        <a:pt x="206745" y="538383"/>
                      </a:lnTo>
                      <a:lnTo>
                        <a:pt x="203921" y="537827"/>
                      </a:lnTo>
                      <a:lnTo>
                        <a:pt x="206386" y="534042"/>
                      </a:lnTo>
                      <a:lnTo>
                        <a:pt x="203689" y="526934"/>
                      </a:lnTo>
                      <a:lnTo>
                        <a:pt x="203573" y="526922"/>
                      </a:lnTo>
                      <a:lnTo>
                        <a:pt x="183779" y="525082"/>
                      </a:lnTo>
                      <a:lnTo>
                        <a:pt x="180213" y="519410"/>
                      </a:lnTo>
                      <a:lnTo>
                        <a:pt x="176370" y="516851"/>
                      </a:lnTo>
                      <a:lnTo>
                        <a:pt x="169853" y="515867"/>
                      </a:lnTo>
                      <a:lnTo>
                        <a:pt x="167700" y="513286"/>
                      </a:lnTo>
                      <a:lnTo>
                        <a:pt x="168209" y="511932"/>
                      </a:lnTo>
                      <a:lnTo>
                        <a:pt x="170513" y="505912"/>
                      </a:lnTo>
                      <a:lnTo>
                        <a:pt x="169182" y="501409"/>
                      </a:lnTo>
                      <a:lnTo>
                        <a:pt x="172446" y="493827"/>
                      </a:lnTo>
                      <a:lnTo>
                        <a:pt x="172932" y="487912"/>
                      </a:lnTo>
                      <a:lnTo>
                        <a:pt x="169668" y="473095"/>
                      </a:lnTo>
                      <a:lnTo>
                        <a:pt x="169378" y="464841"/>
                      </a:lnTo>
                      <a:lnTo>
                        <a:pt x="172145" y="459724"/>
                      </a:lnTo>
                      <a:lnTo>
                        <a:pt x="170953" y="449561"/>
                      </a:lnTo>
                      <a:lnTo>
                        <a:pt x="173951" y="447697"/>
                      </a:lnTo>
                      <a:lnTo>
                        <a:pt x="177111" y="449781"/>
                      </a:lnTo>
                      <a:lnTo>
                        <a:pt x="181834" y="449815"/>
                      </a:lnTo>
                      <a:lnTo>
                        <a:pt x="187969" y="443426"/>
                      </a:lnTo>
                      <a:lnTo>
                        <a:pt x="194672" y="446794"/>
                      </a:lnTo>
                      <a:lnTo>
                        <a:pt x="197473" y="446505"/>
                      </a:lnTo>
                      <a:lnTo>
                        <a:pt x="199557" y="443484"/>
                      </a:lnTo>
                      <a:lnTo>
                        <a:pt x="201999" y="445428"/>
                      </a:lnTo>
                      <a:lnTo>
                        <a:pt x="203573" y="445046"/>
                      </a:lnTo>
                      <a:lnTo>
                        <a:pt x="206942" y="444224"/>
                      </a:lnTo>
                      <a:lnTo>
                        <a:pt x="207127" y="446007"/>
                      </a:lnTo>
                      <a:lnTo>
                        <a:pt x="207903" y="446262"/>
                      </a:lnTo>
                      <a:lnTo>
                        <a:pt x="207891" y="446389"/>
                      </a:lnTo>
                      <a:lnTo>
                        <a:pt x="211908" y="448102"/>
                      </a:lnTo>
                      <a:lnTo>
                        <a:pt x="208968" y="453925"/>
                      </a:lnTo>
                      <a:lnTo>
                        <a:pt x="210010" y="455766"/>
                      </a:lnTo>
                      <a:lnTo>
                        <a:pt x="208424" y="456367"/>
                      </a:lnTo>
                      <a:lnTo>
                        <a:pt x="208563" y="460199"/>
                      </a:lnTo>
                      <a:lnTo>
                        <a:pt x="212556" y="461044"/>
                      </a:lnTo>
                      <a:lnTo>
                        <a:pt x="210681" y="465767"/>
                      </a:lnTo>
                      <a:lnTo>
                        <a:pt x="212799" y="466751"/>
                      </a:lnTo>
                      <a:lnTo>
                        <a:pt x="213123" y="469101"/>
                      </a:lnTo>
                      <a:lnTo>
                        <a:pt x="216075" y="467399"/>
                      </a:lnTo>
                      <a:lnTo>
                        <a:pt x="215126" y="470050"/>
                      </a:lnTo>
                      <a:lnTo>
                        <a:pt x="217673" y="473095"/>
                      </a:lnTo>
                      <a:lnTo>
                        <a:pt x="217152" y="475340"/>
                      </a:lnTo>
                      <a:lnTo>
                        <a:pt x="215751" y="477852"/>
                      </a:lnTo>
                      <a:lnTo>
                        <a:pt x="216365" y="478686"/>
                      </a:lnTo>
                      <a:lnTo>
                        <a:pt x="214605" y="486291"/>
                      </a:lnTo>
                      <a:lnTo>
                        <a:pt x="227837" y="505727"/>
                      </a:lnTo>
                      <a:lnTo>
                        <a:pt x="229110" y="506942"/>
                      </a:lnTo>
                      <a:lnTo>
                        <a:pt x="232803" y="506167"/>
                      </a:lnTo>
                      <a:lnTo>
                        <a:pt x="234134" y="507892"/>
                      </a:lnTo>
                      <a:lnTo>
                        <a:pt x="236530" y="503308"/>
                      </a:lnTo>
                      <a:lnTo>
                        <a:pt x="232617" y="501606"/>
                      </a:lnTo>
                      <a:lnTo>
                        <a:pt x="233844" y="500865"/>
                      </a:lnTo>
                      <a:lnTo>
                        <a:pt x="228901" y="493121"/>
                      </a:lnTo>
                      <a:lnTo>
                        <a:pt x="233416" y="489440"/>
                      </a:lnTo>
                      <a:lnTo>
                        <a:pt x="236252" y="491303"/>
                      </a:lnTo>
                      <a:lnTo>
                        <a:pt x="234307" y="495066"/>
                      </a:lnTo>
                      <a:lnTo>
                        <a:pt x="242468" y="493422"/>
                      </a:lnTo>
                      <a:lnTo>
                        <a:pt x="242295" y="488491"/>
                      </a:lnTo>
                      <a:lnTo>
                        <a:pt x="238162" y="488305"/>
                      </a:lnTo>
                      <a:lnTo>
                        <a:pt x="236993" y="486430"/>
                      </a:lnTo>
                      <a:lnTo>
                        <a:pt x="241612" y="479137"/>
                      </a:lnTo>
                      <a:lnTo>
                        <a:pt x="243036" y="466612"/>
                      </a:lnTo>
                      <a:lnTo>
                        <a:pt x="240651" y="463440"/>
                      </a:lnTo>
                      <a:lnTo>
                        <a:pt x="238868" y="463301"/>
                      </a:lnTo>
                      <a:lnTo>
                        <a:pt x="238683" y="465003"/>
                      </a:lnTo>
                      <a:lnTo>
                        <a:pt x="236229" y="457687"/>
                      </a:lnTo>
                      <a:lnTo>
                        <a:pt x="227130" y="453369"/>
                      </a:lnTo>
                      <a:lnTo>
                        <a:pt x="224595" y="453832"/>
                      </a:lnTo>
                      <a:lnTo>
                        <a:pt x="226123" y="449769"/>
                      </a:lnTo>
                      <a:lnTo>
                        <a:pt x="223542" y="447778"/>
                      </a:lnTo>
                      <a:lnTo>
                        <a:pt x="223576" y="447662"/>
                      </a:lnTo>
                      <a:lnTo>
                        <a:pt x="224479" y="445162"/>
                      </a:lnTo>
                      <a:lnTo>
                        <a:pt x="221122" y="440427"/>
                      </a:lnTo>
                      <a:lnTo>
                        <a:pt x="222859" y="438309"/>
                      </a:lnTo>
                      <a:lnTo>
                        <a:pt x="225232" y="437823"/>
                      </a:lnTo>
                      <a:lnTo>
                        <a:pt x="224132" y="436769"/>
                      </a:lnTo>
                      <a:lnTo>
                        <a:pt x="224202" y="436677"/>
                      </a:lnTo>
                      <a:lnTo>
                        <a:pt x="222813" y="435473"/>
                      </a:lnTo>
                      <a:lnTo>
                        <a:pt x="221504" y="434200"/>
                      </a:lnTo>
                      <a:lnTo>
                        <a:pt x="225232" y="430229"/>
                      </a:lnTo>
                      <a:lnTo>
                        <a:pt x="225197" y="426050"/>
                      </a:lnTo>
                      <a:lnTo>
                        <a:pt x="234342" y="414081"/>
                      </a:lnTo>
                      <a:lnTo>
                        <a:pt x="239065" y="414231"/>
                      </a:lnTo>
                      <a:lnTo>
                        <a:pt x="241149" y="416685"/>
                      </a:lnTo>
                      <a:lnTo>
                        <a:pt x="242549" y="416269"/>
                      </a:lnTo>
                      <a:lnTo>
                        <a:pt x="242584" y="418549"/>
                      </a:lnTo>
                      <a:lnTo>
                        <a:pt x="245756" y="417530"/>
                      </a:lnTo>
                      <a:lnTo>
                        <a:pt x="245779" y="417669"/>
                      </a:lnTo>
                      <a:lnTo>
                        <a:pt x="245629" y="420864"/>
                      </a:lnTo>
                      <a:lnTo>
                        <a:pt x="247921" y="421466"/>
                      </a:lnTo>
                      <a:lnTo>
                        <a:pt x="249344" y="419753"/>
                      </a:lnTo>
                      <a:lnTo>
                        <a:pt x="251961" y="418885"/>
                      </a:lnTo>
                      <a:lnTo>
                        <a:pt x="252701" y="421802"/>
                      </a:lnTo>
                      <a:lnTo>
                        <a:pt x="254866" y="421952"/>
                      </a:lnTo>
                      <a:lnTo>
                        <a:pt x="251984" y="427729"/>
                      </a:lnTo>
                      <a:lnTo>
                        <a:pt x="255491" y="430021"/>
                      </a:lnTo>
                      <a:lnTo>
                        <a:pt x="253685" y="435022"/>
                      </a:lnTo>
                      <a:lnTo>
                        <a:pt x="253720" y="435137"/>
                      </a:lnTo>
                      <a:lnTo>
                        <a:pt x="253674" y="435276"/>
                      </a:lnTo>
                      <a:lnTo>
                        <a:pt x="254855" y="441180"/>
                      </a:lnTo>
                      <a:lnTo>
                        <a:pt x="257563" y="444375"/>
                      </a:lnTo>
                      <a:lnTo>
                        <a:pt x="257019" y="447593"/>
                      </a:lnTo>
                      <a:lnTo>
                        <a:pt x="258304" y="448264"/>
                      </a:lnTo>
                      <a:lnTo>
                        <a:pt x="258304" y="448588"/>
                      </a:lnTo>
                      <a:lnTo>
                        <a:pt x="259878" y="449098"/>
                      </a:lnTo>
                      <a:lnTo>
                        <a:pt x="266928" y="452802"/>
                      </a:lnTo>
                      <a:lnTo>
                        <a:pt x="273110" y="453450"/>
                      </a:lnTo>
                      <a:lnTo>
                        <a:pt x="273168" y="454018"/>
                      </a:lnTo>
                      <a:lnTo>
                        <a:pt x="273191" y="455094"/>
                      </a:lnTo>
                      <a:lnTo>
                        <a:pt x="273260" y="455094"/>
                      </a:lnTo>
                      <a:lnTo>
                        <a:pt x="273307" y="455522"/>
                      </a:lnTo>
                      <a:lnTo>
                        <a:pt x="277057" y="455522"/>
                      </a:lnTo>
                      <a:lnTo>
                        <a:pt x="279176" y="458798"/>
                      </a:lnTo>
                      <a:lnTo>
                        <a:pt x="283366" y="459944"/>
                      </a:lnTo>
                      <a:lnTo>
                        <a:pt x="284222" y="458729"/>
                      </a:lnTo>
                      <a:lnTo>
                        <a:pt x="284593" y="453624"/>
                      </a:lnTo>
                      <a:lnTo>
                        <a:pt x="283412" y="451922"/>
                      </a:lnTo>
                      <a:lnTo>
                        <a:pt x="283933" y="449526"/>
                      </a:lnTo>
                      <a:lnTo>
                        <a:pt x="284037" y="449283"/>
                      </a:lnTo>
                      <a:lnTo>
                        <a:pt x="284269" y="449248"/>
                      </a:lnTo>
                      <a:lnTo>
                        <a:pt x="287985" y="449028"/>
                      </a:lnTo>
                      <a:lnTo>
                        <a:pt x="288019" y="446621"/>
                      </a:lnTo>
                      <a:lnTo>
                        <a:pt x="288367" y="446528"/>
                      </a:lnTo>
                      <a:lnTo>
                        <a:pt x="288043" y="445393"/>
                      </a:lnTo>
                      <a:lnTo>
                        <a:pt x="288066" y="443761"/>
                      </a:lnTo>
                      <a:lnTo>
                        <a:pt x="291562" y="441377"/>
                      </a:lnTo>
                      <a:lnTo>
                        <a:pt x="289003" y="439119"/>
                      </a:lnTo>
                      <a:lnTo>
                        <a:pt x="289999" y="435103"/>
                      </a:lnTo>
                      <a:lnTo>
                        <a:pt x="295243" y="426154"/>
                      </a:lnTo>
                      <a:lnTo>
                        <a:pt x="298033" y="428690"/>
                      </a:lnTo>
                      <a:lnTo>
                        <a:pt x="302686" y="429187"/>
                      </a:lnTo>
                      <a:lnTo>
                        <a:pt x="304943" y="432498"/>
                      </a:lnTo>
                      <a:lnTo>
                        <a:pt x="309273" y="435461"/>
                      </a:lnTo>
                      <a:lnTo>
                        <a:pt x="317330" y="440983"/>
                      </a:lnTo>
                      <a:lnTo>
                        <a:pt x="321022" y="445162"/>
                      </a:lnTo>
                      <a:lnTo>
                        <a:pt x="321995" y="447489"/>
                      </a:lnTo>
                      <a:lnTo>
                        <a:pt x="323858" y="452733"/>
                      </a:lnTo>
                      <a:lnTo>
                        <a:pt x="324321" y="453068"/>
                      </a:lnTo>
                      <a:lnTo>
                        <a:pt x="324541" y="453589"/>
                      </a:lnTo>
                      <a:lnTo>
                        <a:pt x="327539" y="455407"/>
                      </a:lnTo>
                      <a:lnTo>
                        <a:pt x="328859" y="456367"/>
                      </a:lnTo>
                      <a:lnTo>
                        <a:pt x="334242" y="459470"/>
                      </a:lnTo>
                      <a:lnTo>
                        <a:pt x="334265" y="459470"/>
                      </a:lnTo>
                      <a:lnTo>
                        <a:pt x="334404" y="459562"/>
                      </a:lnTo>
                      <a:lnTo>
                        <a:pt x="336765" y="460014"/>
                      </a:lnTo>
                      <a:lnTo>
                        <a:pt x="342553" y="461276"/>
                      </a:lnTo>
                      <a:lnTo>
                        <a:pt x="344834" y="463915"/>
                      </a:lnTo>
                      <a:lnTo>
                        <a:pt x="356838" y="469147"/>
                      </a:lnTo>
                      <a:lnTo>
                        <a:pt x="356074" y="468256"/>
                      </a:lnTo>
                      <a:lnTo>
                        <a:pt x="358077" y="468383"/>
                      </a:lnTo>
                      <a:lnTo>
                        <a:pt x="356491" y="465211"/>
                      </a:lnTo>
                      <a:lnTo>
                        <a:pt x="359142" y="466369"/>
                      </a:lnTo>
                      <a:lnTo>
                        <a:pt x="350275" y="459678"/>
                      </a:lnTo>
                      <a:lnTo>
                        <a:pt x="350483" y="455951"/>
                      </a:lnTo>
                      <a:lnTo>
                        <a:pt x="350078" y="455407"/>
                      </a:lnTo>
                      <a:lnTo>
                        <a:pt x="350078" y="454099"/>
                      </a:lnTo>
                      <a:lnTo>
                        <a:pt x="347045" y="452953"/>
                      </a:lnTo>
                      <a:lnTo>
                        <a:pt x="329693" y="445972"/>
                      </a:lnTo>
                      <a:lnTo>
                        <a:pt x="327621" y="438066"/>
                      </a:lnTo>
                      <a:lnTo>
                        <a:pt x="321277" y="429187"/>
                      </a:lnTo>
                      <a:lnTo>
                        <a:pt x="320895" y="429118"/>
                      </a:lnTo>
                      <a:lnTo>
                        <a:pt x="320849" y="429048"/>
                      </a:lnTo>
                      <a:lnTo>
                        <a:pt x="317040" y="428435"/>
                      </a:lnTo>
                      <a:lnTo>
                        <a:pt x="309273" y="427080"/>
                      </a:lnTo>
                      <a:lnTo>
                        <a:pt x="307432" y="426756"/>
                      </a:lnTo>
                      <a:lnTo>
                        <a:pt x="304214" y="424557"/>
                      </a:lnTo>
                      <a:lnTo>
                        <a:pt x="304191" y="422415"/>
                      </a:lnTo>
                      <a:lnTo>
                        <a:pt x="304376" y="419834"/>
                      </a:lnTo>
                      <a:lnTo>
                        <a:pt x="300927" y="415817"/>
                      </a:lnTo>
                      <a:lnTo>
                        <a:pt x="301505" y="413444"/>
                      </a:lnTo>
                      <a:lnTo>
                        <a:pt x="305985" y="413108"/>
                      </a:lnTo>
                      <a:lnTo>
                        <a:pt x="309273" y="414173"/>
                      </a:lnTo>
                      <a:lnTo>
                        <a:pt x="311472" y="414891"/>
                      </a:lnTo>
                      <a:lnTo>
                        <a:pt x="311692" y="414613"/>
                      </a:lnTo>
                      <a:lnTo>
                        <a:pt x="311808" y="414694"/>
                      </a:lnTo>
                      <a:lnTo>
                        <a:pt x="311796" y="414486"/>
                      </a:lnTo>
                      <a:lnTo>
                        <a:pt x="312641" y="413421"/>
                      </a:lnTo>
                      <a:lnTo>
                        <a:pt x="311681" y="410423"/>
                      </a:lnTo>
                      <a:lnTo>
                        <a:pt x="311727" y="410400"/>
                      </a:lnTo>
                      <a:lnTo>
                        <a:pt x="314760" y="409751"/>
                      </a:lnTo>
                      <a:lnTo>
                        <a:pt x="316172" y="410747"/>
                      </a:lnTo>
                      <a:lnTo>
                        <a:pt x="317619" y="412807"/>
                      </a:lnTo>
                      <a:lnTo>
                        <a:pt x="316867" y="416500"/>
                      </a:lnTo>
                      <a:lnTo>
                        <a:pt x="316681" y="416928"/>
                      </a:lnTo>
                      <a:lnTo>
                        <a:pt x="324148" y="424592"/>
                      </a:lnTo>
                      <a:lnTo>
                        <a:pt x="328720" y="427034"/>
                      </a:lnTo>
                      <a:lnTo>
                        <a:pt x="334404" y="427439"/>
                      </a:lnTo>
                      <a:lnTo>
                        <a:pt x="346570" y="424036"/>
                      </a:lnTo>
                      <a:lnTo>
                        <a:pt x="352636" y="424036"/>
                      </a:lnTo>
                      <a:lnTo>
                        <a:pt x="352312" y="426282"/>
                      </a:lnTo>
                      <a:lnTo>
                        <a:pt x="351675" y="426895"/>
                      </a:lnTo>
                      <a:lnTo>
                        <a:pt x="352856" y="426768"/>
                      </a:lnTo>
                      <a:lnTo>
                        <a:pt x="359350" y="429234"/>
                      </a:lnTo>
                      <a:lnTo>
                        <a:pt x="367823" y="440740"/>
                      </a:lnTo>
                      <a:lnTo>
                        <a:pt x="368101" y="440879"/>
                      </a:lnTo>
                      <a:lnTo>
                        <a:pt x="368136" y="440914"/>
                      </a:lnTo>
                      <a:lnTo>
                        <a:pt x="374503" y="443981"/>
                      </a:lnTo>
                      <a:lnTo>
                        <a:pt x="374364" y="445868"/>
                      </a:lnTo>
                      <a:lnTo>
                        <a:pt x="376621" y="446736"/>
                      </a:lnTo>
                      <a:lnTo>
                        <a:pt x="378531" y="449237"/>
                      </a:lnTo>
                      <a:lnTo>
                        <a:pt x="378960" y="450140"/>
                      </a:lnTo>
                      <a:lnTo>
                        <a:pt x="386449" y="450996"/>
                      </a:lnTo>
                      <a:lnTo>
                        <a:pt x="389725" y="457826"/>
                      </a:lnTo>
                      <a:lnTo>
                        <a:pt x="398395" y="477956"/>
                      </a:lnTo>
                      <a:lnTo>
                        <a:pt x="399472" y="478188"/>
                      </a:lnTo>
                      <a:lnTo>
                        <a:pt x="402042" y="483559"/>
                      </a:lnTo>
                      <a:lnTo>
                        <a:pt x="402875" y="484057"/>
                      </a:lnTo>
                      <a:lnTo>
                        <a:pt x="404727" y="479693"/>
                      </a:lnTo>
                      <a:lnTo>
                        <a:pt x="401278" y="471509"/>
                      </a:lnTo>
                      <a:lnTo>
                        <a:pt x="400838" y="469356"/>
                      </a:lnTo>
                      <a:lnTo>
                        <a:pt x="400155" y="468812"/>
                      </a:lnTo>
                      <a:lnTo>
                        <a:pt x="399611" y="467538"/>
                      </a:lnTo>
                      <a:lnTo>
                        <a:pt x="400572" y="465373"/>
                      </a:lnTo>
                      <a:lnTo>
                        <a:pt x="396300" y="459123"/>
                      </a:lnTo>
                      <a:lnTo>
                        <a:pt x="396219" y="458717"/>
                      </a:lnTo>
                      <a:lnTo>
                        <a:pt x="396624" y="457791"/>
                      </a:lnTo>
                      <a:lnTo>
                        <a:pt x="395629" y="455928"/>
                      </a:lnTo>
                      <a:lnTo>
                        <a:pt x="395328" y="454492"/>
                      </a:lnTo>
                      <a:lnTo>
                        <a:pt x="394402" y="453601"/>
                      </a:lnTo>
                      <a:lnTo>
                        <a:pt x="394066" y="452953"/>
                      </a:lnTo>
                      <a:lnTo>
                        <a:pt x="390941" y="450290"/>
                      </a:lnTo>
                      <a:lnTo>
                        <a:pt x="389436" y="448843"/>
                      </a:lnTo>
                      <a:lnTo>
                        <a:pt x="384956" y="447466"/>
                      </a:lnTo>
                      <a:lnTo>
                        <a:pt x="384227" y="444780"/>
                      </a:lnTo>
                      <a:lnTo>
                        <a:pt x="383949" y="443159"/>
                      </a:lnTo>
                      <a:lnTo>
                        <a:pt x="383694" y="442847"/>
                      </a:lnTo>
                      <a:lnTo>
                        <a:pt x="383613" y="442534"/>
                      </a:lnTo>
                      <a:lnTo>
                        <a:pt x="382398" y="441261"/>
                      </a:lnTo>
                      <a:lnTo>
                        <a:pt x="379608" y="437858"/>
                      </a:lnTo>
                      <a:lnTo>
                        <a:pt x="375105" y="439559"/>
                      </a:lnTo>
                      <a:lnTo>
                        <a:pt x="375058" y="434524"/>
                      </a:lnTo>
                      <a:lnTo>
                        <a:pt x="373426" y="434605"/>
                      </a:lnTo>
                      <a:lnTo>
                        <a:pt x="371296" y="432278"/>
                      </a:lnTo>
                      <a:lnTo>
                        <a:pt x="370810" y="431016"/>
                      </a:lnTo>
                      <a:lnTo>
                        <a:pt x="369641" y="430461"/>
                      </a:lnTo>
                      <a:lnTo>
                        <a:pt x="363402" y="423619"/>
                      </a:lnTo>
                      <a:lnTo>
                        <a:pt x="358470" y="420436"/>
                      </a:lnTo>
                      <a:lnTo>
                        <a:pt x="357926" y="419996"/>
                      </a:lnTo>
                      <a:lnTo>
                        <a:pt x="360010" y="417669"/>
                      </a:lnTo>
                      <a:lnTo>
                        <a:pt x="365451" y="418155"/>
                      </a:lnTo>
                      <a:lnTo>
                        <a:pt x="365508" y="417681"/>
                      </a:lnTo>
                      <a:lnTo>
                        <a:pt x="365902" y="417681"/>
                      </a:lnTo>
                      <a:lnTo>
                        <a:pt x="366180" y="414926"/>
                      </a:lnTo>
                      <a:lnTo>
                        <a:pt x="365879" y="414636"/>
                      </a:lnTo>
                      <a:lnTo>
                        <a:pt x="365983" y="413803"/>
                      </a:lnTo>
                      <a:lnTo>
                        <a:pt x="368761" y="414081"/>
                      </a:lnTo>
                      <a:lnTo>
                        <a:pt x="369687" y="413282"/>
                      </a:lnTo>
                      <a:lnTo>
                        <a:pt x="369768" y="413294"/>
                      </a:lnTo>
                      <a:lnTo>
                        <a:pt x="369803" y="413189"/>
                      </a:lnTo>
                      <a:lnTo>
                        <a:pt x="372118" y="411187"/>
                      </a:lnTo>
                      <a:lnTo>
                        <a:pt x="373264" y="406232"/>
                      </a:lnTo>
                      <a:lnTo>
                        <a:pt x="374179" y="402308"/>
                      </a:lnTo>
                      <a:lnTo>
                        <a:pt x="371505" y="402285"/>
                      </a:lnTo>
                      <a:lnTo>
                        <a:pt x="372535" y="404264"/>
                      </a:lnTo>
                      <a:lnTo>
                        <a:pt x="371655" y="406232"/>
                      </a:lnTo>
                      <a:lnTo>
                        <a:pt x="371111" y="407425"/>
                      </a:lnTo>
                      <a:lnTo>
                        <a:pt x="368159" y="409057"/>
                      </a:lnTo>
                      <a:lnTo>
                        <a:pt x="367546" y="408721"/>
                      </a:lnTo>
                      <a:lnTo>
                        <a:pt x="367013" y="408385"/>
                      </a:lnTo>
                      <a:lnTo>
                        <a:pt x="367314" y="408050"/>
                      </a:lnTo>
                      <a:lnTo>
                        <a:pt x="368518" y="406950"/>
                      </a:lnTo>
                      <a:lnTo>
                        <a:pt x="368530" y="406232"/>
                      </a:lnTo>
                      <a:lnTo>
                        <a:pt x="368588" y="401336"/>
                      </a:lnTo>
                      <a:lnTo>
                        <a:pt x="358169" y="400502"/>
                      </a:lnTo>
                      <a:lnTo>
                        <a:pt x="357463" y="398673"/>
                      </a:lnTo>
                      <a:lnTo>
                        <a:pt x="353585" y="397770"/>
                      </a:lnTo>
                      <a:lnTo>
                        <a:pt x="352115" y="392642"/>
                      </a:lnTo>
                      <a:lnTo>
                        <a:pt x="332089" y="386692"/>
                      </a:lnTo>
                      <a:lnTo>
                        <a:pt x="331510" y="384446"/>
                      </a:lnTo>
                      <a:lnTo>
                        <a:pt x="333432" y="381402"/>
                      </a:lnTo>
                      <a:lnTo>
                        <a:pt x="329588" y="377698"/>
                      </a:lnTo>
                      <a:lnTo>
                        <a:pt x="326694" y="370220"/>
                      </a:lnTo>
                      <a:lnTo>
                        <a:pt x="319876" y="370116"/>
                      </a:lnTo>
                      <a:lnTo>
                        <a:pt x="319159" y="370081"/>
                      </a:lnTo>
                      <a:lnTo>
                        <a:pt x="321763" y="365995"/>
                      </a:lnTo>
                      <a:lnTo>
                        <a:pt x="319089" y="358308"/>
                      </a:lnTo>
                      <a:lnTo>
                        <a:pt x="314690" y="355009"/>
                      </a:lnTo>
                      <a:lnTo>
                        <a:pt x="310268" y="356456"/>
                      </a:lnTo>
                      <a:lnTo>
                        <a:pt x="309273" y="355947"/>
                      </a:lnTo>
                      <a:lnTo>
                        <a:pt x="302976" y="352763"/>
                      </a:lnTo>
                      <a:lnTo>
                        <a:pt x="299769" y="353678"/>
                      </a:lnTo>
                      <a:lnTo>
                        <a:pt x="298276" y="349163"/>
                      </a:lnTo>
                      <a:lnTo>
                        <a:pt x="301644" y="346420"/>
                      </a:lnTo>
                      <a:lnTo>
                        <a:pt x="299838" y="345471"/>
                      </a:lnTo>
                      <a:lnTo>
                        <a:pt x="302559" y="341870"/>
                      </a:lnTo>
                      <a:lnTo>
                        <a:pt x="298484" y="337981"/>
                      </a:lnTo>
                      <a:lnTo>
                        <a:pt x="293043" y="335955"/>
                      </a:lnTo>
                      <a:lnTo>
                        <a:pt x="291990" y="333408"/>
                      </a:lnTo>
                      <a:lnTo>
                        <a:pt x="291122" y="330839"/>
                      </a:lnTo>
                      <a:lnTo>
                        <a:pt x="290913" y="330769"/>
                      </a:lnTo>
                      <a:lnTo>
                        <a:pt x="290427" y="329588"/>
                      </a:lnTo>
                      <a:lnTo>
                        <a:pt x="291654" y="326752"/>
                      </a:lnTo>
                      <a:lnTo>
                        <a:pt x="289825" y="330410"/>
                      </a:lnTo>
                      <a:lnTo>
                        <a:pt x="289559" y="330318"/>
                      </a:lnTo>
                      <a:lnTo>
                        <a:pt x="289212" y="326868"/>
                      </a:lnTo>
                      <a:lnTo>
                        <a:pt x="291677" y="325722"/>
                      </a:lnTo>
                      <a:lnTo>
                        <a:pt x="292511" y="325375"/>
                      </a:lnTo>
                      <a:lnTo>
                        <a:pt x="292476" y="325352"/>
                      </a:lnTo>
                      <a:lnTo>
                        <a:pt x="292870" y="325178"/>
                      </a:lnTo>
                      <a:lnTo>
                        <a:pt x="290381" y="323048"/>
                      </a:lnTo>
                      <a:lnTo>
                        <a:pt x="292731" y="318997"/>
                      </a:lnTo>
                      <a:lnTo>
                        <a:pt x="292812" y="318962"/>
                      </a:lnTo>
                      <a:lnTo>
                        <a:pt x="292823" y="318846"/>
                      </a:lnTo>
                      <a:lnTo>
                        <a:pt x="293587" y="317526"/>
                      </a:lnTo>
                      <a:lnTo>
                        <a:pt x="293252" y="315292"/>
                      </a:lnTo>
                      <a:lnTo>
                        <a:pt x="296354" y="315964"/>
                      </a:lnTo>
                      <a:lnTo>
                        <a:pt x="296377" y="311160"/>
                      </a:lnTo>
                      <a:lnTo>
                        <a:pt x="299526" y="310280"/>
                      </a:lnTo>
                      <a:lnTo>
                        <a:pt x="300521" y="311021"/>
                      </a:lnTo>
                      <a:lnTo>
                        <a:pt x="301390" y="312074"/>
                      </a:lnTo>
                      <a:lnTo>
                        <a:pt x="302107" y="312190"/>
                      </a:lnTo>
                      <a:lnTo>
                        <a:pt x="306703" y="315570"/>
                      </a:lnTo>
                      <a:lnTo>
                        <a:pt x="308914" y="318834"/>
                      </a:lnTo>
                      <a:lnTo>
                        <a:pt x="309273" y="319541"/>
                      </a:lnTo>
                      <a:lnTo>
                        <a:pt x="310477" y="321914"/>
                      </a:lnTo>
                      <a:lnTo>
                        <a:pt x="313544" y="322053"/>
                      </a:lnTo>
                      <a:lnTo>
                        <a:pt x="313290" y="325780"/>
                      </a:lnTo>
                      <a:lnTo>
                        <a:pt x="313880" y="326289"/>
                      </a:lnTo>
                      <a:lnTo>
                        <a:pt x="315200" y="328222"/>
                      </a:lnTo>
                      <a:lnTo>
                        <a:pt x="316022" y="328095"/>
                      </a:lnTo>
                      <a:lnTo>
                        <a:pt x="317260" y="329149"/>
                      </a:lnTo>
                      <a:lnTo>
                        <a:pt x="317712" y="330908"/>
                      </a:lnTo>
                      <a:lnTo>
                        <a:pt x="317966" y="332228"/>
                      </a:lnTo>
                      <a:lnTo>
                        <a:pt x="318059" y="332297"/>
                      </a:lnTo>
                      <a:lnTo>
                        <a:pt x="320004" y="339960"/>
                      </a:lnTo>
                      <a:lnTo>
                        <a:pt x="321265" y="339046"/>
                      </a:lnTo>
                      <a:lnTo>
                        <a:pt x="320131" y="333756"/>
                      </a:lnTo>
                      <a:lnTo>
                        <a:pt x="322272" y="327644"/>
                      </a:lnTo>
                      <a:lnTo>
                        <a:pt x="322886" y="327968"/>
                      </a:lnTo>
                      <a:lnTo>
                        <a:pt x="323013" y="328280"/>
                      </a:lnTo>
                      <a:lnTo>
                        <a:pt x="323754" y="328408"/>
                      </a:lnTo>
                      <a:lnTo>
                        <a:pt x="325271" y="329195"/>
                      </a:lnTo>
                      <a:lnTo>
                        <a:pt x="325467" y="328709"/>
                      </a:lnTo>
                      <a:lnTo>
                        <a:pt x="325780" y="328767"/>
                      </a:lnTo>
                      <a:lnTo>
                        <a:pt x="326359" y="327181"/>
                      </a:lnTo>
                      <a:lnTo>
                        <a:pt x="330630" y="334358"/>
                      </a:lnTo>
                      <a:lnTo>
                        <a:pt x="334705" y="333721"/>
                      </a:lnTo>
                      <a:lnTo>
                        <a:pt x="334971" y="333987"/>
                      </a:lnTo>
                      <a:lnTo>
                        <a:pt x="335180" y="335863"/>
                      </a:lnTo>
                      <a:lnTo>
                        <a:pt x="337796" y="336951"/>
                      </a:lnTo>
                      <a:lnTo>
                        <a:pt x="340481" y="331429"/>
                      </a:lnTo>
                      <a:lnTo>
                        <a:pt x="343248" y="331533"/>
                      </a:lnTo>
                      <a:lnTo>
                        <a:pt x="344730" y="331661"/>
                      </a:lnTo>
                      <a:lnTo>
                        <a:pt x="341870" y="328593"/>
                      </a:lnTo>
                      <a:lnTo>
                        <a:pt x="341998" y="327551"/>
                      </a:lnTo>
                      <a:lnTo>
                        <a:pt x="342287" y="325954"/>
                      </a:lnTo>
                      <a:lnTo>
                        <a:pt x="344290" y="323963"/>
                      </a:lnTo>
                      <a:lnTo>
                        <a:pt x="346304" y="325479"/>
                      </a:lnTo>
                      <a:lnTo>
                        <a:pt x="346269" y="325386"/>
                      </a:lnTo>
                      <a:lnTo>
                        <a:pt x="346281" y="325398"/>
                      </a:lnTo>
                      <a:lnTo>
                        <a:pt x="344533" y="321265"/>
                      </a:lnTo>
                      <a:lnTo>
                        <a:pt x="347010" y="321196"/>
                      </a:lnTo>
                      <a:lnTo>
                        <a:pt x="344498" y="319193"/>
                      </a:lnTo>
                      <a:lnTo>
                        <a:pt x="346385" y="319077"/>
                      </a:lnTo>
                      <a:lnTo>
                        <a:pt x="349152" y="315304"/>
                      </a:lnTo>
                      <a:lnTo>
                        <a:pt x="349047" y="314991"/>
                      </a:lnTo>
                      <a:lnTo>
                        <a:pt x="349082" y="315003"/>
                      </a:lnTo>
                      <a:lnTo>
                        <a:pt x="349013" y="314899"/>
                      </a:lnTo>
                      <a:lnTo>
                        <a:pt x="347265" y="309886"/>
                      </a:lnTo>
                      <a:lnTo>
                        <a:pt x="346003" y="312769"/>
                      </a:lnTo>
                      <a:lnTo>
                        <a:pt x="345621" y="312063"/>
                      </a:lnTo>
                      <a:lnTo>
                        <a:pt x="345366" y="311322"/>
                      </a:lnTo>
                      <a:lnTo>
                        <a:pt x="345227" y="311333"/>
                      </a:lnTo>
                      <a:lnTo>
                        <a:pt x="345077" y="311067"/>
                      </a:lnTo>
                      <a:lnTo>
                        <a:pt x="343711" y="311507"/>
                      </a:lnTo>
                      <a:lnTo>
                        <a:pt x="343653" y="311507"/>
                      </a:lnTo>
                      <a:lnTo>
                        <a:pt x="346084" y="308243"/>
                      </a:lnTo>
                      <a:lnTo>
                        <a:pt x="346003" y="307617"/>
                      </a:lnTo>
                      <a:lnTo>
                        <a:pt x="341049" y="308069"/>
                      </a:lnTo>
                      <a:lnTo>
                        <a:pt x="339324" y="305395"/>
                      </a:lnTo>
                      <a:lnTo>
                        <a:pt x="338676" y="304318"/>
                      </a:lnTo>
                      <a:lnTo>
                        <a:pt x="343063" y="303057"/>
                      </a:lnTo>
                      <a:lnTo>
                        <a:pt x="351154" y="304168"/>
                      </a:lnTo>
                      <a:lnTo>
                        <a:pt x="351108" y="303948"/>
                      </a:lnTo>
                      <a:lnTo>
                        <a:pt x="351374" y="303983"/>
                      </a:lnTo>
                      <a:lnTo>
                        <a:pt x="351096" y="303855"/>
                      </a:lnTo>
                      <a:lnTo>
                        <a:pt x="350726" y="301783"/>
                      </a:lnTo>
                      <a:lnTo>
                        <a:pt x="344915" y="301112"/>
                      </a:lnTo>
                      <a:lnTo>
                        <a:pt x="344695" y="300521"/>
                      </a:lnTo>
                      <a:lnTo>
                        <a:pt x="342449" y="294571"/>
                      </a:lnTo>
                      <a:lnTo>
                        <a:pt x="340585" y="293981"/>
                      </a:lnTo>
                      <a:lnTo>
                        <a:pt x="343422" y="292488"/>
                      </a:lnTo>
                      <a:lnTo>
                        <a:pt x="348469" y="295092"/>
                      </a:lnTo>
                      <a:lnTo>
                        <a:pt x="349626" y="293414"/>
                      </a:lnTo>
                      <a:lnTo>
                        <a:pt x="353134" y="294525"/>
                      </a:lnTo>
                      <a:lnTo>
                        <a:pt x="352856" y="293553"/>
                      </a:lnTo>
                      <a:lnTo>
                        <a:pt x="352023" y="292071"/>
                      </a:lnTo>
                      <a:lnTo>
                        <a:pt x="351872" y="291596"/>
                      </a:lnTo>
                      <a:lnTo>
                        <a:pt x="355333" y="291897"/>
                      </a:lnTo>
                      <a:lnTo>
                        <a:pt x="355356" y="291550"/>
                      </a:lnTo>
                      <a:lnTo>
                        <a:pt x="355461" y="291562"/>
                      </a:lnTo>
                      <a:lnTo>
                        <a:pt x="355599" y="287915"/>
                      </a:lnTo>
                      <a:lnTo>
                        <a:pt x="359095" y="289362"/>
                      </a:lnTo>
                      <a:lnTo>
                        <a:pt x="360021" y="284257"/>
                      </a:lnTo>
                      <a:lnTo>
                        <a:pt x="349846" y="288378"/>
                      </a:lnTo>
                      <a:lnTo>
                        <a:pt x="347056" y="287799"/>
                      </a:lnTo>
                      <a:lnTo>
                        <a:pt x="345714" y="284338"/>
                      </a:lnTo>
                      <a:lnTo>
                        <a:pt x="342576" y="285832"/>
                      </a:lnTo>
                      <a:lnTo>
                        <a:pt x="341685" y="286214"/>
                      </a:lnTo>
                      <a:lnTo>
                        <a:pt x="340331" y="283956"/>
                      </a:lnTo>
                      <a:lnTo>
                        <a:pt x="337587" y="283401"/>
                      </a:lnTo>
                      <a:lnTo>
                        <a:pt x="340713" y="278909"/>
                      </a:lnTo>
                      <a:lnTo>
                        <a:pt x="341326" y="278863"/>
                      </a:lnTo>
                      <a:lnTo>
                        <a:pt x="341859" y="279476"/>
                      </a:lnTo>
                      <a:lnTo>
                        <a:pt x="343595" y="278689"/>
                      </a:lnTo>
                      <a:lnTo>
                        <a:pt x="345841" y="278516"/>
                      </a:lnTo>
                      <a:lnTo>
                        <a:pt x="347531" y="276884"/>
                      </a:lnTo>
                      <a:lnTo>
                        <a:pt x="344950" y="276119"/>
                      </a:lnTo>
                      <a:lnTo>
                        <a:pt x="344672" y="276351"/>
                      </a:lnTo>
                      <a:lnTo>
                        <a:pt x="341627" y="277647"/>
                      </a:lnTo>
                      <a:lnTo>
                        <a:pt x="341153" y="277161"/>
                      </a:lnTo>
                      <a:lnTo>
                        <a:pt x="337703" y="279083"/>
                      </a:lnTo>
                      <a:lnTo>
                        <a:pt x="337923" y="275784"/>
                      </a:lnTo>
                      <a:lnTo>
                        <a:pt x="335400" y="274534"/>
                      </a:lnTo>
                      <a:lnTo>
                        <a:pt x="338838" y="274684"/>
                      </a:lnTo>
                      <a:lnTo>
                        <a:pt x="339903" y="271292"/>
                      </a:lnTo>
                      <a:lnTo>
                        <a:pt x="336708" y="268537"/>
                      </a:lnTo>
                      <a:lnTo>
                        <a:pt x="336302" y="267437"/>
                      </a:lnTo>
                      <a:lnTo>
                        <a:pt x="331313" y="267993"/>
                      </a:lnTo>
                      <a:lnTo>
                        <a:pt x="331718" y="265852"/>
                      </a:lnTo>
                      <a:lnTo>
                        <a:pt x="329253" y="265064"/>
                      </a:lnTo>
                      <a:lnTo>
                        <a:pt x="330619" y="263166"/>
                      </a:lnTo>
                      <a:lnTo>
                        <a:pt x="330121" y="262738"/>
                      </a:lnTo>
                      <a:lnTo>
                        <a:pt x="329635" y="262715"/>
                      </a:lnTo>
                      <a:lnTo>
                        <a:pt x="327910" y="261325"/>
                      </a:lnTo>
                      <a:lnTo>
                        <a:pt x="327817" y="260967"/>
                      </a:lnTo>
                      <a:lnTo>
                        <a:pt x="327922" y="260712"/>
                      </a:lnTo>
                      <a:lnTo>
                        <a:pt x="329577" y="256799"/>
                      </a:lnTo>
                      <a:lnTo>
                        <a:pt x="323662" y="254334"/>
                      </a:lnTo>
                      <a:lnTo>
                        <a:pt x="323280" y="245629"/>
                      </a:lnTo>
                      <a:lnTo>
                        <a:pt x="317399" y="238012"/>
                      </a:lnTo>
                      <a:lnTo>
                        <a:pt x="310430" y="234412"/>
                      </a:lnTo>
                      <a:lnTo>
                        <a:pt x="313440" y="229492"/>
                      </a:lnTo>
                      <a:lnTo>
                        <a:pt x="313429" y="227049"/>
                      </a:lnTo>
                      <a:lnTo>
                        <a:pt x="313104" y="225359"/>
                      </a:lnTo>
                      <a:lnTo>
                        <a:pt x="317040" y="222442"/>
                      </a:lnTo>
                      <a:lnTo>
                        <a:pt x="317874" y="220486"/>
                      </a:lnTo>
                      <a:lnTo>
                        <a:pt x="320131" y="218182"/>
                      </a:lnTo>
                      <a:lnTo>
                        <a:pt x="322365" y="225926"/>
                      </a:lnTo>
                      <a:lnTo>
                        <a:pt x="327447" y="226019"/>
                      </a:lnTo>
                      <a:lnTo>
                        <a:pt x="328211" y="226297"/>
                      </a:lnTo>
                      <a:lnTo>
                        <a:pt x="330063" y="226702"/>
                      </a:lnTo>
                      <a:lnTo>
                        <a:pt x="330167" y="226748"/>
                      </a:lnTo>
                      <a:lnTo>
                        <a:pt x="330190" y="226737"/>
                      </a:lnTo>
                      <a:lnTo>
                        <a:pt x="330318" y="226760"/>
                      </a:lnTo>
                      <a:lnTo>
                        <a:pt x="331487" y="226239"/>
                      </a:lnTo>
                      <a:lnTo>
                        <a:pt x="331151" y="227663"/>
                      </a:lnTo>
                      <a:lnTo>
                        <a:pt x="329635" y="231251"/>
                      </a:lnTo>
                      <a:lnTo>
                        <a:pt x="336893" y="233381"/>
                      </a:lnTo>
                      <a:lnTo>
                        <a:pt x="336302" y="235488"/>
                      </a:lnTo>
                      <a:lnTo>
                        <a:pt x="338340" y="236808"/>
                      </a:lnTo>
                      <a:lnTo>
                        <a:pt x="338907" y="238290"/>
                      </a:lnTo>
                      <a:lnTo>
                        <a:pt x="339393" y="242711"/>
                      </a:lnTo>
                      <a:lnTo>
                        <a:pt x="345112" y="238810"/>
                      </a:lnTo>
                      <a:lnTo>
                        <a:pt x="346130" y="235720"/>
                      </a:lnTo>
                      <a:lnTo>
                        <a:pt x="350494" y="234875"/>
                      </a:lnTo>
                      <a:lnTo>
                        <a:pt x="352023" y="231622"/>
                      </a:lnTo>
                      <a:lnTo>
                        <a:pt x="355067" y="232282"/>
                      </a:lnTo>
                      <a:lnTo>
                        <a:pt x="355102" y="231923"/>
                      </a:lnTo>
                      <a:lnTo>
                        <a:pt x="355171" y="231934"/>
                      </a:lnTo>
                      <a:lnTo>
                        <a:pt x="355183" y="231205"/>
                      </a:lnTo>
                      <a:lnTo>
                        <a:pt x="355298" y="230210"/>
                      </a:lnTo>
                      <a:lnTo>
                        <a:pt x="358135" y="230441"/>
                      </a:lnTo>
                      <a:lnTo>
                        <a:pt x="358551" y="228369"/>
                      </a:lnTo>
                      <a:lnTo>
                        <a:pt x="359570" y="228496"/>
                      </a:lnTo>
                      <a:lnTo>
                        <a:pt x="361989" y="229237"/>
                      </a:lnTo>
                      <a:lnTo>
                        <a:pt x="362313" y="226818"/>
                      </a:lnTo>
                      <a:lnTo>
                        <a:pt x="363471" y="226864"/>
                      </a:lnTo>
                      <a:lnTo>
                        <a:pt x="365277" y="228346"/>
                      </a:lnTo>
                      <a:lnTo>
                        <a:pt x="363239" y="230001"/>
                      </a:lnTo>
                      <a:lnTo>
                        <a:pt x="365115" y="231587"/>
                      </a:lnTo>
                      <a:lnTo>
                        <a:pt x="365080" y="229434"/>
                      </a:lnTo>
                      <a:lnTo>
                        <a:pt x="365740" y="228739"/>
                      </a:lnTo>
                      <a:lnTo>
                        <a:pt x="365844" y="228809"/>
                      </a:lnTo>
                      <a:lnTo>
                        <a:pt x="365867" y="228600"/>
                      </a:lnTo>
                      <a:lnTo>
                        <a:pt x="368842" y="225475"/>
                      </a:lnTo>
                      <a:lnTo>
                        <a:pt x="368912" y="225452"/>
                      </a:lnTo>
                      <a:lnTo>
                        <a:pt x="369629" y="226054"/>
                      </a:lnTo>
                      <a:lnTo>
                        <a:pt x="370208" y="228415"/>
                      </a:lnTo>
                      <a:lnTo>
                        <a:pt x="370000" y="228971"/>
                      </a:lnTo>
                      <a:lnTo>
                        <a:pt x="373091" y="231217"/>
                      </a:lnTo>
                      <a:lnTo>
                        <a:pt x="380325" y="228809"/>
                      </a:lnTo>
                      <a:lnTo>
                        <a:pt x="379550" y="231078"/>
                      </a:lnTo>
                      <a:lnTo>
                        <a:pt x="381078" y="231367"/>
                      </a:lnTo>
                      <a:lnTo>
                        <a:pt x="381715" y="234168"/>
                      </a:lnTo>
                      <a:lnTo>
                        <a:pt x="381935" y="236368"/>
                      </a:lnTo>
                      <a:lnTo>
                        <a:pt x="386657" y="239817"/>
                      </a:lnTo>
                      <a:lnTo>
                        <a:pt x="384030" y="235673"/>
                      </a:lnTo>
                      <a:lnTo>
                        <a:pt x="382398" y="234446"/>
                      </a:lnTo>
                      <a:lnTo>
                        <a:pt x="384064" y="233115"/>
                      </a:lnTo>
                      <a:lnTo>
                        <a:pt x="383219" y="231610"/>
                      </a:lnTo>
                      <a:lnTo>
                        <a:pt x="385210" y="224850"/>
                      </a:lnTo>
                      <a:lnTo>
                        <a:pt x="385245" y="224780"/>
                      </a:lnTo>
                      <a:lnTo>
                        <a:pt x="385616" y="224514"/>
                      </a:lnTo>
                      <a:lnTo>
                        <a:pt x="387549" y="226274"/>
                      </a:lnTo>
                      <a:lnTo>
                        <a:pt x="388637" y="228253"/>
                      </a:lnTo>
                      <a:lnTo>
                        <a:pt x="389146" y="227721"/>
                      </a:lnTo>
                      <a:lnTo>
                        <a:pt x="389378" y="227941"/>
                      </a:lnTo>
                      <a:lnTo>
                        <a:pt x="392700" y="224028"/>
                      </a:lnTo>
                      <a:lnTo>
                        <a:pt x="394738" y="224225"/>
                      </a:lnTo>
                      <a:lnTo>
                        <a:pt x="395964" y="226575"/>
                      </a:lnTo>
                      <a:lnTo>
                        <a:pt x="397504" y="225301"/>
                      </a:lnTo>
                      <a:lnTo>
                        <a:pt x="396057" y="229214"/>
                      </a:lnTo>
                      <a:lnTo>
                        <a:pt x="398963" y="231900"/>
                      </a:lnTo>
                      <a:lnTo>
                        <a:pt x="399252" y="225776"/>
                      </a:lnTo>
                      <a:lnTo>
                        <a:pt x="397550" y="225035"/>
                      </a:lnTo>
                      <a:lnTo>
                        <a:pt x="397527" y="224861"/>
                      </a:lnTo>
                      <a:lnTo>
                        <a:pt x="397411" y="224977"/>
                      </a:lnTo>
                      <a:lnTo>
                        <a:pt x="395652" y="224213"/>
                      </a:lnTo>
                      <a:lnTo>
                        <a:pt x="395501" y="224144"/>
                      </a:lnTo>
                      <a:lnTo>
                        <a:pt x="395536" y="223924"/>
                      </a:lnTo>
                      <a:lnTo>
                        <a:pt x="397215" y="221551"/>
                      </a:lnTo>
                      <a:lnTo>
                        <a:pt x="396983" y="221400"/>
                      </a:lnTo>
                      <a:lnTo>
                        <a:pt x="397053" y="221354"/>
                      </a:lnTo>
                      <a:lnTo>
                        <a:pt x="397620" y="220740"/>
                      </a:lnTo>
                      <a:lnTo>
                        <a:pt x="399924" y="221180"/>
                      </a:lnTo>
                      <a:lnTo>
                        <a:pt x="400861" y="220613"/>
                      </a:lnTo>
                      <a:lnTo>
                        <a:pt x="401417" y="220682"/>
                      </a:lnTo>
                      <a:lnTo>
                        <a:pt x="401174" y="220416"/>
                      </a:lnTo>
                      <a:lnTo>
                        <a:pt x="401370" y="220289"/>
                      </a:lnTo>
                      <a:lnTo>
                        <a:pt x="399761" y="218877"/>
                      </a:lnTo>
                      <a:lnTo>
                        <a:pt x="403049" y="218691"/>
                      </a:lnTo>
                      <a:lnTo>
                        <a:pt x="404149" y="222326"/>
                      </a:lnTo>
                      <a:lnTo>
                        <a:pt x="412784" y="230152"/>
                      </a:lnTo>
                      <a:lnTo>
                        <a:pt x="414972" y="231321"/>
                      </a:lnTo>
                      <a:lnTo>
                        <a:pt x="418317" y="233115"/>
                      </a:lnTo>
                      <a:lnTo>
                        <a:pt x="418572" y="233323"/>
                      </a:lnTo>
                      <a:lnTo>
                        <a:pt x="418607" y="233277"/>
                      </a:lnTo>
                      <a:lnTo>
                        <a:pt x="419487" y="233752"/>
                      </a:lnTo>
                      <a:lnTo>
                        <a:pt x="420876" y="230453"/>
                      </a:lnTo>
                      <a:lnTo>
                        <a:pt x="423631" y="232941"/>
                      </a:lnTo>
                      <a:lnTo>
                        <a:pt x="428967" y="231876"/>
                      </a:lnTo>
                      <a:lnTo>
                        <a:pt x="427671" y="229631"/>
                      </a:lnTo>
                      <a:lnTo>
                        <a:pt x="430032" y="227373"/>
                      </a:lnTo>
                      <a:lnTo>
                        <a:pt x="430530" y="227466"/>
                      </a:lnTo>
                      <a:lnTo>
                        <a:pt x="431120" y="227698"/>
                      </a:lnTo>
                      <a:lnTo>
                        <a:pt x="430426" y="229503"/>
                      </a:lnTo>
                      <a:lnTo>
                        <a:pt x="434142" y="229063"/>
                      </a:lnTo>
                      <a:lnTo>
                        <a:pt x="435265" y="237630"/>
                      </a:lnTo>
                      <a:lnTo>
                        <a:pt x="436480" y="238116"/>
                      </a:lnTo>
                      <a:lnTo>
                        <a:pt x="436584" y="238544"/>
                      </a:lnTo>
                      <a:lnTo>
                        <a:pt x="437337" y="238463"/>
                      </a:lnTo>
                      <a:lnTo>
                        <a:pt x="439004" y="239135"/>
                      </a:lnTo>
                      <a:lnTo>
                        <a:pt x="442569" y="245582"/>
                      </a:lnTo>
                      <a:lnTo>
                        <a:pt x="444896" y="245941"/>
                      </a:lnTo>
                      <a:lnTo>
                        <a:pt x="448357" y="246902"/>
                      </a:lnTo>
                      <a:lnTo>
                        <a:pt x="448612" y="246520"/>
                      </a:lnTo>
                      <a:lnTo>
                        <a:pt x="449387" y="246636"/>
                      </a:lnTo>
                      <a:lnTo>
                        <a:pt x="453670" y="251694"/>
                      </a:lnTo>
                      <a:lnTo>
                        <a:pt x="455349" y="253859"/>
                      </a:lnTo>
                      <a:lnTo>
                        <a:pt x="455326" y="253651"/>
                      </a:lnTo>
                      <a:lnTo>
                        <a:pt x="455453" y="253790"/>
                      </a:lnTo>
                      <a:lnTo>
                        <a:pt x="455083" y="248858"/>
                      </a:lnTo>
                      <a:lnTo>
                        <a:pt x="451540" y="246879"/>
                      </a:lnTo>
                      <a:lnTo>
                        <a:pt x="452165" y="244135"/>
                      </a:lnTo>
                      <a:lnTo>
                        <a:pt x="451170" y="243394"/>
                      </a:lnTo>
                      <a:lnTo>
                        <a:pt x="451263" y="243128"/>
                      </a:lnTo>
                      <a:lnTo>
                        <a:pt x="439108" y="234435"/>
                      </a:lnTo>
                      <a:lnTo>
                        <a:pt x="437985" y="231784"/>
                      </a:lnTo>
                      <a:lnTo>
                        <a:pt x="441967" y="229492"/>
                      </a:lnTo>
                      <a:lnTo>
                        <a:pt x="451725" y="230777"/>
                      </a:lnTo>
                      <a:lnTo>
                        <a:pt x="460616" y="230071"/>
                      </a:lnTo>
                      <a:lnTo>
                        <a:pt x="460384" y="228635"/>
                      </a:lnTo>
                      <a:lnTo>
                        <a:pt x="455430" y="227339"/>
                      </a:lnTo>
                      <a:lnTo>
                        <a:pt x="454504" y="226957"/>
                      </a:lnTo>
                      <a:lnTo>
                        <a:pt x="454122" y="226991"/>
                      </a:lnTo>
                      <a:lnTo>
                        <a:pt x="453774" y="226899"/>
                      </a:lnTo>
                      <a:lnTo>
                        <a:pt x="452501" y="227142"/>
                      </a:lnTo>
                      <a:lnTo>
                        <a:pt x="444653" y="227871"/>
                      </a:lnTo>
                      <a:lnTo>
                        <a:pt x="441319" y="226355"/>
                      </a:lnTo>
                      <a:lnTo>
                        <a:pt x="440184" y="226737"/>
                      </a:lnTo>
                      <a:lnTo>
                        <a:pt x="435427" y="224479"/>
                      </a:lnTo>
                      <a:lnTo>
                        <a:pt x="434211" y="223681"/>
                      </a:lnTo>
                      <a:lnTo>
                        <a:pt x="429569" y="223391"/>
                      </a:lnTo>
                      <a:lnTo>
                        <a:pt x="427092" y="224595"/>
                      </a:lnTo>
                      <a:lnTo>
                        <a:pt x="426791" y="224445"/>
                      </a:lnTo>
                      <a:lnTo>
                        <a:pt x="426733" y="224769"/>
                      </a:lnTo>
                      <a:lnTo>
                        <a:pt x="424927" y="225649"/>
                      </a:lnTo>
                      <a:lnTo>
                        <a:pt x="426374" y="227292"/>
                      </a:lnTo>
                      <a:lnTo>
                        <a:pt x="427601" y="225440"/>
                      </a:lnTo>
                      <a:lnTo>
                        <a:pt x="429442" y="226540"/>
                      </a:lnTo>
                      <a:lnTo>
                        <a:pt x="426918" y="228427"/>
                      </a:lnTo>
                      <a:lnTo>
                        <a:pt x="426478" y="228056"/>
                      </a:lnTo>
                      <a:lnTo>
                        <a:pt x="423978" y="225000"/>
                      </a:lnTo>
                      <a:lnTo>
                        <a:pt x="420413" y="226401"/>
                      </a:lnTo>
                      <a:lnTo>
                        <a:pt x="419151" y="226818"/>
                      </a:lnTo>
                      <a:lnTo>
                        <a:pt x="418723" y="225151"/>
                      </a:lnTo>
                      <a:lnTo>
                        <a:pt x="416778" y="225695"/>
                      </a:lnTo>
                      <a:lnTo>
                        <a:pt x="414972" y="224722"/>
                      </a:lnTo>
                      <a:lnTo>
                        <a:pt x="413722" y="224051"/>
                      </a:lnTo>
                      <a:lnTo>
                        <a:pt x="411210" y="222604"/>
                      </a:lnTo>
                      <a:lnTo>
                        <a:pt x="405329" y="215184"/>
                      </a:lnTo>
                      <a:lnTo>
                        <a:pt x="403280" y="215971"/>
                      </a:lnTo>
                      <a:lnTo>
                        <a:pt x="403223" y="215994"/>
                      </a:lnTo>
                      <a:lnTo>
                        <a:pt x="403153" y="214490"/>
                      </a:lnTo>
                      <a:lnTo>
                        <a:pt x="403744" y="214513"/>
                      </a:lnTo>
                      <a:lnTo>
                        <a:pt x="404820" y="214802"/>
                      </a:lnTo>
                      <a:lnTo>
                        <a:pt x="404890" y="214547"/>
                      </a:lnTo>
                      <a:lnTo>
                        <a:pt x="405329" y="214570"/>
                      </a:lnTo>
                      <a:lnTo>
                        <a:pt x="405133" y="213679"/>
                      </a:lnTo>
                      <a:lnTo>
                        <a:pt x="405179" y="213529"/>
                      </a:lnTo>
                      <a:lnTo>
                        <a:pt x="405098" y="213529"/>
                      </a:lnTo>
                      <a:lnTo>
                        <a:pt x="404982" y="213008"/>
                      </a:lnTo>
                      <a:lnTo>
                        <a:pt x="402077" y="213181"/>
                      </a:lnTo>
                      <a:lnTo>
                        <a:pt x="402470" y="212533"/>
                      </a:lnTo>
                      <a:lnTo>
                        <a:pt x="403697" y="210994"/>
                      </a:lnTo>
                      <a:lnTo>
                        <a:pt x="398963" y="212522"/>
                      </a:lnTo>
                      <a:lnTo>
                        <a:pt x="399611" y="210623"/>
                      </a:lnTo>
                      <a:lnTo>
                        <a:pt x="400155" y="210507"/>
                      </a:lnTo>
                      <a:lnTo>
                        <a:pt x="399842" y="209963"/>
                      </a:lnTo>
                      <a:lnTo>
                        <a:pt x="400132" y="209141"/>
                      </a:lnTo>
                      <a:lnTo>
                        <a:pt x="398164" y="206479"/>
                      </a:lnTo>
                      <a:lnTo>
                        <a:pt x="398523" y="205993"/>
                      </a:lnTo>
                      <a:lnTo>
                        <a:pt x="400120" y="204569"/>
                      </a:lnTo>
                      <a:lnTo>
                        <a:pt x="394205" y="205912"/>
                      </a:lnTo>
                      <a:lnTo>
                        <a:pt x="394517" y="205159"/>
                      </a:lnTo>
                      <a:lnTo>
                        <a:pt x="396011" y="201825"/>
                      </a:lnTo>
                      <a:lnTo>
                        <a:pt x="393661" y="201096"/>
                      </a:lnTo>
                      <a:lnTo>
                        <a:pt x="391948" y="200413"/>
                      </a:lnTo>
                      <a:lnTo>
                        <a:pt x="391994" y="200182"/>
                      </a:lnTo>
                      <a:lnTo>
                        <a:pt x="393337" y="199429"/>
                      </a:lnTo>
                      <a:lnTo>
                        <a:pt x="393916" y="199499"/>
                      </a:lnTo>
                      <a:lnTo>
                        <a:pt x="393997" y="196616"/>
                      </a:lnTo>
                      <a:lnTo>
                        <a:pt x="396844" y="196906"/>
                      </a:lnTo>
                      <a:lnTo>
                        <a:pt x="398338" y="194822"/>
                      </a:lnTo>
                      <a:lnTo>
                        <a:pt x="398523" y="194567"/>
                      </a:lnTo>
                      <a:lnTo>
                        <a:pt x="397956" y="194822"/>
                      </a:lnTo>
                      <a:lnTo>
                        <a:pt x="395964" y="195702"/>
                      </a:lnTo>
                      <a:lnTo>
                        <a:pt x="394471" y="194822"/>
                      </a:lnTo>
                      <a:lnTo>
                        <a:pt x="392434" y="193618"/>
                      </a:lnTo>
                      <a:lnTo>
                        <a:pt x="393626" y="190747"/>
                      </a:lnTo>
                      <a:lnTo>
                        <a:pt x="398696" y="189115"/>
                      </a:lnTo>
                      <a:lnTo>
                        <a:pt x="395756" y="187043"/>
                      </a:lnTo>
                      <a:lnTo>
                        <a:pt x="396231" y="184797"/>
                      </a:lnTo>
                      <a:lnTo>
                        <a:pt x="394089" y="184462"/>
                      </a:lnTo>
                      <a:lnTo>
                        <a:pt x="393580" y="184716"/>
                      </a:lnTo>
                      <a:lnTo>
                        <a:pt x="393082" y="184624"/>
                      </a:lnTo>
                      <a:lnTo>
                        <a:pt x="392145" y="185411"/>
                      </a:lnTo>
                      <a:lnTo>
                        <a:pt x="389795" y="186545"/>
                      </a:lnTo>
                      <a:lnTo>
                        <a:pt x="390431" y="186846"/>
                      </a:lnTo>
                      <a:lnTo>
                        <a:pt x="390292" y="186962"/>
                      </a:lnTo>
                      <a:lnTo>
                        <a:pt x="391867" y="187888"/>
                      </a:lnTo>
                      <a:lnTo>
                        <a:pt x="391357" y="188398"/>
                      </a:lnTo>
                      <a:lnTo>
                        <a:pt x="387780" y="189462"/>
                      </a:lnTo>
                      <a:lnTo>
                        <a:pt x="388811" y="188409"/>
                      </a:lnTo>
                      <a:lnTo>
                        <a:pt x="388915" y="188305"/>
                      </a:lnTo>
                      <a:lnTo>
                        <a:pt x="389031" y="188177"/>
                      </a:lnTo>
                      <a:lnTo>
                        <a:pt x="387931" y="187888"/>
                      </a:lnTo>
                      <a:lnTo>
                        <a:pt x="385951" y="187078"/>
                      </a:lnTo>
                      <a:lnTo>
                        <a:pt x="386970" y="185967"/>
                      </a:lnTo>
                      <a:lnTo>
                        <a:pt x="386368" y="182355"/>
                      </a:lnTo>
                      <a:lnTo>
                        <a:pt x="389586" y="179646"/>
                      </a:lnTo>
                      <a:lnTo>
                        <a:pt x="388741" y="179299"/>
                      </a:lnTo>
                      <a:lnTo>
                        <a:pt x="384933" y="177042"/>
                      </a:lnTo>
                      <a:lnTo>
                        <a:pt x="384736" y="176567"/>
                      </a:lnTo>
                      <a:lnTo>
                        <a:pt x="385824" y="176081"/>
                      </a:lnTo>
                      <a:lnTo>
                        <a:pt x="386750" y="176220"/>
                      </a:lnTo>
                      <a:lnTo>
                        <a:pt x="386924" y="175583"/>
                      </a:lnTo>
                      <a:lnTo>
                        <a:pt x="387016" y="175548"/>
                      </a:lnTo>
                      <a:lnTo>
                        <a:pt x="386958" y="175502"/>
                      </a:lnTo>
                      <a:lnTo>
                        <a:pt x="387144" y="174842"/>
                      </a:lnTo>
                      <a:lnTo>
                        <a:pt x="383775" y="173094"/>
                      </a:lnTo>
                      <a:lnTo>
                        <a:pt x="384782" y="170721"/>
                      </a:lnTo>
                      <a:lnTo>
                        <a:pt x="384967" y="170432"/>
                      </a:lnTo>
                      <a:lnTo>
                        <a:pt x="384910" y="170432"/>
                      </a:lnTo>
                      <a:lnTo>
                        <a:pt x="384956" y="170304"/>
                      </a:lnTo>
                      <a:lnTo>
                        <a:pt x="382444" y="170003"/>
                      </a:lnTo>
                      <a:lnTo>
                        <a:pt x="384829" y="167885"/>
                      </a:lnTo>
                      <a:lnTo>
                        <a:pt x="385535" y="169158"/>
                      </a:lnTo>
                      <a:lnTo>
                        <a:pt x="388371" y="168799"/>
                      </a:lnTo>
                      <a:lnTo>
                        <a:pt x="388776" y="170385"/>
                      </a:lnTo>
                      <a:lnTo>
                        <a:pt x="391242" y="169355"/>
                      </a:lnTo>
                      <a:lnTo>
                        <a:pt x="388197" y="165014"/>
                      </a:lnTo>
                      <a:lnTo>
                        <a:pt x="387850" y="164875"/>
                      </a:lnTo>
                      <a:lnTo>
                        <a:pt x="387850" y="164806"/>
                      </a:lnTo>
                      <a:lnTo>
                        <a:pt x="385523" y="163961"/>
                      </a:lnTo>
                      <a:lnTo>
                        <a:pt x="384898" y="163706"/>
                      </a:lnTo>
                      <a:lnTo>
                        <a:pt x="388741" y="156853"/>
                      </a:lnTo>
                      <a:lnTo>
                        <a:pt x="395270" y="150452"/>
                      </a:lnTo>
                      <a:lnTo>
                        <a:pt x="395826" y="148136"/>
                      </a:lnTo>
                      <a:lnTo>
                        <a:pt x="394355" y="147002"/>
                      </a:lnTo>
                      <a:lnTo>
                        <a:pt x="394367" y="145057"/>
                      </a:lnTo>
                      <a:lnTo>
                        <a:pt x="393013" y="141631"/>
                      </a:lnTo>
                      <a:lnTo>
                        <a:pt x="392943" y="141214"/>
                      </a:lnTo>
                      <a:lnTo>
                        <a:pt x="394934" y="139999"/>
                      </a:lnTo>
                      <a:lnTo>
                        <a:pt x="394772" y="139941"/>
                      </a:lnTo>
                      <a:lnTo>
                        <a:pt x="394818" y="139906"/>
                      </a:lnTo>
                      <a:lnTo>
                        <a:pt x="393429" y="139362"/>
                      </a:lnTo>
                      <a:lnTo>
                        <a:pt x="394992" y="137915"/>
                      </a:lnTo>
                      <a:lnTo>
                        <a:pt x="395745" y="137278"/>
                      </a:lnTo>
                      <a:lnTo>
                        <a:pt x="395721" y="137244"/>
                      </a:lnTo>
                      <a:lnTo>
                        <a:pt x="395872" y="137105"/>
                      </a:lnTo>
                      <a:lnTo>
                        <a:pt x="395027" y="135403"/>
                      </a:lnTo>
                      <a:lnTo>
                        <a:pt x="397875" y="136156"/>
                      </a:lnTo>
                      <a:lnTo>
                        <a:pt x="396717" y="134616"/>
                      </a:lnTo>
                      <a:lnTo>
                        <a:pt x="398824" y="134940"/>
                      </a:lnTo>
                      <a:lnTo>
                        <a:pt x="399148" y="135206"/>
                      </a:lnTo>
                      <a:lnTo>
                        <a:pt x="399275" y="135090"/>
                      </a:lnTo>
                      <a:lnTo>
                        <a:pt x="399333" y="135009"/>
                      </a:lnTo>
                      <a:lnTo>
                        <a:pt x="399738" y="135067"/>
                      </a:lnTo>
                      <a:lnTo>
                        <a:pt x="400213" y="136561"/>
                      </a:lnTo>
                      <a:lnTo>
                        <a:pt x="400931" y="139130"/>
                      </a:lnTo>
                      <a:lnTo>
                        <a:pt x="404832" y="142198"/>
                      </a:lnTo>
                      <a:lnTo>
                        <a:pt x="403246" y="142974"/>
                      </a:lnTo>
                      <a:lnTo>
                        <a:pt x="404230" y="144617"/>
                      </a:lnTo>
                      <a:lnTo>
                        <a:pt x="406313" y="143217"/>
                      </a:lnTo>
                      <a:lnTo>
                        <a:pt x="412379" y="146099"/>
                      </a:lnTo>
                      <a:lnTo>
                        <a:pt x="410955" y="149282"/>
                      </a:lnTo>
                      <a:lnTo>
                        <a:pt x="412970" y="148021"/>
                      </a:lnTo>
                      <a:lnTo>
                        <a:pt x="415644" y="147095"/>
                      </a:lnTo>
                      <a:lnTo>
                        <a:pt x="415528" y="147592"/>
                      </a:lnTo>
                      <a:lnTo>
                        <a:pt x="416060" y="148773"/>
                      </a:lnTo>
                      <a:lnTo>
                        <a:pt x="416002" y="148820"/>
                      </a:lnTo>
                      <a:lnTo>
                        <a:pt x="416118" y="148889"/>
                      </a:lnTo>
                      <a:lnTo>
                        <a:pt x="416709" y="150185"/>
                      </a:lnTo>
                      <a:lnTo>
                        <a:pt x="417635" y="149850"/>
                      </a:lnTo>
                      <a:lnTo>
                        <a:pt x="417959" y="150058"/>
                      </a:lnTo>
                      <a:lnTo>
                        <a:pt x="418005" y="149722"/>
                      </a:lnTo>
                      <a:lnTo>
                        <a:pt x="420181" y="148947"/>
                      </a:lnTo>
                      <a:lnTo>
                        <a:pt x="420170" y="149028"/>
                      </a:lnTo>
                      <a:lnTo>
                        <a:pt x="418781" y="153473"/>
                      </a:lnTo>
                      <a:lnTo>
                        <a:pt x="419510" y="153114"/>
                      </a:lnTo>
                      <a:lnTo>
                        <a:pt x="419498" y="153218"/>
                      </a:lnTo>
                      <a:lnTo>
                        <a:pt x="420204" y="152778"/>
                      </a:lnTo>
                      <a:lnTo>
                        <a:pt x="421686" y="152049"/>
                      </a:lnTo>
                      <a:lnTo>
                        <a:pt x="421779" y="152234"/>
                      </a:lnTo>
                      <a:lnTo>
                        <a:pt x="422033" y="153901"/>
                      </a:lnTo>
                      <a:lnTo>
                        <a:pt x="425344" y="153936"/>
                      </a:lnTo>
                      <a:lnTo>
                        <a:pt x="425379" y="153658"/>
                      </a:lnTo>
                      <a:lnTo>
                        <a:pt x="425425" y="153670"/>
                      </a:lnTo>
                      <a:lnTo>
                        <a:pt x="425529" y="152512"/>
                      </a:lnTo>
                      <a:lnTo>
                        <a:pt x="428284" y="154457"/>
                      </a:lnTo>
                      <a:lnTo>
                        <a:pt x="428574" y="155788"/>
                      </a:lnTo>
                      <a:lnTo>
                        <a:pt x="426849" y="156645"/>
                      </a:lnTo>
                      <a:lnTo>
                        <a:pt x="427694" y="155730"/>
                      </a:lnTo>
                      <a:lnTo>
                        <a:pt x="425738" y="154920"/>
                      </a:lnTo>
                      <a:lnTo>
                        <a:pt x="425576" y="158890"/>
                      </a:lnTo>
                      <a:lnTo>
                        <a:pt x="428632" y="159238"/>
                      </a:lnTo>
                      <a:lnTo>
                        <a:pt x="428886" y="155823"/>
                      </a:lnTo>
                      <a:lnTo>
                        <a:pt x="433575" y="157258"/>
                      </a:lnTo>
                      <a:lnTo>
                        <a:pt x="426154" y="151320"/>
                      </a:lnTo>
                      <a:lnTo>
                        <a:pt x="430125" y="147581"/>
                      </a:lnTo>
                      <a:lnTo>
                        <a:pt x="421154" y="144490"/>
                      </a:lnTo>
                      <a:lnTo>
                        <a:pt x="420783" y="144351"/>
                      </a:lnTo>
                      <a:lnTo>
                        <a:pt x="423712" y="140497"/>
                      </a:lnTo>
                      <a:lnTo>
                        <a:pt x="420228" y="141179"/>
                      </a:lnTo>
                      <a:lnTo>
                        <a:pt x="418503" y="141422"/>
                      </a:lnTo>
                      <a:lnTo>
                        <a:pt x="424406" y="136375"/>
                      </a:lnTo>
                      <a:lnTo>
                        <a:pt x="430495" y="137591"/>
                      </a:lnTo>
                      <a:lnTo>
                        <a:pt x="426467" y="136468"/>
                      </a:lnTo>
                      <a:lnTo>
                        <a:pt x="425842" y="134465"/>
                      </a:lnTo>
                      <a:lnTo>
                        <a:pt x="420089" y="134199"/>
                      </a:lnTo>
                      <a:lnTo>
                        <a:pt x="420065" y="134465"/>
                      </a:lnTo>
                      <a:lnTo>
                        <a:pt x="419313" y="137846"/>
                      </a:lnTo>
                      <a:lnTo>
                        <a:pt x="414972" y="138147"/>
                      </a:lnTo>
                      <a:lnTo>
                        <a:pt x="411198" y="138413"/>
                      </a:lnTo>
                      <a:lnTo>
                        <a:pt x="409485" y="135993"/>
                      </a:lnTo>
                      <a:lnTo>
                        <a:pt x="406556" y="135912"/>
                      </a:lnTo>
                      <a:lnTo>
                        <a:pt x="406244" y="133157"/>
                      </a:lnTo>
                      <a:lnTo>
                        <a:pt x="413352" y="132416"/>
                      </a:lnTo>
                      <a:lnTo>
                        <a:pt x="414972" y="132856"/>
                      </a:lnTo>
                      <a:lnTo>
                        <a:pt x="418317" y="133771"/>
                      </a:lnTo>
                      <a:lnTo>
                        <a:pt x="416002" y="132162"/>
                      </a:lnTo>
                      <a:lnTo>
                        <a:pt x="416500" y="130750"/>
                      </a:lnTo>
                      <a:lnTo>
                        <a:pt x="412993" y="130645"/>
                      </a:lnTo>
                      <a:lnTo>
                        <a:pt x="412599" y="128550"/>
                      </a:lnTo>
                      <a:lnTo>
                        <a:pt x="408409" y="129279"/>
                      </a:lnTo>
                      <a:lnTo>
                        <a:pt x="409173" y="126883"/>
                      </a:lnTo>
                      <a:lnTo>
                        <a:pt x="406510" y="128712"/>
                      </a:lnTo>
                      <a:lnTo>
                        <a:pt x="406441" y="128747"/>
                      </a:lnTo>
                      <a:lnTo>
                        <a:pt x="406996" y="126084"/>
                      </a:lnTo>
                      <a:lnTo>
                        <a:pt x="405341" y="125506"/>
                      </a:lnTo>
                      <a:lnTo>
                        <a:pt x="406962" y="124452"/>
                      </a:lnTo>
                      <a:lnTo>
                        <a:pt x="407228" y="124348"/>
                      </a:lnTo>
                      <a:lnTo>
                        <a:pt x="407228" y="124279"/>
                      </a:lnTo>
                      <a:lnTo>
                        <a:pt x="407772" y="123931"/>
                      </a:lnTo>
                      <a:lnTo>
                        <a:pt x="407494" y="121223"/>
                      </a:lnTo>
                      <a:lnTo>
                        <a:pt x="409705" y="121142"/>
                      </a:lnTo>
                      <a:lnTo>
                        <a:pt x="409670" y="120841"/>
                      </a:lnTo>
                      <a:lnTo>
                        <a:pt x="410122" y="120771"/>
                      </a:lnTo>
                      <a:lnTo>
                        <a:pt x="409589" y="119671"/>
                      </a:lnTo>
                      <a:lnTo>
                        <a:pt x="414972" y="120540"/>
                      </a:lnTo>
                      <a:lnTo>
                        <a:pt x="415632" y="120644"/>
                      </a:lnTo>
                      <a:lnTo>
                        <a:pt x="415470" y="120597"/>
                      </a:lnTo>
                      <a:lnTo>
                        <a:pt x="415516" y="120597"/>
                      </a:lnTo>
                      <a:lnTo>
                        <a:pt x="410411" y="118583"/>
                      </a:lnTo>
                      <a:lnTo>
                        <a:pt x="413595" y="116268"/>
                      </a:lnTo>
                      <a:lnTo>
                        <a:pt x="414717" y="115550"/>
                      </a:lnTo>
                      <a:lnTo>
                        <a:pt x="414972" y="115562"/>
                      </a:lnTo>
                      <a:lnTo>
                        <a:pt x="421385" y="115886"/>
                      </a:lnTo>
                      <a:lnTo>
                        <a:pt x="422624" y="114289"/>
                      </a:lnTo>
                      <a:lnTo>
                        <a:pt x="417878" y="114161"/>
                      </a:lnTo>
                      <a:lnTo>
                        <a:pt x="417750" y="114115"/>
                      </a:lnTo>
                      <a:lnTo>
                        <a:pt x="418526" y="112309"/>
                      </a:lnTo>
                      <a:lnTo>
                        <a:pt x="432081" y="115087"/>
                      </a:lnTo>
                      <a:lnTo>
                        <a:pt x="443009" y="130333"/>
                      </a:lnTo>
                      <a:lnTo>
                        <a:pt x="444606" y="128388"/>
                      </a:lnTo>
                      <a:lnTo>
                        <a:pt x="444004" y="127497"/>
                      </a:lnTo>
                      <a:lnTo>
                        <a:pt x="444155" y="127103"/>
                      </a:lnTo>
                      <a:lnTo>
                        <a:pt x="440902" y="122832"/>
                      </a:lnTo>
                      <a:lnTo>
                        <a:pt x="444097" y="120285"/>
                      </a:lnTo>
                      <a:lnTo>
                        <a:pt x="436642" y="117067"/>
                      </a:lnTo>
                      <a:lnTo>
                        <a:pt x="435542" y="113710"/>
                      </a:lnTo>
                      <a:lnTo>
                        <a:pt x="439062" y="114671"/>
                      </a:lnTo>
                      <a:lnTo>
                        <a:pt x="436538" y="112633"/>
                      </a:lnTo>
                      <a:lnTo>
                        <a:pt x="427972" y="111314"/>
                      </a:lnTo>
                      <a:lnTo>
                        <a:pt x="426235" y="108813"/>
                      </a:lnTo>
                      <a:lnTo>
                        <a:pt x="426664" y="111487"/>
                      </a:lnTo>
                      <a:lnTo>
                        <a:pt x="417993" y="109265"/>
                      </a:lnTo>
                      <a:lnTo>
                        <a:pt x="421779" y="107135"/>
                      </a:lnTo>
                      <a:lnTo>
                        <a:pt x="424777" y="107991"/>
                      </a:lnTo>
                      <a:lnTo>
                        <a:pt x="424765" y="105468"/>
                      </a:lnTo>
                      <a:lnTo>
                        <a:pt x="421015" y="105734"/>
                      </a:lnTo>
                      <a:lnTo>
                        <a:pt x="415470" y="101903"/>
                      </a:lnTo>
                      <a:lnTo>
                        <a:pt x="415724" y="97156"/>
                      </a:lnTo>
                      <a:lnTo>
                        <a:pt x="414972" y="96960"/>
                      </a:lnTo>
                      <a:lnTo>
                        <a:pt x="412530" y="96311"/>
                      </a:lnTo>
                      <a:lnTo>
                        <a:pt x="410990" y="96138"/>
                      </a:lnTo>
                      <a:lnTo>
                        <a:pt x="410573" y="95802"/>
                      </a:lnTo>
                      <a:lnTo>
                        <a:pt x="411071" y="93753"/>
                      </a:lnTo>
                      <a:lnTo>
                        <a:pt x="406950" y="96010"/>
                      </a:lnTo>
                      <a:lnTo>
                        <a:pt x="406985" y="95802"/>
                      </a:lnTo>
                      <a:lnTo>
                        <a:pt x="407633" y="93035"/>
                      </a:lnTo>
                      <a:lnTo>
                        <a:pt x="407448" y="92966"/>
                      </a:lnTo>
                      <a:lnTo>
                        <a:pt x="407448" y="92954"/>
                      </a:lnTo>
                      <a:lnTo>
                        <a:pt x="407378" y="92943"/>
                      </a:lnTo>
                      <a:lnTo>
                        <a:pt x="405642" y="92318"/>
                      </a:lnTo>
                      <a:lnTo>
                        <a:pt x="405387" y="89574"/>
                      </a:lnTo>
                      <a:lnTo>
                        <a:pt x="404612" y="89447"/>
                      </a:lnTo>
                      <a:lnTo>
                        <a:pt x="404542" y="89123"/>
                      </a:lnTo>
                      <a:lnTo>
                        <a:pt x="404056" y="86958"/>
                      </a:lnTo>
                      <a:lnTo>
                        <a:pt x="404068" y="86935"/>
                      </a:lnTo>
                      <a:lnTo>
                        <a:pt x="406070" y="85986"/>
                      </a:lnTo>
                      <a:lnTo>
                        <a:pt x="406452" y="79063"/>
                      </a:lnTo>
                      <a:lnTo>
                        <a:pt x="408478" y="70983"/>
                      </a:lnTo>
                      <a:lnTo>
                        <a:pt x="408698" y="70624"/>
                      </a:lnTo>
                      <a:lnTo>
                        <a:pt x="410596" y="70462"/>
                      </a:lnTo>
                      <a:lnTo>
                        <a:pt x="411592" y="66955"/>
                      </a:lnTo>
                      <a:lnTo>
                        <a:pt x="414972" y="65357"/>
                      </a:lnTo>
                      <a:lnTo>
                        <a:pt x="415273" y="65219"/>
                      </a:lnTo>
                      <a:lnTo>
                        <a:pt x="415817" y="62070"/>
                      </a:lnTo>
                      <a:lnTo>
                        <a:pt x="422392" y="63216"/>
                      </a:lnTo>
                      <a:lnTo>
                        <a:pt x="428412" y="60345"/>
                      </a:lnTo>
                      <a:lnTo>
                        <a:pt x="428215" y="58551"/>
                      </a:lnTo>
                      <a:lnTo>
                        <a:pt x="432058" y="54256"/>
                      </a:lnTo>
                      <a:lnTo>
                        <a:pt x="432220" y="52103"/>
                      </a:lnTo>
                      <a:lnTo>
                        <a:pt x="433852" y="49522"/>
                      </a:lnTo>
                      <a:lnTo>
                        <a:pt x="435218" y="48329"/>
                      </a:lnTo>
                      <a:lnTo>
                        <a:pt x="434744" y="44046"/>
                      </a:lnTo>
                      <a:lnTo>
                        <a:pt x="440659" y="39080"/>
                      </a:lnTo>
                      <a:lnTo>
                        <a:pt x="439050" y="38513"/>
                      </a:lnTo>
                      <a:lnTo>
                        <a:pt x="438367" y="38050"/>
                      </a:lnTo>
                      <a:lnTo>
                        <a:pt x="440092" y="35573"/>
                      </a:lnTo>
                      <a:lnTo>
                        <a:pt x="439189" y="32586"/>
                      </a:lnTo>
                      <a:lnTo>
                        <a:pt x="439154" y="32343"/>
                      </a:lnTo>
                      <a:lnTo>
                        <a:pt x="439687" y="31996"/>
                      </a:lnTo>
                      <a:lnTo>
                        <a:pt x="441631" y="31324"/>
                      </a:lnTo>
                      <a:lnTo>
                        <a:pt x="441643" y="30688"/>
                      </a:lnTo>
                      <a:lnTo>
                        <a:pt x="442152" y="30364"/>
                      </a:lnTo>
                      <a:lnTo>
                        <a:pt x="442060" y="26462"/>
                      </a:lnTo>
                      <a:lnTo>
                        <a:pt x="440509" y="25930"/>
                      </a:lnTo>
                      <a:lnTo>
                        <a:pt x="441377" y="24333"/>
                      </a:lnTo>
                      <a:lnTo>
                        <a:pt x="441342" y="23638"/>
                      </a:lnTo>
                      <a:lnTo>
                        <a:pt x="442141" y="21774"/>
                      </a:lnTo>
                      <a:lnTo>
                        <a:pt x="443113" y="21508"/>
                      </a:lnTo>
                      <a:lnTo>
                        <a:pt x="442175" y="19656"/>
                      </a:lnTo>
                      <a:lnTo>
                        <a:pt x="441249" y="16750"/>
                      </a:lnTo>
                      <a:lnTo>
                        <a:pt x="445266" y="10904"/>
                      </a:lnTo>
                      <a:lnTo>
                        <a:pt x="445370" y="10210"/>
                      </a:lnTo>
                      <a:lnTo>
                        <a:pt x="449167" y="13359"/>
                      </a:lnTo>
                      <a:lnTo>
                        <a:pt x="452084" y="14713"/>
                      </a:lnTo>
                      <a:lnTo>
                        <a:pt x="452709" y="17572"/>
                      </a:lnTo>
                      <a:lnTo>
                        <a:pt x="458625" y="18626"/>
                      </a:lnTo>
                      <a:lnTo>
                        <a:pt x="459053" y="21068"/>
                      </a:lnTo>
                      <a:lnTo>
                        <a:pt x="463081" y="21554"/>
                      </a:lnTo>
                      <a:lnTo>
                        <a:pt x="465582" y="17121"/>
                      </a:lnTo>
                      <a:lnTo>
                        <a:pt x="465860" y="17190"/>
                      </a:lnTo>
                      <a:lnTo>
                        <a:pt x="478188" y="20304"/>
                      </a:lnTo>
                      <a:lnTo>
                        <a:pt x="478466" y="20235"/>
                      </a:lnTo>
                      <a:lnTo>
                        <a:pt x="480434" y="20709"/>
                      </a:lnTo>
                      <a:lnTo>
                        <a:pt x="483849" y="19077"/>
                      </a:lnTo>
                      <a:lnTo>
                        <a:pt x="484914" y="21983"/>
                      </a:lnTo>
                      <a:lnTo>
                        <a:pt x="486083" y="23082"/>
                      </a:lnTo>
                      <a:lnTo>
                        <a:pt x="486418" y="23719"/>
                      </a:lnTo>
                      <a:lnTo>
                        <a:pt x="486754" y="23719"/>
                      </a:lnTo>
                      <a:lnTo>
                        <a:pt x="491894" y="28558"/>
                      </a:lnTo>
                      <a:lnTo>
                        <a:pt x="492160" y="28396"/>
                      </a:lnTo>
                      <a:lnTo>
                        <a:pt x="492206" y="28442"/>
                      </a:lnTo>
                      <a:lnTo>
                        <a:pt x="495181" y="27805"/>
                      </a:lnTo>
                      <a:lnTo>
                        <a:pt x="498585" y="29935"/>
                      </a:lnTo>
                      <a:lnTo>
                        <a:pt x="499198" y="30433"/>
                      </a:lnTo>
                      <a:lnTo>
                        <a:pt x="497983" y="31741"/>
                      </a:lnTo>
                      <a:lnTo>
                        <a:pt x="501479" y="36267"/>
                      </a:lnTo>
                      <a:lnTo>
                        <a:pt x="499650" y="40203"/>
                      </a:lnTo>
                      <a:lnTo>
                        <a:pt x="500657" y="41060"/>
                      </a:lnTo>
                      <a:lnTo>
                        <a:pt x="500518" y="41916"/>
                      </a:lnTo>
                      <a:lnTo>
                        <a:pt x="499001" y="45736"/>
                      </a:lnTo>
                      <a:lnTo>
                        <a:pt x="501039" y="45458"/>
                      </a:lnTo>
                      <a:lnTo>
                        <a:pt x="499742" y="50598"/>
                      </a:lnTo>
                      <a:lnTo>
                        <a:pt x="502139" y="55286"/>
                      </a:lnTo>
                      <a:lnTo>
                        <a:pt x="507706" y="60299"/>
                      </a:lnTo>
                      <a:lnTo>
                        <a:pt x="506630" y="63829"/>
                      </a:lnTo>
                      <a:lnTo>
                        <a:pt x="505704" y="64686"/>
                      </a:lnTo>
                      <a:lnTo>
                        <a:pt x="505600" y="64686"/>
                      </a:lnTo>
                      <a:lnTo>
                        <a:pt x="505495" y="64883"/>
                      </a:lnTo>
                      <a:lnTo>
                        <a:pt x="495459" y="74086"/>
                      </a:lnTo>
                      <a:lnTo>
                        <a:pt x="497381" y="73391"/>
                      </a:lnTo>
                      <a:lnTo>
                        <a:pt x="496779" y="74120"/>
                      </a:lnTo>
                      <a:lnTo>
                        <a:pt x="497427" y="73380"/>
                      </a:lnTo>
                      <a:lnTo>
                        <a:pt x="501594" y="71863"/>
                      </a:lnTo>
                      <a:lnTo>
                        <a:pt x="500761" y="81147"/>
                      </a:lnTo>
                      <a:lnTo>
                        <a:pt x="502162" y="79144"/>
                      </a:lnTo>
                      <a:lnTo>
                        <a:pt x="501942" y="76274"/>
                      </a:lnTo>
                      <a:lnTo>
                        <a:pt x="502162" y="75405"/>
                      </a:lnTo>
                      <a:lnTo>
                        <a:pt x="503829" y="72836"/>
                      </a:lnTo>
                      <a:lnTo>
                        <a:pt x="505785" y="73808"/>
                      </a:lnTo>
                      <a:lnTo>
                        <a:pt x="505634" y="71620"/>
                      </a:lnTo>
                      <a:lnTo>
                        <a:pt x="510577" y="64999"/>
                      </a:lnTo>
                      <a:lnTo>
                        <a:pt x="512256" y="60171"/>
                      </a:lnTo>
                      <a:lnTo>
                        <a:pt x="512221" y="57590"/>
                      </a:lnTo>
                      <a:lnTo>
                        <a:pt x="508737" y="56606"/>
                      </a:lnTo>
                      <a:lnTo>
                        <a:pt x="504083" y="50413"/>
                      </a:lnTo>
                      <a:lnTo>
                        <a:pt x="504627" y="49151"/>
                      </a:lnTo>
                      <a:lnTo>
                        <a:pt x="506653" y="45192"/>
                      </a:lnTo>
                      <a:lnTo>
                        <a:pt x="506676" y="44347"/>
                      </a:lnTo>
                      <a:lnTo>
                        <a:pt x="507348" y="42773"/>
                      </a:lnTo>
                      <a:lnTo>
                        <a:pt x="509084" y="42842"/>
                      </a:lnTo>
                      <a:lnTo>
                        <a:pt x="510600" y="42935"/>
                      </a:lnTo>
                      <a:lnTo>
                        <a:pt x="510786" y="42912"/>
                      </a:lnTo>
                      <a:lnTo>
                        <a:pt x="515729" y="43120"/>
                      </a:lnTo>
                      <a:lnTo>
                        <a:pt x="516770" y="41720"/>
                      </a:lnTo>
                      <a:lnTo>
                        <a:pt x="516747" y="38409"/>
                      </a:lnTo>
                      <a:lnTo>
                        <a:pt x="512927" y="33211"/>
                      </a:lnTo>
                      <a:lnTo>
                        <a:pt x="512985" y="32957"/>
                      </a:lnTo>
                      <a:lnTo>
                        <a:pt x="512765" y="32980"/>
                      </a:lnTo>
                      <a:lnTo>
                        <a:pt x="509512" y="28569"/>
                      </a:lnTo>
                      <a:lnTo>
                        <a:pt x="510010" y="28581"/>
                      </a:lnTo>
                      <a:lnTo>
                        <a:pt x="512985" y="29044"/>
                      </a:lnTo>
                      <a:lnTo>
                        <a:pt x="515393" y="27250"/>
                      </a:lnTo>
                      <a:lnTo>
                        <a:pt x="516851" y="26289"/>
                      </a:lnTo>
                      <a:lnTo>
                        <a:pt x="516851" y="26706"/>
                      </a:lnTo>
                      <a:lnTo>
                        <a:pt x="516215" y="28847"/>
                      </a:lnTo>
                      <a:lnTo>
                        <a:pt x="516875" y="29113"/>
                      </a:lnTo>
                      <a:lnTo>
                        <a:pt x="516909" y="34786"/>
                      </a:lnTo>
                      <a:lnTo>
                        <a:pt x="518090" y="36545"/>
                      </a:lnTo>
                      <a:lnTo>
                        <a:pt x="519699" y="35955"/>
                      </a:lnTo>
                      <a:lnTo>
                        <a:pt x="520683" y="38941"/>
                      </a:lnTo>
                      <a:lnTo>
                        <a:pt x="520926" y="39705"/>
                      </a:lnTo>
                      <a:lnTo>
                        <a:pt x="524191" y="38953"/>
                      </a:lnTo>
                      <a:lnTo>
                        <a:pt x="523369" y="43965"/>
                      </a:lnTo>
                      <a:lnTo>
                        <a:pt x="526263" y="49487"/>
                      </a:lnTo>
                      <a:lnTo>
                        <a:pt x="527802" y="47947"/>
                      </a:lnTo>
                      <a:lnTo>
                        <a:pt x="531472" y="47392"/>
                      </a:lnTo>
                      <a:lnTo>
                        <a:pt x="530627" y="51131"/>
                      </a:lnTo>
                      <a:lnTo>
                        <a:pt x="530685" y="51003"/>
                      </a:lnTo>
                      <a:lnTo>
                        <a:pt x="530650" y="51165"/>
                      </a:lnTo>
                      <a:lnTo>
                        <a:pt x="532132" y="48051"/>
                      </a:lnTo>
                      <a:lnTo>
                        <a:pt x="534956" y="50008"/>
                      </a:lnTo>
                      <a:lnTo>
                        <a:pt x="533868" y="52497"/>
                      </a:lnTo>
                      <a:lnTo>
                        <a:pt x="533463" y="53191"/>
                      </a:lnTo>
                      <a:lnTo>
                        <a:pt x="534887" y="55101"/>
                      </a:lnTo>
                      <a:lnTo>
                        <a:pt x="541010" y="56236"/>
                      </a:lnTo>
                      <a:lnTo>
                        <a:pt x="543835" y="60287"/>
                      </a:lnTo>
                      <a:lnTo>
                        <a:pt x="547759" y="58331"/>
                      </a:lnTo>
                      <a:lnTo>
                        <a:pt x="548986" y="60009"/>
                      </a:lnTo>
                      <a:lnTo>
                        <a:pt x="549368" y="58875"/>
                      </a:lnTo>
                      <a:lnTo>
                        <a:pt x="550514" y="59338"/>
                      </a:lnTo>
                      <a:lnTo>
                        <a:pt x="550051" y="60218"/>
                      </a:lnTo>
                      <a:lnTo>
                        <a:pt x="549518" y="60704"/>
                      </a:lnTo>
                      <a:lnTo>
                        <a:pt x="547435" y="60796"/>
                      </a:lnTo>
                      <a:lnTo>
                        <a:pt x="548442" y="61665"/>
                      </a:lnTo>
                      <a:lnTo>
                        <a:pt x="548199" y="61885"/>
                      </a:lnTo>
                      <a:lnTo>
                        <a:pt x="550213" y="63170"/>
                      </a:lnTo>
                      <a:lnTo>
                        <a:pt x="550398" y="63320"/>
                      </a:lnTo>
                      <a:lnTo>
                        <a:pt x="550375" y="70254"/>
                      </a:lnTo>
                      <a:lnTo>
                        <a:pt x="547354" y="74688"/>
                      </a:lnTo>
                      <a:lnTo>
                        <a:pt x="545108" y="73993"/>
                      </a:lnTo>
                      <a:lnTo>
                        <a:pt x="540084" y="80649"/>
                      </a:lnTo>
                      <a:lnTo>
                        <a:pt x="539806" y="82536"/>
                      </a:lnTo>
                      <a:lnTo>
                        <a:pt x="541508" y="81054"/>
                      </a:lnTo>
                      <a:lnTo>
                        <a:pt x="540512" y="82941"/>
                      </a:lnTo>
                      <a:lnTo>
                        <a:pt x="538834" y="83995"/>
                      </a:lnTo>
                      <a:lnTo>
                        <a:pt x="538394" y="84087"/>
                      </a:lnTo>
                      <a:lnTo>
                        <a:pt x="539691" y="81934"/>
                      </a:lnTo>
                      <a:lnTo>
                        <a:pt x="537480" y="82883"/>
                      </a:lnTo>
                      <a:lnTo>
                        <a:pt x="537074" y="86426"/>
                      </a:lnTo>
                      <a:lnTo>
                        <a:pt x="534829" y="86750"/>
                      </a:lnTo>
                      <a:lnTo>
                        <a:pt x="533034" y="89123"/>
                      </a:lnTo>
                      <a:lnTo>
                        <a:pt x="531576" y="91033"/>
                      </a:lnTo>
                      <a:lnTo>
                        <a:pt x="529967" y="93140"/>
                      </a:lnTo>
                      <a:lnTo>
                        <a:pt x="525742" y="102898"/>
                      </a:lnTo>
                      <a:lnTo>
                        <a:pt x="520683" y="109022"/>
                      </a:lnTo>
                      <a:lnTo>
                        <a:pt x="520324" y="109450"/>
                      </a:lnTo>
                      <a:lnTo>
                        <a:pt x="520301" y="113143"/>
                      </a:lnTo>
                      <a:lnTo>
                        <a:pt x="519896" y="113050"/>
                      </a:lnTo>
                      <a:lnTo>
                        <a:pt x="518044" y="112066"/>
                      </a:lnTo>
                      <a:lnTo>
                        <a:pt x="518148" y="115365"/>
                      </a:lnTo>
                      <a:lnTo>
                        <a:pt x="517778" y="116476"/>
                      </a:lnTo>
                      <a:lnTo>
                        <a:pt x="515161" y="117970"/>
                      </a:lnTo>
                      <a:lnTo>
                        <a:pt x="519641" y="118074"/>
                      </a:lnTo>
                      <a:lnTo>
                        <a:pt x="517766" y="120609"/>
                      </a:lnTo>
                      <a:lnTo>
                        <a:pt x="519931" y="118190"/>
                      </a:lnTo>
                      <a:lnTo>
                        <a:pt x="520683" y="118641"/>
                      </a:lnTo>
                      <a:lnTo>
                        <a:pt x="522813" y="119903"/>
                      </a:lnTo>
                      <a:lnTo>
                        <a:pt x="527409" y="109948"/>
                      </a:lnTo>
                      <a:lnTo>
                        <a:pt x="529550" y="110515"/>
                      </a:lnTo>
                      <a:lnTo>
                        <a:pt x="534389" y="107540"/>
                      </a:lnTo>
                      <a:lnTo>
                        <a:pt x="536380" y="102041"/>
                      </a:lnTo>
                      <a:lnTo>
                        <a:pt x="539401" y="102539"/>
                      </a:lnTo>
                      <a:lnTo>
                        <a:pt x="543059" y="98777"/>
                      </a:lnTo>
                      <a:lnTo>
                        <a:pt x="544564" y="99159"/>
                      </a:lnTo>
                      <a:lnTo>
                        <a:pt x="546092" y="99576"/>
                      </a:lnTo>
                      <a:lnTo>
                        <a:pt x="547215" y="91774"/>
                      </a:lnTo>
                      <a:lnTo>
                        <a:pt x="546925" y="91750"/>
                      </a:lnTo>
                      <a:lnTo>
                        <a:pt x="546949" y="91646"/>
                      </a:lnTo>
                      <a:lnTo>
                        <a:pt x="544773" y="90801"/>
                      </a:lnTo>
                      <a:lnTo>
                        <a:pt x="544888" y="90211"/>
                      </a:lnTo>
                      <a:lnTo>
                        <a:pt x="545039" y="89991"/>
                      </a:lnTo>
                      <a:lnTo>
                        <a:pt x="547111" y="90327"/>
                      </a:lnTo>
                      <a:lnTo>
                        <a:pt x="547331" y="89123"/>
                      </a:lnTo>
                      <a:lnTo>
                        <a:pt x="548083" y="84955"/>
                      </a:lnTo>
                      <a:lnTo>
                        <a:pt x="553582" y="77605"/>
                      </a:lnTo>
                      <a:lnTo>
                        <a:pt x="560979" y="75984"/>
                      </a:lnTo>
                      <a:lnTo>
                        <a:pt x="561245" y="80580"/>
                      </a:lnTo>
                      <a:lnTo>
                        <a:pt x="560863" y="81621"/>
                      </a:lnTo>
                      <a:lnTo>
                        <a:pt x="560111" y="82223"/>
                      </a:lnTo>
                      <a:lnTo>
                        <a:pt x="559705" y="82420"/>
                      </a:lnTo>
                      <a:lnTo>
                        <a:pt x="559717" y="82536"/>
                      </a:lnTo>
                      <a:lnTo>
                        <a:pt x="559416" y="82779"/>
                      </a:lnTo>
                      <a:lnTo>
                        <a:pt x="559867" y="84307"/>
                      </a:lnTo>
                      <a:lnTo>
                        <a:pt x="560631" y="82235"/>
                      </a:lnTo>
                      <a:lnTo>
                        <a:pt x="561777" y="81760"/>
                      </a:lnTo>
                      <a:lnTo>
                        <a:pt x="561847" y="81378"/>
                      </a:lnTo>
                      <a:lnTo>
                        <a:pt x="561928" y="81344"/>
                      </a:lnTo>
                      <a:lnTo>
                        <a:pt x="561893" y="81135"/>
                      </a:lnTo>
                      <a:lnTo>
                        <a:pt x="562680" y="76736"/>
                      </a:lnTo>
                      <a:lnTo>
                        <a:pt x="566060" y="74178"/>
                      </a:lnTo>
                      <a:lnTo>
                        <a:pt x="566281" y="71273"/>
                      </a:lnTo>
                      <a:lnTo>
                        <a:pt x="566361" y="70868"/>
                      </a:lnTo>
                      <a:lnTo>
                        <a:pt x="568908" y="69872"/>
                      </a:lnTo>
                      <a:lnTo>
                        <a:pt x="568538" y="62602"/>
                      </a:lnTo>
                      <a:lnTo>
                        <a:pt x="565922" y="58134"/>
                      </a:lnTo>
                      <a:lnTo>
                        <a:pt x="568503" y="54939"/>
                      </a:lnTo>
                      <a:lnTo>
                        <a:pt x="568376" y="53932"/>
                      </a:lnTo>
                      <a:lnTo>
                        <a:pt x="569140" y="52612"/>
                      </a:lnTo>
                      <a:lnTo>
                        <a:pt x="567727" y="48966"/>
                      </a:lnTo>
                      <a:lnTo>
                        <a:pt x="573897" y="43352"/>
                      </a:lnTo>
                      <a:lnTo>
                        <a:pt x="574036" y="43328"/>
                      </a:lnTo>
                      <a:lnTo>
                        <a:pt x="576664" y="46072"/>
                      </a:lnTo>
                      <a:lnTo>
                        <a:pt x="579026" y="44382"/>
                      </a:lnTo>
                      <a:lnTo>
                        <a:pt x="582475" y="45412"/>
                      </a:lnTo>
                      <a:lnTo>
                        <a:pt x="583147" y="44799"/>
                      </a:lnTo>
                      <a:lnTo>
                        <a:pt x="584293" y="44926"/>
                      </a:lnTo>
                      <a:lnTo>
                        <a:pt x="585531" y="43155"/>
                      </a:lnTo>
                      <a:lnTo>
                        <a:pt x="586585" y="44521"/>
                      </a:lnTo>
                      <a:lnTo>
                        <a:pt x="590312" y="43954"/>
                      </a:lnTo>
                      <a:lnTo>
                        <a:pt x="591053" y="45817"/>
                      </a:lnTo>
                      <a:lnTo>
                        <a:pt x="594178" y="44764"/>
                      </a:lnTo>
                      <a:lnTo>
                        <a:pt x="594607" y="45308"/>
                      </a:lnTo>
                      <a:lnTo>
                        <a:pt x="595151" y="45458"/>
                      </a:lnTo>
                      <a:lnTo>
                        <a:pt x="596193" y="46361"/>
                      </a:lnTo>
                      <a:lnTo>
                        <a:pt x="597535" y="46153"/>
                      </a:lnTo>
                      <a:lnTo>
                        <a:pt x="598774" y="46512"/>
                      </a:lnTo>
                      <a:lnTo>
                        <a:pt x="600395" y="50610"/>
                      </a:lnTo>
                      <a:lnTo>
                        <a:pt x="600695" y="51478"/>
                      </a:lnTo>
                      <a:lnTo>
                        <a:pt x="608949" y="54754"/>
                      </a:lnTo>
                      <a:lnTo>
                        <a:pt x="611484" y="55576"/>
                      </a:lnTo>
                      <a:lnTo>
                        <a:pt x="612561" y="60542"/>
                      </a:lnTo>
                      <a:lnTo>
                        <a:pt x="611589" y="63760"/>
                      </a:lnTo>
                      <a:lnTo>
                        <a:pt x="613070" y="62880"/>
                      </a:lnTo>
                      <a:lnTo>
                        <a:pt x="613059" y="62845"/>
                      </a:lnTo>
                      <a:lnTo>
                        <a:pt x="616045" y="60959"/>
                      </a:lnTo>
                      <a:lnTo>
                        <a:pt x="616230" y="58944"/>
                      </a:lnTo>
                      <a:lnTo>
                        <a:pt x="616369" y="58933"/>
                      </a:lnTo>
                      <a:lnTo>
                        <a:pt x="618927" y="60507"/>
                      </a:lnTo>
                      <a:lnTo>
                        <a:pt x="618974" y="60553"/>
                      </a:lnTo>
                      <a:lnTo>
                        <a:pt x="618580" y="61653"/>
                      </a:lnTo>
                      <a:lnTo>
                        <a:pt x="618256" y="62440"/>
                      </a:lnTo>
                      <a:lnTo>
                        <a:pt x="618291" y="62440"/>
                      </a:lnTo>
                      <a:lnTo>
                        <a:pt x="618279" y="62463"/>
                      </a:lnTo>
                      <a:lnTo>
                        <a:pt x="621266" y="62869"/>
                      </a:lnTo>
                      <a:lnTo>
                        <a:pt x="619726" y="65276"/>
                      </a:lnTo>
                      <a:lnTo>
                        <a:pt x="620097" y="68483"/>
                      </a:lnTo>
                      <a:lnTo>
                        <a:pt x="620050" y="68738"/>
                      </a:lnTo>
                      <a:lnTo>
                        <a:pt x="620143" y="68888"/>
                      </a:lnTo>
                      <a:lnTo>
                        <a:pt x="620502" y="71979"/>
                      </a:lnTo>
                      <a:lnTo>
                        <a:pt x="619205" y="73715"/>
                      </a:lnTo>
                      <a:lnTo>
                        <a:pt x="619437" y="74074"/>
                      </a:lnTo>
                      <a:lnTo>
                        <a:pt x="618823" y="74711"/>
                      </a:lnTo>
                      <a:lnTo>
                        <a:pt x="621613" y="77859"/>
                      </a:lnTo>
                      <a:lnTo>
                        <a:pt x="622782" y="77674"/>
                      </a:lnTo>
                      <a:lnTo>
                        <a:pt x="624461" y="77859"/>
                      </a:lnTo>
                      <a:lnTo>
                        <a:pt x="625236" y="79607"/>
                      </a:lnTo>
                      <a:lnTo>
                        <a:pt x="615686" y="89123"/>
                      </a:lnTo>
                      <a:lnTo>
                        <a:pt x="610616" y="94158"/>
                      </a:lnTo>
                      <a:lnTo>
                        <a:pt x="610709" y="95107"/>
                      </a:lnTo>
                      <a:lnTo>
                        <a:pt x="610361" y="95478"/>
                      </a:lnTo>
                      <a:lnTo>
                        <a:pt x="610882" y="96763"/>
                      </a:lnTo>
                      <a:lnTo>
                        <a:pt x="611206" y="100004"/>
                      </a:lnTo>
                      <a:lnTo>
                        <a:pt x="610489" y="101787"/>
                      </a:lnTo>
                      <a:lnTo>
                        <a:pt x="607838" y="106452"/>
                      </a:lnTo>
                      <a:lnTo>
                        <a:pt x="606136" y="116175"/>
                      </a:lnTo>
                      <a:lnTo>
                        <a:pt x="602235" y="119220"/>
                      </a:lnTo>
                      <a:lnTo>
                        <a:pt x="599989" y="124406"/>
                      </a:lnTo>
                      <a:lnTo>
                        <a:pt x="602432" y="122172"/>
                      </a:lnTo>
                      <a:lnTo>
                        <a:pt x="602883" y="125020"/>
                      </a:lnTo>
                      <a:lnTo>
                        <a:pt x="602478" y="126420"/>
                      </a:lnTo>
                      <a:lnTo>
                        <a:pt x="602918" y="125170"/>
                      </a:lnTo>
                      <a:lnTo>
                        <a:pt x="603196" y="126964"/>
                      </a:lnTo>
                      <a:lnTo>
                        <a:pt x="603219" y="124313"/>
                      </a:lnTo>
                      <a:lnTo>
                        <a:pt x="603277" y="124117"/>
                      </a:lnTo>
                      <a:lnTo>
                        <a:pt x="608914" y="117889"/>
                      </a:lnTo>
                      <a:lnTo>
                        <a:pt x="609759" y="114555"/>
                      </a:lnTo>
                      <a:lnTo>
                        <a:pt x="612827" y="112575"/>
                      </a:lnTo>
                      <a:lnTo>
                        <a:pt x="615733" y="106023"/>
                      </a:lnTo>
                      <a:lnTo>
                        <a:pt x="617029" y="105375"/>
                      </a:lnTo>
                      <a:lnTo>
                        <a:pt x="619946" y="107563"/>
                      </a:lnTo>
                      <a:lnTo>
                        <a:pt x="617689" y="104750"/>
                      </a:lnTo>
                      <a:lnTo>
                        <a:pt x="620201" y="102794"/>
                      </a:lnTo>
                      <a:lnTo>
                        <a:pt x="619842" y="98904"/>
                      </a:lnTo>
                      <a:lnTo>
                        <a:pt x="618302" y="96705"/>
                      </a:lnTo>
                      <a:lnTo>
                        <a:pt x="616427" y="96844"/>
                      </a:lnTo>
                      <a:lnTo>
                        <a:pt x="621335" y="96010"/>
                      </a:lnTo>
                      <a:lnTo>
                        <a:pt x="626382" y="89875"/>
                      </a:lnTo>
                      <a:lnTo>
                        <a:pt x="627007" y="89123"/>
                      </a:lnTo>
                      <a:lnTo>
                        <a:pt x="628663" y="87120"/>
                      </a:lnTo>
                      <a:lnTo>
                        <a:pt x="633004" y="86507"/>
                      </a:lnTo>
                      <a:lnTo>
                        <a:pt x="636303" y="80267"/>
                      </a:lnTo>
                      <a:lnTo>
                        <a:pt x="640123" y="73819"/>
                      </a:lnTo>
                      <a:lnTo>
                        <a:pt x="645830" y="68876"/>
                      </a:lnTo>
                      <a:lnTo>
                        <a:pt x="646281" y="68853"/>
                      </a:lnTo>
                      <a:lnTo>
                        <a:pt x="648828" y="69884"/>
                      </a:lnTo>
                      <a:lnTo>
                        <a:pt x="649210" y="70659"/>
                      </a:lnTo>
                      <a:lnTo>
                        <a:pt x="650426" y="68587"/>
                      </a:lnTo>
                      <a:lnTo>
                        <a:pt x="651791" y="69641"/>
                      </a:lnTo>
                      <a:lnTo>
                        <a:pt x="653412" y="71238"/>
                      </a:lnTo>
                      <a:lnTo>
                        <a:pt x="653377" y="70868"/>
                      </a:lnTo>
                      <a:lnTo>
                        <a:pt x="653458" y="70925"/>
                      </a:lnTo>
                      <a:lnTo>
                        <a:pt x="653296" y="70011"/>
                      </a:lnTo>
                      <a:lnTo>
                        <a:pt x="653192" y="68807"/>
                      </a:lnTo>
                      <a:lnTo>
                        <a:pt x="654639" y="69583"/>
                      </a:lnTo>
                      <a:lnTo>
                        <a:pt x="657487" y="68089"/>
                      </a:lnTo>
                      <a:lnTo>
                        <a:pt x="658228" y="68981"/>
                      </a:lnTo>
                      <a:lnTo>
                        <a:pt x="658482" y="69374"/>
                      </a:lnTo>
                      <a:lnTo>
                        <a:pt x="659339" y="68217"/>
                      </a:lnTo>
                      <a:lnTo>
                        <a:pt x="662071" y="70451"/>
                      </a:lnTo>
                      <a:lnTo>
                        <a:pt x="664571" y="69652"/>
                      </a:lnTo>
                      <a:lnTo>
                        <a:pt x="665220" y="71145"/>
                      </a:lnTo>
                      <a:lnTo>
                        <a:pt x="667928" y="71307"/>
                      </a:lnTo>
                      <a:lnTo>
                        <a:pt x="670475" y="76343"/>
                      </a:lnTo>
                      <a:lnTo>
                        <a:pt x="667211" y="78647"/>
                      </a:lnTo>
                      <a:lnTo>
                        <a:pt x="669213" y="83346"/>
                      </a:lnTo>
                      <a:lnTo>
                        <a:pt x="670996" y="81205"/>
                      </a:lnTo>
                      <a:lnTo>
                        <a:pt x="670452" y="78797"/>
                      </a:lnTo>
                      <a:lnTo>
                        <a:pt x="678034" y="78774"/>
                      </a:lnTo>
                      <a:lnTo>
                        <a:pt x="677444" y="81135"/>
                      </a:lnTo>
                      <a:lnTo>
                        <a:pt x="680326" y="82038"/>
                      </a:lnTo>
                      <a:lnTo>
                        <a:pt x="680592" y="85743"/>
                      </a:lnTo>
                      <a:lnTo>
                        <a:pt x="682826" y="86159"/>
                      </a:lnTo>
                      <a:lnTo>
                        <a:pt x="684378" y="89123"/>
                      </a:lnTo>
                      <a:lnTo>
                        <a:pt x="685616" y="91484"/>
                      </a:lnTo>
                      <a:lnTo>
                        <a:pt x="685639" y="90060"/>
                      </a:lnTo>
                      <a:lnTo>
                        <a:pt x="685060" y="89123"/>
                      </a:lnTo>
                      <a:lnTo>
                        <a:pt x="677582" y="76899"/>
                      </a:lnTo>
                      <a:lnTo>
                        <a:pt x="677559" y="76470"/>
                      </a:lnTo>
                      <a:lnTo>
                        <a:pt x="677907" y="76262"/>
                      </a:lnTo>
                      <a:lnTo>
                        <a:pt x="677501" y="75371"/>
                      </a:lnTo>
                      <a:lnTo>
                        <a:pt x="677328" y="72315"/>
                      </a:lnTo>
                      <a:lnTo>
                        <a:pt x="677444" y="72129"/>
                      </a:lnTo>
                      <a:lnTo>
                        <a:pt x="678532" y="72743"/>
                      </a:lnTo>
                      <a:lnTo>
                        <a:pt x="679747" y="73889"/>
                      </a:lnTo>
                      <a:lnTo>
                        <a:pt x="680465" y="73819"/>
                      </a:lnTo>
                      <a:lnTo>
                        <a:pt x="682525" y="74977"/>
                      </a:lnTo>
                      <a:lnTo>
                        <a:pt x="682688" y="75498"/>
                      </a:lnTo>
                      <a:lnTo>
                        <a:pt x="683347" y="75440"/>
                      </a:lnTo>
                      <a:lnTo>
                        <a:pt x="685674" y="76736"/>
                      </a:lnTo>
                      <a:lnTo>
                        <a:pt x="687005" y="74583"/>
                      </a:lnTo>
                      <a:lnTo>
                        <a:pt x="685211" y="72477"/>
                      </a:lnTo>
                      <a:lnTo>
                        <a:pt x="685153" y="72037"/>
                      </a:lnTo>
                      <a:lnTo>
                        <a:pt x="684088" y="71180"/>
                      </a:lnTo>
                      <a:lnTo>
                        <a:pt x="683741" y="70763"/>
                      </a:lnTo>
                      <a:lnTo>
                        <a:pt x="684551" y="71018"/>
                      </a:lnTo>
                      <a:lnTo>
                        <a:pt x="686913" y="70289"/>
                      </a:lnTo>
                      <a:lnTo>
                        <a:pt x="686843" y="69930"/>
                      </a:lnTo>
                      <a:lnTo>
                        <a:pt x="687028" y="69907"/>
                      </a:lnTo>
                      <a:lnTo>
                        <a:pt x="685790" y="64281"/>
                      </a:lnTo>
                      <a:lnTo>
                        <a:pt x="687769" y="63980"/>
                      </a:lnTo>
                      <a:lnTo>
                        <a:pt x="689702" y="63401"/>
                      </a:lnTo>
                      <a:lnTo>
                        <a:pt x="689969" y="66029"/>
                      </a:lnTo>
                      <a:lnTo>
                        <a:pt x="690767" y="66133"/>
                      </a:lnTo>
                      <a:lnTo>
                        <a:pt x="691184" y="67186"/>
                      </a:lnTo>
                      <a:lnTo>
                        <a:pt x="692828" y="67997"/>
                      </a:lnTo>
                      <a:lnTo>
                        <a:pt x="692909" y="67962"/>
                      </a:lnTo>
                      <a:lnTo>
                        <a:pt x="692932" y="68112"/>
                      </a:lnTo>
                      <a:lnTo>
                        <a:pt x="695062" y="67788"/>
                      </a:lnTo>
                      <a:lnTo>
                        <a:pt x="697377" y="70648"/>
                      </a:lnTo>
                      <a:lnTo>
                        <a:pt x="697748" y="67997"/>
                      </a:lnTo>
                      <a:lnTo>
                        <a:pt x="700456" y="69120"/>
                      </a:lnTo>
                      <a:lnTo>
                        <a:pt x="700931" y="68529"/>
                      </a:lnTo>
                      <a:lnTo>
                        <a:pt x="700804" y="68205"/>
                      </a:lnTo>
                      <a:lnTo>
                        <a:pt x="700954" y="67788"/>
                      </a:lnTo>
                      <a:lnTo>
                        <a:pt x="700815" y="67603"/>
                      </a:lnTo>
                      <a:lnTo>
                        <a:pt x="700850" y="67429"/>
                      </a:lnTo>
                      <a:lnTo>
                        <a:pt x="701996" y="67210"/>
                      </a:lnTo>
                      <a:lnTo>
                        <a:pt x="703478" y="66747"/>
                      </a:lnTo>
                      <a:lnTo>
                        <a:pt x="704820" y="58423"/>
                      </a:lnTo>
                      <a:lnTo>
                        <a:pt x="705932" y="58701"/>
                      </a:lnTo>
                      <a:lnTo>
                        <a:pt x="705932" y="58667"/>
                      </a:lnTo>
                      <a:lnTo>
                        <a:pt x="706071" y="58794"/>
                      </a:lnTo>
                      <a:lnTo>
                        <a:pt x="707819" y="55969"/>
                      </a:lnTo>
                      <a:lnTo>
                        <a:pt x="710608" y="58354"/>
                      </a:lnTo>
                      <a:lnTo>
                        <a:pt x="710875" y="58586"/>
                      </a:lnTo>
                      <a:lnTo>
                        <a:pt x="711060" y="58736"/>
                      </a:lnTo>
                      <a:lnTo>
                        <a:pt x="712403" y="55854"/>
                      </a:lnTo>
                      <a:lnTo>
                        <a:pt x="713514" y="56305"/>
                      </a:lnTo>
                      <a:lnTo>
                        <a:pt x="713259" y="54465"/>
                      </a:lnTo>
                      <a:lnTo>
                        <a:pt x="715435" y="56351"/>
                      </a:lnTo>
                      <a:lnTo>
                        <a:pt x="716501" y="54777"/>
                      </a:lnTo>
                      <a:lnTo>
                        <a:pt x="717936" y="60009"/>
                      </a:lnTo>
                      <a:lnTo>
                        <a:pt x="720043" y="59558"/>
                      </a:lnTo>
                      <a:lnTo>
                        <a:pt x="719765" y="58018"/>
                      </a:lnTo>
                      <a:lnTo>
                        <a:pt x="719788" y="57243"/>
                      </a:lnTo>
                      <a:lnTo>
                        <a:pt x="720911" y="58551"/>
                      </a:lnTo>
                      <a:lnTo>
                        <a:pt x="721710" y="58724"/>
                      </a:lnTo>
                      <a:lnTo>
                        <a:pt x="721976" y="58968"/>
                      </a:lnTo>
                      <a:lnTo>
                        <a:pt x="722914" y="62232"/>
                      </a:lnTo>
                      <a:lnTo>
                        <a:pt x="724963" y="61630"/>
                      </a:lnTo>
                      <a:lnTo>
                        <a:pt x="725044" y="59454"/>
                      </a:lnTo>
                      <a:lnTo>
                        <a:pt x="725252" y="59986"/>
                      </a:lnTo>
                      <a:lnTo>
                        <a:pt x="726826" y="64906"/>
                      </a:lnTo>
                      <a:lnTo>
                        <a:pt x="729072" y="66075"/>
                      </a:lnTo>
                      <a:lnTo>
                        <a:pt x="729512" y="63957"/>
                      </a:lnTo>
                      <a:lnTo>
                        <a:pt x="729605" y="63968"/>
                      </a:lnTo>
                      <a:lnTo>
                        <a:pt x="729662" y="63262"/>
                      </a:lnTo>
                      <a:lnTo>
                        <a:pt x="730774" y="57914"/>
                      </a:lnTo>
                      <a:lnTo>
                        <a:pt x="731133" y="57845"/>
                      </a:lnTo>
                      <a:lnTo>
                        <a:pt x="731746" y="58180"/>
                      </a:lnTo>
                      <a:lnTo>
                        <a:pt x="732082" y="57683"/>
                      </a:lnTo>
                      <a:lnTo>
                        <a:pt x="733077" y="57497"/>
                      </a:lnTo>
                      <a:lnTo>
                        <a:pt x="733262" y="57810"/>
                      </a:lnTo>
                      <a:lnTo>
                        <a:pt x="733448" y="56131"/>
                      </a:lnTo>
                      <a:lnTo>
                        <a:pt x="734408" y="56513"/>
                      </a:lnTo>
                      <a:lnTo>
                        <a:pt x="737488" y="53758"/>
                      </a:lnTo>
                      <a:lnTo>
                        <a:pt x="736689" y="48086"/>
                      </a:lnTo>
                      <a:lnTo>
                        <a:pt x="738101" y="46535"/>
                      </a:lnTo>
                      <a:lnTo>
                        <a:pt x="738946" y="47762"/>
                      </a:lnTo>
                      <a:lnTo>
                        <a:pt x="739039" y="42495"/>
                      </a:lnTo>
                      <a:lnTo>
                        <a:pt x="740474" y="42067"/>
                      </a:lnTo>
                      <a:lnTo>
                        <a:pt x="741123" y="44104"/>
                      </a:lnTo>
                      <a:lnTo>
                        <a:pt x="741933" y="42252"/>
                      </a:lnTo>
                      <a:lnTo>
                        <a:pt x="742628" y="42541"/>
                      </a:lnTo>
                      <a:lnTo>
                        <a:pt x="744526" y="42796"/>
                      </a:lnTo>
                      <a:lnTo>
                        <a:pt x="746771" y="36464"/>
                      </a:lnTo>
                      <a:lnTo>
                        <a:pt x="750511" y="59014"/>
                      </a:lnTo>
                      <a:lnTo>
                        <a:pt x="750557" y="58991"/>
                      </a:lnTo>
                      <a:lnTo>
                        <a:pt x="755789" y="55750"/>
                      </a:lnTo>
                      <a:lnTo>
                        <a:pt x="756831" y="55414"/>
                      </a:lnTo>
                      <a:lnTo>
                        <a:pt x="761369" y="56409"/>
                      </a:lnTo>
                      <a:lnTo>
                        <a:pt x="761982" y="55888"/>
                      </a:lnTo>
                      <a:lnTo>
                        <a:pt x="765710" y="53608"/>
                      </a:lnTo>
                      <a:lnTo>
                        <a:pt x="766937" y="54870"/>
                      </a:lnTo>
                      <a:lnTo>
                        <a:pt x="767284" y="56595"/>
                      </a:lnTo>
                      <a:lnTo>
                        <a:pt x="768963" y="57127"/>
                      </a:lnTo>
                      <a:lnTo>
                        <a:pt x="769043" y="57000"/>
                      </a:lnTo>
                      <a:lnTo>
                        <a:pt x="769530" y="57509"/>
                      </a:lnTo>
                      <a:lnTo>
                        <a:pt x="769576" y="56120"/>
                      </a:lnTo>
                      <a:lnTo>
                        <a:pt x="769981" y="55460"/>
                      </a:lnTo>
                      <a:lnTo>
                        <a:pt x="772215" y="55483"/>
                      </a:lnTo>
                      <a:lnTo>
                        <a:pt x="772609" y="54383"/>
                      </a:lnTo>
                      <a:lnTo>
                        <a:pt x="773153" y="54349"/>
                      </a:lnTo>
                      <a:lnTo>
                        <a:pt x="774299" y="55865"/>
                      </a:lnTo>
                      <a:lnTo>
                        <a:pt x="775954" y="60195"/>
                      </a:lnTo>
                      <a:lnTo>
                        <a:pt x="776198" y="61827"/>
                      </a:lnTo>
                      <a:lnTo>
                        <a:pt x="780457" y="62753"/>
                      </a:lnTo>
                      <a:lnTo>
                        <a:pt x="778559" y="64142"/>
                      </a:lnTo>
                      <a:lnTo>
                        <a:pt x="781001" y="66666"/>
                      </a:lnTo>
                      <a:lnTo>
                        <a:pt x="782020" y="75220"/>
                      </a:lnTo>
                      <a:lnTo>
                        <a:pt x="781649" y="67024"/>
                      </a:lnTo>
                      <a:lnTo>
                        <a:pt x="779230" y="64096"/>
                      </a:lnTo>
                      <a:lnTo>
                        <a:pt x="780747" y="62880"/>
                      </a:lnTo>
                      <a:lnTo>
                        <a:pt x="780434" y="59489"/>
                      </a:lnTo>
                      <a:lnTo>
                        <a:pt x="784775" y="57034"/>
                      </a:lnTo>
                      <a:lnTo>
                        <a:pt x="787125" y="58875"/>
                      </a:lnTo>
                      <a:lnTo>
                        <a:pt x="791767" y="59593"/>
                      </a:lnTo>
                      <a:lnTo>
                        <a:pt x="793851" y="60403"/>
                      </a:lnTo>
                      <a:lnTo>
                        <a:pt x="794997" y="60206"/>
                      </a:lnTo>
                      <a:lnTo>
                        <a:pt x="795251" y="60484"/>
                      </a:lnTo>
                      <a:lnTo>
                        <a:pt x="799476" y="59593"/>
                      </a:lnTo>
                      <a:lnTo>
                        <a:pt x="800935" y="57231"/>
                      </a:lnTo>
                      <a:lnTo>
                        <a:pt x="803146" y="58308"/>
                      </a:lnTo>
                      <a:lnTo>
                        <a:pt x="804257" y="58122"/>
                      </a:lnTo>
                      <a:lnTo>
                        <a:pt x="806237" y="58644"/>
                      </a:lnTo>
                      <a:lnTo>
                        <a:pt x="808517" y="57416"/>
                      </a:lnTo>
                      <a:lnTo>
                        <a:pt x="810913" y="57011"/>
                      </a:lnTo>
                      <a:lnTo>
                        <a:pt x="811585" y="57312"/>
                      </a:lnTo>
                      <a:lnTo>
                        <a:pt x="813321" y="54904"/>
                      </a:lnTo>
                      <a:lnTo>
                        <a:pt x="816019" y="56942"/>
                      </a:lnTo>
                      <a:lnTo>
                        <a:pt x="815139" y="59014"/>
                      </a:lnTo>
                      <a:lnTo>
                        <a:pt x="816840" y="61375"/>
                      </a:lnTo>
                      <a:lnTo>
                        <a:pt x="820116" y="60646"/>
                      </a:lnTo>
                      <a:lnTo>
                        <a:pt x="821100" y="55634"/>
                      </a:lnTo>
                      <a:lnTo>
                        <a:pt x="829030" y="52173"/>
                      </a:lnTo>
                      <a:lnTo>
                        <a:pt x="837793" y="42773"/>
                      </a:lnTo>
                      <a:lnTo>
                        <a:pt x="838823" y="41673"/>
                      </a:lnTo>
                      <a:lnTo>
                        <a:pt x="849658" y="35538"/>
                      </a:lnTo>
                      <a:lnTo>
                        <a:pt x="853258" y="36452"/>
                      </a:lnTo>
                      <a:lnTo>
                        <a:pt x="853408" y="34380"/>
                      </a:lnTo>
                      <a:lnTo>
                        <a:pt x="853837" y="31776"/>
                      </a:lnTo>
                      <a:lnTo>
                        <a:pt x="856835" y="28835"/>
                      </a:lnTo>
                      <a:lnTo>
                        <a:pt x="860794" y="30225"/>
                      </a:lnTo>
                      <a:lnTo>
                        <a:pt x="860886" y="30491"/>
                      </a:lnTo>
                      <a:lnTo>
                        <a:pt x="863387" y="31127"/>
                      </a:lnTo>
                      <a:lnTo>
                        <a:pt x="866038" y="32065"/>
                      </a:lnTo>
                      <a:lnTo>
                        <a:pt x="878898" y="29611"/>
                      </a:lnTo>
                      <a:lnTo>
                        <a:pt x="881584" y="30468"/>
                      </a:lnTo>
                      <a:lnTo>
                        <a:pt x="891782" y="27458"/>
                      </a:lnTo>
                      <a:lnTo>
                        <a:pt x="893125" y="27551"/>
                      </a:lnTo>
                      <a:lnTo>
                        <a:pt x="893577" y="27724"/>
                      </a:lnTo>
                      <a:lnTo>
                        <a:pt x="895452" y="27933"/>
                      </a:lnTo>
                      <a:lnTo>
                        <a:pt x="895232" y="29102"/>
                      </a:lnTo>
                      <a:lnTo>
                        <a:pt x="894642" y="31243"/>
                      </a:lnTo>
                      <a:lnTo>
                        <a:pt x="894399" y="32713"/>
                      </a:lnTo>
                      <a:lnTo>
                        <a:pt x="892361" y="33848"/>
                      </a:lnTo>
                      <a:lnTo>
                        <a:pt x="892998" y="35411"/>
                      </a:lnTo>
                      <a:lnTo>
                        <a:pt x="890683" y="34589"/>
                      </a:lnTo>
                      <a:lnTo>
                        <a:pt x="890857" y="34704"/>
                      </a:lnTo>
                      <a:lnTo>
                        <a:pt x="890648" y="34635"/>
                      </a:lnTo>
                      <a:lnTo>
                        <a:pt x="891968" y="35445"/>
                      </a:lnTo>
                      <a:lnTo>
                        <a:pt x="890243" y="36290"/>
                      </a:lnTo>
                      <a:lnTo>
                        <a:pt x="891042" y="38224"/>
                      </a:lnTo>
                      <a:lnTo>
                        <a:pt x="893125" y="39682"/>
                      </a:lnTo>
                      <a:lnTo>
                        <a:pt x="893461" y="40191"/>
                      </a:lnTo>
                      <a:lnTo>
                        <a:pt x="893820" y="40168"/>
                      </a:lnTo>
                      <a:lnTo>
                        <a:pt x="898323" y="43317"/>
                      </a:lnTo>
                      <a:lnTo>
                        <a:pt x="900916" y="42391"/>
                      </a:lnTo>
                      <a:lnTo>
                        <a:pt x="901217" y="42379"/>
                      </a:lnTo>
                      <a:lnTo>
                        <a:pt x="901194" y="42287"/>
                      </a:lnTo>
                      <a:lnTo>
                        <a:pt x="902120" y="41963"/>
                      </a:lnTo>
                      <a:lnTo>
                        <a:pt x="897652" y="48735"/>
                      </a:lnTo>
                      <a:lnTo>
                        <a:pt x="906021" y="38907"/>
                      </a:lnTo>
                      <a:lnTo>
                        <a:pt x="906276" y="38721"/>
                      </a:lnTo>
                      <a:lnTo>
                        <a:pt x="912619" y="36510"/>
                      </a:lnTo>
                      <a:lnTo>
                        <a:pt x="918581" y="34658"/>
                      </a:lnTo>
                      <a:lnTo>
                        <a:pt x="921428" y="37008"/>
                      </a:lnTo>
                      <a:lnTo>
                        <a:pt x="924415" y="36082"/>
                      </a:lnTo>
                      <a:lnTo>
                        <a:pt x="925584" y="35978"/>
                      </a:lnTo>
                      <a:lnTo>
                        <a:pt x="927089" y="40539"/>
                      </a:lnTo>
                      <a:lnTo>
                        <a:pt x="937762" y="41002"/>
                      </a:lnTo>
                      <a:lnTo>
                        <a:pt x="943492" y="45076"/>
                      </a:lnTo>
                      <a:lnTo>
                        <a:pt x="944592" y="45852"/>
                      </a:lnTo>
                      <a:lnTo>
                        <a:pt x="945854" y="44903"/>
                      </a:lnTo>
                      <a:lnTo>
                        <a:pt x="945923" y="44938"/>
                      </a:lnTo>
                      <a:lnTo>
                        <a:pt x="946039" y="44764"/>
                      </a:lnTo>
                      <a:lnTo>
                        <a:pt x="950715" y="41245"/>
                      </a:lnTo>
                      <a:lnTo>
                        <a:pt x="953239" y="35827"/>
                      </a:lnTo>
                      <a:lnTo>
                        <a:pt x="952614" y="31394"/>
                      </a:lnTo>
                      <a:lnTo>
                        <a:pt x="947856" y="29889"/>
                      </a:lnTo>
                      <a:lnTo>
                        <a:pt x="945587" y="28072"/>
                      </a:lnTo>
                      <a:lnTo>
                        <a:pt x="944962" y="25965"/>
                      </a:lnTo>
                      <a:lnTo>
                        <a:pt x="943492" y="25803"/>
                      </a:lnTo>
                      <a:lnTo>
                        <a:pt x="942705" y="25652"/>
                      </a:lnTo>
                      <a:lnTo>
                        <a:pt x="939799" y="23464"/>
                      </a:lnTo>
                      <a:lnTo>
                        <a:pt x="933294" y="18267"/>
                      </a:lnTo>
                      <a:lnTo>
                        <a:pt x="936326" y="6344"/>
                      </a:lnTo>
                      <a:lnTo>
                        <a:pt x="941420" y="2338"/>
                      </a:lnTo>
                      <a:lnTo>
                        <a:pt x="943492" y="914"/>
                      </a:lnTo>
                      <a:lnTo>
                        <a:pt x="944812" y="0"/>
                      </a:lnTo>
                      <a:lnTo>
                        <a:pt x="948782" y="1436"/>
                      </a:lnTo>
                      <a:lnTo>
                        <a:pt x="951456" y="4966"/>
                      </a:lnTo>
                      <a:lnTo>
                        <a:pt x="951549" y="5232"/>
                      </a:lnTo>
                      <a:lnTo>
                        <a:pt x="954443" y="15188"/>
                      </a:lnTo>
                      <a:lnTo>
                        <a:pt x="961342" y="14157"/>
                      </a:lnTo>
                      <a:lnTo>
                        <a:pt x="961562" y="15789"/>
                      </a:lnTo>
                      <a:lnTo>
                        <a:pt x="964965" y="15894"/>
                      </a:lnTo>
                      <a:lnTo>
                        <a:pt x="964873" y="17653"/>
                      </a:lnTo>
                      <a:lnTo>
                        <a:pt x="970938" y="15674"/>
                      </a:lnTo>
                      <a:lnTo>
                        <a:pt x="970996" y="14308"/>
                      </a:lnTo>
                      <a:lnTo>
                        <a:pt x="972443" y="15002"/>
                      </a:lnTo>
                      <a:lnTo>
                        <a:pt x="975071" y="11761"/>
                      </a:lnTo>
                      <a:lnTo>
                        <a:pt x="979829" y="12537"/>
                      </a:lnTo>
                      <a:lnTo>
                        <a:pt x="980095" y="12606"/>
                      </a:lnTo>
                      <a:lnTo>
                        <a:pt x="980130" y="12583"/>
                      </a:lnTo>
                      <a:lnTo>
                        <a:pt x="980581" y="12652"/>
                      </a:lnTo>
                      <a:lnTo>
                        <a:pt x="983533" y="11194"/>
                      </a:lnTo>
                      <a:lnTo>
                        <a:pt x="986878" y="14204"/>
                      </a:lnTo>
                      <a:lnTo>
                        <a:pt x="990444" y="14030"/>
                      </a:lnTo>
                      <a:lnTo>
                        <a:pt x="992805" y="10881"/>
                      </a:lnTo>
                      <a:lnTo>
                        <a:pt x="1000237" y="10719"/>
                      </a:lnTo>
                      <a:lnTo>
                        <a:pt x="1001915" y="8242"/>
                      </a:lnTo>
                      <a:lnTo>
                        <a:pt x="1001973" y="8173"/>
                      </a:lnTo>
                      <a:lnTo>
                        <a:pt x="1005180" y="13810"/>
                      </a:lnTo>
                      <a:lnTo>
                        <a:pt x="1005886" y="12861"/>
                      </a:lnTo>
                      <a:lnTo>
                        <a:pt x="1007761" y="15535"/>
                      </a:lnTo>
                      <a:lnTo>
                        <a:pt x="1008641" y="19378"/>
                      </a:lnTo>
                      <a:lnTo>
                        <a:pt x="1011593" y="21832"/>
                      </a:lnTo>
                      <a:lnTo>
                        <a:pt x="1014996" y="20663"/>
                      </a:lnTo>
                      <a:lnTo>
                        <a:pt x="1018238" y="20246"/>
                      </a:lnTo>
                      <a:lnTo>
                        <a:pt x="1019245" y="19193"/>
                      </a:lnTo>
                      <a:lnTo>
                        <a:pt x="1020842" y="18637"/>
                      </a:lnTo>
                      <a:lnTo>
                        <a:pt x="1025079" y="19112"/>
                      </a:lnTo>
                      <a:lnTo>
                        <a:pt x="1029304" y="16542"/>
                      </a:lnTo>
                      <a:lnTo>
                        <a:pt x="1037905" y="17838"/>
                      </a:lnTo>
                      <a:lnTo>
                        <a:pt x="1037940" y="17850"/>
                      </a:lnTo>
                      <a:lnTo>
                        <a:pt x="1040706" y="18267"/>
                      </a:lnTo>
                      <a:lnTo>
                        <a:pt x="1041910" y="17480"/>
                      </a:lnTo>
                      <a:lnTo>
                        <a:pt x="1042732" y="17410"/>
                      </a:lnTo>
                      <a:lnTo>
                        <a:pt x="1043056" y="16739"/>
                      </a:lnTo>
                      <a:lnTo>
                        <a:pt x="1043913" y="16183"/>
                      </a:lnTo>
                      <a:lnTo>
                        <a:pt x="1047710" y="18382"/>
                      </a:lnTo>
                      <a:lnTo>
                        <a:pt x="1048821" y="17711"/>
                      </a:lnTo>
                      <a:lnTo>
                        <a:pt x="1050233" y="17271"/>
                      </a:lnTo>
                      <a:lnTo>
                        <a:pt x="1052340" y="18313"/>
                      </a:lnTo>
                      <a:lnTo>
                        <a:pt x="1052456" y="18406"/>
                      </a:lnTo>
                      <a:lnTo>
                        <a:pt x="1052490" y="20999"/>
                      </a:lnTo>
                      <a:lnTo>
                        <a:pt x="1051333" y="22318"/>
                      </a:lnTo>
                      <a:lnTo>
                        <a:pt x="1049203" y="24610"/>
                      </a:lnTo>
                      <a:lnTo>
                        <a:pt x="1048392" y="25467"/>
                      </a:lnTo>
                      <a:lnTo>
                        <a:pt x="1047212" y="35978"/>
                      </a:lnTo>
                      <a:lnTo>
                        <a:pt x="1047443" y="36279"/>
                      </a:lnTo>
                      <a:lnTo>
                        <a:pt x="1048323" y="39045"/>
                      </a:lnTo>
                      <a:lnTo>
                        <a:pt x="1045904" y="43676"/>
                      </a:lnTo>
                      <a:lnTo>
                        <a:pt x="1046506" y="45447"/>
                      </a:lnTo>
                      <a:lnTo>
                        <a:pt x="1037222" y="48931"/>
                      </a:lnTo>
                      <a:lnTo>
                        <a:pt x="1041019" y="55205"/>
                      </a:lnTo>
                      <a:lnTo>
                        <a:pt x="1040787" y="56143"/>
                      </a:lnTo>
                      <a:lnTo>
                        <a:pt x="1038542" y="61167"/>
                      </a:lnTo>
                      <a:lnTo>
                        <a:pt x="1038831" y="63679"/>
                      </a:lnTo>
                      <a:lnTo>
                        <a:pt x="1038472" y="65068"/>
                      </a:lnTo>
                      <a:lnTo>
                        <a:pt x="1034201" y="69594"/>
                      </a:lnTo>
                      <a:lnTo>
                        <a:pt x="1031920" y="74977"/>
                      </a:lnTo>
                      <a:lnTo>
                        <a:pt x="1030369" y="77107"/>
                      </a:lnTo>
                      <a:lnTo>
                        <a:pt x="1022243" y="84793"/>
                      </a:lnTo>
                      <a:lnTo>
                        <a:pt x="1022231" y="84805"/>
                      </a:lnTo>
                      <a:lnTo>
                        <a:pt x="1020286" y="86645"/>
                      </a:lnTo>
                      <a:lnTo>
                        <a:pt x="1019789" y="89123"/>
                      </a:lnTo>
                      <a:lnTo>
                        <a:pt x="1019615" y="89956"/>
                      </a:lnTo>
                      <a:lnTo>
                        <a:pt x="1019163" y="90859"/>
                      </a:lnTo>
                      <a:lnTo>
                        <a:pt x="1019117" y="92433"/>
                      </a:lnTo>
                      <a:lnTo>
                        <a:pt x="1017288" y="101474"/>
                      </a:lnTo>
                      <a:lnTo>
                        <a:pt x="1014661" y="99495"/>
                      </a:lnTo>
                      <a:lnTo>
                        <a:pt x="1013954" y="99147"/>
                      </a:lnTo>
                      <a:lnTo>
                        <a:pt x="1012681" y="96415"/>
                      </a:lnTo>
                      <a:lnTo>
                        <a:pt x="1013862" y="99229"/>
                      </a:lnTo>
                      <a:lnTo>
                        <a:pt x="1014533" y="99680"/>
                      </a:lnTo>
                      <a:lnTo>
                        <a:pt x="1017172" y="102041"/>
                      </a:lnTo>
                      <a:lnTo>
                        <a:pt x="1017786" y="101798"/>
                      </a:lnTo>
                      <a:lnTo>
                        <a:pt x="1021259" y="114590"/>
                      </a:lnTo>
                      <a:lnTo>
                        <a:pt x="1026734" y="118363"/>
                      </a:lnTo>
                      <a:lnTo>
                        <a:pt x="1042547" y="115423"/>
                      </a:lnTo>
                      <a:lnTo>
                        <a:pt x="1043160" y="115817"/>
                      </a:lnTo>
                      <a:lnTo>
                        <a:pt x="1043623" y="119486"/>
                      </a:lnTo>
                      <a:lnTo>
                        <a:pt x="1040810" y="126571"/>
                      </a:lnTo>
                      <a:lnTo>
                        <a:pt x="1041702" y="128527"/>
                      </a:lnTo>
                      <a:lnTo>
                        <a:pt x="1041424" y="128654"/>
                      </a:lnTo>
                      <a:lnTo>
                        <a:pt x="1042014" y="129198"/>
                      </a:lnTo>
                      <a:lnTo>
                        <a:pt x="1042987" y="131305"/>
                      </a:lnTo>
                      <a:lnTo>
                        <a:pt x="1042883" y="131791"/>
                      </a:lnTo>
                      <a:lnTo>
                        <a:pt x="1041852" y="133979"/>
                      </a:lnTo>
                      <a:lnTo>
                        <a:pt x="1038935" y="134732"/>
                      </a:lnTo>
                      <a:lnTo>
                        <a:pt x="1038901" y="134732"/>
                      </a:lnTo>
                      <a:lnTo>
                        <a:pt x="1038750" y="134778"/>
                      </a:lnTo>
                      <a:lnTo>
                        <a:pt x="1039294" y="137406"/>
                      </a:lnTo>
                      <a:lnTo>
                        <a:pt x="1032337" y="136850"/>
                      </a:lnTo>
                      <a:lnTo>
                        <a:pt x="1022578" y="133898"/>
                      </a:lnTo>
                      <a:lnTo>
                        <a:pt x="1020495" y="132868"/>
                      </a:lnTo>
                      <a:lnTo>
                        <a:pt x="1021548" y="134408"/>
                      </a:lnTo>
                      <a:lnTo>
                        <a:pt x="1031341" y="137221"/>
                      </a:lnTo>
                      <a:lnTo>
                        <a:pt x="1032291" y="139374"/>
                      </a:lnTo>
                      <a:lnTo>
                        <a:pt x="1033309" y="139327"/>
                      </a:lnTo>
                      <a:lnTo>
                        <a:pt x="1033923" y="138818"/>
                      </a:lnTo>
                      <a:lnTo>
                        <a:pt x="1033390" y="139941"/>
                      </a:lnTo>
                      <a:lnTo>
                        <a:pt x="1036898" y="142511"/>
                      </a:lnTo>
                      <a:lnTo>
                        <a:pt x="1036759" y="145046"/>
                      </a:lnTo>
                      <a:lnTo>
                        <a:pt x="1035520" y="146400"/>
                      </a:lnTo>
                      <a:lnTo>
                        <a:pt x="1032487" y="148206"/>
                      </a:lnTo>
                      <a:lnTo>
                        <a:pt x="1033633" y="148461"/>
                      </a:lnTo>
                      <a:lnTo>
                        <a:pt x="1031735" y="150556"/>
                      </a:lnTo>
                      <a:lnTo>
                        <a:pt x="1031283" y="151054"/>
                      </a:lnTo>
                      <a:lnTo>
                        <a:pt x="1032429" y="152130"/>
                      </a:lnTo>
                      <a:lnTo>
                        <a:pt x="1031040" y="152026"/>
                      </a:lnTo>
                      <a:lnTo>
                        <a:pt x="1031967" y="153566"/>
                      </a:lnTo>
                      <a:lnTo>
                        <a:pt x="1029802" y="155013"/>
                      </a:lnTo>
                      <a:lnTo>
                        <a:pt x="1030832" y="158937"/>
                      </a:lnTo>
                      <a:lnTo>
                        <a:pt x="1030878" y="159168"/>
                      </a:lnTo>
                      <a:lnTo>
                        <a:pt x="1029281" y="161055"/>
                      </a:lnTo>
                      <a:lnTo>
                        <a:pt x="1027857" y="163023"/>
                      </a:lnTo>
                      <a:lnTo>
                        <a:pt x="1026317" y="164979"/>
                      </a:lnTo>
                      <a:lnTo>
                        <a:pt x="1026398" y="165037"/>
                      </a:lnTo>
                      <a:lnTo>
                        <a:pt x="1026063" y="165512"/>
                      </a:lnTo>
                      <a:lnTo>
                        <a:pt x="1027672" y="165848"/>
                      </a:lnTo>
                      <a:lnTo>
                        <a:pt x="1026074" y="168927"/>
                      </a:lnTo>
                      <a:lnTo>
                        <a:pt x="1026109" y="168915"/>
                      </a:lnTo>
                      <a:lnTo>
                        <a:pt x="1026086" y="168962"/>
                      </a:lnTo>
                      <a:lnTo>
                        <a:pt x="1027429" y="168452"/>
                      </a:lnTo>
                      <a:lnTo>
                        <a:pt x="1023643" y="174344"/>
                      </a:lnTo>
                      <a:lnTo>
                        <a:pt x="1024917" y="175213"/>
                      </a:lnTo>
                      <a:lnTo>
                        <a:pt x="1023145" y="177354"/>
                      </a:lnTo>
                      <a:lnTo>
                        <a:pt x="1024291" y="178627"/>
                      </a:lnTo>
                      <a:lnTo>
                        <a:pt x="1020692" y="180306"/>
                      </a:lnTo>
                      <a:lnTo>
                        <a:pt x="1021490" y="181301"/>
                      </a:lnTo>
                      <a:lnTo>
                        <a:pt x="1018400" y="185411"/>
                      </a:lnTo>
                      <a:lnTo>
                        <a:pt x="1012762" y="187518"/>
                      </a:lnTo>
                      <a:lnTo>
                        <a:pt x="1010250" y="190203"/>
                      </a:lnTo>
                      <a:lnTo>
                        <a:pt x="1010296" y="190250"/>
                      </a:lnTo>
                      <a:lnTo>
                        <a:pt x="1007565" y="193271"/>
                      </a:lnTo>
                      <a:lnTo>
                        <a:pt x="1007171" y="193537"/>
                      </a:lnTo>
                      <a:lnTo>
                        <a:pt x="1007171" y="193711"/>
                      </a:lnTo>
                      <a:lnTo>
                        <a:pt x="1006592" y="194347"/>
                      </a:lnTo>
                      <a:lnTo>
                        <a:pt x="1007101" y="195702"/>
                      </a:lnTo>
                      <a:lnTo>
                        <a:pt x="1002182" y="199047"/>
                      </a:lnTo>
                      <a:lnTo>
                        <a:pt x="993430" y="212221"/>
                      </a:lnTo>
                      <a:lnTo>
                        <a:pt x="990641" y="214918"/>
                      </a:lnTo>
                      <a:lnTo>
                        <a:pt x="982572" y="218958"/>
                      </a:lnTo>
                      <a:lnTo>
                        <a:pt x="979169" y="220856"/>
                      </a:lnTo>
                      <a:lnTo>
                        <a:pt x="979007" y="220833"/>
                      </a:lnTo>
                      <a:lnTo>
                        <a:pt x="976622" y="219594"/>
                      </a:lnTo>
                      <a:lnTo>
                        <a:pt x="973983" y="220301"/>
                      </a:lnTo>
                      <a:lnTo>
                        <a:pt x="972617" y="220266"/>
                      </a:lnTo>
                      <a:lnTo>
                        <a:pt x="970834" y="220972"/>
                      </a:lnTo>
                      <a:lnTo>
                        <a:pt x="968137" y="222870"/>
                      </a:lnTo>
                      <a:lnTo>
                        <a:pt x="967084" y="221227"/>
                      </a:lnTo>
                      <a:lnTo>
                        <a:pt x="964826" y="225730"/>
                      </a:lnTo>
                      <a:lnTo>
                        <a:pt x="962951" y="226112"/>
                      </a:lnTo>
                      <a:lnTo>
                        <a:pt x="954408" y="227628"/>
                      </a:lnTo>
                      <a:lnTo>
                        <a:pt x="954501" y="227929"/>
                      </a:lnTo>
                      <a:lnTo>
                        <a:pt x="954420" y="227894"/>
                      </a:lnTo>
                      <a:lnTo>
                        <a:pt x="954825" y="229040"/>
                      </a:lnTo>
                      <a:lnTo>
                        <a:pt x="955149" y="230140"/>
                      </a:lnTo>
                      <a:lnTo>
                        <a:pt x="951908" y="230094"/>
                      </a:lnTo>
                      <a:lnTo>
                        <a:pt x="945205" y="233254"/>
                      </a:lnTo>
                      <a:lnTo>
                        <a:pt x="943677" y="233717"/>
                      </a:lnTo>
                      <a:lnTo>
                        <a:pt x="942577" y="234493"/>
                      </a:lnTo>
                      <a:lnTo>
                        <a:pt x="938561" y="236391"/>
                      </a:lnTo>
                      <a:lnTo>
                        <a:pt x="937090" y="238382"/>
                      </a:lnTo>
                      <a:lnTo>
                        <a:pt x="935574" y="239447"/>
                      </a:lnTo>
                      <a:lnTo>
                        <a:pt x="930145" y="247770"/>
                      </a:lnTo>
                      <a:lnTo>
                        <a:pt x="927865" y="250872"/>
                      </a:lnTo>
                      <a:lnTo>
                        <a:pt x="923767" y="250074"/>
                      </a:lnTo>
                      <a:lnTo>
                        <a:pt x="924820" y="250757"/>
                      </a:lnTo>
                      <a:lnTo>
                        <a:pt x="924496" y="251474"/>
                      </a:lnTo>
                      <a:lnTo>
                        <a:pt x="923778" y="251579"/>
                      </a:lnTo>
                      <a:lnTo>
                        <a:pt x="921428" y="258038"/>
                      </a:lnTo>
                      <a:lnTo>
                        <a:pt x="920572" y="259890"/>
                      </a:lnTo>
                      <a:lnTo>
                        <a:pt x="912214" y="269255"/>
                      </a:lnTo>
                      <a:lnTo>
                        <a:pt x="908556" y="278168"/>
                      </a:lnTo>
                      <a:lnTo>
                        <a:pt x="908510" y="279280"/>
                      </a:lnTo>
                      <a:lnTo>
                        <a:pt x="908383" y="279720"/>
                      </a:lnTo>
                      <a:lnTo>
                        <a:pt x="905222" y="281919"/>
                      </a:lnTo>
                      <a:lnTo>
                        <a:pt x="904296" y="282637"/>
                      </a:lnTo>
                      <a:lnTo>
                        <a:pt x="904111" y="282972"/>
                      </a:lnTo>
                      <a:lnTo>
                        <a:pt x="903833" y="283181"/>
                      </a:lnTo>
                      <a:lnTo>
                        <a:pt x="901552" y="287151"/>
                      </a:lnTo>
                      <a:lnTo>
                        <a:pt x="900950" y="286642"/>
                      </a:lnTo>
                      <a:lnTo>
                        <a:pt x="901425" y="287371"/>
                      </a:lnTo>
                      <a:lnTo>
                        <a:pt x="897918" y="293518"/>
                      </a:lnTo>
                      <a:lnTo>
                        <a:pt x="885196" y="301065"/>
                      </a:lnTo>
                      <a:lnTo>
                        <a:pt x="885173" y="301077"/>
                      </a:lnTo>
                      <a:lnTo>
                        <a:pt x="884872" y="301262"/>
                      </a:lnTo>
                      <a:lnTo>
                        <a:pt x="877278" y="309782"/>
                      </a:lnTo>
                      <a:lnTo>
                        <a:pt x="876167" y="310257"/>
                      </a:lnTo>
                      <a:lnTo>
                        <a:pt x="864938" y="316126"/>
                      </a:lnTo>
                      <a:lnTo>
                        <a:pt x="860806" y="321346"/>
                      </a:lnTo>
                      <a:lnTo>
                        <a:pt x="859683" y="321798"/>
                      </a:lnTo>
                      <a:lnTo>
                        <a:pt x="859717" y="322168"/>
                      </a:lnTo>
                      <a:lnTo>
                        <a:pt x="853698" y="326579"/>
                      </a:lnTo>
                      <a:lnTo>
                        <a:pt x="850387" y="322874"/>
                      </a:lnTo>
                      <a:lnTo>
                        <a:pt x="852668" y="326405"/>
                      </a:lnTo>
                      <a:lnTo>
                        <a:pt x="850295" y="327111"/>
                      </a:lnTo>
                      <a:lnTo>
                        <a:pt x="845977" y="333374"/>
                      </a:lnTo>
                      <a:lnTo>
                        <a:pt x="839691" y="338757"/>
                      </a:lnTo>
                      <a:lnTo>
                        <a:pt x="836867" y="340806"/>
                      </a:lnTo>
                      <a:lnTo>
                        <a:pt x="835084" y="342553"/>
                      </a:lnTo>
                      <a:lnTo>
                        <a:pt x="829215" y="345598"/>
                      </a:lnTo>
                      <a:lnTo>
                        <a:pt x="828995" y="345459"/>
                      </a:lnTo>
                      <a:lnTo>
                        <a:pt x="829030" y="345702"/>
                      </a:lnTo>
                      <a:lnTo>
                        <a:pt x="826124" y="347207"/>
                      </a:lnTo>
                      <a:lnTo>
                        <a:pt x="822640" y="352717"/>
                      </a:lnTo>
                      <a:lnTo>
                        <a:pt x="818542" y="353099"/>
                      </a:lnTo>
                      <a:lnTo>
                        <a:pt x="816609" y="355634"/>
                      </a:lnTo>
                      <a:lnTo>
                        <a:pt x="815174" y="355299"/>
                      </a:lnTo>
                      <a:lnTo>
                        <a:pt x="813321" y="354407"/>
                      </a:lnTo>
                      <a:lnTo>
                        <a:pt x="813020" y="354789"/>
                      </a:lnTo>
                      <a:lnTo>
                        <a:pt x="811735" y="354488"/>
                      </a:lnTo>
                      <a:lnTo>
                        <a:pt x="808714" y="356190"/>
                      </a:lnTo>
                      <a:lnTo>
                        <a:pt x="804095" y="358794"/>
                      </a:lnTo>
                      <a:lnTo>
                        <a:pt x="800090" y="365832"/>
                      </a:lnTo>
                      <a:lnTo>
                        <a:pt x="794754" y="369236"/>
                      </a:lnTo>
                      <a:lnTo>
                        <a:pt x="791883" y="384308"/>
                      </a:lnTo>
                      <a:lnTo>
                        <a:pt x="790598" y="385893"/>
                      </a:lnTo>
                      <a:lnTo>
                        <a:pt x="788236" y="385083"/>
                      </a:lnTo>
                      <a:lnTo>
                        <a:pt x="790170" y="386113"/>
                      </a:lnTo>
                      <a:lnTo>
                        <a:pt x="789718" y="388174"/>
                      </a:lnTo>
                      <a:lnTo>
                        <a:pt x="782275" y="390790"/>
                      </a:lnTo>
                      <a:lnTo>
                        <a:pt x="775839" y="398627"/>
                      </a:lnTo>
                      <a:lnTo>
                        <a:pt x="761774" y="401243"/>
                      </a:lnTo>
                      <a:lnTo>
                        <a:pt x="751738" y="406232"/>
                      </a:lnTo>
                      <a:lnTo>
                        <a:pt x="746760" y="408698"/>
                      </a:lnTo>
                      <a:lnTo>
                        <a:pt x="739734" y="429014"/>
                      </a:lnTo>
                      <a:lnTo>
                        <a:pt x="732082" y="428933"/>
                      </a:lnTo>
                      <a:lnTo>
                        <a:pt x="731561" y="428921"/>
                      </a:lnTo>
                      <a:lnTo>
                        <a:pt x="732082" y="428516"/>
                      </a:lnTo>
                      <a:lnTo>
                        <a:pt x="734328" y="426768"/>
                      </a:lnTo>
                      <a:lnTo>
                        <a:pt x="734698" y="423480"/>
                      </a:lnTo>
                      <a:lnTo>
                        <a:pt x="735103" y="424615"/>
                      </a:lnTo>
                      <a:lnTo>
                        <a:pt x="737187" y="422462"/>
                      </a:lnTo>
                      <a:lnTo>
                        <a:pt x="737685" y="420783"/>
                      </a:lnTo>
                      <a:lnTo>
                        <a:pt x="734698" y="419649"/>
                      </a:lnTo>
                      <a:lnTo>
                        <a:pt x="732082" y="420737"/>
                      </a:lnTo>
                      <a:lnTo>
                        <a:pt x="726444" y="423087"/>
                      </a:lnTo>
                      <a:lnTo>
                        <a:pt x="724233" y="416801"/>
                      </a:lnTo>
                      <a:lnTo>
                        <a:pt x="721814" y="417415"/>
                      </a:lnTo>
                      <a:lnTo>
                        <a:pt x="719314" y="415759"/>
                      </a:lnTo>
                      <a:lnTo>
                        <a:pt x="715586" y="418514"/>
                      </a:lnTo>
                      <a:lnTo>
                        <a:pt x="715633" y="421524"/>
                      </a:lnTo>
                      <a:lnTo>
                        <a:pt x="719383" y="427161"/>
                      </a:lnTo>
                      <a:lnTo>
                        <a:pt x="729280" y="430831"/>
                      </a:lnTo>
                      <a:lnTo>
                        <a:pt x="730380" y="433308"/>
                      </a:lnTo>
                      <a:lnTo>
                        <a:pt x="732082" y="432440"/>
                      </a:lnTo>
                      <a:lnTo>
                        <a:pt x="736238" y="430310"/>
                      </a:lnTo>
                      <a:lnTo>
                        <a:pt x="735925" y="431410"/>
                      </a:lnTo>
                      <a:lnTo>
                        <a:pt x="737928" y="430322"/>
                      </a:lnTo>
                      <a:lnTo>
                        <a:pt x="740358" y="433922"/>
                      </a:lnTo>
                      <a:lnTo>
                        <a:pt x="742824" y="447720"/>
                      </a:lnTo>
                      <a:lnTo>
                        <a:pt x="740011" y="448693"/>
                      </a:lnTo>
                      <a:lnTo>
                        <a:pt x="739201" y="451043"/>
                      </a:lnTo>
                      <a:lnTo>
                        <a:pt x="737766" y="453717"/>
                      </a:lnTo>
                      <a:lnTo>
                        <a:pt x="736064" y="454782"/>
                      </a:lnTo>
                      <a:lnTo>
                        <a:pt x="736654" y="460222"/>
                      </a:lnTo>
                      <a:lnTo>
                        <a:pt x="734617" y="462896"/>
                      </a:lnTo>
                      <a:lnTo>
                        <a:pt x="736052" y="473268"/>
                      </a:lnTo>
                      <a:lnTo>
                        <a:pt x="732742" y="473419"/>
                      </a:lnTo>
                      <a:lnTo>
                        <a:pt x="734200" y="472852"/>
                      </a:lnTo>
                      <a:lnTo>
                        <a:pt x="733841" y="471046"/>
                      </a:lnTo>
                      <a:lnTo>
                        <a:pt x="732082" y="470154"/>
                      </a:lnTo>
                      <a:lnTo>
                        <a:pt x="728239" y="468210"/>
                      </a:lnTo>
                      <a:lnTo>
                        <a:pt x="716917" y="468082"/>
                      </a:lnTo>
                      <a:lnTo>
                        <a:pt x="709902" y="471069"/>
                      </a:lnTo>
                      <a:lnTo>
                        <a:pt x="704392" y="478697"/>
                      </a:lnTo>
                      <a:lnTo>
                        <a:pt x="701579" y="474368"/>
                      </a:lnTo>
                      <a:lnTo>
                        <a:pt x="693476" y="474345"/>
                      </a:lnTo>
                      <a:lnTo>
                        <a:pt x="693279" y="472076"/>
                      </a:lnTo>
                      <a:lnTo>
                        <a:pt x="694136" y="473384"/>
                      </a:lnTo>
                      <a:lnTo>
                        <a:pt x="697458" y="472180"/>
                      </a:lnTo>
                      <a:lnTo>
                        <a:pt x="695977" y="470548"/>
                      </a:lnTo>
                      <a:lnTo>
                        <a:pt x="698095" y="469900"/>
                      </a:lnTo>
                      <a:lnTo>
                        <a:pt x="697400" y="465721"/>
                      </a:lnTo>
                      <a:lnTo>
                        <a:pt x="693442" y="471323"/>
                      </a:lnTo>
                      <a:lnTo>
                        <a:pt x="688707" y="471821"/>
                      </a:lnTo>
                      <a:lnTo>
                        <a:pt x="685223" y="471289"/>
                      </a:lnTo>
                      <a:lnTo>
                        <a:pt x="684898" y="466439"/>
                      </a:lnTo>
                      <a:lnTo>
                        <a:pt x="682363" y="466890"/>
                      </a:lnTo>
                      <a:lnTo>
                        <a:pt x="675591" y="464216"/>
                      </a:lnTo>
                      <a:lnTo>
                        <a:pt x="673392" y="463105"/>
                      </a:lnTo>
                      <a:lnTo>
                        <a:pt x="666527" y="461843"/>
                      </a:lnTo>
                      <a:lnTo>
                        <a:pt x="665787" y="463950"/>
                      </a:lnTo>
                      <a:lnTo>
                        <a:pt x="665162" y="464054"/>
                      </a:lnTo>
                      <a:lnTo>
                        <a:pt x="661180" y="464494"/>
                      </a:lnTo>
                      <a:lnTo>
                        <a:pt x="654211" y="464887"/>
                      </a:lnTo>
                      <a:lnTo>
                        <a:pt x="654651" y="469529"/>
                      </a:lnTo>
                      <a:lnTo>
                        <a:pt x="649094" y="468950"/>
                      </a:lnTo>
                      <a:lnTo>
                        <a:pt x="647833" y="467897"/>
                      </a:lnTo>
                      <a:lnTo>
                        <a:pt x="644174" y="461924"/>
                      </a:lnTo>
                      <a:lnTo>
                        <a:pt x="637437" y="458891"/>
                      </a:lnTo>
                      <a:lnTo>
                        <a:pt x="632240" y="453335"/>
                      </a:lnTo>
                      <a:lnTo>
                        <a:pt x="630492" y="447605"/>
                      </a:lnTo>
                      <a:lnTo>
                        <a:pt x="626996" y="441597"/>
                      </a:lnTo>
                      <a:lnTo>
                        <a:pt x="626382" y="441238"/>
                      </a:lnTo>
                      <a:lnTo>
                        <a:pt x="622389" y="438888"/>
                      </a:lnTo>
                      <a:lnTo>
                        <a:pt x="620490" y="440520"/>
                      </a:lnTo>
                      <a:lnTo>
                        <a:pt x="616589" y="436665"/>
                      </a:lnTo>
                      <a:lnTo>
                        <a:pt x="614587" y="428828"/>
                      </a:lnTo>
                      <a:lnTo>
                        <a:pt x="611368" y="426617"/>
                      </a:lnTo>
                      <a:lnTo>
                        <a:pt x="612943" y="422114"/>
                      </a:lnTo>
                      <a:lnTo>
                        <a:pt x="611658" y="423758"/>
                      </a:lnTo>
                      <a:lnTo>
                        <a:pt x="608093" y="419394"/>
                      </a:lnTo>
                      <a:lnTo>
                        <a:pt x="611241" y="424337"/>
                      </a:lnTo>
                      <a:lnTo>
                        <a:pt x="610882" y="426432"/>
                      </a:lnTo>
                      <a:lnTo>
                        <a:pt x="611449" y="428261"/>
                      </a:lnTo>
                      <a:lnTo>
                        <a:pt x="615096" y="431398"/>
                      </a:lnTo>
                      <a:lnTo>
                        <a:pt x="615744" y="437453"/>
                      </a:lnTo>
                      <a:lnTo>
                        <a:pt x="617122" y="438286"/>
                      </a:lnTo>
                      <a:lnTo>
                        <a:pt x="616207" y="439606"/>
                      </a:lnTo>
                      <a:lnTo>
                        <a:pt x="621636" y="445926"/>
                      </a:lnTo>
                      <a:lnTo>
                        <a:pt x="623870" y="443993"/>
                      </a:lnTo>
                      <a:lnTo>
                        <a:pt x="626382" y="444676"/>
                      </a:lnTo>
                      <a:lnTo>
                        <a:pt x="627968" y="445092"/>
                      </a:lnTo>
                      <a:lnTo>
                        <a:pt x="629774" y="448438"/>
                      </a:lnTo>
                      <a:lnTo>
                        <a:pt x="627991" y="450464"/>
                      </a:lnTo>
                      <a:lnTo>
                        <a:pt x="630295" y="449063"/>
                      </a:lnTo>
                      <a:lnTo>
                        <a:pt x="629126" y="450394"/>
                      </a:lnTo>
                      <a:lnTo>
                        <a:pt x="630851" y="450718"/>
                      </a:lnTo>
                      <a:lnTo>
                        <a:pt x="630654" y="453230"/>
                      </a:lnTo>
                      <a:lnTo>
                        <a:pt x="628015" y="453763"/>
                      </a:lnTo>
                      <a:lnTo>
                        <a:pt x="626556" y="456252"/>
                      </a:lnTo>
                      <a:lnTo>
                        <a:pt x="627702" y="458497"/>
                      </a:lnTo>
                      <a:lnTo>
                        <a:pt x="637773" y="467307"/>
                      </a:lnTo>
                      <a:lnTo>
                        <a:pt x="639023" y="468059"/>
                      </a:lnTo>
                      <a:lnTo>
                        <a:pt x="640598" y="469008"/>
                      </a:lnTo>
                      <a:lnTo>
                        <a:pt x="645552" y="468927"/>
                      </a:lnTo>
                      <a:lnTo>
                        <a:pt x="644649" y="471763"/>
                      </a:lnTo>
                      <a:lnTo>
                        <a:pt x="646362" y="474796"/>
                      </a:lnTo>
                      <a:lnTo>
                        <a:pt x="651433" y="472134"/>
                      </a:lnTo>
                      <a:lnTo>
                        <a:pt x="654083" y="475931"/>
                      </a:lnTo>
                      <a:lnTo>
                        <a:pt x="664988" y="471347"/>
                      </a:lnTo>
                      <a:lnTo>
                        <a:pt x="679794" y="469819"/>
                      </a:lnTo>
                      <a:lnTo>
                        <a:pt x="680372" y="477262"/>
                      </a:lnTo>
                      <a:lnTo>
                        <a:pt x="682259" y="473558"/>
                      </a:lnTo>
                      <a:lnTo>
                        <a:pt x="685859" y="479010"/>
                      </a:lnTo>
                      <a:lnTo>
                        <a:pt x="687758" y="486893"/>
                      </a:lnTo>
                      <a:lnTo>
                        <a:pt x="691948" y="487090"/>
                      </a:lnTo>
                      <a:lnTo>
                        <a:pt x="693615" y="490424"/>
                      </a:lnTo>
                      <a:lnTo>
                        <a:pt x="702505" y="489590"/>
                      </a:lnTo>
                      <a:lnTo>
                        <a:pt x="696382" y="480920"/>
                      </a:lnTo>
                      <a:lnTo>
                        <a:pt x="696405" y="480816"/>
                      </a:lnTo>
                      <a:lnTo>
                        <a:pt x="703790" y="487125"/>
                      </a:lnTo>
                      <a:lnTo>
                        <a:pt x="704751" y="483131"/>
                      </a:lnTo>
                      <a:lnTo>
                        <a:pt x="705585" y="486569"/>
                      </a:lnTo>
                      <a:lnTo>
                        <a:pt x="708166" y="485446"/>
                      </a:lnTo>
                      <a:lnTo>
                        <a:pt x="707055" y="487657"/>
                      </a:lnTo>
                      <a:lnTo>
                        <a:pt x="714081" y="490470"/>
                      </a:lnTo>
                      <a:lnTo>
                        <a:pt x="719985" y="496536"/>
                      </a:lnTo>
                      <a:lnTo>
                        <a:pt x="723747" y="498839"/>
                      </a:lnTo>
                      <a:lnTo>
                        <a:pt x="732082" y="493480"/>
                      </a:lnTo>
                      <a:lnTo>
                        <a:pt x="749932" y="482008"/>
                      </a:lnTo>
                      <a:lnTo>
                        <a:pt x="753219" y="481858"/>
                      </a:lnTo>
                      <a:lnTo>
                        <a:pt x="755731" y="483142"/>
                      </a:lnTo>
                      <a:lnTo>
                        <a:pt x="754655" y="484323"/>
                      </a:lnTo>
                      <a:lnTo>
                        <a:pt x="756055" y="483247"/>
                      </a:lnTo>
                      <a:lnTo>
                        <a:pt x="758672" y="485053"/>
                      </a:lnTo>
                      <a:lnTo>
                        <a:pt x="760964" y="489081"/>
                      </a:lnTo>
                      <a:lnTo>
                        <a:pt x="766589" y="489324"/>
                      </a:lnTo>
                      <a:lnTo>
                        <a:pt x="764691" y="486719"/>
                      </a:lnTo>
                      <a:lnTo>
                        <a:pt x="772447" y="494637"/>
                      </a:lnTo>
                      <a:lnTo>
                        <a:pt x="768349" y="490620"/>
                      </a:lnTo>
                      <a:lnTo>
                        <a:pt x="768870" y="492449"/>
                      </a:lnTo>
                      <a:lnTo>
                        <a:pt x="765525" y="490400"/>
                      </a:lnTo>
                      <a:lnTo>
                        <a:pt x="766555" y="493040"/>
                      </a:lnTo>
                      <a:lnTo>
                        <a:pt x="761867" y="496663"/>
                      </a:lnTo>
                      <a:lnTo>
                        <a:pt x="756900" y="497115"/>
                      </a:lnTo>
                      <a:lnTo>
                        <a:pt x="755338" y="500819"/>
                      </a:lnTo>
                      <a:lnTo>
                        <a:pt x="750881" y="497890"/>
                      </a:lnTo>
                      <a:lnTo>
                        <a:pt x="754863" y="501629"/>
                      </a:lnTo>
                      <a:lnTo>
                        <a:pt x="757549" y="500935"/>
                      </a:lnTo>
                      <a:lnTo>
                        <a:pt x="758023" y="498920"/>
                      </a:lnTo>
                      <a:lnTo>
                        <a:pt x="763950" y="498920"/>
                      </a:lnTo>
                      <a:lnTo>
                        <a:pt x="764494" y="497010"/>
                      </a:lnTo>
                      <a:lnTo>
                        <a:pt x="767492" y="495783"/>
                      </a:lnTo>
                      <a:lnTo>
                        <a:pt x="771845" y="496941"/>
                      </a:lnTo>
                      <a:lnTo>
                        <a:pt x="784150" y="494718"/>
                      </a:lnTo>
                      <a:lnTo>
                        <a:pt x="786755" y="491581"/>
                      </a:lnTo>
                      <a:lnTo>
                        <a:pt x="793052" y="489011"/>
                      </a:lnTo>
                      <a:lnTo>
                        <a:pt x="798168" y="474843"/>
                      </a:lnTo>
                      <a:lnTo>
                        <a:pt x="798828" y="474217"/>
                      </a:lnTo>
                      <a:lnTo>
                        <a:pt x="800831" y="473095"/>
                      </a:lnTo>
                      <a:lnTo>
                        <a:pt x="811203" y="470941"/>
                      </a:lnTo>
                      <a:lnTo>
                        <a:pt x="808656" y="474217"/>
                      </a:lnTo>
                      <a:lnTo>
                        <a:pt x="808876" y="476081"/>
                      </a:lnTo>
                      <a:lnTo>
                        <a:pt x="808807" y="479392"/>
                      </a:lnTo>
                      <a:lnTo>
                        <a:pt x="804072" y="488664"/>
                      </a:lnTo>
                      <a:lnTo>
                        <a:pt x="787079" y="511932"/>
                      </a:lnTo>
                      <a:lnTo>
                        <a:pt x="778860" y="523183"/>
                      </a:lnTo>
                      <a:lnTo>
                        <a:pt x="776961" y="524955"/>
                      </a:lnTo>
                      <a:lnTo>
                        <a:pt x="773836" y="526992"/>
                      </a:lnTo>
                      <a:lnTo>
                        <a:pt x="772493" y="529122"/>
                      </a:lnTo>
                      <a:lnTo>
                        <a:pt x="764078" y="536959"/>
                      </a:lnTo>
                      <a:lnTo>
                        <a:pt x="763394" y="541844"/>
                      </a:lnTo>
                      <a:lnTo>
                        <a:pt x="758544" y="551475"/>
                      </a:lnTo>
                      <a:lnTo>
                        <a:pt x="744537" y="570656"/>
                      </a:lnTo>
                      <a:lnTo>
                        <a:pt x="740822" y="572254"/>
                      </a:lnTo>
                      <a:lnTo>
                        <a:pt x="732082" y="570760"/>
                      </a:lnTo>
                      <a:lnTo>
                        <a:pt x="725553" y="569637"/>
                      </a:lnTo>
                      <a:lnTo>
                        <a:pt x="725368" y="568109"/>
                      </a:lnTo>
                      <a:lnTo>
                        <a:pt x="727775" y="560516"/>
                      </a:lnTo>
                      <a:lnTo>
                        <a:pt x="729304" y="559948"/>
                      </a:lnTo>
                      <a:lnTo>
                        <a:pt x="729165" y="555457"/>
                      </a:lnTo>
                      <a:lnTo>
                        <a:pt x="732082" y="552493"/>
                      </a:lnTo>
                      <a:lnTo>
                        <a:pt x="734906" y="549646"/>
                      </a:lnTo>
                      <a:lnTo>
                        <a:pt x="734605" y="542133"/>
                      </a:lnTo>
                      <a:lnTo>
                        <a:pt x="732834" y="545803"/>
                      </a:lnTo>
                      <a:lnTo>
                        <a:pt x="732082" y="545004"/>
                      </a:lnTo>
                      <a:lnTo>
                        <a:pt x="731399" y="544263"/>
                      </a:lnTo>
                      <a:lnTo>
                        <a:pt x="725148" y="545039"/>
                      </a:lnTo>
                      <a:lnTo>
                        <a:pt x="723400" y="546254"/>
                      </a:lnTo>
                      <a:lnTo>
                        <a:pt x="721640" y="549345"/>
                      </a:lnTo>
                      <a:lnTo>
                        <a:pt x="721837" y="548164"/>
                      </a:lnTo>
                      <a:lnTo>
                        <a:pt x="720378" y="549229"/>
                      </a:lnTo>
                      <a:lnTo>
                        <a:pt x="714382" y="547447"/>
                      </a:lnTo>
                      <a:lnTo>
                        <a:pt x="703096" y="555168"/>
                      </a:lnTo>
                      <a:lnTo>
                        <a:pt x="700966" y="559046"/>
                      </a:lnTo>
                      <a:lnTo>
                        <a:pt x="695132" y="563560"/>
                      </a:lnTo>
                      <a:lnTo>
                        <a:pt x="684354" y="573654"/>
                      </a:lnTo>
                      <a:lnTo>
                        <a:pt x="681403" y="573249"/>
                      </a:lnTo>
                      <a:lnTo>
                        <a:pt x="681020" y="573087"/>
                      </a:lnTo>
                      <a:lnTo>
                        <a:pt x="680916" y="573180"/>
                      </a:lnTo>
                      <a:lnTo>
                        <a:pt x="680245" y="573087"/>
                      </a:lnTo>
                      <a:lnTo>
                        <a:pt x="679944" y="574187"/>
                      </a:lnTo>
                      <a:lnTo>
                        <a:pt x="679921" y="571848"/>
                      </a:lnTo>
                      <a:lnTo>
                        <a:pt x="671378" y="569406"/>
                      </a:lnTo>
                      <a:lnTo>
                        <a:pt x="661237" y="571814"/>
                      </a:lnTo>
                      <a:lnTo>
                        <a:pt x="659895" y="574164"/>
                      </a:lnTo>
                      <a:lnTo>
                        <a:pt x="661388" y="576398"/>
                      </a:lnTo>
                      <a:lnTo>
                        <a:pt x="661342" y="576421"/>
                      </a:lnTo>
                      <a:lnTo>
                        <a:pt x="658714" y="573932"/>
                      </a:lnTo>
                      <a:lnTo>
                        <a:pt x="654303" y="576537"/>
                      </a:lnTo>
                      <a:lnTo>
                        <a:pt x="657232" y="576016"/>
                      </a:lnTo>
                      <a:lnTo>
                        <a:pt x="656098" y="577266"/>
                      </a:lnTo>
                      <a:lnTo>
                        <a:pt x="653563" y="577127"/>
                      </a:lnTo>
                      <a:lnTo>
                        <a:pt x="648573" y="574198"/>
                      </a:lnTo>
                      <a:lnTo>
                        <a:pt x="645483" y="575287"/>
                      </a:lnTo>
                      <a:lnTo>
                        <a:pt x="641431" y="578840"/>
                      </a:lnTo>
                      <a:lnTo>
                        <a:pt x="641385" y="583147"/>
                      </a:lnTo>
                      <a:lnTo>
                        <a:pt x="641987" y="584524"/>
                      </a:lnTo>
                      <a:lnTo>
                        <a:pt x="648029" y="585126"/>
                      </a:lnTo>
                      <a:lnTo>
                        <a:pt x="641987" y="584663"/>
                      </a:lnTo>
                      <a:lnTo>
                        <a:pt x="639926" y="589675"/>
                      </a:lnTo>
                      <a:lnTo>
                        <a:pt x="633745" y="589872"/>
                      </a:lnTo>
                      <a:lnTo>
                        <a:pt x="631348" y="591516"/>
                      </a:lnTo>
                      <a:lnTo>
                        <a:pt x="626382" y="598704"/>
                      </a:lnTo>
                      <a:lnTo>
                        <a:pt x="626359" y="598739"/>
                      </a:lnTo>
                      <a:lnTo>
                        <a:pt x="626186" y="598959"/>
                      </a:lnTo>
                      <a:lnTo>
                        <a:pt x="620525" y="603717"/>
                      </a:lnTo>
                      <a:lnTo>
                        <a:pt x="619969" y="606923"/>
                      </a:lnTo>
                      <a:lnTo>
                        <a:pt x="615814" y="607896"/>
                      </a:lnTo>
                      <a:lnTo>
                        <a:pt x="604990" y="617168"/>
                      </a:lnTo>
                      <a:lnTo>
                        <a:pt x="604724" y="617631"/>
                      </a:lnTo>
                      <a:lnTo>
                        <a:pt x="602339" y="621902"/>
                      </a:lnTo>
                      <a:lnTo>
                        <a:pt x="603960" y="622921"/>
                      </a:lnTo>
                      <a:lnTo>
                        <a:pt x="606159" y="625815"/>
                      </a:lnTo>
                      <a:lnTo>
                        <a:pt x="603705" y="623014"/>
                      </a:lnTo>
                      <a:lnTo>
                        <a:pt x="599631" y="622435"/>
                      </a:lnTo>
                      <a:lnTo>
                        <a:pt x="603589" y="623187"/>
                      </a:lnTo>
                      <a:lnTo>
                        <a:pt x="606067" y="625954"/>
                      </a:lnTo>
                      <a:lnTo>
                        <a:pt x="606495" y="626035"/>
                      </a:lnTo>
                      <a:lnTo>
                        <a:pt x="600788" y="630885"/>
                      </a:lnTo>
                      <a:lnTo>
                        <a:pt x="599862" y="635898"/>
                      </a:lnTo>
                      <a:lnTo>
                        <a:pt x="596378" y="637310"/>
                      </a:lnTo>
                      <a:lnTo>
                        <a:pt x="594109" y="640794"/>
                      </a:lnTo>
                      <a:lnTo>
                        <a:pt x="594201" y="642762"/>
                      </a:lnTo>
                      <a:lnTo>
                        <a:pt x="595139" y="639776"/>
                      </a:lnTo>
                      <a:lnTo>
                        <a:pt x="598647" y="637148"/>
                      </a:lnTo>
                      <a:lnTo>
                        <a:pt x="604597" y="634196"/>
                      </a:lnTo>
                      <a:lnTo>
                        <a:pt x="607988" y="629577"/>
                      </a:lnTo>
                      <a:lnTo>
                        <a:pt x="618916" y="621891"/>
                      </a:lnTo>
                      <a:lnTo>
                        <a:pt x="622261" y="617631"/>
                      </a:lnTo>
                      <a:lnTo>
                        <a:pt x="623188" y="616439"/>
                      </a:lnTo>
                      <a:lnTo>
                        <a:pt x="622215" y="614529"/>
                      </a:lnTo>
                      <a:lnTo>
                        <a:pt x="622308" y="614436"/>
                      </a:lnTo>
                      <a:lnTo>
                        <a:pt x="624287" y="615536"/>
                      </a:lnTo>
                      <a:lnTo>
                        <a:pt x="626382" y="612920"/>
                      </a:lnTo>
                      <a:lnTo>
                        <a:pt x="633062" y="604573"/>
                      </a:lnTo>
                      <a:lnTo>
                        <a:pt x="662464" y="582846"/>
                      </a:lnTo>
                      <a:lnTo>
                        <a:pt x="668785" y="580333"/>
                      </a:lnTo>
                      <a:lnTo>
                        <a:pt x="671389" y="581364"/>
                      </a:lnTo>
                      <a:lnTo>
                        <a:pt x="684262" y="579720"/>
                      </a:lnTo>
                      <a:lnTo>
                        <a:pt x="683243" y="587140"/>
                      </a:lnTo>
                      <a:lnTo>
                        <a:pt x="685281" y="590300"/>
                      </a:lnTo>
                      <a:lnTo>
                        <a:pt x="684030" y="590856"/>
                      </a:lnTo>
                      <a:lnTo>
                        <a:pt x="708895" y="587163"/>
                      </a:lnTo>
                      <a:lnTo>
                        <a:pt x="717577" y="581341"/>
                      </a:lnTo>
                      <a:lnTo>
                        <a:pt x="722948" y="579928"/>
                      </a:lnTo>
                      <a:lnTo>
                        <a:pt x="724939" y="576259"/>
                      </a:lnTo>
                      <a:lnTo>
                        <a:pt x="728123" y="578944"/>
                      </a:lnTo>
                      <a:lnTo>
                        <a:pt x="732082" y="578875"/>
                      </a:lnTo>
                      <a:lnTo>
                        <a:pt x="735740" y="578817"/>
                      </a:lnTo>
                      <a:lnTo>
                        <a:pt x="736261" y="578863"/>
                      </a:lnTo>
                      <a:lnTo>
                        <a:pt x="737569" y="579813"/>
                      </a:lnTo>
                      <a:lnTo>
                        <a:pt x="738263" y="580866"/>
                      </a:lnTo>
                      <a:lnTo>
                        <a:pt x="733170" y="588471"/>
                      </a:lnTo>
                      <a:lnTo>
                        <a:pt x="732082" y="589351"/>
                      </a:lnTo>
                      <a:lnTo>
                        <a:pt x="730426" y="590694"/>
                      </a:lnTo>
                      <a:lnTo>
                        <a:pt x="728401" y="591562"/>
                      </a:lnTo>
                      <a:lnTo>
                        <a:pt x="723492" y="596262"/>
                      </a:lnTo>
                      <a:lnTo>
                        <a:pt x="721212" y="598102"/>
                      </a:lnTo>
                      <a:lnTo>
                        <a:pt x="714487" y="608382"/>
                      </a:lnTo>
                      <a:lnTo>
                        <a:pt x="710088" y="613267"/>
                      </a:lnTo>
                      <a:lnTo>
                        <a:pt x="705862" y="617631"/>
                      </a:lnTo>
                      <a:lnTo>
                        <a:pt x="703026" y="620583"/>
                      </a:lnTo>
                      <a:lnTo>
                        <a:pt x="699264" y="630689"/>
                      </a:lnTo>
                      <a:lnTo>
                        <a:pt x="701799" y="636604"/>
                      </a:lnTo>
                      <a:lnTo>
                        <a:pt x="705770" y="640285"/>
                      </a:lnTo>
                      <a:lnTo>
                        <a:pt x="705550" y="640227"/>
                      </a:lnTo>
                      <a:lnTo>
                        <a:pt x="698350" y="637484"/>
                      </a:lnTo>
                      <a:lnTo>
                        <a:pt x="693939" y="637680"/>
                      </a:lnTo>
                      <a:lnTo>
                        <a:pt x="692724" y="637414"/>
                      </a:lnTo>
                      <a:lnTo>
                        <a:pt x="692133" y="637762"/>
                      </a:lnTo>
                      <a:lnTo>
                        <a:pt x="690316" y="637842"/>
                      </a:lnTo>
                      <a:lnTo>
                        <a:pt x="679388" y="644117"/>
                      </a:lnTo>
                      <a:lnTo>
                        <a:pt x="678867" y="651722"/>
                      </a:lnTo>
                      <a:lnTo>
                        <a:pt x="674631" y="656086"/>
                      </a:lnTo>
                      <a:lnTo>
                        <a:pt x="659189" y="651826"/>
                      </a:lnTo>
                      <a:lnTo>
                        <a:pt x="654477" y="653227"/>
                      </a:lnTo>
                      <a:lnTo>
                        <a:pt x="656352" y="654350"/>
                      </a:lnTo>
                      <a:lnTo>
                        <a:pt x="655160" y="656063"/>
                      </a:lnTo>
                      <a:lnTo>
                        <a:pt x="660855" y="654963"/>
                      </a:lnTo>
                      <a:lnTo>
                        <a:pt x="662082" y="657128"/>
                      </a:lnTo>
                      <a:lnTo>
                        <a:pt x="665115" y="657903"/>
                      </a:lnTo>
                      <a:lnTo>
                        <a:pt x="670266" y="657140"/>
                      </a:lnTo>
                      <a:lnTo>
                        <a:pt x="672836" y="660797"/>
                      </a:lnTo>
                      <a:lnTo>
                        <a:pt x="668380" y="669341"/>
                      </a:lnTo>
                      <a:lnTo>
                        <a:pt x="666435" y="672084"/>
                      </a:lnTo>
                      <a:lnTo>
                        <a:pt x="664548" y="672582"/>
                      </a:lnTo>
                      <a:lnTo>
                        <a:pt x="659165" y="681993"/>
                      </a:lnTo>
                      <a:lnTo>
                        <a:pt x="647751" y="678960"/>
                      </a:lnTo>
                      <a:lnTo>
                        <a:pt x="635053" y="680233"/>
                      </a:lnTo>
                      <a:lnTo>
                        <a:pt x="626382" y="678323"/>
                      </a:lnTo>
                      <a:lnTo>
                        <a:pt x="624484" y="677907"/>
                      </a:lnTo>
                      <a:lnTo>
                        <a:pt x="618522" y="673762"/>
                      </a:lnTo>
                      <a:lnTo>
                        <a:pt x="615767" y="673890"/>
                      </a:lnTo>
                      <a:lnTo>
                        <a:pt x="615744" y="676055"/>
                      </a:lnTo>
                      <a:lnTo>
                        <a:pt x="614726" y="673670"/>
                      </a:lnTo>
                      <a:lnTo>
                        <a:pt x="606831" y="676135"/>
                      </a:lnTo>
                      <a:lnTo>
                        <a:pt x="601379" y="677895"/>
                      </a:lnTo>
                      <a:lnTo>
                        <a:pt x="598519" y="683567"/>
                      </a:lnTo>
                      <a:lnTo>
                        <a:pt x="595405" y="682039"/>
                      </a:lnTo>
                      <a:lnTo>
                        <a:pt x="596540" y="682931"/>
                      </a:lnTo>
                      <a:lnTo>
                        <a:pt x="595359" y="683428"/>
                      </a:lnTo>
                      <a:lnTo>
                        <a:pt x="597269" y="683972"/>
                      </a:lnTo>
                      <a:lnTo>
                        <a:pt x="595428" y="686137"/>
                      </a:lnTo>
                      <a:lnTo>
                        <a:pt x="594549" y="689147"/>
                      </a:lnTo>
                      <a:lnTo>
                        <a:pt x="589131" y="688568"/>
                      </a:lnTo>
                      <a:lnTo>
                        <a:pt x="588136" y="690386"/>
                      </a:lnTo>
                      <a:lnTo>
                        <a:pt x="590231" y="692689"/>
                      </a:lnTo>
                      <a:lnTo>
                        <a:pt x="588830" y="693210"/>
                      </a:lnTo>
                      <a:lnTo>
                        <a:pt x="586886" y="691138"/>
                      </a:lnTo>
                      <a:lnTo>
                        <a:pt x="586203" y="694391"/>
                      </a:lnTo>
                      <a:lnTo>
                        <a:pt x="582278" y="695282"/>
                      </a:lnTo>
                      <a:lnTo>
                        <a:pt x="581896" y="697134"/>
                      </a:lnTo>
                      <a:lnTo>
                        <a:pt x="582556" y="695502"/>
                      </a:lnTo>
                      <a:lnTo>
                        <a:pt x="586214" y="694530"/>
                      </a:lnTo>
                      <a:lnTo>
                        <a:pt x="590729" y="693001"/>
                      </a:lnTo>
                      <a:lnTo>
                        <a:pt x="590023" y="689749"/>
                      </a:lnTo>
                      <a:lnTo>
                        <a:pt x="595127" y="690547"/>
                      </a:lnTo>
                      <a:lnTo>
                        <a:pt x="595834" y="686762"/>
                      </a:lnTo>
                      <a:lnTo>
                        <a:pt x="602478" y="681796"/>
                      </a:lnTo>
                      <a:lnTo>
                        <a:pt x="608382" y="686218"/>
                      </a:lnTo>
                      <a:lnTo>
                        <a:pt x="611021" y="691994"/>
                      </a:lnTo>
                      <a:lnTo>
                        <a:pt x="613082" y="693071"/>
                      </a:lnTo>
                      <a:lnTo>
                        <a:pt x="626382" y="690837"/>
                      </a:lnTo>
                      <a:lnTo>
                        <a:pt x="628593" y="690466"/>
                      </a:lnTo>
                      <a:lnTo>
                        <a:pt x="632969" y="693280"/>
                      </a:lnTo>
                      <a:lnTo>
                        <a:pt x="635145" y="691416"/>
                      </a:lnTo>
                      <a:lnTo>
                        <a:pt x="641975" y="692863"/>
                      </a:lnTo>
                      <a:lnTo>
                        <a:pt x="651085" y="688626"/>
                      </a:lnTo>
                      <a:lnTo>
                        <a:pt x="650402" y="688082"/>
                      </a:lnTo>
                      <a:lnTo>
                        <a:pt x="650703" y="687700"/>
                      </a:lnTo>
                      <a:lnTo>
                        <a:pt x="653597" y="687908"/>
                      </a:lnTo>
                      <a:lnTo>
                        <a:pt x="655264" y="685107"/>
                      </a:lnTo>
                      <a:lnTo>
                        <a:pt x="657174" y="686148"/>
                      </a:lnTo>
                      <a:lnTo>
                        <a:pt x="658054" y="685049"/>
                      </a:lnTo>
                      <a:lnTo>
                        <a:pt x="657603" y="687561"/>
                      </a:lnTo>
                      <a:lnTo>
                        <a:pt x="659570" y="690443"/>
                      </a:lnTo>
                      <a:lnTo>
                        <a:pt x="658830" y="693326"/>
                      </a:lnTo>
                      <a:lnTo>
                        <a:pt x="659304" y="693106"/>
                      </a:lnTo>
                      <a:lnTo>
                        <a:pt x="660242" y="690571"/>
                      </a:lnTo>
                      <a:lnTo>
                        <a:pt x="658343" y="686542"/>
                      </a:lnTo>
                      <a:lnTo>
                        <a:pt x="663622" y="684701"/>
                      </a:lnTo>
                      <a:lnTo>
                        <a:pt x="666759" y="686843"/>
                      </a:lnTo>
                      <a:lnTo>
                        <a:pt x="667338" y="685801"/>
                      </a:lnTo>
                      <a:lnTo>
                        <a:pt x="670903" y="690339"/>
                      </a:lnTo>
                      <a:lnTo>
                        <a:pt x="672524" y="689702"/>
                      </a:lnTo>
                      <a:lnTo>
                        <a:pt x="672223" y="692469"/>
                      </a:lnTo>
                      <a:lnTo>
                        <a:pt x="673381" y="692550"/>
                      </a:lnTo>
                      <a:lnTo>
                        <a:pt x="673728" y="692457"/>
                      </a:lnTo>
                      <a:lnTo>
                        <a:pt x="673913" y="692446"/>
                      </a:lnTo>
                      <a:lnTo>
                        <a:pt x="680685" y="689124"/>
                      </a:lnTo>
                      <a:lnTo>
                        <a:pt x="685940" y="683151"/>
                      </a:lnTo>
                      <a:lnTo>
                        <a:pt x="687052" y="672501"/>
                      </a:lnTo>
                      <a:lnTo>
                        <a:pt x="693083" y="674839"/>
                      </a:lnTo>
                      <a:lnTo>
                        <a:pt x="697956" y="674237"/>
                      </a:lnTo>
                      <a:lnTo>
                        <a:pt x="699669" y="671690"/>
                      </a:lnTo>
                      <a:lnTo>
                        <a:pt x="696208" y="672246"/>
                      </a:lnTo>
                      <a:lnTo>
                        <a:pt x="701545" y="663252"/>
                      </a:lnTo>
                      <a:lnTo>
                        <a:pt x="701683" y="663101"/>
                      </a:lnTo>
                      <a:lnTo>
                        <a:pt x="717901" y="653076"/>
                      </a:lnTo>
                      <a:lnTo>
                        <a:pt x="721548" y="649002"/>
                      </a:lnTo>
                      <a:lnTo>
                        <a:pt x="722474" y="644406"/>
                      </a:lnTo>
                      <a:lnTo>
                        <a:pt x="719742" y="639151"/>
                      </a:lnTo>
                      <a:lnTo>
                        <a:pt x="715934" y="635747"/>
                      </a:lnTo>
                      <a:lnTo>
                        <a:pt x="710817" y="635006"/>
                      </a:lnTo>
                      <a:lnTo>
                        <a:pt x="716605" y="630735"/>
                      </a:lnTo>
                      <a:lnTo>
                        <a:pt x="729813" y="630063"/>
                      </a:lnTo>
                      <a:lnTo>
                        <a:pt x="728933" y="626892"/>
                      </a:lnTo>
                      <a:lnTo>
                        <a:pt x="731133" y="625155"/>
                      </a:lnTo>
                      <a:lnTo>
                        <a:pt x="732082" y="625711"/>
                      </a:lnTo>
                      <a:lnTo>
                        <a:pt x="741377" y="631082"/>
                      </a:lnTo>
                      <a:lnTo>
                        <a:pt x="744086" y="634543"/>
                      </a:lnTo>
                      <a:lnTo>
                        <a:pt x="748936" y="633073"/>
                      </a:lnTo>
                      <a:lnTo>
                        <a:pt x="744341" y="632205"/>
                      </a:lnTo>
                      <a:lnTo>
                        <a:pt x="742049" y="629855"/>
                      </a:lnTo>
                      <a:lnTo>
                        <a:pt x="732603" y="624252"/>
                      </a:lnTo>
                      <a:lnTo>
                        <a:pt x="732626" y="624241"/>
                      </a:lnTo>
                      <a:lnTo>
                        <a:pt x="742373" y="629207"/>
                      </a:lnTo>
                      <a:lnTo>
                        <a:pt x="746378" y="630781"/>
                      </a:lnTo>
                      <a:lnTo>
                        <a:pt x="747431" y="631360"/>
                      </a:lnTo>
                      <a:lnTo>
                        <a:pt x="750302" y="632321"/>
                      </a:lnTo>
                      <a:lnTo>
                        <a:pt x="756947" y="634925"/>
                      </a:lnTo>
                      <a:lnTo>
                        <a:pt x="778871" y="632830"/>
                      </a:lnTo>
                      <a:lnTo>
                        <a:pt x="779219" y="631696"/>
                      </a:lnTo>
                      <a:lnTo>
                        <a:pt x="787970" y="629068"/>
                      </a:lnTo>
                      <a:lnTo>
                        <a:pt x="796004" y="621833"/>
                      </a:lnTo>
                      <a:lnTo>
                        <a:pt x="798562" y="621926"/>
                      </a:lnTo>
                      <a:lnTo>
                        <a:pt x="798342" y="620027"/>
                      </a:lnTo>
                      <a:lnTo>
                        <a:pt x="800704" y="617631"/>
                      </a:lnTo>
                      <a:lnTo>
                        <a:pt x="805311" y="612978"/>
                      </a:lnTo>
                      <a:lnTo>
                        <a:pt x="799222" y="614656"/>
                      </a:lnTo>
                      <a:lnTo>
                        <a:pt x="796038" y="617631"/>
                      </a:lnTo>
                      <a:lnTo>
                        <a:pt x="790112" y="623199"/>
                      </a:lnTo>
                      <a:lnTo>
                        <a:pt x="793804" y="617631"/>
                      </a:lnTo>
                      <a:lnTo>
                        <a:pt x="798678" y="614216"/>
                      </a:lnTo>
                      <a:lnTo>
                        <a:pt x="806920" y="611484"/>
                      </a:lnTo>
                      <a:lnTo>
                        <a:pt x="807244" y="611160"/>
                      </a:lnTo>
                      <a:lnTo>
                        <a:pt x="810636" y="609979"/>
                      </a:lnTo>
                      <a:lnTo>
                        <a:pt x="820024" y="601957"/>
                      </a:lnTo>
                      <a:lnTo>
                        <a:pt x="821482" y="601656"/>
                      </a:lnTo>
                      <a:lnTo>
                        <a:pt x="823635" y="602177"/>
                      </a:lnTo>
                      <a:lnTo>
                        <a:pt x="820973" y="602015"/>
                      </a:lnTo>
                      <a:lnTo>
                        <a:pt x="816227" y="605407"/>
                      </a:lnTo>
                      <a:lnTo>
                        <a:pt x="811180" y="610049"/>
                      </a:lnTo>
                      <a:lnTo>
                        <a:pt x="813321" y="610778"/>
                      </a:lnTo>
                      <a:lnTo>
                        <a:pt x="829713" y="601216"/>
                      </a:lnTo>
                      <a:lnTo>
                        <a:pt x="831877" y="599040"/>
                      </a:lnTo>
                      <a:lnTo>
                        <a:pt x="830928" y="597153"/>
                      </a:lnTo>
                      <a:lnTo>
                        <a:pt x="834007" y="594595"/>
                      </a:lnTo>
                      <a:lnTo>
                        <a:pt x="823635" y="597975"/>
                      </a:lnTo>
                      <a:lnTo>
                        <a:pt x="825962" y="596111"/>
                      </a:lnTo>
                      <a:lnTo>
                        <a:pt x="832885" y="593901"/>
                      </a:lnTo>
                      <a:lnTo>
                        <a:pt x="837793" y="593241"/>
                      </a:lnTo>
                      <a:lnTo>
                        <a:pt x="848431" y="591805"/>
                      </a:lnTo>
                      <a:lnTo>
                        <a:pt x="851811" y="592210"/>
                      </a:lnTo>
                      <a:lnTo>
                        <a:pt x="856013" y="596632"/>
                      </a:lnTo>
                      <a:lnTo>
                        <a:pt x="853663" y="601402"/>
                      </a:lnTo>
                      <a:lnTo>
                        <a:pt x="854462" y="602849"/>
                      </a:lnTo>
                      <a:lnTo>
                        <a:pt x="849102" y="603103"/>
                      </a:lnTo>
                      <a:lnTo>
                        <a:pt x="847354" y="605523"/>
                      </a:lnTo>
                      <a:lnTo>
                        <a:pt x="849114" y="604527"/>
                      </a:lnTo>
                      <a:lnTo>
                        <a:pt x="850619" y="605036"/>
                      </a:lnTo>
                      <a:lnTo>
                        <a:pt x="848963" y="605685"/>
                      </a:lnTo>
                      <a:lnTo>
                        <a:pt x="852378" y="605951"/>
                      </a:lnTo>
                      <a:lnTo>
                        <a:pt x="850156" y="609841"/>
                      </a:lnTo>
                      <a:lnTo>
                        <a:pt x="855272" y="606564"/>
                      </a:lnTo>
                      <a:lnTo>
                        <a:pt x="854636" y="608382"/>
                      </a:lnTo>
                      <a:lnTo>
                        <a:pt x="859625" y="608312"/>
                      </a:lnTo>
                      <a:lnTo>
                        <a:pt x="864359" y="611519"/>
                      </a:lnTo>
                      <a:lnTo>
                        <a:pt x="868214" y="607988"/>
                      </a:lnTo>
                      <a:lnTo>
                        <a:pt x="866559" y="601784"/>
                      </a:lnTo>
                      <a:lnTo>
                        <a:pt x="854647" y="592176"/>
                      </a:lnTo>
                      <a:lnTo>
                        <a:pt x="878250" y="593379"/>
                      </a:lnTo>
                      <a:lnTo>
                        <a:pt x="881388" y="592326"/>
                      </a:lnTo>
                      <a:lnTo>
                        <a:pt x="882221" y="592268"/>
                      </a:lnTo>
                      <a:lnTo>
                        <a:pt x="883876" y="591481"/>
                      </a:lnTo>
                      <a:lnTo>
                        <a:pt x="888923" y="589791"/>
                      </a:lnTo>
                      <a:lnTo>
                        <a:pt x="889224" y="589698"/>
                      </a:lnTo>
                      <a:lnTo>
                        <a:pt x="896274" y="580403"/>
                      </a:lnTo>
                      <a:lnTo>
                        <a:pt x="897617" y="571559"/>
                      </a:lnTo>
                      <a:lnTo>
                        <a:pt x="894966" y="570668"/>
                      </a:lnTo>
                      <a:lnTo>
                        <a:pt x="894885" y="569198"/>
                      </a:lnTo>
                      <a:lnTo>
                        <a:pt x="895140" y="568734"/>
                      </a:lnTo>
                      <a:lnTo>
                        <a:pt x="899932" y="570031"/>
                      </a:lnTo>
                      <a:lnTo>
                        <a:pt x="907491" y="569174"/>
                      </a:lnTo>
                      <a:lnTo>
                        <a:pt x="913777" y="566188"/>
                      </a:lnTo>
                      <a:lnTo>
                        <a:pt x="913858" y="564787"/>
                      </a:lnTo>
                      <a:lnTo>
                        <a:pt x="914043" y="564660"/>
                      </a:lnTo>
                      <a:lnTo>
                        <a:pt x="917180" y="565296"/>
                      </a:lnTo>
                      <a:lnTo>
                        <a:pt x="919970" y="562842"/>
                      </a:lnTo>
                      <a:lnTo>
                        <a:pt x="922146" y="564162"/>
                      </a:lnTo>
                      <a:lnTo>
                        <a:pt x="943145" y="557784"/>
                      </a:lnTo>
                      <a:lnTo>
                        <a:pt x="943492" y="557853"/>
                      </a:lnTo>
                      <a:lnTo>
                        <a:pt x="956503" y="560388"/>
                      </a:lnTo>
                      <a:lnTo>
                        <a:pt x="960995" y="557726"/>
                      </a:lnTo>
                      <a:lnTo>
                        <a:pt x="964549" y="558571"/>
                      </a:lnTo>
                      <a:lnTo>
                        <a:pt x="964537" y="559138"/>
                      </a:lnTo>
                      <a:lnTo>
                        <a:pt x="962835" y="562171"/>
                      </a:lnTo>
                      <a:lnTo>
                        <a:pt x="970765" y="569649"/>
                      </a:lnTo>
                      <a:lnTo>
                        <a:pt x="964016" y="561303"/>
                      </a:lnTo>
                      <a:lnTo>
                        <a:pt x="979204" y="571964"/>
                      </a:lnTo>
                      <a:lnTo>
                        <a:pt x="994159" y="578620"/>
                      </a:lnTo>
                      <a:lnTo>
                        <a:pt x="996348" y="579824"/>
                      </a:lnTo>
                      <a:lnTo>
                        <a:pt x="1002506" y="582336"/>
                      </a:lnTo>
                      <a:lnTo>
                        <a:pt x="1008653" y="585068"/>
                      </a:lnTo>
                      <a:lnTo>
                        <a:pt x="1009961" y="585357"/>
                      </a:lnTo>
                      <a:lnTo>
                        <a:pt x="1013700" y="586886"/>
                      </a:lnTo>
                      <a:lnTo>
                        <a:pt x="1016709" y="586874"/>
                      </a:lnTo>
                      <a:lnTo>
                        <a:pt x="1018238" y="587210"/>
                      </a:lnTo>
                      <a:lnTo>
                        <a:pt x="1020194" y="588853"/>
                      </a:lnTo>
                      <a:lnTo>
                        <a:pt x="1017879" y="588425"/>
                      </a:lnTo>
                      <a:lnTo>
                        <a:pt x="1018330" y="592083"/>
                      </a:lnTo>
                      <a:lnTo>
                        <a:pt x="1019557" y="589235"/>
                      </a:lnTo>
                      <a:lnTo>
                        <a:pt x="1020541" y="590983"/>
                      </a:lnTo>
                      <a:lnTo>
                        <a:pt x="1022405" y="590671"/>
                      </a:lnTo>
                      <a:lnTo>
                        <a:pt x="1020020" y="587893"/>
                      </a:lnTo>
                      <a:lnTo>
                        <a:pt x="1042906" y="595371"/>
                      </a:lnTo>
                      <a:lnTo>
                        <a:pt x="1047872" y="593704"/>
                      </a:lnTo>
                      <a:lnTo>
                        <a:pt x="1050152" y="593275"/>
                      </a:lnTo>
                      <a:lnTo>
                        <a:pt x="1050441" y="592847"/>
                      </a:lnTo>
                      <a:lnTo>
                        <a:pt x="1051877" y="592372"/>
                      </a:lnTo>
                      <a:lnTo>
                        <a:pt x="1059540" y="587279"/>
                      </a:lnTo>
                      <a:lnTo>
                        <a:pt x="1063071" y="586758"/>
                      </a:lnTo>
                      <a:lnTo>
                        <a:pt x="1063187" y="586654"/>
                      </a:lnTo>
                      <a:lnTo>
                        <a:pt x="1064414" y="586527"/>
                      </a:lnTo>
                      <a:lnTo>
                        <a:pt x="1066856" y="584732"/>
                      </a:lnTo>
                      <a:lnTo>
                        <a:pt x="1064506" y="585415"/>
                      </a:lnTo>
                      <a:lnTo>
                        <a:pt x="1065062" y="584895"/>
                      </a:lnTo>
                      <a:lnTo>
                        <a:pt x="1067041" y="583806"/>
                      </a:lnTo>
                      <a:lnTo>
                        <a:pt x="1073038" y="582128"/>
                      </a:lnTo>
                      <a:lnTo>
                        <a:pt x="1075608" y="577231"/>
                      </a:lnTo>
                      <a:lnTo>
                        <a:pt x="1076441" y="575900"/>
                      </a:lnTo>
                      <a:lnTo>
                        <a:pt x="1078791" y="575448"/>
                      </a:lnTo>
                      <a:lnTo>
                        <a:pt x="1082055" y="575877"/>
                      </a:lnTo>
                      <a:lnTo>
                        <a:pt x="1082935" y="574661"/>
                      </a:lnTo>
                      <a:lnTo>
                        <a:pt x="1084903" y="574279"/>
                      </a:lnTo>
                      <a:lnTo>
                        <a:pt x="1084996" y="574488"/>
                      </a:lnTo>
                      <a:lnTo>
                        <a:pt x="1085540" y="574164"/>
                      </a:lnTo>
                      <a:lnTo>
                        <a:pt x="1088040" y="573689"/>
                      </a:lnTo>
                      <a:lnTo>
                        <a:pt x="1090425" y="571490"/>
                      </a:lnTo>
                      <a:lnTo>
                        <a:pt x="1090587" y="571536"/>
                      </a:lnTo>
                      <a:lnTo>
                        <a:pt x="1092983" y="572774"/>
                      </a:lnTo>
                      <a:lnTo>
                        <a:pt x="1098667" y="570864"/>
                      </a:lnTo>
                      <a:lnTo>
                        <a:pt x="1098840" y="570980"/>
                      </a:lnTo>
                      <a:lnTo>
                        <a:pt x="1099338" y="570598"/>
                      </a:lnTo>
                      <a:lnTo>
                        <a:pt x="1099327" y="570807"/>
                      </a:lnTo>
                      <a:lnTo>
                        <a:pt x="1098875" y="570992"/>
                      </a:lnTo>
                      <a:lnTo>
                        <a:pt x="1099847" y="571571"/>
                      </a:lnTo>
                      <a:lnTo>
                        <a:pt x="1100172" y="573075"/>
                      </a:lnTo>
                      <a:lnTo>
                        <a:pt x="1100148" y="575645"/>
                      </a:lnTo>
                      <a:lnTo>
                        <a:pt x="1103818" y="578296"/>
                      </a:lnTo>
                      <a:lnTo>
                        <a:pt x="1107129" y="579234"/>
                      </a:lnTo>
                      <a:lnTo>
                        <a:pt x="1112650" y="576641"/>
                      </a:lnTo>
                      <a:lnTo>
                        <a:pt x="1114294" y="577787"/>
                      </a:lnTo>
                      <a:lnTo>
                        <a:pt x="1114317" y="577775"/>
                      </a:lnTo>
                      <a:lnTo>
                        <a:pt x="1117246" y="574592"/>
                      </a:lnTo>
                      <a:lnTo>
                        <a:pt x="1118566" y="576027"/>
                      </a:lnTo>
                      <a:lnTo>
                        <a:pt x="1118496" y="576421"/>
                      </a:lnTo>
                      <a:lnTo>
                        <a:pt x="1119955" y="577544"/>
                      </a:lnTo>
                      <a:lnTo>
                        <a:pt x="1121738" y="579465"/>
                      </a:lnTo>
                      <a:lnTo>
                        <a:pt x="1127815" y="578389"/>
                      </a:lnTo>
                      <a:lnTo>
                        <a:pt x="1127896" y="578585"/>
                      </a:lnTo>
                      <a:lnTo>
                        <a:pt x="1128185" y="579732"/>
                      </a:lnTo>
                      <a:lnTo>
                        <a:pt x="1128266" y="579604"/>
                      </a:lnTo>
                      <a:lnTo>
                        <a:pt x="1128208" y="579847"/>
                      </a:lnTo>
                      <a:lnTo>
                        <a:pt x="1128440" y="580739"/>
                      </a:lnTo>
                      <a:lnTo>
                        <a:pt x="1130836" y="580438"/>
                      </a:lnTo>
                      <a:lnTo>
                        <a:pt x="1130882" y="580530"/>
                      </a:lnTo>
                      <a:lnTo>
                        <a:pt x="1131253" y="585346"/>
                      </a:lnTo>
                      <a:lnTo>
                        <a:pt x="1133464" y="585797"/>
                      </a:lnTo>
                      <a:lnTo>
                        <a:pt x="1141798" y="579523"/>
                      </a:lnTo>
                      <a:lnTo>
                        <a:pt x="1144137" y="583482"/>
                      </a:lnTo>
                      <a:lnTo>
                        <a:pt x="1148119" y="584478"/>
                      </a:lnTo>
                      <a:lnTo>
                        <a:pt x="1150353" y="583100"/>
                      </a:lnTo>
                      <a:lnTo>
                        <a:pt x="1150469" y="583100"/>
                      </a:lnTo>
                      <a:lnTo>
                        <a:pt x="1151036" y="584559"/>
                      </a:lnTo>
                      <a:lnTo>
                        <a:pt x="1151048" y="584941"/>
                      </a:lnTo>
                      <a:lnTo>
                        <a:pt x="1151163" y="584860"/>
                      </a:lnTo>
                      <a:lnTo>
                        <a:pt x="1151395" y="585450"/>
                      </a:lnTo>
                      <a:lnTo>
                        <a:pt x="1154902" y="582336"/>
                      </a:lnTo>
                      <a:lnTo>
                        <a:pt x="1156095" y="581271"/>
                      </a:lnTo>
                      <a:lnTo>
                        <a:pt x="1156534" y="580959"/>
                      </a:lnTo>
                      <a:lnTo>
                        <a:pt x="1158329" y="583332"/>
                      </a:lnTo>
                      <a:lnTo>
                        <a:pt x="1158780" y="583262"/>
                      </a:lnTo>
                      <a:lnTo>
                        <a:pt x="1158965" y="583227"/>
                      </a:lnTo>
                      <a:lnTo>
                        <a:pt x="1162392" y="582683"/>
                      </a:lnTo>
                      <a:lnTo>
                        <a:pt x="1162519" y="584975"/>
                      </a:lnTo>
                      <a:lnTo>
                        <a:pt x="1163109" y="584895"/>
                      </a:lnTo>
                      <a:lnTo>
                        <a:pt x="1163538" y="585138"/>
                      </a:lnTo>
                      <a:lnTo>
                        <a:pt x="1162832" y="586515"/>
                      </a:lnTo>
                      <a:lnTo>
                        <a:pt x="1164476" y="585670"/>
                      </a:lnTo>
                      <a:lnTo>
                        <a:pt x="1165680" y="587117"/>
                      </a:lnTo>
                      <a:lnTo>
                        <a:pt x="1172092" y="586503"/>
                      </a:lnTo>
                      <a:lnTo>
                        <a:pt x="1173366" y="587198"/>
                      </a:lnTo>
                      <a:lnTo>
                        <a:pt x="1173771" y="587869"/>
                      </a:lnTo>
                      <a:lnTo>
                        <a:pt x="1178286" y="586121"/>
                      </a:lnTo>
                      <a:lnTo>
                        <a:pt x="1179050" y="586585"/>
                      </a:lnTo>
                      <a:lnTo>
                        <a:pt x="1179918" y="587765"/>
                      </a:lnTo>
                      <a:lnTo>
                        <a:pt x="1181272" y="587927"/>
                      </a:lnTo>
                      <a:lnTo>
                        <a:pt x="1182789" y="588853"/>
                      </a:lnTo>
                      <a:lnTo>
                        <a:pt x="1183460" y="588193"/>
                      </a:lnTo>
                      <a:lnTo>
                        <a:pt x="1183529" y="588205"/>
                      </a:lnTo>
                      <a:lnTo>
                        <a:pt x="1183819" y="587846"/>
                      </a:lnTo>
                      <a:lnTo>
                        <a:pt x="1185868" y="585832"/>
                      </a:lnTo>
                      <a:lnTo>
                        <a:pt x="1187986" y="590335"/>
                      </a:lnTo>
                      <a:lnTo>
                        <a:pt x="1192281" y="592963"/>
                      </a:lnTo>
                      <a:lnTo>
                        <a:pt x="1195788" y="593009"/>
                      </a:lnTo>
                      <a:lnTo>
                        <a:pt x="1196680" y="593275"/>
                      </a:lnTo>
                      <a:lnTo>
                        <a:pt x="1197640" y="593032"/>
                      </a:lnTo>
                      <a:lnTo>
                        <a:pt x="1202143" y="593102"/>
                      </a:lnTo>
                      <a:lnTo>
                        <a:pt x="1202861" y="595000"/>
                      </a:lnTo>
                      <a:lnTo>
                        <a:pt x="1203463" y="595162"/>
                      </a:lnTo>
                      <a:lnTo>
                        <a:pt x="1204783" y="598311"/>
                      </a:lnTo>
                      <a:lnTo>
                        <a:pt x="1204933" y="598647"/>
                      </a:lnTo>
                      <a:lnTo>
                        <a:pt x="1204725" y="599029"/>
                      </a:lnTo>
                      <a:lnTo>
                        <a:pt x="1203243" y="601784"/>
                      </a:lnTo>
                      <a:lnTo>
                        <a:pt x="1202954" y="602015"/>
                      </a:lnTo>
                      <a:lnTo>
                        <a:pt x="1202884" y="602096"/>
                      </a:lnTo>
                      <a:lnTo>
                        <a:pt x="1202780" y="602189"/>
                      </a:lnTo>
                      <a:lnTo>
                        <a:pt x="1202294" y="602617"/>
                      </a:lnTo>
                      <a:lnTo>
                        <a:pt x="1202120" y="602791"/>
                      </a:lnTo>
                      <a:lnTo>
                        <a:pt x="1201067" y="603647"/>
                      </a:lnTo>
                      <a:lnTo>
                        <a:pt x="1201032" y="603682"/>
                      </a:lnTo>
                      <a:lnTo>
                        <a:pt x="1200754" y="603844"/>
                      </a:lnTo>
                      <a:lnTo>
                        <a:pt x="1200361" y="604006"/>
                      </a:lnTo>
                      <a:lnTo>
                        <a:pt x="1200268" y="604018"/>
                      </a:lnTo>
                      <a:lnTo>
                        <a:pt x="1200164" y="604076"/>
                      </a:lnTo>
                      <a:lnTo>
                        <a:pt x="1201009" y="603948"/>
                      </a:lnTo>
                      <a:lnTo>
                        <a:pt x="1204551" y="601089"/>
                      </a:lnTo>
                      <a:lnTo>
                        <a:pt x="1205188" y="598658"/>
                      </a:lnTo>
                      <a:lnTo>
                        <a:pt x="1204910" y="596864"/>
                      </a:lnTo>
                      <a:lnTo>
                        <a:pt x="1206473" y="595255"/>
                      </a:lnTo>
                      <a:lnTo>
                        <a:pt x="1209645" y="593507"/>
                      </a:lnTo>
                      <a:lnTo>
                        <a:pt x="1210594" y="591620"/>
                      </a:lnTo>
                      <a:lnTo>
                        <a:pt x="1211786" y="591562"/>
                      </a:lnTo>
                      <a:lnTo>
                        <a:pt x="1212527" y="592233"/>
                      </a:lnTo>
                      <a:lnTo>
                        <a:pt x="1213395" y="591481"/>
                      </a:lnTo>
                      <a:lnTo>
                        <a:pt x="1216220" y="591331"/>
                      </a:lnTo>
                      <a:lnTo>
                        <a:pt x="1217806" y="593217"/>
                      </a:lnTo>
                      <a:lnTo>
                        <a:pt x="1220954" y="592673"/>
                      </a:lnTo>
                      <a:lnTo>
                        <a:pt x="1220943" y="592546"/>
                      </a:lnTo>
                      <a:lnTo>
                        <a:pt x="1220966" y="592523"/>
                      </a:lnTo>
                      <a:lnTo>
                        <a:pt x="1221070" y="592511"/>
                      </a:lnTo>
                      <a:lnTo>
                        <a:pt x="1221001" y="592673"/>
                      </a:lnTo>
                      <a:lnTo>
                        <a:pt x="1223084" y="592315"/>
                      </a:lnTo>
                      <a:lnTo>
                        <a:pt x="1223339" y="592291"/>
                      </a:lnTo>
                      <a:lnTo>
                        <a:pt x="1225863" y="594282"/>
                      </a:lnTo>
                      <a:lnTo>
                        <a:pt x="1231974" y="591169"/>
                      </a:lnTo>
                      <a:lnTo>
                        <a:pt x="1233549" y="593264"/>
                      </a:lnTo>
                      <a:lnTo>
                        <a:pt x="1238191" y="592708"/>
                      </a:lnTo>
                      <a:lnTo>
                        <a:pt x="1241814" y="594711"/>
                      </a:lnTo>
                      <a:lnTo>
                        <a:pt x="1252684" y="590208"/>
                      </a:lnTo>
                      <a:lnTo>
                        <a:pt x="1256504" y="594028"/>
                      </a:lnTo>
                      <a:lnTo>
                        <a:pt x="1258182" y="593843"/>
                      </a:lnTo>
                      <a:lnTo>
                        <a:pt x="1260601" y="592106"/>
                      </a:lnTo>
                      <a:lnTo>
                        <a:pt x="1264410" y="589363"/>
                      </a:lnTo>
                      <a:lnTo>
                        <a:pt x="1264179" y="587592"/>
                      </a:lnTo>
                      <a:lnTo>
                        <a:pt x="1264260" y="583887"/>
                      </a:lnTo>
                      <a:lnTo>
                        <a:pt x="1273092" y="578435"/>
                      </a:lnTo>
                      <a:lnTo>
                        <a:pt x="1275430" y="579581"/>
                      </a:lnTo>
                      <a:lnTo>
                        <a:pt x="1274979" y="581479"/>
                      </a:lnTo>
                      <a:lnTo>
                        <a:pt x="1274736" y="582313"/>
                      </a:lnTo>
                      <a:lnTo>
                        <a:pt x="1274782" y="582325"/>
                      </a:lnTo>
                      <a:lnTo>
                        <a:pt x="1274736" y="582521"/>
                      </a:lnTo>
                      <a:lnTo>
                        <a:pt x="1281264" y="584362"/>
                      </a:lnTo>
                      <a:lnTo>
                        <a:pt x="1281126" y="586781"/>
                      </a:lnTo>
                      <a:lnTo>
                        <a:pt x="1283835" y="588425"/>
                      </a:lnTo>
                      <a:lnTo>
                        <a:pt x="1284483" y="588182"/>
                      </a:lnTo>
                      <a:lnTo>
                        <a:pt x="1284541" y="588309"/>
                      </a:lnTo>
                      <a:lnTo>
                        <a:pt x="1286312" y="587499"/>
                      </a:lnTo>
                      <a:lnTo>
                        <a:pt x="1288986" y="586503"/>
                      </a:lnTo>
                      <a:lnTo>
                        <a:pt x="1297367" y="589513"/>
                      </a:lnTo>
                      <a:lnTo>
                        <a:pt x="1300110" y="588344"/>
                      </a:lnTo>
                      <a:lnTo>
                        <a:pt x="1306338" y="593206"/>
                      </a:lnTo>
                      <a:lnTo>
                        <a:pt x="1311582" y="591875"/>
                      </a:lnTo>
                      <a:lnTo>
                        <a:pt x="1316004" y="585531"/>
                      </a:lnTo>
                      <a:lnTo>
                        <a:pt x="1316594" y="586110"/>
                      </a:lnTo>
                      <a:lnTo>
                        <a:pt x="1317740" y="587233"/>
                      </a:lnTo>
                      <a:lnTo>
                        <a:pt x="1329640" y="575726"/>
                      </a:lnTo>
                      <a:lnTo>
                        <a:pt x="1332187" y="578041"/>
                      </a:lnTo>
                      <a:lnTo>
                        <a:pt x="1341795" y="576062"/>
                      </a:lnTo>
                      <a:lnTo>
                        <a:pt x="1348451" y="577683"/>
                      </a:lnTo>
                      <a:lnTo>
                        <a:pt x="1348775" y="578273"/>
                      </a:lnTo>
                      <a:lnTo>
                        <a:pt x="1349192" y="579350"/>
                      </a:lnTo>
                      <a:lnTo>
                        <a:pt x="1349134" y="578863"/>
                      </a:lnTo>
                      <a:lnTo>
                        <a:pt x="1349308" y="578227"/>
                      </a:lnTo>
                      <a:lnTo>
                        <a:pt x="1350454" y="580241"/>
                      </a:lnTo>
                      <a:lnTo>
                        <a:pt x="1353834" y="581248"/>
                      </a:lnTo>
                      <a:lnTo>
                        <a:pt x="1359633" y="578018"/>
                      </a:lnTo>
                      <a:lnTo>
                        <a:pt x="1363083" y="579025"/>
                      </a:lnTo>
                      <a:lnTo>
                        <a:pt x="1365884" y="577370"/>
                      </a:lnTo>
                      <a:lnTo>
                        <a:pt x="1368408" y="581225"/>
                      </a:lnTo>
                      <a:lnTo>
                        <a:pt x="1366371" y="578748"/>
                      </a:lnTo>
                      <a:lnTo>
                        <a:pt x="1366996" y="580727"/>
                      </a:lnTo>
                      <a:lnTo>
                        <a:pt x="1366313" y="580866"/>
                      </a:lnTo>
                      <a:lnTo>
                        <a:pt x="1365664" y="580993"/>
                      </a:lnTo>
                      <a:lnTo>
                        <a:pt x="1366313" y="582093"/>
                      </a:lnTo>
                      <a:lnTo>
                        <a:pt x="1366509" y="582429"/>
                      </a:lnTo>
                      <a:lnTo>
                        <a:pt x="1367898" y="581468"/>
                      </a:lnTo>
                      <a:lnTo>
                        <a:pt x="1366405" y="584802"/>
                      </a:lnTo>
                      <a:lnTo>
                        <a:pt x="1368223" y="587522"/>
                      </a:lnTo>
                      <a:lnTo>
                        <a:pt x="1370781" y="588240"/>
                      </a:lnTo>
                      <a:lnTo>
                        <a:pt x="1371105" y="588471"/>
                      </a:lnTo>
                      <a:lnTo>
                        <a:pt x="1372297" y="588657"/>
                      </a:lnTo>
                      <a:lnTo>
                        <a:pt x="1381407" y="591215"/>
                      </a:lnTo>
                      <a:lnTo>
                        <a:pt x="1385714" y="587893"/>
                      </a:lnTo>
                      <a:lnTo>
                        <a:pt x="1392046" y="591192"/>
                      </a:lnTo>
                      <a:lnTo>
                        <a:pt x="1393470" y="595139"/>
                      </a:lnTo>
                      <a:lnTo>
                        <a:pt x="1393446" y="595591"/>
                      </a:lnTo>
                      <a:lnTo>
                        <a:pt x="1393678" y="595753"/>
                      </a:lnTo>
                      <a:lnTo>
                        <a:pt x="1394824" y="598924"/>
                      </a:lnTo>
                      <a:lnTo>
                        <a:pt x="1398771" y="602733"/>
                      </a:lnTo>
                      <a:lnTo>
                        <a:pt x="1399350" y="604110"/>
                      </a:lnTo>
                      <a:lnTo>
                        <a:pt x="1399258" y="604747"/>
                      </a:lnTo>
                      <a:lnTo>
                        <a:pt x="1400612" y="607132"/>
                      </a:lnTo>
                      <a:lnTo>
                        <a:pt x="1402892" y="612584"/>
                      </a:lnTo>
                      <a:lnTo>
                        <a:pt x="1401434" y="612352"/>
                      </a:lnTo>
                      <a:lnTo>
                        <a:pt x="1401306" y="615050"/>
                      </a:lnTo>
                      <a:lnTo>
                        <a:pt x="1403020" y="614563"/>
                      </a:lnTo>
                      <a:lnTo>
                        <a:pt x="1402591" y="612572"/>
                      </a:lnTo>
                      <a:lnTo>
                        <a:pt x="1407222" y="617631"/>
                      </a:lnTo>
                      <a:lnTo>
                        <a:pt x="1409630" y="620270"/>
                      </a:lnTo>
                      <a:lnTo>
                        <a:pt x="1422583" y="628049"/>
                      </a:lnTo>
                      <a:lnTo>
                        <a:pt x="1423416" y="630723"/>
                      </a:lnTo>
                      <a:lnTo>
                        <a:pt x="1421090" y="639903"/>
                      </a:lnTo>
                      <a:lnTo>
                        <a:pt x="1421958" y="645401"/>
                      </a:lnTo>
                      <a:lnTo>
                        <a:pt x="1421946" y="645633"/>
                      </a:lnTo>
                      <a:lnTo>
                        <a:pt x="1422039" y="645899"/>
                      </a:lnTo>
                      <a:lnTo>
                        <a:pt x="1423081" y="652509"/>
                      </a:lnTo>
                      <a:lnTo>
                        <a:pt x="1422051" y="652023"/>
                      </a:lnTo>
                      <a:lnTo>
                        <a:pt x="1421761" y="654083"/>
                      </a:lnTo>
                      <a:lnTo>
                        <a:pt x="1423347" y="652961"/>
                      </a:lnTo>
                      <a:lnTo>
                        <a:pt x="1424852" y="655137"/>
                      </a:lnTo>
                      <a:lnTo>
                        <a:pt x="1425153" y="656121"/>
                      </a:lnTo>
                      <a:lnTo>
                        <a:pt x="1426241" y="657151"/>
                      </a:lnTo>
                      <a:lnTo>
                        <a:pt x="1428776" y="660821"/>
                      </a:lnTo>
                      <a:lnTo>
                        <a:pt x="1429042" y="663228"/>
                      </a:lnTo>
                      <a:lnTo>
                        <a:pt x="1428660" y="664456"/>
                      </a:lnTo>
                      <a:lnTo>
                        <a:pt x="1429285" y="665544"/>
                      </a:lnTo>
                      <a:lnTo>
                        <a:pt x="1429505" y="667581"/>
                      </a:lnTo>
                      <a:lnTo>
                        <a:pt x="1427954" y="675777"/>
                      </a:lnTo>
                      <a:lnTo>
                        <a:pt x="1431022" y="683799"/>
                      </a:lnTo>
                      <a:lnTo>
                        <a:pt x="1426519" y="683370"/>
                      </a:lnTo>
                      <a:lnTo>
                        <a:pt x="1434182" y="684586"/>
                      </a:lnTo>
                      <a:lnTo>
                        <a:pt x="1440097" y="689494"/>
                      </a:lnTo>
                      <a:lnTo>
                        <a:pt x="1440502" y="690316"/>
                      </a:lnTo>
                      <a:lnTo>
                        <a:pt x="1439692" y="693603"/>
                      </a:lnTo>
                      <a:lnTo>
                        <a:pt x="1439657" y="693731"/>
                      </a:lnTo>
                      <a:lnTo>
                        <a:pt x="1439194" y="693731"/>
                      </a:lnTo>
                      <a:lnTo>
                        <a:pt x="1439218" y="693430"/>
                      </a:lnTo>
                      <a:lnTo>
                        <a:pt x="1438349" y="693465"/>
                      </a:lnTo>
                      <a:lnTo>
                        <a:pt x="1439542" y="689934"/>
                      </a:lnTo>
                      <a:lnTo>
                        <a:pt x="1437944" y="689668"/>
                      </a:lnTo>
                      <a:lnTo>
                        <a:pt x="1438801" y="691392"/>
                      </a:lnTo>
                      <a:lnTo>
                        <a:pt x="1437771" y="692469"/>
                      </a:lnTo>
                      <a:lnTo>
                        <a:pt x="1434680" y="691913"/>
                      </a:lnTo>
                      <a:lnTo>
                        <a:pt x="1434518" y="692284"/>
                      </a:lnTo>
                      <a:lnTo>
                        <a:pt x="1433522" y="691971"/>
                      </a:lnTo>
                      <a:lnTo>
                        <a:pt x="1433267" y="692979"/>
                      </a:lnTo>
                      <a:lnTo>
                        <a:pt x="1433129" y="692701"/>
                      </a:lnTo>
                      <a:lnTo>
                        <a:pt x="1432989" y="694090"/>
                      </a:lnTo>
                      <a:lnTo>
                        <a:pt x="1432237" y="697088"/>
                      </a:lnTo>
                      <a:lnTo>
                        <a:pt x="1432700" y="696879"/>
                      </a:lnTo>
                      <a:lnTo>
                        <a:pt x="1432677" y="697088"/>
                      </a:lnTo>
                      <a:lnTo>
                        <a:pt x="1434136" y="696220"/>
                      </a:lnTo>
                      <a:lnTo>
                        <a:pt x="1435722" y="699148"/>
                      </a:lnTo>
                      <a:lnTo>
                        <a:pt x="1437909" y="696139"/>
                      </a:lnTo>
                      <a:lnTo>
                        <a:pt x="1435409" y="700665"/>
                      </a:lnTo>
                      <a:lnTo>
                        <a:pt x="1431450" y="703026"/>
                      </a:lnTo>
                      <a:lnTo>
                        <a:pt x="1432156" y="703651"/>
                      </a:lnTo>
                      <a:lnTo>
                        <a:pt x="1431971" y="703790"/>
                      </a:lnTo>
                      <a:lnTo>
                        <a:pt x="1435096" y="706256"/>
                      </a:lnTo>
                      <a:lnTo>
                        <a:pt x="1437979" y="708802"/>
                      </a:lnTo>
                      <a:lnTo>
                        <a:pt x="1437967" y="708837"/>
                      </a:lnTo>
                      <a:lnTo>
                        <a:pt x="1436960" y="708710"/>
                      </a:lnTo>
                      <a:lnTo>
                        <a:pt x="1436648" y="712495"/>
                      </a:lnTo>
                      <a:lnTo>
                        <a:pt x="1436856" y="712472"/>
                      </a:lnTo>
                      <a:lnTo>
                        <a:pt x="1436949" y="712565"/>
                      </a:lnTo>
                      <a:lnTo>
                        <a:pt x="1436949" y="712576"/>
                      </a:lnTo>
                      <a:lnTo>
                        <a:pt x="1436648" y="712530"/>
                      </a:lnTo>
                      <a:lnTo>
                        <a:pt x="1436416" y="715332"/>
                      </a:lnTo>
                      <a:lnTo>
                        <a:pt x="1436138" y="716848"/>
                      </a:lnTo>
                      <a:lnTo>
                        <a:pt x="1429922" y="721258"/>
                      </a:lnTo>
                      <a:lnTo>
                        <a:pt x="1430536" y="723342"/>
                      </a:lnTo>
                      <a:lnTo>
                        <a:pt x="1430744" y="724048"/>
                      </a:lnTo>
                      <a:lnTo>
                        <a:pt x="1430594" y="724118"/>
                      </a:lnTo>
                      <a:lnTo>
                        <a:pt x="1430767" y="724129"/>
                      </a:lnTo>
                      <a:lnTo>
                        <a:pt x="1431045" y="725078"/>
                      </a:lnTo>
                      <a:lnTo>
                        <a:pt x="1428463" y="726143"/>
                      </a:lnTo>
                      <a:lnTo>
                        <a:pt x="1427838" y="728366"/>
                      </a:lnTo>
                      <a:lnTo>
                        <a:pt x="1424412" y="731873"/>
                      </a:lnTo>
                      <a:lnTo>
                        <a:pt x="1424076" y="732058"/>
                      </a:lnTo>
                      <a:lnTo>
                        <a:pt x="1424111" y="732186"/>
                      </a:lnTo>
                      <a:lnTo>
                        <a:pt x="1424701" y="734177"/>
                      </a:lnTo>
                      <a:lnTo>
                        <a:pt x="1425431" y="736631"/>
                      </a:lnTo>
                      <a:lnTo>
                        <a:pt x="1424933" y="737036"/>
                      </a:lnTo>
                      <a:lnTo>
                        <a:pt x="1424018" y="737765"/>
                      </a:lnTo>
                      <a:lnTo>
                        <a:pt x="1423984" y="737742"/>
                      </a:lnTo>
                      <a:lnTo>
                        <a:pt x="1423995" y="737777"/>
                      </a:lnTo>
                      <a:lnTo>
                        <a:pt x="1421252" y="739930"/>
                      </a:lnTo>
                      <a:lnTo>
                        <a:pt x="1419619" y="743287"/>
                      </a:lnTo>
                      <a:lnTo>
                        <a:pt x="1420383" y="743183"/>
                      </a:lnTo>
                      <a:lnTo>
                        <a:pt x="1421495" y="743056"/>
                      </a:lnTo>
                      <a:lnTo>
                        <a:pt x="1421055" y="743322"/>
                      </a:lnTo>
                      <a:lnTo>
                        <a:pt x="1421124" y="743241"/>
                      </a:lnTo>
                      <a:lnTo>
                        <a:pt x="1420789" y="743380"/>
                      </a:lnTo>
                      <a:lnTo>
                        <a:pt x="1420881" y="743426"/>
                      </a:lnTo>
                      <a:lnTo>
                        <a:pt x="1419006" y="744549"/>
                      </a:lnTo>
                      <a:lnTo>
                        <a:pt x="1419133" y="746274"/>
                      </a:lnTo>
                      <a:lnTo>
                        <a:pt x="1419110" y="746309"/>
                      </a:lnTo>
                      <a:lnTo>
                        <a:pt x="1418230" y="745290"/>
                      </a:lnTo>
                      <a:lnTo>
                        <a:pt x="1418149" y="746933"/>
                      </a:lnTo>
                      <a:lnTo>
                        <a:pt x="1416309" y="746690"/>
                      </a:lnTo>
                      <a:lnTo>
                        <a:pt x="1414769" y="743310"/>
                      </a:lnTo>
                      <a:lnTo>
                        <a:pt x="1415186" y="744746"/>
                      </a:lnTo>
                      <a:lnTo>
                        <a:pt x="1411470" y="748149"/>
                      </a:lnTo>
                      <a:lnTo>
                        <a:pt x="1409838" y="752663"/>
                      </a:lnTo>
                      <a:lnTo>
                        <a:pt x="1411725" y="758150"/>
                      </a:lnTo>
                      <a:lnTo>
                        <a:pt x="1411690" y="758741"/>
                      </a:lnTo>
                      <a:lnTo>
                        <a:pt x="1409699" y="759320"/>
                      </a:lnTo>
                      <a:lnTo>
                        <a:pt x="1406840" y="763394"/>
                      </a:lnTo>
                      <a:lnTo>
                        <a:pt x="1406041" y="764425"/>
                      </a:lnTo>
                      <a:lnTo>
                        <a:pt x="1402395" y="768696"/>
                      </a:lnTo>
                      <a:lnTo>
                        <a:pt x="1400670" y="768465"/>
                      </a:lnTo>
                      <a:lnTo>
                        <a:pt x="1395391" y="772991"/>
                      </a:lnTo>
                      <a:lnTo>
                        <a:pt x="1393863" y="775005"/>
                      </a:lnTo>
                      <a:lnTo>
                        <a:pt x="1394859" y="776718"/>
                      </a:lnTo>
                      <a:lnTo>
                        <a:pt x="1391363" y="779392"/>
                      </a:lnTo>
                      <a:lnTo>
                        <a:pt x="1391386" y="782205"/>
                      </a:lnTo>
                      <a:lnTo>
                        <a:pt x="1387624" y="783698"/>
                      </a:lnTo>
                      <a:lnTo>
                        <a:pt x="1384996" y="788746"/>
                      </a:lnTo>
                      <a:lnTo>
                        <a:pt x="1383850" y="789568"/>
                      </a:lnTo>
                      <a:lnTo>
                        <a:pt x="1383873" y="789776"/>
                      </a:lnTo>
                      <a:lnTo>
                        <a:pt x="1383804" y="789637"/>
                      </a:lnTo>
                      <a:lnTo>
                        <a:pt x="1383815" y="789591"/>
                      </a:lnTo>
                      <a:lnTo>
                        <a:pt x="1383491" y="789822"/>
                      </a:lnTo>
                      <a:lnTo>
                        <a:pt x="1383480" y="789834"/>
                      </a:lnTo>
                      <a:lnTo>
                        <a:pt x="1380794" y="791755"/>
                      </a:lnTo>
                      <a:lnTo>
                        <a:pt x="1381847" y="793052"/>
                      </a:lnTo>
                      <a:lnTo>
                        <a:pt x="1381361" y="793596"/>
                      </a:lnTo>
                      <a:lnTo>
                        <a:pt x="1381384" y="793596"/>
                      </a:lnTo>
                      <a:lnTo>
                        <a:pt x="1381292" y="793781"/>
                      </a:lnTo>
                      <a:lnTo>
                        <a:pt x="1381280" y="793677"/>
                      </a:lnTo>
                      <a:lnTo>
                        <a:pt x="1380782" y="794232"/>
                      </a:lnTo>
                      <a:lnTo>
                        <a:pt x="1376719" y="795761"/>
                      </a:lnTo>
                      <a:lnTo>
                        <a:pt x="1370654" y="805866"/>
                      </a:lnTo>
                      <a:lnTo>
                        <a:pt x="1369311" y="804848"/>
                      </a:lnTo>
                      <a:lnTo>
                        <a:pt x="1371290" y="801259"/>
                      </a:lnTo>
                      <a:lnTo>
                        <a:pt x="1367123" y="788896"/>
                      </a:lnTo>
                      <a:lnTo>
                        <a:pt x="1369832" y="782958"/>
                      </a:lnTo>
                      <a:lnTo>
                        <a:pt x="1367922" y="780249"/>
                      </a:lnTo>
                      <a:lnTo>
                        <a:pt x="1367528" y="781349"/>
                      </a:lnTo>
                      <a:lnTo>
                        <a:pt x="1366313" y="780897"/>
                      </a:lnTo>
                      <a:lnTo>
                        <a:pt x="1365120" y="780457"/>
                      </a:lnTo>
                      <a:lnTo>
                        <a:pt x="1361358" y="775746"/>
                      </a:lnTo>
                      <a:lnTo>
                        <a:pt x="1350072" y="774392"/>
                      </a:lnTo>
                      <a:lnTo>
                        <a:pt x="1361115" y="776521"/>
                      </a:lnTo>
                      <a:lnTo>
                        <a:pt x="1364148" y="782622"/>
                      </a:lnTo>
                      <a:lnTo>
                        <a:pt x="1366313" y="783444"/>
                      </a:lnTo>
                      <a:lnTo>
                        <a:pt x="1368350" y="784208"/>
                      </a:lnTo>
                      <a:lnTo>
                        <a:pt x="1366313" y="785377"/>
                      </a:lnTo>
                      <a:lnTo>
                        <a:pt x="1364287" y="786535"/>
                      </a:lnTo>
                      <a:lnTo>
                        <a:pt x="1364773" y="790702"/>
                      </a:lnTo>
                      <a:lnTo>
                        <a:pt x="1363905" y="789556"/>
                      </a:lnTo>
                      <a:lnTo>
                        <a:pt x="1362238" y="791188"/>
                      </a:lnTo>
                      <a:lnTo>
                        <a:pt x="1365930" y="791246"/>
                      </a:lnTo>
                      <a:lnTo>
                        <a:pt x="1366313" y="791813"/>
                      </a:lnTo>
                      <a:lnTo>
                        <a:pt x="1367262" y="793225"/>
                      </a:lnTo>
                      <a:lnTo>
                        <a:pt x="1366891" y="797613"/>
                      </a:lnTo>
                      <a:lnTo>
                        <a:pt x="1368651" y="798944"/>
                      </a:lnTo>
                      <a:lnTo>
                        <a:pt x="1366660" y="799685"/>
                      </a:lnTo>
                      <a:lnTo>
                        <a:pt x="1366313" y="800947"/>
                      </a:lnTo>
                      <a:lnTo>
                        <a:pt x="1365942" y="802243"/>
                      </a:lnTo>
                      <a:lnTo>
                        <a:pt x="1366313" y="801965"/>
                      </a:lnTo>
                      <a:lnTo>
                        <a:pt x="1368535" y="800217"/>
                      </a:lnTo>
                      <a:lnTo>
                        <a:pt x="1368686" y="804987"/>
                      </a:lnTo>
                      <a:lnTo>
                        <a:pt x="1369982" y="808830"/>
                      </a:lnTo>
                      <a:lnTo>
                        <a:pt x="1366313" y="816273"/>
                      </a:lnTo>
                      <a:lnTo>
                        <a:pt x="1360015" y="829041"/>
                      </a:lnTo>
                      <a:lnTo>
                        <a:pt x="1359691" y="829690"/>
                      </a:lnTo>
                      <a:lnTo>
                        <a:pt x="1352850" y="845167"/>
                      </a:lnTo>
                      <a:lnTo>
                        <a:pt x="1347456" y="863283"/>
                      </a:lnTo>
                      <a:lnTo>
                        <a:pt x="1347363" y="863584"/>
                      </a:lnTo>
                      <a:lnTo>
                        <a:pt x="1342281" y="883784"/>
                      </a:lnTo>
                      <a:lnTo>
                        <a:pt x="1338843" y="884686"/>
                      </a:lnTo>
                      <a:lnTo>
                        <a:pt x="1335266" y="883876"/>
                      </a:lnTo>
                      <a:lnTo>
                        <a:pt x="1335266" y="883911"/>
                      </a:lnTo>
                      <a:lnTo>
                        <a:pt x="1336632" y="885254"/>
                      </a:lnTo>
                      <a:lnTo>
                        <a:pt x="1340371" y="885902"/>
                      </a:lnTo>
                      <a:lnTo>
                        <a:pt x="1342408" y="884385"/>
                      </a:lnTo>
                      <a:lnTo>
                        <a:pt x="1341633" y="894989"/>
                      </a:lnTo>
                      <a:lnTo>
                        <a:pt x="1343844" y="903254"/>
                      </a:lnTo>
                      <a:lnTo>
                        <a:pt x="1345001" y="903984"/>
                      </a:lnTo>
                      <a:lnTo>
                        <a:pt x="1347317" y="902548"/>
                      </a:lnTo>
                      <a:lnTo>
                        <a:pt x="1345164" y="904088"/>
                      </a:lnTo>
                      <a:lnTo>
                        <a:pt x="1343659" y="904829"/>
                      </a:lnTo>
                      <a:lnTo>
                        <a:pt x="1342663" y="903069"/>
                      </a:lnTo>
                      <a:lnTo>
                        <a:pt x="1336840" y="902432"/>
                      </a:lnTo>
                      <a:lnTo>
                        <a:pt x="1341563" y="904018"/>
                      </a:lnTo>
                      <a:lnTo>
                        <a:pt x="1337686" y="904446"/>
                      </a:lnTo>
                      <a:lnTo>
                        <a:pt x="1342709" y="905141"/>
                      </a:lnTo>
                      <a:lnTo>
                        <a:pt x="1338137" y="905604"/>
                      </a:lnTo>
                      <a:lnTo>
                        <a:pt x="1336239" y="907271"/>
                      </a:lnTo>
                      <a:lnTo>
                        <a:pt x="1335428" y="911936"/>
                      </a:lnTo>
                      <a:lnTo>
                        <a:pt x="1330242" y="912688"/>
                      </a:lnTo>
                      <a:lnTo>
                        <a:pt x="1328506" y="915825"/>
                      </a:lnTo>
                      <a:lnTo>
                        <a:pt x="1328158" y="916532"/>
                      </a:lnTo>
                      <a:lnTo>
                        <a:pt x="1330485" y="913117"/>
                      </a:lnTo>
                      <a:lnTo>
                        <a:pt x="1329744" y="914460"/>
                      </a:lnTo>
                      <a:lnTo>
                        <a:pt x="1336192" y="911901"/>
                      </a:lnTo>
                      <a:lnTo>
                        <a:pt x="1337466" y="906577"/>
                      </a:lnTo>
                      <a:lnTo>
                        <a:pt x="1344075" y="906033"/>
                      </a:lnTo>
                      <a:lnTo>
                        <a:pt x="1349007" y="904446"/>
                      </a:lnTo>
                      <a:lnTo>
                        <a:pt x="1349053" y="903023"/>
                      </a:lnTo>
                      <a:lnTo>
                        <a:pt x="1349863" y="905674"/>
                      </a:lnTo>
                      <a:lnTo>
                        <a:pt x="1351970" y="906229"/>
                      </a:lnTo>
                      <a:lnTo>
                        <a:pt x="1348266" y="908683"/>
                      </a:lnTo>
                      <a:lnTo>
                        <a:pt x="1348486" y="911299"/>
                      </a:lnTo>
                      <a:lnTo>
                        <a:pt x="1351275" y="912770"/>
                      </a:lnTo>
                      <a:lnTo>
                        <a:pt x="1351137" y="913071"/>
                      </a:lnTo>
                      <a:lnTo>
                        <a:pt x="1351125" y="913094"/>
                      </a:lnTo>
                      <a:lnTo>
                        <a:pt x="1344469" y="927263"/>
                      </a:lnTo>
                      <a:lnTo>
                        <a:pt x="1343439" y="927263"/>
                      </a:lnTo>
                      <a:lnTo>
                        <a:pt x="1343786" y="928721"/>
                      </a:lnTo>
                      <a:lnTo>
                        <a:pt x="1341969" y="932587"/>
                      </a:lnTo>
                      <a:lnTo>
                        <a:pt x="1340776" y="933514"/>
                      </a:lnTo>
                      <a:lnTo>
                        <a:pt x="1339537" y="937750"/>
                      </a:lnTo>
                      <a:lnTo>
                        <a:pt x="1336007" y="944777"/>
                      </a:lnTo>
                      <a:lnTo>
                        <a:pt x="1337315" y="948250"/>
                      </a:lnTo>
                      <a:lnTo>
                        <a:pt x="1333518" y="950345"/>
                      </a:lnTo>
                      <a:lnTo>
                        <a:pt x="1333495" y="950530"/>
                      </a:lnTo>
                      <a:lnTo>
                        <a:pt x="1332893" y="950889"/>
                      </a:lnTo>
                      <a:lnTo>
                        <a:pt x="1333125" y="954153"/>
                      </a:lnTo>
                      <a:lnTo>
                        <a:pt x="1333090" y="954512"/>
                      </a:lnTo>
                      <a:lnTo>
                        <a:pt x="1332314" y="954570"/>
                      </a:lnTo>
                      <a:lnTo>
                        <a:pt x="1331863" y="954443"/>
                      </a:lnTo>
                      <a:lnTo>
                        <a:pt x="1331840" y="954605"/>
                      </a:lnTo>
                      <a:lnTo>
                        <a:pt x="1331238" y="954651"/>
                      </a:lnTo>
                      <a:lnTo>
                        <a:pt x="1331249" y="956642"/>
                      </a:lnTo>
                      <a:lnTo>
                        <a:pt x="1327325" y="959907"/>
                      </a:lnTo>
                      <a:lnTo>
                        <a:pt x="1327915" y="961747"/>
                      </a:lnTo>
                      <a:lnTo>
                        <a:pt x="1328054" y="962708"/>
                      </a:lnTo>
                      <a:lnTo>
                        <a:pt x="1324304" y="965648"/>
                      </a:lnTo>
                      <a:lnTo>
                        <a:pt x="1324280" y="965787"/>
                      </a:lnTo>
                      <a:lnTo>
                        <a:pt x="1324258" y="965799"/>
                      </a:lnTo>
                      <a:lnTo>
                        <a:pt x="1324118" y="966655"/>
                      </a:lnTo>
                      <a:lnTo>
                        <a:pt x="1323783" y="968473"/>
                      </a:lnTo>
                      <a:lnTo>
                        <a:pt x="1320866" y="968809"/>
                      </a:lnTo>
                      <a:lnTo>
                        <a:pt x="1319430" y="974307"/>
                      </a:lnTo>
                      <a:lnTo>
                        <a:pt x="1315066" y="977594"/>
                      </a:lnTo>
                      <a:lnTo>
                        <a:pt x="1315112" y="982329"/>
                      </a:lnTo>
                      <a:lnTo>
                        <a:pt x="1314557" y="982619"/>
                      </a:lnTo>
                      <a:lnTo>
                        <a:pt x="1312925" y="982862"/>
                      </a:lnTo>
                      <a:lnTo>
                        <a:pt x="1311825" y="989321"/>
                      </a:lnTo>
                      <a:lnTo>
                        <a:pt x="1308306" y="996452"/>
                      </a:lnTo>
                      <a:lnTo>
                        <a:pt x="1308908" y="997899"/>
                      </a:lnTo>
                      <a:lnTo>
                        <a:pt x="1308943" y="999195"/>
                      </a:lnTo>
                      <a:lnTo>
                        <a:pt x="1309521" y="999415"/>
                      </a:lnTo>
                      <a:lnTo>
                        <a:pt x="1309857" y="1000248"/>
                      </a:lnTo>
                      <a:lnTo>
                        <a:pt x="1306604" y="1000735"/>
                      </a:lnTo>
                      <a:lnTo>
                        <a:pt x="1299624" y="1007206"/>
                      </a:lnTo>
                      <a:lnTo>
                        <a:pt x="1300504" y="1010389"/>
                      </a:lnTo>
                      <a:lnTo>
                        <a:pt x="1302506" y="1011396"/>
                      </a:lnTo>
                      <a:lnTo>
                        <a:pt x="1302367" y="1011558"/>
                      </a:lnTo>
                      <a:lnTo>
                        <a:pt x="1301604" y="1011998"/>
                      </a:lnTo>
                      <a:lnTo>
                        <a:pt x="1301905" y="1012033"/>
                      </a:lnTo>
                      <a:lnTo>
                        <a:pt x="1301441" y="1012507"/>
                      </a:lnTo>
                      <a:lnTo>
                        <a:pt x="1304219" y="1012334"/>
                      </a:lnTo>
                      <a:lnTo>
                        <a:pt x="1302402" y="1015471"/>
                      </a:lnTo>
                      <a:lnTo>
                        <a:pt x="1304879" y="1016871"/>
                      </a:lnTo>
                      <a:lnTo>
                        <a:pt x="1304683" y="1017022"/>
                      </a:lnTo>
                      <a:lnTo>
                        <a:pt x="1303432" y="1016779"/>
                      </a:lnTo>
                      <a:lnTo>
                        <a:pt x="1302367" y="1018469"/>
                      </a:lnTo>
                      <a:lnTo>
                        <a:pt x="1304162" y="1019870"/>
                      </a:lnTo>
                      <a:lnTo>
                        <a:pt x="1303942" y="1020055"/>
                      </a:lnTo>
                      <a:lnTo>
                        <a:pt x="1302738" y="1020692"/>
                      </a:lnTo>
                      <a:lnTo>
                        <a:pt x="1303108" y="1021629"/>
                      </a:lnTo>
                      <a:lnTo>
                        <a:pt x="1301812" y="1027452"/>
                      </a:lnTo>
                      <a:lnTo>
                        <a:pt x="1302333" y="1027961"/>
                      </a:lnTo>
                      <a:lnTo>
                        <a:pt x="1302680" y="1031758"/>
                      </a:lnTo>
                      <a:lnTo>
                        <a:pt x="1302148" y="1033703"/>
                      </a:lnTo>
                      <a:lnTo>
                        <a:pt x="1303351" y="1040452"/>
                      </a:lnTo>
                      <a:lnTo>
                        <a:pt x="1303595" y="1041759"/>
                      </a:lnTo>
                      <a:lnTo>
                        <a:pt x="1303595" y="1041806"/>
                      </a:lnTo>
                      <a:lnTo>
                        <a:pt x="1301337" y="1042315"/>
                      </a:lnTo>
                      <a:lnTo>
                        <a:pt x="1301360" y="1042963"/>
                      </a:lnTo>
                      <a:lnTo>
                        <a:pt x="1300307" y="1047767"/>
                      </a:lnTo>
                      <a:lnTo>
                        <a:pt x="1297135" y="1050175"/>
                      </a:lnTo>
                      <a:lnTo>
                        <a:pt x="1298223" y="1052143"/>
                      </a:lnTo>
                      <a:lnTo>
                        <a:pt x="1296221" y="1054922"/>
                      </a:lnTo>
                      <a:lnTo>
                        <a:pt x="1297621" y="1057480"/>
                      </a:lnTo>
                      <a:lnTo>
                        <a:pt x="1296151" y="1060489"/>
                      </a:lnTo>
                      <a:lnTo>
                        <a:pt x="1291683" y="1068882"/>
                      </a:lnTo>
                      <a:lnTo>
                        <a:pt x="1288662" y="1070317"/>
                      </a:lnTo>
                      <a:lnTo>
                        <a:pt x="1282283" y="1079589"/>
                      </a:lnTo>
                      <a:lnTo>
                        <a:pt x="1278313" y="1078976"/>
                      </a:lnTo>
                      <a:lnTo>
                        <a:pt x="1279412" y="1079960"/>
                      </a:lnTo>
                      <a:lnTo>
                        <a:pt x="1279181" y="1080944"/>
                      </a:lnTo>
                      <a:lnTo>
                        <a:pt x="1278382" y="1081129"/>
                      </a:lnTo>
                      <a:lnTo>
                        <a:pt x="1278799" y="1082518"/>
                      </a:lnTo>
                      <a:lnTo>
                        <a:pt x="1277410" y="1088329"/>
                      </a:lnTo>
                      <a:lnTo>
                        <a:pt x="1274782" y="1090193"/>
                      </a:lnTo>
                      <a:lnTo>
                        <a:pt x="1274609" y="1090101"/>
                      </a:lnTo>
                      <a:lnTo>
                        <a:pt x="1274794" y="1089244"/>
                      </a:lnTo>
                      <a:lnTo>
                        <a:pt x="1273335" y="1089614"/>
                      </a:lnTo>
                      <a:lnTo>
                        <a:pt x="1264769" y="1104814"/>
                      </a:lnTo>
                      <a:lnTo>
                        <a:pt x="1260601" y="1107383"/>
                      </a:lnTo>
                      <a:lnTo>
                        <a:pt x="1251052" y="1113252"/>
                      </a:lnTo>
                      <a:lnTo>
                        <a:pt x="1245460" y="1119052"/>
                      </a:lnTo>
                      <a:lnTo>
                        <a:pt x="1245403" y="1121147"/>
                      </a:lnTo>
                      <a:lnTo>
                        <a:pt x="1241930" y="1119712"/>
                      </a:lnTo>
                      <a:lnTo>
                        <a:pt x="1237242" y="1120973"/>
                      </a:lnTo>
                      <a:lnTo>
                        <a:pt x="1228895" y="1132422"/>
                      </a:lnTo>
                      <a:lnTo>
                        <a:pt x="1229544" y="1130304"/>
                      </a:lnTo>
                      <a:lnTo>
                        <a:pt x="1227900" y="1132468"/>
                      </a:lnTo>
                      <a:lnTo>
                        <a:pt x="1225863" y="1131542"/>
                      </a:lnTo>
                      <a:lnTo>
                        <a:pt x="1226754" y="1132676"/>
                      </a:lnTo>
                      <a:lnTo>
                        <a:pt x="1225376" y="1133406"/>
                      </a:lnTo>
                      <a:lnTo>
                        <a:pt x="1226164" y="1133441"/>
                      </a:lnTo>
                      <a:lnTo>
                        <a:pt x="1227402" y="1133499"/>
                      </a:lnTo>
                      <a:lnTo>
                        <a:pt x="1225446" y="1133672"/>
                      </a:lnTo>
                      <a:lnTo>
                        <a:pt x="1223027" y="1133892"/>
                      </a:lnTo>
                      <a:lnTo>
                        <a:pt x="1224022" y="1134135"/>
                      </a:lnTo>
                      <a:lnTo>
                        <a:pt x="1226869" y="1134830"/>
                      </a:lnTo>
                      <a:lnTo>
                        <a:pt x="1229370" y="1132399"/>
                      </a:lnTo>
                      <a:lnTo>
                        <a:pt x="1229625" y="1132144"/>
                      </a:lnTo>
                      <a:lnTo>
                        <a:pt x="1229567" y="1132329"/>
                      </a:lnTo>
                      <a:lnTo>
                        <a:pt x="1225006" y="1146151"/>
                      </a:lnTo>
                      <a:lnTo>
                        <a:pt x="1219681" y="1162288"/>
                      </a:lnTo>
                      <a:lnTo>
                        <a:pt x="1212816" y="1160065"/>
                      </a:lnTo>
                      <a:lnTo>
                        <a:pt x="1214020" y="1155990"/>
                      </a:lnTo>
                      <a:lnTo>
                        <a:pt x="1212168" y="1151233"/>
                      </a:lnTo>
                      <a:lnTo>
                        <a:pt x="1199956" y="1150330"/>
                      </a:lnTo>
                      <a:lnTo>
                        <a:pt x="1195719" y="1158514"/>
                      </a:lnTo>
                      <a:lnTo>
                        <a:pt x="1194469" y="1157206"/>
                      </a:lnTo>
                      <a:lnTo>
                        <a:pt x="1195360" y="1154902"/>
                      </a:lnTo>
                      <a:lnTo>
                        <a:pt x="1192512" y="1152657"/>
                      </a:lnTo>
                      <a:lnTo>
                        <a:pt x="1194874" y="1155817"/>
                      </a:lnTo>
                      <a:lnTo>
                        <a:pt x="1193519" y="1156917"/>
                      </a:lnTo>
                      <a:lnTo>
                        <a:pt x="1191227" y="1156199"/>
                      </a:lnTo>
                      <a:lnTo>
                        <a:pt x="1194573" y="1158989"/>
                      </a:lnTo>
                      <a:lnTo>
                        <a:pt x="1194596" y="1161443"/>
                      </a:lnTo>
                      <a:lnTo>
                        <a:pt x="1199794" y="1164997"/>
                      </a:lnTo>
                      <a:lnTo>
                        <a:pt x="1211404" y="1164406"/>
                      </a:lnTo>
                      <a:lnTo>
                        <a:pt x="1211207" y="1162149"/>
                      </a:lnTo>
                      <a:lnTo>
                        <a:pt x="1212782" y="1161200"/>
                      </a:lnTo>
                      <a:lnTo>
                        <a:pt x="1216451" y="1163550"/>
                      </a:lnTo>
                      <a:lnTo>
                        <a:pt x="1225585" y="1163318"/>
                      </a:lnTo>
                      <a:lnTo>
                        <a:pt x="1223582" y="1166003"/>
                      </a:lnTo>
                      <a:lnTo>
                        <a:pt x="1224033" y="1167636"/>
                      </a:lnTo>
                      <a:lnTo>
                        <a:pt x="1223721" y="1168180"/>
                      </a:lnTo>
                      <a:lnTo>
                        <a:pt x="1224485" y="1170946"/>
                      </a:lnTo>
                      <a:lnTo>
                        <a:pt x="1221406" y="1174072"/>
                      </a:lnTo>
                      <a:lnTo>
                        <a:pt x="1221927" y="1175565"/>
                      </a:lnTo>
                      <a:lnTo>
                        <a:pt x="1221938" y="1175658"/>
                      </a:lnTo>
                      <a:lnTo>
                        <a:pt x="1221452" y="1174454"/>
                      </a:lnTo>
                      <a:lnTo>
                        <a:pt x="1221139" y="1175623"/>
                      </a:lnTo>
                      <a:lnTo>
                        <a:pt x="1218153" y="1177811"/>
                      </a:lnTo>
                      <a:lnTo>
                        <a:pt x="1215722" y="1178563"/>
                      </a:lnTo>
                      <a:lnTo>
                        <a:pt x="1215166" y="1181422"/>
                      </a:lnTo>
                      <a:lnTo>
                        <a:pt x="1210270" y="1180855"/>
                      </a:lnTo>
                      <a:lnTo>
                        <a:pt x="1210223" y="1181168"/>
                      </a:lnTo>
                      <a:lnTo>
                        <a:pt x="1207735" y="1184236"/>
                      </a:lnTo>
                      <a:lnTo>
                        <a:pt x="1204817" y="1186250"/>
                      </a:lnTo>
                      <a:lnTo>
                        <a:pt x="1203151" y="1192373"/>
                      </a:lnTo>
                      <a:lnTo>
                        <a:pt x="1201102" y="1192755"/>
                      </a:lnTo>
                      <a:lnTo>
                        <a:pt x="1202757" y="1194364"/>
                      </a:lnTo>
                      <a:lnTo>
                        <a:pt x="1203116" y="1203104"/>
                      </a:lnTo>
                      <a:lnTo>
                        <a:pt x="1204470" y="1205639"/>
                      </a:lnTo>
                      <a:lnTo>
                        <a:pt x="1210050" y="1206137"/>
                      </a:lnTo>
                      <a:lnTo>
                        <a:pt x="1210328" y="1206496"/>
                      </a:lnTo>
                      <a:lnTo>
                        <a:pt x="1210976" y="1209888"/>
                      </a:lnTo>
                      <a:lnTo>
                        <a:pt x="1210617" y="1210675"/>
                      </a:lnTo>
                      <a:lnTo>
                        <a:pt x="1209216" y="1211265"/>
                      </a:lnTo>
                      <a:lnTo>
                        <a:pt x="1205014" y="1220109"/>
                      </a:lnTo>
                      <a:lnTo>
                        <a:pt x="1204343" y="1220572"/>
                      </a:lnTo>
                      <a:lnTo>
                        <a:pt x="1203000" y="1223941"/>
                      </a:lnTo>
                      <a:lnTo>
                        <a:pt x="1198775" y="1227147"/>
                      </a:lnTo>
                      <a:lnTo>
                        <a:pt x="1197710" y="1233977"/>
                      </a:lnTo>
                      <a:lnTo>
                        <a:pt x="1197479" y="1234151"/>
                      </a:lnTo>
                      <a:lnTo>
                        <a:pt x="1192292" y="1237056"/>
                      </a:lnTo>
                      <a:lnTo>
                        <a:pt x="1192246" y="1240726"/>
                      </a:lnTo>
                      <a:lnTo>
                        <a:pt x="1191910" y="1242705"/>
                      </a:lnTo>
                      <a:lnTo>
                        <a:pt x="1191100" y="1243400"/>
                      </a:lnTo>
                      <a:lnTo>
                        <a:pt x="1187245" y="1245599"/>
                      </a:lnTo>
                      <a:lnTo>
                        <a:pt x="1182407" y="1246074"/>
                      </a:lnTo>
                      <a:lnTo>
                        <a:pt x="1177695" y="1249697"/>
                      </a:lnTo>
                      <a:lnTo>
                        <a:pt x="1177394" y="1249651"/>
                      </a:lnTo>
                      <a:lnTo>
                        <a:pt x="1177140" y="1249280"/>
                      </a:lnTo>
                      <a:lnTo>
                        <a:pt x="1177290" y="1248447"/>
                      </a:lnTo>
                      <a:lnTo>
                        <a:pt x="1177047" y="1249141"/>
                      </a:lnTo>
                      <a:lnTo>
                        <a:pt x="1176781" y="1248760"/>
                      </a:lnTo>
                      <a:lnTo>
                        <a:pt x="1175577" y="1250947"/>
                      </a:lnTo>
                      <a:lnTo>
                        <a:pt x="1171710" y="1251202"/>
                      </a:lnTo>
                      <a:lnTo>
                        <a:pt x="1170703" y="1251862"/>
                      </a:lnTo>
                      <a:lnTo>
                        <a:pt x="1165702" y="1255114"/>
                      </a:lnTo>
                      <a:lnTo>
                        <a:pt x="1160042" y="1265487"/>
                      </a:lnTo>
                      <a:lnTo>
                        <a:pt x="1154902" y="1269330"/>
                      </a:lnTo>
                      <a:lnTo>
                        <a:pt x="1151105" y="1272166"/>
                      </a:lnTo>
                      <a:lnTo>
                        <a:pt x="1150839" y="1272328"/>
                      </a:lnTo>
                      <a:lnTo>
                        <a:pt x="1150827" y="1272386"/>
                      </a:lnTo>
                      <a:lnTo>
                        <a:pt x="1144669" y="1276981"/>
                      </a:lnTo>
                      <a:lnTo>
                        <a:pt x="1133649" y="1284182"/>
                      </a:lnTo>
                      <a:lnTo>
                        <a:pt x="1131797" y="1294484"/>
                      </a:lnTo>
                      <a:lnTo>
                        <a:pt x="1127711" y="1302194"/>
                      </a:lnTo>
                      <a:lnTo>
                        <a:pt x="1124655" y="1301985"/>
                      </a:lnTo>
                      <a:lnTo>
                        <a:pt x="1124099" y="1301789"/>
                      </a:lnTo>
                      <a:lnTo>
                        <a:pt x="1110069" y="1293662"/>
                      </a:lnTo>
                      <a:lnTo>
                        <a:pt x="1105520" y="1292574"/>
                      </a:lnTo>
                      <a:lnTo>
                        <a:pt x="1093782" y="1296024"/>
                      </a:lnTo>
                      <a:lnTo>
                        <a:pt x="1093434" y="1296244"/>
                      </a:lnTo>
                      <a:lnTo>
                        <a:pt x="1083433" y="1302738"/>
                      </a:lnTo>
                      <a:lnTo>
                        <a:pt x="1077587" y="1299033"/>
                      </a:lnTo>
                      <a:lnTo>
                        <a:pt x="1070723" y="1299288"/>
                      </a:lnTo>
                      <a:lnTo>
                        <a:pt x="1060235" y="1301291"/>
                      </a:lnTo>
                      <a:lnTo>
                        <a:pt x="1059957" y="1301325"/>
                      </a:lnTo>
                      <a:lnTo>
                        <a:pt x="1059911" y="1301360"/>
                      </a:lnTo>
                      <a:lnTo>
                        <a:pt x="1059725" y="1301395"/>
                      </a:lnTo>
                      <a:lnTo>
                        <a:pt x="1051842" y="1305551"/>
                      </a:lnTo>
                      <a:lnTo>
                        <a:pt x="1049203" y="1306755"/>
                      </a:lnTo>
                      <a:lnTo>
                        <a:pt x="1047351" y="1307588"/>
                      </a:lnTo>
                      <a:lnTo>
                        <a:pt x="1041598" y="1308711"/>
                      </a:lnTo>
                      <a:lnTo>
                        <a:pt x="1041817" y="1308746"/>
                      </a:lnTo>
                      <a:lnTo>
                        <a:pt x="1033182" y="1308722"/>
                      </a:lnTo>
                      <a:lnTo>
                        <a:pt x="1031260" y="1308502"/>
                      </a:lnTo>
                      <a:lnTo>
                        <a:pt x="1031746" y="1308722"/>
                      </a:lnTo>
                      <a:lnTo>
                        <a:pt x="1028632" y="1308711"/>
                      </a:lnTo>
                      <a:lnTo>
                        <a:pt x="1024199" y="1304301"/>
                      </a:lnTo>
                      <a:lnTo>
                        <a:pt x="1024164" y="1304347"/>
                      </a:lnTo>
                      <a:lnTo>
                        <a:pt x="1021884" y="1307472"/>
                      </a:lnTo>
                      <a:lnTo>
                        <a:pt x="1013202" y="1308769"/>
                      </a:lnTo>
                      <a:lnTo>
                        <a:pt x="1008328" y="1315680"/>
                      </a:lnTo>
                      <a:lnTo>
                        <a:pt x="999635" y="1319963"/>
                      </a:lnTo>
                      <a:lnTo>
                        <a:pt x="977282" y="1346934"/>
                      </a:lnTo>
                      <a:lnTo>
                        <a:pt x="974330" y="1346946"/>
                      </a:lnTo>
                      <a:lnTo>
                        <a:pt x="972189" y="1350882"/>
                      </a:lnTo>
                      <a:lnTo>
                        <a:pt x="965753" y="1353741"/>
                      </a:lnTo>
                      <a:lnTo>
                        <a:pt x="965637" y="1356369"/>
                      </a:lnTo>
                      <a:lnTo>
                        <a:pt x="964224" y="1355778"/>
                      </a:lnTo>
                      <a:lnTo>
                        <a:pt x="964965" y="1354540"/>
                      </a:lnTo>
                      <a:lnTo>
                        <a:pt x="960925" y="1355535"/>
                      </a:lnTo>
                      <a:lnTo>
                        <a:pt x="964120" y="1355778"/>
                      </a:lnTo>
                      <a:lnTo>
                        <a:pt x="957406" y="1355825"/>
                      </a:lnTo>
                      <a:lnTo>
                        <a:pt x="954524" y="1357561"/>
                      </a:lnTo>
                      <a:lnTo>
                        <a:pt x="949338" y="1360687"/>
                      </a:lnTo>
                      <a:lnTo>
                        <a:pt x="943492" y="1361659"/>
                      </a:lnTo>
                      <a:lnTo>
                        <a:pt x="941327" y="1362018"/>
                      </a:lnTo>
                      <a:lnTo>
                        <a:pt x="936431" y="1357561"/>
                      </a:lnTo>
                      <a:lnTo>
                        <a:pt x="929636" y="1351380"/>
                      </a:lnTo>
                      <a:lnTo>
                        <a:pt x="916127" y="1345291"/>
                      </a:lnTo>
                      <a:lnTo>
                        <a:pt x="908660" y="1348381"/>
                      </a:lnTo>
                      <a:lnTo>
                        <a:pt x="907155" y="1348127"/>
                      </a:lnTo>
                      <a:lnTo>
                        <a:pt x="906623" y="1349215"/>
                      </a:lnTo>
                      <a:lnTo>
                        <a:pt x="909123" y="1349469"/>
                      </a:lnTo>
                      <a:lnTo>
                        <a:pt x="915617" y="1346113"/>
                      </a:lnTo>
                      <a:lnTo>
                        <a:pt x="927656" y="1353556"/>
                      </a:lnTo>
                      <a:lnTo>
                        <a:pt x="926869" y="1351877"/>
                      </a:lnTo>
                      <a:lnTo>
                        <a:pt x="928490" y="1352398"/>
                      </a:lnTo>
                      <a:lnTo>
                        <a:pt x="932263" y="1357561"/>
                      </a:lnTo>
                      <a:lnTo>
                        <a:pt x="934393" y="1360478"/>
                      </a:lnTo>
                      <a:lnTo>
                        <a:pt x="941802" y="1364530"/>
                      </a:lnTo>
                      <a:lnTo>
                        <a:pt x="940170" y="1366903"/>
                      </a:lnTo>
                      <a:lnTo>
                        <a:pt x="930770" y="1364924"/>
                      </a:lnTo>
                      <a:lnTo>
                        <a:pt x="929844" y="1366857"/>
                      </a:lnTo>
                      <a:lnTo>
                        <a:pt x="931465" y="1370676"/>
                      </a:lnTo>
                      <a:lnTo>
                        <a:pt x="929543" y="1372922"/>
                      </a:lnTo>
                      <a:lnTo>
                        <a:pt x="927830" y="1365271"/>
                      </a:lnTo>
                      <a:lnTo>
                        <a:pt x="925109" y="1366532"/>
                      </a:lnTo>
                      <a:lnTo>
                        <a:pt x="920375" y="1364437"/>
                      </a:lnTo>
                      <a:lnTo>
                        <a:pt x="916104" y="1366417"/>
                      </a:lnTo>
                      <a:lnTo>
                        <a:pt x="914113" y="1365074"/>
                      </a:lnTo>
                      <a:lnTo>
                        <a:pt x="910420" y="1366150"/>
                      </a:lnTo>
                      <a:lnTo>
                        <a:pt x="910466" y="1366498"/>
                      </a:lnTo>
                      <a:lnTo>
                        <a:pt x="914136" y="1365375"/>
                      </a:lnTo>
                      <a:lnTo>
                        <a:pt x="916138" y="1366648"/>
                      </a:lnTo>
                      <a:lnTo>
                        <a:pt x="920190" y="1364784"/>
                      </a:lnTo>
                      <a:lnTo>
                        <a:pt x="925318" y="1366984"/>
                      </a:lnTo>
                      <a:lnTo>
                        <a:pt x="927517" y="1365630"/>
                      </a:lnTo>
                      <a:lnTo>
                        <a:pt x="929381" y="1373420"/>
                      </a:lnTo>
                      <a:lnTo>
                        <a:pt x="932217" y="1370827"/>
                      </a:lnTo>
                      <a:lnTo>
                        <a:pt x="931233" y="1365456"/>
                      </a:lnTo>
                      <a:lnTo>
                        <a:pt x="938758" y="1368130"/>
                      </a:lnTo>
                      <a:lnTo>
                        <a:pt x="942936" y="1365769"/>
                      </a:lnTo>
                      <a:lnTo>
                        <a:pt x="943492" y="1365826"/>
                      </a:lnTo>
                      <a:lnTo>
                        <a:pt x="949662" y="1366567"/>
                      </a:lnTo>
                      <a:lnTo>
                        <a:pt x="950032" y="1366509"/>
                      </a:lnTo>
                      <a:lnTo>
                        <a:pt x="953065" y="1366070"/>
                      </a:lnTo>
                      <a:lnTo>
                        <a:pt x="957152" y="1365826"/>
                      </a:lnTo>
                      <a:lnTo>
                        <a:pt x="959004" y="1365201"/>
                      </a:lnTo>
                      <a:lnTo>
                        <a:pt x="966320" y="1364125"/>
                      </a:lnTo>
                      <a:lnTo>
                        <a:pt x="965313" y="1363419"/>
                      </a:lnTo>
                      <a:lnTo>
                        <a:pt x="976414" y="1359136"/>
                      </a:lnTo>
                      <a:lnTo>
                        <a:pt x="978138" y="1357561"/>
                      </a:lnTo>
                      <a:lnTo>
                        <a:pt x="981646" y="1354366"/>
                      </a:lnTo>
                      <a:lnTo>
                        <a:pt x="1002714" y="1343103"/>
                      </a:lnTo>
                      <a:lnTo>
                        <a:pt x="1009451" y="1342026"/>
                      </a:lnTo>
                      <a:lnTo>
                        <a:pt x="1019928" y="1336852"/>
                      </a:lnTo>
                      <a:lnTo>
                        <a:pt x="1025368" y="1333506"/>
                      </a:lnTo>
                      <a:lnTo>
                        <a:pt x="1026757" y="1331226"/>
                      </a:lnTo>
                      <a:lnTo>
                        <a:pt x="1029316" y="1329247"/>
                      </a:lnTo>
                      <a:lnTo>
                        <a:pt x="1042940" y="1327047"/>
                      </a:lnTo>
                      <a:lnTo>
                        <a:pt x="1049203" y="1323320"/>
                      </a:lnTo>
                      <a:lnTo>
                        <a:pt x="1058487" y="1317786"/>
                      </a:lnTo>
                      <a:lnTo>
                        <a:pt x="1061473" y="1311848"/>
                      </a:lnTo>
                      <a:lnTo>
                        <a:pt x="1067122" y="1308803"/>
                      </a:lnTo>
                      <a:lnTo>
                        <a:pt x="1078293" y="1308595"/>
                      </a:lnTo>
                      <a:lnTo>
                        <a:pt x="1080053" y="1309417"/>
                      </a:lnTo>
                      <a:lnTo>
                        <a:pt x="1083514" y="1312473"/>
                      </a:lnTo>
                      <a:lnTo>
                        <a:pt x="1084787" y="1315877"/>
                      </a:lnTo>
                      <a:lnTo>
                        <a:pt x="1088179" y="1316768"/>
                      </a:lnTo>
                      <a:lnTo>
                        <a:pt x="1100588" y="1313237"/>
                      </a:lnTo>
                      <a:lnTo>
                        <a:pt x="1104513" y="1314927"/>
                      </a:lnTo>
                      <a:lnTo>
                        <a:pt x="1104883" y="1322359"/>
                      </a:lnTo>
                      <a:lnTo>
                        <a:pt x="1101780" y="1343392"/>
                      </a:lnTo>
                      <a:lnTo>
                        <a:pt x="1097775" y="1351461"/>
                      </a:lnTo>
                      <a:lnTo>
                        <a:pt x="1088584" y="1357561"/>
                      </a:lnTo>
                      <a:lnTo>
                        <a:pt x="1088237" y="1357781"/>
                      </a:lnTo>
                      <a:lnTo>
                        <a:pt x="1087890" y="1357561"/>
                      </a:lnTo>
                      <a:lnTo>
                        <a:pt x="1086061" y="1356403"/>
                      </a:lnTo>
                      <a:lnTo>
                        <a:pt x="1084602" y="1357561"/>
                      </a:lnTo>
                      <a:lnTo>
                        <a:pt x="1083248" y="1358638"/>
                      </a:lnTo>
                      <a:lnTo>
                        <a:pt x="1078629" y="1358128"/>
                      </a:lnTo>
                      <a:lnTo>
                        <a:pt x="1076568" y="1359517"/>
                      </a:lnTo>
                      <a:lnTo>
                        <a:pt x="1075955" y="1364634"/>
                      </a:lnTo>
                      <a:lnTo>
                        <a:pt x="1069125" y="1366393"/>
                      </a:lnTo>
                      <a:lnTo>
                        <a:pt x="1067180" y="1369843"/>
                      </a:lnTo>
                      <a:lnTo>
                        <a:pt x="1067076" y="1369994"/>
                      </a:lnTo>
                      <a:lnTo>
                        <a:pt x="1064240" y="1373941"/>
                      </a:lnTo>
                      <a:lnTo>
                        <a:pt x="1067146" y="1370052"/>
                      </a:lnTo>
                      <a:lnTo>
                        <a:pt x="1069553" y="1366521"/>
                      </a:lnTo>
                      <a:lnTo>
                        <a:pt x="1074450" y="1366486"/>
                      </a:lnTo>
                      <a:lnTo>
                        <a:pt x="1077008" y="1364148"/>
                      </a:lnTo>
                      <a:lnTo>
                        <a:pt x="1076974" y="1363291"/>
                      </a:lnTo>
                      <a:lnTo>
                        <a:pt x="1076962" y="1361833"/>
                      </a:lnTo>
                      <a:lnTo>
                        <a:pt x="1079057" y="1361578"/>
                      </a:lnTo>
                      <a:lnTo>
                        <a:pt x="1083063" y="1363060"/>
                      </a:lnTo>
                      <a:lnTo>
                        <a:pt x="1084695" y="1360583"/>
                      </a:lnTo>
                      <a:lnTo>
                        <a:pt x="1086257" y="1363430"/>
                      </a:lnTo>
                      <a:lnTo>
                        <a:pt x="1092867" y="1367262"/>
                      </a:lnTo>
                      <a:lnTo>
                        <a:pt x="1096444" y="1365907"/>
                      </a:lnTo>
                      <a:lnTo>
                        <a:pt x="1098852" y="1359031"/>
                      </a:lnTo>
                      <a:lnTo>
                        <a:pt x="1101445" y="1361983"/>
                      </a:lnTo>
                      <a:lnTo>
                        <a:pt x="1103459" y="1372367"/>
                      </a:lnTo>
                      <a:lnTo>
                        <a:pt x="1112129" y="1375458"/>
                      </a:lnTo>
                      <a:lnTo>
                        <a:pt x="1110602" y="1375666"/>
                      </a:lnTo>
                      <a:lnTo>
                        <a:pt x="1112766" y="1379393"/>
                      </a:lnTo>
                      <a:lnTo>
                        <a:pt x="1121865" y="1379764"/>
                      </a:lnTo>
                      <a:lnTo>
                        <a:pt x="1122606" y="1381269"/>
                      </a:lnTo>
                      <a:lnTo>
                        <a:pt x="1130917" y="1383607"/>
                      </a:lnTo>
                      <a:lnTo>
                        <a:pt x="1133579" y="1382415"/>
                      </a:lnTo>
                      <a:lnTo>
                        <a:pt x="1136045" y="1384498"/>
                      </a:lnTo>
                      <a:lnTo>
                        <a:pt x="1141370" y="1383514"/>
                      </a:lnTo>
                      <a:lnTo>
                        <a:pt x="1144866" y="1386478"/>
                      </a:lnTo>
                      <a:lnTo>
                        <a:pt x="1144334" y="1388226"/>
                      </a:lnTo>
                      <a:lnTo>
                        <a:pt x="1147054" y="1386929"/>
                      </a:lnTo>
                      <a:lnTo>
                        <a:pt x="1150943" y="1388272"/>
                      </a:lnTo>
                      <a:lnTo>
                        <a:pt x="1152853" y="1393932"/>
                      </a:lnTo>
                      <a:lnTo>
                        <a:pt x="1154902" y="1396421"/>
                      </a:lnTo>
                      <a:lnTo>
                        <a:pt x="1160609" y="1403344"/>
                      </a:lnTo>
                      <a:lnTo>
                        <a:pt x="1166281" y="1407152"/>
                      </a:lnTo>
                      <a:lnTo>
                        <a:pt x="1170727" y="1407117"/>
                      </a:lnTo>
                      <a:lnTo>
                        <a:pt x="1171560" y="1409537"/>
                      </a:lnTo>
                      <a:lnTo>
                        <a:pt x="1175241" y="1411551"/>
                      </a:lnTo>
                      <a:lnTo>
                        <a:pt x="1175229" y="1411586"/>
                      </a:lnTo>
                      <a:lnTo>
                        <a:pt x="1171919" y="1417825"/>
                      </a:lnTo>
                      <a:lnTo>
                        <a:pt x="1169465" y="1420684"/>
                      </a:lnTo>
                      <a:lnTo>
                        <a:pt x="1165043" y="1422456"/>
                      </a:lnTo>
                      <a:lnTo>
                        <a:pt x="1164024" y="1422525"/>
                      </a:lnTo>
                      <a:lnTo>
                        <a:pt x="1163225" y="1423185"/>
                      </a:lnTo>
                      <a:lnTo>
                        <a:pt x="1160621" y="1424227"/>
                      </a:lnTo>
                      <a:lnTo>
                        <a:pt x="1160991" y="1426356"/>
                      </a:lnTo>
                      <a:lnTo>
                        <a:pt x="1155018" y="1432642"/>
                      </a:lnTo>
                      <a:lnTo>
                        <a:pt x="1154902" y="1432712"/>
                      </a:lnTo>
                      <a:lnTo>
                        <a:pt x="1146243" y="1437979"/>
                      </a:lnTo>
                      <a:lnTo>
                        <a:pt x="1138951" y="1446256"/>
                      </a:lnTo>
                      <a:lnTo>
                        <a:pt x="1138789" y="1446348"/>
                      </a:lnTo>
                      <a:lnTo>
                        <a:pt x="1138187" y="1445920"/>
                      </a:lnTo>
                      <a:lnTo>
                        <a:pt x="1137446" y="1445040"/>
                      </a:lnTo>
                      <a:lnTo>
                        <a:pt x="1137967" y="1445758"/>
                      </a:lnTo>
                      <a:lnTo>
                        <a:pt x="1136068" y="1444415"/>
                      </a:lnTo>
                      <a:lnTo>
                        <a:pt x="1135108" y="1447575"/>
                      </a:lnTo>
                      <a:lnTo>
                        <a:pt x="1134934" y="1447529"/>
                      </a:lnTo>
                      <a:lnTo>
                        <a:pt x="1135061" y="1447714"/>
                      </a:lnTo>
                      <a:lnTo>
                        <a:pt x="1134783" y="1448629"/>
                      </a:lnTo>
                      <a:lnTo>
                        <a:pt x="1131044" y="1448883"/>
                      </a:lnTo>
                      <a:lnTo>
                        <a:pt x="1127826" y="1451523"/>
                      </a:lnTo>
                      <a:lnTo>
                        <a:pt x="1128394" y="1450122"/>
                      </a:lnTo>
                      <a:lnTo>
                        <a:pt x="1123196" y="1451326"/>
                      </a:lnTo>
                      <a:lnTo>
                        <a:pt x="1110532" y="1456940"/>
                      </a:lnTo>
                      <a:lnTo>
                        <a:pt x="1104165" y="1461536"/>
                      </a:lnTo>
                      <a:lnTo>
                        <a:pt x="1102915" y="1463261"/>
                      </a:lnTo>
                      <a:lnTo>
                        <a:pt x="1100600" y="1466490"/>
                      </a:lnTo>
                      <a:lnTo>
                        <a:pt x="1100264" y="1466317"/>
                      </a:lnTo>
                      <a:lnTo>
                        <a:pt x="1100519" y="1465055"/>
                      </a:lnTo>
                      <a:lnTo>
                        <a:pt x="1098759" y="1465564"/>
                      </a:lnTo>
                      <a:lnTo>
                        <a:pt x="1097903" y="1465124"/>
                      </a:lnTo>
                      <a:lnTo>
                        <a:pt x="1098204" y="1463411"/>
                      </a:lnTo>
                      <a:lnTo>
                        <a:pt x="1093932" y="1463863"/>
                      </a:lnTo>
                      <a:lnTo>
                        <a:pt x="1092057" y="1466536"/>
                      </a:lnTo>
                      <a:lnTo>
                        <a:pt x="1091490" y="1466814"/>
                      </a:lnTo>
                      <a:lnTo>
                        <a:pt x="1087241" y="1463654"/>
                      </a:lnTo>
                      <a:lnTo>
                        <a:pt x="1081639" y="1464730"/>
                      </a:lnTo>
                      <a:lnTo>
                        <a:pt x="1081882" y="1463261"/>
                      </a:lnTo>
                      <a:lnTo>
                        <a:pt x="1082321" y="1460737"/>
                      </a:lnTo>
                      <a:lnTo>
                        <a:pt x="1077541" y="1461246"/>
                      </a:lnTo>
                      <a:lnTo>
                        <a:pt x="1079532" y="1459301"/>
                      </a:lnTo>
                      <a:lnTo>
                        <a:pt x="1076649" y="1454856"/>
                      </a:lnTo>
                      <a:lnTo>
                        <a:pt x="1072042" y="1452321"/>
                      </a:lnTo>
                      <a:lnTo>
                        <a:pt x="1063696" y="1449705"/>
                      </a:lnTo>
                      <a:lnTo>
                        <a:pt x="1057943" y="1450238"/>
                      </a:lnTo>
                      <a:lnTo>
                        <a:pt x="1057595" y="1448860"/>
                      </a:lnTo>
                      <a:lnTo>
                        <a:pt x="1057595" y="1448987"/>
                      </a:lnTo>
                      <a:lnTo>
                        <a:pt x="1057572" y="1448872"/>
                      </a:lnTo>
                      <a:lnTo>
                        <a:pt x="1057595" y="1449092"/>
                      </a:lnTo>
                      <a:lnTo>
                        <a:pt x="1057619" y="1450053"/>
                      </a:lnTo>
                      <a:lnTo>
                        <a:pt x="1049203" y="1453062"/>
                      </a:lnTo>
                      <a:lnTo>
                        <a:pt x="1048080" y="1453467"/>
                      </a:lnTo>
                      <a:lnTo>
                        <a:pt x="1040058" y="1461038"/>
                      </a:lnTo>
                      <a:lnTo>
                        <a:pt x="1035833" y="1459741"/>
                      </a:lnTo>
                      <a:lnTo>
                        <a:pt x="1039908" y="1462091"/>
                      </a:lnTo>
                      <a:lnTo>
                        <a:pt x="1039236" y="1463261"/>
                      </a:lnTo>
                      <a:lnTo>
                        <a:pt x="1036122" y="1468701"/>
                      </a:lnTo>
                      <a:lnTo>
                        <a:pt x="1037175" y="1464997"/>
                      </a:lnTo>
                      <a:lnTo>
                        <a:pt x="1035196" y="1468007"/>
                      </a:lnTo>
                      <a:lnTo>
                        <a:pt x="1034953" y="1467833"/>
                      </a:lnTo>
                      <a:lnTo>
                        <a:pt x="1033402" y="1470727"/>
                      </a:lnTo>
                      <a:lnTo>
                        <a:pt x="1032892" y="1471514"/>
                      </a:lnTo>
                      <a:lnTo>
                        <a:pt x="1026723" y="1476029"/>
                      </a:lnTo>
                      <a:lnTo>
                        <a:pt x="1023470" y="1475369"/>
                      </a:lnTo>
                      <a:lnTo>
                        <a:pt x="1017786" y="1480740"/>
                      </a:lnTo>
                      <a:lnTo>
                        <a:pt x="1010736" y="1491587"/>
                      </a:lnTo>
                      <a:lnTo>
                        <a:pt x="1006986" y="1491401"/>
                      </a:lnTo>
                      <a:lnTo>
                        <a:pt x="1004566" y="1493693"/>
                      </a:lnTo>
                      <a:lnTo>
                        <a:pt x="997540" y="1502155"/>
                      </a:lnTo>
                      <a:lnTo>
                        <a:pt x="997274" y="1500859"/>
                      </a:lnTo>
                      <a:lnTo>
                        <a:pt x="997424" y="1502016"/>
                      </a:lnTo>
                      <a:lnTo>
                        <a:pt x="992053" y="1503105"/>
                      </a:lnTo>
                      <a:lnTo>
                        <a:pt x="989390" y="1505408"/>
                      </a:lnTo>
                      <a:lnTo>
                        <a:pt x="989113" y="1504054"/>
                      </a:lnTo>
                      <a:lnTo>
                        <a:pt x="989483" y="1506959"/>
                      </a:lnTo>
                      <a:lnTo>
                        <a:pt x="989471" y="1506971"/>
                      </a:lnTo>
                      <a:lnTo>
                        <a:pt x="988684" y="1505721"/>
                      </a:lnTo>
                      <a:lnTo>
                        <a:pt x="988650" y="1505755"/>
                      </a:lnTo>
                      <a:lnTo>
                        <a:pt x="988638" y="1505733"/>
                      </a:lnTo>
                      <a:lnTo>
                        <a:pt x="988615" y="1505802"/>
                      </a:lnTo>
                      <a:lnTo>
                        <a:pt x="987446" y="1507423"/>
                      </a:lnTo>
                      <a:lnTo>
                        <a:pt x="985339" y="1515063"/>
                      </a:lnTo>
                      <a:lnTo>
                        <a:pt x="985628" y="1524161"/>
                      </a:lnTo>
                      <a:lnTo>
                        <a:pt x="980558" y="1533156"/>
                      </a:lnTo>
                      <a:lnTo>
                        <a:pt x="980350" y="1536455"/>
                      </a:lnTo>
                      <a:lnTo>
                        <a:pt x="966424" y="1535482"/>
                      </a:lnTo>
                      <a:lnTo>
                        <a:pt x="963518" y="1537254"/>
                      </a:lnTo>
                      <a:lnTo>
                        <a:pt x="964467" y="1539742"/>
                      </a:lnTo>
                      <a:lnTo>
                        <a:pt x="964398" y="1539766"/>
                      </a:lnTo>
                      <a:lnTo>
                        <a:pt x="963657" y="1539465"/>
                      </a:lnTo>
                      <a:lnTo>
                        <a:pt x="959941" y="1541351"/>
                      </a:lnTo>
                      <a:lnTo>
                        <a:pt x="959305" y="1539812"/>
                      </a:lnTo>
                      <a:lnTo>
                        <a:pt x="959270" y="1540738"/>
                      </a:lnTo>
                      <a:lnTo>
                        <a:pt x="955126" y="1536964"/>
                      </a:lnTo>
                      <a:lnTo>
                        <a:pt x="949754" y="1537913"/>
                      </a:lnTo>
                      <a:lnTo>
                        <a:pt x="944117" y="1539592"/>
                      </a:lnTo>
                      <a:lnTo>
                        <a:pt x="944267" y="1543030"/>
                      </a:lnTo>
                      <a:lnTo>
                        <a:pt x="943492" y="1542694"/>
                      </a:lnTo>
                      <a:lnTo>
                        <a:pt x="940563" y="1541421"/>
                      </a:lnTo>
                      <a:lnTo>
                        <a:pt x="939197" y="1544176"/>
                      </a:lnTo>
                      <a:lnTo>
                        <a:pt x="937588" y="1545449"/>
                      </a:lnTo>
                      <a:lnTo>
                        <a:pt x="937554" y="1545542"/>
                      </a:lnTo>
                      <a:lnTo>
                        <a:pt x="935320" y="1546850"/>
                      </a:lnTo>
                      <a:lnTo>
                        <a:pt x="936431" y="1549142"/>
                      </a:lnTo>
                      <a:lnTo>
                        <a:pt x="931882" y="1552291"/>
                      </a:lnTo>
                      <a:lnTo>
                        <a:pt x="931268" y="1552036"/>
                      </a:lnTo>
                      <a:lnTo>
                        <a:pt x="930990" y="1550033"/>
                      </a:lnTo>
                      <a:lnTo>
                        <a:pt x="927390" y="1549049"/>
                      </a:lnTo>
                      <a:lnTo>
                        <a:pt x="923582" y="1550207"/>
                      </a:lnTo>
                      <a:lnTo>
                        <a:pt x="924855" y="1552811"/>
                      </a:lnTo>
                      <a:lnTo>
                        <a:pt x="919796" y="1556840"/>
                      </a:lnTo>
                      <a:lnTo>
                        <a:pt x="914008" y="1554826"/>
                      </a:lnTo>
                      <a:lnTo>
                        <a:pt x="908869" y="1557500"/>
                      </a:lnTo>
                      <a:lnTo>
                        <a:pt x="907213" y="1554779"/>
                      </a:lnTo>
                      <a:lnTo>
                        <a:pt x="904736" y="1557673"/>
                      </a:lnTo>
                      <a:lnTo>
                        <a:pt x="909343" y="1558217"/>
                      </a:lnTo>
                      <a:lnTo>
                        <a:pt x="908764" y="1561818"/>
                      </a:lnTo>
                      <a:lnTo>
                        <a:pt x="908961" y="1565672"/>
                      </a:lnTo>
                      <a:lnTo>
                        <a:pt x="908267" y="1568427"/>
                      </a:lnTo>
                      <a:lnTo>
                        <a:pt x="908174" y="1568497"/>
                      </a:lnTo>
                      <a:lnTo>
                        <a:pt x="906658" y="1566031"/>
                      </a:lnTo>
                      <a:lnTo>
                        <a:pt x="905616" y="1567767"/>
                      </a:lnTo>
                      <a:lnTo>
                        <a:pt x="902606" y="1562315"/>
                      </a:lnTo>
                      <a:lnTo>
                        <a:pt x="892975" y="1557650"/>
                      </a:lnTo>
                      <a:lnTo>
                        <a:pt x="891169" y="1556944"/>
                      </a:lnTo>
                      <a:lnTo>
                        <a:pt x="890208" y="1558518"/>
                      </a:lnTo>
                      <a:lnTo>
                        <a:pt x="891424" y="1559109"/>
                      </a:lnTo>
                      <a:lnTo>
                        <a:pt x="889514" y="1558854"/>
                      </a:lnTo>
                      <a:lnTo>
                        <a:pt x="891470" y="1561076"/>
                      </a:lnTo>
                      <a:lnTo>
                        <a:pt x="887176" y="1559537"/>
                      </a:lnTo>
                      <a:lnTo>
                        <a:pt x="884964" y="1557338"/>
                      </a:lnTo>
                      <a:lnTo>
                        <a:pt x="886157" y="1555011"/>
                      </a:lnTo>
                      <a:lnTo>
                        <a:pt x="884455" y="1553541"/>
                      </a:lnTo>
                      <a:lnTo>
                        <a:pt x="879836" y="1553599"/>
                      </a:lnTo>
                      <a:lnTo>
                        <a:pt x="879697" y="1553552"/>
                      </a:lnTo>
                      <a:lnTo>
                        <a:pt x="877047" y="1550936"/>
                      </a:lnTo>
                      <a:lnTo>
                        <a:pt x="871154" y="1551029"/>
                      </a:lnTo>
                      <a:lnTo>
                        <a:pt x="870934" y="1550983"/>
                      </a:lnTo>
                      <a:lnTo>
                        <a:pt x="869024" y="1547822"/>
                      </a:lnTo>
                      <a:lnTo>
                        <a:pt x="865969" y="1546549"/>
                      </a:lnTo>
                      <a:lnTo>
                        <a:pt x="862438" y="1548887"/>
                      </a:lnTo>
                      <a:lnTo>
                        <a:pt x="862577" y="1547556"/>
                      </a:lnTo>
                      <a:lnTo>
                        <a:pt x="857472" y="1547487"/>
                      </a:lnTo>
                      <a:lnTo>
                        <a:pt x="848292" y="1536027"/>
                      </a:lnTo>
                      <a:lnTo>
                        <a:pt x="843395" y="1535563"/>
                      </a:lnTo>
                      <a:lnTo>
                        <a:pt x="844599" y="1540564"/>
                      </a:lnTo>
                      <a:lnTo>
                        <a:pt x="842087" y="1543562"/>
                      </a:lnTo>
                      <a:lnTo>
                        <a:pt x="837897" y="1543285"/>
                      </a:lnTo>
                      <a:lnTo>
                        <a:pt x="837295" y="1543018"/>
                      </a:lnTo>
                      <a:lnTo>
                        <a:pt x="834389" y="1537416"/>
                      </a:lnTo>
                      <a:lnTo>
                        <a:pt x="822790" y="1539256"/>
                      </a:lnTo>
                      <a:lnTo>
                        <a:pt x="822200" y="1539615"/>
                      </a:lnTo>
                      <a:lnTo>
                        <a:pt x="822084" y="1539557"/>
                      </a:lnTo>
                      <a:lnTo>
                        <a:pt x="822188" y="1539626"/>
                      </a:lnTo>
                      <a:lnTo>
                        <a:pt x="817118" y="1542729"/>
                      </a:lnTo>
                      <a:lnTo>
                        <a:pt x="812106" y="1541687"/>
                      </a:lnTo>
                      <a:lnTo>
                        <a:pt x="804524" y="1536455"/>
                      </a:lnTo>
                      <a:lnTo>
                        <a:pt x="794672" y="1524034"/>
                      </a:lnTo>
                      <a:lnTo>
                        <a:pt x="795309" y="1522228"/>
                      </a:lnTo>
                      <a:lnTo>
                        <a:pt x="795135" y="1522517"/>
                      </a:lnTo>
                      <a:lnTo>
                        <a:pt x="794869" y="1522957"/>
                      </a:lnTo>
                      <a:lnTo>
                        <a:pt x="789776" y="1521406"/>
                      </a:lnTo>
                      <a:lnTo>
                        <a:pt x="782692" y="1514519"/>
                      </a:lnTo>
                      <a:lnTo>
                        <a:pt x="786072" y="1510930"/>
                      </a:lnTo>
                      <a:lnTo>
                        <a:pt x="782911" y="1513882"/>
                      </a:lnTo>
                      <a:lnTo>
                        <a:pt x="776105" y="1504783"/>
                      </a:lnTo>
                      <a:lnTo>
                        <a:pt x="770907" y="1503058"/>
                      </a:lnTo>
                      <a:lnTo>
                        <a:pt x="768175" y="1503730"/>
                      </a:lnTo>
                      <a:lnTo>
                        <a:pt x="765235" y="1507816"/>
                      </a:lnTo>
                      <a:lnTo>
                        <a:pt x="764228" y="1506149"/>
                      </a:lnTo>
                      <a:lnTo>
                        <a:pt x="765582" y="1503788"/>
                      </a:lnTo>
                      <a:lnTo>
                        <a:pt x="764691" y="1504436"/>
                      </a:lnTo>
                      <a:lnTo>
                        <a:pt x="764402" y="1504181"/>
                      </a:lnTo>
                      <a:lnTo>
                        <a:pt x="765675" y="1503637"/>
                      </a:lnTo>
                      <a:lnTo>
                        <a:pt x="766034" y="1503000"/>
                      </a:lnTo>
                      <a:lnTo>
                        <a:pt x="765849" y="1502121"/>
                      </a:lnTo>
                      <a:lnTo>
                        <a:pt x="766069" y="1502584"/>
                      </a:lnTo>
                      <a:lnTo>
                        <a:pt x="766080" y="1502919"/>
                      </a:lnTo>
                      <a:lnTo>
                        <a:pt x="766578" y="1502063"/>
                      </a:lnTo>
                      <a:lnTo>
                        <a:pt x="763742" y="1499030"/>
                      </a:lnTo>
                      <a:lnTo>
                        <a:pt x="758278" y="1497016"/>
                      </a:lnTo>
                      <a:lnTo>
                        <a:pt x="760605" y="1494978"/>
                      </a:lnTo>
                      <a:lnTo>
                        <a:pt x="756495" y="1497896"/>
                      </a:lnTo>
                      <a:lnTo>
                        <a:pt x="756264" y="1501635"/>
                      </a:lnTo>
                      <a:lnTo>
                        <a:pt x="756217" y="1502433"/>
                      </a:lnTo>
                      <a:lnTo>
                        <a:pt x="756125" y="1502514"/>
                      </a:lnTo>
                      <a:lnTo>
                        <a:pt x="753474" y="1504725"/>
                      </a:lnTo>
                      <a:lnTo>
                        <a:pt x="753312" y="1504864"/>
                      </a:lnTo>
                      <a:lnTo>
                        <a:pt x="753231" y="1504760"/>
                      </a:lnTo>
                      <a:lnTo>
                        <a:pt x="752536" y="1503845"/>
                      </a:lnTo>
                      <a:lnTo>
                        <a:pt x="752039" y="1503197"/>
                      </a:lnTo>
                      <a:lnTo>
                        <a:pt x="752918" y="1502480"/>
                      </a:lnTo>
                      <a:lnTo>
                        <a:pt x="754666" y="1501067"/>
                      </a:lnTo>
                      <a:lnTo>
                        <a:pt x="754423" y="1498255"/>
                      </a:lnTo>
                      <a:lnTo>
                        <a:pt x="752814" y="1496808"/>
                      </a:lnTo>
                      <a:lnTo>
                        <a:pt x="750244" y="1497432"/>
                      </a:lnTo>
                      <a:lnTo>
                        <a:pt x="747929" y="1491969"/>
                      </a:lnTo>
                      <a:lnTo>
                        <a:pt x="747732" y="1491911"/>
                      </a:lnTo>
                      <a:lnTo>
                        <a:pt x="745394" y="1491297"/>
                      </a:lnTo>
                      <a:lnTo>
                        <a:pt x="741424" y="1496495"/>
                      </a:lnTo>
                      <a:lnTo>
                        <a:pt x="741134" y="1496946"/>
                      </a:lnTo>
                      <a:lnTo>
                        <a:pt x="743137" y="1495673"/>
                      </a:lnTo>
                      <a:lnTo>
                        <a:pt x="743172" y="1495638"/>
                      </a:lnTo>
                      <a:lnTo>
                        <a:pt x="746610" y="1492073"/>
                      </a:lnTo>
                      <a:lnTo>
                        <a:pt x="749006" y="1495985"/>
                      </a:lnTo>
                      <a:lnTo>
                        <a:pt x="748774" y="1497317"/>
                      </a:lnTo>
                      <a:lnTo>
                        <a:pt x="745915" y="1497710"/>
                      </a:lnTo>
                      <a:lnTo>
                        <a:pt x="748716" y="1497641"/>
                      </a:lnTo>
                      <a:lnTo>
                        <a:pt x="749805" y="1497618"/>
                      </a:lnTo>
                      <a:lnTo>
                        <a:pt x="753289" y="1497560"/>
                      </a:lnTo>
                      <a:lnTo>
                        <a:pt x="753520" y="1498255"/>
                      </a:lnTo>
                      <a:lnTo>
                        <a:pt x="753844" y="1499227"/>
                      </a:lnTo>
                      <a:lnTo>
                        <a:pt x="754192" y="1500257"/>
                      </a:lnTo>
                      <a:lnTo>
                        <a:pt x="753219" y="1501415"/>
                      </a:lnTo>
                      <a:lnTo>
                        <a:pt x="751228" y="1503799"/>
                      </a:lnTo>
                      <a:lnTo>
                        <a:pt x="752270" y="1504772"/>
                      </a:lnTo>
                      <a:lnTo>
                        <a:pt x="752363" y="1504864"/>
                      </a:lnTo>
                      <a:lnTo>
                        <a:pt x="753624" y="1506033"/>
                      </a:lnTo>
                      <a:lnTo>
                        <a:pt x="757317" y="1503441"/>
                      </a:lnTo>
                      <a:lnTo>
                        <a:pt x="757363" y="1498706"/>
                      </a:lnTo>
                      <a:lnTo>
                        <a:pt x="762167" y="1500083"/>
                      </a:lnTo>
                      <a:lnTo>
                        <a:pt x="762260" y="1504239"/>
                      </a:lnTo>
                      <a:lnTo>
                        <a:pt x="762318" y="1506786"/>
                      </a:lnTo>
                      <a:lnTo>
                        <a:pt x="762364" y="1508569"/>
                      </a:lnTo>
                      <a:lnTo>
                        <a:pt x="760061" y="1508418"/>
                      </a:lnTo>
                      <a:lnTo>
                        <a:pt x="767840" y="1510664"/>
                      </a:lnTo>
                      <a:lnTo>
                        <a:pt x="768407" y="1510826"/>
                      </a:lnTo>
                      <a:lnTo>
                        <a:pt x="774611" y="1506462"/>
                      </a:lnTo>
                      <a:lnTo>
                        <a:pt x="775283" y="1510247"/>
                      </a:lnTo>
                      <a:lnTo>
                        <a:pt x="776510" y="1510085"/>
                      </a:lnTo>
                      <a:lnTo>
                        <a:pt x="784856" y="1524034"/>
                      </a:lnTo>
                      <a:lnTo>
                        <a:pt x="793307" y="1529289"/>
                      </a:lnTo>
                      <a:lnTo>
                        <a:pt x="793307" y="1531188"/>
                      </a:lnTo>
                      <a:lnTo>
                        <a:pt x="793932" y="1529324"/>
                      </a:lnTo>
                      <a:lnTo>
                        <a:pt x="796374" y="1531431"/>
                      </a:lnTo>
                      <a:lnTo>
                        <a:pt x="798029" y="1541548"/>
                      </a:lnTo>
                      <a:lnTo>
                        <a:pt x="796166" y="1542405"/>
                      </a:lnTo>
                      <a:lnTo>
                        <a:pt x="798134" y="1542208"/>
                      </a:lnTo>
                      <a:lnTo>
                        <a:pt x="797578" y="1550427"/>
                      </a:lnTo>
                      <a:lnTo>
                        <a:pt x="801352" y="1553853"/>
                      </a:lnTo>
                      <a:lnTo>
                        <a:pt x="788884" y="1557303"/>
                      </a:lnTo>
                      <a:lnTo>
                        <a:pt x="805311" y="1554120"/>
                      </a:lnTo>
                      <a:lnTo>
                        <a:pt x="808621" y="1548864"/>
                      </a:lnTo>
                      <a:lnTo>
                        <a:pt x="812673" y="1548609"/>
                      </a:lnTo>
                      <a:lnTo>
                        <a:pt x="813472" y="1551689"/>
                      </a:lnTo>
                      <a:lnTo>
                        <a:pt x="809003" y="1555636"/>
                      </a:lnTo>
                      <a:lnTo>
                        <a:pt x="813356" y="1552024"/>
                      </a:lnTo>
                      <a:lnTo>
                        <a:pt x="814363" y="1554363"/>
                      </a:lnTo>
                      <a:lnTo>
                        <a:pt x="811990" y="1556215"/>
                      </a:lnTo>
                      <a:lnTo>
                        <a:pt x="816111" y="1560660"/>
                      </a:lnTo>
                      <a:lnTo>
                        <a:pt x="814652" y="1562824"/>
                      </a:lnTo>
                      <a:lnTo>
                        <a:pt x="814097" y="1565684"/>
                      </a:lnTo>
                      <a:lnTo>
                        <a:pt x="809131" y="1567050"/>
                      </a:lnTo>
                      <a:lnTo>
                        <a:pt x="809663" y="1568971"/>
                      </a:lnTo>
                      <a:lnTo>
                        <a:pt x="809837" y="1569597"/>
                      </a:lnTo>
                      <a:lnTo>
                        <a:pt x="808621" y="1570025"/>
                      </a:lnTo>
                      <a:lnTo>
                        <a:pt x="809941" y="1569724"/>
                      </a:lnTo>
                      <a:lnTo>
                        <a:pt x="809814" y="1568971"/>
                      </a:lnTo>
                      <a:lnTo>
                        <a:pt x="809513" y="1567200"/>
                      </a:lnTo>
                      <a:lnTo>
                        <a:pt x="814236" y="1565904"/>
                      </a:lnTo>
                      <a:lnTo>
                        <a:pt x="814514" y="1564665"/>
                      </a:lnTo>
                      <a:lnTo>
                        <a:pt x="814873" y="1562987"/>
                      </a:lnTo>
                      <a:lnTo>
                        <a:pt x="815220" y="1562871"/>
                      </a:lnTo>
                      <a:lnTo>
                        <a:pt x="819734" y="1561320"/>
                      </a:lnTo>
                      <a:lnTo>
                        <a:pt x="829076" y="1562003"/>
                      </a:lnTo>
                      <a:lnTo>
                        <a:pt x="829053" y="1559560"/>
                      </a:lnTo>
                      <a:lnTo>
                        <a:pt x="834551" y="1560973"/>
                      </a:lnTo>
                      <a:lnTo>
                        <a:pt x="837063" y="1558391"/>
                      </a:lnTo>
                      <a:lnTo>
                        <a:pt x="837793" y="1558345"/>
                      </a:lnTo>
                      <a:lnTo>
                        <a:pt x="840536" y="1558148"/>
                      </a:lnTo>
                      <a:lnTo>
                        <a:pt x="864324" y="1568728"/>
                      </a:lnTo>
                      <a:lnTo>
                        <a:pt x="867381" y="1567351"/>
                      </a:lnTo>
                      <a:lnTo>
                        <a:pt x="867172" y="1568971"/>
                      </a:lnTo>
                      <a:lnTo>
                        <a:pt x="867033" y="1570048"/>
                      </a:lnTo>
                      <a:lnTo>
                        <a:pt x="867230" y="1570164"/>
                      </a:lnTo>
                      <a:lnTo>
                        <a:pt x="870819" y="1572375"/>
                      </a:lnTo>
                      <a:lnTo>
                        <a:pt x="879998" y="1572699"/>
                      </a:lnTo>
                      <a:lnTo>
                        <a:pt x="881445" y="1571425"/>
                      </a:lnTo>
                      <a:lnTo>
                        <a:pt x="896899" y="1575350"/>
                      </a:lnTo>
                      <a:lnTo>
                        <a:pt x="896922" y="1575361"/>
                      </a:lnTo>
                      <a:lnTo>
                        <a:pt x="899643" y="1575604"/>
                      </a:lnTo>
                      <a:lnTo>
                        <a:pt x="901032" y="1573243"/>
                      </a:lnTo>
                      <a:lnTo>
                        <a:pt x="900406" y="1576091"/>
                      </a:lnTo>
                      <a:lnTo>
                        <a:pt x="902919" y="1575442"/>
                      </a:lnTo>
                      <a:lnTo>
                        <a:pt x="908637" y="1577966"/>
                      </a:lnTo>
                      <a:lnTo>
                        <a:pt x="912909" y="1577063"/>
                      </a:lnTo>
                      <a:lnTo>
                        <a:pt x="915224" y="1574424"/>
                      </a:lnTo>
                      <a:lnTo>
                        <a:pt x="919183" y="1571981"/>
                      </a:lnTo>
                      <a:lnTo>
                        <a:pt x="921208" y="1571287"/>
                      </a:lnTo>
                      <a:lnTo>
                        <a:pt x="927100" y="1576658"/>
                      </a:lnTo>
                      <a:lnTo>
                        <a:pt x="929369" y="1581045"/>
                      </a:lnTo>
                      <a:lnTo>
                        <a:pt x="936709" y="1583511"/>
                      </a:lnTo>
                      <a:lnTo>
                        <a:pt x="936767" y="1587053"/>
                      </a:lnTo>
                      <a:lnTo>
                        <a:pt x="938781" y="1582885"/>
                      </a:lnTo>
                      <a:lnTo>
                        <a:pt x="938341" y="1583974"/>
                      </a:lnTo>
                      <a:lnTo>
                        <a:pt x="940818" y="1584830"/>
                      </a:lnTo>
                      <a:lnTo>
                        <a:pt x="943492" y="1584761"/>
                      </a:lnTo>
                      <a:lnTo>
                        <a:pt x="948400" y="1584633"/>
                      </a:lnTo>
                      <a:lnTo>
                        <a:pt x="950461" y="1585004"/>
                      </a:lnTo>
                      <a:lnTo>
                        <a:pt x="953378" y="1583106"/>
                      </a:lnTo>
                      <a:lnTo>
                        <a:pt x="958078" y="1582584"/>
                      </a:lnTo>
                      <a:lnTo>
                        <a:pt x="958344" y="1582481"/>
                      </a:lnTo>
                      <a:lnTo>
                        <a:pt x="959941" y="1582538"/>
                      </a:lnTo>
                      <a:lnTo>
                        <a:pt x="960312" y="1582307"/>
                      </a:lnTo>
                      <a:lnTo>
                        <a:pt x="961249" y="1581277"/>
                      </a:lnTo>
                      <a:lnTo>
                        <a:pt x="963206" y="1580478"/>
                      </a:lnTo>
                      <a:lnTo>
                        <a:pt x="962685" y="1580802"/>
                      </a:lnTo>
                      <a:lnTo>
                        <a:pt x="964028" y="1581207"/>
                      </a:lnTo>
                      <a:lnTo>
                        <a:pt x="963449" y="1583870"/>
                      </a:lnTo>
                      <a:lnTo>
                        <a:pt x="965000" y="1584576"/>
                      </a:lnTo>
                      <a:lnTo>
                        <a:pt x="964329" y="1580154"/>
                      </a:lnTo>
                      <a:lnTo>
                        <a:pt x="965058" y="1584472"/>
                      </a:lnTo>
                      <a:lnTo>
                        <a:pt x="971772" y="1584576"/>
                      </a:lnTo>
                      <a:lnTo>
                        <a:pt x="972015" y="1583916"/>
                      </a:lnTo>
                      <a:lnTo>
                        <a:pt x="974226" y="1581369"/>
                      </a:lnTo>
                      <a:lnTo>
                        <a:pt x="977479" y="1580177"/>
                      </a:lnTo>
                      <a:lnTo>
                        <a:pt x="977016" y="1578301"/>
                      </a:lnTo>
                      <a:lnTo>
                        <a:pt x="985212" y="1584009"/>
                      </a:lnTo>
                      <a:lnTo>
                        <a:pt x="985663" y="1584553"/>
                      </a:lnTo>
                      <a:lnTo>
                        <a:pt x="985698" y="1584680"/>
                      </a:lnTo>
                      <a:lnTo>
                        <a:pt x="985779" y="1584680"/>
                      </a:lnTo>
                      <a:lnTo>
                        <a:pt x="992354" y="1592412"/>
                      </a:lnTo>
                      <a:lnTo>
                        <a:pt x="997725" y="1598004"/>
                      </a:lnTo>
                      <a:lnTo>
                        <a:pt x="1005574" y="1603653"/>
                      </a:lnTo>
                      <a:lnTo>
                        <a:pt x="1010690" y="1604984"/>
                      </a:lnTo>
                      <a:lnTo>
                        <a:pt x="1011107" y="1605100"/>
                      </a:lnTo>
                      <a:lnTo>
                        <a:pt x="1014718" y="1606188"/>
                      </a:lnTo>
                      <a:lnTo>
                        <a:pt x="1014174" y="1605250"/>
                      </a:lnTo>
                      <a:lnTo>
                        <a:pt x="1020414" y="1603884"/>
                      </a:lnTo>
                      <a:lnTo>
                        <a:pt x="1020101" y="1605898"/>
                      </a:lnTo>
                      <a:lnTo>
                        <a:pt x="1019499" y="1607021"/>
                      </a:lnTo>
                      <a:lnTo>
                        <a:pt x="1020090" y="1606014"/>
                      </a:lnTo>
                      <a:lnTo>
                        <a:pt x="1022636" y="1601222"/>
                      </a:lnTo>
                      <a:lnTo>
                        <a:pt x="1026815" y="1601477"/>
                      </a:lnTo>
                      <a:lnTo>
                        <a:pt x="1029686" y="1602657"/>
                      </a:lnTo>
                      <a:lnTo>
                        <a:pt x="1032858" y="1602021"/>
                      </a:lnTo>
                      <a:lnTo>
                        <a:pt x="1033159" y="1601882"/>
                      </a:lnTo>
                      <a:lnTo>
                        <a:pt x="1033390" y="1601893"/>
                      </a:lnTo>
                      <a:lnTo>
                        <a:pt x="1041980" y="1597876"/>
                      </a:lnTo>
                      <a:lnTo>
                        <a:pt x="1046401" y="1591811"/>
                      </a:lnTo>
                      <a:lnTo>
                        <a:pt x="1049203" y="1590885"/>
                      </a:lnTo>
                      <a:lnTo>
                        <a:pt x="1051587" y="1590086"/>
                      </a:lnTo>
                      <a:lnTo>
                        <a:pt x="1062886" y="1590120"/>
                      </a:lnTo>
                      <a:lnTo>
                        <a:pt x="1070919" y="1584020"/>
                      </a:lnTo>
                      <a:lnTo>
                        <a:pt x="1070179" y="1581473"/>
                      </a:lnTo>
                      <a:lnTo>
                        <a:pt x="1073837" y="1579413"/>
                      </a:lnTo>
                      <a:lnTo>
                        <a:pt x="1075133" y="1575801"/>
                      </a:lnTo>
                      <a:lnTo>
                        <a:pt x="1073362" y="1568971"/>
                      </a:lnTo>
                      <a:lnTo>
                        <a:pt x="1073292" y="1568659"/>
                      </a:lnTo>
                      <a:lnTo>
                        <a:pt x="1078802" y="1566517"/>
                      </a:lnTo>
                      <a:lnTo>
                        <a:pt x="1080400" y="1568311"/>
                      </a:lnTo>
                      <a:lnTo>
                        <a:pt x="1083977" y="1568358"/>
                      </a:lnTo>
                      <a:lnTo>
                        <a:pt x="1089290" y="1566031"/>
                      </a:lnTo>
                      <a:lnTo>
                        <a:pt x="1089718" y="1564596"/>
                      </a:lnTo>
                      <a:lnTo>
                        <a:pt x="1088781" y="1565973"/>
                      </a:lnTo>
                      <a:lnTo>
                        <a:pt x="1085158" y="1565256"/>
                      </a:lnTo>
                      <a:lnTo>
                        <a:pt x="1082171" y="1561192"/>
                      </a:lnTo>
                      <a:lnTo>
                        <a:pt x="1081673" y="1552754"/>
                      </a:lnTo>
                      <a:lnTo>
                        <a:pt x="1081835" y="1552638"/>
                      </a:lnTo>
                      <a:lnTo>
                        <a:pt x="1090772" y="1550647"/>
                      </a:lnTo>
                      <a:lnTo>
                        <a:pt x="1093110" y="1544604"/>
                      </a:lnTo>
                      <a:lnTo>
                        <a:pt x="1093122" y="1544581"/>
                      </a:lnTo>
                      <a:lnTo>
                        <a:pt x="1095749" y="1543748"/>
                      </a:lnTo>
                      <a:lnTo>
                        <a:pt x="1099234" y="1537763"/>
                      </a:lnTo>
                      <a:lnTo>
                        <a:pt x="1101352" y="1538701"/>
                      </a:lnTo>
                      <a:lnTo>
                        <a:pt x="1108761" y="1536489"/>
                      </a:lnTo>
                      <a:lnTo>
                        <a:pt x="1117640" y="1540564"/>
                      </a:lnTo>
                      <a:lnTo>
                        <a:pt x="1122987" y="1538550"/>
                      </a:lnTo>
                      <a:lnTo>
                        <a:pt x="1129412" y="1540657"/>
                      </a:lnTo>
                      <a:lnTo>
                        <a:pt x="1130824" y="1538620"/>
                      </a:lnTo>
                      <a:lnTo>
                        <a:pt x="1131832" y="1540622"/>
                      </a:lnTo>
                      <a:lnTo>
                        <a:pt x="1135281" y="1541629"/>
                      </a:lnTo>
                      <a:lnTo>
                        <a:pt x="1143407" y="1539082"/>
                      </a:lnTo>
                      <a:lnTo>
                        <a:pt x="1146325" y="1541548"/>
                      </a:lnTo>
                      <a:lnTo>
                        <a:pt x="1151268" y="1540529"/>
                      </a:lnTo>
                      <a:lnTo>
                        <a:pt x="1153305" y="1543875"/>
                      </a:lnTo>
                      <a:lnTo>
                        <a:pt x="1154902" y="1544164"/>
                      </a:lnTo>
                      <a:lnTo>
                        <a:pt x="1159799" y="1545032"/>
                      </a:lnTo>
                      <a:lnTo>
                        <a:pt x="1162565" y="1547429"/>
                      </a:lnTo>
                      <a:lnTo>
                        <a:pt x="1165691" y="1555231"/>
                      </a:lnTo>
                      <a:lnTo>
                        <a:pt x="1164649" y="1556203"/>
                      </a:lnTo>
                      <a:lnTo>
                        <a:pt x="1166189" y="1555625"/>
                      </a:lnTo>
                      <a:lnTo>
                        <a:pt x="1172810" y="1562686"/>
                      </a:lnTo>
                      <a:lnTo>
                        <a:pt x="1175102" y="1561933"/>
                      </a:lnTo>
                      <a:lnTo>
                        <a:pt x="1172174" y="1565973"/>
                      </a:lnTo>
                      <a:lnTo>
                        <a:pt x="1173551" y="1568971"/>
                      </a:lnTo>
                      <a:lnTo>
                        <a:pt x="1174743" y="1571553"/>
                      </a:lnTo>
                      <a:lnTo>
                        <a:pt x="1173100" y="1568971"/>
                      </a:lnTo>
                      <a:lnTo>
                        <a:pt x="1171884" y="1567062"/>
                      </a:lnTo>
                      <a:lnTo>
                        <a:pt x="1171456" y="1568971"/>
                      </a:lnTo>
                      <a:lnTo>
                        <a:pt x="1170530" y="1573000"/>
                      </a:lnTo>
                      <a:lnTo>
                        <a:pt x="1168342" y="1572502"/>
                      </a:lnTo>
                      <a:lnTo>
                        <a:pt x="1165008" y="1571726"/>
                      </a:lnTo>
                      <a:lnTo>
                        <a:pt x="1164823" y="1571993"/>
                      </a:lnTo>
                      <a:lnTo>
                        <a:pt x="1168585" y="1572768"/>
                      </a:lnTo>
                      <a:lnTo>
                        <a:pt x="1169511" y="1573810"/>
                      </a:lnTo>
                      <a:lnTo>
                        <a:pt x="1168411" y="1573856"/>
                      </a:lnTo>
                      <a:lnTo>
                        <a:pt x="1169430" y="1577075"/>
                      </a:lnTo>
                      <a:lnTo>
                        <a:pt x="1175727" y="1574991"/>
                      </a:lnTo>
                      <a:lnTo>
                        <a:pt x="1175276" y="1576924"/>
                      </a:lnTo>
                      <a:lnTo>
                        <a:pt x="1176549" y="1572803"/>
                      </a:lnTo>
                      <a:lnTo>
                        <a:pt x="1178911" y="1571634"/>
                      </a:lnTo>
                      <a:lnTo>
                        <a:pt x="1176642" y="1569458"/>
                      </a:lnTo>
                      <a:lnTo>
                        <a:pt x="1176989" y="1568971"/>
                      </a:lnTo>
                      <a:lnTo>
                        <a:pt x="1177348" y="1568474"/>
                      </a:lnTo>
                      <a:lnTo>
                        <a:pt x="1177950" y="1568971"/>
                      </a:lnTo>
                      <a:lnTo>
                        <a:pt x="1184317" y="1574239"/>
                      </a:lnTo>
                      <a:lnTo>
                        <a:pt x="1183020" y="1575396"/>
                      </a:lnTo>
                      <a:lnTo>
                        <a:pt x="1185219" y="1575720"/>
                      </a:lnTo>
                      <a:lnTo>
                        <a:pt x="1184490" y="1577954"/>
                      </a:lnTo>
                      <a:lnTo>
                        <a:pt x="1187535" y="1576577"/>
                      </a:lnTo>
                      <a:lnTo>
                        <a:pt x="1188102" y="1572826"/>
                      </a:lnTo>
                      <a:lnTo>
                        <a:pt x="1198046" y="1572155"/>
                      </a:lnTo>
                      <a:lnTo>
                        <a:pt x="1199423" y="1576368"/>
                      </a:lnTo>
                      <a:lnTo>
                        <a:pt x="1205778" y="1578718"/>
                      </a:lnTo>
                      <a:lnTo>
                        <a:pt x="1210582" y="1578487"/>
                      </a:lnTo>
                      <a:lnTo>
                        <a:pt x="1213488" y="1583326"/>
                      </a:lnTo>
                      <a:lnTo>
                        <a:pt x="1220017" y="1583210"/>
                      </a:lnTo>
                      <a:lnTo>
                        <a:pt x="1222158" y="1588002"/>
                      </a:lnTo>
                      <a:lnTo>
                        <a:pt x="1225816" y="1591128"/>
                      </a:lnTo>
                      <a:lnTo>
                        <a:pt x="1228652" y="1591174"/>
                      </a:lnTo>
                      <a:lnTo>
                        <a:pt x="1227460" y="1592262"/>
                      </a:lnTo>
                      <a:lnTo>
                        <a:pt x="1228456" y="1593466"/>
                      </a:lnTo>
                      <a:lnTo>
                        <a:pt x="1231442" y="1593431"/>
                      </a:lnTo>
                      <a:lnTo>
                        <a:pt x="1231465" y="1593373"/>
                      </a:lnTo>
                      <a:lnTo>
                        <a:pt x="1231523" y="1593397"/>
                      </a:lnTo>
                      <a:lnTo>
                        <a:pt x="1232403" y="1591880"/>
                      </a:lnTo>
                      <a:lnTo>
                        <a:pt x="1233965" y="1592783"/>
                      </a:lnTo>
                      <a:lnTo>
                        <a:pt x="1236987" y="1601800"/>
                      </a:lnTo>
                      <a:lnTo>
                        <a:pt x="1239695" y="1605065"/>
                      </a:lnTo>
                      <a:lnTo>
                        <a:pt x="1245773" y="1608040"/>
                      </a:lnTo>
                      <a:lnTo>
                        <a:pt x="1246386" y="1608329"/>
                      </a:lnTo>
                      <a:lnTo>
                        <a:pt x="1250137" y="1610054"/>
                      </a:lnTo>
                      <a:lnTo>
                        <a:pt x="1250230" y="1612369"/>
                      </a:lnTo>
                      <a:lnTo>
                        <a:pt x="1255751" y="1613666"/>
                      </a:lnTo>
                      <a:lnTo>
                        <a:pt x="1255358" y="1615553"/>
                      </a:lnTo>
                      <a:lnTo>
                        <a:pt x="1257708" y="1617347"/>
                      </a:lnTo>
                      <a:lnTo>
                        <a:pt x="1260601" y="1617115"/>
                      </a:lnTo>
                      <a:lnTo>
                        <a:pt x="1267339" y="1616595"/>
                      </a:lnTo>
                      <a:lnTo>
                        <a:pt x="1267397" y="1617903"/>
                      </a:lnTo>
                      <a:lnTo>
                        <a:pt x="1273555" y="1618991"/>
                      </a:lnTo>
                      <a:lnTo>
                        <a:pt x="1274435" y="1620426"/>
                      </a:lnTo>
                      <a:lnTo>
                        <a:pt x="1281242" y="1621237"/>
                      </a:lnTo>
                      <a:lnTo>
                        <a:pt x="1292968" y="1615865"/>
                      </a:lnTo>
                      <a:lnTo>
                        <a:pt x="1298212" y="1617694"/>
                      </a:lnTo>
                      <a:lnTo>
                        <a:pt x="1300585" y="1621028"/>
                      </a:lnTo>
                      <a:lnTo>
                        <a:pt x="1300828" y="1621723"/>
                      </a:lnTo>
                      <a:lnTo>
                        <a:pt x="1308966" y="1625786"/>
                      </a:lnTo>
                      <a:lnTo>
                        <a:pt x="1316421" y="1627105"/>
                      </a:lnTo>
                      <a:lnTo>
                        <a:pt x="1317300" y="1625751"/>
                      </a:lnTo>
                      <a:lnTo>
                        <a:pt x="1318076" y="1624813"/>
                      </a:lnTo>
                      <a:lnTo>
                        <a:pt x="1321271" y="1625346"/>
                      </a:lnTo>
                      <a:lnTo>
                        <a:pt x="1323817" y="1629930"/>
                      </a:lnTo>
                      <a:lnTo>
                        <a:pt x="1323933" y="1630162"/>
                      </a:lnTo>
                      <a:lnTo>
                        <a:pt x="1322162" y="1633866"/>
                      </a:lnTo>
                      <a:lnTo>
                        <a:pt x="1324767" y="1635996"/>
                      </a:lnTo>
                      <a:lnTo>
                        <a:pt x="1322359" y="1640221"/>
                      </a:lnTo>
                      <a:lnTo>
                        <a:pt x="1324964" y="1641610"/>
                      </a:lnTo>
                      <a:lnTo>
                        <a:pt x="1325288" y="1644979"/>
                      </a:lnTo>
                      <a:lnTo>
                        <a:pt x="1328471" y="1646171"/>
                      </a:lnTo>
                      <a:lnTo>
                        <a:pt x="1331377" y="1648081"/>
                      </a:lnTo>
                      <a:lnTo>
                        <a:pt x="1332569" y="1649690"/>
                      </a:lnTo>
                      <a:lnTo>
                        <a:pt x="1333912" y="1648382"/>
                      </a:lnTo>
                      <a:lnTo>
                        <a:pt x="1334792" y="1647768"/>
                      </a:lnTo>
                      <a:lnTo>
                        <a:pt x="1336540" y="1648289"/>
                      </a:lnTo>
                      <a:lnTo>
                        <a:pt x="1336701" y="1648382"/>
                      </a:lnTo>
                      <a:lnTo>
                        <a:pt x="1336887" y="1649667"/>
                      </a:lnTo>
                      <a:lnTo>
                        <a:pt x="1336806" y="1650662"/>
                      </a:lnTo>
                      <a:lnTo>
                        <a:pt x="1337026" y="1650581"/>
                      </a:lnTo>
                      <a:lnTo>
                        <a:pt x="1337385" y="1653012"/>
                      </a:lnTo>
                      <a:lnTo>
                        <a:pt x="1337732" y="1650292"/>
                      </a:lnTo>
                      <a:lnTo>
                        <a:pt x="1338021" y="1650165"/>
                      </a:lnTo>
                      <a:lnTo>
                        <a:pt x="1341401" y="1651484"/>
                      </a:lnTo>
                      <a:lnTo>
                        <a:pt x="1342316" y="1658372"/>
                      </a:lnTo>
                      <a:lnTo>
                        <a:pt x="1342073" y="1660374"/>
                      </a:lnTo>
                      <a:lnTo>
                        <a:pt x="1342732" y="1661567"/>
                      </a:lnTo>
                      <a:lnTo>
                        <a:pt x="1343740" y="1669103"/>
                      </a:lnTo>
                      <a:lnTo>
                        <a:pt x="1348069" y="1672437"/>
                      </a:lnTo>
                      <a:lnTo>
                        <a:pt x="1348694" y="1674671"/>
                      </a:lnTo>
                      <a:lnTo>
                        <a:pt x="1350882" y="1682403"/>
                      </a:lnTo>
                      <a:lnTo>
                        <a:pt x="1352259" y="1684001"/>
                      </a:lnTo>
                      <a:lnTo>
                        <a:pt x="1352364" y="1684348"/>
                      </a:lnTo>
                      <a:lnTo>
                        <a:pt x="1352537" y="1684325"/>
                      </a:lnTo>
                      <a:lnTo>
                        <a:pt x="1355431" y="1687705"/>
                      </a:lnTo>
                      <a:lnTo>
                        <a:pt x="1355373" y="1687740"/>
                      </a:lnTo>
                      <a:lnTo>
                        <a:pt x="1355269" y="1687856"/>
                      </a:lnTo>
                      <a:lnTo>
                        <a:pt x="1354748" y="1688319"/>
                      </a:lnTo>
                      <a:lnTo>
                        <a:pt x="1354609" y="1688411"/>
                      </a:lnTo>
                      <a:lnTo>
                        <a:pt x="1354355" y="1688539"/>
                      </a:lnTo>
                      <a:lnTo>
                        <a:pt x="1353950" y="1688828"/>
                      </a:lnTo>
                      <a:lnTo>
                        <a:pt x="1353880" y="1688886"/>
                      </a:lnTo>
                      <a:lnTo>
                        <a:pt x="1353244" y="1689488"/>
                      </a:lnTo>
                      <a:lnTo>
                        <a:pt x="1353081" y="1689650"/>
                      </a:lnTo>
                      <a:lnTo>
                        <a:pt x="1353012" y="1689627"/>
                      </a:lnTo>
                      <a:lnTo>
                        <a:pt x="1352850" y="1689801"/>
                      </a:lnTo>
                      <a:lnTo>
                        <a:pt x="1352954" y="1689916"/>
                      </a:lnTo>
                      <a:lnTo>
                        <a:pt x="1352965" y="1689928"/>
                      </a:lnTo>
                      <a:lnTo>
                        <a:pt x="1352931" y="1689962"/>
                      </a:lnTo>
                      <a:lnTo>
                        <a:pt x="1352364" y="1690403"/>
                      </a:lnTo>
                      <a:lnTo>
                        <a:pt x="1352306" y="1690460"/>
                      </a:lnTo>
                      <a:lnTo>
                        <a:pt x="1352236" y="1690518"/>
                      </a:lnTo>
                      <a:lnTo>
                        <a:pt x="1351982" y="1690784"/>
                      </a:lnTo>
                      <a:lnTo>
                        <a:pt x="1351739" y="1691062"/>
                      </a:lnTo>
                      <a:lnTo>
                        <a:pt x="1351391" y="1691328"/>
                      </a:lnTo>
                      <a:lnTo>
                        <a:pt x="1351368" y="1691340"/>
                      </a:lnTo>
                      <a:lnTo>
                        <a:pt x="1351333" y="1691352"/>
                      </a:lnTo>
                      <a:lnTo>
                        <a:pt x="1351218" y="1691433"/>
                      </a:lnTo>
                      <a:lnTo>
                        <a:pt x="1351137" y="1691502"/>
                      </a:lnTo>
                      <a:lnTo>
                        <a:pt x="1351021" y="1691618"/>
                      </a:lnTo>
                      <a:lnTo>
                        <a:pt x="1350905" y="1691722"/>
                      </a:lnTo>
                      <a:lnTo>
                        <a:pt x="1350673" y="1691872"/>
                      </a:lnTo>
                      <a:lnTo>
                        <a:pt x="1350384" y="1692081"/>
                      </a:lnTo>
                      <a:lnTo>
                        <a:pt x="1350153" y="1692208"/>
                      </a:lnTo>
                      <a:lnTo>
                        <a:pt x="1349921" y="1692347"/>
                      </a:lnTo>
                      <a:lnTo>
                        <a:pt x="1349690" y="1692486"/>
                      </a:lnTo>
                      <a:lnTo>
                        <a:pt x="1349331" y="1692683"/>
                      </a:lnTo>
                      <a:lnTo>
                        <a:pt x="1349296" y="1692660"/>
                      </a:lnTo>
                      <a:lnTo>
                        <a:pt x="1348567" y="1692567"/>
                      </a:lnTo>
                      <a:lnTo>
                        <a:pt x="1346784" y="1692648"/>
                      </a:lnTo>
                      <a:lnTo>
                        <a:pt x="1346170" y="1692625"/>
                      </a:lnTo>
                      <a:lnTo>
                        <a:pt x="1345870" y="1692787"/>
                      </a:lnTo>
                      <a:lnTo>
                        <a:pt x="1345846" y="1692799"/>
                      </a:lnTo>
                      <a:lnTo>
                        <a:pt x="1345325" y="1693123"/>
                      </a:lnTo>
                      <a:lnTo>
                        <a:pt x="1345279" y="1693169"/>
                      </a:lnTo>
                      <a:lnTo>
                        <a:pt x="1345221" y="1693215"/>
                      </a:lnTo>
                      <a:lnTo>
                        <a:pt x="1344758" y="1693806"/>
                      </a:lnTo>
                      <a:lnTo>
                        <a:pt x="1344573" y="1694766"/>
                      </a:lnTo>
                      <a:lnTo>
                        <a:pt x="1344596" y="1695079"/>
                      </a:lnTo>
                      <a:lnTo>
                        <a:pt x="1342848" y="1695901"/>
                      </a:lnTo>
                      <a:lnTo>
                        <a:pt x="1342374" y="1696572"/>
                      </a:lnTo>
                      <a:lnTo>
                        <a:pt x="1341980" y="1697000"/>
                      </a:lnTo>
                      <a:lnTo>
                        <a:pt x="1341864" y="1697105"/>
                      </a:lnTo>
                      <a:lnTo>
                        <a:pt x="1341517" y="1697336"/>
                      </a:lnTo>
                      <a:lnTo>
                        <a:pt x="1341494" y="1697371"/>
                      </a:lnTo>
                      <a:lnTo>
                        <a:pt x="1341436" y="1697452"/>
                      </a:lnTo>
                      <a:lnTo>
                        <a:pt x="1341320" y="1697660"/>
                      </a:lnTo>
                      <a:lnTo>
                        <a:pt x="1340869" y="1697811"/>
                      </a:lnTo>
                      <a:lnTo>
                        <a:pt x="1340799" y="1697834"/>
                      </a:lnTo>
                      <a:lnTo>
                        <a:pt x="1339838" y="1697834"/>
                      </a:lnTo>
                      <a:lnTo>
                        <a:pt x="1339619" y="1697823"/>
                      </a:lnTo>
                      <a:lnTo>
                        <a:pt x="1339561" y="1697857"/>
                      </a:lnTo>
                      <a:lnTo>
                        <a:pt x="1339294" y="1698089"/>
                      </a:lnTo>
                      <a:lnTo>
                        <a:pt x="1338993" y="1698297"/>
                      </a:lnTo>
                      <a:lnTo>
                        <a:pt x="1338901" y="1698343"/>
                      </a:lnTo>
                      <a:lnTo>
                        <a:pt x="1338426" y="1698378"/>
                      </a:lnTo>
                      <a:lnTo>
                        <a:pt x="1338287" y="1698297"/>
                      </a:lnTo>
                      <a:lnTo>
                        <a:pt x="1338067" y="1699049"/>
                      </a:lnTo>
                      <a:lnTo>
                        <a:pt x="1337732" y="1699513"/>
                      </a:lnTo>
                      <a:lnTo>
                        <a:pt x="1337674" y="1699593"/>
                      </a:lnTo>
                      <a:lnTo>
                        <a:pt x="1337639" y="1699663"/>
                      </a:lnTo>
                      <a:lnTo>
                        <a:pt x="1337570" y="1699964"/>
                      </a:lnTo>
                      <a:lnTo>
                        <a:pt x="1337570" y="1700103"/>
                      </a:lnTo>
                      <a:lnTo>
                        <a:pt x="1337558" y="1700184"/>
                      </a:lnTo>
                      <a:lnTo>
                        <a:pt x="1337581" y="1700288"/>
                      </a:lnTo>
                      <a:lnTo>
                        <a:pt x="1337581" y="1700913"/>
                      </a:lnTo>
                      <a:lnTo>
                        <a:pt x="1337488" y="1702025"/>
                      </a:lnTo>
                      <a:lnTo>
                        <a:pt x="1337488" y="1702071"/>
                      </a:lnTo>
                      <a:lnTo>
                        <a:pt x="1337558" y="1702592"/>
                      </a:lnTo>
                      <a:lnTo>
                        <a:pt x="1338357" y="1704919"/>
                      </a:lnTo>
                      <a:lnTo>
                        <a:pt x="1338345" y="1705173"/>
                      </a:lnTo>
                      <a:lnTo>
                        <a:pt x="1338230" y="1706296"/>
                      </a:lnTo>
                      <a:lnTo>
                        <a:pt x="1338148" y="1706701"/>
                      </a:lnTo>
                      <a:lnTo>
                        <a:pt x="1338056" y="1707048"/>
                      </a:lnTo>
                      <a:lnTo>
                        <a:pt x="1338044" y="1707662"/>
                      </a:lnTo>
                      <a:lnTo>
                        <a:pt x="1338114" y="1708299"/>
                      </a:lnTo>
                      <a:lnTo>
                        <a:pt x="1338125" y="1708403"/>
                      </a:lnTo>
                      <a:lnTo>
                        <a:pt x="1338137" y="1708484"/>
                      </a:lnTo>
                      <a:lnTo>
                        <a:pt x="1338137" y="1708785"/>
                      </a:lnTo>
                      <a:lnTo>
                        <a:pt x="1338137" y="1708877"/>
                      </a:lnTo>
                      <a:lnTo>
                        <a:pt x="1337940" y="1709665"/>
                      </a:lnTo>
                      <a:lnTo>
                        <a:pt x="1337836" y="1710348"/>
                      </a:lnTo>
                      <a:lnTo>
                        <a:pt x="1337824" y="1710429"/>
                      </a:lnTo>
                      <a:lnTo>
                        <a:pt x="1337824" y="1710753"/>
                      </a:lnTo>
                      <a:lnTo>
                        <a:pt x="1337836" y="1710996"/>
                      </a:lnTo>
                      <a:lnTo>
                        <a:pt x="1337905" y="1711112"/>
                      </a:lnTo>
                      <a:lnTo>
                        <a:pt x="1337929" y="1711146"/>
                      </a:lnTo>
                      <a:lnTo>
                        <a:pt x="1337929" y="1711181"/>
                      </a:lnTo>
                      <a:lnTo>
                        <a:pt x="1337859" y="1711378"/>
                      </a:lnTo>
                      <a:lnTo>
                        <a:pt x="1338033" y="1711887"/>
                      </a:lnTo>
                      <a:lnTo>
                        <a:pt x="1338148" y="1712269"/>
                      </a:lnTo>
                      <a:lnTo>
                        <a:pt x="1338206" y="1712397"/>
                      </a:lnTo>
                      <a:lnTo>
                        <a:pt x="1338241" y="1712489"/>
                      </a:lnTo>
                      <a:lnTo>
                        <a:pt x="1338287" y="1712593"/>
                      </a:lnTo>
                      <a:lnTo>
                        <a:pt x="1338403" y="1712987"/>
                      </a:lnTo>
                      <a:lnTo>
                        <a:pt x="1338403" y="1713022"/>
                      </a:lnTo>
                      <a:lnTo>
                        <a:pt x="1338415" y="1713057"/>
                      </a:lnTo>
                      <a:lnTo>
                        <a:pt x="1338391" y="1713380"/>
                      </a:lnTo>
                      <a:lnTo>
                        <a:pt x="1338391" y="1713404"/>
                      </a:lnTo>
                      <a:lnTo>
                        <a:pt x="1338461" y="1714295"/>
                      </a:lnTo>
                      <a:lnTo>
                        <a:pt x="1338449" y="1714330"/>
                      </a:lnTo>
                      <a:lnTo>
                        <a:pt x="1338426" y="1714388"/>
                      </a:lnTo>
                      <a:lnTo>
                        <a:pt x="1338334" y="1714457"/>
                      </a:lnTo>
                      <a:lnTo>
                        <a:pt x="1338276" y="1714469"/>
                      </a:lnTo>
                      <a:lnTo>
                        <a:pt x="1338287" y="1714908"/>
                      </a:lnTo>
                      <a:lnTo>
                        <a:pt x="1338311" y="1715070"/>
                      </a:lnTo>
                      <a:lnTo>
                        <a:pt x="1338391" y="1715244"/>
                      </a:lnTo>
                      <a:lnTo>
                        <a:pt x="1338403" y="1715522"/>
                      </a:lnTo>
                      <a:lnTo>
                        <a:pt x="1338415" y="1716124"/>
                      </a:lnTo>
                      <a:lnTo>
                        <a:pt x="1337373" y="1716321"/>
                      </a:lnTo>
                      <a:lnTo>
                        <a:pt x="1336540" y="1716182"/>
                      </a:lnTo>
                      <a:lnTo>
                        <a:pt x="1335336" y="1716101"/>
                      </a:lnTo>
                      <a:lnTo>
                        <a:pt x="1335174" y="1716101"/>
                      </a:lnTo>
                      <a:lnTo>
                        <a:pt x="1334734" y="1716170"/>
                      </a:lnTo>
                      <a:lnTo>
                        <a:pt x="1334132" y="1716286"/>
                      </a:lnTo>
                      <a:lnTo>
                        <a:pt x="1333657" y="1716379"/>
                      </a:lnTo>
                      <a:lnTo>
                        <a:pt x="1333287" y="1716483"/>
                      </a:lnTo>
                      <a:lnTo>
                        <a:pt x="1333101" y="1716541"/>
                      </a:lnTo>
                      <a:lnTo>
                        <a:pt x="1332789" y="1716668"/>
                      </a:lnTo>
                      <a:lnTo>
                        <a:pt x="1331840" y="1717270"/>
                      </a:lnTo>
                      <a:lnTo>
                        <a:pt x="1331701" y="1717362"/>
                      </a:lnTo>
                      <a:lnTo>
                        <a:pt x="1331076" y="1717478"/>
                      </a:lnTo>
                      <a:lnTo>
                        <a:pt x="1331099" y="1717860"/>
                      </a:lnTo>
                      <a:lnTo>
                        <a:pt x="1331006" y="1717988"/>
                      </a:lnTo>
                      <a:lnTo>
                        <a:pt x="1330775" y="1718416"/>
                      </a:lnTo>
                      <a:lnTo>
                        <a:pt x="1330728" y="1718497"/>
                      </a:lnTo>
                      <a:lnTo>
                        <a:pt x="1330601" y="1718682"/>
                      </a:lnTo>
                      <a:lnTo>
                        <a:pt x="1330555" y="1718775"/>
                      </a:lnTo>
                      <a:lnTo>
                        <a:pt x="1330497" y="1718960"/>
                      </a:lnTo>
                      <a:lnTo>
                        <a:pt x="1330485" y="1719018"/>
                      </a:lnTo>
                      <a:lnTo>
                        <a:pt x="1330485" y="1719088"/>
                      </a:lnTo>
                      <a:lnTo>
                        <a:pt x="1330485" y="1719134"/>
                      </a:lnTo>
                      <a:lnTo>
                        <a:pt x="1330485" y="1719261"/>
                      </a:lnTo>
                      <a:lnTo>
                        <a:pt x="1330485" y="1719377"/>
                      </a:lnTo>
                      <a:lnTo>
                        <a:pt x="1330508" y="1719481"/>
                      </a:lnTo>
                      <a:lnTo>
                        <a:pt x="1330543" y="1719678"/>
                      </a:lnTo>
                      <a:lnTo>
                        <a:pt x="1330670" y="1720199"/>
                      </a:lnTo>
                      <a:lnTo>
                        <a:pt x="1330705" y="1720372"/>
                      </a:lnTo>
                      <a:lnTo>
                        <a:pt x="1330717" y="1720430"/>
                      </a:lnTo>
                      <a:lnTo>
                        <a:pt x="1330971" y="1720997"/>
                      </a:lnTo>
                      <a:lnTo>
                        <a:pt x="1331214" y="1721565"/>
                      </a:lnTo>
                      <a:lnTo>
                        <a:pt x="1331249" y="1721669"/>
                      </a:lnTo>
                      <a:lnTo>
                        <a:pt x="1331353" y="1724320"/>
                      </a:lnTo>
                      <a:lnTo>
                        <a:pt x="1328621" y="1724482"/>
                      </a:lnTo>
                      <a:lnTo>
                        <a:pt x="1328378" y="1725141"/>
                      </a:lnTo>
                      <a:lnTo>
                        <a:pt x="1328043" y="1725732"/>
                      </a:lnTo>
                      <a:lnTo>
                        <a:pt x="1327591" y="1726901"/>
                      </a:lnTo>
                      <a:lnTo>
                        <a:pt x="1327464" y="1727491"/>
                      </a:lnTo>
                      <a:lnTo>
                        <a:pt x="1327290" y="1727955"/>
                      </a:lnTo>
                      <a:lnTo>
                        <a:pt x="1327244" y="1728198"/>
                      </a:lnTo>
                      <a:lnTo>
                        <a:pt x="1327279" y="1728510"/>
                      </a:lnTo>
                      <a:lnTo>
                        <a:pt x="1327313" y="1728568"/>
                      </a:lnTo>
                      <a:lnTo>
                        <a:pt x="1327406" y="1728661"/>
                      </a:lnTo>
                      <a:lnTo>
                        <a:pt x="1327557" y="1728753"/>
                      </a:lnTo>
                      <a:lnTo>
                        <a:pt x="1326584" y="1730640"/>
                      </a:lnTo>
                      <a:lnTo>
                        <a:pt x="1322637" y="1729552"/>
                      </a:lnTo>
                      <a:lnTo>
                        <a:pt x="1322533" y="1729482"/>
                      </a:lnTo>
                      <a:lnTo>
                        <a:pt x="1322220" y="1729378"/>
                      </a:lnTo>
                      <a:lnTo>
                        <a:pt x="1322116" y="1729344"/>
                      </a:lnTo>
                      <a:lnTo>
                        <a:pt x="1321699" y="1729286"/>
                      </a:lnTo>
                      <a:lnTo>
                        <a:pt x="1321491" y="1729228"/>
                      </a:lnTo>
                      <a:lnTo>
                        <a:pt x="1321572" y="1729274"/>
                      </a:lnTo>
                      <a:lnTo>
                        <a:pt x="1321063" y="1729205"/>
                      </a:lnTo>
                      <a:lnTo>
                        <a:pt x="1320715" y="1729205"/>
                      </a:lnTo>
                      <a:lnTo>
                        <a:pt x="1320391" y="1729286"/>
                      </a:lnTo>
                      <a:lnTo>
                        <a:pt x="1320044" y="1729402"/>
                      </a:lnTo>
                      <a:lnTo>
                        <a:pt x="1319801" y="1729494"/>
                      </a:lnTo>
                      <a:lnTo>
                        <a:pt x="1319523" y="1729622"/>
                      </a:lnTo>
                      <a:lnTo>
                        <a:pt x="1318956" y="1729899"/>
                      </a:lnTo>
                      <a:lnTo>
                        <a:pt x="1318597" y="1730142"/>
                      </a:lnTo>
                      <a:lnTo>
                        <a:pt x="1318470" y="1730247"/>
                      </a:lnTo>
                      <a:lnTo>
                        <a:pt x="1318423" y="1730304"/>
                      </a:lnTo>
                      <a:lnTo>
                        <a:pt x="1318064" y="1730721"/>
                      </a:lnTo>
                      <a:lnTo>
                        <a:pt x="1317821" y="1731022"/>
                      </a:lnTo>
                      <a:lnTo>
                        <a:pt x="1317208" y="1732041"/>
                      </a:lnTo>
                      <a:lnTo>
                        <a:pt x="1317150" y="1732238"/>
                      </a:lnTo>
                      <a:lnTo>
                        <a:pt x="1317081" y="1732527"/>
                      </a:lnTo>
                      <a:lnTo>
                        <a:pt x="1317069" y="1733048"/>
                      </a:lnTo>
                      <a:lnTo>
                        <a:pt x="1317081" y="1733384"/>
                      </a:lnTo>
                      <a:lnTo>
                        <a:pt x="1317104" y="1733511"/>
                      </a:lnTo>
                      <a:lnTo>
                        <a:pt x="1317231" y="1733963"/>
                      </a:lnTo>
                      <a:lnTo>
                        <a:pt x="1317497" y="1734912"/>
                      </a:lnTo>
                      <a:lnTo>
                        <a:pt x="1317682" y="1735641"/>
                      </a:lnTo>
                      <a:lnTo>
                        <a:pt x="1317775" y="1736683"/>
                      </a:lnTo>
                      <a:lnTo>
                        <a:pt x="1317786" y="1736775"/>
                      </a:lnTo>
                      <a:lnTo>
                        <a:pt x="1317786" y="1736822"/>
                      </a:lnTo>
                      <a:lnTo>
                        <a:pt x="1317775" y="1737111"/>
                      </a:lnTo>
                      <a:lnTo>
                        <a:pt x="1317775" y="1737158"/>
                      </a:lnTo>
                      <a:lnTo>
                        <a:pt x="1317625" y="1737655"/>
                      </a:lnTo>
                      <a:lnTo>
                        <a:pt x="1317428" y="1738199"/>
                      </a:lnTo>
                      <a:lnTo>
                        <a:pt x="1317324" y="1738500"/>
                      </a:lnTo>
                      <a:lnTo>
                        <a:pt x="1317046" y="1739079"/>
                      </a:lnTo>
                      <a:lnTo>
                        <a:pt x="1316976" y="1739183"/>
                      </a:lnTo>
                      <a:lnTo>
                        <a:pt x="1316860" y="1739345"/>
                      </a:lnTo>
                      <a:lnTo>
                        <a:pt x="1316826" y="1739392"/>
                      </a:lnTo>
                      <a:lnTo>
                        <a:pt x="1316582" y="1739623"/>
                      </a:lnTo>
                      <a:lnTo>
                        <a:pt x="1316421" y="1739762"/>
                      </a:lnTo>
                      <a:lnTo>
                        <a:pt x="1316316" y="1739820"/>
                      </a:lnTo>
                      <a:lnTo>
                        <a:pt x="1315923" y="1739912"/>
                      </a:lnTo>
                      <a:lnTo>
                        <a:pt x="1315089" y="1739924"/>
                      </a:lnTo>
                      <a:lnTo>
                        <a:pt x="1314661" y="1739820"/>
                      </a:lnTo>
                      <a:lnTo>
                        <a:pt x="1314105" y="1739542"/>
                      </a:lnTo>
                      <a:lnTo>
                        <a:pt x="1312797" y="1739542"/>
                      </a:lnTo>
                      <a:lnTo>
                        <a:pt x="1311813" y="1739658"/>
                      </a:lnTo>
                      <a:lnTo>
                        <a:pt x="1311293" y="1739739"/>
                      </a:lnTo>
                      <a:lnTo>
                        <a:pt x="1310957" y="1739831"/>
                      </a:lnTo>
                      <a:lnTo>
                        <a:pt x="1310691" y="1739924"/>
                      </a:lnTo>
                      <a:lnTo>
                        <a:pt x="1310551" y="1739982"/>
                      </a:lnTo>
                      <a:lnTo>
                        <a:pt x="1310297" y="1740132"/>
                      </a:lnTo>
                      <a:lnTo>
                        <a:pt x="1310112" y="1740237"/>
                      </a:lnTo>
                      <a:lnTo>
                        <a:pt x="1309718" y="1740456"/>
                      </a:lnTo>
                      <a:lnTo>
                        <a:pt x="1309614" y="1740526"/>
                      </a:lnTo>
                      <a:lnTo>
                        <a:pt x="1309440" y="1740630"/>
                      </a:lnTo>
                      <a:lnTo>
                        <a:pt x="1309359" y="1740688"/>
                      </a:lnTo>
                      <a:lnTo>
                        <a:pt x="1308734" y="1741255"/>
                      </a:lnTo>
                      <a:lnTo>
                        <a:pt x="1308688" y="1741290"/>
                      </a:lnTo>
                      <a:lnTo>
                        <a:pt x="1308537" y="1741487"/>
                      </a:lnTo>
                      <a:lnTo>
                        <a:pt x="1308098" y="1742100"/>
                      </a:lnTo>
                      <a:lnTo>
                        <a:pt x="1308040" y="1742239"/>
                      </a:lnTo>
                      <a:lnTo>
                        <a:pt x="1308051" y="1743327"/>
                      </a:lnTo>
                      <a:lnTo>
                        <a:pt x="1308086" y="1743443"/>
                      </a:lnTo>
                      <a:lnTo>
                        <a:pt x="1308155" y="1743617"/>
                      </a:lnTo>
                      <a:lnTo>
                        <a:pt x="1308271" y="1743952"/>
                      </a:lnTo>
                      <a:lnTo>
                        <a:pt x="1308364" y="1744219"/>
                      </a:lnTo>
                      <a:lnTo>
                        <a:pt x="1308502" y="1744566"/>
                      </a:lnTo>
                      <a:lnTo>
                        <a:pt x="1308734" y="1745052"/>
                      </a:lnTo>
                      <a:lnTo>
                        <a:pt x="1309545" y="1746615"/>
                      </a:lnTo>
                      <a:lnTo>
                        <a:pt x="1310598" y="1747576"/>
                      </a:lnTo>
                      <a:lnTo>
                        <a:pt x="1310829" y="1747842"/>
                      </a:lnTo>
                      <a:lnTo>
                        <a:pt x="1310910" y="1747900"/>
                      </a:lnTo>
                      <a:lnTo>
                        <a:pt x="1311119" y="1748039"/>
                      </a:lnTo>
                      <a:lnTo>
                        <a:pt x="1311246" y="1748166"/>
                      </a:lnTo>
                      <a:lnTo>
                        <a:pt x="1311385" y="1748409"/>
                      </a:lnTo>
                      <a:lnTo>
                        <a:pt x="1311408" y="1748479"/>
                      </a:lnTo>
                      <a:lnTo>
                        <a:pt x="1311443" y="1748606"/>
                      </a:lnTo>
                      <a:lnTo>
                        <a:pt x="1311454" y="1748664"/>
                      </a:lnTo>
                      <a:lnTo>
                        <a:pt x="1311478" y="1748756"/>
                      </a:lnTo>
                      <a:lnTo>
                        <a:pt x="1311501" y="1748941"/>
                      </a:lnTo>
                      <a:lnTo>
                        <a:pt x="1311304" y="1749382"/>
                      </a:lnTo>
                      <a:lnTo>
                        <a:pt x="1311281" y="1749428"/>
                      </a:lnTo>
                      <a:lnTo>
                        <a:pt x="1311211" y="1749497"/>
                      </a:lnTo>
                      <a:lnTo>
                        <a:pt x="1310887" y="1749706"/>
                      </a:lnTo>
                      <a:lnTo>
                        <a:pt x="1310586" y="1749902"/>
                      </a:lnTo>
                      <a:lnTo>
                        <a:pt x="1310366" y="1750007"/>
                      </a:lnTo>
                      <a:lnTo>
                        <a:pt x="1310204" y="1750076"/>
                      </a:lnTo>
                      <a:lnTo>
                        <a:pt x="1310042" y="1750122"/>
                      </a:lnTo>
                      <a:lnTo>
                        <a:pt x="1309660" y="1750238"/>
                      </a:lnTo>
                      <a:lnTo>
                        <a:pt x="1308642" y="1750585"/>
                      </a:lnTo>
                      <a:lnTo>
                        <a:pt x="1308514" y="1750631"/>
                      </a:lnTo>
                      <a:lnTo>
                        <a:pt x="1307901" y="1750829"/>
                      </a:lnTo>
                      <a:lnTo>
                        <a:pt x="1307565" y="1750886"/>
                      </a:lnTo>
                      <a:lnTo>
                        <a:pt x="1307021" y="1750990"/>
                      </a:lnTo>
                      <a:lnTo>
                        <a:pt x="1306662" y="1751141"/>
                      </a:lnTo>
                      <a:lnTo>
                        <a:pt x="1306523" y="1751245"/>
                      </a:lnTo>
                      <a:lnTo>
                        <a:pt x="1306303" y="1751430"/>
                      </a:lnTo>
                      <a:lnTo>
                        <a:pt x="1305852" y="1751870"/>
                      </a:lnTo>
                      <a:lnTo>
                        <a:pt x="1305829" y="1751893"/>
                      </a:lnTo>
                      <a:lnTo>
                        <a:pt x="1305296" y="1752519"/>
                      </a:lnTo>
                      <a:lnTo>
                        <a:pt x="1304741" y="1753549"/>
                      </a:lnTo>
                      <a:lnTo>
                        <a:pt x="1304787" y="1753676"/>
                      </a:lnTo>
                      <a:lnTo>
                        <a:pt x="1304810" y="1753815"/>
                      </a:lnTo>
                      <a:lnTo>
                        <a:pt x="1304764" y="1753919"/>
                      </a:lnTo>
                      <a:lnTo>
                        <a:pt x="1304555" y="1754324"/>
                      </a:lnTo>
                      <a:lnTo>
                        <a:pt x="1304440" y="1754591"/>
                      </a:lnTo>
                      <a:lnTo>
                        <a:pt x="1304347" y="1754811"/>
                      </a:lnTo>
                      <a:lnTo>
                        <a:pt x="1304324" y="1754857"/>
                      </a:lnTo>
                      <a:lnTo>
                        <a:pt x="1303571" y="1755262"/>
                      </a:lnTo>
                      <a:lnTo>
                        <a:pt x="1303340" y="1755135"/>
                      </a:lnTo>
                      <a:lnTo>
                        <a:pt x="1303120" y="1755355"/>
                      </a:lnTo>
                      <a:lnTo>
                        <a:pt x="1302969" y="1755586"/>
                      </a:lnTo>
                      <a:lnTo>
                        <a:pt x="1302842" y="1755829"/>
                      </a:lnTo>
                      <a:lnTo>
                        <a:pt x="1302784" y="1755945"/>
                      </a:lnTo>
                      <a:lnTo>
                        <a:pt x="1302321" y="1757172"/>
                      </a:lnTo>
                      <a:lnTo>
                        <a:pt x="1302066" y="1757739"/>
                      </a:lnTo>
                      <a:lnTo>
                        <a:pt x="1301638" y="1758758"/>
                      </a:lnTo>
                      <a:lnTo>
                        <a:pt x="1301626" y="1758769"/>
                      </a:lnTo>
                      <a:lnTo>
                        <a:pt x="1301464" y="1759070"/>
                      </a:lnTo>
                      <a:lnTo>
                        <a:pt x="1301279" y="1759499"/>
                      </a:lnTo>
                      <a:lnTo>
                        <a:pt x="1301221" y="1759614"/>
                      </a:lnTo>
                      <a:lnTo>
                        <a:pt x="1300469" y="1760321"/>
                      </a:lnTo>
                      <a:lnTo>
                        <a:pt x="1299994" y="1760494"/>
                      </a:lnTo>
                      <a:lnTo>
                        <a:pt x="1299416" y="1760587"/>
                      </a:lnTo>
                      <a:lnTo>
                        <a:pt x="1299011" y="1760726"/>
                      </a:lnTo>
                      <a:lnTo>
                        <a:pt x="1297679" y="1762520"/>
                      </a:lnTo>
                      <a:lnTo>
                        <a:pt x="1297610" y="1762798"/>
                      </a:lnTo>
                      <a:lnTo>
                        <a:pt x="1297598" y="1762856"/>
                      </a:lnTo>
                      <a:lnTo>
                        <a:pt x="1297575" y="1763504"/>
                      </a:lnTo>
                      <a:lnTo>
                        <a:pt x="1297506" y="1763955"/>
                      </a:lnTo>
                      <a:lnTo>
                        <a:pt x="1297471" y="1764060"/>
                      </a:lnTo>
                      <a:lnTo>
                        <a:pt x="1297448" y="1764164"/>
                      </a:lnTo>
                      <a:lnTo>
                        <a:pt x="1297401" y="1764338"/>
                      </a:lnTo>
                      <a:lnTo>
                        <a:pt x="1297297" y="1764442"/>
                      </a:lnTo>
                      <a:lnTo>
                        <a:pt x="1297274" y="1764465"/>
                      </a:lnTo>
                      <a:lnTo>
                        <a:pt x="1296765" y="1764766"/>
                      </a:lnTo>
                      <a:lnTo>
                        <a:pt x="1295862" y="1765588"/>
                      </a:lnTo>
                      <a:lnTo>
                        <a:pt x="1295109" y="1766259"/>
                      </a:lnTo>
                      <a:lnTo>
                        <a:pt x="1294588" y="1766630"/>
                      </a:lnTo>
                      <a:lnTo>
                        <a:pt x="1294519" y="1766699"/>
                      </a:lnTo>
                      <a:lnTo>
                        <a:pt x="1294149" y="1767104"/>
                      </a:lnTo>
                      <a:lnTo>
                        <a:pt x="1294033" y="1767312"/>
                      </a:lnTo>
                      <a:lnTo>
                        <a:pt x="1293940" y="1767567"/>
                      </a:lnTo>
                      <a:lnTo>
                        <a:pt x="1293905" y="1767729"/>
                      </a:lnTo>
                      <a:lnTo>
                        <a:pt x="1293859" y="1767984"/>
                      </a:lnTo>
                      <a:lnTo>
                        <a:pt x="1293801" y="1768597"/>
                      </a:lnTo>
                      <a:lnTo>
                        <a:pt x="1293917" y="1769512"/>
                      </a:lnTo>
                      <a:lnTo>
                        <a:pt x="1294010" y="1769825"/>
                      </a:lnTo>
                      <a:lnTo>
                        <a:pt x="1294137" y="1770102"/>
                      </a:lnTo>
                      <a:lnTo>
                        <a:pt x="1294369" y="1770774"/>
                      </a:lnTo>
                      <a:lnTo>
                        <a:pt x="1294554" y="1771700"/>
                      </a:lnTo>
                      <a:lnTo>
                        <a:pt x="1294577" y="1771804"/>
                      </a:lnTo>
                      <a:lnTo>
                        <a:pt x="1294670" y="1772209"/>
                      </a:lnTo>
                      <a:lnTo>
                        <a:pt x="1294670" y="1772325"/>
                      </a:lnTo>
                      <a:lnTo>
                        <a:pt x="1294670" y="1772464"/>
                      </a:lnTo>
                      <a:lnTo>
                        <a:pt x="1294530" y="1773263"/>
                      </a:lnTo>
                      <a:lnTo>
                        <a:pt x="1294484" y="1773401"/>
                      </a:lnTo>
                      <a:lnTo>
                        <a:pt x="1294369" y="1773679"/>
                      </a:lnTo>
                      <a:lnTo>
                        <a:pt x="1294241" y="1773887"/>
                      </a:lnTo>
                      <a:lnTo>
                        <a:pt x="1294137" y="1774015"/>
                      </a:lnTo>
                      <a:lnTo>
                        <a:pt x="1293859" y="1774223"/>
                      </a:lnTo>
                      <a:lnTo>
                        <a:pt x="1293825" y="1774235"/>
                      </a:lnTo>
                      <a:lnTo>
                        <a:pt x="1293454" y="1774385"/>
                      </a:lnTo>
                      <a:lnTo>
                        <a:pt x="1293384" y="1774409"/>
                      </a:lnTo>
                      <a:lnTo>
                        <a:pt x="1292204" y="1774524"/>
                      </a:lnTo>
                      <a:lnTo>
                        <a:pt x="1291625" y="1774571"/>
                      </a:lnTo>
                      <a:lnTo>
                        <a:pt x="1289865" y="1775531"/>
                      </a:lnTo>
                      <a:lnTo>
                        <a:pt x="1289761" y="1775670"/>
                      </a:lnTo>
                      <a:lnTo>
                        <a:pt x="1289414" y="1776469"/>
                      </a:lnTo>
                      <a:lnTo>
                        <a:pt x="1289368" y="1776585"/>
                      </a:lnTo>
                      <a:lnTo>
                        <a:pt x="1289321" y="1776677"/>
                      </a:lnTo>
                      <a:lnTo>
                        <a:pt x="1289240" y="1776978"/>
                      </a:lnTo>
                      <a:lnTo>
                        <a:pt x="1288662" y="1777916"/>
                      </a:lnTo>
                      <a:lnTo>
                        <a:pt x="1288476" y="1778101"/>
                      </a:lnTo>
                      <a:lnTo>
                        <a:pt x="1287157" y="1779294"/>
                      </a:lnTo>
                      <a:lnTo>
                        <a:pt x="1287110" y="1779328"/>
                      </a:lnTo>
                      <a:lnTo>
                        <a:pt x="1286914" y="1779421"/>
                      </a:lnTo>
                      <a:lnTo>
                        <a:pt x="1286659" y="1779537"/>
                      </a:lnTo>
                      <a:lnTo>
                        <a:pt x="1286613" y="1779560"/>
                      </a:lnTo>
                      <a:lnTo>
                        <a:pt x="1286532" y="1779606"/>
                      </a:lnTo>
                      <a:lnTo>
                        <a:pt x="1286184" y="1779826"/>
                      </a:lnTo>
                      <a:lnTo>
                        <a:pt x="1285131" y="1780509"/>
                      </a:lnTo>
                      <a:lnTo>
                        <a:pt x="1284205" y="1781563"/>
                      </a:lnTo>
                      <a:lnTo>
                        <a:pt x="1285571" y="1783171"/>
                      </a:lnTo>
                      <a:lnTo>
                        <a:pt x="1285756" y="1783333"/>
                      </a:lnTo>
                      <a:lnTo>
                        <a:pt x="1286173" y="1783669"/>
                      </a:lnTo>
                      <a:lnTo>
                        <a:pt x="1286647" y="1783970"/>
                      </a:lnTo>
                      <a:lnTo>
                        <a:pt x="1286775" y="1784040"/>
                      </a:lnTo>
                      <a:lnTo>
                        <a:pt x="1287273" y="1784144"/>
                      </a:lnTo>
                      <a:lnTo>
                        <a:pt x="1287909" y="1784248"/>
                      </a:lnTo>
                      <a:lnTo>
                        <a:pt x="1288152" y="1784306"/>
                      </a:lnTo>
                      <a:lnTo>
                        <a:pt x="1288511" y="1784422"/>
                      </a:lnTo>
                      <a:lnTo>
                        <a:pt x="1288673" y="1784514"/>
                      </a:lnTo>
                      <a:lnTo>
                        <a:pt x="1289067" y="1784792"/>
                      </a:lnTo>
                      <a:lnTo>
                        <a:pt x="1289750" y="1786007"/>
                      </a:lnTo>
                      <a:lnTo>
                        <a:pt x="1289287" y="1786980"/>
                      </a:lnTo>
                      <a:lnTo>
                        <a:pt x="1286184" y="1788172"/>
                      </a:lnTo>
                      <a:lnTo>
                        <a:pt x="1283811" y="1787431"/>
                      </a:lnTo>
                      <a:lnTo>
                        <a:pt x="1283753" y="1787293"/>
                      </a:lnTo>
                      <a:lnTo>
                        <a:pt x="1283719" y="1787258"/>
                      </a:lnTo>
                      <a:lnTo>
                        <a:pt x="1283186" y="1786297"/>
                      </a:lnTo>
                      <a:lnTo>
                        <a:pt x="1282978" y="1786147"/>
                      </a:lnTo>
                      <a:lnTo>
                        <a:pt x="1282468" y="1785869"/>
                      </a:lnTo>
                      <a:lnTo>
                        <a:pt x="1282017" y="1785625"/>
                      </a:lnTo>
                      <a:lnTo>
                        <a:pt x="1281751" y="1785545"/>
                      </a:lnTo>
                      <a:lnTo>
                        <a:pt x="1281276" y="1785463"/>
                      </a:lnTo>
                      <a:lnTo>
                        <a:pt x="1278209" y="1786007"/>
                      </a:lnTo>
                      <a:lnTo>
                        <a:pt x="1278127" y="1786031"/>
                      </a:lnTo>
                      <a:lnTo>
                        <a:pt x="1277097" y="1786378"/>
                      </a:lnTo>
                      <a:lnTo>
                        <a:pt x="1276553" y="1786471"/>
                      </a:lnTo>
                      <a:lnTo>
                        <a:pt x="1274192" y="1786540"/>
                      </a:lnTo>
                      <a:lnTo>
                        <a:pt x="1274053" y="1786528"/>
                      </a:lnTo>
                      <a:lnTo>
                        <a:pt x="1270105" y="1785672"/>
                      </a:lnTo>
                      <a:lnTo>
                        <a:pt x="1269816" y="1785440"/>
                      </a:lnTo>
                      <a:lnTo>
                        <a:pt x="1269446" y="1785047"/>
                      </a:lnTo>
                      <a:lnTo>
                        <a:pt x="1268925" y="1784711"/>
                      </a:lnTo>
                      <a:lnTo>
                        <a:pt x="1268647" y="1784549"/>
                      </a:lnTo>
                      <a:lnTo>
                        <a:pt x="1267941" y="1784144"/>
                      </a:lnTo>
                      <a:lnTo>
                        <a:pt x="1265961" y="1783866"/>
                      </a:lnTo>
                      <a:lnTo>
                        <a:pt x="1265776" y="1783878"/>
                      </a:lnTo>
                      <a:lnTo>
                        <a:pt x="1264862" y="1784028"/>
                      </a:lnTo>
                      <a:lnTo>
                        <a:pt x="1263600" y="1784537"/>
                      </a:lnTo>
                      <a:lnTo>
                        <a:pt x="1262315" y="1785799"/>
                      </a:lnTo>
                      <a:lnTo>
                        <a:pt x="1262188" y="1785915"/>
                      </a:lnTo>
                      <a:lnTo>
                        <a:pt x="1261134" y="1786251"/>
                      </a:lnTo>
                      <a:lnTo>
                        <a:pt x="1258668" y="1786355"/>
                      </a:lnTo>
                      <a:lnTo>
                        <a:pt x="1258634" y="1786401"/>
                      </a:lnTo>
                      <a:lnTo>
                        <a:pt x="1258414" y="1787663"/>
                      </a:lnTo>
                      <a:lnTo>
                        <a:pt x="1258391" y="1787906"/>
                      </a:lnTo>
                      <a:lnTo>
                        <a:pt x="1258367" y="1788126"/>
                      </a:lnTo>
                      <a:lnTo>
                        <a:pt x="1258437" y="1788693"/>
                      </a:lnTo>
                      <a:lnTo>
                        <a:pt x="1258472" y="1788878"/>
                      </a:lnTo>
                      <a:lnTo>
                        <a:pt x="1258483" y="1789214"/>
                      </a:lnTo>
                      <a:lnTo>
                        <a:pt x="1258356" y="1789689"/>
                      </a:lnTo>
                      <a:lnTo>
                        <a:pt x="1258217" y="1789955"/>
                      </a:lnTo>
                      <a:lnTo>
                        <a:pt x="1258159" y="1790036"/>
                      </a:lnTo>
                      <a:lnTo>
                        <a:pt x="1258124" y="1790082"/>
                      </a:lnTo>
                      <a:lnTo>
                        <a:pt x="1258090" y="1790129"/>
                      </a:lnTo>
                      <a:lnTo>
                        <a:pt x="1258020" y="1790209"/>
                      </a:lnTo>
                      <a:lnTo>
                        <a:pt x="1257986" y="1790267"/>
                      </a:lnTo>
                      <a:lnTo>
                        <a:pt x="1257939" y="1790325"/>
                      </a:lnTo>
                      <a:lnTo>
                        <a:pt x="1257256" y="1790661"/>
                      </a:lnTo>
                      <a:lnTo>
                        <a:pt x="1257071" y="1790707"/>
                      </a:lnTo>
                      <a:lnTo>
                        <a:pt x="1256157" y="1791159"/>
                      </a:lnTo>
                      <a:lnTo>
                        <a:pt x="1255983" y="1791263"/>
                      </a:lnTo>
                      <a:lnTo>
                        <a:pt x="1255763" y="1791240"/>
                      </a:lnTo>
                      <a:lnTo>
                        <a:pt x="1255636" y="1791263"/>
                      </a:lnTo>
                      <a:lnTo>
                        <a:pt x="1255311" y="1791437"/>
                      </a:lnTo>
                      <a:lnTo>
                        <a:pt x="1255277" y="1791668"/>
                      </a:lnTo>
                      <a:lnTo>
                        <a:pt x="1255254" y="1791738"/>
                      </a:lnTo>
                      <a:lnTo>
                        <a:pt x="1255242" y="1791784"/>
                      </a:lnTo>
                      <a:lnTo>
                        <a:pt x="1255254" y="1791819"/>
                      </a:lnTo>
                      <a:lnTo>
                        <a:pt x="1255311" y="1791888"/>
                      </a:lnTo>
                      <a:lnTo>
                        <a:pt x="1255323" y="1792004"/>
                      </a:lnTo>
                      <a:lnTo>
                        <a:pt x="1255300" y="1792096"/>
                      </a:lnTo>
                      <a:lnTo>
                        <a:pt x="1255045" y="1792432"/>
                      </a:lnTo>
                      <a:lnTo>
                        <a:pt x="1255034" y="1792513"/>
                      </a:lnTo>
                      <a:lnTo>
                        <a:pt x="1255300" y="1792814"/>
                      </a:lnTo>
                      <a:lnTo>
                        <a:pt x="1255473" y="1793138"/>
                      </a:lnTo>
                      <a:lnTo>
                        <a:pt x="1255497" y="1793173"/>
                      </a:lnTo>
                      <a:lnTo>
                        <a:pt x="1255694" y="1793439"/>
                      </a:lnTo>
                      <a:lnTo>
                        <a:pt x="1255809" y="1793578"/>
                      </a:lnTo>
                      <a:lnTo>
                        <a:pt x="1256110" y="1793914"/>
                      </a:lnTo>
                      <a:lnTo>
                        <a:pt x="1256330" y="1794111"/>
                      </a:lnTo>
                      <a:lnTo>
                        <a:pt x="1256388" y="1794111"/>
                      </a:lnTo>
                      <a:lnTo>
                        <a:pt x="1256492" y="1794099"/>
                      </a:lnTo>
                      <a:lnTo>
                        <a:pt x="1256677" y="1794203"/>
                      </a:lnTo>
                      <a:lnTo>
                        <a:pt x="1256920" y="1794307"/>
                      </a:lnTo>
                      <a:lnTo>
                        <a:pt x="1256944" y="1794331"/>
                      </a:lnTo>
                      <a:lnTo>
                        <a:pt x="1257106" y="1794527"/>
                      </a:lnTo>
                      <a:lnTo>
                        <a:pt x="1257141" y="1794585"/>
                      </a:lnTo>
                      <a:lnTo>
                        <a:pt x="1257221" y="1794840"/>
                      </a:lnTo>
                      <a:lnTo>
                        <a:pt x="1257256" y="1794898"/>
                      </a:lnTo>
                      <a:lnTo>
                        <a:pt x="1257499" y="1795257"/>
                      </a:lnTo>
                      <a:lnTo>
                        <a:pt x="1257673" y="1795523"/>
                      </a:lnTo>
                      <a:lnTo>
                        <a:pt x="1258055" y="1795754"/>
                      </a:lnTo>
                      <a:lnTo>
                        <a:pt x="1258634" y="1796055"/>
                      </a:lnTo>
                      <a:lnTo>
                        <a:pt x="1258842" y="1796183"/>
                      </a:lnTo>
                      <a:lnTo>
                        <a:pt x="1259328" y="1796229"/>
                      </a:lnTo>
                      <a:lnTo>
                        <a:pt x="1259745" y="1796229"/>
                      </a:lnTo>
                      <a:lnTo>
                        <a:pt x="1259791" y="1796206"/>
                      </a:lnTo>
                      <a:lnTo>
                        <a:pt x="1259872" y="1796148"/>
                      </a:lnTo>
                      <a:lnTo>
                        <a:pt x="1259953" y="1796079"/>
                      </a:lnTo>
                      <a:lnTo>
                        <a:pt x="1260011" y="1795963"/>
                      </a:lnTo>
                      <a:lnTo>
                        <a:pt x="1260011" y="1795939"/>
                      </a:lnTo>
                      <a:lnTo>
                        <a:pt x="1260057" y="1795893"/>
                      </a:lnTo>
                      <a:lnTo>
                        <a:pt x="1260115" y="1795801"/>
                      </a:lnTo>
                      <a:lnTo>
                        <a:pt x="1260162" y="1795662"/>
                      </a:lnTo>
                      <a:lnTo>
                        <a:pt x="1260197" y="1795616"/>
                      </a:lnTo>
                      <a:lnTo>
                        <a:pt x="1260208" y="1795592"/>
                      </a:lnTo>
                      <a:lnTo>
                        <a:pt x="1260532" y="1795234"/>
                      </a:lnTo>
                      <a:lnTo>
                        <a:pt x="1260787" y="1795118"/>
                      </a:lnTo>
                      <a:lnTo>
                        <a:pt x="1261181" y="1795048"/>
                      </a:lnTo>
                      <a:lnTo>
                        <a:pt x="1261979" y="1795222"/>
                      </a:lnTo>
                      <a:lnTo>
                        <a:pt x="1262095" y="1795210"/>
                      </a:lnTo>
                      <a:lnTo>
                        <a:pt x="1262454" y="1795129"/>
                      </a:lnTo>
                      <a:lnTo>
                        <a:pt x="1262523" y="1795094"/>
                      </a:lnTo>
                      <a:lnTo>
                        <a:pt x="1262882" y="1794921"/>
                      </a:lnTo>
                      <a:lnTo>
                        <a:pt x="1262975" y="1794863"/>
                      </a:lnTo>
                      <a:lnTo>
                        <a:pt x="1264074" y="1795917"/>
                      </a:lnTo>
                      <a:lnTo>
                        <a:pt x="1264063" y="1796310"/>
                      </a:lnTo>
                      <a:lnTo>
                        <a:pt x="1264005" y="1797306"/>
                      </a:lnTo>
                      <a:lnTo>
                        <a:pt x="1264005" y="1798231"/>
                      </a:lnTo>
                      <a:lnTo>
                        <a:pt x="1263125" y="1798833"/>
                      </a:lnTo>
                      <a:lnTo>
                        <a:pt x="1262940" y="1798938"/>
                      </a:lnTo>
                      <a:lnTo>
                        <a:pt x="1262824" y="1798996"/>
                      </a:lnTo>
                      <a:lnTo>
                        <a:pt x="1262130" y="1799331"/>
                      </a:lnTo>
                      <a:lnTo>
                        <a:pt x="1262106" y="1799343"/>
                      </a:lnTo>
                      <a:lnTo>
                        <a:pt x="1261921" y="1800165"/>
                      </a:lnTo>
                      <a:lnTo>
                        <a:pt x="1262431" y="1801125"/>
                      </a:lnTo>
                      <a:lnTo>
                        <a:pt x="1262454" y="1801160"/>
                      </a:lnTo>
                      <a:lnTo>
                        <a:pt x="1263229" y="1802665"/>
                      </a:lnTo>
                      <a:lnTo>
                        <a:pt x="1263588" y="1803348"/>
                      </a:lnTo>
                      <a:lnTo>
                        <a:pt x="1263692" y="1803545"/>
                      </a:lnTo>
                      <a:lnTo>
                        <a:pt x="1264387" y="1804876"/>
                      </a:lnTo>
                      <a:lnTo>
                        <a:pt x="1264526" y="1805108"/>
                      </a:lnTo>
                      <a:lnTo>
                        <a:pt x="1264839" y="1804691"/>
                      </a:lnTo>
                      <a:lnTo>
                        <a:pt x="1264850" y="1804668"/>
                      </a:lnTo>
                      <a:lnTo>
                        <a:pt x="1264977" y="1804529"/>
                      </a:lnTo>
                      <a:lnTo>
                        <a:pt x="1265024" y="1804552"/>
                      </a:lnTo>
                      <a:lnTo>
                        <a:pt x="1266077" y="1805154"/>
                      </a:lnTo>
                      <a:lnTo>
                        <a:pt x="1267524" y="1805965"/>
                      </a:lnTo>
                      <a:lnTo>
                        <a:pt x="1267605" y="1806011"/>
                      </a:lnTo>
                      <a:lnTo>
                        <a:pt x="1268288" y="1806427"/>
                      </a:lnTo>
                      <a:lnTo>
                        <a:pt x="1268520" y="1806555"/>
                      </a:lnTo>
                      <a:lnTo>
                        <a:pt x="1268438" y="1806717"/>
                      </a:lnTo>
                      <a:lnTo>
                        <a:pt x="1269145" y="1808986"/>
                      </a:lnTo>
                      <a:lnTo>
                        <a:pt x="1269573" y="1808986"/>
                      </a:lnTo>
                      <a:lnTo>
                        <a:pt x="1269689" y="1809055"/>
                      </a:lnTo>
                      <a:lnTo>
                        <a:pt x="1269943" y="1809171"/>
                      </a:lnTo>
                      <a:lnTo>
                        <a:pt x="1270036" y="1809217"/>
                      </a:lnTo>
                      <a:lnTo>
                        <a:pt x="1270314" y="1809356"/>
                      </a:lnTo>
                      <a:lnTo>
                        <a:pt x="1270395" y="1809391"/>
                      </a:lnTo>
                      <a:lnTo>
                        <a:pt x="1270522" y="1809449"/>
                      </a:lnTo>
                      <a:lnTo>
                        <a:pt x="1270406" y="1809611"/>
                      </a:lnTo>
                      <a:lnTo>
                        <a:pt x="1270163" y="1809958"/>
                      </a:lnTo>
                      <a:lnTo>
                        <a:pt x="1270152" y="1809993"/>
                      </a:lnTo>
                      <a:lnTo>
                        <a:pt x="1270163" y="1810016"/>
                      </a:lnTo>
                      <a:lnTo>
                        <a:pt x="1270742" y="1810734"/>
                      </a:lnTo>
                      <a:lnTo>
                        <a:pt x="1270812" y="1810815"/>
                      </a:lnTo>
                      <a:lnTo>
                        <a:pt x="1270870" y="1810884"/>
                      </a:lnTo>
                      <a:lnTo>
                        <a:pt x="1270985" y="1811011"/>
                      </a:lnTo>
                      <a:lnTo>
                        <a:pt x="1270997" y="1811127"/>
                      </a:lnTo>
                      <a:lnTo>
                        <a:pt x="1270939" y="1811312"/>
                      </a:lnTo>
                      <a:lnTo>
                        <a:pt x="1270846" y="1811498"/>
                      </a:lnTo>
                      <a:lnTo>
                        <a:pt x="1270777" y="1811602"/>
                      </a:lnTo>
                      <a:lnTo>
                        <a:pt x="1270777" y="1811984"/>
                      </a:lnTo>
                      <a:lnTo>
                        <a:pt x="1270684" y="1812204"/>
                      </a:lnTo>
                      <a:lnTo>
                        <a:pt x="1270603" y="1812632"/>
                      </a:lnTo>
                      <a:lnTo>
                        <a:pt x="1270742" y="1812852"/>
                      </a:lnTo>
                      <a:lnTo>
                        <a:pt x="1270777" y="1812829"/>
                      </a:lnTo>
                      <a:lnTo>
                        <a:pt x="1270927" y="1812841"/>
                      </a:lnTo>
                      <a:lnTo>
                        <a:pt x="1271599" y="1813697"/>
                      </a:lnTo>
                      <a:lnTo>
                        <a:pt x="1271564" y="1813732"/>
                      </a:lnTo>
                      <a:lnTo>
                        <a:pt x="1270939" y="1814438"/>
                      </a:lnTo>
                      <a:lnTo>
                        <a:pt x="1270870" y="1814496"/>
                      </a:lnTo>
                      <a:lnTo>
                        <a:pt x="1270742" y="1814588"/>
                      </a:lnTo>
                      <a:lnTo>
                        <a:pt x="1270707" y="1814635"/>
                      </a:lnTo>
                      <a:lnTo>
                        <a:pt x="1270742" y="1815121"/>
                      </a:lnTo>
                      <a:lnTo>
                        <a:pt x="1270765" y="1815225"/>
                      </a:lnTo>
                      <a:lnTo>
                        <a:pt x="1270846" y="1815468"/>
                      </a:lnTo>
                      <a:lnTo>
                        <a:pt x="1270893" y="1815677"/>
                      </a:lnTo>
                      <a:lnTo>
                        <a:pt x="1270939" y="1815908"/>
                      </a:lnTo>
                      <a:lnTo>
                        <a:pt x="1270881" y="1816128"/>
                      </a:lnTo>
                      <a:lnTo>
                        <a:pt x="1270881" y="1816383"/>
                      </a:lnTo>
                      <a:lnTo>
                        <a:pt x="1270835" y="1816753"/>
                      </a:lnTo>
                      <a:lnTo>
                        <a:pt x="1270754" y="1816834"/>
                      </a:lnTo>
                      <a:lnTo>
                        <a:pt x="1270395" y="1817239"/>
                      </a:lnTo>
                      <a:lnTo>
                        <a:pt x="1270291" y="1817436"/>
                      </a:lnTo>
                      <a:lnTo>
                        <a:pt x="1270082" y="1817864"/>
                      </a:lnTo>
                      <a:lnTo>
                        <a:pt x="1270036" y="1818003"/>
                      </a:lnTo>
                      <a:lnTo>
                        <a:pt x="1269897" y="1818559"/>
                      </a:lnTo>
                      <a:lnTo>
                        <a:pt x="1269885" y="1818640"/>
                      </a:lnTo>
                      <a:lnTo>
                        <a:pt x="1269724" y="1819219"/>
                      </a:lnTo>
                      <a:lnTo>
                        <a:pt x="1269584" y="1819485"/>
                      </a:lnTo>
                      <a:lnTo>
                        <a:pt x="1269480" y="1819774"/>
                      </a:lnTo>
                      <a:lnTo>
                        <a:pt x="1269434" y="1819902"/>
                      </a:lnTo>
                      <a:lnTo>
                        <a:pt x="1269423" y="1819983"/>
                      </a:lnTo>
                      <a:lnTo>
                        <a:pt x="1269561" y="1820411"/>
                      </a:lnTo>
                      <a:lnTo>
                        <a:pt x="1269666" y="1820712"/>
                      </a:lnTo>
                      <a:lnTo>
                        <a:pt x="1269920" y="1821476"/>
                      </a:lnTo>
                      <a:lnTo>
                        <a:pt x="1269990" y="1821684"/>
                      </a:lnTo>
                      <a:lnTo>
                        <a:pt x="1270592" y="1823224"/>
                      </a:lnTo>
                      <a:lnTo>
                        <a:pt x="1271715" y="1824764"/>
                      </a:lnTo>
                      <a:lnTo>
                        <a:pt x="1272259" y="1824845"/>
                      </a:lnTo>
                      <a:lnTo>
                        <a:pt x="1272837" y="1824937"/>
                      </a:lnTo>
                      <a:lnTo>
                        <a:pt x="1273474" y="1825018"/>
                      </a:lnTo>
                      <a:lnTo>
                        <a:pt x="1273937" y="1825389"/>
                      </a:lnTo>
                      <a:lnTo>
                        <a:pt x="1274667" y="1825968"/>
                      </a:lnTo>
                      <a:lnTo>
                        <a:pt x="1274828" y="1826118"/>
                      </a:lnTo>
                      <a:lnTo>
                        <a:pt x="1275025" y="1826338"/>
                      </a:lnTo>
                      <a:lnTo>
                        <a:pt x="1275118" y="1826558"/>
                      </a:lnTo>
                      <a:lnTo>
                        <a:pt x="1275211" y="1826766"/>
                      </a:lnTo>
                      <a:lnTo>
                        <a:pt x="1275512" y="1827241"/>
                      </a:lnTo>
                      <a:lnTo>
                        <a:pt x="1275581" y="1827391"/>
                      </a:lnTo>
                      <a:lnTo>
                        <a:pt x="1275778" y="1827796"/>
                      </a:lnTo>
                      <a:lnTo>
                        <a:pt x="1275905" y="1827959"/>
                      </a:lnTo>
                      <a:lnTo>
                        <a:pt x="1275998" y="1828063"/>
                      </a:lnTo>
                      <a:lnTo>
                        <a:pt x="1276113" y="1828248"/>
                      </a:lnTo>
                      <a:lnTo>
                        <a:pt x="1276206" y="1828387"/>
                      </a:lnTo>
                      <a:lnTo>
                        <a:pt x="1276241" y="1828445"/>
                      </a:lnTo>
                      <a:lnTo>
                        <a:pt x="1276576" y="1828931"/>
                      </a:lnTo>
                      <a:lnTo>
                        <a:pt x="1276704" y="1829105"/>
                      </a:lnTo>
                      <a:lnTo>
                        <a:pt x="1276796" y="1829232"/>
                      </a:lnTo>
                      <a:lnTo>
                        <a:pt x="1276877" y="1829324"/>
                      </a:lnTo>
                      <a:lnTo>
                        <a:pt x="1277676" y="1830077"/>
                      </a:lnTo>
                      <a:lnTo>
                        <a:pt x="1277826" y="1830251"/>
                      </a:lnTo>
                      <a:lnTo>
                        <a:pt x="1277954" y="1830378"/>
                      </a:lnTo>
                      <a:lnTo>
                        <a:pt x="1278510" y="1831014"/>
                      </a:lnTo>
                      <a:lnTo>
                        <a:pt x="1278671" y="1831188"/>
                      </a:lnTo>
                      <a:lnTo>
                        <a:pt x="1278857" y="1831327"/>
                      </a:lnTo>
                      <a:lnTo>
                        <a:pt x="1279193" y="1831524"/>
                      </a:lnTo>
                      <a:lnTo>
                        <a:pt x="1279482" y="1831674"/>
                      </a:lnTo>
                      <a:lnTo>
                        <a:pt x="1279644" y="1831779"/>
                      </a:lnTo>
                      <a:lnTo>
                        <a:pt x="1279795" y="1831836"/>
                      </a:lnTo>
                      <a:lnTo>
                        <a:pt x="1279875" y="1831917"/>
                      </a:lnTo>
                      <a:lnTo>
                        <a:pt x="1280026" y="1832068"/>
                      </a:lnTo>
                      <a:lnTo>
                        <a:pt x="1280096" y="1832137"/>
                      </a:lnTo>
                      <a:lnTo>
                        <a:pt x="1280211" y="1832242"/>
                      </a:lnTo>
                      <a:lnTo>
                        <a:pt x="1280246" y="1832276"/>
                      </a:lnTo>
                      <a:lnTo>
                        <a:pt x="1280292" y="1832577"/>
                      </a:lnTo>
                      <a:lnTo>
                        <a:pt x="1280223" y="1832913"/>
                      </a:lnTo>
                      <a:lnTo>
                        <a:pt x="1280211" y="1833063"/>
                      </a:lnTo>
                      <a:lnTo>
                        <a:pt x="1280732" y="1833526"/>
                      </a:lnTo>
                      <a:lnTo>
                        <a:pt x="1280987" y="1833723"/>
                      </a:lnTo>
                      <a:lnTo>
                        <a:pt x="1280998" y="1833723"/>
                      </a:lnTo>
                      <a:lnTo>
                        <a:pt x="1281357" y="1833943"/>
                      </a:lnTo>
                      <a:lnTo>
                        <a:pt x="1281380" y="1833955"/>
                      </a:lnTo>
                      <a:lnTo>
                        <a:pt x="1281658" y="1834105"/>
                      </a:lnTo>
                      <a:lnTo>
                        <a:pt x="1281774" y="1834152"/>
                      </a:lnTo>
                      <a:lnTo>
                        <a:pt x="1282202" y="1834267"/>
                      </a:lnTo>
                      <a:lnTo>
                        <a:pt x="1282434" y="1834383"/>
                      </a:lnTo>
                      <a:lnTo>
                        <a:pt x="1282492" y="1834464"/>
                      </a:lnTo>
                      <a:lnTo>
                        <a:pt x="1282851" y="1834973"/>
                      </a:lnTo>
                      <a:lnTo>
                        <a:pt x="1283024" y="1835170"/>
                      </a:lnTo>
                      <a:lnTo>
                        <a:pt x="1283105" y="1835298"/>
                      </a:lnTo>
                      <a:lnTo>
                        <a:pt x="1283094" y="1835321"/>
                      </a:lnTo>
                      <a:lnTo>
                        <a:pt x="1283568" y="1836166"/>
                      </a:lnTo>
                      <a:lnTo>
                        <a:pt x="1283603" y="1836201"/>
                      </a:lnTo>
                      <a:lnTo>
                        <a:pt x="1283696" y="1836328"/>
                      </a:lnTo>
                      <a:lnTo>
                        <a:pt x="1283927" y="1836710"/>
                      </a:lnTo>
                      <a:lnTo>
                        <a:pt x="1284494" y="1837219"/>
                      </a:lnTo>
                      <a:lnTo>
                        <a:pt x="1284506" y="1837219"/>
                      </a:lnTo>
                      <a:lnTo>
                        <a:pt x="1285316" y="1837138"/>
                      </a:lnTo>
                      <a:lnTo>
                        <a:pt x="1286173" y="1837509"/>
                      </a:lnTo>
                      <a:lnTo>
                        <a:pt x="1286312" y="1837578"/>
                      </a:lnTo>
                      <a:lnTo>
                        <a:pt x="1286717" y="1837821"/>
                      </a:lnTo>
                      <a:lnTo>
                        <a:pt x="1286717" y="1837972"/>
                      </a:lnTo>
                      <a:lnTo>
                        <a:pt x="1286659" y="1838516"/>
                      </a:lnTo>
                      <a:lnTo>
                        <a:pt x="1286983" y="1840159"/>
                      </a:lnTo>
                      <a:lnTo>
                        <a:pt x="1287052" y="1840206"/>
                      </a:lnTo>
                      <a:lnTo>
                        <a:pt x="1287365" y="1840669"/>
                      </a:lnTo>
                      <a:lnTo>
                        <a:pt x="1287423" y="1840761"/>
                      </a:lnTo>
                      <a:lnTo>
                        <a:pt x="1287828" y="1841387"/>
                      </a:lnTo>
                      <a:lnTo>
                        <a:pt x="1288118" y="1841780"/>
                      </a:lnTo>
                      <a:lnTo>
                        <a:pt x="1288407" y="1842116"/>
                      </a:lnTo>
                      <a:lnTo>
                        <a:pt x="1288430" y="1842174"/>
                      </a:lnTo>
                      <a:lnTo>
                        <a:pt x="1288534" y="1842509"/>
                      </a:lnTo>
                      <a:lnTo>
                        <a:pt x="1288742" y="1843111"/>
                      </a:lnTo>
                      <a:lnTo>
                        <a:pt x="1289252" y="1843922"/>
                      </a:lnTo>
                      <a:lnTo>
                        <a:pt x="1289333" y="1844084"/>
                      </a:lnTo>
                      <a:lnTo>
                        <a:pt x="1289368" y="1844582"/>
                      </a:lnTo>
                      <a:lnTo>
                        <a:pt x="1289344" y="1844720"/>
                      </a:lnTo>
                      <a:lnTo>
                        <a:pt x="1289287" y="1844940"/>
                      </a:lnTo>
                      <a:lnTo>
                        <a:pt x="1289264" y="1844964"/>
                      </a:lnTo>
                      <a:lnTo>
                        <a:pt x="1289194" y="1845021"/>
                      </a:lnTo>
                      <a:lnTo>
                        <a:pt x="1289078" y="1845137"/>
                      </a:lnTo>
                      <a:lnTo>
                        <a:pt x="1289078" y="1845577"/>
                      </a:lnTo>
                      <a:lnTo>
                        <a:pt x="1289113" y="1845728"/>
                      </a:lnTo>
                      <a:lnTo>
                        <a:pt x="1289136" y="1845913"/>
                      </a:lnTo>
                      <a:lnTo>
                        <a:pt x="1289067" y="1846110"/>
                      </a:lnTo>
                      <a:lnTo>
                        <a:pt x="1289020" y="1846156"/>
                      </a:lnTo>
                      <a:lnTo>
                        <a:pt x="1288963" y="1846225"/>
                      </a:lnTo>
                      <a:lnTo>
                        <a:pt x="1288858" y="1847035"/>
                      </a:lnTo>
                      <a:lnTo>
                        <a:pt x="1288882" y="1847464"/>
                      </a:lnTo>
                      <a:lnTo>
                        <a:pt x="1288928" y="1849698"/>
                      </a:lnTo>
                      <a:lnTo>
                        <a:pt x="1288951" y="1850520"/>
                      </a:lnTo>
                      <a:lnTo>
                        <a:pt x="1288951" y="1850763"/>
                      </a:lnTo>
                      <a:lnTo>
                        <a:pt x="1288963" y="1851087"/>
                      </a:lnTo>
                      <a:lnTo>
                        <a:pt x="1288870" y="1851099"/>
                      </a:lnTo>
                      <a:lnTo>
                        <a:pt x="1288882" y="1851492"/>
                      </a:lnTo>
                      <a:lnTo>
                        <a:pt x="1288893" y="1851516"/>
                      </a:lnTo>
                      <a:lnTo>
                        <a:pt x="1288963" y="1852384"/>
                      </a:lnTo>
                      <a:lnTo>
                        <a:pt x="1288997" y="1852777"/>
                      </a:lnTo>
                      <a:lnTo>
                        <a:pt x="1289020" y="1853136"/>
                      </a:lnTo>
                      <a:lnTo>
                        <a:pt x="1289148" y="1853182"/>
                      </a:lnTo>
                      <a:lnTo>
                        <a:pt x="1290757" y="1853796"/>
                      </a:lnTo>
                      <a:lnTo>
                        <a:pt x="1290896" y="1853854"/>
                      </a:lnTo>
                      <a:lnTo>
                        <a:pt x="1290919" y="1853935"/>
                      </a:lnTo>
                      <a:lnTo>
                        <a:pt x="1291440" y="1855567"/>
                      </a:lnTo>
                      <a:lnTo>
                        <a:pt x="1291498" y="1855775"/>
                      </a:lnTo>
                      <a:lnTo>
                        <a:pt x="1291694" y="1856401"/>
                      </a:lnTo>
                      <a:lnTo>
                        <a:pt x="1291903" y="1856956"/>
                      </a:lnTo>
                      <a:lnTo>
                        <a:pt x="1291937" y="1857292"/>
                      </a:lnTo>
                      <a:lnTo>
                        <a:pt x="1291903" y="1857361"/>
                      </a:lnTo>
                      <a:lnTo>
                        <a:pt x="1291799" y="1857547"/>
                      </a:lnTo>
                      <a:lnTo>
                        <a:pt x="1291660" y="1858160"/>
                      </a:lnTo>
                      <a:lnTo>
                        <a:pt x="1291475" y="1858415"/>
                      </a:lnTo>
                      <a:lnTo>
                        <a:pt x="1291278" y="1858820"/>
                      </a:lnTo>
                      <a:lnTo>
                        <a:pt x="1291220" y="1859017"/>
                      </a:lnTo>
                      <a:lnTo>
                        <a:pt x="1291197" y="1859086"/>
                      </a:lnTo>
                      <a:lnTo>
                        <a:pt x="1291174" y="1859375"/>
                      </a:lnTo>
                      <a:lnTo>
                        <a:pt x="1291162" y="1859468"/>
                      </a:lnTo>
                      <a:lnTo>
                        <a:pt x="1291150" y="1859885"/>
                      </a:lnTo>
                      <a:lnTo>
                        <a:pt x="1290873" y="1861621"/>
                      </a:lnTo>
                      <a:lnTo>
                        <a:pt x="1290849" y="1861760"/>
                      </a:lnTo>
                      <a:lnTo>
                        <a:pt x="1290826" y="1861888"/>
                      </a:lnTo>
                      <a:lnTo>
                        <a:pt x="1290849" y="1862061"/>
                      </a:lnTo>
                      <a:lnTo>
                        <a:pt x="1290861" y="1862327"/>
                      </a:lnTo>
                      <a:lnTo>
                        <a:pt x="1290815" y="1862512"/>
                      </a:lnTo>
                      <a:lnTo>
                        <a:pt x="1290711" y="1862825"/>
                      </a:lnTo>
                      <a:lnTo>
                        <a:pt x="1290641" y="1863300"/>
                      </a:lnTo>
                      <a:lnTo>
                        <a:pt x="1290641" y="1863369"/>
                      </a:lnTo>
                      <a:lnTo>
                        <a:pt x="1290444" y="1864527"/>
                      </a:lnTo>
                      <a:lnTo>
                        <a:pt x="1290572" y="1865372"/>
                      </a:lnTo>
                      <a:lnTo>
                        <a:pt x="1290977" y="1866136"/>
                      </a:lnTo>
                      <a:lnTo>
                        <a:pt x="1291914" y="1866576"/>
                      </a:lnTo>
                      <a:lnTo>
                        <a:pt x="1292169" y="1866657"/>
                      </a:lnTo>
                      <a:lnTo>
                        <a:pt x="1292875" y="1866784"/>
                      </a:lnTo>
                      <a:lnTo>
                        <a:pt x="1293223" y="1866865"/>
                      </a:lnTo>
                      <a:lnTo>
                        <a:pt x="1293303" y="1866923"/>
                      </a:lnTo>
                      <a:lnTo>
                        <a:pt x="1293628" y="1867305"/>
                      </a:lnTo>
                      <a:lnTo>
                        <a:pt x="1293836" y="1867710"/>
                      </a:lnTo>
                      <a:lnTo>
                        <a:pt x="1294172" y="1868405"/>
                      </a:lnTo>
                      <a:lnTo>
                        <a:pt x="1294496" y="1869030"/>
                      </a:lnTo>
                      <a:lnTo>
                        <a:pt x="1294820" y="1869446"/>
                      </a:lnTo>
                      <a:lnTo>
                        <a:pt x="1294901" y="1869551"/>
                      </a:lnTo>
                      <a:lnTo>
                        <a:pt x="1295295" y="1870083"/>
                      </a:lnTo>
                      <a:lnTo>
                        <a:pt x="1295468" y="1870268"/>
                      </a:lnTo>
                      <a:lnTo>
                        <a:pt x="1296278" y="1871368"/>
                      </a:lnTo>
                      <a:lnTo>
                        <a:pt x="1296741" y="1872387"/>
                      </a:lnTo>
                      <a:lnTo>
                        <a:pt x="1297123" y="1873093"/>
                      </a:lnTo>
                      <a:lnTo>
                        <a:pt x="1297135" y="1873116"/>
                      </a:lnTo>
                      <a:lnTo>
                        <a:pt x="1297123" y="1873510"/>
                      </a:lnTo>
                      <a:lnTo>
                        <a:pt x="1298015" y="1874852"/>
                      </a:lnTo>
                      <a:lnTo>
                        <a:pt x="1298084" y="1875072"/>
                      </a:lnTo>
                      <a:lnTo>
                        <a:pt x="1298166" y="1875281"/>
                      </a:lnTo>
                      <a:lnTo>
                        <a:pt x="1298293" y="1875628"/>
                      </a:lnTo>
                      <a:lnTo>
                        <a:pt x="1298455" y="1875848"/>
                      </a:lnTo>
                      <a:lnTo>
                        <a:pt x="1298547" y="1875975"/>
                      </a:lnTo>
                      <a:lnTo>
                        <a:pt x="1298802" y="1876288"/>
                      </a:lnTo>
                      <a:lnTo>
                        <a:pt x="1298871" y="1876357"/>
                      </a:lnTo>
                      <a:lnTo>
                        <a:pt x="1299080" y="1876623"/>
                      </a:lnTo>
                      <a:lnTo>
                        <a:pt x="1299184" y="1876855"/>
                      </a:lnTo>
                      <a:lnTo>
                        <a:pt x="1299196" y="1876913"/>
                      </a:lnTo>
                      <a:lnTo>
                        <a:pt x="1298906" y="1878568"/>
                      </a:lnTo>
                      <a:lnTo>
                        <a:pt x="1298779" y="1878892"/>
                      </a:lnTo>
                      <a:lnTo>
                        <a:pt x="1298455" y="1879703"/>
                      </a:lnTo>
                      <a:lnTo>
                        <a:pt x="1298339" y="1879958"/>
                      </a:lnTo>
                      <a:lnTo>
                        <a:pt x="1298142" y="1880351"/>
                      </a:lnTo>
                      <a:lnTo>
                        <a:pt x="1298015" y="1880606"/>
                      </a:lnTo>
                      <a:lnTo>
                        <a:pt x="1297980" y="1880721"/>
                      </a:lnTo>
                      <a:lnTo>
                        <a:pt x="1297934" y="1880964"/>
                      </a:lnTo>
                      <a:lnTo>
                        <a:pt x="1297922" y="1881069"/>
                      </a:lnTo>
                      <a:lnTo>
                        <a:pt x="1298327" y="1882400"/>
                      </a:lnTo>
                      <a:lnTo>
                        <a:pt x="1298339" y="1882423"/>
                      </a:lnTo>
                      <a:lnTo>
                        <a:pt x="1298663" y="1882782"/>
                      </a:lnTo>
                      <a:lnTo>
                        <a:pt x="1298814" y="1883013"/>
                      </a:lnTo>
                      <a:lnTo>
                        <a:pt x="1298860" y="1883117"/>
                      </a:lnTo>
                      <a:lnTo>
                        <a:pt x="1298964" y="1883396"/>
                      </a:lnTo>
                      <a:lnTo>
                        <a:pt x="1299080" y="1883777"/>
                      </a:lnTo>
                      <a:lnTo>
                        <a:pt x="1299462" y="1884947"/>
                      </a:lnTo>
                      <a:lnTo>
                        <a:pt x="1299601" y="1885178"/>
                      </a:lnTo>
                      <a:lnTo>
                        <a:pt x="1299693" y="1885282"/>
                      </a:lnTo>
                      <a:lnTo>
                        <a:pt x="1300434" y="1885224"/>
                      </a:lnTo>
                      <a:lnTo>
                        <a:pt x="1301106" y="1885132"/>
                      </a:lnTo>
                      <a:lnTo>
                        <a:pt x="1301592" y="1885143"/>
                      </a:lnTo>
                      <a:lnTo>
                        <a:pt x="1301789" y="1885236"/>
                      </a:lnTo>
                      <a:lnTo>
                        <a:pt x="1303247" y="1885838"/>
                      </a:lnTo>
                      <a:lnTo>
                        <a:pt x="1303745" y="1885965"/>
                      </a:lnTo>
                      <a:lnTo>
                        <a:pt x="1304208" y="1886058"/>
                      </a:lnTo>
                      <a:lnTo>
                        <a:pt x="1304590" y="1886162"/>
                      </a:lnTo>
                      <a:lnTo>
                        <a:pt x="1305111" y="1886255"/>
                      </a:lnTo>
                      <a:lnTo>
                        <a:pt x="1305759" y="1886336"/>
                      </a:lnTo>
                      <a:lnTo>
                        <a:pt x="1307299" y="1886718"/>
                      </a:lnTo>
                      <a:lnTo>
                        <a:pt x="1307334" y="1886718"/>
                      </a:lnTo>
                      <a:lnTo>
                        <a:pt x="1307681" y="1886799"/>
                      </a:lnTo>
                      <a:lnTo>
                        <a:pt x="1308549" y="1886891"/>
                      </a:lnTo>
                      <a:lnTo>
                        <a:pt x="1308815" y="1886961"/>
                      </a:lnTo>
                      <a:lnTo>
                        <a:pt x="1308989" y="1887146"/>
                      </a:lnTo>
                      <a:lnTo>
                        <a:pt x="1309440" y="1887632"/>
                      </a:lnTo>
                      <a:lnTo>
                        <a:pt x="1309626" y="1887841"/>
                      </a:lnTo>
                      <a:lnTo>
                        <a:pt x="1309938" y="1888176"/>
                      </a:lnTo>
                      <a:lnTo>
                        <a:pt x="1310459" y="1888732"/>
                      </a:lnTo>
                      <a:lnTo>
                        <a:pt x="1310609" y="1888825"/>
                      </a:lnTo>
                      <a:lnTo>
                        <a:pt x="1311038" y="1888917"/>
                      </a:lnTo>
                      <a:lnTo>
                        <a:pt x="1311293" y="1889033"/>
                      </a:lnTo>
                      <a:lnTo>
                        <a:pt x="1311524" y="1889218"/>
                      </a:lnTo>
                      <a:lnTo>
                        <a:pt x="1310772" y="1889866"/>
                      </a:lnTo>
                      <a:lnTo>
                        <a:pt x="1310563" y="1889924"/>
                      </a:lnTo>
                      <a:lnTo>
                        <a:pt x="1310204" y="1890028"/>
                      </a:lnTo>
                      <a:lnTo>
                        <a:pt x="1309857" y="1890133"/>
                      </a:lnTo>
                      <a:lnTo>
                        <a:pt x="1309579" y="1890225"/>
                      </a:lnTo>
                      <a:lnTo>
                        <a:pt x="1309267" y="1890318"/>
                      </a:lnTo>
                      <a:lnTo>
                        <a:pt x="1309000" y="1890399"/>
                      </a:lnTo>
                      <a:lnTo>
                        <a:pt x="1308676" y="1890503"/>
                      </a:lnTo>
                      <a:lnTo>
                        <a:pt x="1308456" y="1890584"/>
                      </a:lnTo>
                      <a:lnTo>
                        <a:pt x="1307831" y="1890839"/>
                      </a:lnTo>
                      <a:lnTo>
                        <a:pt x="1307356" y="1890966"/>
                      </a:lnTo>
                      <a:lnTo>
                        <a:pt x="1306697" y="1891174"/>
                      </a:lnTo>
                      <a:lnTo>
                        <a:pt x="1306268" y="1891313"/>
                      </a:lnTo>
                      <a:lnTo>
                        <a:pt x="1305863" y="1891498"/>
                      </a:lnTo>
                      <a:lnTo>
                        <a:pt x="1305805" y="1891533"/>
                      </a:lnTo>
                      <a:lnTo>
                        <a:pt x="1305678" y="1891580"/>
                      </a:lnTo>
                      <a:lnTo>
                        <a:pt x="1305354" y="1891684"/>
                      </a:lnTo>
                      <a:lnTo>
                        <a:pt x="1305134" y="1891788"/>
                      </a:lnTo>
                      <a:lnTo>
                        <a:pt x="1304868" y="1892066"/>
                      </a:lnTo>
                      <a:lnTo>
                        <a:pt x="1304555" y="1892332"/>
                      </a:lnTo>
                      <a:lnTo>
                        <a:pt x="1304069" y="1892807"/>
                      </a:lnTo>
                      <a:lnTo>
                        <a:pt x="1303918" y="1892945"/>
                      </a:lnTo>
                      <a:lnTo>
                        <a:pt x="1303652" y="1893258"/>
                      </a:lnTo>
                      <a:lnTo>
                        <a:pt x="1303432" y="1893478"/>
                      </a:lnTo>
                      <a:lnTo>
                        <a:pt x="1303421" y="1893524"/>
                      </a:lnTo>
                      <a:lnTo>
                        <a:pt x="1303606" y="1894890"/>
                      </a:lnTo>
                      <a:lnTo>
                        <a:pt x="1303768" y="1895874"/>
                      </a:lnTo>
                      <a:lnTo>
                        <a:pt x="1303826" y="1896314"/>
                      </a:lnTo>
                      <a:lnTo>
                        <a:pt x="1303699" y="1896626"/>
                      </a:lnTo>
                      <a:lnTo>
                        <a:pt x="1303641" y="1896766"/>
                      </a:lnTo>
                      <a:lnTo>
                        <a:pt x="1303456" y="1897125"/>
                      </a:lnTo>
                      <a:lnTo>
                        <a:pt x="1302576" y="1898490"/>
                      </a:lnTo>
                      <a:lnTo>
                        <a:pt x="1302414" y="1899266"/>
                      </a:lnTo>
                      <a:lnTo>
                        <a:pt x="1302344" y="1899636"/>
                      </a:lnTo>
                      <a:lnTo>
                        <a:pt x="1302182" y="1899995"/>
                      </a:lnTo>
                      <a:lnTo>
                        <a:pt x="1302148" y="1900285"/>
                      </a:lnTo>
                      <a:lnTo>
                        <a:pt x="1302194" y="1900933"/>
                      </a:lnTo>
                      <a:lnTo>
                        <a:pt x="1302194" y="1901326"/>
                      </a:lnTo>
                      <a:lnTo>
                        <a:pt x="1302182" y="1901755"/>
                      </a:lnTo>
                      <a:lnTo>
                        <a:pt x="1302101" y="1902033"/>
                      </a:lnTo>
                      <a:lnTo>
                        <a:pt x="1301905" y="1902762"/>
                      </a:lnTo>
                      <a:lnTo>
                        <a:pt x="1301823" y="1902935"/>
                      </a:lnTo>
                      <a:lnTo>
                        <a:pt x="1301696" y="1903156"/>
                      </a:lnTo>
                      <a:lnTo>
                        <a:pt x="1301650" y="1903225"/>
                      </a:lnTo>
                      <a:lnTo>
                        <a:pt x="1301407" y="1903526"/>
                      </a:lnTo>
                      <a:lnTo>
                        <a:pt x="1301233" y="1903758"/>
                      </a:lnTo>
                      <a:lnTo>
                        <a:pt x="1300747" y="1904348"/>
                      </a:lnTo>
                      <a:lnTo>
                        <a:pt x="1300619" y="1904498"/>
                      </a:lnTo>
                      <a:lnTo>
                        <a:pt x="1300017" y="1904984"/>
                      </a:lnTo>
                      <a:lnTo>
                        <a:pt x="1299647" y="1905285"/>
                      </a:lnTo>
                      <a:lnTo>
                        <a:pt x="1299497" y="1905390"/>
                      </a:lnTo>
                      <a:lnTo>
                        <a:pt x="1299450" y="1905413"/>
                      </a:lnTo>
                      <a:lnTo>
                        <a:pt x="1299323" y="1905528"/>
                      </a:lnTo>
                      <a:lnTo>
                        <a:pt x="1299242" y="1905679"/>
                      </a:lnTo>
                      <a:lnTo>
                        <a:pt x="1299138" y="1905887"/>
                      </a:lnTo>
                      <a:lnTo>
                        <a:pt x="1298918" y="1906304"/>
                      </a:lnTo>
                      <a:lnTo>
                        <a:pt x="1298721" y="1906663"/>
                      </a:lnTo>
                      <a:lnTo>
                        <a:pt x="1298467" y="1906917"/>
                      </a:lnTo>
                      <a:lnTo>
                        <a:pt x="1298293" y="1907033"/>
                      </a:lnTo>
                      <a:lnTo>
                        <a:pt x="1298166" y="1907103"/>
                      </a:lnTo>
                      <a:lnTo>
                        <a:pt x="1298108" y="1907253"/>
                      </a:lnTo>
                      <a:lnTo>
                        <a:pt x="1298096" y="1907276"/>
                      </a:lnTo>
                      <a:lnTo>
                        <a:pt x="1296811" y="1907936"/>
                      </a:lnTo>
                      <a:lnTo>
                        <a:pt x="1295526" y="1908585"/>
                      </a:lnTo>
                      <a:lnTo>
                        <a:pt x="1295387" y="1908654"/>
                      </a:lnTo>
                      <a:lnTo>
                        <a:pt x="1294635" y="1909013"/>
                      </a:lnTo>
                      <a:lnTo>
                        <a:pt x="1294299" y="1909198"/>
                      </a:lnTo>
                      <a:lnTo>
                        <a:pt x="1293188" y="1909742"/>
                      </a:lnTo>
                      <a:lnTo>
                        <a:pt x="1293153" y="1909754"/>
                      </a:lnTo>
                      <a:lnTo>
                        <a:pt x="1292933" y="1909858"/>
                      </a:lnTo>
                      <a:lnTo>
                        <a:pt x="1292806" y="1909950"/>
                      </a:lnTo>
                      <a:lnTo>
                        <a:pt x="1292215" y="1910425"/>
                      </a:lnTo>
                      <a:lnTo>
                        <a:pt x="1292146" y="1910865"/>
                      </a:lnTo>
                      <a:lnTo>
                        <a:pt x="1291903" y="1911050"/>
                      </a:lnTo>
                      <a:lnTo>
                        <a:pt x="1291810" y="1911085"/>
                      </a:lnTo>
                      <a:lnTo>
                        <a:pt x="1291509" y="1911189"/>
                      </a:lnTo>
                      <a:lnTo>
                        <a:pt x="1290699" y="1911455"/>
                      </a:lnTo>
                      <a:lnTo>
                        <a:pt x="1290132" y="1911444"/>
                      </a:lnTo>
                      <a:lnTo>
                        <a:pt x="1289877" y="1911490"/>
                      </a:lnTo>
                      <a:lnTo>
                        <a:pt x="1289553" y="1912439"/>
                      </a:lnTo>
                      <a:lnTo>
                        <a:pt x="1288696" y="1912219"/>
                      </a:lnTo>
                      <a:lnTo>
                        <a:pt x="1288604" y="1912161"/>
                      </a:lnTo>
                      <a:lnTo>
                        <a:pt x="1288326" y="1911895"/>
                      </a:lnTo>
                      <a:lnTo>
                        <a:pt x="1288175" y="1911791"/>
                      </a:lnTo>
                      <a:lnTo>
                        <a:pt x="1288048" y="1911652"/>
                      </a:lnTo>
                      <a:lnTo>
                        <a:pt x="1287921" y="1911455"/>
                      </a:lnTo>
                      <a:lnTo>
                        <a:pt x="1287736" y="1911201"/>
                      </a:lnTo>
                      <a:lnTo>
                        <a:pt x="1287435" y="1911062"/>
                      </a:lnTo>
                      <a:lnTo>
                        <a:pt x="1287330" y="1911027"/>
                      </a:lnTo>
                      <a:lnTo>
                        <a:pt x="1286902" y="1910888"/>
                      </a:lnTo>
                      <a:lnTo>
                        <a:pt x="1286601" y="1910784"/>
                      </a:lnTo>
                      <a:lnTo>
                        <a:pt x="1286520" y="1910749"/>
                      </a:lnTo>
                      <a:lnTo>
                        <a:pt x="1286231" y="1910622"/>
                      </a:lnTo>
                      <a:lnTo>
                        <a:pt x="1285906" y="1910529"/>
                      </a:lnTo>
                      <a:lnTo>
                        <a:pt x="1282607" y="1910518"/>
                      </a:lnTo>
                      <a:lnTo>
                        <a:pt x="1281774" y="1910529"/>
                      </a:lnTo>
                      <a:lnTo>
                        <a:pt x="1281311" y="1910425"/>
                      </a:lnTo>
                      <a:lnTo>
                        <a:pt x="1280211" y="1910344"/>
                      </a:lnTo>
                      <a:lnTo>
                        <a:pt x="1280061" y="1910251"/>
                      </a:lnTo>
                      <a:lnTo>
                        <a:pt x="1279957" y="1910159"/>
                      </a:lnTo>
                      <a:lnTo>
                        <a:pt x="1279875" y="1910089"/>
                      </a:lnTo>
                      <a:lnTo>
                        <a:pt x="1279667" y="1909974"/>
                      </a:lnTo>
                      <a:lnTo>
                        <a:pt x="1279656" y="1910020"/>
                      </a:lnTo>
                      <a:lnTo>
                        <a:pt x="1279505" y="1910576"/>
                      </a:lnTo>
                      <a:lnTo>
                        <a:pt x="1279494" y="1910888"/>
                      </a:lnTo>
                      <a:lnTo>
                        <a:pt x="1279482" y="1911108"/>
                      </a:lnTo>
                      <a:lnTo>
                        <a:pt x="1279436" y="1911282"/>
                      </a:lnTo>
                      <a:lnTo>
                        <a:pt x="1279424" y="1911316"/>
                      </a:lnTo>
                      <a:lnTo>
                        <a:pt x="1279401" y="1911559"/>
                      </a:lnTo>
                      <a:lnTo>
                        <a:pt x="1279378" y="1911733"/>
                      </a:lnTo>
                      <a:lnTo>
                        <a:pt x="1279193" y="1911988"/>
                      </a:lnTo>
                      <a:lnTo>
                        <a:pt x="1279111" y="1912335"/>
                      </a:lnTo>
                      <a:lnTo>
                        <a:pt x="1278660" y="1912486"/>
                      </a:lnTo>
                      <a:lnTo>
                        <a:pt x="1278243" y="1912347"/>
                      </a:lnTo>
                      <a:lnTo>
                        <a:pt x="1278162" y="1912312"/>
                      </a:lnTo>
                      <a:lnTo>
                        <a:pt x="1277919" y="1912161"/>
                      </a:lnTo>
                      <a:lnTo>
                        <a:pt x="1277190" y="1911722"/>
                      </a:lnTo>
                      <a:lnTo>
                        <a:pt x="1276959" y="1911722"/>
                      </a:lnTo>
                      <a:lnTo>
                        <a:pt x="1276600" y="1911826"/>
                      </a:lnTo>
                      <a:lnTo>
                        <a:pt x="1276518" y="1911849"/>
                      </a:lnTo>
                      <a:lnTo>
                        <a:pt x="1276148" y="1912127"/>
                      </a:lnTo>
                      <a:lnTo>
                        <a:pt x="1275859" y="1912567"/>
                      </a:lnTo>
                      <a:lnTo>
                        <a:pt x="1275743" y="1912821"/>
                      </a:lnTo>
                      <a:lnTo>
                        <a:pt x="1275199" y="1914037"/>
                      </a:lnTo>
                      <a:lnTo>
                        <a:pt x="1273706" y="1913863"/>
                      </a:lnTo>
                      <a:lnTo>
                        <a:pt x="1273509" y="1913956"/>
                      </a:lnTo>
                      <a:lnTo>
                        <a:pt x="1273023" y="1914257"/>
                      </a:lnTo>
                      <a:lnTo>
                        <a:pt x="1272941" y="1914338"/>
                      </a:lnTo>
                      <a:lnTo>
                        <a:pt x="1272629" y="1914604"/>
                      </a:lnTo>
                      <a:lnTo>
                        <a:pt x="1272548" y="1914696"/>
                      </a:lnTo>
                      <a:lnTo>
                        <a:pt x="1272166" y="1915414"/>
                      </a:lnTo>
                      <a:lnTo>
                        <a:pt x="1271958" y="1915762"/>
                      </a:lnTo>
                      <a:lnTo>
                        <a:pt x="1271749" y="1915912"/>
                      </a:lnTo>
                      <a:lnTo>
                        <a:pt x="1269793" y="1916687"/>
                      </a:lnTo>
                      <a:lnTo>
                        <a:pt x="1268520" y="1917174"/>
                      </a:lnTo>
                      <a:lnTo>
                        <a:pt x="1268300" y="1917255"/>
                      </a:lnTo>
                      <a:lnTo>
                        <a:pt x="1268369" y="1918736"/>
                      </a:lnTo>
                      <a:lnTo>
                        <a:pt x="1268323" y="1918829"/>
                      </a:lnTo>
                      <a:lnTo>
                        <a:pt x="1268172" y="1919200"/>
                      </a:lnTo>
                      <a:lnTo>
                        <a:pt x="1268022" y="1919882"/>
                      </a:lnTo>
                      <a:lnTo>
                        <a:pt x="1267987" y="1920137"/>
                      </a:lnTo>
                      <a:lnTo>
                        <a:pt x="1267976" y="1920207"/>
                      </a:lnTo>
                      <a:lnTo>
                        <a:pt x="1267941" y="1920334"/>
                      </a:lnTo>
                      <a:lnTo>
                        <a:pt x="1267906" y="1920392"/>
                      </a:lnTo>
                      <a:lnTo>
                        <a:pt x="1267825" y="1920496"/>
                      </a:lnTo>
                      <a:lnTo>
                        <a:pt x="1267733" y="1920612"/>
                      </a:lnTo>
                      <a:lnTo>
                        <a:pt x="1267721" y="1920624"/>
                      </a:lnTo>
                      <a:lnTo>
                        <a:pt x="1267628" y="1920681"/>
                      </a:lnTo>
                      <a:lnTo>
                        <a:pt x="1266725" y="1920994"/>
                      </a:lnTo>
                      <a:lnTo>
                        <a:pt x="1266413" y="1921156"/>
                      </a:lnTo>
                      <a:lnTo>
                        <a:pt x="1265845" y="1921249"/>
                      </a:lnTo>
                      <a:lnTo>
                        <a:pt x="1265822" y="1921272"/>
                      </a:lnTo>
                      <a:lnTo>
                        <a:pt x="1265718" y="1921353"/>
                      </a:lnTo>
                      <a:lnTo>
                        <a:pt x="1265626" y="1921434"/>
                      </a:lnTo>
                      <a:lnTo>
                        <a:pt x="1265197" y="1921700"/>
                      </a:lnTo>
                      <a:lnTo>
                        <a:pt x="1265070" y="1921770"/>
                      </a:lnTo>
                      <a:lnTo>
                        <a:pt x="1264549" y="1922314"/>
                      </a:lnTo>
                      <a:lnTo>
                        <a:pt x="1264306" y="1922580"/>
                      </a:lnTo>
                      <a:lnTo>
                        <a:pt x="1264260" y="1922615"/>
                      </a:lnTo>
                      <a:lnTo>
                        <a:pt x="1264121" y="1922695"/>
                      </a:lnTo>
                      <a:lnTo>
                        <a:pt x="1263843" y="1922800"/>
                      </a:lnTo>
                      <a:lnTo>
                        <a:pt x="1263172" y="1923193"/>
                      </a:lnTo>
                      <a:lnTo>
                        <a:pt x="1262894" y="1923344"/>
                      </a:lnTo>
                      <a:lnTo>
                        <a:pt x="1262349" y="1923448"/>
                      </a:lnTo>
                      <a:lnTo>
                        <a:pt x="1262245" y="1923471"/>
                      </a:lnTo>
                      <a:lnTo>
                        <a:pt x="1262211" y="1923656"/>
                      </a:lnTo>
                      <a:lnTo>
                        <a:pt x="1261991" y="1925277"/>
                      </a:lnTo>
                      <a:lnTo>
                        <a:pt x="1261840" y="1925208"/>
                      </a:lnTo>
                      <a:lnTo>
                        <a:pt x="1261597" y="1925103"/>
                      </a:lnTo>
                      <a:lnTo>
                        <a:pt x="1261261" y="1924999"/>
                      </a:lnTo>
                      <a:lnTo>
                        <a:pt x="1260486" y="1924930"/>
                      </a:lnTo>
                      <a:lnTo>
                        <a:pt x="1260057" y="1924860"/>
                      </a:lnTo>
                      <a:lnTo>
                        <a:pt x="1259224" y="1924640"/>
                      </a:lnTo>
                      <a:lnTo>
                        <a:pt x="1259062" y="1924733"/>
                      </a:lnTo>
                      <a:lnTo>
                        <a:pt x="1258367" y="1924733"/>
                      </a:lnTo>
                      <a:lnTo>
                        <a:pt x="1258043" y="1924652"/>
                      </a:lnTo>
                      <a:lnTo>
                        <a:pt x="1257291" y="1924559"/>
                      </a:lnTo>
                      <a:lnTo>
                        <a:pt x="1257106" y="1924501"/>
                      </a:lnTo>
                      <a:lnTo>
                        <a:pt x="1256909" y="1924397"/>
                      </a:lnTo>
                      <a:lnTo>
                        <a:pt x="1256724" y="1924247"/>
                      </a:lnTo>
                      <a:lnTo>
                        <a:pt x="1256423" y="1923934"/>
                      </a:lnTo>
                      <a:lnTo>
                        <a:pt x="1256226" y="1923691"/>
                      </a:lnTo>
                      <a:lnTo>
                        <a:pt x="1256180" y="1923598"/>
                      </a:lnTo>
                      <a:lnTo>
                        <a:pt x="1255323" y="1923819"/>
                      </a:lnTo>
                      <a:lnTo>
                        <a:pt x="1254513" y="1924409"/>
                      </a:lnTo>
                      <a:lnTo>
                        <a:pt x="1255207" y="1926261"/>
                      </a:lnTo>
                      <a:lnTo>
                        <a:pt x="1255335" y="1927303"/>
                      </a:lnTo>
                      <a:lnTo>
                        <a:pt x="1255126" y="1927916"/>
                      </a:lnTo>
                      <a:lnTo>
                        <a:pt x="1255092" y="1927951"/>
                      </a:lnTo>
                      <a:lnTo>
                        <a:pt x="1254455" y="1928067"/>
                      </a:lnTo>
                      <a:lnTo>
                        <a:pt x="1254177" y="1928171"/>
                      </a:lnTo>
                      <a:lnTo>
                        <a:pt x="1253934" y="1928425"/>
                      </a:lnTo>
                      <a:lnTo>
                        <a:pt x="1253818" y="1928518"/>
                      </a:lnTo>
                      <a:lnTo>
                        <a:pt x="1253448" y="1928530"/>
                      </a:lnTo>
                      <a:lnTo>
                        <a:pt x="1252869" y="1928553"/>
                      </a:lnTo>
                      <a:lnTo>
                        <a:pt x="1252765" y="1928634"/>
                      </a:lnTo>
                      <a:lnTo>
                        <a:pt x="1252545" y="1928831"/>
                      </a:lnTo>
                      <a:lnTo>
                        <a:pt x="1252313" y="1928993"/>
                      </a:lnTo>
                      <a:lnTo>
                        <a:pt x="1252116" y="1928981"/>
                      </a:lnTo>
                      <a:lnTo>
                        <a:pt x="1252013" y="1928993"/>
                      </a:lnTo>
                      <a:lnTo>
                        <a:pt x="1251526" y="1929444"/>
                      </a:lnTo>
                      <a:lnTo>
                        <a:pt x="1251422" y="1929560"/>
                      </a:lnTo>
                      <a:lnTo>
                        <a:pt x="1251364" y="1929618"/>
                      </a:lnTo>
                      <a:lnTo>
                        <a:pt x="1251445" y="1929792"/>
                      </a:lnTo>
                      <a:lnTo>
                        <a:pt x="1251642" y="1930278"/>
                      </a:lnTo>
                      <a:lnTo>
                        <a:pt x="1251746" y="1930509"/>
                      </a:lnTo>
                      <a:lnTo>
                        <a:pt x="1252232" y="1931181"/>
                      </a:lnTo>
                      <a:lnTo>
                        <a:pt x="1252429" y="1931447"/>
                      </a:lnTo>
                      <a:lnTo>
                        <a:pt x="1252730" y="1931783"/>
                      </a:lnTo>
                      <a:lnTo>
                        <a:pt x="1253563" y="1932512"/>
                      </a:lnTo>
                      <a:lnTo>
                        <a:pt x="1254281" y="1933334"/>
                      </a:lnTo>
                      <a:lnTo>
                        <a:pt x="1254490" y="1933589"/>
                      </a:lnTo>
                      <a:lnTo>
                        <a:pt x="1254501" y="1933681"/>
                      </a:lnTo>
                      <a:lnTo>
                        <a:pt x="1254478" y="1933878"/>
                      </a:lnTo>
                      <a:lnTo>
                        <a:pt x="1254628" y="1934561"/>
                      </a:lnTo>
                      <a:lnTo>
                        <a:pt x="1254663" y="1934723"/>
                      </a:lnTo>
                      <a:lnTo>
                        <a:pt x="1254663" y="1934757"/>
                      </a:lnTo>
                      <a:lnTo>
                        <a:pt x="1254686" y="1934954"/>
                      </a:lnTo>
                      <a:lnTo>
                        <a:pt x="1254686" y="1935197"/>
                      </a:lnTo>
                      <a:lnTo>
                        <a:pt x="1254663" y="1935394"/>
                      </a:lnTo>
                      <a:lnTo>
                        <a:pt x="1254640" y="1935950"/>
                      </a:lnTo>
                      <a:lnTo>
                        <a:pt x="1254455" y="1936494"/>
                      </a:lnTo>
                      <a:lnTo>
                        <a:pt x="1254374" y="1937096"/>
                      </a:lnTo>
                      <a:lnTo>
                        <a:pt x="1254385" y="1937466"/>
                      </a:lnTo>
                      <a:lnTo>
                        <a:pt x="1254478" y="1937559"/>
                      </a:lnTo>
                      <a:lnTo>
                        <a:pt x="1254675" y="1937686"/>
                      </a:lnTo>
                      <a:lnTo>
                        <a:pt x="1254710" y="1938242"/>
                      </a:lnTo>
                      <a:lnTo>
                        <a:pt x="1254721" y="1938937"/>
                      </a:lnTo>
                      <a:lnTo>
                        <a:pt x="1254733" y="1939064"/>
                      </a:lnTo>
                      <a:lnTo>
                        <a:pt x="1254733" y="1939145"/>
                      </a:lnTo>
                      <a:lnTo>
                        <a:pt x="1254906" y="1939365"/>
                      </a:lnTo>
                      <a:lnTo>
                        <a:pt x="1255207" y="1939631"/>
                      </a:lnTo>
                      <a:lnTo>
                        <a:pt x="1255381" y="1939782"/>
                      </a:lnTo>
                      <a:lnTo>
                        <a:pt x="1255740" y="1940025"/>
                      </a:lnTo>
                      <a:lnTo>
                        <a:pt x="1255925" y="1940175"/>
                      </a:lnTo>
                      <a:lnTo>
                        <a:pt x="1256064" y="1940256"/>
                      </a:lnTo>
                      <a:lnTo>
                        <a:pt x="1256318" y="1940279"/>
                      </a:lnTo>
                      <a:lnTo>
                        <a:pt x="1256145" y="1940696"/>
                      </a:lnTo>
                      <a:lnTo>
                        <a:pt x="1255902" y="1940812"/>
                      </a:lnTo>
                      <a:lnTo>
                        <a:pt x="1255659" y="1940916"/>
                      </a:lnTo>
                      <a:lnTo>
                        <a:pt x="1255508" y="1941020"/>
                      </a:lnTo>
                      <a:lnTo>
                        <a:pt x="1254686" y="1941796"/>
                      </a:lnTo>
                      <a:lnTo>
                        <a:pt x="1254501" y="1941934"/>
                      </a:lnTo>
                      <a:lnTo>
                        <a:pt x="1254281" y="1942097"/>
                      </a:lnTo>
                      <a:lnTo>
                        <a:pt x="1254258" y="1942120"/>
                      </a:lnTo>
                      <a:lnTo>
                        <a:pt x="1254165" y="1942201"/>
                      </a:lnTo>
                      <a:lnTo>
                        <a:pt x="1254142" y="1942235"/>
                      </a:lnTo>
                      <a:lnTo>
                        <a:pt x="1254026" y="1942606"/>
                      </a:lnTo>
                      <a:lnTo>
                        <a:pt x="1253992" y="1942722"/>
                      </a:lnTo>
                      <a:lnTo>
                        <a:pt x="1253598" y="1943127"/>
                      </a:lnTo>
                      <a:lnTo>
                        <a:pt x="1253425" y="1943254"/>
                      </a:lnTo>
                      <a:lnTo>
                        <a:pt x="1252753" y="1943706"/>
                      </a:lnTo>
                      <a:lnTo>
                        <a:pt x="1252406" y="1943926"/>
                      </a:lnTo>
                      <a:lnTo>
                        <a:pt x="1252198" y="1944076"/>
                      </a:lnTo>
                      <a:lnTo>
                        <a:pt x="1251931" y="1944308"/>
                      </a:lnTo>
                      <a:lnTo>
                        <a:pt x="1251712" y="1944458"/>
                      </a:lnTo>
                      <a:lnTo>
                        <a:pt x="1251433" y="1944643"/>
                      </a:lnTo>
                      <a:lnTo>
                        <a:pt x="1251110" y="1944886"/>
                      </a:lnTo>
                      <a:lnTo>
                        <a:pt x="1250901" y="1945025"/>
                      </a:lnTo>
                      <a:lnTo>
                        <a:pt x="1251086" y="1945315"/>
                      </a:lnTo>
                      <a:lnTo>
                        <a:pt x="1251491" y="1945789"/>
                      </a:lnTo>
                      <a:lnTo>
                        <a:pt x="1251619" y="1946032"/>
                      </a:lnTo>
                      <a:lnTo>
                        <a:pt x="1251688" y="1946218"/>
                      </a:lnTo>
                      <a:lnTo>
                        <a:pt x="1251920" y="1946530"/>
                      </a:lnTo>
                      <a:lnTo>
                        <a:pt x="1252059" y="1946658"/>
                      </a:lnTo>
                      <a:lnTo>
                        <a:pt x="1252163" y="1946750"/>
                      </a:lnTo>
                      <a:lnTo>
                        <a:pt x="1252232" y="1946796"/>
                      </a:lnTo>
                      <a:lnTo>
                        <a:pt x="1252487" y="1947028"/>
                      </a:lnTo>
                      <a:lnTo>
                        <a:pt x="1252579" y="1947132"/>
                      </a:lnTo>
                      <a:lnTo>
                        <a:pt x="1252811" y="1947306"/>
                      </a:lnTo>
                      <a:lnTo>
                        <a:pt x="1253019" y="1947410"/>
                      </a:lnTo>
                      <a:lnTo>
                        <a:pt x="1253135" y="1947468"/>
                      </a:lnTo>
                      <a:lnTo>
                        <a:pt x="1253170" y="1947479"/>
                      </a:lnTo>
                      <a:lnTo>
                        <a:pt x="1253181" y="1947503"/>
                      </a:lnTo>
                      <a:lnTo>
                        <a:pt x="1253251" y="1947549"/>
                      </a:lnTo>
                      <a:lnTo>
                        <a:pt x="1253274" y="1947561"/>
                      </a:lnTo>
                      <a:lnTo>
                        <a:pt x="1253320" y="1947665"/>
                      </a:lnTo>
                      <a:lnTo>
                        <a:pt x="1253390" y="1947757"/>
                      </a:lnTo>
                      <a:lnTo>
                        <a:pt x="1253402" y="1947896"/>
                      </a:lnTo>
                      <a:lnTo>
                        <a:pt x="1253459" y="1948012"/>
                      </a:lnTo>
                      <a:lnTo>
                        <a:pt x="1253459" y="1948023"/>
                      </a:lnTo>
                      <a:lnTo>
                        <a:pt x="1253448" y="1948093"/>
                      </a:lnTo>
                      <a:lnTo>
                        <a:pt x="1253459" y="1948186"/>
                      </a:lnTo>
                      <a:lnTo>
                        <a:pt x="1253575" y="1948290"/>
                      </a:lnTo>
                      <a:lnTo>
                        <a:pt x="1253633" y="1948371"/>
                      </a:lnTo>
                      <a:lnTo>
                        <a:pt x="1253749" y="1948475"/>
                      </a:lnTo>
                      <a:lnTo>
                        <a:pt x="1253772" y="1948498"/>
                      </a:lnTo>
                      <a:lnTo>
                        <a:pt x="1253679" y="1948544"/>
                      </a:lnTo>
                      <a:lnTo>
                        <a:pt x="1253656" y="1948533"/>
                      </a:lnTo>
                      <a:lnTo>
                        <a:pt x="1253297" y="1948556"/>
                      </a:lnTo>
                      <a:lnTo>
                        <a:pt x="1253263" y="1948614"/>
                      </a:lnTo>
                      <a:lnTo>
                        <a:pt x="1253239" y="1948637"/>
                      </a:lnTo>
                      <a:lnTo>
                        <a:pt x="1253077" y="1948741"/>
                      </a:lnTo>
                      <a:lnTo>
                        <a:pt x="1253008" y="1948822"/>
                      </a:lnTo>
                      <a:lnTo>
                        <a:pt x="1252973" y="1948961"/>
                      </a:lnTo>
                      <a:lnTo>
                        <a:pt x="1252962" y="1949054"/>
                      </a:lnTo>
                      <a:lnTo>
                        <a:pt x="1252892" y="1949169"/>
                      </a:lnTo>
                      <a:lnTo>
                        <a:pt x="1252776" y="1949216"/>
                      </a:lnTo>
                      <a:lnTo>
                        <a:pt x="1252753" y="1949239"/>
                      </a:lnTo>
                      <a:lnTo>
                        <a:pt x="1252626" y="1949424"/>
                      </a:lnTo>
                      <a:lnTo>
                        <a:pt x="1252557" y="1949494"/>
                      </a:lnTo>
                      <a:lnTo>
                        <a:pt x="1252302" y="1949552"/>
                      </a:lnTo>
                      <a:lnTo>
                        <a:pt x="1252256" y="1949644"/>
                      </a:lnTo>
                      <a:lnTo>
                        <a:pt x="1252059" y="1949679"/>
                      </a:lnTo>
                      <a:lnTo>
                        <a:pt x="1252059" y="1949748"/>
                      </a:lnTo>
                      <a:lnTo>
                        <a:pt x="1251816" y="1949771"/>
                      </a:lnTo>
                      <a:lnTo>
                        <a:pt x="1251665" y="1949829"/>
                      </a:lnTo>
                      <a:lnTo>
                        <a:pt x="1251480" y="1949945"/>
                      </a:lnTo>
                      <a:lnTo>
                        <a:pt x="1251260" y="1950049"/>
                      </a:lnTo>
                      <a:lnTo>
                        <a:pt x="1250739" y="1950049"/>
                      </a:lnTo>
                      <a:lnTo>
                        <a:pt x="1250484" y="1950049"/>
                      </a:lnTo>
                      <a:lnTo>
                        <a:pt x="1250265" y="1950142"/>
                      </a:lnTo>
                      <a:lnTo>
                        <a:pt x="1250149" y="1950212"/>
                      </a:lnTo>
                      <a:lnTo>
                        <a:pt x="1249987" y="1950315"/>
                      </a:lnTo>
                      <a:lnTo>
                        <a:pt x="1249790" y="1950431"/>
                      </a:lnTo>
                      <a:lnTo>
                        <a:pt x="1249743" y="1950489"/>
                      </a:lnTo>
                      <a:lnTo>
                        <a:pt x="1249709" y="1950582"/>
                      </a:lnTo>
                      <a:lnTo>
                        <a:pt x="1249547" y="1950570"/>
                      </a:lnTo>
                      <a:lnTo>
                        <a:pt x="1249396" y="1950674"/>
                      </a:lnTo>
                      <a:lnTo>
                        <a:pt x="1249292" y="1950779"/>
                      </a:lnTo>
                      <a:lnTo>
                        <a:pt x="1248910" y="1950929"/>
                      </a:lnTo>
                      <a:lnTo>
                        <a:pt x="1248806" y="1950975"/>
                      </a:lnTo>
                      <a:lnTo>
                        <a:pt x="1248563" y="1951057"/>
                      </a:lnTo>
                      <a:lnTo>
                        <a:pt x="1248285" y="1951161"/>
                      </a:lnTo>
                      <a:lnTo>
                        <a:pt x="1248019" y="1951253"/>
                      </a:lnTo>
                      <a:lnTo>
                        <a:pt x="1247903" y="1951300"/>
                      </a:lnTo>
                      <a:lnTo>
                        <a:pt x="1247752" y="1951438"/>
                      </a:lnTo>
                      <a:lnTo>
                        <a:pt x="1247614" y="1951705"/>
                      </a:lnTo>
                      <a:lnTo>
                        <a:pt x="1247590" y="1951739"/>
                      </a:lnTo>
                      <a:lnTo>
                        <a:pt x="1247451" y="1951890"/>
                      </a:lnTo>
                      <a:lnTo>
                        <a:pt x="1246838" y="1952654"/>
                      </a:lnTo>
                      <a:lnTo>
                        <a:pt x="1246664" y="1952781"/>
                      </a:lnTo>
                      <a:lnTo>
                        <a:pt x="1246398" y="1952920"/>
                      </a:lnTo>
                      <a:lnTo>
                        <a:pt x="1245877" y="1953175"/>
                      </a:lnTo>
                      <a:lnTo>
                        <a:pt x="1245611" y="1953256"/>
                      </a:lnTo>
                      <a:lnTo>
                        <a:pt x="1245102" y="1953360"/>
                      </a:lnTo>
                      <a:lnTo>
                        <a:pt x="1244407" y="1954043"/>
                      </a:lnTo>
                      <a:lnTo>
                        <a:pt x="1244210" y="1954228"/>
                      </a:lnTo>
                      <a:lnTo>
                        <a:pt x="1243875" y="1954402"/>
                      </a:lnTo>
                      <a:lnTo>
                        <a:pt x="1243770" y="1954471"/>
                      </a:lnTo>
                      <a:lnTo>
                        <a:pt x="1243041" y="1955062"/>
                      </a:lnTo>
                      <a:lnTo>
                        <a:pt x="1242925" y="1955189"/>
                      </a:lnTo>
                      <a:lnTo>
                        <a:pt x="1242844" y="1955258"/>
                      </a:lnTo>
                      <a:lnTo>
                        <a:pt x="1242647" y="1955374"/>
                      </a:lnTo>
                      <a:lnTo>
                        <a:pt x="1242242" y="1955502"/>
                      </a:lnTo>
                      <a:lnTo>
                        <a:pt x="1241918" y="1955594"/>
                      </a:lnTo>
                      <a:lnTo>
                        <a:pt x="1241907" y="1955594"/>
                      </a:lnTo>
                      <a:lnTo>
                        <a:pt x="1241744" y="1955745"/>
                      </a:lnTo>
                      <a:lnTo>
                        <a:pt x="1241594" y="1955872"/>
                      </a:lnTo>
                      <a:lnTo>
                        <a:pt x="1241374" y="1956127"/>
                      </a:lnTo>
                      <a:lnTo>
                        <a:pt x="1241200" y="1956312"/>
                      </a:lnTo>
                      <a:lnTo>
                        <a:pt x="1240633" y="1957261"/>
                      </a:lnTo>
                      <a:lnTo>
                        <a:pt x="1240355" y="1957620"/>
                      </a:lnTo>
                      <a:lnTo>
                        <a:pt x="1240321" y="1957655"/>
                      </a:lnTo>
                      <a:lnTo>
                        <a:pt x="1240251" y="1957747"/>
                      </a:lnTo>
                      <a:lnTo>
                        <a:pt x="1240240" y="1957759"/>
                      </a:lnTo>
                      <a:lnTo>
                        <a:pt x="1240101" y="1958002"/>
                      </a:lnTo>
                      <a:lnTo>
                        <a:pt x="1239823" y="1958256"/>
                      </a:lnTo>
                      <a:lnTo>
                        <a:pt x="1239835" y="1959055"/>
                      </a:lnTo>
                      <a:lnTo>
                        <a:pt x="1238596" y="1959287"/>
                      </a:lnTo>
                      <a:lnTo>
                        <a:pt x="1238341" y="1959402"/>
                      </a:lnTo>
                      <a:lnTo>
                        <a:pt x="1238191" y="1959460"/>
                      </a:lnTo>
                      <a:lnTo>
                        <a:pt x="1237994" y="1959518"/>
                      </a:lnTo>
                      <a:lnTo>
                        <a:pt x="1236998" y="1959646"/>
                      </a:lnTo>
                      <a:lnTo>
                        <a:pt x="1236281" y="1959727"/>
                      </a:lnTo>
                      <a:lnTo>
                        <a:pt x="1235725" y="1959831"/>
                      </a:lnTo>
                      <a:lnTo>
                        <a:pt x="1234938" y="1960016"/>
                      </a:lnTo>
                      <a:lnTo>
                        <a:pt x="1234544" y="1959900"/>
                      </a:lnTo>
                      <a:lnTo>
                        <a:pt x="1234139" y="1959819"/>
                      </a:lnTo>
                      <a:lnTo>
                        <a:pt x="1232877" y="1959542"/>
                      </a:lnTo>
                      <a:lnTo>
                        <a:pt x="1232831" y="1959507"/>
                      </a:lnTo>
                      <a:lnTo>
                        <a:pt x="1232785" y="1959449"/>
                      </a:lnTo>
                      <a:lnTo>
                        <a:pt x="1232739" y="1959402"/>
                      </a:lnTo>
                      <a:lnTo>
                        <a:pt x="1232704" y="1959252"/>
                      </a:lnTo>
                      <a:lnTo>
                        <a:pt x="1232727" y="1959136"/>
                      </a:lnTo>
                      <a:lnTo>
                        <a:pt x="1232704" y="1957273"/>
                      </a:lnTo>
                      <a:lnTo>
                        <a:pt x="1232496" y="1956474"/>
                      </a:lnTo>
                      <a:lnTo>
                        <a:pt x="1232241" y="1956231"/>
                      </a:lnTo>
                      <a:lnTo>
                        <a:pt x="1232183" y="1956138"/>
                      </a:lnTo>
                      <a:lnTo>
                        <a:pt x="1231998" y="1955872"/>
                      </a:lnTo>
                      <a:lnTo>
                        <a:pt x="1231778" y="1955687"/>
                      </a:lnTo>
                      <a:lnTo>
                        <a:pt x="1230377" y="1954506"/>
                      </a:lnTo>
                      <a:lnTo>
                        <a:pt x="1227668" y="1953267"/>
                      </a:lnTo>
                      <a:lnTo>
                        <a:pt x="1226395" y="1953209"/>
                      </a:lnTo>
                      <a:lnTo>
                        <a:pt x="1226140" y="1953175"/>
                      </a:lnTo>
                      <a:lnTo>
                        <a:pt x="1225642" y="1953360"/>
                      </a:lnTo>
                      <a:lnTo>
                        <a:pt x="1224543" y="1953464"/>
                      </a:lnTo>
                      <a:lnTo>
                        <a:pt x="1224242" y="1953557"/>
                      </a:lnTo>
                      <a:lnTo>
                        <a:pt x="1224010" y="1953661"/>
                      </a:lnTo>
                      <a:lnTo>
                        <a:pt x="1223316" y="1954217"/>
                      </a:lnTo>
                      <a:lnTo>
                        <a:pt x="1223223" y="1954321"/>
                      </a:lnTo>
                      <a:lnTo>
                        <a:pt x="1223061" y="1954552"/>
                      </a:lnTo>
                      <a:lnTo>
                        <a:pt x="1221498" y="1954031"/>
                      </a:lnTo>
                      <a:lnTo>
                        <a:pt x="1220908" y="1953765"/>
                      </a:lnTo>
                      <a:lnTo>
                        <a:pt x="1220410" y="1953510"/>
                      </a:lnTo>
                      <a:lnTo>
                        <a:pt x="1219658" y="1952897"/>
                      </a:lnTo>
                      <a:lnTo>
                        <a:pt x="1219542" y="1952897"/>
                      </a:lnTo>
                      <a:lnTo>
                        <a:pt x="1219461" y="1952966"/>
                      </a:lnTo>
                      <a:lnTo>
                        <a:pt x="1217748" y="1953094"/>
                      </a:lnTo>
                      <a:lnTo>
                        <a:pt x="1217667" y="1953163"/>
                      </a:lnTo>
                      <a:lnTo>
                        <a:pt x="1215514" y="1954564"/>
                      </a:lnTo>
                      <a:lnTo>
                        <a:pt x="1215317" y="1954668"/>
                      </a:lnTo>
                      <a:lnTo>
                        <a:pt x="1215062" y="1954738"/>
                      </a:lnTo>
                      <a:lnTo>
                        <a:pt x="1214796" y="1954830"/>
                      </a:lnTo>
                      <a:lnTo>
                        <a:pt x="1214715" y="1954865"/>
                      </a:lnTo>
                      <a:lnTo>
                        <a:pt x="1214356" y="1955097"/>
                      </a:lnTo>
                      <a:lnTo>
                        <a:pt x="1214182" y="1955212"/>
                      </a:lnTo>
                      <a:lnTo>
                        <a:pt x="1213974" y="1955305"/>
                      </a:lnTo>
                      <a:lnTo>
                        <a:pt x="1213731" y="1955478"/>
                      </a:lnTo>
                      <a:lnTo>
                        <a:pt x="1213673" y="1955687"/>
                      </a:lnTo>
                      <a:lnTo>
                        <a:pt x="1213592" y="1955756"/>
                      </a:lnTo>
                      <a:lnTo>
                        <a:pt x="1213465" y="1955849"/>
                      </a:lnTo>
                      <a:lnTo>
                        <a:pt x="1212955" y="1956150"/>
                      </a:lnTo>
                      <a:lnTo>
                        <a:pt x="1212226" y="1956486"/>
                      </a:lnTo>
                      <a:lnTo>
                        <a:pt x="1212110" y="1956416"/>
                      </a:lnTo>
                      <a:lnTo>
                        <a:pt x="1211913" y="1956335"/>
                      </a:lnTo>
                      <a:lnTo>
                        <a:pt x="1210351" y="1956682"/>
                      </a:lnTo>
                      <a:lnTo>
                        <a:pt x="1208915" y="1956161"/>
                      </a:lnTo>
                      <a:lnTo>
                        <a:pt x="1208174" y="1955594"/>
                      </a:lnTo>
                      <a:lnTo>
                        <a:pt x="1207978" y="1955571"/>
                      </a:lnTo>
                      <a:lnTo>
                        <a:pt x="1207584" y="1955571"/>
                      </a:lnTo>
                      <a:lnTo>
                        <a:pt x="1207283" y="1955664"/>
                      </a:lnTo>
                      <a:lnTo>
                        <a:pt x="1206936" y="1955779"/>
                      </a:lnTo>
                      <a:lnTo>
                        <a:pt x="1206832" y="1955814"/>
                      </a:lnTo>
                      <a:lnTo>
                        <a:pt x="1206809" y="1955826"/>
                      </a:lnTo>
                      <a:lnTo>
                        <a:pt x="1206426" y="1955942"/>
                      </a:lnTo>
                      <a:lnTo>
                        <a:pt x="1205859" y="1956103"/>
                      </a:lnTo>
                      <a:lnTo>
                        <a:pt x="1205674" y="1956150"/>
                      </a:lnTo>
                      <a:lnTo>
                        <a:pt x="1205269" y="1956323"/>
                      </a:lnTo>
                      <a:lnTo>
                        <a:pt x="1204841" y="1956497"/>
                      </a:lnTo>
                      <a:lnTo>
                        <a:pt x="1204656" y="1956566"/>
                      </a:lnTo>
                      <a:lnTo>
                        <a:pt x="1204308" y="1956694"/>
                      </a:lnTo>
                      <a:lnTo>
                        <a:pt x="1204158" y="1956763"/>
                      </a:lnTo>
                      <a:lnTo>
                        <a:pt x="1203903" y="1956891"/>
                      </a:lnTo>
                      <a:lnTo>
                        <a:pt x="1203741" y="1956960"/>
                      </a:lnTo>
                      <a:lnTo>
                        <a:pt x="1203174" y="1957238"/>
                      </a:lnTo>
                      <a:lnTo>
                        <a:pt x="1202977" y="1957400"/>
                      </a:lnTo>
                      <a:lnTo>
                        <a:pt x="1202630" y="1957759"/>
                      </a:lnTo>
                      <a:lnTo>
                        <a:pt x="1202306" y="1958083"/>
                      </a:lnTo>
                      <a:lnTo>
                        <a:pt x="1202271" y="1958118"/>
                      </a:lnTo>
                      <a:lnTo>
                        <a:pt x="1202097" y="1958384"/>
                      </a:lnTo>
                      <a:lnTo>
                        <a:pt x="1201866" y="1958754"/>
                      </a:lnTo>
                      <a:lnTo>
                        <a:pt x="1201796" y="1958835"/>
                      </a:lnTo>
                      <a:lnTo>
                        <a:pt x="1201403" y="1959252"/>
                      </a:lnTo>
                      <a:lnTo>
                        <a:pt x="1200951" y="1959750"/>
                      </a:lnTo>
                      <a:lnTo>
                        <a:pt x="1200870" y="1959877"/>
                      </a:lnTo>
                      <a:lnTo>
                        <a:pt x="1200720" y="1960120"/>
                      </a:lnTo>
                      <a:lnTo>
                        <a:pt x="1199932" y="1961891"/>
                      </a:lnTo>
                      <a:lnTo>
                        <a:pt x="1199701" y="1962667"/>
                      </a:lnTo>
                      <a:lnTo>
                        <a:pt x="1199122" y="1963512"/>
                      </a:lnTo>
                      <a:lnTo>
                        <a:pt x="1198926" y="1963697"/>
                      </a:lnTo>
                      <a:lnTo>
                        <a:pt x="1198705" y="1963883"/>
                      </a:lnTo>
                      <a:lnTo>
                        <a:pt x="1198497" y="1964924"/>
                      </a:lnTo>
                      <a:lnTo>
                        <a:pt x="1198509" y="1965179"/>
                      </a:lnTo>
                      <a:lnTo>
                        <a:pt x="1198520" y="1965225"/>
                      </a:lnTo>
                      <a:lnTo>
                        <a:pt x="1198520" y="1965364"/>
                      </a:lnTo>
                      <a:lnTo>
                        <a:pt x="1198509" y="1965457"/>
                      </a:lnTo>
                      <a:lnTo>
                        <a:pt x="1198509" y="1965491"/>
                      </a:lnTo>
                      <a:lnTo>
                        <a:pt x="1198555" y="1965619"/>
                      </a:lnTo>
                      <a:lnTo>
                        <a:pt x="1198567" y="1965723"/>
                      </a:lnTo>
                      <a:lnTo>
                        <a:pt x="1198543" y="1965816"/>
                      </a:lnTo>
                      <a:lnTo>
                        <a:pt x="1198462" y="1965966"/>
                      </a:lnTo>
                      <a:lnTo>
                        <a:pt x="1198254" y="1966198"/>
                      </a:lnTo>
                      <a:lnTo>
                        <a:pt x="1197930" y="1966661"/>
                      </a:lnTo>
                      <a:lnTo>
                        <a:pt x="1197710" y="1966950"/>
                      </a:lnTo>
                      <a:lnTo>
                        <a:pt x="1197652" y="1966996"/>
                      </a:lnTo>
                      <a:lnTo>
                        <a:pt x="1197374" y="1967239"/>
                      </a:lnTo>
                      <a:lnTo>
                        <a:pt x="1197038" y="1967552"/>
                      </a:lnTo>
                      <a:lnTo>
                        <a:pt x="1196807" y="1967841"/>
                      </a:lnTo>
                      <a:lnTo>
                        <a:pt x="1196726" y="1967980"/>
                      </a:lnTo>
                      <a:lnTo>
                        <a:pt x="1196656" y="1968119"/>
                      </a:lnTo>
                      <a:lnTo>
                        <a:pt x="1196541" y="1968339"/>
                      </a:lnTo>
                      <a:lnTo>
                        <a:pt x="1196298" y="1968802"/>
                      </a:lnTo>
                      <a:lnTo>
                        <a:pt x="1195881" y="1969277"/>
                      </a:lnTo>
                      <a:lnTo>
                        <a:pt x="1195094" y="1969937"/>
                      </a:lnTo>
                      <a:lnTo>
                        <a:pt x="1195036" y="1969972"/>
                      </a:lnTo>
                      <a:lnTo>
                        <a:pt x="1194596" y="1970238"/>
                      </a:lnTo>
                      <a:lnTo>
                        <a:pt x="1194573" y="1970261"/>
                      </a:lnTo>
                      <a:lnTo>
                        <a:pt x="1194538" y="1970319"/>
                      </a:lnTo>
                      <a:lnTo>
                        <a:pt x="1194330" y="1970654"/>
                      </a:lnTo>
                      <a:lnTo>
                        <a:pt x="1194179" y="1970886"/>
                      </a:lnTo>
                      <a:lnTo>
                        <a:pt x="1193647" y="1971997"/>
                      </a:lnTo>
                      <a:lnTo>
                        <a:pt x="1193357" y="1972761"/>
                      </a:lnTo>
                      <a:lnTo>
                        <a:pt x="1193241" y="1973074"/>
                      </a:lnTo>
                      <a:lnTo>
                        <a:pt x="1192304" y="1974139"/>
                      </a:lnTo>
                      <a:lnTo>
                        <a:pt x="1192200" y="1974220"/>
                      </a:lnTo>
                      <a:lnTo>
                        <a:pt x="1192095" y="1974289"/>
                      </a:lnTo>
                      <a:lnTo>
                        <a:pt x="1191818" y="1974440"/>
                      </a:lnTo>
                      <a:lnTo>
                        <a:pt x="1191679" y="1974498"/>
                      </a:lnTo>
                      <a:lnTo>
                        <a:pt x="1191424" y="1974579"/>
                      </a:lnTo>
                      <a:lnTo>
                        <a:pt x="1190047" y="1974613"/>
                      </a:lnTo>
                      <a:lnTo>
                        <a:pt x="1189665" y="1974463"/>
                      </a:lnTo>
                      <a:lnTo>
                        <a:pt x="1189398" y="1974405"/>
                      </a:lnTo>
                      <a:lnTo>
                        <a:pt x="1189086" y="1974347"/>
                      </a:lnTo>
                      <a:lnTo>
                        <a:pt x="1188287" y="1974544"/>
                      </a:lnTo>
                      <a:lnTo>
                        <a:pt x="1187292" y="1975065"/>
                      </a:lnTo>
                      <a:lnTo>
                        <a:pt x="1187014" y="1975227"/>
                      </a:lnTo>
                      <a:lnTo>
                        <a:pt x="1186794" y="1975331"/>
                      </a:lnTo>
                      <a:lnTo>
                        <a:pt x="1186377" y="1975459"/>
                      </a:lnTo>
                      <a:lnTo>
                        <a:pt x="1184768" y="1976060"/>
                      </a:lnTo>
                      <a:lnTo>
                        <a:pt x="1184398" y="1976605"/>
                      </a:lnTo>
                      <a:lnTo>
                        <a:pt x="1184270" y="1976871"/>
                      </a:lnTo>
                      <a:lnTo>
                        <a:pt x="1182198" y="1978306"/>
                      </a:lnTo>
                      <a:lnTo>
                        <a:pt x="1181017" y="1977831"/>
                      </a:lnTo>
                      <a:lnTo>
                        <a:pt x="1180844" y="1977762"/>
                      </a:lnTo>
                      <a:lnTo>
                        <a:pt x="1180358" y="1977554"/>
                      </a:lnTo>
                      <a:lnTo>
                        <a:pt x="1179640" y="1977172"/>
                      </a:lnTo>
                      <a:lnTo>
                        <a:pt x="1179547" y="1977102"/>
                      </a:lnTo>
                      <a:lnTo>
                        <a:pt x="1179269" y="1977160"/>
                      </a:lnTo>
                      <a:lnTo>
                        <a:pt x="1179223" y="1977276"/>
                      </a:lnTo>
                      <a:lnTo>
                        <a:pt x="1179212" y="1977299"/>
                      </a:lnTo>
                      <a:lnTo>
                        <a:pt x="1179188" y="1977415"/>
                      </a:lnTo>
                      <a:lnTo>
                        <a:pt x="1179188" y="1977450"/>
                      </a:lnTo>
                      <a:lnTo>
                        <a:pt x="1179223" y="1977646"/>
                      </a:lnTo>
                      <a:lnTo>
                        <a:pt x="1179246" y="1977727"/>
                      </a:lnTo>
                      <a:lnTo>
                        <a:pt x="1179269" y="1977785"/>
                      </a:lnTo>
                      <a:lnTo>
                        <a:pt x="1179258" y="1977866"/>
                      </a:lnTo>
                      <a:lnTo>
                        <a:pt x="1179258" y="1977889"/>
                      </a:lnTo>
                      <a:lnTo>
                        <a:pt x="1179235" y="1977982"/>
                      </a:lnTo>
                      <a:lnTo>
                        <a:pt x="1179212" y="1978248"/>
                      </a:lnTo>
                      <a:lnTo>
                        <a:pt x="1179258" y="1978596"/>
                      </a:lnTo>
                      <a:lnTo>
                        <a:pt x="1179258" y="1978630"/>
                      </a:lnTo>
                      <a:lnTo>
                        <a:pt x="1179269" y="1978688"/>
                      </a:lnTo>
                      <a:lnTo>
                        <a:pt x="1179269" y="1978723"/>
                      </a:lnTo>
                      <a:lnTo>
                        <a:pt x="1179304" y="1978781"/>
                      </a:lnTo>
                      <a:lnTo>
                        <a:pt x="1179339" y="1978897"/>
                      </a:lnTo>
                      <a:lnTo>
                        <a:pt x="1179351" y="1978943"/>
                      </a:lnTo>
                      <a:lnTo>
                        <a:pt x="1179489" y="1979001"/>
                      </a:lnTo>
                      <a:lnTo>
                        <a:pt x="1179559" y="1979116"/>
                      </a:lnTo>
                      <a:lnTo>
                        <a:pt x="1179594" y="1979197"/>
                      </a:lnTo>
                      <a:lnTo>
                        <a:pt x="1179686" y="1979383"/>
                      </a:lnTo>
                      <a:lnTo>
                        <a:pt x="1179733" y="1979441"/>
                      </a:lnTo>
                      <a:lnTo>
                        <a:pt x="1179767" y="1979498"/>
                      </a:lnTo>
                      <a:lnTo>
                        <a:pt x="1179848" y="1979637"/>
                      </a:lnTo>
                      <a:lnTo>
                        <a:pt x="1179906" y="1979811"/>
                      </a:lnTo>
                      <a:lnTo>
                        <a:pt x="1179906" y="1979903"/>
                      </a:lnTo>
                      <a:lnTo>
                        <a:pt x="1179941" y="1980123"/>
                      </a:lnTo>
                      <a:lnTo>
                        <a:pt x="1179999" y="1980193"/>
                      </a:lnTo>
                      <a:lnTo>
                        <a:pt x="1180011" y="1980216"/>
                      </a:lnTo>
                      <a:lnTo>
                        <a:pt x="1179964" y="1980448"/>
                      </a:lnTo>
                      <a:lnTo>
                        <a:pt x="1179941" y="1980529"/>
                      </a:lnTo>
                      <a:lnTo>
                        <a:pt x="1179883" y="1980587"/>
                      </a:lnTo>
                      <a:lnTo>
                        <a:pt x="1179871" y="1980621"/>
                      </a:lnTo>
                      <a:lnTo>
                        <a:pt x="1179941" y="1980691"/>
                      </a:lnTo>
                      <a:lnTo>
                        <a:pt x="1179953" y="1980714"/>
                      </a:lnTo>
                      <a:lnTo>
                        <a:pt x="1179906" y="1980818"/>
                      </a:lnTo>
                      <a:lnTo>
                        <a:pt x="1179883" y="1980853"/>
                      </a:lnTo>
                      <a:lnTo>
                        <a:pt x="1179582" y="1981281"/>
                      </a:lnTo>
                      <a:lnTo>
                        <a:pt x="1179478" y="1981443"/>
                      </a:lnTo>
                      <a:lnTo>
                        <a:pt x="1179327" y="1981512"/>
                      </a:lnTo>
                      <a:lnTo>
                        <a:pt x="1179212" y="1981605"/>
                      </a:lnTo>
                      <a:lnTo>
                        <a:pt x="1179177" y="1981709"/>
                      </a:lnTo>
                      <a:lnTo>
                        <a:pt x="1178980" y="1981964"/>
                      </a:lnTo>
                      <a:lnTo>
                        <a:pt x="1178969" y="1981999"/>
                      </a:lnTo>
                      <a:lnTo>
                        <a:pt x="1178957" y="1982034"/>
                      </a:lnTo>
                      <a:lnTo>
                        <a:pt x="1178957" y="1982068"/>
                      </a:lnTo>
                      <a:lnTo>
                        <a:pt x="1178957" y="1982346"/>
                      </a:lnTo>
                      <a:lnTo>
                        <a:pt x="1178945" y="1982381"/>
                      </a:lnTo>
                      <a:lnTo>
                        <a:pt x="1178922" y="1982415"/>
                      </a:lnTo>
                      <a:lnTo>
                        <a:pt x="1178911" y="1982427"/>
                      </a:lnTo>
                      <a:lnTo>
                        <a:pt x="1178795" y="1982520"/>
                      </a:lnTo>
                      <a:lnTo>
                        <a:pt x="1178343" y="1982821"/>
                      </a:lnTo>
                      <a:lnTo>
                        <a:pt x="1178135" y="1982902"/>
                      </a:lnTo>
                      <a:lnTo>
                        <a:pt x="1177915" y="1983006"/>
                      </a:lnTo>
                      <a:lnTo>
                        <a:pt x="1177822" y="1983087"/>
                      </a:lnTo>
                      <a:lnTo>
                        <a:pt x="1177684" y="1983237"/>
                      </a:lnTo>
                      <a:lnTo>
                        <a:pt x="1177649" y="1983284"/>
                      </a:lnTo>
                      <a:lnTo>
                        <a:pt x="1177510" y="1983481"/>
                      </a:lnTo>
                      <a:lnTo>
                        <a:pt x="1177232" y="1983978"/>
                      </a:lnTo>
                      <a:lnTo>
                        <a:pt x="1177197" y="1984059"/>
                      </a:lnTo>
                      <a:lnTo>
                        <a:pt x="1177151" y="1984221"/>
                      </a:lnTo>
                      <a:lnTo>
                        <a:pt x="1177012" y="1984870"/>
                      </a:lnTo>
                      <a:lnTo>
                        <a:pt x="1176896" y="1985286"/>
                      </a:lnTo>
                      <a:lnTo>
                        <a:pt x="1176121" y="1986016"/>
                      </a:lnTo>
                      <a:lnTo>
                        <a:pt x="1175542" y="1986525"/>
                      </a:lnTo>
                      <a:lnTo>
                        <a:pt x="1175449" y="1986606"/>
                      </a:lnTo>
                      <a:lnTo>
                        <a:pt x="1175357" y="1986687"/>
                      </a:lnTo>
                      <a:lnTo>
                        <a:pt x="1175195" y="1986780"/>
                      </a:lnTo>
                      <a:lnTo>
                        <a:pt x="1174442" y="1987057"/>
                      </a:lnTo>
                      <a:lnTo>
                        <a:pt x="1174350" y="1988007"/>
                      </a:lnTo>
                      <a:lnTo>
                        <a:pt x="1174419" y="1989361"/>
                      </a:lnTo>
                      <a:lnTo>
                        <a:pt x="1174396" y="1989373"/>
                      </a:lnTo>
                      <a:lnTo>
                        <a:pt x="1174292" y="1989442"/>
                      </a:lnTo>
                      <a:lnTo>
                        <a:pt x="1174165" y="1989569"/>
                      </a:lnTo>
                      <a:lnTo>
                        <a:pt x="1173956" y="1989674"/>
                      </a:lnTo>
                      <a:lnTo>
                        <a:pt x="1173898" y="1989720"/>
                      </a:lnTo>
                      <a:lnTo>
                        <a:pt x="1173887" y="1989732"/>
                      </a:lnTo>
                      <a:lnTo>
                        <a:pt x="1173864" y="1989743"/>
                      </a:lnTo>
                      <a:lnTo>
                        <a:pt x="1173586" y="1989835"/>
                      </a:lnTo>
                      <a:lnTo>
                        <a:pt x="1173505" y="1989963"/>
                      </a:lnTo>
                      <a:lnTo>
                        <a:pt x="1173331" y="1990194"/>
                      </a:lnTo>
                      <a:lnTo>
                        <a:pt x="1173204" y="1990299"/>
                      </a:lnTo>
                      <a:lnTo>
                        <a:pt x="1173134" y="1990391"/>
                      </a:lnTo>
                      <a:lnTo>
                        <a:pt x="1173065" y="1990507"/>
                      </a:lnTo>
                      <a:lnTo>
                        <a:pt x="1172972" y="1990588"/>
                      </a:lnTo>
                      <a:lnTo>
                        <a:pt x="1172776" y="1990680"/>
                      </a:lnTo>
                      <a:lnTo>
                        <a:pt x="1172729" y="1990715"/>
                      </a:lnTo>
                      <a:lnTo>
                        <a:pt x="1172486" y="1990866"/>
                      </a:lnTo>
                      <a:lnTo>
                        <a:pt x="1172347" y="1990947"/>
                      </a:lnTo>
                      <a:lnTo>
                        <a:pt x="1172116" y="1991028"/>
                      </a:lnTo>
                      <a:lnTo>
                        <a:pt x="1172081" y="1991028"/>
                      </a:lnTo>
                      <a:lnTo>
                        <a:pt x="1171988" y="1991016"/>
                      </a:lnTo>
                      <a:lnTo>
                        <a:pt x="1171954" y="1991039"/>
                      </a:lnTo>
                      <a:lnTo>
                        <a:pt x="1171896" y="1991074"/>
                      </a:lnTo>
                      <a:lnTo>
                        <a:pt x="1171838" y="1991121"/>
                      </a:lnTo>
                      <a:lnTo>
                        <a:pt x="1171560" y="1991202"/>
                      </a:lnTo>
                      <a:lnTo>
                        <a:pt x="1171247" y="1991317"/>
                      </a:lnTo>
                      <a:lnTo>
                        <a:pt x="1171120" y="1991375"/>
                      </a:lnTo>
                      <a:lnTo>
                        <a:pt x="1171004" y="1991491"/>
                      </a:lnTo>
                      <a:lnTo>
                        <a:pt x="1170785" y="1991583"/>
                      </a:lnTo>
                      <a:lnTo>
                        <a:pt x="1170750" y="1991607"/>
                      </a:lnTo>
                      <a:lnTo>
                        <a:pt x="1170379" y="1991780"/>
                      </a:lnTo>
                      <a:lnTo>
                        <a:pt x="1170229" y="1991850"/>
                      </a:lnTo>
                      <a:lnTo>
                        <a:pt x="1169222" y="1992255"/>
                      </a:lnTo>
                      <a:lnTo>
                        <a:pt x="1168608" y="1992602"/>
                      </a:lnTo>
                      <a:lnTo>
                        <a:pt x="1168469" y="1992706"/>
                      </a:lnTo>
                      <a:lnTo>
                        <a:pt x="1168122" y="1992938"/>
                      </a:lnTo>
                      <a:lnTo>
                        <a:pt x="1167902" y="1993077"/>
                      </a:lnTo>
                      <a:lnTo>
                        <a:pt x="1167450" y="1993389"/>
                      </a:lnTo>
                      <a:lnTo>
                        <a:pt x="1167069" y="1993852"/>
                      </a:lnTo>
                      <a:lnTo>
                        <a:pt x="1166779" y="1994188"/>
                      </a:lnTo>
                      <a:lnTo>
                        <a:pt x="1166397" y="1994570"/>
                      </a:lnTo>
                      <a:lnTo>
                        <a:pt x="1166154" y="1994813"/>
                      </a:lnTo>
                      <a:lnTo>
                        <a:pt x="1165853" y="1995091"/>
                      </a:lnTo>
                      <a:lnTo>
                        <a:pt x="1165286" y="1995496"/>
                      </a:lnTo>
                      <a:lnTo>
                        <a:pt x="1165054" y="1995647"/>
                      </a:lnTo>
                      <a:lnTo>
                        <a:pt x="1164857" y="1995786"/>
                      </a:lnTo>
                      <a:lnTo>
                        <a:pt x="1164233" y="1995936"/>
                      </a:lnTo>
                      <a:lnTo>
                        <a:pt x="1164036" y="1995913"/>
                      </a:lnTo>
                      <a:lnTo>
                        <a:pt x="1163769" y="1996006"/>
                      </a:lnTo>
                      <a:lnTo>
                        <a:pt x="1163677" y="1996040"/>
                      </a:lnTo>
                      <a:lnTo>
                        <a:pt x="1163619" y="1996087"/>
                      </a:lnTo>
                      <a:lnTo>
                        <a:pt x="1163538" y="1996179"/>
                      </a:lnTo>
                      <a:lnTo>
                        <a:pt x="1163249" y="1996422"/>
                      </a:lnTo>
                      <a:lnTo>
                        <a:pt x="1163179" y="1996457"/>
                      </a:lnTo>
                      <a:lnTo>
                        <a:pt x="1163005" y="1996712"/>
                      </a:lnTo>
                      <a:lnTo>
                        <a:pt x="1162994" y="1996712"/>
                      </a:lnTo>
                      <a:lnTo>
                        <a:pt x="1162959" y="1996746"/>
                      </a:lnTo>
                      <a:lnTo>
                        <a:pt x="1162681" y="1997001"/>
                      </a:lnTo>
                      <a:lnTo>
                        <a:pt x="1162589" y="1997094"/>
                      </a:lnTo>
                      <a:lnTo>
                        <a:pt x="1162427" y="1997175"/>
                      </a:lnTo>
                      <a:lnTo>
                        <a:pt x="1162195" y="1997453"/>
                      </a:lnTo>
                      <a:lnTo>
                        <a:pt x="1161998" y="1997846"/>
                      </a:lnTo>
                      <a:lnTo>
                        <a:pt x="1161883" y="1998089"/>
                      </a:lnTo>
                      <a:lnTo>
                        <a:pt x="1161871" y="1998216"/>
                      </a:lnTo>
                      <a:lnTo>
                        <a:pt x="1161720" y="1998541"/>
                      </a:lnTo>
                      <a:lnTo>
                        <a:pt x="1161709" y="1998622"/>
                      </a:lnTo>
                      <a:lnTo>
                        <a:pt x="1161674" y="1998668"/>
                      </a:lnTo>
                      <a:lnTo>
                        <a:pt x="1161663" y="1998691"/>
                      </a:lnTo>
                      <a:lnTo>
                        <a:pt x="1161547" y="1998830"/>
                      </a:lnTo>
                      <a:lnTo>
                        <a:pt x="1161489" y="1998900"/>
                      </a:lnTo>
                      <a:lnTo>
                        <a:pt x="1161419" y="1999004"/>
                      </a:lnTo>
                      <a:lnTo>
                        <a:pt x="1161385" y="1999073"/>
                      </a:lnTo>
                      <a:lnTo>
                        <a:pt x="1161373" y="1999096"/>
                      </a:lnTo>
                      <a:lnTo>
                        <a:pt x="1161350" y="1999201"/>
                      </a:lnTo>
                      <a:lnTo>
                        <a:pt x="1161327" y="1999247"/>
                      </a:lnTo>
                      <a:lnTo>
                        <a:pt x="1161292" y="1999293"/>
                      </a:lnTo>
                      <a:lnTo>
                        <a:pt x="1161118" y="1999432"/>
                      </a:lnTo>
                      <a:lnTo>
                        <a:pt x="1161026" y="1999502"/>
                      </a:lnTo>
                      <a:lnTo>
                        <a:pt x="1160899" y="1999606"/>
                      </a:lnTo>
                      <a:lnTo>
                        <a:pt x="1160841" y="1999849"/>
                      </a:lnTo>
                      <a:lnTo>
                        <a:pt x="1160829" y="1999895"/>
                      </a:lnTo>
                      <a:lnTo>
                        <a:pt x="1160725" y="2000173"/>
                      </a:lnTo>
                      <a:lnTo>
                        <a:pt x="1160574" y="2000242"/>
                      </a:lnTo>
                      <a:lnTo>
                        <a:pt x="1160343" y="2000405"/>
                      </a:lnTo>
                      <a:lnTo>
                        <a:pt x="1160320" y="2000427"/>
                      </a:lnTo>
                      <a:lnTo>
                        <a:pt x="1160181" y="2000509"/>
                      </a:lnTo>
                      <a:lnTo>
                        <a:pt x="1159984" y="2000659"/>
                      </a:lnTo>
                      <a:lnTo>
                        <a:pt x="1159706" y="2000821"/>
                      </a:lnTo>
                      <a:lnTo>
                        <a:pt x="1159671" y="2000844"/>
                      </a:lnTo>
                      <a:lnTo>
                        <a:pt x="1159625" y="2000925"/>
                      </a:lnTo>
                      <a:lnTo>
                        <a:pt x="1159625" y="2001053"/>
                      </a:lnTo>
                      <a:lnTo>
                        <a:pt x="1159579" y="2001319"/>
                      </a:lnTo>
                      <a:lnTo>
                        <a:pt x="1159567" y="2001365"/>
                      </a:lnTo>
                      <a:lnTo>
                        <a:pt x="1159509" y="2001458"/>
                      </a:lnTo>
                      <a:lnTo>
                        <a:pt x="1159486" y="2001527"/>
                      </a:lnTo>
                      <a:lnTo>
                        <a:pt x="1159394" y="2001678"/>
                      </a:lnTo>
                      <a:lnTo>
                        <a:pt x="1159255" y="2001863"/>
                      </a:lnTo>
                      <a:lnTo>
                        <a:pt x="1159209" y="2001909"/>
                      </a:lnTo>
                      <a:lnTo>
                        <a:pt x="1159209" y="2001967"/>
                      </a:lnTo>
                      <a:lnTo>
                        <a:pt x="1159197" y="2002048"/>
                      </a:lnTo>
                      <a:lnTo>
                        <a:pt x="1159081" y="2002222"/>
                      </a:lnTo>
                      <a:lnTo>
                        <a:pt x="1158965" y="2002314"/>
                      </a:lnTo>
                      <a:lnTo>
                        <a:pt x="1158931" y="2002338"/>
                      </a:lnTo>
                      <a:lnTo>
                        <a:pt x="1158804" y="2002465"/>
                      </a:lnTo>
                      <a:lnTo>
                        <a:pt x="1158630" y="2002708"/>
                      </a:lnTo>
                      <a:lnTo>
                        <a:pt x="1158549" y="2002824"/>
                      </a:lnTo>
                      <a:lnTo>
                        <a:pt x="1158132" y="2003102"/>
                      </a:lnTo>
                      <a:lnTo>
                        <a:pt x="1157912" y="2003229"/>
                      </a:lnTo>
                      <a:lnTo>
                        <a:pt x="1157866" y="2003518"/>
                      </a:lnTo>
                      <a:lnTo>
                        <a:pt x="1157738" y="2003715"/>
                      </a:lnTo>
                      <a:lnTo>
                        <a:pt x="1157692" y="2003785"/>
                      </a:lnTo>
                      <a:lnTo>
                        <a:pt x="1157565" y="2003854"/>
                      </a:lnTo>
                      <a:lnTo>
                        <a:pt x="1157518" y="2003958"/>
                      </a:lnTo>
                      <a:lnTo>
                        <a:pt x="1157530" y="2004097"/>
                      </a:lnTo>
                      <a:lnTo>
                        <a:pt x="1157530" y="2004259"/>
                      </a:lnTo>
                      <a:lnTo>
                        <a:pt x="1157542" y="2004699"/>
                      </a:lnTo>
                      <a:lnTo>
                        <a:pt x="1157553" y="2004826"/>
                      </a:lnTo>
                      <a:lnTo>
                        <a:pt x="1157391" y="2005301"/>
                      </a:lnTo>
                      <a:lnTo>
                        <a:pt x="1157357" y="2005324"/>
                      </a:lnTo>
                      <a:lnTo>
                        <a:pt x="1157044" y="2005498"/>
                      </a:lnTo>
                      <a:lnTo>
                        <a:pt x="1156847" y="2005637"/>
                      </a:lnTo>
                      <a:lnTo>
                        <a:pt x="1156268" y="2005996"/>
                      </a:lnTo>
                      <a:lnTo>
                        <a:pt x="1155863" y="2006239"/>
                      </a:lnTo>
                      <a:lnTo>
                        <a:pt x="1156048" y="2006783"/>
                      </a:lnTo>
                      <a:lnTo>
                        <a:pt x="1156118" y="2006991"/>
                      </a:lnTo>
                      <a:lnTo>
                        <a:pt x="1156199" y="2007257"/>
                      </a:lnTo>
                      <a:lnTo>
                        <a:pt x="1156222" y="2007315"/>
                      </a:lnTo>
                      <a:lnTo>
                        <a:pt x="1156419" y="2007987"/>
                      </a:lnTo>
                      <a:lnTo>
                        <a:pt x="1156396" y="2008403"/>
                      </a:lnTo>
                      <a:lnTo>
                        <a:pt x="1156303" y="2008866"/>
                      </a:lnTo>
                      <a:lnTo>
                        <a:pt x="1156291" y="2009225"/>
                      </a:lnTo>
                      <a:lnTo>
                        <a:pt x="1156037" y="2009677"/>
                      </a:lnTo>
                      <a:lnTo>
                        <a:pt x="1154694" y="2009966"/>
                      </a:lnTo>
                      <a:lnTo>
                        <a:pt x="1154150" y="2010012"/>
                      </a:lnTo>
                      <a:lnTo>
                        <a:pt x="1154080" y="2010070"/>
                      </a:lnTo>
                      <a:lnTo>
                        <a:pt x="1153687" y="2010105"/>
                      </a:lnTo>
                      <a:lnTo>
                        <a:pt x="1152101" y="2010232"/>
                      </a:lnTo>
                      <a:lnTo>
                        <a:pt x="1151904" y="2010325"/>
                      </a:lnTo>
                      <a:lnTo>
                        <a:pt x="1151696" y="2010418"/>
                      </a:lnTo>
                      <a:lnTo>
                        <a:pt x="1151615" y="2010440"/>
                      </a:lnTo>
                      <a:lnTo>
                        <a:pt x="1151534" y="2010279"/>
                      </a:lnTo>
                      <a:lnTo>
                        <a:pt x="1151418" y="2010313"/>
                      </a:lnTo>
                      <a:lnTo>
                        <a:pt x="1151128" y="2010418"/>
                      </a:lnTo>
                      <a:lnTo>
                        <a:pt x="1149578" y="2010811"/>
                      </a:lnTo>
                      <a:lnTo>
                        <a:pt x="1149554" y="2010915"/>
                      </a:lnTo>
                      <a:lnTo>
                        <a:pt x="1150365" y="2011876"/>
                      </a:lnTo>
                      <a:lnTo>
                        <a:pt x="1150480" y="2011969"/>
                      </a:lnTo>
                      <a:lnTo>
                        <a:pt x="1150851" y="2012270"/>
                      </a:lnTo>
                      <a:lnTo>
                        <a:pt x="1151314" y="2012663"/>
                      </a:lnTo>
                      <a:lnTo>
                        <a:pt x="1151765" y="2012987"/>
                      </a:lnTo>
                      <a:lnTo>
                        <a:pt x="1152124" y="2013138"/>
                      </a:lnTo>
                      <a:lnTo>
                        <a:pt x="1152298" y="2013207"/>
                      </a:lnTo>
                      <a:lnTo>
                        <a:pt x="1152414" y="2013254"/>
                      </a:lnTo>
                      <a:lnTo>
                        <a:pt x="1152518" y="2013323"/>
                      </a:lnTo>
                      <a:lnTo>
                        <a:pt x="1152738" y="2013474"/>
                      </a:lnTo>
                      <a:lnTo>
                        <a:pt x="1153131" y="2013751"/>
                      </a:lnTo>
                      <a:lnTo>
                        <a:pt x="1153791" y="2014284"/>
                      </a:lnTo>
                      <a:lnTo>
                        <a:pt x="1154370" y="2014793"/>
                      </a:lnTo>
                      <a:lnTo>
                        <a:pt x="1154451" y="2014897"/>
                      </a:lnTo>
                      <a:lnTo>
                        <a:pt x="1154474" y="2014921"/>
                      </a:lnTo>
                      <a:lnTo>
                        <a:pt x="1154844" y="2015395"/>
                      </a:lnTo>
                      <a:lnTo>
                        <a:pt x="1155122" y="2015708"/>
                      </a:lnTo>
                      <a:lnTo>
                        <a:pt x="1155250" y="2015904"/>
                      </a:lnTo>
                      <a:lnTo>
                        <a:pt x="1155308" y="2015962"/>
                      </a:lnTo>
                      <a:lnTo>
                        <a:pt x="1155435" y="2016090"/>
                      </a:lnTo>
                      <a:lnTo>
                        <a:pt x="1155574" y="2016194"/>
                      </a:lnTo>
                      <a:lnTo>
                        <a:pt x="1155886" y="2016391"/>
                      </a:lnTo>
                      <a:lnTo>
                        <a:pt x="1156083" y="2016529"/>
                      </a:lnTo>
                      <a:lnTo>
                        <a:pt x="1156963" y="2017004"/>
                      </a:lnTo>
                      <a:lnTo>
                        <a:pt x="1157102" y="2017074"/>
                      </a:lnTo>
                      <a:lnTo>
                        <a:pt x="1157588" y="2017143"/>
                      </a:lnTo>
                      <a:lnTo>
                        <a:pt x="1157796" y="2017236"/>
                      </a:lnTo>
                      <a:lnTo>
                        <a:pt x="1158340" y="2017340"/>
                      </a:lnTo>
                      <a:lnTo>
                        <a:pt x="1158572" y="2017444"/>
                      </a:lnTo>
                      <a:lnTo>
                        <a:pt x="1158780" y="2017525"/>
                      </a:lnTo>
                      <a:lnTo>
                        <a:pt x="1159047" y="2017664"/>
                      </a:lnTo>
                      <a:lnTo>
                        <a:pt x="1160158" y="2017861"/>
                      </a:lnTo>
                      <a:lnTo>
                        <a:pt x="1160459" y="2017988"/>
                      </a:lnTo>
                      <a:lnTo>
                        <a:pt x="1161130" y="2018173"/>
                      </a:lnTo>
                      <a:lnTo>
                        <a:pt x="1161292" y="2018254"/>
                      </a:lnTo>
                      <a:lnTo>
                        <a:pt x="1161362" y="2018393"/>
                      </a:lnTo>
                      <a:lnTo>
                        <a:pt x="1161362" y="2018428"/>
                      </a:lnTo>
                      <a:lnTo>
                        <a:pt x="1161246" y="2018590"/>
                      </a:lnTo>
                      <a:lnTo>
                        <a:pt x="1161153" y="2018671"/>
                      </a:lnTo>
                      <a:lnTo>
                        <a:pt x="1160725" y="2018972"/>
                      </a:lnTo>
                      <a:lnTo>
                        <a:pt x="1160459" y="2019192"/>
                      </a:lnTo>
                      <a:lnTo>
                        <a:pt x="1160401" y="2019262"/>
                      </a:lnTo>
                      <a:lnTo>
                        <a:pt x="1160158" y="2019366"/>
                      </a:lnTo>
                      <a:lnTo>
                        <a:pt x="1160088" y="2019320"/>
                      </a:lnTo>
                      <a:lnTo>
                        <a:pt x="1160065" y="2019285"/>
                      </a:lnTo>
                      <a:lnTo>
                        <a:pt x="1160007" y="2019169"/>
                      </a:lnTo>
                      <a:lnTo>
                        <a:pt x="1159822" y="2018903"/>
                      </a:lnTo>
                      <a:lnTo>
                        <a:pt x="1159810" y="2018891"/>
                      </a:lnTo>
                      <a:lnTo>
                        <a:pt x="1159729" y="2018903"/>
                      </a:lnTo>
                      <a:lnTo>
                        <a:pt x="1159695" y="2018879"/>
                      </a:lnTo>
                      <a:lnTo>
                        <a:pt x="1159533" y="2018625"/>
                      </a:lnTo>
                      <a:lnTo>
                        <a:pt x="1159405" y="2018625"/>
                      </a:lnTo>
                      <a:lnTo>
                        <a:pt x="1159278" y="2018648"/>
                      </a:lnTo>
                      <a:lnTo>
                        <a:pt x="1159290" y="2018625"/>
                      </a:lnTo>
                      <a:lnTo>
                        <a:pt x="1159313" y="2018567"/>
                      </a:lnTo>
                      <a:lnTo>
                        <a:pt x="1159301" y="2018509"/>
                      </a:lnTo>
                      <a:lnTo>
                        <a:pt x="1159220" y="2018451"/>
                      </a:lnTo>
                      <a:lnTo>
                        <a:pt x="1159104" y="2018440"/>
                      </a:lnTo>
                      <a:lnTo>
                        <a:pt x="1158884" y="2018440"/>
                      </a:lnTo>
                      <a:lnTo>
                        <a:pt x="1158387" y="2018463"/>
                      </a:lnTo>
                      <a:lnTo>
                        <a:pt x="1158190" y="2018613"/>
                      </a:lnTo>
                      <a:lnTo>
                        <a:pt x="1158167" y="2018660"/>
                      </a:lnTo>
                      <a:lnTo>
                        <a:pt x="1157958" y="2018833"/>
                      </a:lnTo>
                      <a:lnTo>
                        <a:pt x="1157924" y="2018879"/>
                      </a:lnTo>
                      <a:lnTo>
                        <a:pt x="1157843" y="2019007"/>
                      </a:lnTo>
                      <a:lnTo>
                        <a:pt x="1157658" y="2019065"/>
                      </a:lnTo>
                      <a:lnTo>
                        <a:pt x="1157136" y="2018914"/>
                      </a:lnTo>
                      <a:lnTo>
                        <a:pt x="1157113" y="2018903"/>
                      </a:lnTo>
                      <a:lnTo>
                        <a:pt x="1157090" y="2018914"/>
                      </a:lnTo>
                      <a:lnTo>
                        <a:pt x="1157056" y="2018926"/>
                      </a:lnTo>
                      <a:lnTo>
                        <a:pt x="1157021" y="2018984"/>
                      </a:lnTo>
                      <a:lnTo>
                        <a:pt x="1156998" y="2019030"/>
                      </a:lnTo>
                      <a:lnTo>
                        <a:pt x="1156974" y="2019099"/>
                      </a:lnTo>
                      <a:lnTo>
                        <a:pt x="1156951" y="2019122"/>
                      </a:lnTo>
                      <a:lnTo>
                        <a:pt x="1156569" y="2019134"/>
                      </a:lnTo>
                      <a:lnTo>
                        <a:pt x="1156534" y="2019204"/>
                      </a:lnTo>
                      <a:lnTo>
                        <a:pt x="1156430" y="2019331"/>
                      </a:lnTo>
                      <a:lnTo>
                        <a:pt x="1156372" y="2019342"/>
                      </a:lnTo>
                      <a:lnTo>
                        <a:pt x="1156199" y="2019366"/>
                      </a:lnTo>
                      <a:lnTo>
                        <a:pt x="1156083" y="2019377"/>
                      </a:lnTo>
                      <a:lnTo>
                        <a:pt x="1155944" y="2019470"/>
                      </a:lnTo>
                      <a:lnTo>
                        <a:pt x="1155817" y="2019528"/>
                      </a:lnTo>
                      <a:lnTo>
                        <a:pt x="1155435" y="2019643"/>
                      </a:lnTo>
                      <a:lnTo>
                        <a:pt x="1155319" y="2019748"/>
                      </a:lnTo>
                      <a:lnTo>
                        <a:pt x="1155076" y="2019794"/>
                      </a:lnTo>
                      <a:lnTo>
                        <a:pt x="1155065" y="2019817"/>
                      </a:lnTo>
                      <a:lnTo>
                        <a:pt x="1155041" y="2019864"/>
                      </a:lnTo>
                      <a:lnTo>
                        <a:pt x="1155030" y="2019910"/>
                      </a:lnTo>
                      <a:lnTo>
                        <a:pt x="1155030" y="2019956"/>
                      </a:lnTo>
                      <a:lnTo>
                        <a:pt x="1155053" y="2020014"/>
                      </a:lnTo>
                      <a:lnTo>
                        <a:pt x="1155087" y="2020095"/>
                      </a:lnTo>
                      <a:lnTo>
                        <a:pt x="1155099" y="2020245"/>
                      </a:lnTo>
                      <a:lnTo>
                        <a:pt x="1155053" y="2020326"/>
                      </a:lnTo>
                      <a:lnTo>
                        <a:pt x="1154972" y="2020500"/>
                      </a:lnTo>
                      <a:lnTo>
                        <a:pt x="1154960" y="2020581"/>
                      </a:lnTo>
                      <a:lnTo>
                        <a:pt x="1154914" y="2020674"/>
                      </a:lnTo>
                      <a:lnTo>
                        <a:pt x="1154844" y="2020709"/>
                      </a:lnTo>
                      <a:lnTo>
                        <a:pt x="1154821" y="2020755"/>
                      </a:lnTo>
                      <a:lnTo>
                        <a:pt x="1154821" y="2020778"/>
                      </a:lnTo>
                      <a:lnTo>
                        <a:pt x="1154821" y="2020836"/>
                      </a:lnTo>
                      <a:lnTo>
                        <a:pt x="1154833" y="2020859"/>
                      </a:lnTo>
                      <a:lnTo>
                        <a:pt x="1154844" y="2020894"/>
                      </a:lnTo>
                      <a:lnTo>
                        <a:pt x="1154821" y="2021021"/>
                      </a:lnTo>
                      <a:lnTo>
                        <a:pt x="1154810" y="2021056"/>
                      </a:lnTo>
                      <a:lnTo>
                        <a:pt x="1154798" y="2021125"/>
                      </a:lnTo>
                      <a:lnTo>
                        <a:pt x="1154786" y="2021206"/>
                      </a:lnTo>
                      <a:lnTo>
                        <a:pt x="1154798" y="2021253"/>
                      </a:lnTo>
                      <a:lnTo>
                        <a:pt x="1154810" y="2021311"/>
                      </a:lnTo>
                      <a:lnTo>
                        <a:pt x="1154740" y="2021403"/>
                      </a:lnTo>
                      <a:lnTo>
                        <a:pt x="1154682" y="2021496"/>
                      </a:lnTo>
                      <a:lnTo>
                        <a:pt x="1154671" y="2021542"/>
                      </a:lnTo>
                      <a:lnTo>
                        <a:pt x="1154682" y="2021588"/>
                      </a:lnTo>
                      <a:lnTo>
                        <a:pt x="1154694" y="2021692"/>
                      </a:lnTo>
                      <a:lnTo>
                        <a:pt x="1154740" y="2021901"/>
                      </a:lnTo>
                      <a:lnTo>
                        <a:pt x="1154752" y="2021982"/>
                      </a:lnTo>
                      <a:lnTo>
                        <a:pt x="1154740" y="2022016"/>
                      </a:lnTo>
                      <a:lnTo>
                        <a:pt x="1154706" y="2022260"/>
                      </a:lnTo>
                      <a:lnTo>
                        <a:pt x="1154706" y="2022306"/>
                      </a:lnTo>
                      <a:lnTo>
                        <a:pt x="1154613" y="2022676"/>
                      </a:lnTo>
                      <a:lnTo>
                        <a:pt x="1154474" y="2022723"/>
                      </a:lnTo>
                      <a:lnTo>
                        <a:pt x="1154439" y="2022665"/>
                      </a:lnTo>
                      <a:lnTo>
                        <a:pt x="1154405" y="2022630"/>
                      </a:lnTo>
                      <a:lnTo>
                        <a:pt x="1154393" y="2022618"/>
                      </a:lnTo>
                      <a:lnTo>
                        <a:pt x="1154370" y="2022607"/>
                      </a:lnTo>
                      <a:lnTo>
                        <a:pt x="1154323" y="2022618"/>
                      </a:lnTo>
                      <a:lnTo>
                        <a:pt x="1154115" y="2022723"/>
                      </a:lnTo>
                      <a:lnTo>
                        <a:pt x="1154104" y="2022734"/>
                      </a:lnTo>
                      <a:lnTo>
                        <a:pt x="1154115" y="2022862"/>
                      </a:lnTo>
                      <a:lnTo>
                        <a:pt x="1154138" y="2022885"/>
                      </a:lnTo>
                      <a:lnTo>
                        <a:pt x="1154347" y="2023024"/>
                      </a:lnTo>
                      <a:lnTo>
                        <a:pt x="1154497" y="2023174"/>
                      </a:lnTo>
                      <a:lnTo>
                        <a:pt x="1154555" y="2023371"/>
                      </a:lnTo>
                      <a:lnTo>
                        <a:pt x="1154567" y="2023591"/>
                      </a:lnTo>
                      <a:lnTo>
                        <a:pt x="1154555" y="2023614"/>
                      </a:lnTo>
                      <a:lnTo>
                        <a:pt x="1154543" y="2023730"/>
                      </a:lnTo>
                      <a:lnTo>
                        <a:pt x="1154463" y="2024008"/>
                      </a:lnTo>
                      <a:lnTo>
                        <a:pt x="1154289" y="2024170"/>
                      </a:lnTo>
                      <a:lnTo>
                        <a:pt x="1154231" y="2024274"/>
                      </a:lnTo>
                      <a:lnTo>
                        <a:pt x="1154231" y="2024297"/>
                      </a:lnTo>
                      <a:lnTo>
                        <a:pt x="1154242" y="2024332"/>
                      </a:lnTo>
                      <a:lnTo>
                        <a:pt x="1154254" y="2024355"/>
                      </a:lnTo>
                      <a:lnTo>
                        <a:pt x="1154347" y="2024436"/>
                      </a:lnTo>
                      <a:lnTo>
                        <a:pt x="1154358" y="2024471"/>
                      </a:lnTo>
                      <a:lnTo>
                        <a:pt x="1154358" y="2024494"/>
                      </a:lnTo>
                      <a:lnTo>
                        <a:pt x="1154358" y="2024586"/>
                      </a:lnTo>
                      <a:lnTo>
                        <a:pt x="1154312" y="2024667"/>
                      </a:lnTo>
                      <a:lnTo>
                        <a:pt x="1154300" y="2024691"/>
                      </a:lnTo>
                      <a:lnTo>
                        <a:pt x="1154266" y="2024714"/>
                      </a:lnTo>
                      <a:lnTo>
                        <a:pt x="1154069" y="2024841"/>
                      </a:lnTo>
                      <a:lnTo>
                        <a:pt x="1153965" y="2024980"/>
                      </a:lnTo>
                      <a:lnTo>
                        <a:pt x="1153907" y="2025142"/>
                      </a:lnTo>
                      <a:lnTo>
                        <a:pt x="1153884" y="2025269"/>
                      </a:lnTo>
                      <a:lnTo>
                        <a:pt x="1153884" y="2025385"/>
                      </a:lnTo>
                      <a:lnTo>
                        <a:pt x="1153976" y="2025617"/>
                      </a:lnTo>
                      <a:lnTo>
                        <a:pt x="1153965" y="2025709"/>
                      </a:lnTo>
                      <a:lnTo>
                        <a:pt x="1153976" y="2025779"/>
                      </a:lnTo>
                      <a:lnTo>
                        <a:pt x="1153988" y="2025929"/>
                      </a:lnTo>
                      <a:lnTo>
                        <a:pt x="1153988" y="2025964"/>
                      </a:lnTo>
                      <a:lnTo>
                        <a:pt x="1153837" y="2026415"/>
                      </a:lnTo>
                      <a:lnTo>
                        <a:pt x="1153837" y="2026439"/>
                      </a:lnTo>
                      <a:lnTo>
                        <a:pt x="1153814" y="2026624"/>
                      </a:lnTo>
                      <a:lnTo>
                        <a:pt x="1153803" y="2026716"/>
                      </a:lnTo>
                      <a:lnTo>
                        <a:pt x="1153803" y="2026774"/>
                      </a:lnTo>
                      <a:lnTo>
                        <a:pt x="1153710" y="2027087"/>
                      </a:lnTo>
                      <a:lnTo>
                        <a:pt x="1153698" y="2027133"/>
                      </a:lnTo>
                      <a:lnTo>
                        <a:pt x="1153606" y="2027388"/>
                      </a:lnTo>
                      <a:lnTo>
                        <a:pt x="1153583" y="2027422"/>
                      </a:lnTo>
                      <a:lnTo>
                        <a:pt x="1153502" y="2027434"/>
                      </a:lnTo>
                      <a:lnTo>
                        <a:pt x="1153490" y="2027527"/>
                      </a:lnTo>
                      <a:lnTo>
                        <a:pt x="1153502" y="2027561"/>
                      </a:lnTo>
                      <a:lnTo>
                        <a:pt x="1153536" y="2027665"/>
                      </a:lnTo>
                      <a:lnTo>
                        <a:pt x="1153710" y="2027723"/>
                      </a:lnTo>
                      <a:lnTo>
                        <a:pt x="1153409" y="2028233"/>
                      </a:lnTo>
                      <a:lnTo>
                        <a:pt x="1153397" y="2028291"/>
                      </a:lnTo>
                      <a:lnTo>
                        <a:pt x="1153305" y="2028453"/>
                      </a:lnTo>
                      <a:lnTo>
                        <a:pt x="1153270" y="2028510"/>
                      </a:lnTo>
                      <a:lnTo>
                        <a:pt x="1153235" y="2028603"/>
                      </a:lnTo>
                      <a:lnTo>
                        <a:pt x="1153096" y="2028661"/>
                      </a:lnTo>
                      <a:lnTo>
                        <a:pt x="1153154" y="2028962"/>
                      </a:lnTo>
                      <a:lnTo>
                        <a:pt x="1153259" y="2029367"/>
                      </a:lnTo>
                      <a:lnTo>
                        <a:pt x="1153270" y="2029402"/>
                      </a:lnTo>
                      <a:lnTo>
                        <a:pt x="1153259" y="2029495"/>
                      </a:lnTo>
                      <a:lnTo>
                        <a:pt x="1153409" y="2030120"/>
                      </a:lnTo>
                      <a:lnTo>
                        <a:pt x="1153340" y="2030710"/>
                      </a:lnTo>
                      <a:lnTo>
                        <a:pt x="1153351" y="2030756"/>
                      </a:lnTo>
                      <a:lnTo>
                        <a:pt x="1153374" y="2030802"/>
                      </a:lnTo>
                      <a:lnTo>
                        <a:pt x="1153409" y="2030895"/>
                      </a:lnTo>
                      <a:lnTo>
                        <a:pt x="1153467" y="2031196"/>
                      </a:lnTo>
                      <a:lnTo>
                        <a:pt x="1153513" y="2031254"/>
                      </a:lnTo>
                      <a:lnTo>
                        <a:pt x="1153640" y="2031393"/>
                      </a:lnTo>
                      <a:lnTo>
                        <a:pt x="1153721" y="2032481"/>
                      </a:lnTo>
                      <a:lnTo>
                        <a:pt x="1152274" y="2032759"/>
                      </a:lnTo>
                      <a:lnTo>
                        <a:pt x="1151916" y="2032863"/>
                      </a:lnTo>
                      <a:lnTo>
                        <a:pt x="1151823" y="2032921"/>
                      </a:lnTo>
                      <a:lnTo>
                        <a:pt x="1151730" y="2033014"/>
                      </a:lnTo>
                      <a:lnTo>
                        <a:pt x="1151696" y="2033060"/>
                      </a:lnTo>
                      <a:lnTo>
                        <a:pt x="1151592" y="2033280"/>
                      </a:lnTo>
                      <a:lnTo>
                        <a:pt x="1151569" y="2033326"/>
                      </a:lnTo>
                      <a:lnTo>
                        <a:pt x="1151534" y="2033395"/>
                      </a:lnTo>
                      <a:lnTo>
                        <a:pt x="1151487" y="2033465"/>
                      </a:lnTo>
                      <a:lnTo>
                        <a:pt x="1151326" y="2033627"/>
                      </a:lnTo>
                      <a:lnTo>
                        <a:pt x="1151244" y="2033685"/>
                      </a:lnTo>
                      <a:lnTo>
                        <a:pt x="1151071" y="2033778"/>
                      </a:lnTo>
                      <a:lnTo>
                        <a:pt x="1150781" y="2033789"/>
                      </a:lnTo>
                      <a:lnTo>
                        <a:pt x="1150341" y="2033847"/>
                      </a:lnTo>
                      <a:lnTo>
                        <a:pt x="1149496" y="2034240"/>
                      </a:lnTo>
                      <a:lnTo>
                        <a:pt x="1149219" y="2034310"/>
                      </a:lnTo>
                      <a:lnTo>
                        <a:pt x="1149010" y="2034414"/>
                      </a:lnTo>
                      <a:lnTo>
                        <a:pt x="1147633" y="2034414"/>
                      </a:lnTo>
                      <a:lnTo>
                        <a:pt x="1144901" y="2034391"/>
                      </a:lnTo>
                      <a:lnTo>
                        <a:pt x="1144322" y="2034102"/>
                      </a:lnTo>
                      <a:lnTo>
                        <a:pt x="1142944" y="2033511"/>
                      </a:lnTo>
                      <a:lnTo>
                        <a:pt x="1142377" y="2033778"/>
                      </a:lnTo>
                      <a:lnTo>
                        <a:pt x="1142007" y="2034356"/>
                      </a:lnTo>
                      <a:lnTo>
                        <a:pt x="1141868" y="2034646"/>
                      </a:lnTo>
                      <a:lnTo>
                        <a:pt x="1141613" y="2035271"/>
                      </a:lnTo>
                      <a:lnTo>
                        <a:pt x="1141324" y="2035977"/>
                      </a:lnTo>
                      <a:lnTo>
                        <a:pt x="1141254" y="2036151"/>
                      </a:lnTo>
                      <a:lnTo>
                        <a:pt x="1141104" y="2036417"/>
                      </a:lnTo>
                      <a:lnTo>
                        <a:pt x="1140849" y="2036891"/>
                      </a:lnTo>
                      <a:lnTo>
                        <a:pt x="1140629" y="2037343"/>
                      </a:lnTo>
                      <a:lnTo>
                        <a:pt x="1140548" y="2037505"/>
                      </a:lnTo>
                      <a:lnTo>
                        <a:pt x="1140132" y="2038408"/>
                      </a:lnTo>
                      <a:lnTo>
                        <a:pt x="1140108" y="2038454"/>
                      </a:lnTo>
                      <a:lnTo>
                        <a:pt x="1139645" y="2039404"/>
                      </a:lnTo>
                      <a:lnTo>
                        <a:pt x="1137782" y="2043200"/>
                      </a:lnTo>
                      <a:lnTo>
                        <a:pt x="1137608" y="2043582"/>
                      </a:lnTo>
                      <a:lnTo>
                        <a:pt x="1137388" y="2044034"/>
                      </a:lnTo>
                      <a:lnTo>
                        <a:pt x="1137029" y="2044752"/>
                      </a:lnTo>
                      <a:lnTo>
                        <a:pt x="1136971" y="2044983"/>
                      </a:lnTo>
                      <a:lnTo>
                        <a:pt x="1136983" y="2044995"/>
                      </a:lnTo>
                      <a:lnTo>
                        <a:pt x="1137029" y="2045099"/>
                      </a:lnTo>
                      <a:lnTo>
                        <a:pt x="1137122" y="2045342"/>
                      </a:lnTo>
                      <a:lnTo>
                        <a:pt x="1137133" y="2045412"/>
                      </a:lnTo>
                      <a:lnTo>
                        <a:pt x="1137133" y="2045446"/>
                      </a:lnTo>
                      <a:lnTo>
                        <a:pt x="1137110" y="2045608"/>
                      </a:lnTo>
                      <a:lnTo>
                        <a:pt x="1137145" y="2045759"/>
                      </a:lnTo>
                      <a:lnTo>
                        <a:pt x="1137156" y="2045782"/>
                      </a:lnTo>
                      <a:lnTo>
                        <a:pt x="1137180" y="2045828"/>
                      </a:lnTo>
                      <a:lnTo>
                        <a:pt x="1137191" y="2045851"/>
                      </a:lnTo>
                      <a:lnTo>
                        <a:pt x="1137191" y="2045886"/>
                      </a:lnTo>
                      <a:lnTo>
                        <a:pt x="1137191" y="2045898"/>
                      </a:lnTo>
                      <a:lnTo>
                        <a:pt x="1137180" y="2045956"/>
                      </a:lnTo>
                      <a:lnTo>
                        <a:pt x="1137168" y="2045979"/>
                      </a:lnTo>
                      <a:lnTo>
                        <a:pt x="1137156" y="2046002"/>
                      </a:lnTo>
                      <a:lnTo>
                        <a:pt x="1137133" y="2046036"/>
                      </a:lnTo>
                      <a:lnTo>
                        <a:pt x="1137156" y="2046083"/>
                      </a:lnTo>
                      <a:lnTo>
                        <a:pt x="1137168" y="2046117"/>
                      </a:lnTo>
                      <a:lnTo>
                        <a:pt x="1137168" y="2046175"/>
                      </a:lnTo>
                      <a:lnTo>
                        <a:pt x="1137226" y="2046233"/>
                      </a:lnTo>
                      <a:lnTo>
                        <a:pt x="1137330" y="2046349"/>
                      </a:lnTo>
                      <a:lnTo>
                        <a:pt x="1137353" y="2046418"/>
                      </a:lnTo>
                      <a:lnTo>
                        <a:pt x="1137446" y="2046523"/>
                      </a:lnTo>
                      <a:lnTo>
                        <a:pt x="1137527" y="2046569"/>
                      </a:lnTo>
                      <a:lnTo>
                        <a:pt x="1137562" y="2046650"/>
                      </a:lnTo>
                      <a:lnTo>
                        <a:pt x="1137562" y="2046673"/>
                      </a:lnTo>
                      <a:lnTo>
                        <a:pt x="1137608" y="2046766"/>
                      </a:lnTo>
                      <a:lnTo>
                        <a:pt x="1137643" y="2046847"/>
                      </a:lnTo>
                      <a:lnTo>
                        <a:pt x="1137619" y="2046881"/>
                      </a:lnTo>
                      <a:lnTo>
                        <a:pt x="1137619" y="2046916"/>
                      </a:lnTo>
                      <a:lnTo>
                        <a:pt x="1137619" y="2046939"/>
                      </a:lnTo>
                      <a:lnTo>
                        <a:pt x="1137573" y="2047020"/>
                      </a:lnTo>
                      <a:lnTo>
                        <a:pt x="1137562" y="2047055"/>
                      </a:lnTo>
                      <a:lnTo>
                        <a:pt x="1137550" y="2047182"/>
                      </a:lnTo>
                      <a:lnTo>
                        <a:pt x="1137527" y="2047206"/>
                      </a:lnTo>
                      <a:lnTo>
                        <a:pt x="1137515" y="2047217"/>
                      </a:lnTo>
                      <a:lnTo>
                        <a:pt x="1137527" y="2047275"/>
                      </a:lnTo>
                      <a:lnTo>
                        <a:pt x="1137492" y="2047333"/>
                      </a:lnTo>
                      <a:lnTo>
                        <a:pt x="1137481" y="2047403"/>
                      </a:lnTo>
                      <a:lnTo>
                        <a:pt x="1137400" y="2047669"/>
                      </a:lnTo>
                      <a:lnTo>
                        <a:pt x="1137342" y="2047761"/>
                      </a:lnTo>
                      <a:lnTo>
                        <a:pt x="1137284" y="2047877"/>
                      </a:lnTo>
                      <a:lnTo>
                        <a:pt x="1137249" y="2047900"/>
                      </a:lnTo>
                      <a:lnTo>
                        <a:pt x="1137168" y="2047947"/>
                      </a:lnTo>
                      <a:lnTo>
                        <a:pt x="1137087" y="2048062"/>
                      </a:lnTo>
                      <a:lnTo>
                        <a:pt x="1137041" y="2048109"/>
                      </a:lnTo>
                      <a:lnTo>
                        <a:pt x="1137029" y="2048120"/>
                      </a:lnTo>
                      <a:lnTo>
                        <a:pt x="1136879" y="2048224"/>
                      </a:lnTo>
                      <a:lnTo>
                        <a:pt x="1136821" y="2048248"/>
                      </a:lnTo>
                      <a:lnTo>
                        <a:pt x="1136786" y="2048236"/>
                      </a:lnTo>
                      <a:lnTo>
                        <a:pt x="1136774" y="2048248"/>
                      </a:lnTo>
                      <a:lnTo>
                        <a:pt x="1136763" y="2048259"/>
                      </a:lnTo>
                      <a:lnTo>
                        <a:pt x="1136763" y="2048294"/>
                      </a:lnTo>
                      <a:lnTo>
                        <a:pt x="1136798" y="2048328"/>
                      </a:lnTo>
                      <a:lnTo>
                        <a:pt x="1136809" y="2048352"/>
                      </a:lnTo>
                      <a:lnTo>
                        <a:pt x="1136774" y="2048502"/>
                      </a:lnTo>
                      <a:lnTo>
                        <a:pt x="1136659" y="2048456"/>
                      </a:lnTo>
                      <a:lnTo>
                        <a:pt x="1136624" y="2048456"/>
                      </a:lnTo>
                      <a:lnTo>
                        <a:pt x="1136612" y="2048456"/>
                      </a:lnTo>
                      <a:lnTo>
                        <a:pt x="1136578" y="2048502"/>
                      </a:lnTo>
                      <a:lnTo>
                        <a:pt x="1136543" y="2048525"/>
                      </a:lnTo>
                      <a:lnTo>
                        <a:pt x="1136485" y="2048572"/>
                      </a:lnTo>
                      <a:lnTo>
                        <a:pt x="1136473" y="2048629"/>
                      </a:lnTo>
                      <a:lnTo>
                        <a:pt x="1136473" y="2048653"/>
                      </a:lnTo>
                      <a:lnTo>
                        <a:pt x="1136369" y="2048664"/>
                      </a:lnTo>
                      <a:lnTo>
                        <a:pt x="1136323" y="2048653"/>
                      </a:lnTo>
                      <a:lnTo>
                        <a:pt x="1136300" y="2048734"/>
                      </a:lnTo>
                      <a:lnTo>
                        <a:pt x="1136254" y="2048792"/>
                      </a:lnTo>
                      <a:lnTo>
                        <a:pt x="1136219" y="2048803"/>
                      </a:lnTo>
                      <a:lnTo>
                        <a:pt x="1136172" y="2048942"/>
                      </a:lnTo>
                      <a:lnTo>
                        <a:pt x="1136150" y="2048954"/>
                      </a:lnTo>
                      <a:lnTo>
                        <a:pt x="1136161" y="2048977"/>
                      </a:lnTo>
                      <a:lnTo>
                        <a:pt x="1136161" y="2049069"/>
                      </a:lnTo>
                      <a:lnTo>
                        <a:pt x="1136138" y="2049127"/>
                      </a:lnTo>
                      <a:lnTo>
                        <a:pt x="1136115" y="2049151"/>
                      </a:lnTo>
                      <a:lnTo>
                        <a:pt x="1136057" y="2049278"/>
                      </a:lnTo>
                      <a:lnTo>
                        <a:pt x="1136080" y="2049312"/>
                      </a:lnTo>
                      <a:lnTo>
                        <a:pt x="1136092" y="2049336"/>
                      </a:lnTo>
                      <a:lnTo>
                        <a:pt x="1136080" y="2049359"/>
                      </a:lnTo>
                      <a:lnTo>
                        <a:pt x="1136034" y="2049509"/>
                      </a:lnTo>
                      <a:lnTo>
                        <a:pt x="1135941" y="2049509"/>
                      </a:lnTo>
                      <a:lnTo>
                        <a:pt x="1135941" y="2049556"/>
                      </a:lnTo>
                      <a:lnTo>
                        <a:pt x="1135953" y="2049579"/>
                      </a:lnTo>
                      <a:lnTo>
                        <a:pt x="1135964" y="2049590"/>
                      </a:lnTo>
                      <a:lnTo>
                        <a:pt x="1136010" y="2049660"/>
                      </a:lnTo>
                      <a:lnTo>
                        <a:pt x="1136034" y="2049683"/>
                      </a:lnTo>
                      <a:lnTo>
                        <a:pt x="1135999" y="2049706"/>
                      </a:lnTo>
                      <a:lnTo>
                        <a:pt x="1136219" y="2049961"/>
                      </a:lnTo>
                      <a:lnTo>
                        <a:pt x="1136323" y="2050053"/>
                      </a:lnTo>
                      <a:lnTo>
                        <a:pt x="1136404" y="2050123"/>
                      </a:lnTo>
                      <a:lnTo>
                        <a:pt x="1136427" y="2050157"/>
                      </a:lnTo>
                      <a:lnTo>
                        <a:pt x="1136427" y="2050262"/>
                      </a:lnTo>
                      <a:lnTo>
                        <a:pt x="1136381" y="2050308"/>
                      </a:lnTo>
                      <a:lnTo>
                        <a:pt x="1136184" y="2050343"/>
                      </a:lnTo>
                      <a:lnTo>
                        <a:pt x="1136138" y="2050401"/>
                      </a:lnTo>
                      <a:lnTo>
                        <a:pt x="1136150" y="2050458"/>
                      </a:lnTo>
                      <a:lnTo>
                        <a:pt x="1136172" y="2050493"/>
                      </a:lnTo>
                      <a:lnTo>
                        <a:pt x="1136184" y="2050563"/>
                      </a:lnTo>
                      <a:lnTo>
                        <a:pt x="1136161" y="2050620"/>
                      </a:lnTo>
                      <a:lnTo>
                        <a:pt x="1136115" y="2050667"/>
                      </a:lnTo>
                      <a:lnTo>
                        <a:pt x="1136115" y="2050690"/>
                      </a:lnTo>
                      <a:lnTo>
                        <a:pt x="1136115" y="2050702"/>
                      </a:lnTo>
                      <a:lnTo>
                        <a:pt x="1136115" y="2050748"/>
                      </a:lnTo>
                      <a:lnTo>
                        <a:pt x="1136150" y="2050829"/>
                      </a:lnTo>
                      <a:lnTo>
                        <a:pt x="1136150" y="2050898"/>
                      </a:lnTo>
                      <a:lnTo>
                        <a:pt x="1136150" y="2050921"/>
                      </a:lnTo>
                      <a:lnTo>
                        <a:pt x="1136115" y="2050945"/>
                      </a:lnTo>
                      <a:lnTo>
                        <a:pt x="1136092" y="2050956"/>
                      </a:lnTo>
                      <a:lnTo>
                        <a:pt x="1136092" y="2050991"/>
                      </a:lnTo>
                      <a:lnTo>
                        <a:pt x="1136057" y="2051107"/>
                      </a:lnTo>
                      <a:lnTo>
                        <a:pt x="1136022" y="2051222"/>
                      </a:lnTo>
                      <a:lnTo>
                        <a:pt x="1135906" y="2051211"/>
                      </a:lnTo>
                      <a:lnTo>
                        <a:pt x="1135906" y="2051269"/>
                      </a:lnTo>
                      <a:lnTo>
                        <a:pt x="1135953" y="2051419"/>
                      </a:lnTo>
                      <a:lnTo>
                        <a:pt x="1135849" y="2051523"/>
                      </a:lnTo>
                      <a:lnTo>
                        <a:pt x="1135721" y="2051581"/>
                      </a:lnTo>
                      <a:lnTo>
                        <a:pt x="1135709" y="2051604"/>
                      </a:lnTo>
                      <a:lnTo>
                        <a:pt x="1135698" y="2051766"/>
                      </a:lnTo>
                      <a:lnTo>
                        <a:pt x="1135513" y="2051859"/>
                      </a:lnTo>
                      <a:lnTo>
                        <a:pt x="1135548" y="2051987"/>
                      </a:lnTo>
                      <a:lnTo>
                        <a:pt x="1135548" y="2052056"/>
                      </a:lnTo>
                      <a:lnTo>
                        <a:pt x="1135420" y="2052149"/>
                      </a:lnTo>
                      <a:lnTo>
                        <a:pt x="1135270" y="2052241"/>
                      </a:lnTo>
                      <a:lnTo>
                        <a:pt x="1134980" y="2052368"/>
                      </a:lnTo>
                      <a:lnTo>
                        <a:pt x="1134969" y="2052450"/>
                      </a:lnTo>
                      <a:lnTo>
                        <a:pt x="1134934" y="2052484"/>
                      </a:lnTo>
                      <a:lnTo>
                        <a:pt x="1134783" y="2052507"/>
                      </a:lnTo>
                      <a:lnTo>
                        <a:pt x="1134714" y="2052473"/>
                      </a:lnTo>
                      <a:lnTo>
                        <a:pt x="1134645" y="2052623"/>
                      </a:lnTo>
                      <a:lnTo>
                        <a:pt x="1134633" y="2052658"/>
                      </a:lnTo>
                      <a:lnTo>
                        <a:pt x="1134645" y="2052716"/>
                      </a:lnTo>
                      <a:lnTo>
                        <a:pt x="1134656" y="2052751"/>
                      </a:lnTo>
                      <a:lnTo>
                        <a:pt x="1134668" y="2052797"/>
                      </a:lnTo>
                      <a:lnTo>
                        <a:pt x="1134668" y="2052843"/>
                      </a:lnTo>
                      <a:lnTo>
                        <a:pt x="1134621" y="2052890"/>
                      </a:lnTo>
                      <a:lnTo>
                        <a:pt x="1134506" y="2052970"/>
                      </a:lnTo>
                      <a:lnTo>
                        <a:pt x="1134436" y="2053051"/>
                      </a:lnTo>
                      <a:lnTo>
                        <a:pt x="1134355" y="2053156"/>
                      </a:lnTo>
                      <a:lnTo>
                        <a:pt x="1134344" y="2053167"/>
                      </a:lnTo>
                      <a:lnTo>
                        <a:pt x="1134170" y="2053503"/>
                      </a:lnTo>
                      <a:lnTo>
                        <a:pt x="1134135" y="2053561"/>
                      </a:lnTo>
                      <a:lnTo>
                        <a:pt x="1134031" y="2053711"/>
                      </a:lnTo>
                      <a:lnTo>
                        <a:pt x="1133962" y="2053839"/>
                      </a:lnTo>
                      <a:lnTo>
                        <a:pt x="1133938" y="2053908"/>
                      </a:lnTo>
                      <a:lnTo>
                        <a:pt x="1133788" y="2053978"/>
                      </a:lnTo>
                      <a:lnTo>
                        <a:pt x="1133707" y="2054058"/>
                      </a:lnTo>
                      <a:lnTo>
                        <a:pt x="1133672" y="2054128"/>
                      </a:lnTo>
                      <a:lnTo>
                        <a:pt x="1133661" y="2054232"/>
                      </a:lnTo>
                      <a:lnTo>
                        <a:pt x="1133661" y="2054279"/>
                      </a:lnTo>
                      <a:lnTo>
                        <a:pt x="1133672" y="2054302"/>
                      </a:lnTo>
                      <a:lnTo>
                        <a:pt x="1133649" y="2054325"/>
                      </a:lnTo>
                      <a:lnTo>
                        <a:pt x="1133557" y="2054359"/>
                      </a:lnTo>
                      <a:lnTo>
                        <a:pt x="1133487" y="2054452"/>
                      </a:lnTo>
                      <a:lnTo>
                        <a:pt x="1133487" y="2054487"/>
                      </a:lnTo>
                      <a:lnTo>
                        <a:pt x="1133441" y="2054602"/>
                      </a:lnTo>
                      <a:lnTo>
                        <a:pt x="1133336" y="2055112"/>
                      </a:lnTo>
                      <a:lnTo>
                        <a:pt x="1133209" y="2055251"/>
                      </a:lnTo>
                      <a:lnTo>
                        <a:pt x="1133116" y="2055459"/>
                      </a:lnTo>
                      <a:lnTo>
                        <a:pt x="1132827" y="2056049"/>
                      </a:lnTo>
                      <a:lnTo>
                        <a:pt x="1132804" y="2056096"/>
                      </a:lnTo>
                      <a:lnTo>
                        <a:pt x="1132758" y="2056142"/>
                      </a:lnTo>
                      <a:lnTo>
                        <a:pt x="1132677" y="2056200"/>
                      </a:lnTo>
                      <a:lnTo>
                        <a:pt x="1132561" y="2056281"/>
                      </a:lnTo>
                      <a:lnTo>
                        <a:pt x="1132480" y="2056385"/>
                      </a:lnTo>
                      <a:lnTo>
                        <a:pt x="1132457" y="2056466"/>
                      </a:lnTo>
                      <a:lnTo>
                        <a:pt x="1132433" y="2056582"/>
                      </a:lnTo>
                      <a:lnTo>
                        <a:pt x="1132422" y="2056698"/>
                      </a:lnTo>
                      <a:lnTo>
                        <a:pt x="1132422" y="2056791"/>
                      </a:lnTo>
                      <a:lnTo>
                        <a:pt x="1132387" y="2057034"/>
                      </a:lnTo>
                      <a:lnTo>
                        <a:pt x="1132248" y="2057115"/>
                      </a:lnTo>
                      <a:lnTo>
                        <a:pt x="1132052" y="2057242"/>
                      </a:lnTo>
                      <a:lnTo>
                        <a:pt x="1132028" y="2057358"/>
                      </a:lnTo>
                      <a:lnTo>
                        <a:pt x="1132063" y="2057531"/>
                      </a:lnTo>
                      <a:lnTo>
                        <a:pt x="1132040" y="2057659"/>
                      </a:lnTo>
                      <a:lnTo>
                        <a:pt x="1131936" y="2057890"/>
                      </a:lnTo>
                      <a:lnTo>
                        <a:pt x="1131924" y="2057913"/>
                      </a:lnTo>
                      <a:lnTo>
                        <a:pt x="1131693" y="2058214"/>
                      </a:lnTo>
                      <a:lnTo>
                        <a:pt x="1131531" y="2058608"/>
                      </a:lnTo>
                      <a:lnTo>
                        <a:pt x="1131461" y="2058735"/>
                      </a:lnTo>
                      <a:lnTo>
                        <a:pt x="1131403" y="2058793"/>
                      </a:lnTo>
                      <a:lnTo>
                        <a:pt x="1131265" y="2059210"/>
                      </a:lnTo>
                      <a:lnTo>
                        <a:pt x="1131311" y="2059453"/>
                      </a:lnTo>
                      <a:lnTo>
                        <a:pt x="1131230" y="2059615"/>
                      </a:lnTo>
                      <a:lnTo>
                        <a:pt x="1131183" y="2059673"/>
                      </a:lnTo>
                      <a:lnTo>
                        <a:pt x="1131114" y="2059742"/>
                      </a:lnTo>
                      <a:lnTo>
                        <a:pt x="1131044" y="2059800"/>
                      </a:lnTo>
                      <a:lnTo>
                        <a:pt x="1130964" y="2060020"/>
                      </a:lnTo>
                      <a:lnTo>
                        <a:pt x="1130952" y="2060101"/>
                      </a:lnTo>
                      <a:lnTo>
                        <a:pt x="1130917" y="2060171"/>
                      </a:lnTo>
                      <a:lnTo>
                        <a:pt x="1130906" y="2060182"/>
                      </a:lnTo>
                      <a:lnTo>
                        <a:pt x="1130836" y="2060298"/>
                      </a:lnTo>
                      <a:lnTo>
                        <a:pt x="1130859" y="2060333"/>
                      </a:lnTo>
                      <a:lnTo>
                        <a:pt x="1130813" y="2060472"/>
                      </a:lnTo>
                      <a:lnTo>
                        <a:pt x="1130639" y="2060576"/>
                      </a:lnTo>
                      <a:lnTo>
                        <a:pt x="1130222" y="2061108"/>
                      </a:lnTo>
                      <a:lnTo>
                        <a:pt x="1130199" y="2061143"/>
                      </a:lnTo>
                      <a:lnTo>
                        <a:pt x="1130165" y="2061235"/>
                      </a:lnTo>
                      <a:lnTo>
                        <a:pt x="1129979" y="2061745"/>
                      </a:lnTo>
                      <a:lnTo>
                        <a:pt x="1129933" y="2061768"/>
                      </a:lnTo>
                      <a:lnTo>
                        <a:pt x="1129783" y="2061780"/>
                      </a:lnTo>
                      <a:lnTo>
                        <a:pt x="1129459" y="2062115"/>
                      </a:lnTo>
                      <a:lnTo>
                        <a:pt x="1129377" y="2062196"/>
                      </a:lnTo>
                      <a:lnTo>
                        <a:pt x="1129239" y="2062254"/>
                      </a:lnTo>
                      <a:lnTo>
                        <a:pt x="1129181" y="2062231"/>
                      </a:lnTo>
                      <a:lnTo>
                        <a:pt x="1129100" y="2062185"/>
                      </a:lnTo>
                      <a:lnTo>
                        <a:pt x="1129088" y="2062173"/>
                      </a:lnTo>
                      <a:lnTo>
                        <a:pt x="1128995" y="2062150"/>
                      </a:lnTo>
                      <a:lnTo>
                        <a:pt x="1128926" y="2062150"/>
                      </a:lnTo>
                      <a:lnTo>
                        <a:pt x="1128833" y="2062162"/>
                      </a:lnTo>
                      <a:lnTo>
                        <a:pt x="1128822" y="2062173"/>
                      </a:lnTo>
                      <a:lnTo>
                        <a:pt x="1128706" y="2062301"/>
                      </a:lnTo>
                      <a:lnTo>
                        <a:pt x="1128672" y="2062335"/>
                      </a:lnTo>
                      <a:lnTo>
                        <a:pt x="1128532" y="2062381"/>
                      </a:lnTo>
                      <a:lnTo>
                        <a:pt x="1128474" y="2062324"/>
                      </a:lnTo>
                      <a:lnTo>
                        <a:pt x="1126773" y="2062335"/>
                      </a:lnTo>
                      <a:lnTo>
                        <a:pt x="1126588" y="2062301"/>
                      </a:lnTo>
                      <a:lnTo>
                        <a:pt x="1126437" y="2062416"/>
                      </a:lnTo>
                      <a:lnTo>
                        <a:pt x="1125638" y="2062775"/>
                      </a:lnTo>
                      <a:lnTo>
                        <a:pt x="1125604" y="2062798"/>
                      </a:lnTo>
                      <a:lnTo>
                        <a:pt x="1125291" y="2062891"/>
                      </a:lnTo>
                      <a:lnTo>
                        <a:pt x="1125152" y="2062960"/>
                      </a:lnTo>
                      <a:lnTo>
                        <a:pt x="1124307" y="2063620"/>
                      </a:lnTo>
                      <a:lnTo>
                        <a:pt x="1124226" y="2063690"/>
                      </a:lnTo>
                      <a:lnTo>
                        <a:pt x="1124087" y="2063759"/>
                      </a:lnTo>
                      <a:lnTo>
                        <a:pt x="1124041" y="2063782"/>
                      </a:lnTo>
                      <a:lnTo>
                        <a:pt x="1123694" y="2063828"/>
                      </a:lnTo>
                      <a:lnTo>
                        <a:pt x="1123404" y="2063944"/>
                      </a:lnTo>
                      <a:lnTo>
                        <a:pt x="1119781" y="2065426"/>
                      </a:lnTo>
                      <a:lnTo>
                        <a:pt x="1119758" y="2065449"/>
                      </a:lnTo>
                      <a:lnTo>
                        <a:pt x="1119723" y="2065774"/>
                      </a:lnTo>
                      <a:lnTo>
                        <a:pt x="1119700" y="2065889"/>
                      </a:lnTo>
                      <a:lnTo>
                        <a:pt x="1119619" y="2065982"/>
                      </a:lnTo>
                      <a:lnTo>
                        <a:pt x="1119526" y="2065993"/>
                      </a:lnTo>
                      <a:lnTo>
                        <a:pt x="1119492" y="2066005"/>
                      </a:lnTo>
                      <a:lnTo>
                        <a:pt x="1119376" y="2066040"/>
                      </a:lnTo>
                      <a:lnTo>
                        <a:pt x="1119364" y="2066445"/>
                      </a:lnTo>
                      <a:lnTo>
                        <a:pt x="1119364" y="2066630"/>
                      </a:lnTo>
                      <a:lnTo>
                        <a:pt x="1119318" y="2066711"/>
                      </a:lnTo>
                      <a:lnTo>
                        <a:pt x="1119226" y="2066676"/>
                      </a:lnTo>
                      <a:lnTo>
                        <a:pt x="1119098" y="2066711"/>
                      </a:lnTo>
                      <a:lnTo>
                        <a:pt x="1119005" y="2066862"/>
                      </a:lnTo>
                      <a:lnTo>
                        <a:pt x="1119110" y="2066977"/>
                      </a:lnTo>
                      <a:lnTo>
                        <a:pt x="1118913" y="2067290"/>
                      </a:lnTo>
                      <a:lnTo>
                        <a:pt x="1118832" y="2067290"/>
                      </a:lnTo>
                      <a:lnTo>
                        <a:pt x="1118809" y="2067290"/>
                      </a:lnTo>
                      <a:lnTo>
                        <a:pt x="1118635" y="2067417"/>
                      </a:lnTo>
                      <a:lnTo>
                        <a:pt x="1118230" y="2067730"/>
                      </a:lnTo>
                      <a:lnTo>
                        <a:pt x="1117952" y="2067741"/>
                      </a:lnTo>
                      <a:lnTo>
                        <a:pt x="1117582" y="2067811"/>
                      </a:lnTo>
                      <a:lnTo>
                        <a:pt x="1117500" y="2067869"/>
                      </a:lnTo>
                      <a:lnTo>
                        <a:pt x="1117177" y="2068077"/>
                      </a:lnTo>
                      <a:lnTo>
                        <a:pt x="1117315" y="2068401"/>
                      </a:lnTo>
                      <a:lnTo>
                        <a:pt x="1117431" y="2068447"/>
                      </a:lnTo>
                      <a:lnTo>
                        <a:pt x="1117431" y="2068459"/>
                      </a:lnTo>
                      <a:lnTo>
                        <a:pt x="1117431" y="2068528"/>
                      </a:lnTo>
                      <a:lnTo>
                        <a:pt x="1117385" y="2068575"/>
                      </a:lnTo>
                      <a:lnTo>
                        <a:pt x="1117096" y="2068656"/>
                      </a:lnTo>
                      <a:lnTo>
                        <a:pt x="1116713" y="2068702"/>
                      </a:lnTo>
                      <a:lnTo>
                        <a:pt x="1116551" y="2068957"/>
                      </a:lnTo>
                      <a:lnTo>
                        <a:pt x="1116424" y="2069316"/>
                      </a:lnTo>
                      <a:lnTo>
                        <a:pt x="1116250" y="2069489"/>
                      </a:lnTo>
                      <a:lnTo>
                        <a:pt x="1116169" y="2069304"/>
                      </a:lnTo>
                      <a:lnTo>
                        <a:pt x="1116158" y="2069292"/>
                      </a:lnTo>
                      <a:lnTo>
                        <a:pt x="1116007" y="2069165"/>
                      </a:lnTo>
                      <a:lnTo>
                        <a:pt x="1115810" y="2069350"/>
                      </a:lnTo>
                      <a:lnTo>
                        <a:pt x="1115741" y="2069941"/>
                      </a:lnTo>
                      <a:lnTo>
                        <a:pt x="1115730" y="2070068"/>
                      </a:lnTo>
                      <a:lnTo>
                        <a:pt x="1115649" y="2070230"/>
                      </a:lnTo>
                      <a:lnTo>
                        <a:pt x="1115475" y="2070380"/>
                      </a:lnTo>
                      <a:lnTo>
                        <a:pt x="1115440" y="2070392"/>
                      </a:lnTo>
                      <a:lnTo>
                        <a:pt x="1115382" y="2070392"/>
                      </a:lnTo>
                      <a:lnTo>
                        <a:pt x="1115255" y="2070369"/>
                      </a:lnTo>
                      <a:lnTo>
                        <a:pt x="1115208" y="2070369"/>
                      </a:lnTo>
                      <a:lnTo>
                        <a:pt x="1114757" y="2070346"/>
                      </a:lnTo>
                      <a:lnTo>
                        <a:pt x="1114676" y="2070415"/>
                      </a:lnTo>
                      <a:lnTo>
                        <a:pt x="1114618" y="2070589"/>
                      </a:lnTo>
                      <a:lnTo>
                        <a:pt x="1114699" y="2070797"/>
                      </a:lnTo>
                      <a:lnTo>
                        <a:pt x="1114630" y="2070902"/>
                      </a:lnTo>
                      <a:lnTo>
                        <a:pt x="1114317" y="2070809"/>
                      </a:lnTo>
                      <a:lnTo>
                        <a:pt x="1114167" y="2070832"/>
                      </a:lnTo>
                      <a:lnTo>
                        <a:pt x="1113970" y="2070936"/>
                      </a:lnTo>
                      <a:lnTo>
                        <a:pt x="1113935" y="2070971"/>
                      </a:lnTo>
                      <a:lnTo>
                        <a:pt x="1113935" y="2071006"/>
                      </a:lnTo>
                      <a:lnTo>
                        <a:pt x="1114016" y="2071087"/>
                      </a:lnTo>
                      <a:lnTo>
                        <a:pt x="1114086" y="2071191"/>
                      </a:lnTo>
                      <a:lnTo>
                        <a:pt x="1113762" y="2071422"/>
                      </a:lnTo>
                      <a:lnTo>
                        <a:pt x="1113715" y="2071422"/>
                      </a:lnTo>
                      <a:lnTo>
                        <a:pt x="1113588" y="2071295"/>
                      </a:lnTo>
                      <a:lnTo>
                        <a:pt x="1113565" y="2071260"/>
                      </a:lnTo>
                      <a:lnTo>
                        <a:pt x="1113507" y="2071237"/>
                      </a:lnTo>
                      <a:lnTo>
                        <a:pt x="1113438" y="2071226"/>
                      </a:lnTo>
                      <a:lnTo>
                        <a:pt x="1113380" y="2071237"/>
                      </a:lnTo>
                      <a:lnTo>
                        <a:pt x="1113252" y="2071318"/>
                      </a:lnTo>
                      <a:lnTo>
                        <a:pt x="1113206" y="2071330"/>
                      </a:lnTo>
                      <a:lnTo>
                        <a:pt x="1113113" y="2071307"/>
                      </a:lnTo>
                      <a:lnTo>
                        <a:pt x="1113044" y="2071272"/>
                      </a:lnTo>
                      <a:lnTo>
                        <a:pt x="1112974" y="2071272"/>
                      </a:lnTo>
                      <a:lnTo>
                        <a:pt x="1112812" y="2071341"/>
                      </a:lnTo>
                      <a:lnTo>
                        <a:pt x="1112882" y="2071561"/>
                      </a:lnTo>
                      <a:lnTo>
                        <a:pt x="1112916" y="2071712"/>
                      </a:lnTo>
                      <a:lnTo>
                        <a:pt x="1112569" y="2071874"/>
                      </a:lnTo>
                      <a:lnTo>
                        <a:pt x="1111898" y="2072210"/>
                      </a:lnTo>
                      <a:lnTo>
                        <a:pt x="1111585" y="2072314"/>
                      </a:lnTo>
                      <a:lnTo>
                        <a:pt x="1111342" y="2072349"/>
                      </a:lnTo>
                      <a:lnTo>
                        <a:pt x="1111088" y="2072360"/>
                      </a:lnTo>
                      <a:lnTo>
                        <a:pt x="1110949" y="2072337"/>
                      </a:lnTo>
                      <a:lnTo>
                        <a:pt x="1110729" y="2072418"/>
                      </a:lnTo>
                      <a:lnTo>
                        <a:pt x="1110729" y="2072510"/>
                      </a:lnTo>
                      <a:lnTo>
                        <a:pt x="1110763" y="2072603"/>
                      </a:lnTo>
                      <a:lnTo>
                        <a:pt x="1110393" y="2073159"/>
                      </a:lnTo>
                      <a:lnTo>
                        <a:pt x="1110381" y="2073170"/>
                      </a:lnTo>
                      <a:lnTo>
                        <a:pt x="1110115" y="2073217"/>
                      </a:lnTo>
                      <a:lnTo>
                        <a:pt x="1109861" y="2073321"/>
                      </a:lnTo>
                      <a:lnTo>
                        <a:pt x="1109571" y="2073437"/>
                      </a:lnTo>
                      <a:lnTo>
                        <a:pt x="1109212" y="2073506"/>
                      </a:lnTo>
                      <a:lnTo>
                        <a:pt x="1109097" y="2073529"/>
                      </a:lnTo>
                      <a:lnTo>
                        <a:pt x="1108819" y="2073853"/>
                      </a:lnTo>
                      <a:lnTo>
                        <a:pt x="1108796" y="2073911"/>
                      </a:lnTo>
                      <a:lnTo>
                        <a:pt x="1108657" y="2074143"/>
                      </a:lnTo>
                      <a:lnTo>
                        <a:pt x="1108668" y="2074351"/>
                      </a:lnTo>
                      <a:lnTo>
                        <a:pt x="1108738" y="2074363"/>
                      </a:lnTo>
                      <a:lnTo>
                        <a:pt x="1108784" y="2074548"/>
                      </a:lnTo>
                      <a:lnTo>
                        <a:pt x="1108668" y="2074559"/>
                      </a:lnTo>
                      <a:lnTo>
                        <a:pt x="1107974" y="2074571"/>
                      </a:lnTo>
                      <a:lnTo>
                        <a:pt x="1107858" y="2074617"/>
                      </a:lnTo>
                      <a:lnTo>
                        <a:pt x="1107823" y="2074641"/>
                      </a:lnTo>
                      <a:lnTo>
                        <a:pt x="1107661" y="2074779"/>
                      </a:lnTo>
                      <a:lnTo>
                        <a:pt x="1107164" y="2075208"/>
                      </a:lnTo>
                      <a:lnTo>
                        <a:pt x="1107071" y="2075277"/>
                      </a:lnTo>
                      <a:lnTo>
                        <a:pt x="1106978" y="2075335"/>
                      </a:lnTo>
                      <a:lnTo>
                        <a:pt x="1106909" y="2075312"/>
                      </a:lnTo>
                      <a:lnTo>
                        <a:pt x="1106805" y="2075300"/>
                      </a:lnTo>
                      <a:lnTo>
                        <a:pt x="1106469" y="2075358"/>
                      </a:lnTo>
                      <a:lnTo>
                        <a:pt x="1106029" y="2075462"/>
                      </a:lnTo>
                      <a:lnTo>
                        <a:pt x="1105774" y="2075659"/>
                      </a:lnTo>
                      <a:lnTo>
                        <a:pt x="1105855" y="2075740"/>
                      </a:lnTo>
                      <a:lnTo>
                        <a:pt x="1105867" y="2075775"/>
                      </a:lnTo>
                      <a:lnTo>
                        <a:pt x="1105473" y="2076365"/>
                      </a:lnTo>
                      <a:lnTo>
                        <a:pt x="1104640" y="2076863"/>
                      </a:lnTo>
                      <a:lnTo>
                        <a:pt x="1104362" y="2076921"/>
                      </a:lnTo>
                      <a:lnTo>
                        <a:pt x="1104270" y="2076979"/>
                      </a:lnTo>
                      <a:lnTo>
                        <a:pt x="1104246" y="2077002"/>
                      </a:lnTo>
                      <a:lnTo>
                        <a:pt x="1104188" y="2077095"/>
                      </a:lnTo>
                      <a:lnTo>
                        <a:pt x="1104188" y="2077141"/>
                      </a:lnTo>
                      <a:lnTo>
                        <a:pt x="1104165" y="2077187"/>
                      </a:lnTo>
                      <a:lnTo>
                        <a:pt x="1103806" y="2077430"/>
                      </a:lnTo>
                      <a:lnTo>
                        <a:pt x="1103528" y="2077511"/>
                      </a:lnTo>
                      <a:lnTo>
                        <a:pt x="1103471" y="2077546"/>
                      </a:lnTo>
                      <a:lnTo>
                        <a:pt x="1103390" y="2077627"/>
                      </a:lnTo>
                      <a:lnTo>
                        <a:pt x="1103100" y="2078067"/>
                      </a:lnTo>
                      <a:lnTo>
                        <a:pt x="1102984" y="2078380"/>
                      </a:lnTo>
                      <a:lnTo>
                        <a:pt x="1102973" y="2078402"/>
                      </a:lnTo>
                      <a:lnTo>
                        <a:pt x="1102695" y="2078831"/>
                      </a:lnTo>
                      <a:lnTo>
                        <a:pt x="1102591" y="2078935"/>
                      </a:lnTo>
                      <a:lnTo>
                        <a:pt x="1102637" y="2079155"/>
                      </a:lnTo>
                      <a:lnTo>
                        <a:pt x="1102672" y="2079410"/>
                      </a:lnTo>
                      <a:lnTo>
                        <a:pt x="1102637" y="2079526"/>
                      </a:lnTo>
                      <a:lnTo>
                        <a:pt x="1102533" y="2079745"/>
                      </a:lnTo>
                      <a:lnTo>
                        <a:pt x="1102348" y="2079919"/>
                      </a:lnTo>
                      <a:lnTo>
                        <a:pt x="1102255" y="2079954"/>
                      </a:lnTo>
                      <a:lnTo>
                        <a:pt x="1101480" y="2079942"/>
                      </a:lnTo>
                      <a:lnTo>
                        <a:pt x="1101040" y="2079884"/>
                      </a:lnTo>
                      <a:lnTo>
                        <a:pt x="1100473" y="2080197"/>
                      </a:lnTo>
                      <a:lnTo>
                        <a:pt x="1100438" y="2080486"/>
                      </a:lnTo>
                      <a:lnTo>
                        <a:pt x="1100438" y="2080845"/>
                      </a:lnTo>
                      <a:lnTo>
                        <a:pt x="1100438" y="2080880"/>
                      </a:lnTo>
                      <a:lnTo>
                        <a:pt x="1100276" y="2080973"/>
                      </a:lnTo>
                      <a:lnTo>
                        <a:pt x="1100148" y="2080845"/>
                      </a:lnTo>
                      <a:lnTo>
                        <a:pt x="1099720" y="2080764"/>
                      </a:lnTo>
                      <a:lnTo>
                        <a:pt x="1099674" y="2080810"/>
                      </a:lnTo>
                      <a:lnTo>
                        <a:pt x="1099558" y="2081088"/>
                      </a:lnTo>
                      <a:lnTo>
                        <a:pt x="1099523" y="2081146"/>
                      </a:lnTo>
                      <a:lnTo>
                        <a:pt x="1099465" y="2081135"/>
                      </a:lnTo>
                      <a:lnTo>
                        <a:pt x="1099327" y="2081042"/>
                      </a:lnTo>
                      <a:lnTo>
                        <a:pt x="1099269" y="2081042"/>
                      </a:lnTo>
                      <a:lnTo>
                        <a:pt x="1098956" y="2081123"/>
                      </a:lnTo>
                      <a:lnTo>
                        <a:pt x="1098933" y="2081146"/>
                      </a:lnTo>
                      <a:lnTo>
                        <a:pt x="1098771" y="2081331"/>
                      </a:lnTo>
                      <a:lnTo>
                        <a:pt x="1098748" y="2081343"/>
                      </a:lnTo>
                      <a:lnTo>
                        <a:pt x="1098586" y="2081447"/>
                      </a:lnTo>
                      <a:lnTo>
                        <a:pt x="1098319" y="2081574"/>
                      </a:lnTo>
                      <a:lnTo>
                        <a:pt x="1097648" y="2081748"/>
                      </a:lnTo>
                      <a:lnTo>
                        <a:pt x="1097417" y="2081818"/>
                      </a:lnTo>
                      <a:lnTo>
                        <a:pt x="1097035" y="2081771"/>
                      </a:lnTo>
                      <a:lnTo>
                        <a:pt x="1096895" y="2081667"/>
                      </a:lnTo>
                      <a:lnTo>
                        <a:pt x="1096757" y="2081574"/>
                      </a:lnTo>
                      <a:lnTo>
                        <a:pt x="1096652" y="2081551"/>
                      </a:lnTo>
                      <a:lnTo>
                        <a:pt x="1096363" y="2081840"/>
                      </a:lnTo>
                      <a:lnTo>
                        <a:pt x="1096340" y="2081852"/>
                      </a:lnTo>
                      <a:lnTo>
                        <a:pt x="1096004" y="2082234"/>
                      </a:lnTo>
                      <a:lnTo>
                        <a:pt x="1094210" y="2082558"/>
                      </a:lnTo>
                      <a:lnTo>
                        <a:pt x="1094129" y="2082547"/>
                      </a:lnTo>
                      <a:lnTo>
                        <a:pt x="1094001" y="2082570"/>
                      </a:lnTo>
                      <a:lnTo>
                        <a:pt x="1093515" y="2082801"/>
                      </a:lnTo>
                      <a:lnTo>
                        <a:pt x="1093238" y="2082848"/>
                      </a:lnTo>
                      <a:lnTo>
                        <a:pt x="1092786" y="2083044"/>
                      </a:lnTo>
                      <a:lnTo>
                        <a:pt x="1092705" y="2082732"/>
                      </a:lnTo>
                      <a:lnTo>
                        <a:pt x="1092705" y="2082697"/>
                      </a:lnTo>
                      <a:lnTo>
                        <a:pt x="1092601" y="2082558"/>
                      </a:lnTo>
                      <a:lnTo>
                        <a:pt x="1092462" y="2082524"/>
                      </a:lnTo>
                      <a:lnTo>
                        <a:pt x="1092265" y="2082408"/>
                      </a:lnTo>
                      <a:lnTo>
                        <a:pt x="1092080" y="2082165"/>
                      </a:lnTo>
                      <a:lnTo>
                        <a:pt x="1091987" y="2082130"/>
                      </a:lnTo>
                      <a:lnTo>
                        <a:pt x="1091687" y="2082061"/>
                      </a:lnTo>
                      <a:lnTo>
                        <a:pt x="1091652" y="2082049"/>
                      </a:lnTo>
                      <a:lnTo>
                        <a:pt x="1091571" y="2082061"/>
                      </a:lnTo>
                      <a:lnTo>
                        <a:pt x="1091177" y="2082350"/>
                      </a:lnTo>
                      <a:lnTo>
                        <a:pt x="1090691" y="2081702"/>
                      </a:lnTo>
                      <a:lnTo>
                        <a:pt x="1090182" y="2081898"/>
                      </a:lnTo>
                      <a:lnTo>
                        <a:pt x="1090008" y="2081875"/>
                      </a:lnTo>
                      <a:lnTo>
                        <a:pt x="1089429" y="2082026"/>
                      </a:lnTo>
                      <a:lnTo>
                        <a:pt x="1088700" y="2081783"/>
                      </a:lnTo>
                      <a:lnTo>
                        <a:pt x="1087438" y="2083681"/>
                      </a:lnTo>
                      <a:lnTo>
                        <a:pt x="1087334" y="2083809"/>
                      </a:lnTo>
                      <a:lnTo>
                        <a:pt x="1087033" y="2084121"/>
                      </a:lnTo>
                      <a:lnTo>
                        <a:pt x="1086940" y="2084202"/>
                      </a:lnTo>
                      <a:lnTo>
                        <a:pt x="1086836" y="2084283"/>
                      </a:lnTo>
                      <a:lnTo>
                        <a:pt x="1086547" y="2084549"/>
                      </a:lnTo>
                      <a:lnTo>
                        <a:pt x="1086257" y="2084874"/>
                      </a:lnTo>
                      <a:lnTo>
                        <a:pt x="1086211" y="2084920"/>
                      </a:lnTo>
                      <a:lnTo>
                        <a:pt x="1086142" y="2085047"/>
                      </a:lnTo>
                      <a:lnTo>
                        <a:pt x="1088202" y="2088450"/>
                      </a:lnTo>
                      <a:lnTo>
                        <a:pt x="1088202" y="2088647"/>
                      </a:lnTo>
                      <a:lnTo>
                        <a:pt x="1088179" y="2088914"/>
                      </a:lnTo>
                      <a:lnTo>
                        <a:pt x="1088179" y="2088937"/>
                      </a:lnTo>
                      <a:lnTo>
                        <a:pt x="1088109" y="2089215"/>
                      </a:lnTo>
                      <a:lnTo>
                        <a:pt x="1087901" y="2089677"/>
                      </a:lnTo>
                      <a:lnTo>
                        <a:pt x="1087878" y="2089712"/>
                      </a:lnTo>
                      <a:lnTo>
                        <a:pt x="1087727" y="2089921"/>
                      </a:lnTo>
                      <a:lnTo>
                        <a:pt x="1087681" y="2089978"/>
                      </a:lnTo>
                      <a:lnTo>
                        <a:pt x="1087183" y="2090615"/>
                      </a:lnTo>
                      <a:lnTo>
                        <a:pt x="1086859" y="2090963"/>
                      </a:lnTo>
                      <a:lnTo>
                        <a:pt x="1086848" y="2090974"/>
                      </a:lnTo>
                      <a:lnTo>
                        <a:pt x="1085864" y="2091726"/>
                      </a:lnTo>
                      <a:lnTo>
                        <a:pt x="1085725" y="2091750"/>
                      </a:lnTo>
                      <a:lnTo>
                        <a:pt x="1085644" y="2091750"/>
                      </a:lnTo>
                      <a:lnTo>
                        <a:pt x="1085598" y="2091750"/>
                      </a:lnTo>
                      <a:lnTo>
                        <a:pt x="1085204" y="2091726"/>
                      </a:lnTo>
                      <a:lnTo>
                        <a:pt x="1085065" y="2091680"/>
                      </a:lnTo>
                      <a:lnTo>
                        <a:pt x="1084648" y="2091460"/>
                      </a:lnTo>
                      <a:lnTo>
                        <a:pt x="1084417" y="2091368"/>
                      </a:lnTo>
                      <a:lnTo>
                        <a:pt x="1083583" y="2090997"/>
                      </a:lnTo>
                      <a:lnTo>
                        <a:pt x="1083306" y="2090997"/>
                      </a:lnTo>
                      <a:lnTo>
                        <a:pt x="1083178" y="2091124"/>
                      </a:lnTo>
                      <a:lnTo>
                        <a:pt x="1083051" y="2091402"/>
                      </a:lnTo>
                      <a:lnTo>
                        <a:pt x="1082947" y="2091703"/>
                      </a:lnTo>
                      <a:lnTo>
                        <a:pt x="1082958" y="2091877"/>
                      </a:lnTo>
                      <a:lnTo>
                        <a:pt x="1083665" y="2092653"/>
                      </a:lnTo>
                      <a:lnTo>
                        <a:pt x="1083722" y="2092711"/>
                      </a:lnTo>
                      <a:lnTo>
                        <a:pt x="1084336" y="2093694"/>
                      </a:lnTo>
                      <a:lnTo>
                        <a:pt x="1084313" y="2094180"/>
                      </a:lnTo>
                      <a:lnTo>
                        <a:pt x="1084278" y="2094250"/>
                      </a:lnTo>
                      <a:lnTo>
                        <a:pt x="1084232" y="2094285"/>
                      </a:lnTo>
                      <a:lnTo>
                        <a:pt x="1084162" y="2094331"/>
                      </a:lnTo>
                      <a:lnTo>
                        <a:pt x="1083988" y="2094343"/>
                      </a:lnTo>
                      <a:lnTo>
                        <a:pt x="1083745" y="2094065"/>
                      </a:lnTo>
                      <a:lnTo>
                        <a:pt x="1083468" y="2093764"/>
                      </a:lnTo>
                      <a:lnTo>
                        <a:pt x="1083340" y="2093636"/>
                      </a:lnTo>
                      <a:lnTo>
                        <a:pt x="1082391" y="2094435"/>
                      </a:lnTo>
                      <a:lnTo>
                        <a:pt x="1082148" y="2094702"/>
                      </a:lnTo>
                      <a:lnTo>
                        <a:pt x="1082078" y="2094771"/>
                      </a:lnTo>
                      <a:lnTo>
                        <a:pt x="1082021" y="2094875"/>
                      </a:lnTo>
                      <a:lnTo>
                        <a:pt x="1081835" y="2095072"/>
                      </a:lnTo>
                      <a:lnTo>
                        <a:pt x="1081801" y="2095118"/>
                      </a:lnTo>
                      <a:lnTo>
                        <a:pt x="1081685" y="2095280"/>
                      </a:lnTo>
                      <a:lnTo>
                        <a:pt x="1081569" y="2095454"/>
                      </a:lnTo>
                      <a:lnTo>
                        <a:pt x="1081546" y="2095489"/>
                      </a:lnTo>
                      <a:lnTo>
                        <a:pt x="1081476" y="2095697"/>
                      </a:lnTo>
                      <a:lnTo>
                        <a:pt x="1081453" y="2095848"/>
                      </a:lnTo>
                      <a:lnTo>
                        <a:pt x="1081453" y="2095906"/>
                      </a:lnTo>
                      <a:lnTo>
                        <a:pt x="1081476" y="2095998"/>
                      </a:lnTo>
                      <a:lnTo>
                        <a:pt x="1081534" y="2096310"/>
                      </a:lnTo>
                      <a:lnTo>
                        <a:pt x="1081546" y="2096380"/>
                      </a:lnTo>
                      <a:lnTo>
                        <a:pt x="1081581" y="2096461"/>
                      </a:lnTo>
                      <a:lnTo>
                        <a:pt x="1081801" y="2096681"/>
                      </a:lnTo>
                      <a:lnTo>
                        <a:pt x="1081859" y="2096727"/>
                      </a:lnTo>
                      <a:lnTo>
                        <a:pt x="1081951" y="2096831"/>
                      </a:lnTo>
                      <a:lnTo>
                        <a:pt x="1082055" y="2096947"/>
                      </a:lnTo>
                      <a:lnTo>
                        <a:pt x="1082067" y="2096970"/>
                      </a:lnTo>
                      <a:lnTo>
                        <a:pt x="1082090" y="2097086"/>
                      </a:lnTo>
                      <a:lnTo>
                        <a:pt x="1082102" y="2097179"/>
                      </a:lnTo>
                      <a:lnTo>
                        <a:pt x="1082102" y="2097202"/>
                      </a:lnTo>
                      <a:lnTo>
                        <a:pt x="1082102" y="2097237"/>
                      </a:lnTo>
                      <a:lnTo>
                        <a:pt x="1081997" y="2097399"/>
                      </a:lnTo>
                      <a:lnTo>
                        <a:pt x="1081974" y="2097422"/>
                      </a:lnTo>
                      <a:lnTo>
                        <a:pt x="1081951" y="2097433"/>
                      </a:lnTo>
                      <a:lnTo>
                        <a:pt x="1081453" y="2097445"/>
                      </a:lnTo>
                      <a:lnTo>
                        <a:pt x="1080747" y="2097457"/>
                      </a:lnTo>
                      <a:lnTo>
                        <a:pt x="1080504" y="2097561"/>
                      </a:lnTo>
                      <a:lnTo>
                        <a:pt x="1080249" y="2097688"/>
                      </a:lnTo>
                      <a:lnTo>
                        <a:pt x="1080134" y="2097769"/>
                      </a:lnTo>
                      <a:lnTo>
                        <a:pt x="1080029" y="2097897"/>
                      </a:lnTo>
                      <a:lnTo>
                        <a:pt x="1079948" y="2098024"/>
                      </a:lnTo>
                      <a:lnTo>
                        <a:pt x="1079914" y="2098105"/>
                      </a:lnTo>
                      <a:lnTo>
                        <a:pt x="1079879" y="2098209"/>
                      </a:lnTo>
                      <a:lnTo>
                        <a:pt x="1079648" y="2099031"/>
                      </a:lnTo>
                      <a:lnTo>
                        <a:pt x="1079555" y="2099181"/>
                      </a:lnTo>
                      <a:lnTo>
                        <a:pt x="1079520" y="2099204"/>
                      </a:lnTo>
                      <a:lnTo>
                        <a:pt x="1077344" y="2099262"/>
                      </a:lnTo>
                      <a:lnTo>
                        <a:pt x="1076754" y="2099332"/>
                      </a:lnTo>
                      <a:lnTo>
                        <a:pt x="1076360" y="2099424"/>
                      </a:lnTo>
                      <a:lnTo>
                        <a:pt x="1076337" y="2099424"/>
                      </a:lnTo>
                      <a:lnTo>
                        <a:pt x="1076221" y="2099482"/>
                      </a:lnTo>
                      <a:lnTo>
                        <a:pt x="1076071" y="2099563"/>
                      </a:lnTo>
                      <a:lnTo>
                        <a:pt x="1075712" y="2100061"/>
                      </a:lnTo>
                      <a:lnTo>
                        <a:pt x="1075642" y="2100177"/>
                      </a:lnTo>
                      <a:lnTo>
                        <a:pt x="1073420" y="2100247"/>
                      </a:lnTo>
                      <a:lnTo>
                        <a:pt x="1073327" y="2100304"/>
                      </a:lnTo>
                      <a:lnTo>
                        <a:pt x="1073223" y="2100397"/>
                      </a:lnTo>
                      <a:lnTo>
                        <a:pt x="1072794" y="2102561"/>
                      </a:lnTo>
                      <a:lnTo>
                        <a:pt x="1072783" y="2102585"/>
                      </a:lnTo>
                      <a:lnTo>
                        <a:pt x="1072748" y="2103453"/>
                      </a:lnTo>
                      <a:lnTo>
                        <a:pt x="1072841" y="2103627"/>
                      </a:lnTo>
                      <a:lnTo>
                        <a:pt x="1072980" y="2103904"/>
                      </a:lnTo>
                      <a:lnTo>
                        <a:pt x="1072980" y="2103928"/>
                      </a:lnTo>
                      <a:lnTo>
                        <a:pt x="1072980" y="2103951"/>
                      </a:lnTo>
                      <a:lnTo>
                        <a:pt x="1072910" y="2104113"/>
                      </a:lnTo>
                      <a:lnTo>
                        <a:pt x="1072424" y="2104645"/>
                      </a:lnTo>
                      <a:lnTo>
                        <a:pt x="1072401" y="2104668"/>
                      </a:lnTo>
                      <a:lnTo>
                        <a:pt x="1071880" y="2105618"/>
                      </a:lnTo>
                      <a:lnTo>
                        <a:pt x="1071822" y="2105676"/>
                      </a:lnTo>
                      <a:lnTo>
                        <a:pt x="1071452" y="2105999"/>
                      </a:lnTo>
                      <a:lnTo>
                        <a:pt x="1071440" y="2106011"/>
                      </a:lnTo>
                      <a:lnTo>
                        <a:pt x="1071325" y="2106139"/>
                      </a:lnTo>
                      <a:lnTo>
                        <a:pt x="1071313" y="2106185"/>
                      </a:lnTo>
                      <a:lnTo>
                        <a:pt x="1070803" y="2107088"/>
                      </a:lnTo>
                      <a:lnTo>
                        <a:pt x="1070201" y="2107111"/>
                      </a:lnTo>
                      <a:lnTo>
                        <a:pt x="1069900" y="2106995"/>
                      </a:lnTo>
                      <a:lnTo>
                        <a:pt x="1069727" y="2106914"/>
                      </a:lnTo>
                      <a:lnTo>
                        <a:pt x="1068766" y="2106752"/>
                      </a:lnTo>
                      <a:lnTo>
                        <a:pt x="1068187" y="2106845"/>
                      </a:lnTo>
                      <a:lnTo>
                        <a:pt x="1068083" y="2106914"/>
                      </a:lnTo>
                      <a:lnTo>
                        <a:pt x="1068014" y="2106972"/>
                      </a:lnTo>
                      <a:lnTo>
                        <a:pt x="1067805" y="2107377"/>
                      </a:lnTo>
                      <a:lnTo>
                        <a:pt x="1067805" y="2107470"/>
                      </a:lnTo>
                      <a:lnTo>
                        <a:pt x="1067887" y="2107736"/>
                      </a:lnTo>
                      <a:lnTo>
                        <a:pt x="1067967" y="2107840"/>
                      </a:lnTo>
                      <a:lnTo>
                        <a:pt x="1068049" y="2107898"/>
                      </a:lnTo>
                      <a:lnTo>
                        <a:pt x="1069055" y="2107991"/>
                      </a:lnTo>
                      <a:lnTo>
                        <a:pt x="1069125" y="2108025"/>
                      </a:lnTo>
                      <a:lnTo>
                        <a:pt x="1069137" y="2108048"/>
                      </a:lnTo>
                      <a:lnTo>
                        <a:pt x="1069195" y="2108153"/>
                      </a:lnTo>
                      <a:lnTo>
                        <a:pt x="1069206" y="2108199"/>
                      </a:lnTo>
                      <a:lnTo>
                        <a:pt x="1069229" y="2108396"/>
                      </a:lnTo>
                      <a:lnTo>
                        <a:pt x="1069218" y="2108581"/>
                      </a:lnTo>
                      <a:lnTo>
                        <a:pt x="1069195" y="2108697"/>
                      </a:lnTo>
                      <a:lnTo>
                        <a:pt x="1069044" y="2109287"/>
                      </a:lnTo>
                      <a:lnTo>
                        <a:pt x="1069021" y="2109368"/>
                      </a:lnTo>
                      <a:lnTo>
                        <a:pt x="1067863" y="2110468"/>
                      </a:lnTo>
                      <a:lnTo>
                        <a:pt x="1067875" y="2110503"/>
                      </a:lnTo>
                      <a:lnTo>
                        <a:pt x="1067909" y="2110595"/>
                      </a:lnTo>
                      <a:lnTo>
                        <a:pt x="1067944" y="2110630"/>
                      </a:lnTo>
                      <a:lnTo>
                        <a:pt x="1068083" y="2110780"/>
                      </a:lnTo>
                      <a:lnTo>
                        <a:pt x="1068488" y="2110873"/>
                      </a:lnTo>
                      <a:lnTo>
                        <a:pt x="1068616" y="2111475"/>
                      </a:lnTo>
                      <a:lnTo>
                        <a:pt x="1068616" y="2111498"/>
                      </a:lnTo>
                      <a:lnTo>
                        <a:pt x="1068569" y="2111556"/>
                      </a:lnTo>
                      <a:lnTo>
                        <a:pt x="1068349" y="2111776"/>
                      </a:lnTo>
                      <a:lnTo>
                        <a:pt x="1068326" y="2111787"/>
                      </a:lnTo>
                      <a:lnTo>
                        <a:pt x="1067064" y="2111660"/>
                      </a:lnTo>
                      <a:lnTo>
                        <a:pt x="1066960" y="2111637"/>
                      </a:lnTo>
                      <a:lnTo>
                        <a:pt x="1066683" y="2111602"/>
                      </a:lnTo>
                      <a:lnTo>
                        <a:pt x="1066659" y="2111510"/>
                      </a:lnTo>
                      <a:lnTo>
                        <a:pt x="1066648" y="2111440"/>
                      </a:lnTo>
                      <a:lnTo>
                        <a:pt x="1066659" y="2111371"/>
                      </a:lnTo>
                      <a:lnTo>
                        <a:pt x="1066602" y="2111290"/>
                      </a:lnTo>
                      <a:lnTo>
                        <a:pt x="1066590" y="2111267"/>
                      </a:lnTo>
                      <a:lnTo>
                        <a:pt x="1066567" y="2111070"/>
                      </a:lnTo>
                      <a:lnTo>
                        <a:pt x="1066567" y="2111047"/>
                      </a:lnTo>
                      <a:lnTo>
                        <a:pt x="1066486" y="2111024"/>
                      </a:lnTo>
                      <a:lnTo>
                        <a:pt x="1066312" y="2110942"/>
                      </a:lnTo>
                      <a:lnTo>
                        <a:pt x="1065907" y="2111000"/>
                      </a:lnTo>
                      <a:lnTo>
                        <a:pt x="1065537" y="2111128"/>
                      </a:lnTo>
                      <a:lnTo>
                        <a:pt x="1065513" y="2111139"/>
                      </a:lnTo>
                      <a:lnTo>
                        <a:pt x="1065363" y="2112216"/>
                      </a:lnTo>
                      <a:lnTo>
                        <a:pt x="1065398" y="2112297"/>
                      </a:lnTo>
                      <a:lnTo>
                        <a:pt x="1065421" y="2112343"/>
                      </a:lnTo>
                      <a:lnTo>
                        <a:pt x="1065595" y="2112540"/>
                      </a:lnTo>
                      <a:lnTo>
                        <a:pt x="1065617" y="2112563"/>
                      </a:lnTo>
                      <a:lnTo>
                        <a:pt x="1065675" y="2112841"/>
                      </a:lnTo>
                      <a:lnTo>
                        <a:pt x="1065224" y="2114045"/>
                      </a:lnTo>
                      <a:lnTo>
                        <a:pt x="1065212" y="2114068"/>
                      </a:lnTo>
                      <a:lnTo>
                        <a:pt x="1064900" y="2114878"/>
                      </a:lnTo>
                      <a:lnTo>
                        <a:pt x="1064726" y="2115330"/>
                      </a:lnTo>
                      <a:lnTo>
                        <a:pt x="1064645" y="2115631"/>
                      </a:lnTo>
                      <a:lnTo>
                        <a:pt x="1064576" y="2115839"/>
                      </a:lnTo>
                      <a:lnTo>
                        <a:pt x="1064460" y="2116464"/>
                      </a:lnTo>
                      <a:lnTo>
                        <a:pt x="1064344" y="2116788"/>
                      </a:lnTo>
                      <a:lnTo>
                        <a:pt x="1064170" y="2116997"/>
                      </a:lnTo>
                      <a:lnTo>
                        <a:pt x="1064136" y="2117031"/>
                      </a:lnTo>
                      <a:lnTo>
                        <a:pt x="1062619" y="2117541"/>
                      </a:lnTo>
                      <a:lnTo>
                        <a:pt x="1062307" y="2117506"/>
                      </a:lnTo>
                      <a:lnTo>
                        <a:pt x="1062110" y="2117471"/>
                      </a:lnTo>
                      <a:lnTo>
                        <a:pt x="1060223" y="2117344"/>
                      </a:lnTo>
                      <a:lnTo>
                        <a:pt x="1059367" y="2117043"/>
                      </a:lnTo>
                      <a:lnTo>
                        <a:pt x="1058857" y="2116302"/>
                      </a:lnTo>
                      <a:lnTo>
                        <a:pt x="1057468" y="2118154"/>
                      </a:lnTo>
                      <a:lnTo>
                        <a:pt x="1057399" y="2118339"/>
                      </a:lnTo>
                      <a:lnTo>
                        <a:pt x="1057306" y="2118513"/>
                      </a:lnTo>
                      <a:lnTo>
                        <a:pt x="1057040" y="2118872"/>
                      </a:lnTo>
                      <a:lnTo>
                        <a:pt x="1056982" y="2118941"/>
                      </a:lnTo>
                      <a:lnTo>
                        <a:pt x="1056878" y="2119080"/>
                      </a:lnTo>
                      <a:lnTo>
                        <a:pt x="1056253" y="2119810"/>
                      </a:lnTo>
                      <a:lnTo>
                        <a:pt x="1055986" y="2120030"/>
                      </a:lnTo>
                      <a:lnTo>
                        <a:pt x="1055767" y="2120192"/>
                      </a:lnTo>
                      <a:lnTo>
                        <a:pt x="1055755" y="2120203"/>
                      </a:lnTo>
                      <a:lnTo>
                        <a:pt x="1054285" y="2121164"/>
                      </a:lnTo>
                      <a:lnTo>
                        <a:pt x="1054238" y="2121199"/>
                      </a:lnTo>
                      <a:lnTo>
                        <a:pt x="1053891" y="2121326"/>
                      </a:lnTo>
                      <a:lnTo>
                        <a:pt x="1052988" y="2121268"/>
                      </a:lnTo>
                      <a:lnTo>
                        <a:pt x="1052826" y="2121187"/>
                      </a:lnTo>
                      <a:lnTo>
                        <a:pt x="1052606" y="2121083"/>
                      </a:lnTo>
                      <a:lnTo>
                        <a:pt x="1052247" y="2120875"/>
                      </a:lnTo>
                      <a:lnTo>
                        <a:pt x="1052213" y="2120840"/>
                      </a:lnTo>
                      <a:lnTo>
                        <a:pt x="1052120" y="2120805"/>
                      </a:lnTo>
                      <a:lnTo>
                        <a:pt x="1051263" y="2120852"/>
                      </a:lnTo>
                      <a:lnTo>
                        <a:pt x="1050476" y="2121199"/>
                      </a:lnTo>
                      <a:lnTo>
                        <a:pt x="1050372" y="2121245"/>
                      </a:lnTo>
                      <a:lnTo>
                        <a:pt x="1049932" y="2121523"/>
                      </a:lnTo>
                      <a:lnTo>
                        <a:pt x="1049828" y="2121592"/>
                      </a:lnTo>
                      <a:lnTo>
                        <a:pt x="1048555" y="2123907"/>
                      </a:lnTo>
                      <a:lnTo>
                        <a:pt x="1048485" y="2124370"/>
                      </a:lnTo>
                      <a:lnTo>
                        <a:pt x="1048474" y="2124637"/>
                      </a:lnTo>
                      <a:lnTo>
                        <a:pt x="1048485" y="2124706"/>
                      </a:lnTo>
                      <a:lnTo>
                        <a:pt x="1048497" y="2124799"/>
                      </a:lnTo>
                      <a:lnTo>
                        <a:pt x="1048590" y="2125135"/>
                      </a:lnTo>
                      <a:lnTo>
                        <a:pt x="1049087" y="2126038"/>
                      </a:lnTo>
                      <a:lnTo>
                        <a:pt x="1049203" y="2126153"/>
                      </a:lnTo>
                      <a:lnTo>
                        <a:pt x="1050210" y="2126859"/>
                      </a:lnTo>
                      <a:lnTo>
                        <a:pt x="1050256" y="2126883"/>
                      </a:lnTo>
                      <a:lnTo>
                        <a:pt x="1050384" y="2126975"/>
                      </a:lnTo>
                      <a:lnTo>
                        <a:pt x="1050465" y="2127045"/>
                      </a:lnTo>
                      <a:lnTo>
                        <a:pt x="1050418" y="2127878"/>
                      </a:lnTo>
                      <a:lnTo>
                        <a:pt x="1050083" y="2127808"/>
                      </a:lnTo>
                      <a:lnTo>
                        <a:pt x="1049654" y="2127855"/>
                      </a:lnTo>
                      <a:lnTo>
                        <a:pt x="1049550" y="2127890"/>
                      </a:lnTo>
                      <a:lnTo>
                        <a:pt x="1049215" y="2128017"/>
                      </a:lnTo>
                      <a:lnTo>
                        <a:pt x="1049029" y="2128098"/>
                      </a:lnTo>
                      <a:lnTo>
                        <a:pt x="1048786" y="2128202"/>
                      </a:lnTo>
                      <a:lnTo>
                        <a:pt x="1048532" y="2128295"/>
                      </a:lnTo>
                      <a:lnTo>
                        <a:pt x="1048207" y="2128410"/>
                      </a:lnTo>
                      <a:lnTo>
                        <a:pt x="1047848" y="2128677"/>
                      </a:lnTo>
                      <a:lnTo>
                        <a:pt x="1047559" y="2129059"/>
                      </a:lnTo>
                      <a:lnTo>
                        <a:pt x="1047420" y="2129290"/>
                      </a:lnTo>
                      <a:lnTo>
                        <a:pt x="1046853" y="2129881"/>
                      </a:lnTo>
                      <a:lnTo>
                        <a:pt x="1045464" y="2130054"/>
                      </a:lnTo>
                      <a:lnTo>
                        <a:pt x="1044445" y="2130263"/>
                      </a:lnTo>
                      <a:lnTo>
                        <a:pt x="1044387" y="2130286"/>
                      </a:lnTo>
                      <a:lnTo>
                        <a:pt x="1044225" y="2130390"/>
                      </a:lnTo>
                      <a:lnTo>
                        <a:pt x="1043994" y="2130807"/>
                      </a:lnTo>
                      <a:lnTo>
                        <a:pt x="1043959" y="2130876"/>
                      </a:lnTo>
                      <a:lnTo>
                        <a:pt x="1043901" y="2131003"/>
                      </a:lnTo>
                      <a:lnTo>
                        <a:pt x="1043808" y="2131258"/>
                      </a:lnTo>
                      <a:lnTo>
                        <a:pt x="1043785" y="2131328"/>
                      </a:lnTo>
                      <a:lnTo>
                        <a:pt x="1043554" y="2132161"/>
                      </a:lnTo>
                      <a:lnTo>
                        <a:pt x="1043392" y="2132717"/>
                      </a:lnTo>
                      <a:lnTo>
                        <a:pt x="1043172" y="2133446"/>
                      </a:lnTo>
                      <a:lnTo>
                        <a:pt x="1042917" y="2133573"/>
                      </a:lnTo>
                      <a:lnTo>
                        <a:pt x="1042894" y="2133562"/>
                      </a:lnTo>
                      <a:lnTo>
                        <a:pt x="1042732" y="2133377"/>
                      </a:lnTo>
                      <a:lnTo>
                        <a:pt x="1042639" y="2133400"/>
                      </a:lnTo>
                      <a:lnTo>
                        <a:pt x="1042003" y="2133388"/>
                      </a:lnTo>
                      <a:lnTo>
                        <a:pt x="1041933" y="2133365"/>
                      </a:lnTo>
                      <a:lnTo>
                        <a:pt x="1041644" y="2133284"/>
                      </a:lnTo>
                      <a:lnTo>
                        <a:pt x="1041470" y="2133191"/>
                      </a:lnTo>
                      <a:lnTo>
                        <a:pt x="1041215" y="2133099"/>
                      </a:lnTo>
                      <a:lnTo>
                        <a:pt x="1039375" y="2133018"/>
                      </a:lnTo>
                      <a:lnTo>
                        <a:pt x="1038426" y="2132925"/>
                      </a:lnTo>
                      <a:lnTo>
                        <a:pt x="1037095" y="2132717"/>
                      </a:lnTo>
                      <a:lnTo>
                        <a:pt x="1031318" y="2131814"/>
                      </a:lnTo>
                      <a:lnTo>
                        <a:pt x="1031110" y="2131814"/>
                      </a:lnTo>
                      <a:lnTo>
                        <a:pt x="1031029" y="2131802"/>
                      </a:lnTo>
                      <a:lnTo>
                        <a:pt x="1030566" y="2131721"/>
                      </a:lnTo>
                      <a:lnTo>
                        <a:pt x="1029860" y="2131605"/>
                      </a:lnTo>
                      <a:lnTo>
                        <a:pt x="1029408" y="2131536"/>
                      </a:lnTo>
                      <a:lnTo>
                        <a:pt x="1029038" y="2131478"/>
                      </a:lnTo>
                      <a:lnTo>
                        <a:pt x="1028540" y="2131339"/>
                      </a:lnTo>
                      <a:lnTo>
                        <a:pt x="1027938" y="2131224"/>
                      </a:lnTo>
                      <a:lnTo>
                        <a:pt x="1027336" y="2131108"/>
                      </a:lnTo>
                      <a:lnTo>
                        <a:pt x="1026584" y="2130899"/>
                      </a:lnTo>
                      <a:lnTo>
                        <a:pt x="1025889" y="2130784"/>
                      </a:lnTo>
                      <a:lnTo>
                        <a:pt x="1025808" y="2130760"/>
                      </a:lnTo>
                      <a:lnTo>
                        <a:pt x="1022358" y="2130054"/>
                      </a:lnTo>
                      <a:lnTo>
                        <a:pt x="1021861" y="2129950"/>
                      </a:lnTo>
                      <a:lnTo>
                        <a:pt x="1021375" y="2129869"/>
                      </a:lnTo>
                      <a:lnTo>
                        <a:pt x="1020391" y="2129765"/>
                      </a:lnTo>
                      <a:lnTo>
                        <a:pt x="1019522" y="2129684"/>
                      </a:lnTo>
                      <a:lnTo>
                        <a:pt x="1017902" y="2129614"/>
                      </a:lnTo>
                      <a:lnTo>
                        <a:pt x="1017566" y="2129603"/>
                      </a:lnTo>
                      <a:lnTo>
                        <a:pt x="1016142" y="2129684"/>
                      </a:lnTo>
                      <a:lnTo>
                        <a:pt x="1015888" y="2129684"/>
                      </a:lnTo>
                      <a:lnTo>
                        <a:pt x="1015309" y="2129545"/>
                      </a:lnTo>
                      <a:lnTo>
                        <a:pt x="1015135" y="2129510"/>
                      </a:lnTo>
                      <a:lnTo>
                        <a:pt x="1014869" y="2129464"/>
                      </a:lnTo>
                      <a:lnTo>
                        <a:pt x="1014475" y="2129811"/>
                      </a:lnTo>
                      <a:lnTo>
                        <a:pt x="1014302" y="2129939"/>
                      </a:lnTo>
                      <a:lnTo>
                        <a:pt x="1013977" y="2130170"/>
                      </a:lnTo>
                      <a:lnTo>
                        <a:pt x="1012959" y="2130911"/>
                      </a:lnTo>
                      <a:lnTo>
                        <a:pt x="1012600" y="2130911"/>
                      </a:lnTo>
                      <a:lnTo>
                        <a:pt x="1012322" y="2130969"/>
                      </a:lnTo>
                      <a:lnTo>
                        <a:pt x="1012044" y="2131015"/>
                      </a:lnTo>
                      <a:lnTo>
                        <a:pt x="1011963" y="2131061"/>
                      </a:lnTo>
                      <a:lnTo>
                        <a:pt x="1011940" y="2131085"/>
                      </a:lnTo>
                      <a:lnTo>
                        <a:pt x="1011906" y="2131142"/>
                      </a:lnTo>
                      <a:lnTo>
                        <a:pt x="1011848" y="2131443"/>
                      </a:lnTo>
                      <a:lnTo>
                        <a:pt x="1011790" y="2132057"/>
                      </a:lnTo>
                      <a:lnTo>
                        <a:pt x="1011547" y="2132370"/>
                      </a:lnTo>
                      <a:lnTo>
                        <a:pt x="1011454" y="2132532"/>
                      </a:lnTo>
                      <a:lnTo>
                        <a:pt x="1011350" y="2132624"/>
                      </a:lnTo>
                      <a:lnTo>
                        <a:pt x="1011292" y="2132659"/>
                      </a:lnTo>
                      <a:lnTo>
                        <a:pt x="1011199" y="2132775"/>
                      </a:lnTo>
                      <a:lnTo>
                        <a:pt x="1011107" y="2133099"/>
                      </a:lnTo>
                      <a:lnTo>
                        <a:pt x="1011107" y="2133145"/>
                      </a:lnTo>
                      <a:lnTo>
                        <a:pt x="1011130" y="2133342"/>
                      </a:lnTo>
                      <a:lnTo>
                        <a:pt x="1011037" y="2133562"/>
                      </a:lnTo>
                      <a:lnTo>
                        <a:pt x="1011037" y="2133654"/>
                      </a:lnTo>
                      <a:lnTo>
                        <a:pt x="1011003" y="2134094"/>
                      </a:lnTo>
                      <a:lnTo>
                        <a:pt x="1011083" y="2134268"/>
                      </a:lnTo>
                      <a:lnTo>
                        <a:pt x="1011257" y="2134337"/>
                      </a:lnTo>
                      <a:lnTo>
                        <a:pt x="1011685" y="2134106"/>
                      </a:lnTo>
                      <a:lnTo>
                        <a:pt x="1011697" y="2134083"/>
                      </a:lnTo>
                      <a:lnTo>
                        <a:pt x="1011720" y="2134036"/>
                      </a:lnTo>
                      <a:lnTo>
                        <a:pt x="1011743" y="2133979"/>
                      </a:lnTo>
                      <a:lnTo>
                        <a:pt x="1011767" y="2133932"/>
                      </a:lnTo>
                      <a:lnTo>
                        <a:pt x="1011813" y="2133724"/>
                      </a:lnTo>
                      <a:lnTo>
                        <a:pt x="1011929" y="2133446"/>
                      </a:lnTo>
                      <a:lnTo>
                        <a:pt x="1011940" y="2133423"/>
                      </a:lnTo>
                      <a:lnTo>
                        <a:pt x="1011952" y="2133411"/>
                      </a:lnTo>
                      <a:lnTo>
                        <a:pt x="1012253" y="2133492"/>
                      </a:lnTo>
                      <a:lnTo>
                        <a:pt x="1012774" y="2133759"/>
                      </a:lnTo>
                      <a:lnTo>
                        <a:pt x="1012797" y="2133770"/>
                      </a:lnTo>
                      <a:lnTo>
                        <a:pt x="1013098" y="2134060"/>
                      </a:lnTo>
                      <a:lnTo>
                        <a:pt x="1013422" y="2134280"/>
                      </a:lnTo>
                      <a:lnTo>
                        <a:pt x="1013561" y="2134303"/>
                      </a:lnTo>
                      <a:lnTo>
                        <a:pt x="1013977" y="2134337"/>
                      </a:lnTo>
                      <a:lnTo>
                        <a:pt x="1014545" y="2134349"/>
                      </a:lnTo>
                      <a:lnTo>
                        <a:pt x="1014568" y="2134418"/>
                      </a:lnTo>
                      <a:lnTo>
                        <a:pt x="1014568" y="2134430"/>
                      </a:lnTo>
                      <a:lnTo>
                        <a:pt x="1014487" y="2134731"/>
                      </a:lnTo>
                      <a:lnTo>
                        <a:pt x="1014290" y="2135773"/>
                      </a:lnTo>
                      <a:lnTo>
                        <a:pt x="1014556" y="2135830"/>
                      </a:lnTo>
                      <a:lnTo>
                        <a:pt x="1014985" y="2135946"/>
                      </a:lnTo>
                      <a:lnTo>
                        <a:pt x="1015367" y="2135819"/>
                      </a:lnTo>
                      <a:lnTo>
                        <a:pt x="1015517" y="2135796"/>
                      </a:lnTo>
                      <a:lnTo>
                        <a:pt x="1015667" y="2135854"/>
                      </a:lnTo>
                      <a:lnTo>
                        <a:pt x="1015725" y="2135900"/>
                      </a:lnTo>
                      <a:lnTo>
                        <a:pt x="1015946" y="2136108"/>
                      </a:lnTo>
                      <a:lnTo>
                        <a:pt x="1016038" y="2136294"/>
                      </a:lnTo>
                      <a:lnTo>
                        <a:pt x="1016038" y="2136791"/>
                      </a:lnTo>
                      <a:lnTo>
                        <a:pt x="1015506" y="2137706"/>
                      </a:lnTo>
                      <a:lnTo>
                        <a:pt x="1015482" y="2137752"/>
                      </a:lnTo>
                      <a:lnTo>
                        <a:pt x="1015471" y="2137787"/>
                      </a:lnTo>
                      <a:lnTo>
                        <a:pt x="1015482" y="2137903"/>
                      </a:lnTo>
                      <a:lnTo>
                        <a:pt x="1015529" y="2137961"/>
                      </a:lnTo>
                      <a:lnTo>
                        <a:pt x="1015679" y="2138007"/>
                      </a:lnTo>
                      <a:lnTo>
                        <a:pt x="1015737" y="2137984"/>
                      </a:lnTo>
                      <a:lnTo>
                        <a:pt x="1016200" y="2137856"/>
                      </a:lnTo>
                      <a:lnTo>
                        <a:pt x="1016304" y="2137937"/>
                      </a:lnTo>
                      <a:lnTo>
                        <a:pt x="1016316" y="2137949"/>
                      </a:lnTo>
                      <a:lnTo>
                        <a:pt x="1016432" y="2138076"/>
                      </a:lnTo>
                      <a:lnTo>
                        <a:pt x="1016582" y="2138273"/>
                      </a:lnTo>
                      <a:lnTo>
                        <a:pt x="1016709" y="2138435"/>
                      </a:lnTo>
                      <a:lnTo>
                        <a:pt x="1016791" y="2138609"/>
                      </a:lnTo>
                      <a:lnTo>
                        <a:pt x="1016895" y="2139037"/>
                      </a:lnTo>
                      <a:lnTo>
                        <a:pt x="1017450" y="2139292"/>
                      </a:lnTo>
                      <a:lnTo>
                        <a:pt x="1017485" y="2139280"/>
                      </a:lnTo>
                      <a:lnTo>
                        <a:pt x="1017601" y="2139188"/>
                      </a:lnTo>
                      <a:lnTo>
                        <a:pt x="1017612" y="2139083"/>
                      </a:lnTo>
                      <a:lnTo>
                        <a:pt x="1017624" y="2138991"/>
                      </a:lnTo>
                      <a:lnTo>
                        <a:pt x="1018168" y="2138748"/>
                      </a:lnTo>
                      <a:lnTo>
                        <a:pt x="1020066" y="2140692"/>
                      </a:lnTo>
                      <a:lnTo>
                        <a:pt x="1020217" y="2140681"/>
                      </a:lnTo>
                      <a:lnTo>
                        <a:pt x="1020251" y="2140692"/>
                      </a:lnTo>
                      <a:lnTo>
                        <a:pt x="1019580" y="2142059"/>
                      </a:lnTo>
                      <a:lnTo>
                        <a:pt x="1018886" y="2142151"/>
                      </a:lnTo>
                      <a:lnTo>
                        <a:pt x="1018758" y="2142394"/>
                      </a:lnTo>
                      <a:lnTo>
                        <a:pt x="1018423" y="2142695"/>
                      </a:lnTo>
                      <a:lnTo>
                        <a:pt x="1018272" y="2143054"/>
                      </a:lnTo>
                      <a:lnTo>
                        <a:pt x="1018214" y="2143621"/>
                      </a:lnTo>
                      <a:lnTo>
                        <a:pt x="1018122" y="2143899"/>
                      </a:lnTo>
                      <a:lnTo>
                        <a:pt x="1017844" y="2144281"/>
                      </a:lnTo>
                      <a:lnTo>
                        <a:pt x="1017601" y="2144385"/>
                      </a:lnTo>
                      <a:lnTo>
                        <a:pt x="1017415" y="2144559"/>
                      </a:lnTo>
                      <a:lnTo>
                        <a:pt x="1017393" y="2144605"/>
                      </a:lnTo>
                      <a:lnTo>
                        <a:pt x="1017393" y="2144652"/>
                      </a:lnTo>
                      <a:lnTo>
                        <a:pt x="1017485" y="2145068"/>
                      </a:lnTo>
                      <a:lnTo>
                        <a:pt x="1017543" y="2145114"/>
                      </a:lnTo>
                      <a:lnTo>
                        <a:pt x="1017971" y="2145392"/>
                      </a:lnTo>
                      <a:lnTo>
                        <a:pt x="1018087" y="2145624"/>
                      </a:lnTo>
                      <a:lnTo>
                        <a:pt x="1018087" y="2145716"/>
                      </a:lnTo>
                      <a:lnTo>
                        <a:pt x="1018052" y="2145809"/>
                      </a:lnTo>
                      <a:lnTo>
                        <a:pt x="1018203" y="2146156"/>
                      </a:lnTo>
                      <a:lnTo>
                        <a:pt x="1018260" y="2146446"/>
                      </a:lnTo>
                      <a:lnTo>
                        <a:pt x="1018226" y="2146585"/>
                      </a:lnTo>
                      <a:lnTo>
                        <a:pt x="1018075" y="2147881"/>
                      </a:lnTo>
                      <a:lnTo>
                        <a:pt x="1017798" y="2147904"/>
                      </a:lnTo>
                      <a:lnTo>
                        <a:pt x="1017323" y="2148159"/>
                      </a:lnTo>
                      <a:lnTo>
                        <a:pt x="1017335" y="2148657"/>
                      </a:lnTo>
                      <a:lnTo>
                        <a:pt x="1017277" y="2148726"/>
                      </a:lnTo>
                      <a:lnTo>
                        <a:pt x="1017092" y="2148830"/>
                      </a:lnTo>
                      <a:lnTo>
                        <a:pt x="1016570" y="2149270"/>
                      </a:lnTo>
                      <a:lnTo>
                        <a:pt x="1016408" y="2149282"/>
                      </a:lnTo>
                      <a:lnTo>
                        <a:pt x="1016096" y="2149120"/>
                      </a:lnTo>
                      <a:lnTo>
                        <a:pt x="1016061" y="2149097"/>
                      </a:lnTo>
                      <a:lnTo>
                        <a:pt x="1015714" y="2148726"/>
                      </a:lnTo>
                      <a:lnTo>
                        <a:pt x="1015691" y="2148715"/>
                      </a:lnTo>
                      <a:lnTo>
                        <a:pt x="1015621" y="2148715"/>
                      </a:lnTo>
                      <a:lnTo>
                        <a:pt x="1015494" y="2148749"/>
                      </a:lnTo>
                      <a:lnTo>
                        <a:pt x="1015367" y="2148842"/>
                      </a:lnTo>
                      <a:lnTo>
                        <a:pt x="1015355" y="2148877"/>
                      </a:lnTo>
                      <a:lnTo>
                        <a:pt x="1015320" y="2148981"/>
                      </a:lnTo>
                      <a:lnTo>
                        <a:pt x="1015112" y="2149386"/>
                      </a:lnTo>
                      <a:lnTo>
                        <a:pt x="1014973" y="2149652"/>
                      </a:lnTo>
                      <a:lnTo>
                        <a:pt x="1015008" y="2149849"/>
                      </a:lnTo>
                      <a:lnTo>
                        <a:pt x="1015019" y="2149861"/>
                      </a:lnTo>
                      <a:lnTo>
                        <a:pt x="1015101" y="2149849"/>
                      </a:lnTo>
                      <a:lnTo>
                        <a:pt x="1015135" y="2149814"/>
                      </a:lnTo>
                      <a:lnTo>
                        <a:pt x="1015147" y="2149791"/>
                      </a:lnTo>
                      <a:lnTo>
                        <a:pt x="1015517" y="2150104"/>
                      </a:lnTo>
                      <a:lnTo>
                        <a:pt x="1015506" y="2150127"/>
                      </a:lnTo>
                      <a:lnTo>
                        <a:pt x="1015506" y="2150139"/>
                      </a:lnTo>
                      <a:lnTo>
                        <a:pt x="1015471" y="2150185"/>
                      </a:lnTo>
                      <a:lnTo>
                        <a:pt x="1015413" y="2150219"/>
                      </a:lnTo>
                      <a:lnTo>
                        <a:pt x="1014869" y="2150219"/>
                      </a:lnTo>
                      <a:lnTo>
                        <a:pt x="1014800" y="2150289"/>
                      </a:lnTo>
                      <a:lnTo>
                        <a:pt x="1014603" y="2150578"/>
                      </a:lnTo>
                      <a:lnTo>
                        <a:pt x="1014742" y="2150729"/>
                      </a:lnTo>
                      <a:lnTo>
                        <a:pt x="1014753" y="2150833"/>
                      </a:lnTo>
                      <a:lnTo>
                        <a:pt x="1015158" y="2151122"/>
                      </a:lnTo>
                      <a:lnTo>
                        <a:pt x="1015193" y="2151180"/>
                      </a:lnTo>
                      <a:lnTo>
                        <a:pt x="1015181" y="2151319"/>
                      </a:lnTo>
                      <a:lnTo>
                        <a:pt x="1015181" y="2151342"/>
                      </a:lnTo>
                      <a:lnTo>
                        <a:pt x="1015181" y="2151574"/>
                      </a:lnTo>
                      <a:lnTo>
                        <a:pt x="1015158" y="2151643"/>
                      </a:lnTo>
                      <a:lnTo>
                        <a:pt x="1015610" y="2152453"/>
                      </a:lnTo>
                      <a:lnTo>
                        <a:pt x="1015448" y="2152650"/>
                      </a:lnTo>
                      <a:lnTo>
                        <a:pt x="1015424" y="2152662"/>
                      </a:lnTo>
                      <a:lnTo>
                        <a:pt x="1014753" y="2152893"/>
                      </a:lnTo>
                      <a:lnTo>
                        <a:pt x="1014707" y="2153021"/>
                      </a:lnTo>
                      <a:lnTo>
                        <a:pt x="1014499" y="2153681"/>
                      </a:lnTo>
                      <a:lnTo>
                        <a:pt x="1014661" y="2153796"/>
                      </a:lnTo>
                      <a:lnTo>
                        <a:pt x="1013549" y="2154815"/>
                      </a:lnTo>
                      <a:lnTo>
                        <a:pt x="1013607" y="2154954"/>
                      </a:lnTo>
                      <a:lnTo>
                        <a:pt x="1012693" y="2156181"/>
                      </a:lnTo>
                      <a:lnTo>
                        <a:pt x="1012693" y="2156250"/>
                      </a:lnTo>
                      <a:lnTo>
                        <a:pt x="1012079" y="2157107"/>
                      </a:lnTo>
                      <a:lnTo>
                        <a:pt x="1012033" y="2157304"/>
                      </a:lnTo>
                      <a:lnTo>
                        <a:pt x="1011998" y="2157396"/>
                      </a:lnTo>
                      <a:lnTo>
                        <a:pt x="1011998" y="2157420"/>
                      </a:lnTo>
                      <a:lnTo>
                        <a:pt x="1011998" y="2157489"/>
                      </a:lnTo>
                      <a:lnTo>
                        <a:pt x="1012716" y="2158022"/>
                      </a:lnTo>
                      <a:lnTo>
                        <a:pt x="1012820" y="2157952"/>
                      </a:lnTo>
                      <a:lnTo>
                        <a:pt x="1013607" y="2157709"/>
                      </a:lnTo>
                      <a:lnTo>
                        <a:pt x="1013491" y="2157964"/>
                      </a:lnTo>
                      <a:lnTo>
                        <a:pt x="1013526" y="2158161"/>
                      </a:lnTo>
                      <a:lnTo>
                        <a:pt x="1013572" y="2158531"/>
                      </a:lnTo>
                      <a:lnTo>
                        <a:pt x="1013561" y="2158566"/>
                      </a:lnTo>
                      <a:lnTo>
                        <a:pt x="1013468" y="2158739"/>
                      </a:lnTo>
                      <a:lnTo>
                        <a:pt x="1013445" y="2158785"/>
                      </a:lnTo>
                      <a:lnTo>
                        <a:pt x="1012959" y="2159295"/>
                      </a:lnTo>
                      <a:lnTo>
                        <a:pt x="1012959" y="2159399"/>
                      </a:lnTo>
                      <a:lnTo>
                        <a:pt x="1012982" y="2159642"/>
                      </a:lnTo>
                      <a:lnTo>
                        <a:pt x="1013063" y="2160927"/>
                      </a:lnTo>
                      <a:lnTo>
                        <a:pt x="1013040" y="2161737"/>
                      </a:lnTo>
                      <a:lnTo>
                        <a:pt x="1013144" y="2162050"/>
                      </a:lnTo>
                      <a:lnTo>
                        <a:pt x="1013318" y="2162467"/>
                      </a:lnTo>
                      <a:lnTo>
                        <a:pt x="1013815" y="2162733"/>
                      </a:lnTo>
                      <a:lnTo>
                        <a:pt x="1013468" y="2163266"/>
                      </a:lnTo>
                      <a:lnTo>
                        <a:pt x="1012276" y="2163717"/>
                      </a:lnTo>
                      <a:lnTo>
                        <a:pt x="1012229" y="2163740"/>
                      </a:lnTo>
                      <a:lnTo>
                        <a:pt x="1011824" y="2164226"/>
                      </a:lnTo>
                      <a:lnTo>
                        <a:pt x="1011801" y="2164261"/>
                      </a:lnTo>
                      <a:lnTo>
                        <a:pt x="1010864" y="2165291"/>
                      </a:lnTo>
                      <a:lnTo>
                        <a:pt x="1011095" y="2165893"/>
                      </a:lnTo>
                      <a:lnTo>
                        <a:pt x="1010655" y="2166298"/>
                      </a:lnTo>
                      <a:lnTo>
                        <a:pt x="1010609" y="216632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6" name="Freeform: Shape 265">
                  <a:extLst>
                    <a:ext uri="{FF2B5EF4-FFF2-40B4-BE49-F238E27FC236}">
                      <a16:creationId xmlns:a16="http://schemas.microsoft.com/office/drawing/2014/main" id="{DF55817C-D490-1E23-3D5A-CC37884C1BBC}"/>
                    </a:ext>
                  </a:extLst>
                </p:cNvPr>
                <p:cNvSpPr/>
                <p:nvPr/>
              </p:nvSpPr>
              <p:spPr>
                <a:xfrm>
                  <a:off x="7869475" y="2648126"/>
                  <a:ext cx="327921" cy="447789"/>
                </a:xfrm>
                <a:custGeom>
                  <a:avLst/>
                  <a:gdLst>
                    <a:gd name="connsiteX0" fmla="*/ 93024 w 327921"/>
                    <a:gd name="connsiteY0" fmla="*/ 188363 h 447789"/>
                    <a:gd name="connsiteX1" fmla="*/ 93070 w 327921"/>
                    <a:gd name="connsiteY1" fmla="*/ 188201 h 447789"/>
                    <a:gd name="connsiteX2" fmla="*/ 93487 w 327921"/>
                    <a:gd name="connsiteY2" fmla="*/ 188502 h 447789"/>
                    <a:gd name="connsiteX3" fmla="*/ 93499 w 327921"/>
                    <a:gd name="connsiteY3" fmla="*/ 188617 h 447789"/>
                    <a:gd name="connsiteX4" fmla="*/ 93545 w 327921"/>
                    <a:gd name="connsiteY4" fmla="*/ 188548 h 447789"/>
                    <a:gd name="connsiteX5" fmla="*/ 95397 w 327921"/>
                    <a:gd name="connsiteY5" fmla="*/ 189902 h 447789"/>
                    <a:gd name="connsiteX6" fmla="*/ 96508 w 327921"/>
                    <a:gd name="connsiteY6" fmla="*/ 189011 h 447789"/>
                    <a:gd name="connsiteX7" fmla="*/ 96554 w 327921"/>
                    <a:gd name="connsiteY7" fmla="*/ 189046 h 447789"/>
                    <a:gd name="connsiteX8" fmla="*/ 96531 w 327921"/>
                    <a:gd name="connsiteY8" fmla="*/ 188999 h 447789"/>
                    <a:gd name="connsiteX9" fmla="*/ 97075 w 327921"/>
                    <a:gd name="connsiteY9" fmla="*/ 188559 h 447789"/>
                    <a:gd name="connsiteX10" fmla="*/ 94251 w 327921"/>
                    <a:gd name="connsiteY10" fmla="*/ 183489 h 447789"/>
                    <a:gd name="connsiteX11" fmla="*/ 95246 w 327921"/>
                    <a:gd name="connsiteY11" fmla="*/ 179009 h 447789"/>
                    <a:gd name="connsiteX12" fmla="*/ 95385 w 327921"/>
                    <a:gd name="connsiteY12" fmla="*/ 178917 h 447789"/>
                    <a:gd name="connsiteX13" fmla="*/ 95802 w 327921"/>
                    <a:gd name="connsiteY13" fmla="*/ 182031 h 447789"/>
                    <a:gd name="connsiteX14" fmla="*/ 100548 w 327921"/>
                    <a:gd name="connsiteY14" fmla="*/ 183790 h 447789"/>
                    <a:gd name="connsiteX15" fmla="*/ 100502 w 327921"/>
                    <a:gd name="connsiteY15" fmla="*/ 180422 h 447789"/>
                    <a:gd name="connsiteX16" fmla="*/ 100166 w 327921"/>
                    <a:gd name="connsiteY16" fmla="*/ 176891 h 447789"/>
                    <a:gd name="connsiteX17" fmla="*/ 100687 w 327921"/>
                    <a:gd name="connsiteY17" fmla="*/ 177539 h 447789"/>
                    <a:gd name="connsiteX18" fmla="*/ 101023 w 327921"/>
                    <a:gd name="connsiteY18" fmla="*/ 178280 h 447789"/>
                    <a:gd name="connsiteX19" fmla="*/ 101058 w 327921"/>
                    <a:gd name="connsiteY19" fmla="*/ 177331 h 447789"/>
                    <a:gd name="connsiteX20" fmla="*/ 103593 w 327921"/>
                    <a:gd name="connsiteY20" fmla="*/ 175467 h 447789"/>
                    <a:gd name="connsiteX21" fmla="*/ 103581 w 327921"/>
                    <a:gd name="connsiteY21" fmla="*/ 175340 h 447789"/>
                    <a:gd name="connsiteX22" fmla="*/ 104148 w 327921"/>
                    <a:gd name="connsiteY22" fmla="*/ 175062 h 447789"/>
                    <a:gd name="connsiteX23" fmla="*/ 103373 w 327921"/>
                    <a:gd name="connsiteY23" fmla="*/ 173233 h 447789"/>
                    <a:gd name="connsiteX24" fmla="*/ 103361 w 327921"/>
                    <a:gd name="connsiteY24" fmla="*/ 173094 h 447789"/>
                    <a:gd name="connsiteX25" fmla="*/ 105479 w 327921"/>
                    <a:gd name="connsiteY25" fmla="*/ 173164 h 447789"/>
                    <a:gd name="connsiteX26" fmla="*/ 104715 w 327921"/>
                    <a:gd name="connsiteY26" fmla="*/ 174333 h 447789"/>
                    <a:gd name="connsiteX27" fmla="*/ 106672 w 327921"/>
                    <a:gd name="connsiteY27" fmla="*/ 175340 h 447789"/>
                    <a:gd name="connsiteX28" fmla="*/ 108906 w 327921"/>
                    <a:gd name="connsiteY28" fmla="*/ 173268 h 447789"/>
                    <a:gd name="connsiteX29" fmla="*/ 107471 w 327921"/>
                    <a:gd name="connsiteY29" fmla="*/ 171659 h 447789"/>
                    <a:gd name="connsiteX30" fmla="*/ 111140 w 327921"/>
                    <a:gd name="connsiteY30" fmla="*/ 170698 h 447789"/>
                    <a:gd name="connsiteX31" fmla="*/ 113247 w 327921"/>
                    <a:gd name="connsiteY31" fmla="*/ 173569 h 447789"/>
                    <a:gd name="connsiteX32" fmla="*/ 114173 w 327921"/>
                    <a:gd name="connsiteY32" fmla="*/ 173383 h 447789"/>
                    <a:gd name="connsiteX33" fmla="*/ 118352 w 327921"/>
                    <a:gd name="connsiteY33" fmla="*/ 173939 h 447789"/>
                    <a:gd name="connsiteX34" fmla="*/ 121917 w 327921"/>
                    <a:gd name="connsiteY34" fmla="*/ 175247 h 447789"/>
                    <a:gd name="connsiteX35" fmla="*/ 122971 w 327921"/>
                    <a:gd name="connsiteY35" fmla="*/ 177666 h 447789"/>
                    <a:gd name="connsiteX36" fmla="*/ 123538 w 327921"/>
                    <a:gd name="connsiteY36" fmla="*/ 177678 h 447789"/>
                    <a:gd name="connsiteX37" fmla="*/ 124036 w 327921"/>
                    <a:gd name="connsiteY37" fmla="*/ 178512 h 447789"/>
                    <a:gd name="connsiteX38" fmla="*/ 125077 w 327921"/>
                    <a:gd name="connsiteY38" fmla="*/ 177736 h 447789"/>
                    <a:gd name="connsiteX39" fmla="*/ 125112 w 327921"/>
                    <a:gd name="connsiteY39" fmla="*/ 177736 h 447789"/>
                    <a:gd name="connsiteX40" fmla="*/ 124742 w 327921"/>
                    <a:gd name="connsiteY40" fmla="*/ 179785 h 447789"/>
                    <a:gd name="connsiteX41" fmla="*/ 124684 w 327921"/>
                    <a:gd name="connsiteY41" fmla="*/ 180016 h 447789"/>
                    <a:gd name="connsiteX42" fmla="*/ 123839 w 327921"/>
                    <a:gd name="connsiteY42" fmla="*/ 180711 h 447789"/>
                    <a:gd name="connsiteX43" fmla="*/ 125008 w 327921"/>
                    <a:gd name="connsiteY43" fmla="*/ 181452 h 447789"/>
                    <a:gd name="connsiteX44" fmla="*/ 125818 w 327921"/>
                    <a:gd name="connsiteY44" fmla="*/ 178616 h 447789"/>
                    <a:gd name="connsiteX45" fmla="*/ 129731 w 327921"/>
                    <a:gd name="connsiteY45" fmla="*/ 181220 h 447789"/>
                    <a:gd name="connsiteX46" fmla="*/ 131907 w 327921"/>
                    <a:gd name="connsiteY46" fmla="*/ 182667 h 447789"/>
                    <a:gd name="connsiteX47" fmla="*/ 134929 w 327921"/>
                    <a:gd name="connsiteY47" fmla="*/ 179762 h 447789"/>
                    <a:gd name="connsiteX48" fmla="*/ 139188 w 327921"/>
                    <a:gd name="connsiteY48" fmla="*/ 192125 h 447789"/>
                    <a:gd name="connsiteX49" fmla="*/ 138934 w 327921"/>
                    <a:gd name="connsiteY49" fmla="*/ 193873 h 447789"/>
                    <a:gd name="connsiteX50" fmla="*/ 138668 w 327921"/>
                    <a:gd name="connsiteY50" fmla="*/ 195053 h 447789"/>
                    <a:gd name="connsiteX51" fmla="*/ 138760 w 327921"/>
                    <a:gd name="connsiteY51" fmla="*/ 195030 h 447789"/>
                    <a:gd name="connsiteX52" fmla="*/ 138714 w 327921"/>
                    <a:gd name="connsiteY52" fmla="*/ 195285 h 447789"/>
                    <a:gd name="connsiteX53" fmla="*/ 140508 w 327921"/>
                    <a:gd name="connsiteY53" fmla="*/ 194845 h 447789"/>
                    <a:gd name="connsiteX54" fmla="*/ 139559 w 327921"/>
                    <a:gd name="connsiteY54" fmla="*/ 189949 h 447789"/>
                    <a:gd name="connsiteX55" fmla="*/ 144641 w 327921"/>
                    <a:gd name="connsiteY55" fmla="*/ 193907 h 447789"/>
                    <a:gd name="connsiteX56" fmla="*/ 142140 w 327921"/>
                    <a:gd name="connsiteY56" fmla="*/ 185677 h 447789"/>
                    <a:gd name="connsiteX57" fmla="*/ 147928 w 327921"/>
                    <a:gd name="connsiteY57" fmla="*/ 185434 h 447789"/>
                    <a:gd name="connsiteX58" fmla="*/ 146933 w 327921"/>
                    <a:gd name="connsiteY58" fmla="*/ 184959 h 447789"/>
                    <a:gd name="connsiteX59" fmla="*/ 147523 w 327921"/>
                    <a:gd name="connsiteY59" fmla="*/ 184959 h 447789"/>
                    <a:gd name="connsiteX60" fmla="*/ 146215 w 327921"/>
                    <a:gd name="connsiteY60" fmla="*/ 184612 h 447789"/>
                    <a:gd name="connsiteX61" fmla="*/ 143576 w 327921"/>
                    <a:gd name="connsiteY61" fmla="*/ 183350 h 447789"/>
                    <a:gd name="connsiteX62" fmla="*/ 142731 w 327921"/>
                    <a:gd name="connsiteY62" fmla="*/ 181880 h 447789"/>
                    <a:gd name="connsiteX63" fmla="*/ 142881 w 327921"/>
                    <a:gd name="connsiteY63" fmla="*/ 181568 h 447789"/>
                    <a:gd name="connsiteX64" fmla="*/ 141226 w 327921"/>
                    <a:gd name="connsiteY64" fmla="*/ 179276 h 447789"/>
                    <a:gd name="connsiteX65" fmla="*/ 139732 w 327921"/>
                    <a:gd name="connsiteY65" fmla="*/ 176694 h 447789"/>
                    <a:gd name="connsiteX66" fmla="*/ 139895 w 327921"/>
                    <a:gd name="connsiteY66" fmla="*/ 180167 h 447789"/>
                    <a:gd name="connsiteX67" fmla="*/ 139374 w 327921"/>
                    <a:gd name="connsiteY67" fmla="*/ 180375 h 447789"/>
                    <a:gd name="connsiteX68" fmla="*/ 138239 w 327921"/>
                    <a:gd name="connsiteY68" fmla="*/ 177840 h 447789"/>
                    <a:gd name="connsiteX69" fmla="*/ 138135 w 327921"/>
                    <a:gd name="connsiteY69" fmla="*/ 177122 h 447789"/>
                    <a:gd name="connsiteX70" fmla="*/ 136433 w 327921"/>
                    <a:gd name="connsiteY70" fmla="*/ 179137 h 447789"/>
                    <a:gd name="connsiteX71" fmla="*/ 135704 w 327921"/>
                    <a:gd name="connsiteY71" fmla="*/ 178338 h 447789"/>
                    <a:gd name="connsiteX72" fmla="*/ 135415 w 327921"/>
                    <a:gd name="connsiteY72" fmla="*/ 177319 h 447789"/>
                    <a:gd name="connsiteX73" fmla="*/ 134292 w 327921"/>
                    <a:gd name="connsiteY73" fmla="*/ 176764 h 447789"/>
                    <a:gd name="connsiteX74" fmla="*/ 134060 w 327921"/>
                    <a:gd name="connsiteY74" fmla="*/ 176497 h 447789"/>
                    <a:gd name="connsiteX75" fmla="*/ 134060 w 327921"/>
                    <a:gd name="connsiteY75" fmla="*/ 176636 h 447789"/>
                    <a:gd name="connsiteX76" fmla="*/ 131826 w 327921"/>
                    <a:gd name="connsiteY76" fmla="*/ 175525 h 447789"/>
                    <a:gd name="connsiteX77" fmla="*/ 131803 w 327921"/>
                    <a:gd name="connsiteY77" fmla="*/ 175467 h 447789"/>
                    <a:gd name="connsiteX78" fmla="*/ 133400 w 327921"/>
                    <a:gd name="connsiteY78" fmla="*/ 169668 h 447789"/>
                    <a:gd name="connsiteX79" fmla="*/ 137209 w 327921"/>
                    <a:gd name="connsiteY79" fmla="*/ 170617 h 447789"/>
                    <a:gd name="connsiteX80" fmla="*/ 137707 w 327921"/>
                    <a:gd name="connsiteY80" fmla="*/ 171913 h 447789"/>
                    <a:gd name="connsiteX81" fmla="*/ 137718 w 327921"/>
                    <a:gd name="connsiteY81" fmla="*/ 171508 h 447789"/>
                    <a:gd name="connsiteX82" fmla="*/ 138216 w 327921"/>
                    <a:gd name="connsiteY82" fmla="*/ 172446 h 447789"/>
                    <a:gd name="connsiteX83" fmla="*/ 137996 w 327921"/>
                    <a:gd name="connsiteY83" fmla="*/ 172677 h 447789"/>
                    <a:gd name="connsiteX84" fmla="*/ 138378 w 327921"/>
                    <a:gd name="connsiteY84" fmla="*/ 173684 h 447789"/>
                    <a:gd name="connsiteX85" fmla="*/ 139513 w 327921"/>
                    <a:gd name="connsiteY85" fmla="*/ 172608 h 447789"/>
                    <a:gd name="connsiteX86" fmla="*/ 138853 w 327921"/>
                    <a:gd name="connsiteY86" fmla="*/ 170594 h 447789"/>
                    <a:gd name="connsiteX87" fmla="*/ 139107 w 327921"/>
                    <a:gd name="connsiteY87" fmla="*/ 172168 h 447789"/>
                    <a:gd name="connsiteX88" fmla="*/ 137961 w 327921"/>
                    <a:gd name="connsiteY88" fmla="*/ 171474 h 447789"/>
                    <a:gd name="connsiteX89" fmla="*/ 138644 w 327921"/>
                    <a:gd name="connsiteY89" fmla="*/ 168580 h 447789"/>
                    <a:gd name="connsiteX90" fmla="*/ 138772 w 327921"/>
                    <a:gd name="connsiteY90" fmla="*/ 168290 h 447789"/>
                    <a:gd name="connsiteX91" fmla="*/ 138714 w 327921"/>
                    <a:gd name="connsiteY91" fmla="*/ 168255 h 447789"/>
                    <a:gd name="connsiteX92" fmla="*/ 138876 w 327921"/>
                    <a:gd name="connsiteY92" fmla="*/ 167549 h 447789"/>
                    <a:gd name="connsiteX93" fmla="*/ 138205 w 327921"/>
                    <a:gd name="connsiteY93" fmla="*/ 167954 h 447789"/>
                    <a:gd name="connsiteX94" fmla="*/ 137151 w 327921"/>
                    <a:gd name="connsiteY94" fmla="*/ 167318 h 447789"/>
                    <a:gd name="connsiteX95" fmla="*/ 135993 w 327921"/>
                    <a:gd name="connsiteY95" fmla="*/ 165292 h 447789"/>
                    <a:gd name="connsiteX96" fmla="*/ 134014 w 327921"/>
                    <a:gd name="connsiteY96" fmla="*/ 165431 h 447789"/>
                    <a:gd name="connsiteX97" fmla="*/ 133354 w 327921"/>
                    <a:gd name="connsiteY97" fmla="*/ 165026 h 447789"/>
                    <a:gd name="connsiteX98" fmla="*/ 129731 w 327921"/>
                    <a:gd name="connsiteY98" fmla="*/ 153542 h 447789"/>
                    <a:gd name="connsiteX99" fmla="*/ 129650 w 327921"/>
                    <a:gd name="connsiteY99" fmla="*/ 153288 h 447789"/>
                    <a:gd name="connsiteX100" fmla="*/ 128735 w 327921"/>
                    <a:gd name="connsiteY100" fmla="*/ 152084 h 447789"/>
                    <a:gd name="connsiteX101" fmla="*/ 127265 w 327921"/>
                    <a:gd name="connsiteY101" fmla="*/ 154642 h 447789"/>
                    <a:gd name="connsiteX102" fmla="*/ 125749 w 327921"/>
                    <a:gd name="connsiteY102" fmla="*/ 152825 h 447789"/>
                    <a:gd name="connsiteX103" fmla="*/ 125448 w 327921"/>
                    <a:gd name="connsiteY103" fmla="*/ 153079 h 447789"/>
                    <a:gd name="connsiteX104" fmla="*/ 124036 w 327921"/>
                    <a:gd name="connsiteY104" fmla="*/ 151100 h 447789"/>
                    <a:gd name="connsiteX105" fmla="*/ 123411 w 327921"/>
                    <a:gd name="connsiteY105" fmla="*/ 148565 h 447789"/>
                    <a:gd name="connsiteX106" fmla="*/ 121420 w 327921"/>
                    <a:gd name="connsiteY106" fmla="*/ 147083 h 447789"/>
                    <a:gd name="connsiteX107" fmla="*/ 121535 w 327921"/>
                    <a:gd name="connsiteY107" fmla="*/ 146713 h 447789"/>
                    <a:gd name="connsiteX108" fmla="*/ 124348 w 327921"/>
                    <a:gd name="connsiteY108" fmla="*/ 145069 h 447789"/>
                    <a:gd name="connsiteX109" fmla="*/ 121558 w 327921"/>
                    <a:gd name="connsiteY109" fmla="*/ 145717 h 447789"/>
                    <a:gd name="connsiteX110" fmla="*/ 121454 w 327921"/>
                    <a:gd name="connsiteY110" fmla="*/ 145705 h 447789"/>
                    <a:gd name="connsiteX111" fmla="*/ 118896 w 327921"/>
                    <a:gd name="connsiteY111" fmla="*/ 142186 h 447789"/>
                    <a:gd name="connsiteX112" fmla="*/ 119266 w 327921"/>
                    <a:gd name="connsiteY112" fmla="*/ 141179 h 447789"/>
                    <a:gd name="connsiteX113" fmla="*/ 119984 w 327921"/>
                    <a:gd name="connsiteY113" fmla="*/ 139802 h 447789"/>
                    <a:gd name="connsiteX114" fmla="*/ 120250 w 327921"/>
                    <a:gd name="connsiteY114" fmla="*/ 139292 h 447789"/>
                    <a:gd name="connsiteX115" fmla="*/ 118479 w 327921"/>
                    <a:gd name="connsiteY115" fmla="*/ 134465 h 447789"/>
                    <a:gd name="connsiteX116" fmla="*/ 118526 w 327921"/>
                    <a:gd name="connsiteY116" fmla="*/ 134442 h 447789"/>
                    <a:gd name="connsiteX117" fmla="*/ 118155 w 327921"/>
                    <a:gd name="connsiteY117" fmla="*/ 133597 h 447789"/>
                    <a:gd name="connsiteX118" fmla="*/ 117310 w 327921"/>
                    <a:gd name="connsiteY118" fmla="*/ 131328 h 447789"/>
                    <a:gd name="connsiteX119" fmla="*/ 119023 w 327921"/>
                    <a:gd name="connsiteY119" fmla="*/ 131051 h 447789"/>
                    <a:gd name="connsiteX120" fmla="*/ 121350 w 327921"/>
                    <a:gd name="connsiteY120" fmla="*/ 131838 h 447789"/>
                    <a:gd name="connsiteX121" fmla="*/ 121466 w 327921"/>
                    <a:gd name="connsiteY121" fmla="*/ 132069 h 447789"/>
                    <a:gd name="connsiteX122" fmla="*/ 122357 w 327921"/>
                    <a:gd name="connsiteY122" fmla="*/ 129534 h 447789"/>
                    <a:gd name="connsiteX123" fmla="*/ 122508 w 327921"/>
                    <a:gd name="connsiteY123" fmla="*/ 129557 h 447789"/>
                    <a:gd name="connsiteX124" fmla="*/ 125934 w 327921"/>
                    <a:gd name="connsiteY124" fmla="*/ 130229 h 447789"/>
                    <a:gd name="connsiteX125" fmla="*/ 126571 w 327921"/>
                    <a:gd name="connsiteY125" fmla="*/ 127578 h 447789"/>
                    <a:gd name="connsiteX126" fmla="*/ 126675 w 327921"/>
                    <a:gd name="connsiteY126" fmla="*/ 127450 h 447789"/>
                    <a:gd name="connsiteX127" fmla="*/ 129094 w 327921"/>
                    <a:gd name="connsiteY127" fmla="*/ 128388 h 447789"/>
                    <a:gd name="connsiteX128" fmla="*/ 129731 w 327921"/>
                    <a:gd name="connsiteY128" fmla="*/ 127902 h 447789"/>
                    <a:gd name="connsiteX129" fmla="*/ 131710 w 327921"/>
                    <a:gd name="connsiteY129" fmla="*/ 126420 h 447789"/>
                    <a:gd name="connsiteX130" fmla="*/ 129731 w 327921"/>
                    <a:gd name="connsiteY130" fmla="*/ 126640 h 447789"/>
                    <a:gd name="connsiteX131" fmla="*/ 127138 w 327921"/>
                    <a:gd name="connsiteY131" fmla="*/ 126918 h 447789"/>
                    <a:gd name="connsiteX132" fmla="*/ 126860 w 327921"/>
                    <a:gd name="connsiteY132" fmla="*/ 126941 h 447789"/>
                    <a:gd name="connsiteX133" fmla="*/ 126571 w 327921"/>
                    <a:gd name="connsiteY133" fmla="*/ 127416 h 447789"/>
                    <a:gd name="connsiteX134" fmla="*/ 126536 w 327921"/>
                    <a:gd name="connsiteY134" fmla="*/ 127416 h 447789"/>
                    <a:gd name="connsiteX135" fmla="*/ 126513 w 327921"/>
                    <a:gd name="connsiteY135" fmla="*/ 127497 h 447789"/>
                    <a:gd name="connsiteX136" fmla="*/ 126154 w 327921"/>
                    <a:gd name="connsiteY136" fmla="*/ 128064 h 447789"/>
                    <a:gd name="connsiteX137" fmla="*/ 125876 w 327921"/>
                    <a:gd name="connsiteY137" fmla="*/ 128388 h 447789"/>
                    <a:gd name="connsiteX138" fmla="*/ 121883 w 327921"/>
                    <a:gd name="connsiteY138" fmla="*/ 126953 h 447789"/>
                    <a:gd name="connsiteX139" fmla="*/ 120690 w 327921"/>
                    <a:gd name="connsiteY139" fmla="*/ 127312 h 447789"/>
                    <a:gd name="connsiteX140" fmla="*/ 117322 w 327921"/>
                    <a:gd name="connsiteY140" fmla="*/ 126594 h 447789"/>
                    <a:gd name="connsiteX141" fmla="*/ 114763 w 327921"/>
                    <a:gd name="connsiteY141" fmla="*/ 124730 h 447789"/>
                    <a:gd name="connsiteX142" fmla="*/ 114636 w 327921"/>
                    <a:gd name="connsiteY142" fmla="*/ 124163 h 447789"/>
                    <a:gd name="connsiteX143" fmla="*/ 118618 w 327921"/>
                    <a:gd name="connsiteY143" fmla="*/ 120389 h 447789"/>
                    <a:gd name="connsiteX144" fmla="*/ 119440 w 327921"/>
                    <a:gd name="connsiteY144" fmla="*/ 120713 h 447789"/>
                    <a:gd name="connsiteX145" fmla="*/ 119451 w 327921"/>
                    <a:gd name="connsiteY145" fmla="*/ 120609 h 447789"/>
                    <a:gd name="connsiteX146" fmla="*/ 119556 w 327921"/>
                    <a:gd name="connsiteY146" fmla="*/ 120655 h 447789"/>
                    <a:gd name="connsiteX147" fmla="*/ 119498 w 327921"/>
                    <a:gd name="connsiteY147" fmla="*/ 120736 h 447789"/>
                    <a:gd name="connsiteX148" fmla="*/ 121165 w 327921"/>
                    <a:gd name="connsiteY148" fmla="*/ 121408 h 447789"/>
                    <a:gd name="connsiteX149" fmla="*/ 121524 w 327921"/>
                    <a:gd name="connsiteY149" fmla="*/ 120239 h 447789"/>
                    <a:gd name="connsiteX150" fmla="*/ 122612 w 327921"/>
                    <a:gd name="connsiteY150" fmla="*/ 116638 h 447789"/>
                    <a:gd name="connsiteX151" fmla="*/ 125182 w 327921"/>
                    <a:gd name="connsiteY151" fmla="*/ 117345 h 447789"/>
                    <a:gd name="connsiteX152" fmla="*/ 122762 w 327921"/>
                    <a:gd name="connsiteY152" fmla="*/ 112726 h 447789"/>
                    <a:gd name="connsiteX153" fmla="*/ 123491 w 327921"/>
                    <a:gd name="connsiteY153" fmla="*/ 113513 h 447789"/>
                    <a:gd name="connsiteX154" fmla="*/ 125506 w 327921"/>
                    <a:gd name="connsiteY154" fmla="*/ 111290 h 447789"/>
                    <a:gd name="connsiteX155" fmla="*/ 127717 w 327921"/>
                    <a:gd name="connsiteY155" fmla="*/ 113247 h 447789"/>
                    <a:gd name="connsiteX156" fmla="*/ 127786 w 327921"/>
                    <a:gd name="connsiteY156" fmla="*/ 113073 h 447789"/>
                    <a:gd name="connsiteX157" fmla="*/ 127798 w 327921"/>
                    <a:gd name="connsiteY157" fmla="*/ 113050 h 447789"/>
                    <a:gd name="connsiteX158" fmla="*/ 128539 w 327921"/>
                    <a:gd name="connsiteY158" fmla="*/ 111244 h 447789"/>
                    <a:gd name="connsiteX159" fmla="*/ 129442 w 327921"/>
                    <a:gd name="connsiteY159" fmla="*/ 110932 h 447789"/>
                    <a:gd name="connsiteX160" fmla="*/ 130877 w 327921"/>
                    <a:gd name="connsiteY160" fmla="*/ 111360 h 447789"/>
                    <a:gd name="connsiteX161" fmla="*/ 131815 w 327921"/>
                    <a:gd name="connsiteY161" fmla="*/ 110110 h 447789"/>
                    <a:gd name="connsiteX162" fmla="*/ 131988 w 327921"/>
                    <a:gd name="connsiteY162" fmla="*/ 110052 h 447789"/>
                    <a:gd name="connsiteX163" fmla="*/ 132764 w 327921"/>
                    <a:gd name="connsiteY163" fmla="*/ 111128 h 447789"/>
                    <a:gd name="connsiteX164" fmla="*/ 133713 w 327921"/>
                    <a:gd name="connsiteY164" fmla="*/ 112587 h 447789"/>
                    <a:gd name="connsiteX165" fmla="*/ 135415 w 327921"/>
                    <a:gd name="connsiteY165" fmla="*/ 110966 h 447789"/>
                    <a:gd name="connsiteX166" fmla="*/ 137383 w 327921"/>
                    <a:gd name="connsiteY166" fmla="*/ 112911 h 447789"/>
                    <a:gd name="connsiteX167" fmla="*/ 139397 w 327921"/>
                    <a:gd name="connsiteY167" fmla="*/ 107864 h 447789"/>
                    <a:gd name="connsiteX168" fmla="*/ 140693 w 327921"/>
                    <a:gd name="connsiteY168" fmla="*/ 108107 h 447789"/>
                    <a:gd name="connsiteX169" fmla="*/ 142684 w 327921"/>
                    <a:gd name="connsiteY169" fmla="*/ 108478 h 447789"/>
                    <a:gd name="connsiteX170" fmla="*/ 142603 w 327921"/>
                    <a:gd name="connsiteY170" fmla="*/ 108524 h 447789"/>
                    <a:gd name="connsiteX171" fmla="*/ 142777 w 327921"/>
                    <a:gd name="connsiteY171" fmla="*/ 108524 h 447789"/>
                    <a:gd name="connsiteX172" fmla="*/ 142765 w 327921"/>
                    <a:gd name="connsiteY172" fmla="*/ 108501 h 447789"/>
                    <a:gd name="connsiteX173" fmla="*/ 144178 w 327921"/>
                    <a:gd name="connsiteY173" fmla="*/ 108767 h 447789"/>
                    <a:gd name="connsiteX174" fmla="*/ 142603 w 327921"/>
                    <a:gd name="connsiteY174" fmla="*/ 105491 h 447789"/>
                    <a:gd name="connsiteX175" fmla="*/ 145879 w 327921"/>
                    <a:gd name="connsiteY175" fmla="*/ 105340 h 447789"/>
                    <a:gd name="connsiteX176" fmla="*/ 149005 w 327921"/>
                    <a:gd name="connsiteY176" fmla="*/ 101127 h 447789"/>
                    <a:gd name="connsiteX177" fmla="*/ 148206 w 327921"/>
                    <a:gd name="connsiteY177" fmla="*/ 100317 h 447789"/>
                    <a:gd name="connsiteX178" fmla="*/ 151690 w 327921"/>
                    <a:gd name="connsiteY178" fmla="*/ 100884 h 447789"/>
                    <a:gd name="connsiteX179" fmla="*/ 153635 w 327921"/>
                    <a:gd name="connsiteY179" fmla="*/ 97075 h 447789"/>
                    <a:gd name="connsiteX180" fmla="*/ 154318 w 327921"/>
                    <a:gd name="connsiteY180" fmla="*/ 96554 h 447789"/>
                    <a:gd name="connsiteX181" fmla="*/ 155013 w 327921"/>
                    <a:gd name="connsiteY181" fmla="*/ 97318 h 447789"/>
                    <a:gd name="connsiteX182" fmla="*/ 155441 w 327921"/>
                    <a:gd name="connsiteY182" fmla="*/ 95686 h 447789"/>
                    <a:gd name="connsiteX183" fmla="*/ 155476 w 327921"/>
                    <a:gd name="connsiteY183" fmla="*/ 95663 h 447789"/>
                    <a:gd name="connsiteX184" fmla="*/ 156946 w 327921"/>
                    <a:gd name="connsiteY184" fmla="*/ 95640 h 447789"/>
                    <a:gd name="connsiteX185" fmla="*/ 156946 w 327921"/>
                    <a:gd name="connsiteY185" fmla="*/ 95617 h 447789"/>
                    <a:gd name="connsiteX186" fmla="*/ 156992 w 327921"/>
                    <a:gd name="connsiteY186" fmla="*/ 95617 h 447789"/>
                    <a:gd name="connsiteX187" fmla="*/ 156888 w 327921"/>
                    <a:gd name="connsiteY187" fmla="*/ 95721 h 447789"/>
                    <a:gd name="connsiteX188" fmla="*/ 157258 w 327921"/>
                    <a:gd name="connsiteY188" fmla="*/ 95675 h 447789"/>
                    <a:gd name="connsiteX189" fmla="*/ 157224 w 327921"/>
                    <a:gd name="connsiteY189" fmla="*/ 95628 h 447789"/>
                    <a:gd name="connsiteX190" fmla="*/ 157444 w 327921"/>
                    <a:gd name="connsiteY190" fmla="*/ 95628 h 447789"/>
                    <a:gd name="connsiteX191" fmla="*/ 157988 w 327921"/>
                    <a:gd name="connsiteY191" fmla="*/ 99321 h 447789"/>
                    <a:gd name="connsiteX192" fmla="*/ 159608 w 327921"/>
                    <a:gd name="connsiteY192" fmla="*/ 99367 h 447789"/>
                    <a:gd name="connsiteX193" fmla="*/ 160002 w 327921"/>
                    <a:gd name="connsiteY193" fmla="*/ 95570 h 447789"/>
                    <a:gd name="connsiteX194" fmla="*/ 160893 w 327921"/>
                    <a:gd name="connsiteY194" fmla="*/ 95304 h 447789"/>
                    <a:gd name="connsiteX195" fmla="*/ 160986 w 327921"/>
                    <a:gd name="connsiteY195" fmla="*/ 95293 h 447789"/>
                    <a:gd name="connsiteX196" fmla="*/ 160974 w 327921"/>
                    <a:gd name="connsiteY196" fmla="*/ 95281 h 447789"/>
                    <a:gd name="connsiteX197" fmla="*/ 165419 w 327921"/>
                    <a:gd name="connsiteY197" fmla="*/ 93961 h 447789"/>
                    <a:gd name="connsiteX198" fmla="*/ 165535 w 327921"/>
                    <a:gd name="connsiteY198" fmla="*/ 93359 h 447789"/>
                    <a:gd name="connsiteX199" fmla="*/ 165778 w 327921"/>
                    <a:gd name="connsiteY199" fmla="*/ 93267 h 447789"/>
                    <a:gd name="connsiteX200" fmla="*/ 165674 w 327921"/>
                    <a:gd name="connsiteY200" fmla="*/ 92688 h 447789"/>
                    <a:gd name="connsiteX201" fmla="*/ 166438 w 327921"/>
                    <a:gd name="connsiteY201" fmla="*/ 88914 h 447789"/>
                    <a:gd name="connsiteX202" fmla="*/ 169714 w 327921"/>
                    <a:gd name="connsiteY202" fmla="*/ 89435 h 447789"/>
                    <a:gd name="connsiteX203" fmla="*/ 172087 w 327921"/>
                    <a:gd name="connsiteY203" fmla="*/ 86426 h 447789"/>
                    <a:gd name="connsiteX204" fmla="*/ 173534 w 327921"/>
                    <a:gd name="connsiteY204" fmla="*/ 89493 h 447789"/>
                    <a:gd name="connsiteX205" fmla="*/ 172585 w 327921"/>
                    <a:gd name="connsiteY205" fmla="*/ 93035 h 447789"/>
                    <a:gd name="connsiteX206" fmla="*/ 174043 w 327921"/>
                    <a:gd name="connsiteY206" fmla="*/ 95235 h 447789"/>
                    <a:gd name="connsiteX207" fmla="*/ 173164 w 327921"/>
                    <a:gd name="connsiteY207" fmla="*/ 92179 h 447789"/>
                    <a:gd name="connsiteX208" fmla="*/ 175433 w 327921"/>
                    <a:gd name="connsiteY208" fmla="*/ 93614 h 447789"/>
                    <a:gd name="connsiteX209" fmla="*/ 176868 w 327921"/>
                    <a:gd name="connsiteY209" fmla="*/ 90755 h 447789"/>
                    <a:gd name="connsiteX210" fmla="*/ 178790 w 327921"/>
                    <a:gd name="connsiteY210" fmla="*/ 91114 h 447789"/>
                    <a:gd name="connsiteX211" fmla="*/ 181047 w 327921"/>
                    <a:gd name="connsiteY211" fmla="*/ 91739 h 447789"/>
                    <a:gd name="connsiteX212" fmla="*/ 181278 w 327921"/>
                    <a:gd name="connsiteY212" fmla="*/ 91588 h 447789"/>
                    <a:gd name="connsiteX213" fmla="*/ 182204 w 327921"/>
                    <a:gd name="connsiteY213" fmla="*/ 91762 h 447789"/>
                    <a:gd name="connsiteX214" fmla="*/ 187228 w 327921"/>
                    <a:gd name="connsiteY214" fmla="*/ 88775 h 447789"/>
                    <a:gd name="connsiteX215" fmla="*/ 187263 w 327921"/>
                    <a:gd name="connsiteY215" fmla="*/ 88775 h 447789"/>
                    <a:gd name="connsiteX216" fmla="*/ 187275 w 327921"/>
                    <a:gd name="connsiteY216" fmla="*/ 88752 h 447789"/>
                    <a:gd name="connsiteX217" fmla="*/ 187726 w 327921"/>
                    <a:gd name="connsiteY217" fmla="*/ 88486 h 447789"/>
                    <a:gd name="connsiteX218" fmla="*/ 190041 w 327921"/>
                    <a:gd name="connsiteY218" fmla="*/ 85117 h 447789"/>
                    <a:gd name="connsiteX219" fmla="*/ 190400 w 327921"/>
                    <a:gd name="connsiteY219" fmla="*/ 84909 h 447789"/>
                    <a:gd name="connsiteX220" fmla="*/ 190620 w 327921"/>
                    <a:gd name="connsiteY220" fmla="*/ 84921 h 447789"/>
                    <a:gd name="connsiteX221" fmla="*/ 190608 w 327921"/>
                    <a:gd name="connsiteY221" fmla="*/ 84874 h 447789"/>
                    <a:gd name="connsiteX222" fmla="*/ 190690 w 327921"/>
                    <a:gd name="connsiteY222" fmla="*/ 85002 h 447789"/>
                    <a:gd name="connsiteX223" fmla="*/ 190690 w 327921"/>
                    <a:gd name="connsiteY223" fmla="*/ 84921 h 447789"/>
                    <a:gd name="connsiteX224" fmla="*/ 191569 w 327921"/>
                    <a:gd name="connsiteY224" fmla="*/ 84944 h 447789"/>
                    <a:gd name="connsiteX225" fmla="*/ 191639 w 327921"/>
                    <a:gd name="connsiteY225" fmla="*/ 84874 h 447789"/>
                    <a:gd name="connsiteX226" fmla="*/ 191720 w 327921"/>
                    <a:gd name="connsiteY226" fmla="*/ 84944 h 447789"/>
                    <a:gd name="connsiteX227" fmla="*/ 192831 w 327921"/>
                    <a:gd name="connsiteY227" fmla="*/ 84967 h 447789"/>
                    <a:gd name="connsiteX228" fmla="*/ 193653 w 327921"/>
                    <a:gd name="connsiteY228" fmla="*/ 82976 h 447789"/>
                    <a:gd name="connsiteX229" fmla="*/ 194104 w 327921"/>
                    <a:gd name="connsiteY229" fmla="*/ 82698 h 447789"/>
                    <a:gd name="connsiteX230" fmla="*/ 204685 w 327921"/>
                    <a:gd name="connsiteY230" fmla="*/ 82501 h 447789"/>
                    <a:gd name="connsiteX231" fmla="*/ 214571 w 327921"/>
                    <a:gd name="connsiteY231" fmla="*/ 64269 h 447789"/>
                    <a:gd name="connsiteX232" fmla="*/ 221458 w 327921"/>
                    <a:gd name="connsiteY232" fmla="*/ 64049 h 447789"/>
                    <a:gd name="connsiteX233" fmla="*/ 224549 w 327921"/>
                    <a:gd name="connsiteY233" fmla="*/ 61584 h 447789"/>
                    <a:gd name="connsiteX234" fmla="*/ 225660 w 327921"/>
                    <a:gd name="connsiteY234" fmla="*/ 57868 h 447789"/>
                    <a:gd name="connsiteX235" fmla="*/ 230777 w 327921"/>
                    <a:gd name="connsiteY235" fmla="*/ 54673 h 447789"/>
                    <a:gd name="connsiteX236" fmla="*/ 235176 w 327921"/>
                    <a:gd name="connsiteY236" fmla="*/ 52369 h 447789"/>
                    <a:gd name="connsiteX237" fmla="*/ 235940 w 327921"/>
                    <a:gd name="connsiteY237" fmla="*/ 51432 h 447789"/>
                    <a:gd name="connsiteX238" fmla="*/ 239702 w 327921"/>
                    <a:gd name="connsiteY238" fmla="*/ 49082 h 447789"/>
                    <a:gd name="connsiteX239" fmla="*/ 239598 w 327921"/>
                    <a:gd name="connsiteY239" fmla="*/ 48839 h 447789"/>
                    <a:gd name="connsiteX240" fmla="*/ 239748 w 327921"/>
                    <a:gd name="connsiteY240" fmla="*/ 48908 h 447789"/>
                    <a:gd name="connsiteX241" fmla="*/ 239065 w 327921"/>
                    <a:gd name="connsiteY241" fmla="*/ 47322 h 447789"/>
                    <a:gd name="connsiteX242" fmla="*/ 241751 w 327921"/>
                    <a:gd name="connsiteY242" fmla="*/ 43977 h 447789"/>
                    <a:gd name="connsiteX243" fmla="*/ 252667 w 327921"/>
                    <a:gd name="connsiteY243" fmla="*/ 37193 h 447789"/>
                    <a:gd name="connsiteX244" fmla="*/ 259566 w 327921"/>
                    <a:gd name="connsiteY244" fmla="*/ 36522 h 447789"/>
                    <a:gd name="connsiteX245" fmla="*/ 261302 w 327921"/>
                    <a:gd name="connsiteY245" fmla="*/ 34103 h 447789"/>
                    <a:gd name="connsiteX246" fmla="*/ 262796 w 327921"/>
                    <a:gd name="connsiteY246" fmla="*/ 32007 h 447789"/>
                    <a:gd name="connsiteX247" fmla="*/ 267727 w 327921"/>
                    <a:gd name="connsiteY247" fmla="*/ 31232 h 447789"/>
                    <a:gd name="connsiteX248" fmla="*/ 272913 w 327921"/>
                    <a:gd name="connsiteY248" fmla="*/ 25860 h 447789"/>
                    <a:gd name="connsiteX249" fmla="*/ 275043 w 327921"/>
                    <a:gd name="connsiteY249" fmla="*/ 20177 h 447789"/>
                    <a:gd name="connsiteX250" fmla="*/ 278134 w 327921"/>
                    <a:gd name="connsiteY250" fmla="*/ 20802 h 447789"/>
                    <a:gd name="connsiteX251" fmla="*/ 277983 w 327921"/>
                    <a:gd name="connsiteY251" fmla="*/ 20559 h 447789"/>
                    <a:gd name="connsiteX252" fmla="*/ 278238 w 327921"/>
                    <a:gd name="connsiteY252" fmla="*/ 20617 h 447789"/>
                    <a:gd name="connsiteX253" fmla="*/ 278157 w 327921"/>
                    <a:gd name="connsiteY253" fmla="*/ 20802 h 447789"/>
                    <a:gd name="connsiteX254" fmla="*/ 282787 w 327921"/>
                    <a:gd name="connsiteY254" fmla="*/ 21739 h 447789"/>
                    <a:gd name="connsiteX255" fmla="*/ 282533 w 327921"/>
                    <a:gd name="connsiteY255" fmla="*/ 19679 h 447789"/>
                    <a:gd name="connsiteX256" fmla="*/ 285299 w 327921"/>
                    <a:gd name="connsiteY256" fmla="*/ 19714 h 447789"/>
                    <a:gd name="connsiteX257" fmla="*/ 285241 w 327921"/>
                    <a:gd name="connsiteY257" fmla="*/ 18417 h 447789"/>
                    <a:gd name="connsiteX258" fmla="*/ 286584 w 327921"/>
                    <a:gd name="connsiteY258" fmla="*/ 17051 h 447789"/>
                    <a:gd name="connsiteX259" fmla="*/ 288367 w 327921"/>
                    <a:gd name="connsiteY259" fmla="*/ 16646 h 447789"/>
                    <a:gd name="connsiteX260" fmla="*/ 294803 w 327921"/>
                    <a:gd name="connsiteY260" fmla="*/ 9492 h 447789"/>
                    <a:gd name="connsiteX261" fmla="*/ 293368 w 327921"/>
                    <a:gd name="connsiteY261" fmla="*/ 6297 h 447789"/>
                    <a:gd name="connsiteX262" fmla="*/ 294583 w 327921"/>
                    <a:gd name="connsiteY262" fmla="*/ 4109 h 447789"/>
                    <a:gd name="connsiteX263" fmla="*/ 291249 w 327921"/>
                    <a:gd name="connsiteY263" fmla="*/ 3507 h 447789"/>
                    <a:gd name="connsiteX264" fmla="*/ 291261 w 327921"/>
                    <a:gd name="connsiteY264" fmla="*/ 3461 h 447789"/>
                    <a:gd name="connsiteX265" fmla="*/ 293738 w 327921"/>
                    <a:gd name="connsiteY265" fmla="*/ 1470 h 447789"/>
                    <a:gd name="connsiteX266" fmla="*/ 293622 w 327921"/>
                    <a:gd name="connsiteY266" fmla="*/ 1933 h 447789"/>
                    <a:gd name="connsiteX267" fmla="*/ 294039 w 327921"/>
                    <a:gd name="connsiteY267" fmla="*/ 1748 h 447789"/>
                    <a:gd name="connsiteX268" fmla="*/ 293877 w 327921"/>
                    <a:gd name="connsiteY268" fmla="*/ 1366 h 447789"/>
                    <a:gd name="connsiteX269" fmla="*/ 294386 w 327921"/>
                    <a:gd name="connsiteY269" fmla="*/ 961 h 447789"/>
                    <a:gd name="connsiteX270" fmla="*/ 296863 w 327921"/>
                    <a:gd name="connsiteY270" fmla="*/ 0 h 447789"/>
                    <a:gd name="connsiteX271" fmla="*/ 301575 w 327921"/>
                    <a:gd name="connsiteY271" fmla="*/ 1250 h 447789"/>
                    <a:gd name="connsiteX272" fmla="*/ 301668 w 327921"/>
                    <a:gd name="connsiteY272" fmla="*/ 1331 h 447789"/>
                    <a:gd name="connsiteX273" fmla="*/ 300846 w 327921"/>
                    <a:gd name="connsiteY273" fmla="*/ 2825 h 447789"/>
                    <a:gd name="connsiteX274" fmla="*/ 303635 w 327921"/>
                    <a:gd name="connsiteY274" fmla="*/ 5915 h 447789"/>
                    <a:gd name="connsiteX275" fmla="*/ 309701 w 327921"/>
                    <a:gd name="connsiteY275" fmla="*/ 9064 h 447789"/>
                    <a:gd name="connsiteX276" fmla="*/ 308659 w 327921"/>
                    <a:gd name="connsiteY276" fmla="*/ 11587 h 447789"/>
                    <a:gd name="connsiteX277" fmla="*/ 310905 w 327921"/>
                    <a:gd name="connsiteY277" fmla="*/ 12664 h 447789"/>
                    <a:gd name="connsiteX278" fmla="*/ 308277 w 327921"/>
                    <a:gd name="connsiteY278" fmla="*/ 13995 h 447789"/>
                    <a:gd name="connsiteX279" fmla="*/ 308277 w 327921"/>
                    <a:gd name="connsiteY279" fmla="*/ 14018 h 447789"/>
                    <a:gd name="connsiteX280" fmla="*/ 308277 w 327921"/>
                    <a:gd name="connsiteY280" fmla="*/ 14042 h 447789"/>
                    <a:gd name="connsiteX281" fmla="*/ 308219 w 327921"/>
                    <a:gd name="connsiteY281" fmla="*/ 15963 h 447789"/>
                    <a:gd name="connsiteX282" fmla="*/ 310396 w 327921"/>
                    <a:gd name="connsiteY282" fmla="*/ 18510 h 447789"/>
                    <a:gd name="connsiteX283" fmla="*/ 311206 w 327921"/>
                    <a:gd name="connsiteY283" fmla="*/ 19459 h 447789"/>
                    <a:gd name="connsiteX284" fmla="*/ 314007 w 327921"/>
                    <a:gd name="connsiteY284" fmla="*/ 19945 h 447789"/>
                    <a:gd name="connsiteX285" fmla="*/ 313209 w 327921"/>
                    <a:gd name="connsiteY285" fmla="*/ 21473 h 447789"/>
                    <a:gd name="connsiteX286" fmla="*/ 314088 w 327921"/>
                    <a:gd name="connsiteY286" fmla="*/ 21809 h 447789"/>
                    <a:gd name="connsiteX287" fmla="*/ 314169 w 327921"/>
                    <a:gd name="connsiteY287" fmla="*/ 23673 h 447789"/>
                    <a:gd name="connsiteX288" fmla="*/ 313938 w 327921"/>
                    <a:gd name="connsiteY288" fmla="*/ 24020 h 447789"/>
                    <a:gd name="connsiteX289" fmla="*/ 315616 w 327921"/>
                    <a:gd name="connsiteY289" fmla="*/ 24043 h 447789"/>
                    <a:gd name="connsiteX290" fmla="*/ 317688 w 327921"/>
                    <a:gd name="connsiteY290" fmla="*/ 24321 h 447789"/>
                    <a:gd name="connsiteX291" fmla="*/ 317816 w 327921"/>
                    <a:gd name="connsiteY291" fmla="*/ 24796 h 447789"/>
                    <a:gd name="connsiteX292" fmla="*/ 317966 w 327921"/>
                    <a:gd name="connsiteY292" fmla="*/ 25340 h 447789"/>
                    <a:gd name="connsiteX293" fmla="*/ 317885 w 327921"/>
                    <a:gd name="connsiteY293" fmla="*/ 25803 h 447789"/>
                    <a:gd name="connsiteX294" fmla="*/ 317793 w 327921"/>
                    <a:gd name="connsiteY294" fmla="*/ 26289 h 447789"/>
                    <a:gd name="connsiteX295" fmla="*/ 318406 w 327921"/>
                    <a:gd name="connsiteY295" fmla="*/ 26891 h 447789"/>
                    <a:gd name="connsiteX296" fmla="*/ 318777 w 327921"/>
                    <a:gd name="connsiteY296" fmla="*/ 28245 h 447789"/>
                    <a:gd name="connsiteX297" fmla="*/ 319981 w 327921"/>
                    <a:gd name="connsiteY297" fmla="*/ 28442 h 447789"/>
                    <a:gd name="connsiteX298" fmla="*/ 320964 w 327921"/>
                    <a:gd name="connsiteY298" fmla="*/ 29414 h 447789"/>
                    <a:gd name="connsiteX299" fmla="*/ 321022 w 327921"/>
                    <a:gd name="connsiteY299" fmla="*/ 30688 h 447789"/>
                    <a:gd name="connsiteX300" fmla="*/ 317677 w 327921"/>
                    <a:gd name="connsiteY300" fmla="*/ 34288 h 447789"/>
                    <a:gd name="connsiteX301" fmla="*/ 316809 w 327921"/>
                    <a:gd name="connsiteY301" fmla="*/ 34948 h 447789"/>
                    <a:gd name="connsiteX302" fmla="*/ 318059 w 327921"/>
                    <a:gd name="connsiteY302" fmla="*/ 39532 h 447789"/>
                    <a:gd name="connsiteX303" fmla="*/ 317920 w 327921"/>
                    <a:gd name="connsiteY303" fmla="*/ 39740 h 447789"/>
                    <a:gd name="connsiteX304" fmla="*/ 316010 w 327921"/>
                    <a:gd name="connsiteY304" fmla="*/ 41546 h 447789"/>
                    <a:gd name="connsiteX305" fmla="*/ 317804 w 327921"/>
                    <a:gd name="connsiteY305" fmla="*/ 45204 h 447789"/>
                    <a:gd name="connsiteX306" fmla="*/ 318233 w 327921"/>
                    <a:gd name="connsiteY306" fmla="*/ 45007 h 447789"/>
                    <a:gd name="connsiteX307" fmla="*/ 321161 w 327921"/>
                    <a:gd name="connsiteY307" fmla="*/ 46952 h 447789"/>
                    <a:gd name="connsiteX308" fmla="*/ 320189 w 327921"/>
                    <a:gd name="connsiteY308" fmla="*/ 49290 h 447789"/>
                    <a:gd name="connsiteX309" fmla="*/ 322747 w 327921"/>
                    <a:gd name="connsiteY309" fmla="*/ 50922 h 447789"/>
                    <a:gd name="connsiteX310" fmla="*/ 322817 w 327921"/>
                    <a:gd name="connsiteY310" fmla="*/ 51663 h 447789"/>
                    <a:gd name="connsiteX311" fmla="*/ 324310 w 327921"/>
                    <a:gd name="connsiteY311" fmla="*/ 51929 h 447789"/>
                    <a:gd name="connsiteX312" fmla="*/ 324414 w 327921"/>
                    <a:gd name="connsiteY312" fmla="*/ 51999 h 447789"/>
                    <a:gd name="connsiteX313" fmla="*/ 323615 w 327921"/>
                    <a:gd name="connsiteY313" fmla="*/ 59396 h 447789"/>
                    <a:gd name="connsiteX314" fmla="*/ 320143 w 327921"/>
                    <a:gd name="connsiteY314" fmla="*/ 60623 h 447789"/>
                    <a:gd name="connsiteX315" fmla="*/ 317874 w 327921"/>
                    <a:gd name="connsiteY315" fmla="*/ 63274 h 447789"/>
                    <a:gd name="connsiteX316" fmla="*/ 316681 w 327921"/>
                    <a:gd name="connsiteY316" fmla="*/ 64072 h 447789"/>
                    <a:gd name="connsiteX317" fmla="*/ 316161 w 327921"/>
                    <a:gd name="connsiteY317" fmla="*/ 66179 h 447789"/>
                    <a:gd name="connsiteX318" fmla="*/ 314135 w 327921"/>
                    <a:gd name="connsiteY318" fmla="*/ 71261 h 447789"/>
                    <a:gd name="connsiteX319" fmla="*/ 312757 w 327921"/>
                    <a:gd name="connsiteY319" fmla="*/ 71898 h 447789"/>
                    <a:gd name="connsiteX320" fmla="*/ 312456 w 327921"/>
                    <a:gd name="connsiteY320" fmla="*/ 75498 h 447789"/>
                    <a:gd name="connsiteX321" fmla="*/ 312329 w 327921"/>
                    <a:gd name="connsiteY321" fmla="*/ 75822 h 447789"/>
                    <a:gd name="connsiteX322" fmla="*/ 310349 w 327921"/>
                    <a:gd name="connsiteY322" fmla="*/ 77975 h 447789"/>
                    <a:gd name="connsiteX323" fmla="*/ 309551 w 327921"/>
                    <a:gd name="connsiteY323" fmla="*/ 82802 h 447789"/>
                    <a:gd name="connsiteX324" fmla="*/ 308833 w 327921"/>
                    <a:gd name="connsiteY324" fmla="*/ 84620 h 447789"/>
                    <a:gd name="connsiteX325" fmla="*/ 306309 w 327921"/>
                    <a:gd name="connsiteY325" fmla="*/ 87294 h 447789"/>
                    <a:gd name="connsiteX326" fmla="*/ 308636 w 327921"/>
                    <a:gd name="connsiteY326" fmla="*/ 89065 h 447789"/>
                    <a:gd name="connsiteX327" fmla="*/ 306992 w 327921"/>
                    <a:gd name="connsiteY327" fmla="*/ 91253 h 447789"/>
                    <a:gd name="connsiteX328" fmla="*/ 308208 w 327921"/>
                    <a:gd name="connsiteY328" fmla="*/ 90709 h 447789"/>
                    <a:gd name="connsiteX329" fmla="*/ 315454 w 327921"/>
                    <a:gd name="connsiteY329" fmla="*/ 99796 h 447789"/>
                    <a:gd name="connsiteX330" fmla="*/ 316924 w 327921"/>
                    <a:gd name="connsiteY330" fmla="*/ 100027 h 447789"/>
                    <a:gd name="connsiteX331" fmla="*/ 317839 w 327921"/>
                    <a:gd name="connsiteY331" fmla="*/ 100976 h 447789"/>
                    <a:gd name="connsiteX332" fmla="*/ 318591 w 327921"/>
                    <a:gd name="connsiteY332" fmla="*/ 100282 h 447789"/>
                    <a:gd name="connsiteX333" fmla="*/ 318846 w 327921"/>
                    <a:gd name="connsiteY333" fmla="*/ 100317 h 447789"/>
                    <a:gd name="connsiteX334" fmla="*/ 318476 w 327921"/>
                    <a:gd name="connsiteY334" fmla="*/ 101150 h 447789"/>
                    <a:gd name="connsiteX335" fmla="*/ 321775 w 327921"/>
                    <a:gd name="connsiteY335" fmla="*/ 100768 h 447789"/>
                    <a:gd name="connsiteX336" fmla="*/ 322770 w 327921"/>
                    <a:gd name="connsiteY336" fmla="*/ 103454 h 447789"/>
                    <a:gd name="connsiteX337" fmla="*/ 312665 w 327921"/>
                    <a:gd name="connsiteY337" fmla="*/ 104646 h 447789"/>
                    <a:gd name="connsiteX338" fmla="*/ 312317 w 327921"/>
                    <a:gd name="connsiteY338" fmla="*/ 105097 h 447789"/>
                    <a:gd name="connsiteX339" fmla="*/ 311380 w 327921"/>
                    <a:gd name="connsiteY339" fmla="*/ 105248 h 447789"/>
                    <a:gd name="connsiteX340" fmla="*/ 309504 w 327921"/>
                    <a:gd name="connsiteY340" fmla="*/ 108779 h 447789"/>
                    <a:gd name="connsiteX341" fmla="*/ 308150 w 327921"/>
                    <a:gd name="connsiteY341" fmla="*/ 110538 h 447789"/>
                    <a:gd name="connsiteX342" fmla="*/ 303728 w 327921"/>
                    <a:gd name="connsiteY342" fmla="*/ 116303 h 447789"/>
                    <a:gd name="connsiteX343" fmla="*/ 303612 w 327921"/>
                    <a:gd name="connsiteY343" fmla="*/ 116430 h 447789"/>
                    <a:gd name="connsiteX344" fmla="*/ 302906 w 327921"/>
                    <a:gd name="connsiteY344" fmla="*/ 116523 h 447789"/>
                    <a:gd name="connsiteX345" fmla="*/ 299757 w 327921"/>
                    <a:gd name="connsiteY345" fmla="*/ 116685 h 447789"/>
                    <a:gd name="connsiteX346" fmla="*/ 299781 w 327921"/>
                    <a:gd name="connsiteY346" fmla="*/ 117090 h 447789"/>
                    <a:gd name="connsiteX347" fmla="*/ 298218 w 327921"/>
                    <a:gd name="connsiteY347" fmla="*/ 119255 h 447789"/>
                    <a:gd name="connsiteX348" fmla="*/ 297373 w 327921"/>
                    <a:gd name="connsiteY348" fmla="*/ 119706 h 447789"/>
                    <a:gd name="connsiteX349" fmla="*/ 297581 w 327921"/>
                    <a:gd name="connsiteY349" fmla="*/ 120134 h 447789"/>
                    <a:gd name="connsiteX350" fmla="*/ 296470 w 327921"/>
                    <a:gd name="connsiteY350" fmla="*/ 121674 h 447789"/>
                    <a:gd name="connsiteX351" fmla="*/ 296817 w 327921"/>
                    <a:gd name="connsiteY351" fmla="*/ 121859 h 447789"/>
                    <a:gd name="connsiteX352" fmla="*/ 295289 w 327921"/>
                    <a:gd name="connsiteY352" fmla="*/ 122762 h 447789"/>
                    <a:gd name="connsiteX353" fmla="*/ 296366 w 327921"/>
                    <a:gd name="connsiteY353" fmla="*/ 123422 h 447789"/>
                    <a:gd name="connsiteX354" fmla="*/ 296285 w 327921"/>
                    <a:gd name="connsiteY354" fmla="*/ 123515 h 447789"/>
                    <a:gd name="connsiteX355" fmla="*/ 297547 w 327921"/>
                    <a:gd name="connsiteY355" fmla="*/ 124128 h 447789"/>
                    <a:gd name="connsiteX356" fmla="*/ 297975 w 327921"/>
                    <a:gd name="connsiteY356" fmla="*/ 124394 h 447789"/>
                    <a:gd name="connsiteX357" fmla="*/ 296285 w 327921"/>
                    <a:gd name="connsiteY357" fmla="*/ 129441 h 447789"/>
                    <a:gd name="connsiteX358" fmla="*/ 290092 w 327921"/>
                    <a:gd name="connsiteY358" fmla="*/ 130761 h 447789"/>
                    <a:gd name="connsiteX359" fmla="*/ 288297 w 327921"/>
                    <a:gd name="connsiteY359" fmla="*/ 131108 h 447789"/>
                    <a:gd name="connsiteX360" fmla="*/ 285577 w 327921"/>
                    <a:gd name="connsiteY360" fmla="*/ 129742 h 447789"/>
                    <a:gd name="connsiteX361" fmla="*/ 283088 w 327921"/>
                    <a:gd name="connsiteY361" fmla="*/ 133366 h 447789"/>
                    <a:gd name="connsiteX362" fmla="*/ 281676 w 327921"/>
                    <a:gd name="connsiteY362" fmla="*/ 133157 h 447789"/>
                    <a:gd name="connsiteX363" fmla="*/ 283054 w 327921"/>
                    <a:gd name="connsiteY363" fmla="*/ 132845 h 447789"/>
                    <a:gd name="connsiteX364" fmla="*/ 281664 w 327921"/>
                    <a:gd name="connsiteY364" fmla="*/ 130784 h 447789"/>
                    <a:gd name="connsiteX365" fmla="*/ 278643 w 327921"/>
                    <a:gd name="connsiteY365" fmla="*/ 130090 h 447789"/>
                    <a:gd name="connsiteX366" fmla="*/ 281630 w 327921"/>
                    <a:gd name="connsiteY366" fmla="*/ 131016 h 447789"/>
                    <a:gd name="connsiteX367" fmla="*/ 281213 w 327921"/>
                    <a:gd name="connsiteY367" fmla="*/ 133528 h 447789"/>
                    <a:gd name="connsiteX368" fmla="*/ 283794 w 327921"/>
                    <a:gd name="connsiteY368" fmla="*/ 133875 h 447789"/>
                    <a:gd name="connsiteX369" fmla="*/ 283621 w 327921"/>
                    <a:gd name="connsiteY369" fmla="*/ 139802 h 447789"/>
                    <a:gd name="connsiteX370" fmla="*/ 283551 w 327921"/>
                    <a:gd name="connsiteY370" fmla="*/ 141978 h 447789"/>
                    <a:gd name="connsiteX371" fmla="*/ 283146 w 327921"/>
                    <a:gd name="connsiteY371" fmla="*/ 142140 h 447789"/>
                    <a:gd name="connsiteX372" fmla="*/ 283192 w 327921"/>
                    <a:gd name="connsiteY372" fmla="*/ 143761 h 447789"/>
                    <a:gd name="connsiteX373" fmla="*/ 278261 w 327921"/>
                    <a:gd name="connsiteY373" fmla="*/ 144791 h 447789"/>
                    <a:gd name="connsiteX374" fmla="*/ 275240 w 327921"/>
                    <a:gd name="connsiteY374" fmla="*/ 145069 h 447789"/>
                    <a:gd name="connsiteX375" fmla="*/ 271663 w 327921"/>
                    <a:gd name="connsiteY375" fmla="*/ 143043 h 447789"/>
                    <a:gd name="connsiteX376" fmla="*/ 268317 w 327921"/>
                    <a:gd name="connsiteY376" fmla="*/ 147766 h 447789"/>
                    <a:gd name="connsiteX377" fmla="*/ 268896 w 327921"/>
                    <a:gd name="connsiteY377" fmla="*/ 154110 h 447789"/>
                    <a:gd name="connsiteX378" fmla="*/ 270470 w 327921"/>
                    <a:gd name="connsiteY378" fmla="*/ 154573 h 447789"/>
                    <a:gd name="connsiteX379" fmla="*/ 271188 w 327921"/>
                    <a:gd name="connsiteY379" fmla="*/ 156795 h 447789"/>
                    <a:gd name="connsiteX380" fmla="*/ 269741 w 327921"/>
                    <a:gd name="connsiteY380" fmla="*/ 158624 h 447789"/>
                    <a:gd name="connsiteX381" fmla="*/ 269023 w 327921"/>
                    <a:gd name="connsiteY381" fmla="*/ 158867 h 447789"/>
                    <a:gd name="connsiteX382" fmla="*/ 268977 w 327921"/>
                    <a:gd name="connsiteY382" fmla="*/ 159597 h 447789"/>
                    <a:gd name="connsiteX383" fmla="*/ 268167 w 327921"/>
                    <a:gd name="connsiteY383" fmla="*/ 160615 h 447789"/>
                    <a:gd name="connsiteX384" fmla="*/ 262749 w 327921"/>
                    <a:gd name="connsiteY384" fmla="*/ 161356 h 447789"/>
                    <a:gd name="connsiteX385" fmla="*/ 262309 w 327921"/>
                    <a:gd name="connsiteY385" fmla="*/ 163590 h 447789"/>
                    <a:gd name="connsiteX386" fmla="*/ 260747 w 327921"/>
                    <a:gd name="connsiteY386" fmla="*/ 166380 h 447789"/>
                    <a:gd name="connsiteX387" fmla="*/ 261997 w 327921"/>
                    <a:gd name="connsiteY387" fmla="*/ 163509 h 447789"/>
                    <a:gd name="connsiteX388" fmla="*/ 256741 w 327921"/>
                    <a:gd name="connsiteY388" fmla="*/ 161252 h 447789"/>
                    <a:gd name="connsiteX389" fmla="*/ 256661 w 327921"/>
                    <a:gd name="connsiteY389" fmla="*/ 161171 h 447789"/>
                    <a:gd name="connsiteX390" fmla="*/ 256498 w 327921"/>
                    <a:gd name="connsiteY390" fmla="*/ 161032 h 447789"/>
                    <a:gd name="connsiteX391" fmla="*/ 256672 w 327921"/>
                    <a:gd name="connsiteY391" fmla="*/ 161217 h 447789"/>
                    <a:gd name="connsiteX392" fmla="*/ 258269 w 327921"/>
                    <a:gd name="connsiteY392" fmla="*/ 163023 h 447789"/>
                    <a:gd name="connsiteX393" fmla="*/ 256649 w 327921"/>
                    <a:gd name="connsiteY393" fmla="*/ 167445 h 447789"/>
                    <a:gd name="connsiteX394" fmla="*/ 251254 w 327921"/>
                    <a:gd name="connsiteY394" fmla="*/ 168267 h 447789"/>
                    <a:gd name="connsiteX395" fmla="*/ 251625 w 327921"/>
                    <a:gd name="connsiteY395" fmla="*/ 170096 h 447789"/>
                    <a:gd name="connsiteX396" fmla="*/ 257309 w 327921"/>
                    <a:gd name="connsiteY396" fmla="*/ 170628 h 447789"/>
                    <a:gd name="connsiteX397" fmla="*/ 256904 w 327921"/>
                    <a:gd name="connsiteY397" fmla="*/ 173198 h 447789"/>
                    <a:gd name="connsiteX398" fmla="*/ 260967 w 327921"/>
                    <a:gd name="connsiteY398" fmla="*/ 170547 h 447789"/>
                    <a:gd name="connsiteX399" fmla="*/ 263282 w 327921"/>
                    <a:gd name="connsiteY399" fmla="*/ 171416 h 447789"/>
                    <a:gd name="connsiteX400" fmla="*/ 264902 w 327921"/>
                    <a:gd name="connsiteY400" fmla="*/ 170628 h 447789"/>
                    <a:gd name="connsiteX401" fmla="*/ 264011 w 327921"/>
                    <a:gd name="connsiteY401" fmla="*/ 168406 h 447789"/>
                    <a:gd name="connsiteX402" fmla="*/ 262182 w 327921"/>
                    <a:gd name="connsiteY402" fmla="*/ 167040 h 447789"/>
                    <a:gd name="connsiteX403" fmla="*/ 264648 w 327921"/>
                    <a:gd name="connsiteY403" fmla="*/ 167954 h 447789"/>
                    <a:gd name="connsiteX404" fmla="*/ 270158 w 327921"/>
                    <a:gd name="connsiteY404" fmla="*/ 174819 h 447789"/>
                    <a:gd name="connsiteX405" fmla="*/ 271431 w 327921"/>
                    <a:gd name="connsiteY405" fmla="*/ 174159 h 447789"/>
                    <a:gd name="connsiteX406" fmla="*/ 273017 w 327921"/>
                    <a:gd name="connsiteY406" fmla="*/ 176463 h 447789"/>
                    <a:gd name="connsiteX407" fmla="*/ 273816 w 327921"/>
                    <a:gd name="connsiteY407" fmla="*/ 178535 h 447789"/>
                    <a:gd name="connsiteX408" fmla="*/ 279789 w 327921"/>
                    <a:gd name="connsiteY408" fmla="*/ 180885 h 447789"/>
                    <a:gd name="connsiteX409" fmla="*/ 282081 w 327921"/>
                    <a:gd name="connsiteY409" fmla="*/ 178488 h 447789"/>
                    <a:gd name="connsiteX410" fmla="*/ 285461 w 327921"/>
                    <a:gd name="connsiteY410" fmla="*/ 178593 h 447789"/>
                    <a:gd name="connsiteX411" fmla="*/ 291481 w 327921"/>
                    <a:gd name="connsiteY411" fmla="*/ 171427 h 447789"/>
                    <a:gd name="connsiteX412" fmla="*/ 295416 w 327921"/>
                    <a:gd name="connsiteY412" fmla="*/ 172643 h 447789"/>
                    <a:gd name="connsiteX413" fmla="*/ 299248 w 327921"/>
                    <a:gd name="connsiteY413" fmla="*/ 169969 h 447789"/>
                    <a:gd name="connsiteX414" fmla="*/ 301945 w 327921"/>
                    <a:gd name="connsiteY414" fmla="*/ 164169 h 447789"/>
                    <a:gd name="connsiteX415" fmla="*/ 305557 w 327921"/>
                    <a:gd name="connsiteY415" fmla="*/ 162653 h 447789"/>
                    <a:gd name="connsiteX416" fmla="*/ 307270 w 327921"/>
                    <a:gd name="connsiteY416" fmla="*/ 158126 h 447789"/>
                    <a:gd name="connsiteX417" fmla="*/ 307687 w 327921"/>
                    <a:gd name="connsiteY417" fmla="*/ 157941 h 447789"/>
                    <a:gd name="connsiteX418" fmla="*/ 313359 w 327921"/>
                    <a:gd name="connsiteY418" fmla="*/ 156066 h 447789"/>
                    <a:gd name="connsiteX419" fmla="*/ 315616 w 327921"/>
                    <a:gd name="connsiteY419" fmla="*/ 156309 h 447789"/>
                    <a:gd name="connsiteX420" fmla="*/ 316288 w 327921"/>
                    <a:gd name="connsiteY420" fmla="*/ 156842 h 447789"/>
                    <a:gd name="connsiteX421" fmla="*/ 319240 w 327921"/>
                    <a:gd name="connsiteY421" fmla="*/ 153485 h 447789"/>
                    <a:gd name="connsiteX422" fmla="*/ 318788 w 327921"/>
                    <a:gd name="connsiteY422" fmla="*/ 150313 h 447789"/>
                    <a:gd name="connsiteX423" fmla="*/ 321277 w 327921"/>
                    <a:gd name="connsiteY423" fmla="*/ 149803 h 447789"/>
                    <a:gd name="connsiteX424" fmla="*/ 322770 w 327921"/>
                    <a:gd name="connsiteY424" fmla="*/ 152524 h 447789"/>
                    <a:gd name="connsiteX425" fmla="*/ 325583 w 327921"/>
                    <a:gd name="connsiteY425" fmla="*/ 152547 h 447789"/>
                    <a:gd name="connsiteX426" fmla="*/ 326104 w 327921"/>
                    <a:gd name="connsiteY426" fmla="*/ 150857 h 447789"/>
                    <a:gd name="connsiteX427" fmla="*/ 327922 w 327921"/>
                    <a:gd name="connsiteY427" fmla="*/ 153068 h 447789"/>
                    <a:gd name="connsiteX428" fmla="*/ 326150 w 327921"/>
                    <a:gd name="connsiteY428" fmla="*/ 158103 h 447789"/>
                    <a:gd name="connsiteX429" fmla="*/ 323696 w 327921"/>
                    <a:gd name="connsiteY429" fmla="*/ 157409 h 447789"/>
                    <a:gd name="connsiteX430" fmla="*/ 321647 w 327921"/>
                    <a:gd name="connsiteY430" fmla="*/ 159944 h 447789"/>
                    <a:gd name="connsiteX431" fmla="*/ 323800 w 327921"/>
                    <a:gd name="connsiteY431" fmla="*/ 163949 h 447789"/>
                    <a:gd name="connsiteX432" fmla="*/ 319842 w 327921"/>
                    <a:gd name="connsiteY432" fmla="*/ 165697 h 447789"/>
                    <a:gd name="connsiteX433" fmla="*/ 320629 w 327921"/>
                    <a:gd name="connsiteY433" fmla="*/ 167989 h 447789"/>
                    <a:gd name="connsiteX434" fmla="*/ 319240 w 327921"/>
                    <a:gd name="connsiteY434" fmla="*/ 168880 h 447789"/>
                    <a:gd name="connsiteX435" fmla="*/ 317677 w 327921"/>
                    <a:gd name="connsiteY435" fmla="*/ 170385 h 447789"/>
                    <a:gd name="connsiteX436" fmla="*/ 317827 w 327921"/>
                    <a:gd name="connsiteY436" fmla="*/ 171230 h 447789"/>
                    <a:gd name="connsiteX437" fmla="*/ 319645 w 327921"/>
                    <a:gd name="connsiteY437" fmla="*/ 173430 h 447789"/>
                    <a:gd name="connsiteX438" fmla="*/ 320930 w 327921"/>
                    <a:gd name="connsiteY438" fmla="*/ 174784 h 447789"/>
                    <a:gd name="connsiteX439" fmla="*/ 320999 w 327921"/>
                    <a:gd name="connsiteY439" fmla="*/ 174900 h 447789"/>
                    <a:gd name="connsiteX440" fmla="*/ 317411 w 327921"/>
                    <a:gd name="connsiteY440" fmla="*/ 175930 h 447789"/>
                    <a:gd name="connsiteX441" fmla="*/ 318534 w 327921"/>
                    <a:gd name="connsiteY441" fmla="*/ 179102 h 447789"/>
                    <a:gd name="connsiteX442" fmla="*/ 318476 w 327921"/>
                    <a:gd name="connsiteY442" fmla="*/ 179148 h 447789"/>
                    <a:gd name="connsiteX443" fmla="*/ 317249 w 327921"/>
                    <a:gd name="connsiteY443" fmla="*/ 178917 h 447789"/>
                    <a:gd name="connsiteX444" fmla="*/ 314262 w 327921"/>
                    <a:gd name="connsiteY444" fmla="*/ 182563 h 447789"/>
                    <a:gd name="connsiteX445" fmla="*/ 312792 w 327921"/>
                    <a:gd name="connsiteY445" fmla="*/ 183848 h 447789"/>
                    <a:gd name="connsiteX446" fmla="*/ 312502 w 327921"/>
                    <a:gd name="connsiteY446" fmla="*/ 184658 h 447789"/>
                    <a:gd name="connsiteX447" fmla="*/ 311600 w 327921"/>
                    <a:gd name="connsiteY447" fmla="*/ 184346 h 447789"/>
                    <a:gd name="connsiteX448" fmla="*/ 310106 w 327921"/>
                    <a:gd name="connsiteY448" fmla="*/ 184149 h 447789"/>
                    <a:gd name="connsiteX449" fmla="*/ 308729 w 327921"/>
                    <a:gd name="connsiteY449" fmla="*/ 185237 h 447789"/>
                    <a:gd name="connsiteX450" fmla="*/ 308648 w 327921"/>
                    <a:gd name="connsiteY450" fmla="*/ 185376 h 447789"/>
                    <a:gd name="connsiteX451" fmla="*/ 308706 w 327921"/>
                    <a:gd name="connsiteY451" fmla="*/ 185434 h 447789"/>
                    <a:gd name="connsiteX452" fmla="*/ 308057 w 327921"/>
                    <a:gd name="connsiteY452" fmla="*/ 186024 h 447789"/>
                    <a:gd name="connsiteX453" fmla="*/ 305487 w 327921"/>
                    <a:gd name="connsiteY453" fmla="*/ 186823 h 447789"/>
                    <a:gd name="connsiteX454" fmla="*/ 303381 w 327921"/>
                    <a:gd name="connsiteY454" fmla="*/ 186985 h 447789"/>
                    <a:gd name="connsiteX455" fmla="*/ 302026 w 327921"/>
                    <a:gd name="connsiteY455" fmla="*/ 189520 h 447789"/>
                    <a:gd name="connsiteX456" fmla="*/ 303161 w 327921"/>
                    <a:gd name="connsiteY456" fmla="*/ 192403 h 447789"/>
                    <a:gd name="connsiteX457" fmla="*/ 303138 w 327921"/>
                    <a:gd name="connsiteY457" fmla="*/ 192738 h 447789"/>
                    <a:gd name="connsiteX458" fmla="*/ 302131 w 327921"/>
                    <a:gd name="connsiteY458" fmla="*/ 192530 h 447789"/>
                    <a:gd name="connsiteX459" fmla="*/ 301806 w 327921"/>
                    <a:gd name="connsiteY459" fmla="*/ 192356 h 447789"/>
                    <a:gd name="connsiteX460" fmla="*/ 301748 w 327921"/>
                    <a:gd name="connsiteY460" fmla="*/ 192449 h 447789"/>
                    <a:gd name="connsiteX461" fmla="*/ 301424 w 327921"/>
                    <a:gd name="connsiteY461" fmla="*/ 192380 h 447789"/>
                    <a:gd name="connsiteX462" fmla="*/ 297303 w 327921"/>
                    <a:gd name="connsiteY462" fmla="*/ 195667 h 447789"/>
                    <a:gd name="connsiteX463" fmla="*/ 294560 w 327921"/>
                    <a:gd name="connsiteY463" fmla="*/ 196686 h 447789"/>
                    <a:gd name="connsiteX464" fmla="*/ 287973 w 327921"/>
                    <a:gd name="connsiteY464" fmla="*/ 197218 h 447789"/>
                    <a:gd name="connsiteX465" fmla="*/ 287591 w 327921"/>
                    <a:gd name="connsiteY465" fmla="*/ 193201 h 447789"/>
                    <a:gd name="connsiteX466" fmla="*/ 287209 w 327921"/>
                    <a:gd name="connsiteY466" fmla="*/ 193074 h 447789"/>
                    <a:gd name="connsiteX467" fmla="*/ 287198 w 327921"/>
                    <a:gd name="connsiteY467" fmla="*/ 193016 h 447789"/>
                    <a:gd name="connsiteX468" fmla="*/ 282440 w 327921"/>
                    <a:gd name="connsiteY468" fmla="*/ 191500 h 447789"/>
                    <a:gd name="connsiteX469" fmla="*/ 282104 w 327921"/>
                    <a:gd name="connsiteY469" fmla="*/ 186013 h 447789"/>
                    <a:gd name="connsiteX470" fmla="*/ 279777 w 327921"/>
                    <a:gd name="connsiteY470" fmla="*/ 185666 h 447789"/>
                    <a:gd name="connsiteX471" fmla="*/ 278944 w 327921"/>
                    <a:gd name="connsiteY471" fmla="*/ 181614 h 447789"/>
                    <a:gd name="connsiteX472" fmla="*/ 272276 w 327921"/>
                    <a:gd name="connsiteY472" fmla="*/ 181267 h 447789"/>
                    <a:gd name="connsiteX473" fmla="*/ 267808 w 327921"/>
                    <a:gd name="connsiteY473" fmla="*/ 183975 h 447789"/>
                    <a:gd name="connsiteX474" fmla="*/ 267114 w 327921"/>
                    <a:gd name="connsiteY474" fmla="*/ 185121 h 447789"/>
                    <a:gd name="connsiteX475" fmla="*/ 266662 w 327921"/>
                    <a:gd name="connsiteY475" fmla="*/ 185573 h 447789"/>
                    <a:gd name="connsiteX476" fmla="*/ 266789 w 327921"/>
                    <a:gd name="connsiteY476" fmla="*/ 185654 h 447789"/>
                    <a:gd name="connsiteX477" fmla="*/ 266454 w 327921"/>
                    <a:gd name="connsiteY477" fmla="*/ 186210 h 447789"/>
                    <a:gd name="connsiteX478" fmla="*/ 269209 w 327921"/>
                    <a:gd name="connsiteY478" fmla="*/ 187147 h 447789"/>
                    <a:gd name="connsiteX479" fmla="*/ 267345 w 327921"/>
                    <a:gd name="connsiteY479" fmla="*/ 188339 h 447789"/>
                    <a:gd name="connsiteX480" fmla="*/ 267380 w 327921"/>
                    <a:gd name="connsiteY480" fmla="*/ 188687 h 447789"/>
                    <a:gd name="connsiteX481" fmla="*/ 267171 w 327921"/>
                    <a:gd name="connsiteY481" fmla="*/ 188849 h 447789"/>
                    <a:gd name="connsiteX482" fmla="*/ 265446 w 327921"/>
                    <a:gd name="connsiteY482" fmla="*/ 186233 h 447789"/>
                    <a:gd name="connsiteX483" fmla="*/ 265134 w 327921"/>
                    <a:gd name="connsiteY483" fmla="*/ 187448 h 447789"/>
                    <a:gd name="connsiteX484" fmla="*/ 264428 w 327921"/>
                    <a:gd name="connsiteY484" fmla="*/ 189370 h 447789"/>
                    <a:gd name="connsiteX485" fmla="*/ 262715 w 327921"/>
                    <a:gd name="connsiteY485" fmla="*/ 187471 h 447789"/>
                    <a:gd name="connsiteX486" fmla="*/ 258895 w 327921"/>
                    <a:gd name="connsiteY486" fmla="*/ 189590 h 447789"/>
                    <a:gd name="connsiteX487" fmla="*/ 257887 w 327921"/>
                    <a:gd name="connsiteY487" fmla="*/ 189543 h 447789"/>
                    <a:gd name="connsiteX488" fmla="*/ 257563 w 327921"/>
                    <a:gd name="connsiteY488" fmla="*/ 185156 h 447789"/>
                    <a:gd name="connsiteX489" fmla="*/ 255642 w 327921"/>
                    <a:gd name="connsiteY489" fmla="*/ 183848 h 447789"/>
                    <a:gd name="connsiteX490" fmla="*/ 256325 w 327921"/>
                    <a:gd name="connsiteY490" fmla="*/ 181232 h 447789"/>
                    <a:gd name="connsiteX491" fmla="*/ 255352 w 327921"/>
                    <a:gd name="connsiteY491" fmla="*/ 181151 h 447789"/>
                    <a:gd name="connsiteX492" fmla="*/ 254299 w 327921"/>
                    <a:gd name="connsiteY492" fmla="*/ 180780 h 447789"/>
                    <a:gd name="connsiteX493" fmla="*/ 254091 w 327921"/>
                    <a:gd name="connsiteY493" fmla="*/ 181220 h 447789"/>
                    <a:gd name="connsiteX494" fmla="*/ 250190 w 327921"/>
                    <a:gd name="connsiteY494" fmla="*/ 181973 h 447789"/>
                    <a:gd name="connsiteX495" fmla="*/ 248534 w 327921"/>
                    <a:gd name="connsiteY495" fmla="*/ 180676 h 447789"/>
                    <a:gd name="connsiteX496" fmla="*/ 251301 w 327921"/>
                    <a:gd name="connsiteY496" fmla="*/ 180236 h 447789"/>
                    <a:gd name="connsiteX497" fmla="*/ 247006 w 327921"/>
                    <a:gd name="connsiteY497" fmla="*/ 178824 h 447789"/>
                    <a:gd name="connsiteX498" fmla="*/ 246705 w 327921"/>
                    <a:gd name="connsiteY498" fmla="*/ 178407 h 447789"/>
                    <a:gd name="connsiteX499" fmla="*/ 247944 w 327921"/>
                    <a:gd name="connsiteY499" fmla="*/ 175213 h 447789"/>
                    <a:gd name="connsiteX500" fmla="*/ 248164 w 327921"/>
                    <a:gd name="connsiteY500" fmla="*/ 174865 h 447789"/>
                    <a:gd name="connsiteX501" fmla="*/ 248199 w 327921"/>
                    <a:gd name="connsiteY501" fmla="*/ 174194 h 447789"/>
                    <a:gd name="connsiteX502" fmla="*/ 247979 w 327921"/>
                    <a:gd name="connsiteY502" fmla="*/ 175004 h 447789"/>
                    <a:gd name="connsiteX503" fmla="*/ 247828 w 327921"/>
                    <a:gd name="connsiteY503" fmla="*/ 175236 h 447789"/>
                    <a:gd name="connsiteX504" fmla="*/ 244830 w 327921"/>
                    <a:gd name="connsiteY504" fmla="*/ 178326 h 447789"/>
                    <a:gd name="connsiteX505" fmla="*/ 245062 w 327921"/>
                    <a:gd name="connsiteY505" fmla="*/ 178928 h 447789"/>
                    <a:gd name="connsiteX506" fmla="*/ 244980 w 327921"/>
                    <a:gd name="connsiteY506" fmla="*/ 179021 h 447789"/>
                    <a:gd name="connsiteX507" fmla="*/ 246080 w 327921"/>
                    <a:gd name="connsiteY507" fmla="*/ 182679 h 447789"/>
                    <a:gd name="connsiteX508" fmla="*/ 245663 w 327921"/>
                    <a:gd name="connsiteY508" fmla="*/ 182887 h 447789"/>
                    <a:gd name="connsiteX509" fmla="*/ 245270 w 327921"/>
                    <a:gd name="connsiteY509" fmla="*/ 182899 h 447789"/>
                    <a:gd name="connsiteX510" fmla="*/ 244992 w 327921"/>
                    <a:gd name="connsiteY510" fmla="*/ 183246 h 447789"/>
                    <a:gd name="connsiteX511" fmla="*/ 246578 w 327921"/>
                    <a:gd name="connsiteY511" fmla="*/ 184334 h 447789"/>
                    <a:gd name="connsiteX512" fmla="*/ 247793 w 327921"/>
                    <a:gd name="connsiteY512" fmla="*/ 188374 h 447789"/>
                    <a:gd name="connsiteX513" fmla="*/ 248060 w 327921"/>
                    <a:gd name="connsiteY513" fmla="*/ 188617 h 447789"/>
                    <a:gd name="connsiteX514" fmla="*/ 248199 w 327921"/>
                    <a:gd name="connsiteY514" fmla="*/ 189405 h 447789"/>
                    <a:gd name="connsiteX515" fmla="*/ 248870 w 327921"/>
                    <a:gd name="connsiteY515" fmla="*/ 189347 h 447789"/>
                    <a:gd name="connsiteX516" fmla="*/ 249391 w 327921"/>
                    <a:gd name="connsiteY516" fmla="*/ 189844 h 447789"/>
                    <a:gd name="connsiteX517" fmla="*/ 249634 w 327921"/>
                    <a:gd name="connsiteY517" fmla="*/ 189289 h 447789"/>
                    <a:gd name="connsiteX518" fmla="*/ 250641 w 327921"/>
                    <a:gd name="connsiteY518" fmla="*/ 189196 h 447789"/>
                    <a:gd name="connsiteX519" fmla="*/ 251174 w 327921"/>
                    <a:gd name="connsiteY519" fmla="*/ 186835 h 447789"/>
                    <a:gd name="connsiteX520" fmla="*/ 252840 w 327921"/>
                    <a:gd name="connsiteY520" fmla="*/ 188328 h 447789"/>
                    <a:gd name="connsiteX521" fmla="*/ 247041 w 327921"/>
                    <a:gd name="connsiteY521" fmla="*/ 194602 h 447789"/>
                    <a:gd name="connsiteX522" fmla="*/ 246937 w 327921"/>
                    <a:gd name="connsiteY522" fmla="*/ 194695 h 447789"/>
                    <a:gd name="connsiteX523" fmla="*/ 246960 w 327921"/>
                    <a:gd name="connsiteY523" fmla="*/ 194695 h 447789"/>
                    <a:gd name="connsiteX524" fmla="*/ 246798 w 327921"/>
                    <a:gd name="connsiteY524" fmla="*/ 194868 h 447789"/>
                    <a:gd name="connsiteX525" fmla="*/ 249541 w 327921"/>
                    <a:gd name="connsiteY525" fmla="*/ 196095 h 447789"/>
                    <a:gd name="connsiteX526" fmla="*/ 249345 w 327921"/>
                    <a:gd name="connsiteY526" fmla="*/ 196651 h 447789"/>
                    <a:gd name="connsiteX527" fmla="*/ 248650 w 327921"/>
                    <a:gd name="connsiteY527" fmla="*/ 198028 h 447789"/>
                    <a:gd name="connsiteX528" fmla="*/ 252053 w 327921"/>
                    <a:gd name="connsiteY528" fmla="*/ 206386 h 447789"/>
                    <a:gd name="connsiteX529" fmla="*/ 252065 w 327921"/>
                    <a:gd name="connsiteY529" fmla="*/ 210970 h 447789"/>
                    <a:gd name="connsiteX530" fmla="*/ 248696 w 327921"/>
                    <a:gd name="connsiteY530" fmla="*/ 213911 h 447789"/>
                    <a:gd name="connsiteX531" fmla="*/ 245606 w 327921"/>
                    <a:gd name="connsiteY531" fmla="*/ 213853 h 447789"/>
                    <a:gd name="connsiteX532" fmla="*/ 244286 w 327921"/>
                    <a:gd name="connsiteY532" fmla="*/ 213772 h 447789"/>
                    <a:gd name="connsiteX533" fmla="*/ 238810 w 327921"/>
                    <a:gd name="connsiteY533" fmla="*/ 216596 h 447789"/>
                    <a:gd name="connsiteX534" fmla="*/ 235442 w 327921"/>
                    <a:gd name="connsiteY534" fmla="*/ 213725 h 447789"/>
                    <a:gd name="connsiteX535" fmla="*/ 234296 w 327921"/>
                    <a:gd name="connsiteY535" fmla="*/ 212753 h 447789"/>
                    <a:gd name="connsiteX536" fmla="*/ 234759 w 327921"/>
                    <a:gd name="connsiteY536" fmla="*/ 213401 h 447789"/>
                    <a:gd name="connsiteX537" fmla="*/ 234562 w 327921"/>
                    <a:gd name="connsiteY537" fmla="*/ 213239 h 447789"/>
                    <a:gd name="connsiteX538" fmla="*/ 235129 w 327921"/>
                    <a:gd name="connsiteY538" fmla="*/ 213922 h 447789"/>
                    <a:gd name="connsiteX539" fmla="*/ 235442 w 327921"/>
                    <a:gd name="connsiteY539" fmla="*/ 214351 h 447789"/>
                    <a:gd name="connsiteX540" fmla="*/ 236576 w 327921"/>
                    <a:gd name="connsiteY540" fmla="*/ 215936 h 447789"/>
                    <a:gd name="connsiteX541" fmla="*/ 234655 w 327921"/>
                    <a:gd name="connsiteY541" fmla="*/ 217835 h 447789"/>
                    <a:gd name="connsiteX542" fmla="*/ 234909 w 327921"/>
                    <a:gd name="connsiteY542" fmla="*/ 217823 h 447789"/>
                    <a:gd name="connsiteX543" fmla="*/ 234076 w 327921"/>
                    <a:gd name="connsiteY543" fmla="*/ 218749 h 447789"/>
                    <a:gd name="connsiteX544" fmla="*/ 235442 w 327921"/>
                    <a:gd name="connsiteY544" fmla="*/ 219282 h 447789"/>
                    <a:gd name="connsiteX545" fmla="*/ 236299 w 327921"/>
                    <a:gd name="connsiteY545" fmla="*/ 219618 h 447789"/>
                    <a:gd name="connsiteX546" fmla="*/ 240176 w 327921"/>
                    <a:gd name="connsiteY546" fmla="*/ 217372 h 447789"/>
                    <a:gd name="connsiteX547" fmla="*/ 242943 w 327921"/>
                    <a:gd name="connsiteY547" fmla="*/ 215948 h 447789"/>
                    <a:gd name="connsiteX548" fmla="*/ 245548 w 327921"/>
                    <a:gd name="connsiteY548" fmla="*/ 215798 h 447789"/>
                    <a:gd name="connsiteX549" fmla="*/ 249993 w 327921"/>
                    <a:gd name="connsiteY549" fmla="*/ 216550 h 447789"/>
                    <a:gd name="connsiteX550" fmla="*/ 251092 w 327921"/>
                    <a:gd name="connsiteY550" fmla="*/ 216944 h 447789"/>
                    <a:gd name="connsiteX551" fmla="*/ 250398 w 327921"/>
                    <a:gd name="connsiteY551" fmla="*/ 223426 h 447789"/>
                    <a:gd name="connsiteX552" fmla="*/ 244795 w 327921"/>
                    <a:gd name="connsiteY552" fmla="*/ 224479 h 447789"/>
                    <a:gd name="connsiteX553" fmla="*/ 240975 w 327921"/>
                    <a:gd name="connsiteY553" fmla="*/ 220775 h 447789"/>
                    <a:gd name="connsiteX554" fmla="*/ 240790 w 327921"/>
                    <a:gd name="connsiteY554" fmla="*/ 221065 h 447789"/>
                    <a:gd name="connsiteX555" fmla="*/ 240674 w 327921"/>
                    <a:gd name="connsiteY555" fmla="*/ 220949 h 447789"/>
                    <a:gd name="connsiteX556" fmla="*/ 239262 w 327921"/>
                    <a:gd name="connsiteY556" fmla="*/ 223576 h 447789"/>
                    <a:gd name="connsiteX557" fmla="*/ 236171 w 327921"/>
                    <a:gd name="connsiteY557" fmla="*/ 222153 h 447789"/>
                    <a:gd name="connsiteX558" fmla="*/ 235442 w 327921"/>
                    <a:gd name="connsiteY558" fmla="*/ 222836 h 447789"/>
                    <a:gd name="connsiteX559" fmla="*/ 234226 w 327921"/>
                    <a:gd name="connsiteY559" fmla="*/ 223970 h 447789"/>
                    <a:gd name="connsiteX560" fmla="*/ 212695 w 327921"/>
                    <a:gd name="connsiteY560" fmla="*/ 214142 h 447789"/>
                    <a:gd name="connsiteX561" fmla="*/ 214397 w 327921"/>
                    <a:gd name="connsiteY561" fmla="*/ 217187 h 447789"/>
                    <a:gd name="connsiteX562" fmla="*/ 214756 w 327921"/>
                    <a:gd name="connsiteY562" fmla="*/ 217337 h 447789"/>
                    <a:gd name="connsiteX563" fmla="*/ 220405 w 327921"/>
                    <a:gd name="connsiteY563" fmla="*/ 219560 h 447789"/>
                    <a:gd name="connsiteX564" fmla="*/ 219722 w 327921"/>
                    <a:gd name="connsiteY564" fmla="*/ 224375 h 447789"/>
                    <a:gd name="connsiteX565" fmla="*/ 221273 w 327921"/>
                    <a:gd name="connsiteY565" fmla="*/ 221967 h 447789"/>
                    <a:gd name="connsiteX566" fmla="*/ 222408 w 327921"/>
                    <a:gd name="connsiteY566" fmla="*/ 222025 h 447789"/>
                    <a:gd name="connsiteX567" fmla="*/ 226239 w 327921"/>
                    <a:gd name="connsiteY567" fmla="*/ 225996 h 447789"/>
                    <a:gd name="connsiteX568" fmla="*/ 225857 w 327921"/>
                    <a:gd name="connsiteY568" fmla="*/ 225209 h 447789"/>
                    <a:gd name="connsiteX569" fmla="*/ 227038 w 327921"/>
                    <a:gd name="connsiteY569" fmla="*/ 226505 h 447789"/>
                    <a:gd name="connsiteX570" fmla="*/ 225290 w 327921"/>
                    <a:gd name="connsiteY570" fmla="*/ 224005 h 447789"/>
                    <a:gd name="connsiteX571" fmla="*/ 225047 w 327921"/>
                    <a:gd name="connsiteY571" fmla="*/ 223519 h 447789"/>
                    <a:gd name="connsiteX572" fmla="*/ 225695 w 327921"/>
                    <a:gd name="connsiteY572" fmla="*/ 222315 h 447789"/>
                    <a:gd name="connsiteX573" fmla="*/ 225869 w 327921"/>
                    <a:gd name="connsiteY573" fmla="*/ 222176 h 447789"/>
                    <a:gd name="connsiteX574" fmla="*/ 226702 w 327921"/>
                    <a:gd name="connsiteY574" fmla="*/ 224352 h 447789"/>
                    <a:gd name="connsiteX575" fmla="*/ 226957 w 327921"/>
                    <a:gd name="connsiteY575" fmla="*/ 224236 h 447789"/>
                    <a:gd name="connsiteX576" fmla="*/ 230094 w 327921"/>
                    <a:gd name="connsiteY576" fmla="*/ 223866 h 447789"/>
                    <a:gd name="connsiteX577" fmla="*/ 230649 w 327921"/>
                    <a:gd name="connsiteY577" fmla="*/ 224375 h 447789"/>
                    <a:gd name="connsiteX578" fmla="*/ 229064 w 327921"/>
                    <a:gd name="connsiteY578" fmla="*/ 224491 h 447789"/>
                    <a:gd name="connsiteX579" fmla="*/ 229550 w 327921"/>
                    <a:gd name="connsiteY579" fmla="*/ 225637 h 447789"/>
                    <a:gd name="connsiteX580" fmla="*/ 231298 w 327921"/>
                    <a:gd name="connsiteY580" fmla="*/ 225544 h 447789"/>
                    <a:gd name="connsiteX581" fmla="*/ 232085 w 327921"/>
                    <a:gd name="connsiteY581" fmla="*/ 227894 h 447789"/>
                    <a:gd name="connsiteX582" fmla="*/ 232096 w 327921"/>
                    <a:gd name="connsiteY582" fmla="*/ 228485 h 447789"/>
                    <a:gd name="connsiteX583" fmla="*/ 231367 w 327921"/>
                    <a:gd name="connsiteY583" fmla="*/ 228496 h 447789"/>
                    <a:gd name="connsiteX584" fmla="*/ 229318 w 327921"/>
                    <a:gd name="connsiteY584" fmla="*/ 228346 h 447789"/>
                    <a:gd name="connsiteX585" fmla="*/ 224491 w 327921"/>
                    <a:gd name="connsiteY585" fmla="*/ 231819 h 447789"/>
                    <a:gd name="connsiteX586" fmla="*/ 223345 w 327921"/>
                    <a:gd name="connsiteY586" fmla="*/ 234377 h 447789"/>
                    <a:gd name="connsiteX587" fmla="*/ 222049 w 327921"/>
                    <a:gd name="connsiteY587" fmla="*/ 236993 h 447789"/>
                    <a:gd name="connsiteX588" fmla="*/ 221412 w 327921"/>
                    <a:gd name="connsiteY588" fmla="*/ 237178 h 447789"/>
                    <a:gd name="connsiteX589" fmla="*/ 217638 w 327921"/>
                    <a:gd name="connsiteY589" fmla="*/ 237838 h 447789"/>
                    <a:gd name="connsiteX590" fmla="*/ 215693 w 327921"/>
                    <a:gd name="connsiteY590" fmla="*/ 236877 h 447789"/>
                    <a:gd name="connsiteX591" fmla="*/ 214304 w 327921"/>
                    <a:gd name="connsiteY591" fmla="*/ 238359 h 447789"/>
                    <a:gd name="connsiteX592" fmla="*/ 213401 w 327921"/>
                    <a:gd name="connsiteY592" fmla="*/ 236750 h 447789"/>
                    <a:gd name="connsiteX593" fmla="*/ 211364 w 327921"/>
                    <a:gd name="connsiteY593" fmla="*/ 239713 h 447789"/>
                    <a:gd name="connsiteX594" fmla="*/ 209292 w 327921"/>
                    <a:gd name="connsiteY594" fmla="*/ 238336 h 447789"/>
                    <a:gd name="connsiteX595" fmla="*/ 208771 w 327921"/>
                    <a:gd name="connsiteY595" fmla="*/ 238799 h 447789"/>
                    <a:gd name="connsiteX596" fmla="*/ 206213 w 327921"/>
                    <a:gd name="connsiteY596" fmla="*/ 237491 h 447789"/>
                    <a:gd name="connsiteX597" fmla="*/ 205761 w 327921"/>
                    <a:gd name="connsiteY597" fmla="*/ 237259 h 447789"/>
                    <a:gd name="connsiteX598" fmla="*/ 205866 w 327921"/>
                    <a:gd name="connsiteY598" fmla="*/ 238533 h 447789"/>
                    <a:gd name="connsiteX599" fmla="*/ 205368 w 327921"/>
                    <a:gd name="connsiteY599" fmla="*/ 240072 h 447789"/>
                    <a:gd name="connsiteX600" fmla="*/ 204893 w 327921"/>
                    <a:gd name="connsiteY600" fmla="*/ 240304 h 447789"/>
                    <a:gd name="connsiteX601" fmla="*/ 204106 w 327921"/>
                    <a:gd name="connsiteY601" fmla="*/ 240199 h 447789"/>
                    <a:gd name="connsiteX602" fmla="*/ 203192 w 327921"/>
                    <a:gd name="connsiteY602" fmla="*/ 238637 h 447789"/>
                    <a:gd name="connsiteX603" fmla="*/ 195957 w 327921"/>
                    <a:gd name="connsiteY603" fmla="*/ 238660 h 447789"/>
                    <a:gd name="connsiteX604" fmla="*/ 199557 w 327921"/>
                    <a:gd name="connsiteY604" fmla="*/ 240871 h 447789"/>
                    <a:gd name="connsiteX605" fmla="*/ 197114 w 327921"/>
                    <a:gd name="connsiteY605" fmla="*/ 242040 h 447789"/>
                    <a:gd name="connsiteX606" fmla="*/ 178303 w 327921"/>
                    <a:gd name="connsiteY606" fmla="*/ 243938 h 447789"/>
                    <a:gd name="connsiteX607" fmla="*/ 172770 w 327921"/>
                    <a:gd name="connsiteY607" fmla="*/ 244297 h 447789"/>
                    <a:gd name="connsiteX608" fmla="*/ 166866 w 327921"/>
                    <a:gd name="connsiteY608" fmla="*/ 245084 h 447789"/>
                    <a:gd name="connsiteX609" fmla="*/ 166785 w 327921"/>
                    <a:gd name="connsiteY609" fmla="*/ 245501 h 447789"/>
                    <a:gd name="connsiteX610" fmla="*/ 166600 w 327921"/>
                    <a:gd name="connsiteY610" fmla="*/ 246427 h 447789"/>
                    <a:gd name="connsiteX611" fmla="*/ 169355 w 327921"/>
                    <a:gd name="connsiteY611" fmla="*/ 249541 h 447789"/>
                    <a:gd name="connsiteX612" fmla="*/ 171173 w 327921"/>
                    <a:gd name="connsiteY612" fmla="*/ 246149 h 447789"/>
                    <a:gd name="connsiteX613" fmla="*/ 173083 w 327921"/>
                    <a:gd name="connsiteY613" fmla="*/ 245756 h 447789"/>
                    <a:gd name="connsiteX614" fmla="*/ 174286 w 327921"/>
                    <a:gd name="connsiteY614" fmla="*/ 245559 h 447789"/>
                    <a:gd name="connsiteX615" fmla="*/ 175085 w 327921"/>
                    <a:gd name="connsiteY615" fmla="*/ 249483 h 447789"/>
                    <a:gd name="connsiteX616" fmla="*/ 176185 w 327921"/>
                    <a:gd name="connsiteY616" fmla="*/ 245501 h 447789"/>
                    <a:gd name="connsiteX617" fmla="*/ 176254 w 327921"/>
                    <a:gd name="connsiteY617" fmla="*/ 245223 h 447789"/>
                    <a:gd name="connsiteX618" fmla="*/ 178685 w 327921"/>
                    <a:gd name="connsiteY618" fmla="*/ 244830 h 447789"/>
                    <a:gd name="connsiteX619" fmla="*/ 184068 w 327921"/>
                    <a:gd name="connsiteY619" fmla="*/ 244564 h 447789"/>
                    <a:gd name="connsiteX620" fmla="*/ 186788 w 327921"/>
                    <a:gd name="connsiteY620" fmla="*/ 247539 h 447789"/>
                    <a:gd name="connsiteX621" fmla="*/ 187541 w 327921"/>
                    <a:gd name="connsiteY621" fmla="*/ 248465 h 447789"/>
                    <a:gd name="connsiteX622" fmla="*/ 187553 w 327921"/>
                    <a:gd name="connsiteY622" fmla="*/ 248372 h 447789"/>
                    <a:gd name="connsiteX623" fmla="*/ 187738 w 327921"/>
                    <a:gd name="connsiteY623" fmla="*/ 248580 h 447789"/>
                    <a:gd name="connsiteX624" fmla="*/ 188722 w 327921"/>
                    <a:gd name="connsiteY624" fmla="*/ 245131 h 447789"/>
                    <a:gd name="connsiteX625" fmla="*/ 191106 w 327921"/>
                    <a:gd name="connsiteY625" fmla="*/ 245189 h 447789"/>
                    <a:gd name="connsiteX626" fmla="*/ 194452 w 327921"/>
                    <a:gd name="connsiteY626" fmla="*/ 245628 h 447789"/>
                    <a:gd name="connsiteX627" fmla="*/ 196408 w 327921"/>
                    <a:gd name="connsiteY627" fmla="*/ 246902 h 447789"/>
                    <a:gd name="connsiteX628" fmla="*/ 198110 w 327921"/>
                    <a:gd name="connsiteY628" fmla="*/ 246103 h 447789"/>
                    <a:gd name="connsiteX629" fmla="*/ 199649 w 327921"/>
                    <a:gd name="connsiteY629" fmla="*/ 246300 h 447789"/>
                    <a:gd name="connsiteX630" fmla="*/ 200078 w 327921"/>
                    <a:gd name="connsiteY630" fmla="*/ 247261 h 447789"/>
                    <a:gd name="connsiteX631" fmla="*/ 202207 w 327921"/>
                    <a:gd name="connsiteY631" fmla="*/ 245501 h 447789"/>
                    <a:gd name="connsiteX632" fmla="*/ 204754 w 327921"/>
                    <a:gd name="connsiteY632" fmla="*/ 243418 h 447789"/>
                    <a:gd name="connsiteX633" fmla="*/ 205981 w 327921"/>
                    <a:gd name="connsiteY633" fmla="*/ 242630 h 447789"/>
                    <a:gd name="connsiteX634" fmla="*/ 213864 w 327921"/>
                    <a:gd name="connsiteY634" fmla="*/ 243036 h 447789"/>
                    <a:gd name="connsiteX635" fmla="*/ 216203 w 327921"/>
                    <a:gd name="connsiteY635" fmla="*/ 245501 h 447789"/>
                    <a:gd name="connsiteX636" fmla="*/ 216863 w 327921"/>
                    <a:gd name="connsiteY636" fmla="*/ 246196 h 447789"/>
                    <a:gd name="connsiteX637" fmla="*/ 216955 w 327921"/>
                    <a:gd name="connsiteY637" fmla="*/ 245501 h 447789"/>
                    <a:gd name="connsiteX638" fmla="*/ 217418 w 327921"/>
                    <a:gd name="connsiteY638" fmla="*/ 242028 h 447789"/>
                    <a:gd name="connsiteX639" fmla="*/ 223009 w 327921"/>
                    <a:gd name="connsiteY639" fmla="*/ 243556 h 447789"/>
                    <a:gd name="connsiteX640" fmla="*/ 224861 w 327921"/>
                    <a:gd name="connsiteY640" fmla="*/ 242746 h 447789"/>
                    <a:gd name="connsiteX641" fmla="*/ 225440 w 327921"/>
                    <a:gd name="connsiteY641" fmla="*/ 242792 h 447789"/>
                    <a:gd name="connsiteX642" fmla="*/ 225869 w 327921"/>
                    <a:gd name="connsiteY642" fmla="*/ 242989 h 447789"/>
                    <a:gd name="connsiteX643" fmla="*/ 225961 w 327921"/>
                    <a:gd name="connsiteY643" fmla="*/ 242850 h 447789"/>
                    <a:gd name="connsiteX644" fmla="*/ 226007 w 327921"/>
                    <a:gd name="connsiteY644" fmla="*/ 243047 h 447789"/>
                    <a:gd name="connsiteX645" fmla="*/ 229561 w 327921"/>
                    <a:gd name="connsiteY645" fmla="*/ 244621 h 447789"/>
                    <a:gd name="connsiteX646" fmla="*/ 229561 w 327921"/>
                    <a:gd name="connsiteY646" fmla="*/ 245501 h 447789"/>
                    <a:gd name="connsiteX647" fmla="*/ 229561 w 327921"/>
                    <a:gd name="connsiteY647" fmla="*/ 246705 h 447789"/>
                    <a:gd name="connsiteX648" fmla="*/ 229631 w 327921"/>
                    <a:gd name="connsiteY648" fmla="*/ 246497 h 447789"/>
                    <a:gd name="connsiteX649" fmla="*/ 232444 w 327921"/>
                    <a:gd name="connsiteY649" fmla="*/ 242410 h 447789"/>
                    <a:gd name="connsiteX650" fmla="*/ 232154 w 327921"/>
                    <a:gd name="connsiteY650" fmla="*/ 242225 h 447789"/>
                    <a:gd name="connsiteX651" fmla="*/ 232316 w 327921"/>
                    <a:gd name="connsiteY651" fmla="*/ 242144 h 447789"/>
                    <a:gd name="connsiteX652" fmla="*/ 228959 w 327921"/>
                    <a:gd name="connsiteY652" fmla="*/ 240292 h 447789"/>
                    <a:gd name="connsiteX653" fmla="*/ 233439 w 327921"/>
                    <a:gd name="connsiteY653" fmla="*/ 237306 h 447789"/>
                    <a:gd name="connsiteX654" fmla="*/ 233682 w 327921"/>
                    <a:gd name="connsiteY654" fmla="*/ 237514 h 447789"/>
                    <a:gd name="connsiteX655" fmla="*/ 234261 w 327921"/>
                    <a:gd name="connsiteY655" fmla="*/ 238914 h 447789"/>
                    <a:gd name="connsiteX656" fmla="*/ 234493 w 327921"/>
                    <a:gd name="connsiteY656" fmla="*/ 238266 h 447789"/>
                    <a:gd name="connsiteX657" fmla="*/ 235002 w 327921"/>
                    <a:gd name="connsiteY657" fmla="*/ 238718 h 447789"/>
                    <a:gd name="connsiteX658" fmla="*/ 235442 w 327921"/>
                    <a:gd name="connsiteY658" fmla="*/ 235824 h 447789"/>
                    <a:gd name="connsiteX659" fmla="*/ 239250 w 327921"/>
                    <a:gd name="connsiteY659" fmla="*/ 236044 h 447789"/>
                    <a:gd name="connsiteX660" fmla="*/ 240084 w 327921"/>
                    <a:gd name="connsiteY660" fmla="*/ 235014 h 447789"/>
                    <a:gd name="connsiteX661" fmla="*/ 240697 w 327921"/>
                    <a:gd name="connsiteY661" fmla="*/ 234909 h 447789"/>
                    <a:gd name="connsiteX662" fmla="*/ 240755 w 327921"/>
                    <a:gd name="connsiteY662" fmla="*/ 235210 h 447789"/>
                    <a:gd name="connsiteX663" fmla="*/ 240987 w 327921"/>
                    <a:gd name="connsiteY663" fmla="*/ 239262 h 447789"/>
                    <a:gd name="connsiteX664" fmla="*/ 241334 w 327921"/>
                    <a:gd name="connsiteY664" fmla="*/ 238405 h 447789"/>
                    <a:gd name="connsiteX665" fmla="*/ 241496 w 327921"/>
                    <a:gd name="connsiteY665" fmla="*/ 239343 h 447789"/>
                    <a:gd name="connsiteX666" fmla="*/ 242318 w 327921"/>
                    <a:gd name="connsiteY666" fmla="*/ 236078 h 447789"/>
                    <a:gd name="connsiteX667" fmla="*/ 244251 w 327921"/>
                    <a:gd name="connsiteY667" fmla="*/ 239320 h 447789"/>
                    <a:gd name="connsiteX668" fmla="*/ 241253 w 327921"/>
                    <a:gd name="connsiteY668" fmla="*/ 239632 h 447789"/>
                    <a:gd name="connsiteX669" fmla="*/ 241554 w 327921"/>
                    <a:gd name="connsiteY669" fmla="*/ 241554 h 447789"/>
                    <a:gd name="connsiteX670" fmla="*/ 239470 w 327921"/>
                    <a:gd name="connsiteY670" fmla="*/ 240998 h 447789"/>
                    <a:gd name="connsiteX671" fmla="*/ 239308 w 327921"/>
                    <a:gd name="connsiteY671" fmla="*/ 239204 h 447789"/>
                    <a:gd name="connsiteX672" fmla="*/ 239088 w 327921"/>
                    <a:gd name="connsiteY672" fmla="*/ 240628 h 447789"/>
                    <a:gd name="connsiteX673" fmla="*/ 239077 w 327921"/>
                    <a:gd name="connsiteY673" fmla="*/ 240697 h 447789"/>
                    <a:gd name="connsiteX674" fmla="*/ 238915 w 327921"/>
                    <a:gd name="connsiteY674" fmla="*/ 241832 h 447789"/>
                    <a:gd name="connsiteX675" fmla="*/ 240014 w 327921"/>
                    <a:gd name="connsiteY675" fmla="*/ 241797 h 447789"/>
                    <a:gd name="connsiteX676" fmla="*/ 239794 w 327921"/>
                    <a:gd name="connsiteY676" fmla="*/ 242920 h 447789"/>
                    <a:gd name="connsiteX677" fmla="*/ 240848 w 327921"/>
                    <a:gd name="connsiteY677" fmla="*/ 243834 h 447789"/>
                    <a:gd name="connsiteX678" fmla="*/ 240929 w 327921"/>
                    <a:gd name="connsiteY678" fmla="*/ 244216 h 447789"/>
                    <a:gd name="connsiteX679" fmla="*/ 243707 w 327921"/>
                    <a:gd name="connsiteY679" fmla="*/ 242781 h 447789"/>
                    <a:gd name="connsiteX680" fmla="*/ 244714 w 327921"/>
                    <a:gd name="connsiteY680" fmla="*/ 245501 h 447789"/>
                    <a:gd name="connsiteX681" fmla="*/ 244807 w 327921"/>
                    <a:gd name="connsiteY681" fmla="*/ 245779 h 447789"/>
                    <a:gd name="connsiteX682" fmla="*/ 240014 w 327921"/>
                    <a:gd name="connsiteY682" fmla="*/ 245883 h 447789"/>
                    <a:gd name="connsiteX683" fmla="*/ 240026 w 327921"/>
                    <a:gd name="connsiteY683" fmla="*/ 246068 h 447789"/>
                    <a:gd name="connsiteX684" fmla="*/ 239412 w 327921"/>
                    <a:gd name="connsiteY684" fmla="*/ 246115 h 447789"/>
                    <a:gd name="connsiteX685" fmla="*/ 240257 w 327921"/>
                    <a:gd name="connsiteY685" fmla="*/ 250525 h 447789"/>
                    <a:gd name="connsiteX686" fmla="*/ 246196 w 327921"/>
                    <a:gd name="connsiteY686" fmla="*/ 246821 h 447789"/>
                    <a:gd name="connsiteX687" fmla="*/ 244969 w 327921"/>
                    <a:gd name="connsiteY687" fmla="*/ 253975 h 447789"/>
                    <a:gd name="connsiteX688" fmla="*/ 248673 w 327921"/>
                    <a:gd name="connsiteY688" fmla="*/ 255989 h 447789"/>
                    <a:gd name="connsiteX689" fmla="*/ 247793 w 327921"/>
                    <a:gd name="connsiteY689" fmla="*/ 257031 h 447789"/>
                    <a:gd name="connsiteX690" fmla="*/ 244540 w 327921"/>
                    <a:gd name="connsiteY690" fmla="*/ 260561 h 447789"/>
                    <a:gd name="connsiteX691" fmla="*/ 248673 w 327921"/>
                    <a:gd name="connsiteY691" fmla="*/ 262576 h 447789"/>
                    <a:gd name="connsiteX692" fmla="*/ 248673 w 327921"/>
                    <a:gd name="connsiteY692" fmla="*/ 267692 h 447789"/>
                    <a:gd name="connsiteX693" fmla="*/ 246821 w 327921"/>
                    <a:gd name="connsiteY693" fmla="*/ 268086 h 447789"/>
                    <a:gd name="connsiteX694" fmla="*/ 246740 w 327921"/>
                    <a:gd name="connsiteY694" fmla="*/ 269023 h 447789"/>
                    <a:gd name="connsiteX695" fmla="*/ 246196 w 327921"/>
                    <a:gd name="connsiteY695" fmla="*/ 271802 h 447789"/>
                    <a:gd name="connsiteX696" fmla="*/ 245548 w 327921"/>
                    <a:gd name="connsiteY696" fmla="*/ 272149 h 447789"/>
                    <a:gd name="connsiteX697" fmla="*/ 242468 w 327921"/>
                    <a:gd name="connsiteY697" fmla="*/ 272450 h 447789"/>
                    <a:gd name="connsiteX698" fmla="*/ 235442 w 327921"/>
                    <a:gd name="connsiteY698" fmla="*/ 271674 h 447789"/>
                    <a:gd name="connsiteX699" fmla="*/ 225510 w 327921"/>
                    <a:gd name="connsiteY699" fmla="*/ 270575 h 447789"/>
                    <a:gd name="connsiteX700" fmla="*/ 234157 w 327921"/>
                    <a:gd name="connsiteY700" fmla="*/ 273052 h 447789"/>
                    <a:gd name="connsiteX701" fmla="*/ 235442 w 327921"/>
                    <a:gd name="connsiteY701" fmla="*/ 274175 h 447789"/>
                    <a:gd name="connsiteX702" fmla="*/ 237109 w 327921"/>
                    <a:gd name="connsiteY702" fmla="*/ 275633 h 447789"/>
                    <a:gd name="connsiteX703" fmla="*/ 237375 w 327921"/>
                    <a:gd name="connsiteY703" fmla="*/ 275865 h 447789"/>
                    <a:gd name="connsiteX704" fmla="*/ 248476 w 327921"/>
                    <a:gd name="connsiteY704" fmla="*/ 276930 h 447789"/>
                    <a:gd name="connsiteX705" fmla="*/ 249923 w 327921"/>
                    <a:gd name="connsiteY705" fmla="*/ 277497 h 447789"/>
                    <a:gd name="connsiteX706" fmla="*/ 249970 w 327921"/>
                    <a:gd name="connsiteY706" fmla="*/ 280264 h 447789"/>
                    <a:gd name="connsiteX707" fmla="*/ 248835 w 327921"/>
                    <a:gd name="connsiteY707" fmla="*/ 284686 h 447789"/>
                    <a:gd name="connsiteX708" fmla="*/ 247944 w 327921"/>
                    <a:gd name="connsiteY708" fmla="*/ 285565 h 447789"/>
                    <a:gd name="connsiteX709" fmla="*/ 247434 w 327921"/>
                    <a:gd name="connsiteY709" fmla="*/ 290126 h 447789"/>
                    <a:gd name="connsiteX710" fmla="*/ 242966 w 327921"/>
                    <a:gd name="connsiteY710" fmla="*/ 291608 h 447789"/>
                    <a:gd name="connsiteX711" fmla="*/ 242816 w 327921"/>
                    <a:gd name="connsiteY711" fmla="*/ 292025 h 447789"/>
                    <a:gd name="connsiteX712" fmla="*/ 242793 w 327921"/>
                    <a:gd name="connsiteY712" fmla="*/ 292036 h 447789"/>
                    <a:gd name="connsiteX713" fmla="*/ 242769 w 327921"/>
                    <a:gd name="connsiteY713" fmla="*/ 292152 h 447789"/>
                    <a:gd name="connsiteX714" fmla="*/ 241774 w 327921"/>
                    <a:gd name="connsiteY714" fmla="*/ 294930 h 447789"/>
                    <a:gd name="connsiteX715" fmla="*/ 240350 w 327921"/>
                    <a:gd name="connsiteY715" fmla="*/ 295312 h 447789"/>
                    <a:gd name="connsiteX716" fmla="*/ 240026 w 327921"/>
                    <a:gd name="connsiteY716" fmla="*/ 295324 h 447789"/>
                    <a:gd name="connsiteX717" fmla="*/ 240014 w 327921"/>
                    <a:gd name="connsiteY717" fmla="*/ 295393 h 447789"/>
                    <a:gd name="connsiteX718" fmla="*/ 239956 w 327921"/>
                    <a:gd name="connsiteY718" fmla="*/ 295416 h 447789"/>
                    <a:gd name="connsiteX719" fmla="*/ 239609 w 327921"/>
                    <a:gd name="connsiteY719" fmla="*/ 300394 h 447789"/>
                    <a:gd name="connsiteX720" fmla="*/ 238718 w 327921"/>
                    <a:gd name="connsiteY720" fmla="*/ 300151 h 447789"/>
                    <a:gd name="connsiteX721" fmla="*/ 236032 w 327921"/>
                    <a:gd name="connsiteY721" fmla="*/ 299109 h 447789"/>
                    <a:gd name="connsiteX722" fmla="*/ 235650 w 327921"/>
                    <a:gd name="connsiteY722" fmla="*/ 298611 h 447789"/>
                    <a:gd name="connsiteX723" fmla="*/ 235442 w 327921"/>
                    <a:gd name="connsiteY723" fmla="*/ 298125 h 447789"/>
                    <a:gd name="connsiteX724" fmla="*/ 233717 w 327921"/>
                    <a:gd name="connsiteY724" fmla="*/ 294178 h 447789"/>
                    <a:gd name="connsiteX725" fmla="*/ 230788 w 327921"/>
                    <a:gd name="connsiteY725" fmla="*/ 292152 h 447789"/>
                    <a:gd name="connsiteX726" fmla="*/ 228797 w 327921"/>
                    <a:gd name="connsiteY726" fmla="*/ 294016 h 447789"/>
                    <a:gd name="connsiteX727" fmla="*/ 226899 w 327921"/>
                    <a:gd name="connsiteY727" fmla="*/ 292962 h 447789"/>
                    <a:gd name="connsiteX728" fmla="*/ 224757 w 327921"/>
                    <a:gd name="connsiteY728" fmla="*/ 289258 h 447789"/>
                    <a:gd name="connsiteX729" fmla="*/ 225047 w 327921"/>
                    <a:gd name="connsiteY729" fmla="*/ 293032 h 447789"/>
                    <a:gd name="connsiteX730" fmla="*/ 222639 w 327921"/>
                    <a:gd name="connsiteY730" fmla="*/ 293020 h 447789"/>
                    <a:gd name="connsiteX731" fmla="*/ 220845 w 327921"/>
                    <a:gd name="connsiteY731" fmla="*/ 295602 h 447789"/>
                    <a:gd name="connsiteX732" fmla="*/ 218240 w 327921"/>
                    <a:gd name="connsiteY732" fmla="*/ 287209 h 447789"/>
                    <a:gd name="connsiteX733" fmla="*/ 217198 w 327921"/>
                    <a:gd name="connsiteY733" fmla="*/ 288737 h 447789"/>
                    <a:gd name="connsiteX734" fmla="*/ 215265 w 327921"/>
                    <a:gd name="connsiteY734" fmla="*/ 287626 h 447789"/>
                    <a:gd name="connsiteX735" fmla="*/ 216122 w 327921"/>
                    <a:gd name="connsiteY735" fmla="*/ 291388 h 447789"/>
                    <a:gd name="connsiteX736" fmla="*/ 214478 w 327921"/>
                    <a:gd name="connsiteY736" fmla="*/ 293101 h 447789"/>
                    <a:gd name="connsiteX737" fmla="*/ 213425 w 327921"/>
                    <a:gd name="connsiteY737" fmla="*/ 292904 h 447789"/>
                    <a:gd name="connsiteX738" fmla="*/ 209686 w 327921"/>
                    <a:gd name="connsiteY738" fmla="*/ 291712 h 447789"/>
                    <a:gd name="connsiteX739" fmla="*/ 206236 w 327921"/>
                    <a:gd name="connsiteY739" fmla="*/ 288795 h 447789"/>
                    <a:gd name="connsiteX740" fmla="*/ 205588 w 327921"/>
                    <a:gd name="connsiteY740" fmla="*/ 288251 h 447789"/>
                    <a:gd name="connsiteX741" fmla="*/ 208146 w 327921"/>
                    <a:gd name="connsiteY741" fmla="*/ 292962 h 447789"/>
                    <a:gd name="connsiteX742" fmla="*/ 205507 w 327921"/>
                    <a:gd name="connsiteY742" fmla="*/ 294340 h 447789"/>
                    <a:gd name="connsiteX743" fmla="*/ 201756 w 327921"/>
                    <a:gd name="connsiteY743" fmla="*/ 293368 h 447789"/>
                    <a:gd name="connsiteX744" fmla="*/ 196744 w 327921"/>
                    <a:gd name="connsiteY744" fmla="*/ 287834 h 447789"/>
                    <a:gd name="connsiteX745" fmla="*/ 197010 w 327921"/>
                    <a:gd name="connsiteY745" fmla="*/ 293356 h 447789"/>
                    <a:gd name="connsiteX746" fmla="*/ 197022 w 327921"/>
                    <a:gd name="connsiteY746" fmla="*/ 294213 h 447789"/>
                    <a:gd name="connsiteX747" fmla="*/ 190030 w 327921"/>
                    <a:gd name="connsiteY747" fmla="*/ 292696 h 447789"/>
                    <a:gd name="connsiteX748" fmla="*/ 180040 w 327921"/>
                    <a:gd name="connsiteY748" fmla="*/ 294340 h 447789"/>
                    <a:gd name="connsiteX749" fmla="*/ 184381 w 327921"/>
                    <a:gd name="connsiteY749" fmla="*/ 295960 h 447789"/>
                    <a:gd name="connsiteX750" fmla="*/ 189092 w 327921"/>
                    <a:gd name="connsiteY750" fmla="*/ 294803 h 447789"/>
                    <a:gd name="connsiteX751" fmla="*/ 190713 w 327921"/>
                    <a:gd name="connsiteY751" fmla="*/ 296806 h 447789"/>
                    <a:gd name="connsiteX752" fmla="*/ 199163 w 327921"/>
                    <a:gd name="connsiteY752" fmla="*/ 298634 h 447789"/>
                    <a:gd name="connsiteX753" fmla="*/ 200483 w 327921"/>
                    <a:gd name="connsiteY753" fmla="*/ 298067 h 447789"/>
                    <a:gd name="connsiteX754" fmla="*/ 201582 w 327921"/>
                    <a:gd name="connsiteY754" fmla="*/ 297778 h 447789"/>
                    <a:gd name="connsiteX755" fmla="*/ 202370 w 327921"/>
                    <a:gd name="connsiteY755" fmla="*/ 299109 h 447789"/>
                    <a:gd name="connsiteX756" fmla="*/ 204511 w 327921"/>
                    <a:gd name="connsiteY756" fmla="*/ 297072 h 447789"/>
                    <a:gd name="connsiteX757" fmla="*/ 213147 w 327921"/>
                    <a:gd name="connsiteY757" fmla="*/ 298102 h 447789"/>
                    <a:gd name="connsiteX758" fmla="*/ 216133 w 327921"/>
                    <a:gd name="connsiteY758" fmla="*/ 300498 h 447789"/>
                    <a:gd name="connsiteX759" fmla="*/ 218611 w 327921"/>
                    <a:gd name="connsiteY759" fmla="*/ 302860 h 447789"/>
                    <a:gd name="connsiteX760" fmla="*/ 219710 w 327921"/>
                    <a:gd name="connsiteY760" fmla="*/ 305638 h 447789"/>
                    <a:gd name="connsiteX761" fmla="*/ 217766 w 327921"/>
                    <a:gd name="connsiteY761" fmla="*/ 307536 h 447789"/>
                    <a:gd name="connsiteX762" fmla="*/ 217754 w 327921"/>
                    <a:gd name="connsiteY762" fmla="*/ 307548 h 447789"/>
                    <a:gd name="connsiteX763" fmla="*/ 217592 w 327921"/>
                    <a:gd name="connsiteY763" fmla="*/ 307710 h 447789"/>
                    <a:gd name="connsiteX764" fmla="*/ 220104 w 327921"/>
                    <a:gd name="connsiteY764" fmla="*/ 311738 h 447789"/>
                    <a:gd name="connsiteX765" fmla="*/ 219502 w 327921"/>
                    <a:gd name="connsiteY765" fmla="*/ 313081 h 447789"/>
                    <a:gd name="connsiteX766" fmla="*/ 217928 w 327921"/>
                    <a:gd name="connsiteY766" fmla="*/ 316079 h 447789"/>
                    <a:gd name="connsiteX767" fmla="*/ 218043 w 327921"/>
                    <a:gd name="connsiteY767" fmla="*/ 316311 h 447789"/>
                    <a:gd name="connsiteX768" fmla="*/ 218020 w 327921"/>
                    <a:gd name="connsiteY768" fmla="*/ 316346 h 447789"/>
                    <a:gd name="connsiteX769" fmla="*/ 219502 w 327921"/>
                    <a:gd name="connsiteY769" fmla="*/ 319263 h 447789"/>
                    <a:gd name="connsiteX770" fmla="*/ 215601 w 327921"/>
                    <a:gd name="connsiteY770" fmla="*/ 322157 h 447789"/>
                    <a:gd name="connsiteX771" fmla="*/ 213251 w 327921"/>
                    <a:gd name="connsiteY771" fmla="*/ 321416 h 447789"/>
                    <a:gd name="connsiteX772" fmla="*/ 212904 w 327921"/>
                    <a:gd name="connsiteY772" fmla="*/ 332853 h 447789"/>
                    <a:gd name="connsiteX773" fmla="*/ 211271 w 327921"/>
                    <a:gd name="connsiteY773" fmla="*/ 335330 h 447789"/>
                    <a:gd name="connsiteX774" fmla="*/ 208088 w 327921"/>
                    <a:gd name="connsiteY774" fmla="*/ 334554 h 447789"/>
                    <a:gd name="connsiteX775" fmla="*/ 201988 w 327921"/>
                    <a:gd name="connsiteY775" fmla="*/ 333003 h 447789"/>
                    <a:gd name="connsiteX776" fmla="*/ 196697 w 327921"/>
                    <a:gd name="connsiteY776" fmla="*/ 340157 h 447789"/>
                    <a:gd name="connsiteX777" fmla="*/ 196443 w 327921"/>
                    <a:gd name="connsiteY777" fmla="*/ 340342 h 447789"/>
                    <a:gd name="connsiteX778" fmla="*/ 194533 w 327921"/>
                    <a:gd name="connsiteY778" fmla="*/ 335735 h 447789"/>
                    <a:gd name="connsiteX779" fmla="*/ 193433 w 327921"/>
                    <a:gd name="connsiteY779" fmla="*/ 335932 h 447789"/>
                    <a:gd name="connsiteX780" fmla="*/ 193884 w 327921"/>
                    <a:gd name="connsiteY780" fmla="*/ 333976 h 447789"/>
                    <a:gd name="connsiteX781" fmla="*/ 194081 w 327921"/>
                    <a:gd name="connsiteY781" fmla="*/ 333351 h 447789"/>
                    <a:gd name="connsiteX782" fmla="*/ 189972 w 327921"/>
                    <a:gd name="connsiteY782" fmla="*/ 331070 h 447789"/>
                    <a:gd name="connsiteX783" fmla="*/ 189833 w 327921"/>
                    <a:gd name="connsiteY783" fmla="*/ 330468 h 447789"/>
                    <a:gd name="connsiteX784" fmla="*/ 188131 w 327921"/>
                    <a:gd name="connsiteY784" fmla="*/ 321358 h 447789"/>
                    <a:gd name="connsiteX785" fmla="*/ 188305 w 327921"/>
                    <a:gd name="connsiteY785" fmla="*/ 323858 h 447789"/>
                    <a:gd name="connsiteX786" fmla="*/ 188015 w 327921"/>
                    <a:gd name="connsiteY786" fmla="*/ 322562 h 447789"/>
                    <a:gd name="connsiteX787" fmla="*/ 188641 w 327921"/>
                    <a:gd name="connsiteY787" fmla="*/ 328361 h 447789"/>
                    <a:gd name="connsiteX788" fmla="*/ 188710 w 327921"/>
                    <a:gd name="connsiteY788" fmla="*/ 329380 h 447789"/>
                    <a:gd name="connsiteX789" fmla="*/ 187008 w 327921"/>
                    <a:gd name="connsiteY789" fmla="*/ 332170 h 447789"/>
                    <a:gd name="connsiteX790" fmla="*/ 187159 w 327921"/>
                    <a:gd name="connsiteY790" fmla="*/ 332494 h 447789"/>
                    <a:gd name="connsiteX791" fmla="*/ 187136 w 327921"/>
                    <a:gd name="connsiteY791" fmla="*/ 332529 h 447789"/>
                    <a:gd name="connsiteX792" fmla="*/ 188363 w 327921"/>
                    <a:gd name="connsiteY792" fmla="*/ 335075 h 447789"/>
                    <a:gd name="connsiteX793" fmla="*/ 190006 w 327921"/>
                    <a:gd name="connsiteY793" fmla="*/ 338618 h 447789"/>
                    <a:gd name="connsiteX794" fmla="*/ 189983 w 327921"/>
                    <a:gd name="connsiteY794" fmla="*/ 339949 h 447789"/>
                    <a:gd name="connsiteX795" fmla="*/ 189208 w 327921"/>
                    <a:gd name="connsiteY795" fmla="*/ 345366 h 447789"/>
                    <a:gd name="connsiteX796" fmla="*/ 188259 w 327921"/>
                    <a:gd name="connsiteY796" fmla="*/ 346107 h 447789"/>
                    <a:gd name="connsiteX797" fmla="*/ 186198 w 327921"/>
                    <a:gd name="connsiteY797" fmla="*/ 345366 h 447789"/>
                    <a:gd name="connsiteX798" fmla="*/ 185376 w 327921"/>
                    <a:gd name="connsiteY798" fmla="*/ 344892 h 447789"/>
                    <a:gd name="connsiteX799" fmla="*/ 185353 w 327921"/>
                    <a:gd name="connsiteY799" fmla="*/ 345216 h 447789"/>
                    <a:gd name="connsiteX800" fmla="*/ 183593 w 327921"/>
                    <a:gd name="connsiteY800" fmla="*/ 346651 h 447789"/>
                    <a:gd name="connsiteX801" fmla="*/ 183524 w 327921"/>
                    <a:gd name="connsiteY801" fmla="*/ 346663 h 447789"/>
                    <a:gd name="connsiteX802" fmla="*/ 182911 w 327921"/>
                    <a:gd name="connsiteY802" fmla="*/ 345922 h 447789"/>
                    <a:gd name="connsiteX803" fmla="*/ 181602 w 327921"/>
                    <a:gd name="connsiteY803" fmla="*/ 344070 h 447789"/>
                    <a:gd name="connsiteX804" fmla="*/ 181602 w 327921"/>
                    <a:gd name="connsiteY804" fmla="*/ 344382 h 447789"/>
                    <a:gd name="connsiteX805" fmla="*/ 181093 w 327921"/>
                    <a:gd name="connsiteY805" fmla="*/ 343780 h 447789"/>
                    <a:gd name="connsiteX806" fmla="*/ 181498 w 327921"/>
                    <a:gd name="connsiteY806" fmla="*/ 346917 h 447789"/>
                    <a:gd name="connsiteX807" fmla="*/ 181383 w 327921"/>
                    <a:gd name="connsiteY807" fmla="*/ 346674 h 447789"/>
                    <a:gd name="connsiteX808" fmla="*/ 180121 w 327921"/>
                    <a:gd name="connsiteY808" fmla="*/ 343526 h 447789"/>
                    <a:gd name="connsiteX809" fmla="*/ 180873 w 327921"/>
                    <a:gd name="connsiteY809" fmla="*/ 343780 h 447789"/>
                    <a:gd name="connsiteX810" fmla="*/ 181047 w 327921"/>
                    <a:gd name="connsiteY810" fmla="*/ 341905 h 447789"/>
                    <a:gd name="connsiteX811" fmla="*/ 179114 w 327921"/>
                    <a:gd name="connsiteY811" fmla="*/ 340782 h 447789"/>
                    <a:gd name="connsiteX812" fmla="*/ 178315 w 327921"/>
                    <a:gd name="connsiteY812" fmla="*/ 343352 h 447789"/>
                    <a:gd name="connsiteX813" fmla="*/ 180005 w 327921"/>
                    <a:gd name="connsiteY813" fmla="*/ 347496 h 447789"/>
                    <a:gd name="connsiteX814" fmla="*/ 178766 w 327921"/>
                    <a:gd name="connsiteY814" fmla="*/ 349684 h 447789"/>
                    <a:gd name="connsiteX815" fmla="*/ 178732 w 327921"/>
                    <a:gd name="connsiteY815" fmla="*/ 349673 h 447789"/>
                    <a:gd name="connsiteX816" fmla="*/ 177204 w 327921"/>
                    <a:gd name="connsiteY816" fmla="*/ 348063 h 447789"/>
                    <a:gd name="connsiteX817" fmla="*/ 177701 w 327921"/>
                    <a:gd name="connsiteY817" fmla="*/ 345702 h 447789"/>
                    <a:gd name="connsiteX818" fmla="*/ 177690 w 327921"/>
                    <a:gd name="connsiteY818" fmla="*/ 345713 h 447789"/>
                    <a:gd name="connsiteX819" fmla="*/ 177759 w 327921"/>
                    <a:gd name="connsiteY819" fmla="*/ 345528 h 447789"/>
                    <a:gd name="connsiteX820" fmla="*/ 175051 w 327921"/>
                    <a:gd name="connsiteY820" fmla="*/ 346454 h 447789"/>
                    <a:gd name="connsiteX821" fmla="*/ 173823 w 327921"/>
                    <a:gd name="connsiteY821" fmla="*/ 342472 h 447789"/>
                    <a:gd name="connsiteX822" fmla="*/ 171497 w 327921"/>
                    <a:gd name="connsiteY822" fmla="*/ 341060 h 447789"/>
                    <a:gd name="connsiteX823" fmla="*/ 172631 w 327921"/>
                    <a:gd name="connsiteY823" fmla="*/ 339891 h 447789"/>
                    <a:gd name="connsiteX824" fmla="*/ 172608 w 327921"/>
                    <a:gd name="connsiteY824" fmla="*/ 339856 h 447789"/>
                    <a:gd name="connsiteX825" fmla="*/ 172701 w 327921"/>
                    <a:gd name="connsiteY825" fmla="*/ 339752 h 447789"/>
                    <a:gd name="connsiteX826" fmla="*/ 167711 w 327921"/>
                    <a:gd name="connsiteY826" fmla="*/ 329588 h 447789"/>
                    <a:gd name="connsiteX827" fmla="*/ 167804 w 327921"/>
                    <a:gd name="connsiteY827" fmla="*/ 327227 h 447789"/>
                    <a:gd name="connsiteX828" fmla="*/ 168834 w 327921"/>
                    <a:gd name="connsiteY828" fmla="*/ 325201 h 447789"/>
                    <a:gd name="connsiteX829" fmla="*/ 167862 w 327921"/>
                    <a:gd name="connsiteY829" fmla="*/ 325433 h 447789"/>
                    <a:gd name="connsiteX830" fmla="*/ 167885 w 327921"/>
                    <a:gd name="connsiteY830" fmla="*/ 324958 h 447789"/>
                    <a:gd name="connsiteX831" fmla="*/ 165396 w 327921"/>
                    <a:gd name="connsiteY831" fmla="*/ 325629 h 447789"/>
                    <a:gd name="connsiteX832" fmla="*/ 160303 w 327921"/>
                    <a:gd name="connsiteY832" fmla="*/ 319135 h 447789"/>
                    <a:gd name="connsiteX833" fmla="*/ 159180 w 327921"/>
                    <a:gd name="connsiteY833" fmla="*/ 317596 h 447789"/>
                    <a:gd name="connsiteX834" fmla="*/ 159168 w 327921"/>
                    <a:gd name="connsiteY834" fmla="*/ 317688 h 447789"/>
                    <a:gd name="connsiteX835" fmla="*/ 157860 w 327921"/>
                    <a:gd name="connsiteY835" fmla="*/ 316022 h 447789"/>
                    <a:gd name="connsiteX836" fmla="*/ 158972 w 327921"/>
                    <a:gd name="connsiteY836" fmla="*/ 318915 h 447789"/>
                    <a:gd name="connsiteX837" fmla="*/ 158647 w 327921"/>
                    <a:gd name="connsiteY837" fmla="*/ 320953 h 447789"/>
                    <a:gd name="connsiteX838" fmla="*/ 163452 w 327921"/>
                    <a:gd name="connsiteY838" fmla="*/ 331487 h 447789"/>
                    <a:gd name="connsiteX839" fmla="*/ 162826 w 327921"/>
                    <a:gd name="connsiteY839" fmla="*/ 334172 h 447789"/>
                    <a:gd name="connsiteX840" fmla="*/ 166288 w 327921"/>
                    <a:gd name="connsiteY840" fmla="*/ 337969 h 447789"/>
                    <a:gd name="connsiteX841" fmla="*/ 166461 w 327921"/>
                    <a:gd name="connsiteY841" fmla="*/ 342148 h 447789"/>
                    <a:gd name="connsiteX842" fmla="*/ 168394 w 327921"/>
                    <a:gd name="connsiteY842" fmla="*/ 344394 h 447789"/>
                    <a:gd name="connsiteX843" fmla="*/ 166091 w 327921"/>
                    <a:gd name="connsiteY843" fmla="*/ 345436 h 447789"/>
                    <a:gd name="connsiteX844" fmla="*/ 162896 w 327921"/>
                    <a:gd name="connsiteY844" fmla="*/ 344267 h 447789"/>
                    <a:gd name="connsiteX845" fmla="*/ 160257 w 327921"/>
                    <a:gd name="connsiteY845" fmla="*/ 337483 h 447789"/>
                    <a:gd name="connsiteX846" fmla="*/ 160315 w 327921"/>
                    <a:gd name="connsiteY846" fmla="*/ 338270 h 447789"/>
                    <a:gd name="connsiteX847" fmla="*/ 160233 w 327921"/>
                    <a:gd name="connsiteY847" fmla="*/ 338108 h 447789"/>
                    <a:gd name="connsiteX848" fmla="*/ 160453 w 327921"/>
                    <a:gd name="connsiteY848" fmla="*/ 340273 h 447789"/>
                    <a:gd name="connsiteX849" fmla="*/ 160511 w 327921"/>
                    <a:gd name="connsiteY849" fmla="*/ 341141 h 447789"/>
                    <a:gd name="connsiteX850" fmla="*/ 156749 w 327921"/>
                    <a:gd name="connsiteY850" fmla="*/ 339254 h 447789"/>
                    <a:gd name="connsiteX851" fmla="*/ 156691 w 327921"/>
                    <a:gd name="connsiteY851" fmla="*/ 339486 h 447789"/>
                    <a:gd name="connsiteX852" fmla="*/ 156645 w 327921"/>
                    <a:gd name="connsiteY852" fmla="*/ 339428 h 447789"/>
                    <a:gd name="connsiteX853" fmla="*/ 156656 w 327921"/>
                    <a:gd name="connsiteY853" fmla="*/ 339648 h 447789"/>
                    <a:gd name="connsiteX854" fmla="*/ 155950 w 327921"/>
                    <a:gd name="connsiteY854" fmla="*/ 342820 h 447789"/>
                    <a:gd name="connsiteX855" fmla="*/ 154804 w 327921"/>
                    <a:gd name="connsiteY855" fmla="*/ 343202 h 447789"/>
                    <a:gd name="connsiteX856" fmla="*/ 154168 w 327921"/>
                    <a:gd name="connsiteY856" fmla="*/ 342935 h 447789"/>
                    <a:gd name="connsiteX857" fmla="*/ 151285 w 327921"/>
                    <a:gd name="connsiteY857" fmla="*/ 338189 h 447789"/>
                    <a:gd name="connsiteX858" fmla="*/ 147882 w 327921"/>
                    <a:gd name="connsiteY858" fmla="*/ 332459 h 447789"/>
                    <a:gd name="connsiteX859" fmla="*/ 143194 w 327921"/>
                    <a:gd name="connsiteY859" fmla="*/ 317735 h 447789"/>
                    <a:gd name="connsiteX860" fmla="*/ 141596 w 327921"/>
                    <a:gd name="connsiteY860" fmla="*/ 316241 h 447789"/>
                    <a:gd name="connsiteX861" fmla="*/ 141087 w 327921"/>
                    <a:gd name="connsiteY861" fmla="*/ 317191 h 447789"/>
                    <a:gd name="connsiteX862" fmla="*/ 140740 w 327921"/>
                    <a:gd name="connsiteY862" fmla="*/ 317110 h 447789"/>
                    <a:gd name="connsiteX863" fmla="*/ 140624 w 327921"/>
                    <a:gd name="connsiteY863" fmla="*/ 313973 h 447789"/>
                    <a:gd name="connsiteX864" fmla="*/ 139570 w 327921"/>
                    <a:gd name="connsiteY864" fmla="*/ 313313 h 447789"/>
                    <a:gd name="connsiteX865" fmla="*/ 138158 w 327921"/>
                    <a:gd name="connsiteY865" fmla="*/ 305348 h 447789"/>
                    <a:gd name="connsiteX866" fmla="*/ 138066 w 327921"/>
                    <a:gd name="connsiteY866" fmla="*/ 302837 h 447789"/>
                    <a:gd name="connsiteX867" fmla="*/ 140392 w 327921"/>
                    <a:gd name="connsiteY867" fmla="*/ 298113 h 447789"/>
                    <a:gd name="connsiteX868" fmla="*/ 140844 w 327921"/>
                    <a:gd name="connsiteY868" fmla="*/ 297407 h 447789"/>
                    <a:gd name="connsiteX869" fmla="*/ 140589 w 327921"/>
                    <a:gd name="connsiteY869" fmla="*/ 296643 h 447789"/>
                    <a:gd name="connsiteX870" fmla="*/ 138702 w 327921"/>
                    <a:gd name="connsiteY870" fmla="*/ 288714 h 447789"/>
                    <a:gd name="connsiteX871" fmla="*/ 138980 w 327921"/>
                    <a:gd name="connsiteY871" fmla="*/ 286758 h 447789"/>
                    <a:gd name="connsiteX872" fmla="*/ 140751 w 327921"/>
                    <a:gd name="connsiteY872" fmla="*/ 284095 h 447789"/>
                    <a:gd name="connsiteX873" fmla="*/ 146377 w 327921"/>
                    <a:gd name="connsiteY873" fmla="*/ 277740 h 447789"/>
                    <a:gd name="connsiteX874" fmla="*/ 147581 w 327921"/>
                    <a:gd name="connsiteY874" fmla="*/ 274001 h 447789"/>
                    <a:gd name="connsiteX875" fmla="*/ 150139 w 327921"/>
                    <a:gd name="connsiteY875" fmla="*/ 272103 h 447789"/>
                    <a:gd name="connsiteX876" fmla="*/ 152570 w 327921"/>
                    <a:gd name="connsiteY876" fmla="*/ 272867 h 447789"/>
                    <a:gd name="connsiteX877" fmla="*/ 155372 w 327921"/>
                    <a:gd name="connsiteY877" fmla="*/ 269544 h 447789"/>
                    <a:gd name="connsiteX878" fmla="*/ 155568 w 327921"/>
                    <a:gd name="connsiteY878" fmla="*/ 263305 h 447789"/>
                    <a:gd name="connsiteX879" fmla="*/ 165662 w 327921"/>
                    <a:gd name="connsiteY879" fmla="*/ 263062 h 447789"/>
                    <a:gd name="connsiteX880" fmla="*/ 168093 w 327921"/>
                    <a:gd name="connsiteY880" fmla="*/ 265886 h 447789"/>
                    <a:gd name="connsiteX881" fmla="*/ 166716 w 327921"/>
                    <a:gd name="connsiteY881" fmla="*/ 267507 h 447789"/>
                    <a:gd name="connsiteX882" fmla="*/ 168811 w 327921"/>
                    <a:gd name="connsiteY882" fmla="*/ 267889 h 447789"/>
                    <a:gd name="connsiteX883" fmla="*/ 171508 w 327921"/>
                    <a:gd name="connsiteY883" fmla="*/ 265643 h 447789"/>
                    <a:gd name="connsiteX884" fmla="*/ 177319 w 327921"/>
                    <a:gd name="connsiteY884" fmla="*/ 265134 h 447789"/>
                    <a:gd name="connsiteX885" fmla="*/ 179600 w 327921"/>
                    <a:gd name="connsiteY885" fmla="*/ 264983 h 447789"/>
                    <a:gd name="connsiteX886" fmla="*/ 179021 w 327921"/>
                    <a:gd name="connsiteY886" fmla="*/ 264983 h 447789"/>
                    <a:gd name="connsiteX887" fmla="*/ 179993 w 327921"/>
                    <a:gd name="connsiteY887" fmla="*/ 264902 h 447789"/>
                    <a:gd name="connsiteX888" fmla="*/ 174217 w 327921"/>
                    <a:gd name="connsiteY888" fmla="*/ 264740 h 447789"/>
                    <a:gd name="connsiteX889" fmla="*/ 169876 w 327921"/>
                    <a:gd name="connsiteY889" fmla="*/ 263351 h 447789"/>
                    <a:gd name="connsiteX890" fmla="*/ 164366 w 327921"/>
                    <a:gd name="connsiteY890" fmla="*/ 261291 h 447789"/>
                    <a:gd name="connsiteX891" fmla="*/ 163208 w 327921"/>
                    <a:gd name="connsiteY891" fmla="*/ 261198 h 447789"/>
                    <a:gd name="connsiteX892" fmla="*/ 162954 w 327921"/>
                    <a:gd name="connsiteY892" fmla="*/ 261129 h 447789"/>
                    <a:gd name="connsiteX893" fmla="*/ 146331 w 327921"/>
                    <a:gd name="connsiteY893" fmla="*/ 259797 h 447789"/>
                    <a:gd name="connsiteX894" fmla="*/ 146308 w 327921"/>
                    <a:gd name="connsiteY894" fmla="*/ 259809 h 447789"/>
                    <a:gd name="connsiteX895" fmla="*/ 146446 w 327921"/>
                    <a:gd name="connsiteY895" fmla="*/ 260214 h 447789"/>
                    <a:gd name="connsiteX896" fmla="*/ 148148 w 327921"/>
                    <a:gd name="connsiteY896" fmla="*/ 260793 h 447789"/>
                    <a:gd name="connsiteX897" fmla="*/ 148137 w 327921"/>
                    <a:gd name="connsiteY897" fmla="*/ 261568 h 447789"/>
                    <a:gd name="connsiteX898" fmla="*/ 153600 w 327921"/>
                    <a:gd name="connsiteY898" fmla="*/ 262900 h 447789"/>
                    <a:gd name="connsiteX899" fmla="*/ 153045 w 327921"/>
                    <a:gd name="connsiteY899" fmla="*/ 268016 h 447789"/>
                    <a:gd name="connsiteX900" fmla="*/ 148449 w 327921"/>
                    <a:gd name="connsiteY900" fmla="*/ 271489 h 447789"/>
                    <a:gd name="connsiteX901" fmla="*/ 143309 w 327921"/>
                    <a:gd name="connsiteY901" fmla="*/ 274915 h 447789"/>
                    <a:gd name="connsiteX902" fmla="*/ 135554 w 327921"/>
                    <a:gd name="connsiteY902" fmla="*/ 285392 h 447789"/>
                    <a:gd name="connsiteX903" fmla="*/ 129731 w 327921"/>
                    <a:gd name="connsiteY903" fmla="*/ 287869 h 447789"/>
                    <a:gd name="connsiteX904" fmla="*/ 123746 w 327921"/>
                    <a:gd name="connsiteY904" fmla="*/ 290416 h 447789"/>
                    <a:gd name="connsiteX905" fmla="*/ 126351 w 327921"/>
                    <a:gd name="connsiteY905" fmla="*/ 293205 h 447789"/>
                    <a:gd name="connsiteX906" fmla="*/ 125980 w 327921"/>
                    <a:gd name="connsiteY906" fmla="*/ 293900 h 447789"/>
                    <a:gd name="connsiteX907" fmla="*/ 124626 w 327921"/>
                    <a:gd name="connsiteY907" fmla="*/ 295347 h 447789"/>
                    <a:gd name="connsiteX908" fmla="*/ 125112 w 327921"/>
                    <a:gd name="connsiteY908" fmla="*/ 295567 h 447789"/>
                    <a:gd name="connsiteX909" fmla="*/ 124452 w 327921"/>
                    <a:gd name="connsiteY909" fmla="*/ 296817 h 447789"/>
                    <a:gd name="connsiteX910" fmla="*/ 127265 w 327921"/>
                    <a:gd name="connsiteY910" fmla="*/ 296586 h 447789"/>
                    <a:gd name="connsiteX911" fmla="*/ 129326 w 327921"/>
                    <a:gd name="connsiteY911" fmla="*/ 297558 h 447789"/>
                    <a:gd name="connsiteX912" fmla="*/ 129731 w 327921"/>
                    <a:gd name="connsiteY912" fmla="*/ 298056 h 447789"/>
                    <a:gd name="connsiteX913" fmla="*/ 129962 w 327921"/>
                    <a:gd name="connsiteY913" fmla="*/ 298334 h 447789"/>
                    <a:gd name="connsiteX914" fmla="*/ 133864 w 327921"/>
                    <a:gd name="connsiteY914" fmla="*/ 314123 h 447789"/>
                    <a:gd name="connsiteX915" fmla="*/ 134245 w 327921"/>
                    <a:gd name="connsiteY915" fmla="*/ 315767 h 447789"/>
                    <a:gd name="connsiteX916" fmla="*/ 131514 w 327921"/>
                    <a:gd name="connsiteY916" fmla="*/ 319263 h 447789"/>
                    <a:gd name="connsiteX917" fmla="*/ 133099 w 327921"/>
                    <a:gd name="connsiteY917" fmla="*/ 320814 h 447789"/>
                    <a:gd name="connsiteX918" fmla="*/ 133076 w 327921"/>
                    <a:gd name="connsiteY918" fmla="*/ 320814 h 447789"/>
                    <a:gd name="connsiteX919" fmla="*/ 130205 w 327921"/>
                    <a:gd name="connsiteY919" fmla="*/ 319575 h 447789"/>
                    <a:gd name="connsiteX920" fmla="*/ 129731 w 327921"/>
                    <a:gd name="connsiteY920" fmla="*/ 319691 h 447789"/>
                    <a:gd name="connsiteX921" fmla="*/ 126443 w 327921"/>
                    <a:gd name="connsiteY921" fmla="*/ 320467 h 447789"/>
                    <a:gd name="connsiteX922" fmla="*/ 129731 w 327921"/>
                    <a:gd name="connsiteY922" fmla="*/ 321705 h 447789"/>
                    <a:gd name="connsiteX923" fmla="*/ 131722 w 327921"/>
                    <a:gd name="connsiteY923" fmla="*/ 322458 h 447789"/>
                    <a:gd name="connsiteX924" fmla="*/ 133065 w 327921"/>
                    <a:gd name="connsiteY924" fmla="*/ 321937 h 447789"/>
                    <a:gd name="connsiteX925" fmla="*/ 133991 w 327921"/>
                    <a:gd name="connsiteY925" fmla="*/ 322157 h 447789"/>
                    <a:gd name="connsiteX926" fmla="*/ 137822 w 327921"/>
                    <a:gd name="connsiteY926" fmla="*/ 320733 h 447789"/>
                    <a:gd name="connsiteX927" fmla="*/ 138482 w 327921"/>
                    <a:gd name="connsiteY927" fmla="*/ 321103 h 447789"/>
                    <a:gd name="connsiteX928" fmla="*/ 138783 w 327921"/>
                    <a:gd name="connsiteY928" fmla="*/ 321740 h 447789"/>
                    <a:gd name="connsiteX929" fmla="*/ 139594 w 327921"/>
                    <a:gd name="connsiteY929" fmla="*/ 325629 h 447789"/>
                    <a:gd name="connsiteX930" fmla="*/ 143506 w 327921"/>
                    <a:gd name="connsiteY930" fmla="*/ 331684 h 447789"/>
                    <a:gd name="connsiteX931" fmla="*/ 145949 w 327921"/>
                    <a:gd name="connsiteY931" fmla="*/ 336823 h 447789"/>
                    <a:gd name="connsiteX932" fmla="*/ 147303 w 327921"/>
                    <a:gd name="connsiteY932" fmla="*/ 342889 h 447789"/>
                    <a:gd name="connsiteX933" fmla="*/ 147303 w 327921"/>
                    <a:gd name="connsiteY933" fmla="*/ 342970 h 447789"/>
                    <a:gd name="connsiteX934" fmla="*/ 146933 w 327921"/>
                    <a:gd name="connsiteY934" fmla="*/ 342912 h 447789"/>
                    <a:gd name="connsiteX935" fmla="*/ 144803 w 327921"/>
                    <a:gd name="connsiteY935" fmla="*/ 342148 h 447789"/>
                    <a:gd name="connsiteX936" fmla="*/ 144768 w 327921"/>
                    <a:gd name="connsiteY936" fmla="*/ 342553 h 447789"/>
                    <a:gd name="connsiteX937" fmla="*/ 139351 w 327921"/>
                    <a:gd name="connsiteY937" fmla="*/ 341662 h 447789"/>
                    <a:gd name="connsiteX938" fmla="*/ 138725 w 327921"/>
                    <a:gd name="connsiteY938" fmla="*/ 343352 h 447789"/>
                    <a:gd name="connsiteX939" fmla="*/ 138540 w 327921"/>
                    <a:gd name="connsiteY939" fmla="*/ 343641 h 447789"/>
                    <a:gd name="connsiteX940" fmla="*/ 134732 w 327921"/>
                    <a:gd name="connsiteY940" fmla="*/ 342959 h 447789"/>
                    <a:gd name="connsiteX941" fmla="*/ 135195 w 327921"/>
                    <a:gd name="connsiteY941" fmla="*/ 343329 h 447789"/>
                    <a:gd name="connsiteX942" fmla="*/ 135044 w 327921"/>
                    <a:gd name="connsiteY942" fmla="*/ 343306 h 447789"/>
                    <a:gd name="connsiteX943" fmla="*/ 135449 w 327921"/>
                    <a:gd name="connsiteY943" fmla="*/ 343526 h 447789"/>
                    <a:gd name="connsiteX944" fmla="*/ 145208 w 327921"/>
                    <a:gd name="connsiteY944" fmla="*/ 351212 h 447789"/>
                    <a:gd name="connsiteX945" fmla="*/ 147697 w 327921"/>
                    <a:gd name="connsiteY945" fmla="*/ 353169 h 447789"/>
                    <a:gd name="connsiteX946" fmla="*/ 147500 w 327921"/>
                    <a:gd name="connsiteY946" fmla="*/ 353840 h 447789"/>
                    <a:gd name="connsiteX947" fmla="*/ 146528 w 327921"/>
                    <a:gd name="connsiteY947" fmla="*/ 356294 h 447789"/>
                    <a:gd name="connsiteX948" fmla="*/ 147581 w 327921"/>
                    <a:gd name="connsiteY948" fmla="*/ 358204 h 447789"/>
                    <a:gd name="connsiteX949" fmla="*/ 148750 w 327921"/>
                    <a:gd name="connsiteY949" fmla="*/ 360716 h 447789"/>
                    <a:gd name="connsiteX950" fmla="*/ 148472 w 327921"/>
                    <a:gd name="connsiteY950" fmla="*/ 363668 h 447789"/>
                    <a:gd name="connsiteX951" fmla="*/ 147778 w 327921"/>
                    <a:gd name="connsiteY951" fmla="*/ 364478 h 447789"/>
                    <a:gd name="connsiteX952" fmla="*/ 147257 w 327921"/>
                    <a:gd name="connsiteY952" fmla="*/ 364953 h 447789"/>
                    <a:gd name="connsiteX953" fmla="*/ 138436 w 327921"/>
                    <a:gd name="connsiteY953" fmla="*/ 363957 h 447789"/>
                    <a:gd name="connsiteX954" fmla="*/ 131525 w 327921"/>
                    <a:gd name="connsiteY954" fmla="*/ 360114 h 447789"/>
                    <a:gd name="connsiteX955" fmla="*/ 129928 w 327921"/>
                    <a:gd name="connsiteY955" fmla="*/ 361329 h 447789"/>
                    <a:gd name="connsiteX956" fmla="*/ 129731 w 327921"/>
                    <a:gd name="connsiteY956" fmla="*/ 361179 h 447789"/>
                    <a:gd name="connsiteX957" fmla="*/ 126606 w 327921"/>
                    <a:gd name="connsiteY957" fmla="*/ 358713 h 447789"/>
                    <a:gd name="connsiteX958" fmla="*/ 123897 w 327921"/>
                    <a:gd name="connsiteY958" fmla="*/ 359686 h 447789"/>
                    <a:gd name="connsiteX959" fmla="*/ 120470 w 327921"/>
                    <a:gd name="connsiteY959" fmla="*/ 356942 h 447789"/>
                    <a:gd name="connsiteX960" fmla="*/ 120447 w 327921"/>
                    <a:gd name="connsiteY960" fmla="*/ 356803 h 447789"/>
                    <a:gd name="connsiteX961" fmla="*/ 120204 w 327921"/>
                    <a:gd name="connsiteY961" fmla="*/ 353307 h 447789"/>
                    <a:gd name="connsiteX962" fmla="*/ 119417 w 327921"/>
                    <a:gd name="connsiteY962" fmla="*/ 354245 h 447789"/>
                    <a:gd name="connsiteX963" fmla="*/ 118271 w 327921"/>
                    <a:gd name="connsiteY963" fmla="*/ 355090 h 447789"/>
                    <a:gd name="connsiteX964" fmla="*/ 115446 w 327921"/>
                    <a:gd name="connsiteY964" fmla="*/ 351212 h 447789"/>
                    <a:gd name="connsiteX965" fmla="*/ 110503 w 327921"/>
                    <a:gd name="connsiteY965" fmla="*/ 353099 h 447789"/>
                    <a:gd name="connsiteX966" fmla="*/ 106139 w 327921"/>
                    <a:gd name="connsiteY966" fmla="*/ 351571 h 447789"/>
                    <a:gd name="connsiteX967" fmla="*/ 106151 w 327921"/>
                    <a:gd name="connsiteY967" fmla="*/ 351594 h 447789"/>
                    <a:gd name="connsiteX968" fmla="*/ 105479 w 327921"/>
                    <a:gd name="connsiteY968" fmla="*/ 351351 h 447789"/>
                    <a:gd name="connsiteX969" fmla="*/ 107725 w 327921"/>
                    <a:gd name="connsiteY969" fmla="*/ 353539 h 447789"/>
                    <a:gd name="connsiteX970" fmla="*/ 108651 w 327921"/>
                    <a:gd name="connsiteY970" fmla="*/ 354685 h 447789"/>
                    <a:gd name="connsiteX971" fmla="*/ 109415 w 327921"/>
                    <a:gd name="connsiteY971" fmla="*/ 357984 h 447789"/>
                    <a:gd name="connsiteX972" fmla="*/ 109508 w 327921"/>
                    <a:gd name="connsiteY972" fmla="*/ 362093 h 447789"/>
                    <a:gd name="connsiteX973" fmla="*/ 108825 w 327921"/>
                    <a:gd name="connsiteY973" fmla="*/ 362313 h 447789"/>
                    <a:gd name="connsiteX974" fmla="*/ 107691 w 327921"/>
                    <a:gd name="connsiteY974" fmla="*/ 361573 h 447789"/>
                    <a:gd name="connsiteX975" fmla="*/ 106093 w 327921"/>
                    <a:gd name="connsiteY975" fmla="*/ 358702 h 447789"/>
                    <a:gd name="connsiteX976" fmla="*/ 104843 w 327921"/>
                    <a:gd name="connsiteY976" fmla="*/ 360878 h 447789"/>
                    <a:gd name="connsiteX977" fmla="*/ 102342 w 327921"/>
                    <a:gd name="connsiteY977" fmla="*/ 360554 h 447789"/>
                    <a:gd name="connsiteX978" fmla="*/ 104519 w 327921"/>
                    <a:gd name="connsiteY978" fmla="*/ 369490 h 447789"/>
                    <a:gd name="connsiteX979" fmla="*/ 106162 w 327921"/>
                    <a:gd name="connsiteY979" fmla="*/ 368507 h 447789"/>
                    <a:gd name="connsiteX980" fmla="*/ 109010 w 327921"/>
                    <a:gd name="connsiteY980" fmla="*/ 371910 h 447789"/>
                    <a:gd name="connsiteX981" fmla="*/ 108443 w 327921"/>
                    <a:gd name="connsiteY981" fmla="*/ 370845 h 447789"/>
                    <a:gd name="connsiteX982" fmla="*/ 108709 w 327921"/>
                    <a:gd name="connsiteY982" fmla="*/ 371146 h 447789"/>
                    <a:gd name="connsiteX983" fmla="*/ 107806 w 327921"/>
                    <a:gd name="connsiteY983" fmla="*/ 369189 h 447789"/>
                    <a:gd name="connsiteX984" fmla="*/ 108454 w 327921"/>
                    <a:gd name="connsiteY984" fmla="*/ 368310 h 447789"/>
                    <a:gd name="connsiteX985" fmla="*/ 109369 w 327921"/>
                    <a:gd name="connsiteY985" fmla="*/ 368055 h 447789"/>
                    <a:gd name="connsiteX986" fmla="*/ 113884 w 327921"/>
                    <a:gd name="connsiteY986" fmla="*/ 369988 h 447789"/>
                    <a:gd name="connsiteX987" fmla="*/ 114937 w 327921"/>
                    <a:gd name="connsiteY987" fmla="*/ 373646 h 447789"/>
                    <a:gd name="connsiteX988" fmla="*/ 115203 w 327921"/>
                    <a:gd name="connsiteY988" fmla="*/ 373681 h 447789"/>
                    <a:gd name="connsiteX989" fmla="*/ 115250 w 327921"/>
                    <a:gd name="connsiteY989" fmla="*/ 373808 h 447789"/>
                    <a:gd name="connsiteX990" fmla="*/ 115909 w 327921"/>
                    <a:gd name="connsiteY990" fmla="*/ 373762 h 447789"/>
                    <a:gd name="connsiteX991" fmla="*/ 116697 w 327921"/>
                    <a:gd name="connsiteY991" fmla="*/ 373854 h 447789"/>
                    <a:gd name="connsiteX992" fmla="*/ 116639 w 327921"/>
                    <a:gd name="connsiteY992" fmla="*/ 377570 h 447789"/>
                    <a:gd name="connsiteX993" fmla="*/ 115886 w 327921"/>
                    <a:gd name="connsiteY993" fmla="*/ 377975 h 447789"/>
                    <a:gd name="connsiteX994" fmla="*/ 115030 w 327921"/>
                    <a:gd name="connsiteY994" fmla="*/ 378346 h 447789"/>
                    <a:gd name="connsiteX995" fmla="*/ 115099 w 327921"/>
                    <a:gd name="connsiteY995" fmla="*/ 378404 h 447789"/>
                    <a:gd name="connsiteX996" fmla="*/ 114914 w 327921"/>
                    <a:gd name="connsiteY996" fmla="*/ 378496 h 447789"/>
                    <a:gd name="connsiteX997" fmla="*/ 115469 w 327921"/>
                    <a:gd name="connsiteY997" fmla="*/ 378693 h 447789"/>
                    <a:gd name="connsiteX998" fmla="*/ 117194 w 327921"/>
                    <a:gd name="connsiteY998" fmla="*/ 380117 h 447789"/>
                    <a:gd name="connsiteX999" fmla="*/ 118641 w 327921"/>
                    <a:gd name="connsiteY999" fmla="*/ 385002 h 447789"/>
                    <a:gd name="connsiteX1000" fmla="*/ 119637 w 327921"/>
                    <a:gd name="connsiteY1000" fmla="*/ 386055 h 447789"/>
                    <a:gd name="connsiteX1001" fmla="*/ 121975 w 327921"/>
                    <a:gd name="connsiteY1001" fmla="*/ 384018 h 447789"/>
                    <a:gd name="connsiteX1002" fmla="*/ 123202 w 327921"/>
                    <a:gd name="connsiteY1002" fmla="*/ 385812 h 447789"/>
                    <a:gd name="connsiteX1003" fmla="*/ 121709 w 327921"/>
                    <a:gd name="connsiteY1003" fmla="*/ 386692 h 447789"/>
                    <a:gd name="connsiteX1004" fmla="*/ 123943 w 327921"/>
                    <a:gd name="connsiteY1004" fmla="*/ 394691 h 447789"/>
                    <a:gd name="connsiteX1005" fmla="*/ 119347 w 327921"/>
                    <a:gd name="connsiteY1005" fmla="*/ 397180 h 447789"/>
                    <a:gd name="connsiteX1006" fmla="*/ 118826 w 327921"/>
                    <a:gd name="connsiteY1006" fmla="*/ 392851 h 447789"/>
                    <a:gd name="connsiteX1007" fmla="*/ 118352 w 327921"/>
                    <a:gd name="connsiteY1007" fmla="*/ 392897 h 447789"/>
                    <a:gd name="connsiteX1008" fmla="*/ 118248 w 327921"/>
                    <a:gd name="connsiteY1008" fmla="*/ 392445 h 447789"/>
                    <a:gd name="connsiteX1009" fmla="*/ 116627 w 327921"/>
                    <a:gd name="connsiteY1009" fmla="*/ 393047 h 447789"/>
                    <a:gd name="connsiteX1010" fmla="*/ 116222 w 327921"/>
                    <a:gd name="connsiteY1010" fmla="*/ 397365 h 447789"/>
                    <a:gd name="connsiteX1011" fmla="*/ 113861 w 327921"/>
                    <a:gd name="connsiteY1011" fmla="*/ 395177 h 447789"/>
                    <a:gd name="connsiteX1012" fmla="*/ 115064 w 327921"/>
                    <a:gd name="connsiteY1012" fmla="*/ 390559 h 447789"/>
                    <a:gd name="connsiteX1013" fmla="*/ 115018 w 327921"/>
                    <a:gd name="connsiteY1013" fmla="*/ 390640 h 447789"/>
                    <a:gd name="connsiteX1014" fmla="*/ 115203 w 327921"/>
                    <a:gd name="connsiteY1014" fmla="*/ 389968 h 447789"/>
                    <a:gd name="connsiteX1015" fmla="*/ 114555 w 327921"/>
                    <a:gd name="connsiteY1015" fmla="*/ 391357 h 447789"/>
                    <a:gd name="connsiteX1016" fmla="*/ 112483 w 327921"/>
                    <a:gd name="connsiteY1016" fmla="*/ 394506 h 447789"/>
                    <a:gd name="connsiteX1017" fmla="*/ 105051 w 327921"/>
                    <a:gd name="connsiteY1017" fmla="*/ 388892 h 447789"/>
                    <a:gd name="connsiteX1018" fmla="*/ 104368 w 327921"/>
                    <a:gd name="connsiteY1018" fmla="*/ 390686 h 447789"/>
                    <a:gd name="connsiteX1019" fmla="*/ 107285 w 327921"/>
                    <a:gd name="connsiteY1019" fmla="*/ 395594 h 447789"/>
                    <a:gd name="connsiteX1020" fmla="*/ 104692 w 327921"/>
                    <a:gd name="connsiteY1020" fmla="*/ 396671 h 447789"/>
                    <a:gd name="connsiteX1021" fmla="*/ 107980 w 327921"/>
                    <a:gd name="connsiteY1021" fmla="*/ 401035 h 447789"/>
                    <a:gd name="connsiteX1022" fmla="*/ 106244 w 327921"/>
                    <a:gd name="connsiteY1022" fmla="*/ 405549 h 447789"/>
                    <a:gd name="connsiteX1023" fmla="*/ 105838 w 327921"/>
                    <a:gd name="connsiteY1023" fmla="*/ 406510 h 447789"/>
                    <a:gd name="connsiteX1024" fmla="*/ 101439 w 327921"/>
                    <a:gd name="connsiteY1024" fmla="*/ 399750 h 447789"/>
                    <a:gd name="connsiteX1025" fmla="*/ 99576 w 327921"/>
                    <a:gd name="connsiteY1025" fmla="*/ 403222 h 447789"/>
                    <a:gd name="connsiteX1026" fmla="*/ 96068 w 327921"/>
                    <a:gd name="connsiteY1026" fmla="*/ 401023 h 447789"/>
                    <a:gd name="connsiteX1027" fmla="*/ 92978 w 327921"/>
                    <a:gd name="connsiteY1027" fmla="*/ 397110 h 447789"/>
                    <a:gd name="connsiteX1028" fmla="*/ 90350 w 327921"/>
                    <a:gd name="connsiteY1028" fmla="*/ 387803 h 447789"/>
                    <a:gd name="connsiteX1029" fmla="*/ 89250 w 327921"/>
                    <a:gd name="connsiteY1029" fmla="*/ 392029 h 447789"/>
                    <a:gd name="connsiteX1030" fmla="*/ 85627 w 327921"/>
                    <a:gd name="connsiteY1030" fmla="*/ 387699 h 447789"/>
                    <a:gd name="connsiteX1031" fmla="*/ 87155 w 327921"/>
                    <a:gd name="connsiteY1031" fmla="*/ 390165 h 447789"/>
                    <a:gd name="connsiteX1032" fmla="*/ 84678 w 327921"/>
                    <a:gd name="connsiteY1032" fmla="*/ 387896 h 447789"/>
                    <a:gd name="connsiteX1033" fmla="*/ 93035 w 327921"/>
                    <a:gd name="connsiteY1033" fmla="*/ 399669 h 447789"/>
                    <a:gd name="connsiteX1034" fmla="*/ 90952 w 327921"/>
                    <a:gd name="connsiteY1034" fmla="*/ 398604 h 447789"/>
                    <a:gd name="connsiteX1035" fmla="*/ 88544 w 327921"/>
                    <a:gd name="connsiteY1035" fmla="*/ 406406 h 447789"/>
                    <a:gd name="connsiteX1036" fmla="*/ 86877 w 327921"/>
                    <a:gd name="connsiteY1036" fmla="*/ 399842 h 447789"/>
                    <a:gd name="connsiteX1037" fmla="*/ 84539 w 327921"/>
                    <a:gd name="connsiteY1037" fmla="*/ 399206 h 447789"/>
                    <a:gd name="connsiteX1038" fmla="*/ 85118 w 327921"/>
                    <a:gd name="connsiteY1038" fmla="*/ 403396 h 447789"/>
                    <a:gd name="connsiteX1039" fmla="*/ 84573 w 327921"/>
                    <a:gd name="connsiteY1039" fmla="*/ 402146 h 447789"/>
                    <a:gd name="connsiteX1040" fmla="*/ 83694 w 327921"/>
                    <a:gd name="connsiteY1040" fmla="*/ 400074 h 447789"/>
                    <a:gd name="connsiteX1041" fmla="*/ 83740 w 327921"/>
                    <a:gd name="connsiteY1041" fmla="*/ 400271 h 447789"/>
                    <a:gd name="connsiteX1042" fmla="*/ 83717 w 327921"/>
                    <a:gd name="connsiteY1042" fmla="*/ 400224 h 447789"/>
                    <a:gd name="connsiteX1043" fmla="*/ 84458 w 327921"/>
                    <a:gd name="connsiteY1043" fmla="*/ 404137 h 447789"/>
                    <a:gd name="connsiteX1044" fmla="*/ 83404 w 327921"/>
                    <a:gd name="connsiteY1044" fmla="*/ 404762 h 447789"/>
                    <a:gd name="connsiteX1045" fmla="*/ 85326 w 327921"/>
                    <a:gd name="connsiteY1045" fmla="*/ 408698 h 447789"/>
                    <a:gd name="connsiteX1046" fmla="*/ 81622 w 327921"/>
                    <a:gd name="connsiteY1046" fmla="*/ 407679 h 447789"/>
                    <a:gd name="connsiteX1047" fmla="*/ 80476 w 327921"/>
                    <a:gd name="connsiteY1047" fmla="*/ 408860 h 447789"/>
                    <a:gd name="connsiteX1048" fmla="*/ 80927 w 327921"/>
                    <a:gd name="connsiteY1048" fmla="*/ 408802 h 447789"/>
                    <a:gd name="connsiteX1049" fmla="*/ 83520 w 327921"/>
                    <a:gd name="connsiteY1049" fmla="*/ 409589 h 447789"/>
                    <a:gd name="connsiteX1050" fmla="*/ 84388 w 327921"/>
                    <a:gd name="connsiteY1050" fmla="*/ 411372 h 447789"/>
                    <a:gd name="connsiteX1051" fmla="*/ 84319 w 327921"/>
                    <a:gd name="connsiteY1051" fmla="*/ 411546 h 447789"/>
                    <a:gd name="connsiteX1052" fmla="*/ 82826 w 327921"/>
                    <a:gd name="connsiteY1052" fmla="*/ 411488 h 447789"/>
                    <a:gd name="connsiteX1053" fmla="*/ 81795 w 327921"/>
                    <a:gd name="connsiteY1053" fmla="*/ 411302 h 447789"/>
                    <a:gd name="connsiteX1054" fmla="*/ 81332 w 327921"/>
                    <a:gd name="connsiteY1054" fmla="*/ 411059 h 447789"/>
                    <a:gd name="connsiteX1055" fmla="*/ 81008 w 327921"/>
                    <a:gd name="connsiteY1055" fmla="*/ 411418 h 447789"/>
                    <a:gd name="connsiteX1056" fmla="*/ 80614 w 327921"/>
                    <a:gd name="connsiteY1056" fmla="*/ 410191 h 447789"/>
                    <a:gd name="connsiteX1057" fmla="*/ 80614 w 327921"/>
                    <a:gd name="connsiteY1057" fmla="*/ 409763 h 447789"/>
                    <a:gd name="connsiteX1058" fmla="*/ 80441 w 327921"/>
                    <a:gd name="connsiteY1058" fmla="*/ 409624 h 447789"/>
                    <a:gd name="connsiteX1059" fmla="*/ 80418 w 327921"/>
                    <a:gd name="connsiteY1059" fmla="*/ 409578 h 447789"/>
                    <a:gd name="connsiteX1060" fmla="*/ 80371 w 327921"/>
                    <a:gd name="connsiteY1060" fmla="*/ 409578 h 447789"/>
                    <a:gd name="connsiteX1061" fmla="*/ 76725 w 327921"/>
                    <a:gd name="connsiteY1061" fmla="*/ 406869 h 447789"/>
                    <a:gd name="connsiteX1062" fmla="*/ 77547 w 327921"/>
                    <a:gd name="connsiteY1062" fmla="*/ 409682 h 447789"/>
                    <a:gd name="connsiteX1063" fmla="*/ 76690 w 327921"/>
                    <a:gd name="connsiteY1063" fmla="*/ 409717 h 447789"/>
                    <a:gd name="connsiteX1064" fmla="*/ 77721 w 327921"/>
                    <a:gd name="connsiteY1064" fmla="*/ 410249 h 447789"/>
                    <a:gd name="connsiteX1065" fmla="*/ 78091 w 327921"/>
                    <a:gd name="connsiteY1065" fmla="*/ 411534 h 447789"/>
                    <a:gd name="connsiteX1066" fmla="*/ 77848 w 327921"/>
                    <a:gd name="connsiteY1066" fmla="*/ 411708 h 447789"/>
                    <a:gd name="connsiteX1067" fmla="*/ 76216 w 327921"/>
                    <a:gd name="connsiteY1067" fmla="*/ 410828 h 447789"/>
                    <a:gd name="connsiteX1068" fmla="*/ 76146 w 327921"/>
                    <a:gd name="connsiteY1068" fmla="*/ 410758 h 447789"/>
                    <a:gd name="connsiteX1069" fmla="*/ 76146 w 327921"/>
                    <a:gd name="connsiteY1069" fmla="*/ 410793 h 447789"/>
                    <a:gd name="connsiteX1070" fmla="*/ 76135 w 327921"/>
                    <a:gd name="connsiteY1070" fmla="*/ 410782 h 447789"/>
                    <a:gd name="connsiteX1071" fmla="*/ 76100 w 327921"/>
                    <a:gd name="connsiteY1071" fmla="*/ 411407 h 447789"/>
                    <a:gd name="connsiteX1072" fmla="*/ 76019 w 327921"/>
                    <a:gd name="connsiteY1072" fmla="*/ 412587 h 447789"/>
                    <a:gd name="connsiteX1073" fmla="*/ 76054 w 327921"/>
                    <a:gd name="connsiteY1073" fmla="*/ 412680 h 447789"/>
                    <a:gd name="connsiteX1074" fmla="*/ 75926 w 327921"/>
                    <a:gd name="connsiteY1074" fmla="*/ 415516 h 447789"/>
                    <a:gd name="connsiteX1075" fmla="*/ 78982 w 327921"/>
                    <a:gd name="connsiteY1075" fmla="*/ 422786 h 447789"/>
                    <a:gd name="connsiteX1076" fmla="*/ 75672 w 327921"/>
                    <a:gd name="connsiteY1076" fmla="*/ 423214 h 447789"/>
                    <a:gd name="connsiteX1077" fmla="*/ 73148 w 327921"/>
                    <a:gd name="connsiteY1077" fmla="*/ 421292 h 447789"/>
                    <a:gd name="connsiteX1078" fmla="*/ 71435 w 327921"/>
                    <a:gd name="connsiteY1078" fmla="*/ 422369 h 447789"/>
                    <a:gd name="connsiteX1079" fmla="*/ 70462 w 327921"/>
                    <a:gd name="connsiteY1079" fmla="*/ 420193 h 447789"/>
                    <a:gd name="connsiteX1080" fmla="*/ 73866 w 327921"/>
                    <a:gd name="connsiteY1080" fmla="*/ 419753 h 447789"/>
                    <a:gd name="connsiteX1081" fmla="*/ 73229 w 327921"/>
                    <a:gd name="connsiteY1081" fmla="*/ 419718 h 447789"/>
                    <a:gd name="connsiteX1082" fmla="*/ 73877 w 327921"/>
                    <a:gd name="connsiteY1082" fmla="*/ 419602 h 447789"/>
                    <a:gd name="connsiteX1083" fmla="*/ 70451 w 327921"/>
                    <a:gd name="connsiteY1083" fmla="*/ 419475 h 447789"/>
                    <a:gd name="connsiteX1084" fmla="*/ 67163 w 327921"/>
                    <a:gd name="connsiteY1084" fmla="*/ 416130 h 447789"/>
                    <a:gd name="connsiteX1085" fmla="*/ 66885 w 327921"/>
                    <a:gd name="connsiteY1085" fmla="*/ 416801 h 447789"/>
                    <a:gd name="connsiteX1086" fmla="*/ 64848 w 327921"/>
                    <a:gd name="connsiteY1086" fmla="*/ 417044 h 447789"/>
                    <a:gd name="connsiteX1087" fmla="*/ 63772 w 327921"/>
                    <a:gd name="connsiteY1087" fmla="*/ 416604 h 447789"/>
                    <a:gd name="connsiteX1088" fmla="*/ 64455 w 327921"/>
                    <a:gd name="connsiteY1088" fmla="*/ 417090 h 447789"/>
                    <a:gd name="connsiteX1089" fmla="*/ 63598 w 327921"/>
                    <a:gd name="connsiteY1089" fmla="*/ 417195 h 447789"/>
                    <a:gd name="connsiteX1090" fmla="*/ 67430 w 327921"/>
                    <a:gd name="connsiteY1090" fmla="*/ 419255 h 447789"/>
                    <a:gd name="connsiteX1091" fmla="*/ 68587 w 327921"/>
                    <a:gd name="connsiteY1091" fmla="*/ 420100 h 447789"/>
                    <a:gd name="connsiteX1092" fmla="*/ 68032 w 327921"/>
                    <a:gd name="connsiteY1092" fmla="*/ 421559 h 447789"/>
                    <a:gd name="connsiteX1093" fmla="*/ 64281 w 327921"/>
                    <a:gd name="connsiteY1093" fmla="*/ 419070 h 447789"/>
                    <a:gd name="connsiteX1094" fmla="*/ 63783 w 327921"/>
                    <a:gd name="connsiteY1094" fmla="*/ 420366 h 447789"/>
                    <a:gd name="connsiteX1095" fmla="*/ 65404 w 327921"/>
                    <a:gd name="connsiteY1095" fmla="*/ 421397 h 447789"/>
                    <a:gd name="connsiteX1096" fmla="*/ 64397 w 327921"/>
                    <a:gd name="connsiteY1096" fmla="*/ 421316 h 447789"/>
                    <a:gd name="connsiteX1097" fmla="*/ 67233 w 327921"/>
                    <a:gd name="connsiteY1097" fmla="*/ 422554 h 447789"/>
                    <a:gd name="connsiteX1098" fmla="*/ 68425 w 327921"/>
                    <a:gd name="connsiteY1098" fmla="*/ 423318 h 447789"/>
                    <a:gd name="connsiteX1099" fmla="*/ 66504 w 327921"/>
                    <a:gd name="connsiteY1099" fmla="*/ 424163 h 447789"/>
                    <a:gd name="connsiteX1100" fmla="*/ 67927 w 327921"/>
                    <a:gd name="connsiteY1100" fmla="*/ 424916 h 447789"/>
                    <a:gd name="connsiteX1101" fmla="*/ 67511 w 327921"/>
                    <a:gd name="connsiteY1101" fmla="*/ 425529 h 447789"/>
                    <a:gd name="connsiteX1102" fmla="*/ 67036 w 327921"/>
                    <a:gd name="connsiteY1102" fmla="*/ 425680 h 447789"/>
                    <a:gd name="connsiteX1103" fmla="*/ 67395 w 327921"/>
                    <a:gd name="connsiteY1103" fmla="*/ 425703 h 447789"/>
                    <a:gd name="connsiteX1104" fmla="*/ 67360 w 327921"/>
                    <a:gd name="connsiteY1104" fmla="*/ 425761 h 447789"/>
                    <a:gd name="connsiteX1105" fmla="*/ 70231 w 327921"/>
                    <a:gd name="connsiteY1105" fmla="*/ 425865 h 447789"/>
                    <a:gd name="connsiteX1106" fmla="*/ 70358 w 327921"/>
                    <a:gd name="connsiteY1106" fmla="*/ 427891 h 447789"/>
                    <a:gd name="connsiteX1107" fmla="*/ 61213 w 327921"/>
                    <a:gd name="connsiteY1107" fmla="*/ 430912 h 447789"/>
                    <a:gd name="connsiteX1108" fmla="*/ 60704 w 327921"/>
                    <a:gd name="connsiteY1108" fmla="*/ 430831 h 447789"/>
                    <a:gd name="connsiteX1109" fmla="*/ 60368 w 327921"/>
                    <a:gd name="connsiteY1109" fmla="*/ 428180 h 447789"/>
                    <a:gd name="connsiteX1110" fmla="*/ 59975 w 327921"/>
                    <a:gd name="connsiteY1110" fmla="*/ 430727 h 447789"/>
                    <a:gd name="connsiteX1111" fmla="*/ 58736 w 327921"/>
                    <a:gd name="connsiteY1111" fmla="*/ 430542 h 447789"/>
                    <a:gd name="connsiteX1112" fmla="*/ 58238 w 327921"/>
                    <a:gd name="connsiteY1112" fmla="*/ 430403 h 447789"/>
                    <a:gd name="connsiteX1113" fmla="*/ 58250 w 327921"/>
                    <a:gd name="connsiteY1113" fmla="*/ 430472 h 447789"/>
                    <a:gd name="connsiteX1114" fmla="*/ 58157 w 327921"/>
                    <a:gd name="connsiteY1114" fmla="*/ 430449 h 447789"/>
                    <a:gd name="connsiteX1115" fmla="*/ 58296 w 327921"/>
                    <a:gd name="connsiteY1115" fmla="*/ 430611 h 447789"/>
                    <a:gd name="connsiteX1116" fmla="*/ 58667 w 327921"/>
                    <a:gd name="connsiteY1116" fmla="*/ 431989 h 447789"/>
                    <a:gd name="connsiteX1117" fmla="*/ 56664 w 327921"/>
                    <a:gd name="connsiteY1117" fmla="*/ 432509 h 447789"/>
                    <a:gd name="connsiteX1118" fmla="*/ 57659 w 327921"/>
                    <a:gd name="connsiteY1118" fmla="*/ 435531 h 447789"/>
                    <a:gd name="connsiteX1119" fmla="*/ 54951 w 327921"/>
                    <a:gd name="connsiteY1119" fmla="*/ 441770 h 447789"/>
                    <a:gd name="connsiteX1120" fmla="*/ 53052 w 327921"/>
                    <a:gd name="connsiteY1120" fmla="*/ 440694 h 447789"/>
                    <a:gd name="connsiteX1121" fmla="*/ 51640 w 327921"/>
                    <a:gd name="connsiteY1121" fmla="*/ 442743 h 447789"/>
                    <a:gd name="connsiteX1122" fmla="*/ 50644 w 327921"/>
                    <a:gd name="connsiteY1122" fmla="*/ 441411 h 447789"/>
                    <a:gd name="connsiteX1123" fmla="*/ 48885 w 327921"/>
                    <a:gd name="connsiteY1123" fmla="*/ 442094 h 447789"/>
                    <a:gd name="connsiteX1124" fmla="*/ 48109 w 327921"/>
                    <a:gd name="connsiteY1124" fmla="*/ 439582 h 447789"/>
                    <a:gd name="connsiteX1125" fmla="*/ 46361 w 327921"/>
                    <a:gd name="connsiteY1125" fmla="*/ 438714 h 447789"/>
                    <a:gd name="connsiteX1126" fmla="*/ 46443 w 327921"/>
                    <a:gd name="connsiteY1126" fmla="*/ 440242 h 447789"/>
                    <a:gd name="connsiteX1127" fmla="*/ 46443 w 327921"/>
                    <a:gd name="connsiteY1127" fmla="*/ 440416 h 447789"/>
                    <a:gd name="connsiteX1128" fmla="*/ 45979 w 327921"/>
                    <a:gd name="connsiteY1128" fmla="*/ 439883 h 447789"/>
                    <a:gd name="connsiteX1129" fmla="*/ 45493 w 327921"/>
                    <a:gd name="connsiteY1129" fmla="*/ 439200 h 447789"/>
                    <a:gd name="connsiteX1130" fmla="*/ 45574 w 327921"/>
                    <a:gd name="connsiteY1130" fmla="*/ 439432 h 447789"/>
                    <a:gd name="connsiteX1131" fmla="*/ 44428 w 327921"/>
                    <a:gd name="connsiteY1131" fmla="*/ 438112 h 447789"/>
                    <a:gd name="connsiteX1132" fmla="*/ 47866 w 327921"/>
                    <a:gd name="connsiteY1132" fmla="*/ 447790 h 447789"/>
                    <a:gd name="connsiteX1133" fmla="*/ 47033 w 327921"/>
                    <a:gd name="connsiteY1133" fmla="*/ 447489 h 447789"/>
                    <a:gd name="connsiteX1134" fmla="*/ 45065 w 327921"/>
                    <a:gd name="connsiteY1134" fmla="*/ 446759 h 447789"/>
                    <a:gd name="connsiteX1135" fmla="*/ 45019 w 327921"/>
                    <a:gd name="connsiteY1135" fmla="*/ 446621 h 447789"/>
                    <a:gd name="connsiteX1136" fmla="*/ 45077 w 327921"/>
                    <a:gd name="connsiteY1136" fmla="*/ 442951 h 447789"/>
                    <a:gd name="connsiteX1137" fmla="*/ 43664 w 327921"/>
                    <a:gd name="connsiteY1137" fmla="*/ 442523 h 447789"/>
                    <a:gd name="connsiteX1138" fmla="*/ 43016 w 327921"/>
                    <a:gd name="connsiteY1138" fmla="*/ 440566 h 447789"/>
                    <a:gd name="connsiteX1139" fmla="*/ 42750 w 327921"/>
                    <a:gd name="connsiteY1139" fmla="*/ 439142 h 447789"/>
                    <a:gd name="connsiteX1140" fmla="*/ 40145 w 327921"/>
                    <a:gd name="connsiteY1140" fmla="*/ 437418 h 447789"/>
                    <a:gd name="connsiteX1141" fmla="*/ 39810 w 327921"/>
                    <a:gd name="connsiteY1141" fmla="*/ 437175 h 447789"/>
                    <a:gd name="connsiteX1142" fmla="*/ 37506 w 327921"/>
                    <a:gd name="connsiteY1142" fmla="*/ 432012 h 447789"/>
                    <a:gd name="connsiteX1143" fmla="*/ 35781 w 327921"/>
                    <a:gd name="connsiteY1143" fmla="*/ 430322 h 447789"/>
                    <a:gd name="connsiteX1144" fmla="*/ 35168 w 327921"/>
                    <a:gd name="connsiteY1144" fmla="*/ 431410 h 447789"/>
                    <a:gd name="connsiteX1145" fmla="*/ 34242 w 327921"/>
                    <a:gd name="connsiteY1145" fmla="*/ 431086 h 447789"/>
                    <a:gd name="connsiteX1146" fmla="*/ 32748 w 327921"/>
                    <a:gd name="connsiteY1146" fmla="*/ 428898 h 447789"/>
                    <a:gd name="connsiteX1147" fmla="*/ 35225 w 327921"/>
                    <a:gd name="connsiteY1147" fmla="*/ 430449 h 447789"/>
                    <a:gd name="connsiteX1148" fmla="*/ 34913 w 327921"/>
                    <a:gd name="connsiteY1148" fmla="*/ 428238 h 447789"/>
                    <a:gd name="connsiteX1149" fmla="*/ 30306 w 327921"/>
                    <a:gd name="connsiteY1149" fmla="*/ 423376 h 447789"/>
                    <a:gd name="connsiteX1150" fmla="*/ 31047 w 327921"/>
                    <a:gd name="connsiteY1150" fmla="*/ 420829 h 447789"/>
                    <a:gd name="connsiteX1151" fmla="*/ 32864 w 327921"/>
                    <a:gd name="connsiteY1151" fmla="*/ 422577 h 447789"/>
                    <a:gd name="connsiteX1152" fmla="*/ 34022 w 327921"/>
                    <a:gd name="connsiteY1152" fmla="*/ 421987 h 447789"/>
                    <a:gd name="connsiteX1153" fmla="*/ 34450 w 327921"/>
                    <a:gd name="connsiteY1153" fmla="*/ 422161 h 447789"/>
                    <a:gd name="connsiteX1154" fmla="*/ 34137 w 327921"/>
                    <a:gd name="connsiteY1154" fmla="*/ 421918 h 447789"/>
                    <a:gd name="connsiteX1155" fmla="*/ 34415 w 327921"/>
                    <a:gd name="connsiteY1155" fmla="*/ 421779 h 447789"/>
                    <a:gd name="connsiteX1156" fmla="*/ 29287 w 327921"/>
                    <a:gd name="connsiteY1156" fmla="*/ 418086 h 447789"/>
                    <a:gd name="connsiteX1157" fmla="*/ 30514 w 327921"/>
                    <a:gd name="connsiteY1157" fmla="*/ 422242 h 447789"/>
                    <a:gd name="connsiteX1158" fmla="*/ 29437 w 327921"/>
                    <a:gd name="connsiteY1158" fmla="*/ 422554 h 447789"/>
                    <a:gd name="connsiteX1159" fmla="*/ 24032 w 327921"/>
                    <a:gd name="connsiteY1159" fmla="*/ 416222 h 447789"/>
                    <a:gd name="connsiteX1160" fmla="*/ 23823 w 327921"/>
                    <a:gd name="connsiteY1160" fmla="*/ 415979 h 447789"/>
                    <a:gd name="connsiteX1161" fmla="*/ 22179 w 327921"/>
                    <a:gd name="connsiteY1161" fmla="*/ 416130 h 447789"/>
                    <a:gd name="connsiteX1162" fmla="*/ 17109 w 327921"/>
                    <a:gd name="connsiteY1162" fmla="*/ 408212 h 447789"/>
                    <a:gd name="connsiteX1163" fmla="*/ 16704 w 327921"/>
                    <a:gd name="connsiteY1163" fmla="*/ 402829 h 447789"/>
                    <a:gd name="connsiteX1164" fmla="*/ 14991 w 327921"/>
                    <a:gd name="connsiteY1164" fmla="*/ 401949 h 447789"/>
                    <a:gd name="connsiteX1165" fmla="*/ 14343 w 327921"/>
                    <a:gd name="connsiteY1165" fmla="*/ 400016 h 447789"/>
                    <a:gd name="connsiteX1166" fmla="*/ 14238 w 327921"/>
                    <a:gd name="connsiteY1166" fmla="*/ 398442 h 447789"/>
                    <a:gd name="connsiteX1167" fmla="*/ 9492 w 327921"/>
                    <a:gd name="connsiteY1167" fmla="*/ 396462 h 447789"/>
                    <a:gd name="connsiteX1168" fmla="*/ 8150 w 327921"/>
                    <a:gd name="connsiteY1168" fmla="*/ 397319 h 447789"/>
                    <a:gd name="connsiteX1169" fmla="*/ 3288 w 327921"/>
                    <a:gd name="connsiteY1169" fmla="*/ 391959 h 447789"/>
                    <a:gd name="connsiteX1170" fmla="*/ 1100 w 327921"/>
                    <a:gd name="connsiteY1170" fmla="*/ 386970 h 447789"/>
                    <a:gd name="connsiteX1171" fmla="*/ 2500 w 327921"/>
                    <a:gd name="connsiteY1171" fmla="*/ 383486 h 447789"/>
                    <a:gd name="connsiteX1172" fmla="*/ 498 w 327921"/>
                    <a:gd name="connsiteY1172" fmla="*/ 380267 h 447789"/>
                    <a:gd name="connsiteX1173" fmla="*/ 0 w 327921"/>
                    <a:gd name="connsiteY1173" fmla="*/ 379434 h 447789"/>
                    <a:gd name="connsiteX1174" fmla="*/ 614 w 327921"/>
                    <a:gd name="connsiteY1174" fmla="*/ 379307 h 447789"/>
                    <a:gd name="connsiteX1175" fmla="*/ 2929 w 327921"/>
                    <a:gd name="connsiteY1175" fmla="*/ 379480 h 447789"/>
                    <a:gd name="connsiteX1176" fmla="*/ 2894 w 327921"/>
                    <a:gd name="connsiteY1176" fmla="*/ 378786 h 447789"/>
                    <a:gd name="connsiteX1177" fmla="*/ 2940 w 327921"/>
                    <a:gd name="connsiteY1177" fmla="*/ 378832 h 447789"/>
                    <a:gd name="connsiteX1178" fmla="*/ 3183 w 327921"/>
                    <a:gd name="connsiteY1178" fmla="*/ 378786 h 447789"/>
                    <a:gd name="connsiteX1179" fmla="*/ 3010 w 327921"/>
                    <a:gd name="connsiteY1179" fmla="*/ 378346 h 447789"/>
                    <a:gd name="connsiteX1180" fmla="*/ 3311 w 327921"/>
                    <a:gd name="connsiteY1180" fmla="*/ 378577 h 447789"/>
                    <a:gd name="connsiteX1181" fmla="*/ 3241 w 327921"/>
                    <a:gd name="connsiteY1181" fmla="*/ 378774 h 447789"/>
                    <a:gd name="connsiteX1182" fmla="*/ 3855 w 327921"/>
                    <a:gd name="connsiteY1182" fmla="*/ 378647 h 447789"/>
                    <a:gd name="connsiteX1183" fmla="*/ 4897 w 327921"/>
                    <a:gd name="connsiteY1183" fmla="*/ 379098 h 447789"/>
                    <a:gd name="connsiteX1184" fmla="*/ 6193 w 327921"/>
                    <a:gd name="connsiteY1184" fmla="*/ 380059 h 447789"/>
                    <a:gd name="connsiteX1185" fmla="*/ 6228 w 327921"/>
                    <a:gd name="connsiteY1185" fmla="*/ 379480 h 447789"/>
                    <a:gd name="connsiteX1186" fmla="*/ 8636 w 327921"/>
                    <a:gd name="connsiteY1186" fmla="*/ 377894 h 447789"/>
                    <a:gd name="connsiteX1187" fmla="*/ 9006 w 327921"/>
                    <a:gd name="connsiteY1187" fmla="*/ 377790 h 447789"/>
                    <a:gd name="connsiteX1188" fmla="*/ 15778 w 327921"/>
                    <a:gd name="connsiteY1188" fmla="*/ 383439 h 447789"/>
                    <a:gd name="connsiteX1189" fmla="*/ 15894 w 327921"/>
                    <a:gd name="connsiteY1189" fmla="*/ 383914 h 447789"/>
                    <a:gd name="connsiteX1190" fmla="*/ 16704 w 327921"/>
                    <a:gd name="connsiteY1190" fmla="*/ 388301 h 447789"/>
                    <a:gd name="connsiteX1191" fmla="*/ 15327 w 327921"/>
                    <a:gd name="connsiteY1191" fmla="*/ 394818 h 447789"/>
                    <a:gd name="connsiteX1192" fmla="*/ 16797 w 327921"/>
                    <a:gd name="connsiteY1192" fmla="*/ 397296 h 447789"/>
                    <a:gd name="connsiteX1193" fmla="*/ 18869 w 327921"/>
                    <a:gd name="connsiteY1193" fmla="*/ 395698 h 447789"/>
                    <a:gd name="connsiteX1194" fmla="*/ 17526 w 327921"/>
                    <a:gd name="connsiteY1194" fmla="*/ 389760 h 447789"/>
                    <a:gd name="connsiteX1195" fmla="*/ 24032 w 327921"/>
                    <a:gd name="connsiteY1195" fmla="*/ 388660 h 447789"/>
                    <a:gd name="connsiteX1196" fmla="*/ 24402 w 327921"/>
                    <a:gd name="connsiteY1196" fmla="*/ 388591 h 447789"/>
                    <a:gd name="connsiteX1197" fmla="*/ 26277 w 327921"/>
                    <a:gd name="connsiteY1197" fmla="*/ 386600 h 447789"/>
                    <a:gd name="connsiteX1198" fmla="*/ 27134 w 327921"/>
                    <a:gd name="connsiteY1198" fmla="*/ 386171 h 447789"/>
                    <a:gd name="connsiteX1199" fmla="*/ 27724 w 327921"/>
                    <a:gd name="connsiteY1199" fmla="*/ 385048 h 447789"/>
                    <a:gd name="connsiteX1200" fmla="*/ 29171 w 327921"/>
                    <a:gd name="connsiteY1200" fmla="*/ 383497 h 447789"/>
                    <a:gd name="connsiteX1201" fmla="*/ 34473 w 327921"/>
                    <a:gd name="connsiteY1201" fmla="*/ 383601 h 447789"/>
                    <a:gd name="connsiteX1202" fmla="*/ 37656 w 327921"/>
                    <a:gd name="connsiteY1202" fmla="*/ 378022 h 447789"/>
                    <a:gd name="connsiteX1203" fmla="*/ 42727 w 327921"/>
                    <a:gd name="connsiteY1203" fmla="*/ 377709 h 447789"/>
                    <a:gd name="connsiteX1204" fmla="*/ 41476 w 327921"/>
                    <a:gd name="connsiteY1204" fmla="*/ 374202 h 447789"/>
                    <a:gd name="connsiteX1205" fmla="*/ 43109 w 327921"/>
                    <a:gd name="connsiteY1205" fmla="*/ 369953 h 447789"/>
                    <a:gd name="connsiteX1206" fmla="*/ 45169 w 327921"/>
                    <a:gd name="connsiteY1206" fmla="*/ 369132 h 447789"/>
                    <a:gd name="connsiteX1207" fmla="*/ 44301 w 327921"/>
                    <a:gd name="connsiteY1207" fmla="*/ 366863 h 447789"/>
                    <a:gd name="connsiteX1208" fmla="*/ 45053 w 327921"/>
                    <a:gd name="connsiteY1208" fmla="*/ 364906 h 447789"/>
                    <a:gd name="connsiteX1209" fmla="*/ 45424 w 327921"/>
                    <a:gd name="connsiteY1209" fmla="*/ 364443 h 447789"/>
                    <a:gd name="connsiteX1210" fmla="*/ 48051 w 327921"/>
                    <a:gd name="connsiteY1210" fmla="*/ 364328 h 447789"/>
                    <a:gd name="connsiteX1211" fmla="*/ 48075 w 327921"/>
                    <a:gd name="connsiteY1211" fmla="*/ 367742 h 447789"/>
                    <a:gd name="connsiteX1212" fmla="*/ 55159 w 327921"/>
                    <a:gd name="connsiteY1212" fmla="*/ 364744 h 447789"/>
                    <a:gd name="connsiteX1213" fmla="*/ 56386 w 327921"/>
                    <a:gd name="connsiteY1213" fmla="*/ 365809 h 447789"/>
                    <a:gd name="connsiteX1214" fmla="*/ 58620 w 327921"/>
                    <a:gd name="connsiteY1214" fmla="*/ 360149 h 447789"/>
                    <a:gd name="connsiteX1215" fmla="*/ 59824 w 327921"/>
                    <a:gd name="connsiteY1215" fmla="*/ 365670 h 447789"/>
                    <a:gd name="connsiteX1216" fmla="*/ 58261 w 327921"/>
                    <a:gd name="connsiteY1216" fmla="*/ 367661 h 447789"/>
                    <a:gd name="connsiteX1217" fmla="*/ 61711 w 327921"/>
                    <a:gd name="connsiteY1217" fmla="*/ 366006 h 447789"/>
                    <a:gd name="connsiteX1218" fmla="*/ 62394 w 327921"/>
                    <a:gd name="connsiteY1218" fmla="*/ 363610 h 447789"/>
                    <a:gd name="connsiteX1219" fmla="*/ 67974 w 327921"/>
                    <a:gd name="connsiteY1219" fmla="*/ 368009 h 447789"/>
                    <a:gd name="connsiteX1220" fmla="*/ 70520 w 327921"/>
                    <a:gd name="connsiteY1220" fmla="*/ 365659 h 447789"/>
                    <a:gd name="connsiteX1221" fmla="*/ 72778 w 327921"/>
                    <a:gd name="connsiteY1221" fmla="*/ 366284 h 447789"/>
                    <a:gd name="connsiteX1222" fmla="*/ 72268 w 327921"/>
                    <a:gd name="connsiteY1222" fmla="*/ 364467 h 447789"/>
                    <a:gd name="connsiteX1223" fmla="*/ 56490 w 327921"/>
                    <a:gd name="connsiteY1223" fmla="*/ 354442 h 447789"/>
                    <a:gd name="connsiteX1224" fmla="*/ 56664 w 327921"/>
                    <a:gd name="connsiteY1224" fmla="*/ 351976 h 447789"/>
                    <a:gd name="connsiteX1225" fmla="*/ 57984 w 327921"/>
                    <a:gd name="connsiteY1225" fmla="*/ 351212 h 447789"/>
                    <a:gd name="connsiteX1226" fmla="*/ 59975 w 327921"/>
                    <a:gd name="connsiteY1226" fmla="*/ 350054 h 447789"/>
                    <a:gd name="connsiteX1227" fmla="*/ 60704 w 327921"/>
                    <a:gd name="connsiteY1227" fmla="*/ 344197 h 447789"/>
                    <a:gd name="connsiteX1228" fmla="*/ 63077 w 327921"/>
                    <a:gd name="connsiteY1228" fmla="*/ 345413 h 447789"/>
                    <a:gd name="connsiteX1229" fmla="*/ 63135 w 327921"/>
                    <a:gd name="connsiteY1229" fmla="*/ 345470 h 447789"/>
                    <a:gd name="connsiteX1230" fmla="*/ 63158 w 327921"/>
                    <a:gd name="connsiteY1230" fmla="*/ 345459 h 447789"/>
                    <a:gd name="connsiteX1231" fmla="*/ 63528 w 327921"/>
                    <a:gd name="connsiteY1231" fmla="*/ 345656 h 447789"/>
                    <a:gd name="connsiteX1232" fmla="*/ 70544 w 327921"/>
                    <a:gd name="connsiteY1232" fmla="*/ 341280 h 447789"/>
                    <a:gd name="connsiteX1233" fmla="*/ 81934 w 327921"/>
                    <a:gd name="connsiteY1233" fmla="*/ 344787 h 447789"/>
                    <a:gd name="connsiteX1234" fmla="*/ 83682 w 327921"/>
                    <a:gd name="connsiteY1234" fmla="*/ 348364 h 447789"/>
                    <a:gd name="connsiteX1235" fmla="*/ 84411 w 327921"/>
                    <a:gd name="connsiteY1235" fmla="*/ 348075 h 447789"/>
                    <a:gd name="connsiteX1236" fmla="*/ 84678 w 327921"/>
                    <a:gd name="connsiteY1236" fmla="*/ 348422 h 447789"/>
                    <a:gd name="connsiteX1237" fmla="*/ 86426 w 327921"/>
                    <a:gd name="connsiteY1237" fmla="*/ 347276 h 447789"/>
                    <a:gd name="connsiteX1238" fmla="*/ 86565 w 327921"/>
                    <a:gd name="connsiteY1238" fmla="*/ 347218 h 447789"/>
                    <a:gd name="connsiteX1239" fmla="*/ 91044 w 327921"/>
                    <a:gd name="connsiteY1239" fmla="*/ 349429 h 447789"/>
                    <a:gd name="connsiteX1240" fmla="*/ 91149 w 327921"/>
                    <a:gd name="connsiteY1240" fmla="*/ 347080 h 447789"/>
                    <a:gd name="connsiteX1241" fmla="*/ 93279 w 327921"/>
                    <a:gd name="connsiteY1241" fmla="*/ 346223 h 447789"/>
                    <a:gd name="connsiteX1242" fmla="*/ 102910 w 327921"/>
                    <a:gd name="connsiteY1242" fmla="*/ 349487 h 447789"/>
                    <a:gd name="connsiteX1243" fmla="*/ 89470 w 327921"/>
                    <a:gd name="connsiteY1243" fmla="*/ 339405 h 447789"/>
                    <a:gd name="connsiteX1244" fmla="*/ 87583 w 327921"/>
                    <a:gd name="connsiteY1244" fmla="*/ 334612 h 447789"/>
                    <a:gd name="connsiteX1245" fmla="*/ 89169 w 327921"/>
                    <a:gd name="connsiteY1245" fmla="*/ 334300 h 447789"/>
                    <a:gd name="connsiteX1246" fmla="*/ 92364 w 327921"/>
                    <a:gd name="connsiteY1246" fmla="*/ 334786 h 447789"/>
                    <a:gd name="connsiteX1247" fmla="*/ 95929 w 327921"/>
                    <a:gd name="connsiteY1247" fmla="*/ 332853 h 447789"/>
                    <a:gd name="connsiteX1248" fmla="*/ 94344 w 327921"/>
                    <a:gd name="connsiteY1248" fmla="*/ 331904 h 447789"/>
                    <a:gd name="connsiteX1249" fmla="*/ 93186 w 327921"/>
                    <a:gd name="connsiteY1249" fmla="*/ 329438 h 447789"/>
                    <a:gd name="connsiteX1250" fmla="*/ 93116 w 327921"/>
                    <a:gd name="connsiteY1250" fmla="*/ 328905 h 447789"/>
                    <a:gd name="connsiteX1251" fmla="*/ 91959 w 327921"/>
                    <a:gd name="connsiteY1251" fmla="*/ 330121 h 447789"/>
                    <a:gd name="connsiteX1252" fmla="*/ 90153 w 327921"/>
                    <a:gd name="connsiteY1252" fmla="*/ 331718 h 447789"/>
                    <a:gd name="connsiteX1253" fmla="*/ 88035 w 327921"/>
                    <a:gd name="connsiteY1253" fmla="*/ 330260 h 447789"/>
                    <a:gd name="connsiteX1254" fmla="*/ 86958 w 327921"/>
                    <a:gd name="connsiteY1254" fmla="*/ 329334 h 447789"/>
                    <a:gd name="connsiteX1255" fmla="*/ 86831 w 327921"/>
                    <a:gd name="connsiteY1255" fmla="*/ 329438 h 447789"/>
                    <a:gd name="connsiteX1256" fmla="*/ 85928 w 327921"/>
                    <a:gd name="connsiteY1256" fmla="*/ 328813 h 447789"/>
                    <a:gd name="connsiteX1257" fmla="*/ 84492 w 327921"/>
                    <a:gd name="connsiteY1257" fmla="*/ 330908 h 447789"/>
                    <a:gd name="connsiteX1258" fmla="*/ 82478 w 327921"/>
                    <a:gd name="connsiteY1258" fmla="*/ 330202 h 447789"/>
                    <a:gd name="connsiteX1259" fmla="*/ 82501 w 327921"/>
                    <a:gd name="connsiteY1259" fmla="*/ 330063 h 447789"/>
                    <a:gd name="connsiteX1260" fmla="*/ 82918 w 327921"/>
                    <a:gd name="connsiteY1260" fmla="*/ 327887 h 447789"/>
                    <a:gd name="connsiteX1261" fmla="*/ 73044 w 327921"/>
                    <a:gd name="connsiteY1261" fmla="*/ 326417 h 447789"/>
                    <a:gd name="connsiteX1262" fmla="*/ 73009 w 327921"/>
                    <a:gd name="connsiteY1262" fmla="*/ 326035 h 447789"/>
                    <a:gd name="connsiteX1263" fmla="*/ 72974 w 327921"/>
                    <a:gd name="connsiteY1263" fmla="*/ 323789 h 447789"/>
                    <a:gd name="connsiteX1264" fmla="*/ 77258 w 327921"/>
                    <a:gd name="connsiteY1264" fmla="*/ 321196 h 447789"/>
                    <a:gd name="connsiteX1265" fmla="*/ 77466 w 327921"/>
                    <a:gd name="connsiteY1265" fmla="*/ 318128 h 447789"/>
                    <a:gd name="connsiteX1266" fmla="*/ 70729 w 327921"/>
                    <a:gd name="connsiteY1266" fmla="*/ 323893 h 447789"/>
                    <a:gd name="connsiteX1267" fmla="*/ 69536 w 327921"/>
                    <a:gd name="connsiteY1267" fmla="*/ 320582 h 447789"/>
                    <a:gd name="connsiteX1268" fmla="*/ 69316 w 327921"/>
                    <a:gd name="connsiteY1268" fmla="*/ 320617 h 447789"/>
                    <a:gd name="connsiteX1269" fmla="*/ 69270 w 327921"/>
                    <a:gd name="connsiteY1269" fmla="*/ 320629 h 447789"/>
                    <a:gd name="connsiteX1270" fmla="*/ 67256 w 327921"/>
                    <a:gd name="connsiteY1270" fmla="*/ 320999 h 447789"/>
                    <a:gd name="connsiteX1271" fmla="*/ 67001 w 327921"/>
                    <a:gd name="connsiteY1271" fmla="*/ 320710 h 447789"/>
                    <a:gd name="connsiteX1272" fmla="*/ 64304 w 327921"/>
                    <a:gd name="connsiteY1272" fmla="*/ 317283 h 447789"/>
                    <a:gd name="connsiteX1273" fmla="*/ 60912 w 327921"/>
                    <a:gd name="connsiteY1273" fmla="*/ 318337 h 447789"/>
                    <a:gd name="connsiteX1274" fmla="*/ 59257 w 327921"/>
                    <a:gd name="connsiteY1274" fmla="*/ 315883 h 447789"/>
                    <a:gd name="connsiteX1275" fmla="*/ 56201 w 327921"/>
                    <a:gd name="connsiteY1275" fmla="*/ 317075 h 447789"/>
                    <a:gd name="connsiteX1276" fmla="*/ 56201 w 327921"/>
                    <a:gd name="connsiteY1276" fmla="*/ 316519 h 447789"/>
                    <a:gd name="connsiteX1277" fmla="*/ 56294 w 327921"/>
                    <a:gd name="connsiteY1277" fmla="*/ 314980 h 447789"/>
                    <a:gd name="connsiteX1278" fmla="*/ 51351 w 327921"/>
                    <a:gd name="connsiteY1278" fmla="*/ 312861 h 447789"/>
                    <a:gd name="connsiteX1279" fmla="*/ 47473 w 327921"/>
                    <a:gd name="connsiteY1279" fmla="*/ 307259 h 447789"/>
                    <a:gd name="connsiteX1280" fmla="*/ 44845 w 327921"/>
                    <a:gd name="connsiteY1280" fmla="*/ 308046 h 447789"/>
                    <a:gd name="connsiteX1281" fmla="*/ 48619 w 327921"/>
                    <a:gd name="connsiteY1281" fmla="*/ 311252 h 447789"/>
                    <a:gd name="connsiteX1282" fmla="*/ 48341 w 327921"/>
                    <a:gd name="connsiteY1282" fmla="*/ 313961 h 447789"/>
                    <a:gd name="connsiteX1283" fmla="*/ 46466 w 327921"/>
                    <a:gd name="connsiteY1283" fmla="*/ 312688 h 447789"/>
                    <a:gd name="connsiteX1284" fmla="*/ 47334 w 327921"/>
                    <a:gd name="connsiteY1284" fmla="*/ 314285 h 447789"/>
                    <a:gd name="connsiteX1285" fmla="*/ 45968 w 327921"/>
                    <a:gd name="connsiteY1285" fmla="*/ 314887 h 447789"/>
                    <a:gd name="connsiteX1286" fmla="*/ 46060 w 327921"/>
                    <a:gd name="connsiteY1286" fmla="*/ 313752 h 447789"/>
                    <a:gd name="connsiteX1287" fmla="*/ 46060 w 327921"/>
                    <a:gd name="connsiteY1287" fmla="*/ 313729 h 447789"/>
                    <a:gd name="connsiteX1288" fmla="*/ 46072 w 327921"/>
                    <a:gd name="connsiteY1288" fmla="*/ 313544 h 447789"/>
                    <a:gd name="connsiteX1289" fmla="*/ 44498 w 327921"/>
                    <a:gd name="connsiteY1289" fmla="*/ 314297 h 447789"/>
                    <a:gd name="connsiteX1290" fmla="*/ 43016 w 327921"/>
                    <a:gd name="connsiteY1290" fmla="*/ 312549 h 447789"/>
                    <a:gd name="connsiteX1291" fmla="*/ 39740 w 327921"/>
                    <a:gd name="connsiteY1291" fmla="*/ 314540 h 447789"/>
                    <a:gd name="connsiteX1292" fmla="*/ 34566 w 327921"/>
                    <a:gd name="connsiteY1292" fmla="*/ 311970 h 447789"/>
                    <a:gd name="connsiteX1293" fmla="*/ 33894 w 327921"/>
                    <a:gd name="connsiteY1293" fmla="*/ 309562 h 447789"/>
                    <a:gd name="connsiteX1294" fmla="*/ 29820 w 327921"/>
                    <a:gd name="connsiteY1294" fmla="*/ 308242 h 447789"/>
                    <a:gd name="connsiteX1295" fmla="*/ 29542 w 327921"/>
                    <a:gd name="connsiteY1295" fmla="*/ 305522 h 447789"/>
                    <a:gd name="connsiteX1296" fmla="*/ 29380 w 327921"/>
                    <a:gd name="connsiteY1296" fmla="*/ 302987 h 447789"/>
                    <a:gd name="connsiteX1297" fmla="*/ 26729 w 327921"/>
                    <a:gd name="connsiteY1297" fmla="*/ 303508 h 447789"/>
                    <a:gd name="connsiteX1298" fmla="*/ 26590 w 327921"/>
                    <a:gd name="connsiteY1298" fmla="*/ 305719 h 447789"/>
                    <a:gd name="connsiteX1299" fmla="*/ 24032 w 327921"/>
                    <a:gd name="connsiteY1299" fmla="*/ 304943 h 447789"/>
                    <a:gd name="connsiteX1300" fmla="*/ 22538 w 327921"/>
                    <a:gd name="connsiteY1300" fmla="*/ 304492 h 447789"/>
                    <a:gd name="connsiteX1301" fmla="*/ 21878 w 327921"/>
                    <a:gd name="connsiteY1301" fmla="*/ 299861 h 447789"/>
                    <a:gd name="connsiteX1302" fmla="*/ 22492 w 327921"/>
                    <a:gd name="connsiteY1302" fmla="*/ 298380 h 447789"/>
                    <a:gd name="connsiteX1303" fmla="*/ 23291 w 327921"/>
                    <a:gd name="connsiteY1303" fmla="*/ 296875 h 447789"/>
                    <a:gd name="connsiteX1304" fmla="*/ 21624 w 327921"/>
                    <a:gd name="connsiteY1304" fmla="*/ 293136 h 447789"/>
                    <a:gd name="connsiteX1305" fmla="*/ 23013 w 327921"/>
                    <a:gd name="connsiteY1305" fmla="*/ 292997 h 447789"/>
                    <a:gd name="connsiteX1306" fmla="*/ 22399 w 327921"/>
                    <a:gd name="connsiteY1306" fmla="*/ 291724 h 447789"/>
                    <a:gd name="connsiteX1307" fmla="*/ 22643 w 327921"/>
                    <a:gd name="connsiteY1307" fmla="*/ 291307 h 447789"/>
                    <a:gd name="connsiteX1308" fmla="*/ 21219 w 327921"/>
                    <a:gd name="connsiteY1308" fmla="*/ 289293 h 447789"/>
                    <a:gd name="connsiteX1309" fmla="*/ 20559 w 327921"/>
                    <a:gd name="connsiteY1309" fmla="*/ 287904 h 447789"/>
                    <a:gd name="connsiteX1310" fmla="*/ 18741 w 327921"/>
                    <a:gd name="connsiteY1310" fmla="*/ 287857 h 447789"/>
                    <a:gd name="connsiteX1311" fmla="*/ 16195 w 327921"/>
                    <a:gd name="connsiteY1311" fmla="*/ 292546 h 447789"/>
                    <a:gd name="connsiteX1312" fmla="*/ 14123 w 327921"/>
                    <a:gd name="connsiteY1312" fmla="*/ 292673 h 447789"/>
                    <a:gd name="connsiteX1313" fmla="*/ 12942 w 327921"/>
                    <a:gd name="connsiteY1313" fmla="*/ 290682 h 447789"/>
                    <a:gd name="connsiteX1314" fmla="*/ 13196 w 327921"/>
                    <a:gd name="connsiteY1314" fmla="*/ 289999 h 447789"/>
                    <a:gd name="connsiteX1315" fmla="*/ 14667 w 327921"/>
                    <a:gd name="connsiteY1315" fmla="*/ 289096 h 447789"/>
                    <a:gd name="connsiteX1316" fmla="*/ 14678 w 327921"/>
                    <a:gd name="connsiteY1316" fmla="*/ 286630 h 447789"/>
                    <a:gd name="connsiteX1317" fmla="*/ 16415 w 327921"/>
                    <a:gd name="connsiteY1317" fmla="*/ 286086 h 447789"/>
                    <a:gd name="connsiteX1318" fmla="*/ 20073 w 327921"/>
                    <a:gd name="connsiteY1318" fmla="*/ 285160 h 447789"/>
                    <a:gd name="connsiteX1319" fmla="*/ 20107 w 327921"/>
                    <a:gd name="connsiteY1319" fmla="*/ 284836 h 447789"/>
                    <a:gd name="connsiteX1320" fmla="*/ 21207 w 327921"/>
                    <a:gd name="connsiteY1320" fmla="*/ 283019 h 447789"/>
                    <a:gd name="connsiteX1321" fmla="*/ 20559 w 327921"/>
                    <a:gd name="connsiteY1321" fmla="*/ 279766 h 447789"/>
                    <a:gd name="connsiteX1322" fmla="*/ 20675 w 327921"/>
                    <a:gd name="connsiteY1322" fmla="*/ 278388 h 447789"/>
                    <a:gd name="connsiteX1323" fmla="*/ 24032 w 327921"/>
                    <a:gd name="connsiteY1323" fmla="*/ 273225 h 447789"/>
                    <a:gd name="connsiteX1324" fmla="*/ 24147 w 327921"/>
                    <a:gd name="connsiteY1324" fmla="*/ 273040 h 447789"/>
                    <a:gd name="connsiteX1325" fmla="*/ 27771 w 327921"/>
                    <a:gd name="connsiteY1325" fmla="*/ 275101 h 447789"/>
                    <a:gd name="connsiteX1326" fmla="*/ 28430 w 327921"/>
                    <a:gd name="connsiteY1326" fmla="*/ 275992 h 447789"/>
                    <a:gd name="connsiteX1327" fmla="*/ 30699 w 327921"/>
                    <a:gd name="connsiteY1327" fmla="*/ 280067 h 447789"/>
                    <a:gd name="connsiteX1328" fmla="*/ 31429 w 327921"/>
                    <a:gd name="connsiteY1328" fmla="*/ 280021 h 447789"/>
                    <a:gd name="connsiteX1329" fmla="*/ 31822 w 327921"/>
                    <a:gd name="connsiteY1329" fmla="*/ 280553 h 447789"/>
                    <a:gd name="connsiteX1330" fmla="*/ 33709 w 327921"/>
                    <a:gd name="connsiteY1330" fmla="*/ 279592 h 447789"/>
                    <a:gd name="connsiteX1331" fmla="*/ 33304 w 327921"/>
                    <a:gd name="connsiteY1331" fmla="*/ 278805 h 447789"/>
                    <a:gd name="connsiteX1332" fmla="*/ 34496 w 327921"/>
                    <a:gd name="connsiteY1332" fmla="*/ 273758 h 447789"/>
                    <a:gd name="connsiteX1333" fmla="*/ 34901 w 327921"/>
                    <a:gd name="connsiteY1333" fmla="*/ 272786 h 447789"/>
                    <a:gd name="connsiteX1334" fmla="*/ 41257 w 327921"/>
                    <a:gd name="connsiteY1334" fmla="*/ 267854 h 447789"/>
                    <a:gd name="connsiteX1335" fmla="*/ 47403 w 327921"/>
                    <a:gd name="connsiteY1335" fmla="*/ 266627 h 447789"/>
                    <a:gd name="connsiteX1336" fmla="*/ 54048 w 327921"/>
                    <a:gd name="connsiteY1336" fmla="*/ 262680 h 447789"/>
                    <a:gd name="connsiteX1337" fmla="*/ 61132 w 327921"/>
                    <a:gd name="connsiteY1337" fmla="*/ 264358 h 447789"/>
                    <a:gd name="connsiteX1338" fmla="*/ 62475 w 327921"/>
                    <a:gd name="connsiteY1338" fmla="*/ 262205 h 447789"/>
                    <a:gd name="connsiteX1339" fmla="*/ 70115 w 327921"/>
                    <a:gd name="connsiteY1339" fmla="*/ 259531 h 447789"/>
                    <a:gd name="connsiteX1340" fmla="*/ 78010 w 327921"/>
                    <a:gd name="connsiteY1340" fmla="*/ 259195 h 447789"/>
                    <a:gd name="connsiteX1341" fmla="*/ 80117 w 327921"/>
                    <a:gd name="connsiteY1341" fmla="*/ 260052 h 447789"/>
                    <a:gd name="connsiteX1342" fmla="*/ 79306 w 327921"/>
                    <a:gd name="connsiteY1342" fmla="*/ 259138 h 447789"/>
                    <a:gd name="connsiteX1343" fmla="*/ 79387 w 327921"/>
                    <a:gd name="connsiteY1343" fmla="*/ 259138 h 447789"/>
                    <a:gd name="connsiteX1344" fmla="*/ 79225 w 327921"/>
                    <a:gd name="connsiteY1344" fmla="*/ 259045 h 447789"/>
                    <a:gd name="connsiteX1345" fmla="*/ 78091 w 327921"/>
                    <a:gd name="connsiteY1345" fmla="*/ 257748 h 447789"/>
                    <a:gd name="connsiteX1346" fmla="*/ 77072 w 327921"/>
                    <a:gd name="connsiteY1346" fmla="*/ 257818 h 447789"/>
                    <a:gd name="connsiteX1347" fmla="*/ 76991 w 327921"/>
                    <a:gd name="connsiteY1347" fmla="*/ 257772 h 447789"/>
                    <a:gd name="connsiteX1348" fmla="*/ 74178 w 327921"/>
                    <a:gd name="connsiteY1348" fmla="*/ 258026 h 447789"/>
                    <a:gd name="connsiteX1349" fmla="*/ 56791 w 327921"/>
                    <a:gd name="connsiteY1349" fmla="*/ 259276 h 447789"/>
                    <a:gd name="connsiteX1350" fmla="*/ 38258 w 327921"/>
                    <a:gd name="connsiteY1350" fmla="*/ 266291 h 447789"/>
                    <a:gd name="connsiteX1351" fmla="*/ 37680 w 327921"/>
                    <a:gd name="connsiteY1351" fmla="*/ 265099 h 447789"/>
                    <a:gd name="connsiteX1352" fmla="*/ 37541 w 327921"/>
                    <a:gd name="connsiteY1352" fmla="*/ 264185 h 447789"/>
                    <a:gd name="connsiteX1353" fmla="*/ 37309 w 327921"/>
                    <a:gd name="connsiteY1353" fmla="*/ 264335 h 447789"/>
                    <a:gd name="connsiteX1354" fmla="*/ 36996 w 327921"/>
                    <a:gd name="connsiteY1354" fmla="*/ 263687 h 447789"/>
                    <a:gd name="connsiteX1355" fmla="*/ 35168 w 327921"/>
                    <a:gd name="connsiteY1355" fmla="*/ 264972 h 447789"/>
                    <a:gd name="connsiteX1356" fmla="*/ 34577 w 327921"/>
                    <a:gd name="connsiteY1356" fmla="*/ 263536 h 447789"/>
                    <a:gd name="connsiteX1357" fmla="*/ 34114 w 327921"/>
                    <a:gd name="connsiteY1357" fmla="*/ 261244 h 447789"/>
                    <a:gd name="connsiteX1358" fmla="*/ 32077 w 327921"/>
                    <a:gd name="connsiteY1358" fmla="*/ 261464 h 447789"/>
                    <a:gd name="connsiteX1359" fmla="*/ 31510 w 327921"/>
                    <a:gd name="connsiteY1359" fmla="*/ 261406 h 447789"/>
                    <a:gd name="connsiteX1360" fmla="*/ 31591 w 327921"/>
                    <a:gd name="connsiteY1360" fmla="*/ 258385 h 447789"/>
                    <a:gd name="connsiteX1361" fmla="*/ 34925 w 327921"/>
                    <a:gd name="connsiteY1361" fmla="*/ 258026 h 447789"/>
                    <a:gd name="connsiteX1362" fmla="*/ 35144 w 327921"/>
                    <a:gd name="connsiteY1362" fmla="*/ 257760 h 447789"/>
                    <a:gd name="connsiteX1363" fmla="*/ 35191 w 327921"/>
                    <a:gd name="connsiteY1363" fmla="*/ 257760 h 447789"/>
                    <a:gd name="connsiteX1364" fmla="*/ 36777 w 327921"/>
                    <a:gd name="connsiteY1364" fmla="*/ 255827 h 447789"/>
                    <a:gd name="connsiteX1365" fmla="*/ 41720 w 327921"/>
                    <a:gd name="connsiteY1365" fmla="*/ 256637 h 447789"/>
                    <a:gd name="connsiteX1366" fmla="*/ 44799 w 327921"/>
                    <a:gd name="connsiteY1366" fmla="*/ 254797 h 447789"/>
                    <a:gd name="connsiteX1367" fmla="*/ 41326 w 327921"/>
                    <a:gd name="connsiteY1367" fmla="*/ 252991 h 447789"/>
                    <a:gd name="connsiteX1368" fmla="*/ 34936 w 327921"/>
                    <a:gd name="connsiteY1368" fmla="*/ 254484 h 447789"/>
                    <a:gd name="connsiteX1369" fmla="*/ 34786 w 327921"/>
                    <a:gd name="connsiteY1369" fmla="*/ 254391 h 447789"/>
                    <a:gd name="connsiteX1370" fmla="*/ 32899 w 327921"/>
                    <a:gd name="connsiteY1370" fmla="*/ 253130 h 447789"/>
                    <a:gd name="connsiteX1371" fmla="*/ 32968 w 327921"/>
                    <a:gd name="connsiteY1371" fmla="*/ 252979 h 447789"/>
                    <a:gd name="connsiteX1372" fmla="*/ 35225 w 327921"/>
                    <a:gd name="connsiteY1372" fmla="*/ 248511 h 447789"/>
                    <a:gd name="connsiteX1373" fmla="*/ 43711 w 327921"/>
                    <a:gd name="connsiteY1373" fmla="*/ 245501 h 447789"/>
                    <a:gd name="connsiteX1374" fmla="*/ 45632 w 327921"/>
                    <a:gd name="connsiteY1374" fmla="*/ 244818 h 447789"/>
                    <a:gd name="connsiteX1375" fmla="*/ 43259 w 327921"/>
                    <a:gd name="connsiteY1375" fmla="*/ 243163 h 447789"/>
                    <a:gd name="connsiteX1376" fmla="*/ 43224 w 327921"/>
                    <a:gd name="connsiteY1376" fmla="*/ 242642 h 447789"/>
                    <a:gd name="connsiteX1377" fmla="*/ 43433 w 327921"/>
                    <a:gd name="connsiteY1377" fmla="*/ 238926 h 447789"/>
                    <a:gd name="connsiteX1378" fmla="*/ 43005 w 327921"/>
                    <a:gd name="connsiteY1378" fmla="*/ 239401 h 447789"/>
                    <a:gd name="connsiteX1379" fmla="*/ 42935 w 327921"/>
                    <a:gd name="connsiteY1379" fmla="*/ 238428 h 447789"/>
                    <a:gd name="connsiteX1380" fmla="*/ 40701 w 327921"/>
                    <a:gd name="connsiteY1380" fmla="*/ 241959 h 447789"/>
                    <a:gd name="connsiteX1381" fmla="*/ 39636 w 327921"/>
                    <a:gd name="connsiteY1381" fmla="*/ 243140 h 447789"/>
                    <a:gd name="connsiteX1382" fmla="*/ 32378 w 327921"/>
                    <a:gd name="connsiteY1382" fmla="*/ 245501 h 447789"/>
                    <a:gd name="connsiteX1383" fmla="*/ 30190 w 327921"/>
                    <a:gd name="connsiteY1383" fmla="*/ 246219 h 447789"/>
                    <a:gd name="connsiteX1384" fmla="*/ 30387 w 327921"/>
                    <a:gd name="connsiteY1384" fmla="*/ 246346 h 447789"/>
                    <a:gd name="connsiteX1385" fmla="*/ 30260 w 327921"/>
                    <a:gd name="connsiteY1385" fmla="*/ 246392 h 447789"/>
                    <a:gd name="connsiteX1386" fmla="*/ 32320 w 327921"/>
                    <a:gd name="connsiteY1386" fmla="*/ 247620 h 447789"/>
                    <a:gd name="connsiteX1387" fmla="*/ 31324 w 327921"/>
                    <a:gd name="connsiteY1387" fmla="*/ 249645 h 447789"/>
                    <a:gd name="connsiteX1388" fmla="*/ 28535 w 327921"/>
                    <a:gd name="connsiteY1388" fmla="*/ 248696 h 447789"/>
                    <a:gd name="connsiteX1389" fmla="*/ 27979 w 327921"/>
                    <a:gd name="connsiteY1389" fmla="*/ 247226 h 447789"/>
                    <a:gd name="connsiteX1390" fmla="*/ 26474 w 327921"/>
                    <a:gd name="connsiteY1390" fmla="*/ 248002 h 447789"/>
                    <a:gd name="connsiteX1391" fmla="*/ 25884 w 327921"/>
                    <a:gd name="connsiteY1391" fmla="*/ 247805 h 447789"/>
                    <a:gd name="connsiteX1392" fmla="*/ 25953 w 327921"/>
                    <a:gd name="connsiteY1392" fmla="*/ 246983 h 447789"/>
                    <a:gd name="connsiteX1393" fmla="*/ 24344 w 327921"/>
                    <a:gd name="connsiteY1393" fmla="*/ 247122 h 447789"/>
                    <a:gd name="connsiteX1394" fmla="*/ 27713 w 327921"/>
                    <a:gd name="connsiteY1394" fmla="*/ 245420 h 447789"/>
                    <a:gd name="connsiteX1395" fmla="*/ 27481 w 327921"/>
                    <a:gd name="connsiteY1395" fmla="*/ 245351 h 447789"/>
                    <a:gd name="connsiteX1396" fmla="*/ 27713 w 327921"/>
                    <a:gd name="connsiteY1396" fmla="*/ 245235 h 447789"/>
                    <a:gd name="connsiteX1397" fmla="*/ 24032 w 327921"/>
                    <a:gd name="connsiteY1397" fmla="*/ 244367 h 447789"/>
                    <a:gd name="connsiteX1398" fmla="*/ 23569 w 327921"/>
                    <a:gd name="connsiteY1398" fmla="*/ 244263 h 447789"/>
                    <a:gd name="connsiteX1399" fmla="*/ 20709 w 327921"/>
                    <a:gd name="connsiteY1399" fmla="*/ 243464 h 447789"/>
                    <a:gd name="connsiteX1400" fmla="*/ 20640 w 327921"/>
                    <a:gd name="connsiteY1400" fmla="*/ 243186 h 447789"/>
                    <a:gd name="connsiteX1401" fmla="*/ 21369 w 327921"/>
                    <a:gd name="connsiteY1401" fmla="*/ 239667 h 447789"/>
                    <a:gd name="connsiteX1402" fmla="*/ 21358 w 327921"/>
                    <a:gd name="connsiteY1402" fmla="*/ 239644 h 447789"/>
                    <a:gd name="connsiteX1403" fmla="*/ 21520 w 327921"/>
                    <a:gd name="connsiteY1403" fmla="*/ 239470 h 447789"/>
                    <a:gd name="connsiteX1404" fmla="*/ 20605 w 327921"/>
                    <a:gd name="connsiteY1404" fmla="*/ 237398 h 447789"/>
                    <a:gd name="connsiteX1405" fmla="*/ 20478 w 327921"/>
                    <a:gd name="connsiteY1405" fmla="*/ 237491 h 447789"/>
                    <a:gd name="connsiteX1406" fmla="*/ 20547 w 327921"/>
                    <a:gd name="connsiteY1406" fmla="*/ 237259 h 447789"/>
                    <a:gd name="connsiteX1407" fmla="*/ 20061 w 327921"/>
                    <a:gd name="connsiteY1407" fmla="*/ 236148 h 447789"/>
                    <a:gd name="connsiteX1408" fmla="*/ 21670 w 327921"/>
                    <a:gd name="connsiteY1408" fmla="*/ 232154 h 447789"/>
                    <a:gd name="connsiteX1409" fmla="*/ 20976 w 327921"/>
                    <a:gd name="connsiteY1409" fmla="*/ 228404 h 447789"/>
                    <a:gd name="connsiteX1410" fmla="*/ 18984 w 327921"/>
                    <a:gd name="connsiteY1410" fmla="*/ 227894 h 447789"/>
                    <a:gd name="connsiteX1411" fmla="*/ 20431 w 327921"/>
                    <a:gd name="connsiteY1411" fmla="*/ 226748 h 447789"/>
                    <a:gd name="connsiteX1412" fmla="*/ 20084 w 327921"/>
                    <a:gd name="connsiteY1412" fmla="*/ 226552 h 447789"/>
                    <a:gd name="connsiteX1413" fmla="*/ 20119 w 327921"/>
                    <a:gd name="connsiteY1413" fmla="*/ 226505 h 447789"/>
                    <a:gd name="connsiteX1414" fmla="*/ 19876 w 327921"/>
                    <a:gd name="connsiteY1414" fmla="*/ 226436 h 447789"/>
                    <a:gd name="connsiteX1415" fmla="*/ 18290 w 327921"/>
                    <a:gd name="connsiteY1415" fmla="*/ 225544 h 447789"/>
                    <a:gd name="connsiteX1416" fmla="*/ 19563 w 327921"/>
                    <a:gd name="connsiteY1416" fmla="*/ 219919 h 447789"/>
                    <a:gd name="connsiteX1417" fmla="*/ 18672 w 327921"/>
                    <a:gd name="connsiteY1417" fmla="*/ 217187 h 447789"/>
                    <a:gd name="connsiteX1418" fmla="*/ 16496 w 327921"/>
                    <a:gd name="connsiteY1418" fmla="*/ 215855 h 447789"/>
                    <a:gd name="connsiteX1419" fmla="*/ 15871 w 327921"/>
                    <a:gd name="connsiteY1419" fmla="*/ 216596 h 447789"/>
                    <a:gd name="connsiteX1420" fmla="*/ 15408 w 327921"/>
                    <a:gd name="connsiteY1420" fmla="*/ 216920 h 447789"/>
                    <a:gd name="connsiteX1421" fmla="*/ 14736 w 327921"/>
                    <a:gd name="connsiteY1421" fmla="*/ 215832 h 447789"/>
                    <a:gd name="connsiteX1422" fmla="*/ 14597 w 327921"/>
                    <a:gd name="connsiteY1422" fmla="*/ 214825 h 447789"/>
                    <a:gd name="connsiteX1423" fmla="*/ 14076 w 327921"/>
                    <a:gd name="connsiteY1423" fmla="*/ 214756 h 447789"/>
                    <a:gd name="connsiteX1424" fmla="*/ 13833 w 327921"/>
                    <a:gd name="connsiteY1424" fmla="*/ 214362 h 447789"/>
                    <a:gd name="connsiteX1425" fmla="*/ 13880 w 327921"/>
                    <a:gd name="connsiteY1425" fmla="*/ 214733 h 447789"/>
                    <a:gd name="connsiteX1426" fmla="*/ 13497 w 327921"/>
                    <a:gd name="connsiteY1426" fmla="*/ 214686 h 447789"/>
                    <a:gd name="connsiteX1427" fmla="*/ 13243 w 327921"/>
                    <a:gd name="connsiteY1427" fmla="*/ 214512 h 447789"/>
                    <a:gd name="connsiteX1428" fmla="*/ 13671 w 327921"/>
                    <a:gd name="connsiteY1428" fmla="*/ 214107 h 447789"/>
                    <a:gd name="connsiteX1429" fmla="*/ 13602 w 327921"/>
                    <a:gd name="connsiteY1429" fmla="*/ 214003 h 447789"/>
                    <a:gd name="connsiteX1430" fmla="*/ 13509 w 327921"/>
                    <a:gd name="connsiteY1430" fmla="*/ 214061 h 447789"/>
                    <a:gd name="connsiteX1431" fmla="*/ 13521 w 327921"/>
                    <a:gd name="connsiteY1431" fmla="*/ 213864 h 447789"/>
                    <a:gd name="connsiteX1432" fmla="*/ 13451 w 327921"/>
                    <a:gd name="connsiteY1432" fmla="*/ 213760 h 447789"/>
                    <a:gd name="connsiteX1433" fmla="*/ 13880 w 327921"/>
                    <a:gd name="connsiteY1433" fmla="*/ 212904 h 447789"/>
                    <a:gd name="connsiteX1434" fmla="*/ 12595 w 327921"/>
                    <a:gd name="connsiteY1434" fmla="*/ 212348 h 447789"/>
                    <a:gd name="connsiteX1435" fmla="*/ 12178 w 327921"/>
                    <a:gd name="connsiteY1435" fmla="*/ 211688 h 447789"/>
                    <a:gd name="connsiteX1436" fmla="*/ 14007 w 327921"/>
                    <a:gd name="connsiteY1436" fmla="*/ 210623 h 447789"/>
                    <a:gd name="connsiteX1437" fmla="*/ 12398 w 327921"/>
                    <a:gd name="connsiteY1437" fmla="*/ 209315 h 447789"/>
                    <a:gd name="connsiteX1438" fmla="*/ 12872 w 327921"/>
                    <a:gd name="connsiteY1438" fmla="*/ 208019 h 447789"/>
                    <a:gd name="connsiteX1439" fmla="*/ 14921 w 327921"/>
                    <a:gd name="connsiteY1439" fmla="*/ 204476 h 447789"/>
                    <a:gd name="connsiteX1440" fmla="*/ 14597 w 327921"/>
                    <a:gd name="connsiteY1440" fmla="*/ 203284 h 447789"/>
                    <a:gd name="connsiteX1441" fmla="*/ 14701 w 327921"/>
                    <a:gd name="connsiteY1441" fmla="*/ 202995 h 447789"/>
                    <a:gd name="connsiteX1442" fmla="*/ 15790 w 327921"/>
                    <a:gd name="connsiteY1442" fmla="*/ 202694 h 447789"/>
                    <a:gd name="connsiteX1443" fmla="*/ 17642 w 327921"/>
                    <a:gd name="connsiteY1443" fmla="*/ 203377 h 447789"/>
                    <a:gd name="connsiteX1444" fmla="*/ 18232 w 327921"/>
                    <a:gd name="connsiteY1444" fmla="*/ 204106 h 447789"/>
                    <a:gd name="connsiteX1445" fmla="*/ 21450 w 327921"/>
                    <a:gd name="connsiteY1445" fmla="*/ 199939 h 447789"/>
                    <a:gd name="connsiteX1446" fmla="*/ 19413 w 327921"/>
                    <a:gd name="connsiteY1446" fmla="*/ 195852 h 447789"/>
                    <a:gd name="connsiteX1447" fmla="*/ 21878 w 327921"/>
                    <a:gd name="connsiteY1447" fmla="*/ 196894 h 447789"/>
                    <a:gd name="connsiteX1448" fmla="*/ 24032 w 327921"/>
                    <a:gd name="connsiteY1448" fmla="*/ 195609 h 447789"/>
                    <a:gd name="connsiteX1449" fmla="*/ 24101 w 327921"/>
                    <a:gd name="connsiteY1449" fmla="*/ 195123 h 447789"/>
                    <a:gd name="connsiteX1450" fmla="*/ 24830 w 327921"/>
                    <a:gd name="connsiteY1450" fmla="*/ 194556 h 447789"/>
                    <a:gd name="connsiteX1451" fmla="*/ 24333 w 327921"/>
                    <a:gd name="connsiteY1451" fmla="*/ 193433 h 447789"/>
                    <a:gd name="connsiteX1452" fmla="*/ 24437 w 327921"/>
                    <a:gd name="connsiteY1452" fmla="*/ 192715 h 447789"/>
                    <a:gd name="connsiteX1453" fmla="*/ 27134 w 327921"/>
                    <a:gd name="connsiteY1453" fmla="*/ 191118 h 447789"/>
                    <a:gd name="connsiteX1454" fmla="*/ 26509 w 327921"/>
                    <a:gd name="connsiteY1454" fmla="*/ 190516 h 447789"/>
                    <a:gd name="connsiteX1455" fmla="*/ 28338 w 327921"/>
                    <a:gd name="connsiteY1455" fmla="*/ 188617 h 447789"/>
                    <a:gd name="connsiteX1456" fmla="*/ 27840 w 327921"/>
                    <a:gd name="connsiteY1456" fmla="*/ 188235 h 447789"/>
                    <a:gd name="connsiteX1457" fmla="*/ 27910 w 327921"/>
                    <a:gd name="connsiteY1457" fmla="*/ 188166 h 447789"/>
                    <a:gd name="connsiteX1458" fmla="*/ 26868 w 327921"/>
                    <a:gd name="connsiteY1458" fmla="*/ 186742 h 447789"/>
                    <a:gd name="connsiteX1459" fmla="*/ 27273 w 327921"/>
                    <a:gd name="connsiteY1459" fmla="*/ 186128 h 447789"/>
                    <a:gd name="connsiteX1460" fmla="*/ 26324 w 327921"/>
                    <a:gd name="connsiteY1460" fmla="*/ 185967 h 447789"/>
                    <a:gd name="connsiteX1461" fmla="*/ 25722 w 327921"/>
                    <a:gd name="connsiteY1461" fmla="*/ 185145 h 447789"/>
                    <a:gd name="connsiteX1462" fmla="*/ 26034 w 327921"/>
                    <a:gd name="connsiteY1462" fmla="*/ 184508 h 447789"/>
                    <a:gd name="connsiteX1463" fmla="*/ 25444 w 327921"/>
                    <a:gd name="connsiteY1463" fmla="*/ 184763 h 447789"/>
                    <a:gd name="connsiteX1464" fmla="*/ 25120 w 327921"/>
                    <a:gd name="connsiteY1464" fmla="*/ 184311 h 447789"/>
                    <a:gd name="connsiteX1465" fmla="*/ 25826 w 327921"/>
                    <a:gd name="connsiteY1465" fmla="*/ 181973 h 447789"/>
                    <a:gd name="connsiteX1466" fmla="*/ 24032 w 327921"/>
                    <a:gd name="connsiteY1466" fmla="*/ 180711 h 447789"/>
                    <a:gd name="connsiteX1467" fmla="*/ 23129 w 327921"/>
                    <a:gd name="connsiteY1467" fmla="*/ 180074 h 447789"/>
                    <a:gd name="connsiteX1468" fmla="*/ 23175 w 327921"/>
                    <a:gd name="connsiteY1468" fmla="*/ 179970 h 447789"/>
                    <a:gd name="connsiteX1469" fmla="*/ 23661 w 327921"/>
                    <a:gd name="connsiteY1469" fmla="*/ 179148 h 447789"/>
                    <a:gd name="connsiteX1470" fmla="*/ 23789 w 327921"/>
                    <a:gd name="connsiteY1470" fmla="*/ 179160 h 447789"/>
                    <a:gd name="connsiteX1471" fmla="*/ 23707 w 327921"/>
                    <a:gd name="connsiteY1471" fmla="*/ 179067 h 447789"/>
                    <a:gd name="connsiteX1472" fmla="*/ 24032 w 327921"/>
                    <a:gd name="connsiteY1472" fmla="*/ 178523 h 447789"/>
                    <a:gd name="connsiteX1473" fmla="*/ 25641 w 327921"/>
                    <a:gd name="connsiteY1473" fmla="*/ 175803 h 447789"/>
                    <a:gd name="connsiteX1474" fmla="*/ 26983 w 327921"/>
                    <a:gd name="connsiteY1474" fmla="*/ 174553 h 447789"/>
                    <a:gd name="connsiteX1475" fmla="*/ 27446 w 327921"/>
                    <a:gd name="connsiteY1475" fmla="*/ 174298 h 447789"/>
                    <a:gd name="connsiteX1476" fmla="*/ 27921 w 327921"/>
                    <a:gd name="connsiteY1476" fmla="*/ 175224 h 447789"/>
                    <a:gd name="connsiteX1477" fmla="*/ 28176 w 327921"/>
                    <a:gd name="connsiteY1477" fmla="*/ 175953 h 447789"/>
                    <a:gd name="connsiteX1478" fmla="*/ 30954 w 327921"/>
                    <a:gd name="connsiteY1478" fmla="*/ 173974 h 447789"/>
                    <a:gd name="connsiteX1479" fmla="*/ 31290 w 327921"/>
                    <a:gd name="connsiteY1479" fmla="*/ 174992 h 447789"/>
                    <a:gd name="connsiteX1480" fmla="*/ 31706 w 327921"/>
                    <a:gd name="connsiteY1480" fmla="*/ 177493 h 447789"/>
                    <a:gd name="connsiteX1481" fmla="*/ 36603 w 327921"/>
                    <a:gd name="connsiteY1481" fmla="*/ 177574 h 447789"/>
                    <a:gd name="connsiteX1482" fmla="*/ 37436 w 327921"/>
                    <a:gd name="connsiteY1482" fmla="*/ 178350 h 447789"/>
                    <a:gd name="connsiteX1483" fmla="*/ 38397 w 327921"/>
                    <a:gd name="connsiteY1483" fmla="*/ 179472 h 447789"/>
                    <a:gd name="connsiteX1484" fmla="*/ 38559 w 327921"/>
                    <a:gd name="connsiteY1484" fmla="*/ 179380 h 447789"/>
                    <a:gd name="connsiteX1485" fmla="*/ 39115 w 327921"/>
                    <a:gd name="connsiteY1485" fmla="*/ 179889 h 447789"/>
                    <a:gd name="connsiteX1486" fmla="*/ 39520 w 327921"/>
                    <a:gd name="connsiteY1486" fmla="*/ 178870 h 447789"/>
                    <a:gd name="connsiteX1487" fmla="*/ 39647 w 327921"/>
                    <a:gd name="connsiteY1487" fmla="*/ 178801 h 447789"/>
                    <a:gd name="connsiteX1488" fmla="*/ 39613 w 327921"/>
                    <a:gd name="connsiteY1488" fmla="*/ 178639 h 447789"/>
                    <a:gd name="connsiteX1489" fmla="*/ 40284 w 327921"/>
                    <a:gd name="connsiteY1489" fmla="*/ 176949 h 447789"/>
                    <a:gd name="connsiteX1490" fmla="*/ 41326 w 327921"/>
                    <a:gd name="connsiteY1490" fmla="*/ 177782 h 447789"/>
                    <a:gd name="connsiteX1491" fmla="*/ 40319 w 327921"/>
                    <a:gd name="connsiteY1491" fmla="*/ 181058 h 447789"/>
                    <a:gd name="connsiteX1492" fmla="*/ 42102 w 327921"/>
                    <a:gd name="connsiteY1492" fmla="*/ 181788 h 447789"/>
                    <a:gd name="connsiteX1493" fmla="*/ 42831 w 327921"/>
                    <a:gd name="connsiteY1493" fmla="*/ 185608 h 447789"/>
                    <a:gd name="connsiteX1494" fmla="*/ 45331 w 327921"/>
                    <a:gd name="connsiteY1494" fmla="*/ 178211 h 447789"/>
                    <a:gd name="connsiteX1495" fmla="*/ 49140 w 327921"/>
                    <a:gd name="connsiteY1495" fmla="*/ 176810 h 447789"/>
                    <a:gd name="connsiteX1496" fmla="*/ 52358 w 327921"/>
                    <a:gd name="connsiteY1496" fmla="*/ 179808 h 447789"/>
                    <a:gd name="connsiteX1497" fmla="*/ 53307 w 327921"/>
                    <a:gd name="connsiteY1497" fmla="*/ 178280 h 447789"/>
                    <a:gd name="connsiteX1498" fmla="*/ 54661 w 327921"/>
                    <a:gd name="connsiteY1498" fmla="*/ 178963 h 447789"/>
                    <a:gd name="connsiteX1499" fmla="*/ 53585 w 327921"/>
                    <a:gd name="connsiteY1499" fmla="*/ 177574 h 447789"/>
                    <a:gd name="connsiteX1500" fmla="*/ 51420 w 327921"/>
                    <a:gd name="connsiteY1500" fmla="*/ 178812 h 447789"/>
                    <a:gd name="connsiteX1501" fmla="*/ 51953 w 327921"/>
                    <a:gd name="connsiteY1501" fmla="*/ 173395 h 447789"/>
                    <a:gd name="connsiteX1502" fmla="*/ 50378 w 327921"/>
                    <a:gd name="connsiteY1502" fmla="*/ 175490 h 447789"/>
                    <a:gd name="connsiteX1503" fmla="*/ 49869 w 327921"/>
                    <a:gd name="connsiteY1503" fmla="*/ 172075 h 447789"/>
                    <a:gd name="connsiteX1504" fmla="*/ 49313 w 327921"/>
                    <a:gd name="connsiteY1504" fmla="*/ 172399 h 447789"/>
                    <a:gd name="connsiteX1505" fmla="*/ 49336 w 327921"/>
                    <a:gd name="connsiteY1505" fmla="*/ 172434 h 447789"/>
                    <a:gd name="connsiteX1506" fmla="*/ 49279 w 327921"/>
                    <a:gd name="connsiteY1506" fmla="*/ 172423 h 447789"/>
                    <a:gd name="connsiteX1507" fmla="*/ 47785 w 327921"/>
                    <a:gd name="connsiteY1507" fmla="*/ 173302 h 447789"/>
                    <a:gd name="connsiteX1508" fmla="*/ 47947 w 327921"/>
                    <a:gd name="connsiteY1508" fmla="*/ 168383 h 447789"/>
                    <a:gd name="connsiteX1509" fmla="*/ 46142 w 327921"/>
                    <a:gd name="connsiteY1509" fmla="*/ 171554 h 447789"/>
                    <a:gd name="connsiteX1510" fmla="*/ 46952 w 327921"/>
                    <a:gd name="connsiteY1510" fmla="*/ 173928 h 447789"/>
                    <a:gd name="connsiteX1511" fmla="*/ 44035 w 327921"/>
                    <a:gd name="connsiteY1511" fmla="*/ 175537 h 447789"/>
                    <a:gd name="connsiteX1512" fmla="*/ 43190 w 327921"/>
                    <a:gd name="connsiteY1512" fmla="*/ 172620 h 447789"/>
                    <a:gd name="connsiteX1513" fmla="*/ 41720 w 327921"/>
                    <a:gd name="connsiteY1513" fmla="*/ 172122 h 447789"/>
                    <a:gd name="connsiteX1514" fmla="*/ 37425 w 327921"/>
                    <a:gd name="connsiteY1514" fmla="*/ 170073 h 447789"/>
                    <a:gd name="connsiteX1515" fmla="*/ 38907 w 327921"/>
                    <a:gd name="connsiteY1515" fmla="*/ 165743 h 447789"/>
                    <a:gd name="connsiteX1516" fmla="*/ 38965 w 327921"/>
                    <a:gd name="connsiteY1516" fmla="*/ 165778 h 447789"/>
                    <a:gd name="connsiteX1517" fmla="*/ 38941 w 327921"/>
                    <a:gd name="connsiteY1517" fmla="*/ 165639 h 447789"/>
                    <a:gd name="connsiteX1518" fmla="*/ 39370 w 327921"/>
                    <a:gd name="connsiteY1518" fmla="*/ 164377 h 447789"/>
                    <a:gd name="connsiteX1519" fmla="*/ 39439 w 327921"/>
                    <a:gd name="connsiteY1519" fmla="*/ 164343 h 447789"/>
                    <a:gd name="connsiteX1520" fmla="*/ 42252 w 327921"/>
                    <a:gd name="connsiteY1520" fmla="*/ 163069 h 447789"/>
                    <a:gd name="connsiteX1521" fmla="*/ 41986 w 327921"/>
                    <a:gd name="connsiteY1521" fmla="*/ 162838 h 447789"/>
                    <a:gd name="connsiteX1522" fmla="*/ 41662 w 327921"/>
                    <a:gd name="connsiteY1522" fmla="*/ 162560 h 447789"/>
                    <a:gd name="connsiteX1523" fmla="*/ 39914 w 327921"/>
                    <a:gd name="connsiteY1523" fmla="*/ 161067 h 447789"/>
                    <a:gd name="connsiteX1524" fmla="*/ 43155 w 327921"/>
                    <a:gd name="connsiteY1524" fmla="*/ 157085 h 447789"/>
                    <a:gd name="connsiteX1525" fmla="*/ 41859 w 327921"/>
                    <a:gd name="connsiteY1525" fmla="*/ 156182 h 447789"/>
                    <a:gd name="connsiteX1526" fmla="*/ 41511 w 327921"/>
                    <a:gd name="connsiteY1526" fmla="*/ 155869 h 447789"/>
                    <a:gd name="connsiteX1527" fmla="*/ 44324 w 327921"/>
                    <a:gd name="connsiteY1527" fmla="*/ 151899 h 447789"/>
                    <a:gd name="connsiteX1528" fmla="*/ 43884 w 327921"/>
                    <a:gd name="connsiteY1528" fmla="*/ 149722 h 447789"/>
                    <a:gd name="connsiteX1529" fmla="*/ 47125 w 327921"/>
                    <a:gd name="connsiteY1529" fmla="*/ 149375 h 447789"/>
                    <a:gd name="connsiteX1530" fmla="*/ 47230 w 327921"/>
                    <a:gd name="connsiteY1530" fmla="*/ 145902 h 447789"/>
                    <a:gd name="connsiteX1531" fmla="*/ 47670 w 327921"/>
                    <a:gd name="connsiteY1531" fmla="*/ 145497 h 447789"/>
                    <a:gd name="connsiteX1532" fmla="*/ 51617 w 327921"/>
                    <a:gd name="connsiteY1532" fmla="*/ 143194 h 447789"/>
                    <a:gd name="connsiteX1533" fmla="*/ 52115 w 327921"/>
                    <a:gd name="connsiteY1533" fmla="*/ 143008 h 447789"/>
                    <a:gd name="connsiteX1534" fmla="*/ 51999 w 327921"/>
                    <a:gd name="connsiteY1534" fmla="*/ 143703 h 447789"/>
                    <a:gd name="connsiteX1535" fmla="*/ 50795 w 327921"/>
                    <a:gd name="connsiteY1535" fmla="*/ 149954 h 447789"/>
                    <a:gd name="connsiteX1536" fmla="*/ 50992 w 327921"/>
                    <a:gd name="connsiteY1536" fmla="*/ 149873 h 447789"/>
                    <a:gd name="connsiteX1537" fmla="*/ 50992 w 327921"/>
                    <a:gd name="connsiteY1537" fmla="*/ 149919 h 447789"/>
                    <a:gd name="connsiteX1538" fmla="*/ 51235 w 327921"/>
                    <a:gd name="connsiteY1538" fmla="*/ 149780 h 447789"/>
                    <a:gd name="connsiteX1539" fmla="*/ 54546 w 327921"/>
                    <a:gd name="connsiteY1539" fmla="*/ 148472 h 447789"/>
                    <a:gd name="connsiteX1540" fmla="*/ 60773 w 327921"/>
                    <a:gd name="connsiteY1540" fmla="*/ 150197 h 447789"/>
                    <a:gd name="connsiteX1541" fmla="*/ 60542 w 327921"/>
                    <a:gd name="connsiteY1541" fmla="*/ 152350 h 447789"/>
                    <a:gd name="connsiteX1542" fmla="*/ 61144 w 327921"/>
                    <a:gd name="connsiteY1542" fmla="*/ 153033 h 447789"/>
                    <a:gd name="connsiteX1543" fmla="*/ 61155 w 327921"/>
                    <a:gd name="connsiteY1543" fmla="*/ 153149 h 447789"/>
                    <a:gd name="connsiteX1544" fmla="*/ 62533 w 327921"/>
                    <a:gd name="connsiteY1544" fmla="*/ 154619 h 447789"/>
                    <a:gd name="connsiteX1545" fmla="*/ 66075 w 327921"/>
                    <a:gd name="connsiteY1545" fmla="*/ 158647 h 447789"/>
                    <a:gd name="connsiteX1546" fmla="*/ 69421 w 327921"/>
                    <a:gd name="connsiteY1546" fmla="*/ 157872 h 447789"/>
                    <a:gd name="connsiteX1547" fmla="*/ 69259 w 327921"/>
                    <a:gd name="connsiteY1547" fmla="*/ 157154 h 447789"/>
                    <a:gd name="connsiteX1548" fmla="*/ 70219 w 327921"/>
                    <a:gd name="connsiteY1548" fmla="*/ 153693 h 447789"/>
                    <a:gd name="connsiteX1549" fmla="*/ 68714 w 327921"/>
                    <a:gd name="connsiteY1549" fmla="*/ 151794 h 447789"/>
                    <a:gd name="connsiteX1550" fmla="*/ 70995 w 327921"/>
                    <a:gd name="connsiteY1550" fmla="*/ 151748 h 447789"/>
                    <a:gd name="connsiteX1551" fmla="*/ 71991 w 327921"/>
                    <a:gd name="connsiteY1551" fmla="*/ 150127 h 447789"/>
                    <a:gd name="connsiteX1552" fmla="*/ 72523 w 327921"/>
                    <a:gd name="connsiteY1552" fmla="*/ 150961 h 447789"/>
                    <a:gd name="connsiteX1553" fmla="*/ 74444 w 327921"/>
                    <a:gd name="connsiteY1553" fmla="*/ 156598 h 447789"/>
                    <a:gd name="connsiteX1554" fmla="*/ 76760 w 327921"/>
                    <a:gd name="connsiteY1554" fmla="*/ 157652 h 447789"/>
                    <a:gd name="connsiteX1555" fmla="*/ 76887 w 327921"/>
                    <a:gd name="connsiteY1555" fmla="*/ 157860 h 447789"/>
                    <a:gd name="connsiteX1556" fmla="*/ 76424 w 327921"/>
                    <a:gd name="connsiteY1556" fmla="*/ 159759 h 447789"/>
                    <a:gd name="connsiteX1557" fmla="*/ 81471 w 327921"/>
                    <a:gd name="connsiteY1557" fmla="*/ 162039 h 447789"/>
                    <a:gd name="connsiteX1558" fmla="*/ 84608 w 327921"/>
                    <a:gd name="connsiteY1558" fmla="*/ 160731 h 447789"/>
                    <a:gd name="connsiteX1559" fmla="*/ 86588 w 327921"/>
                    <a:gd name="connsiteY1559" fmla="*/ 163857 h 447789"/>
                    <a:gd name="connsiteX1560" fmla="*/ 86565 w 327921"/>
                    <a:gd name="connsiteY1560" fmla="*/ 163984 h 447789"/>
                    <a:gd name="connsiteX1561" fmla="*/ 85198 w 327921"/>
                    <a:gd name="connsiteY1561" fmla="*/ 164933 h 447789"/>
                    <a:gd name="connsiteX1562" fmla="*/ 85337 w 327921"/>
                    <a:gd name="connsiteY1562" fmla="*/ 169575 h 447789"/>
                    <a:gd name="connsiteX1563" fmla="*/ 84793 w 327921"/>
                    <a:gd name="connsiteY1563" fmla="*/ 169517 h 447789"/>
                    <a:gd name="connsiteX1564" fmla="*/ 75220 w 327921"/>
                    <a:gd name="connsiteY1564" fmla="*/ 168302 h 447789"/>
                    <a:gd name="connsiteX1565" fmla="*/ 74595 w 327921"/>
                    <a:gd name="connsiteY1565" fmla="*/ 171543 h 447789"/>
                    <a:gd name="connsiteX1566" fmla="*/ 73368 w 327921"/>
                    <a:gd name="connsiteY1566" fmla="*/ 170270 h 447789"/>
                    <a:gd name="connsiteX1567" fmla="*/ 72060 w 327921"/>
                    <a:gd name="connsiteY1567" fmla="*/ 168522 h 447789"/>
                    <a:gd name="connsiteX1568" fmla="*/ 71690 w 327921"/>
                    <a:gd name="connsiteY1568" fmla="*/ 168510 h 447789"/>
                    <a:gd name="connsiteX1569" fmla="*/ 70138 w 327921"/>
                    <a:gd name="connsiteY1569" fmla="*/ 166878 h 447789"/>
                    <a:gd name="connsiteX1570" fmla="*/ 69340 w 327921"/>
                    <a:gd name="connsiteY1570" fmla="*/ 168394 h 447789"/>
                    <a:gd name="connsiteX1571" fmla="*/ 72199 w 327921"/>
                    <a:gd name="connsiteY1571" fmla="*/ 169390 h 447789"/>
                    <a:gd name="connsiteX1572" fmla="*/ 74491 w 327921"/>
                    <a:gd name="connsiteY1572" fmla="*/ 174622 h 447789"/>
                    <a:gd name="connsiteX1573" fmla="*/ 75799 w 327921"/>
                    <a:gd name="connsiteY1573" fmla="*/ 175004 h 447789"/>
                    <a:gd name="connsiteX1574" fmla="*/ 77327 w 327921"/>
                    <a:gd name="connsiteY1574" fmla="*/ 177400 h 447789"/>
                    <a:gd name="connsiteX1575" fmla="*/ 77732 w 327921"/>
                    <a:gd name="connsiteY1575" fmla="*/ 179195 h 447789"/>
                    <a:gd name="connsiteX1576" fmla="*/ 78079 w 327921"/>
                    <a:gd name="connsiteY1576" fmla="*/ 178234 h 447789"/>
                    <a:gd name="connsiteX1577" fmla="*/ 80661 w 327921"/>
                    <a:gd name="connsiteY1577" fmla="*/ 177481 h 447789"/>
                    <a:gd name="connsiteX1578" fmla="*/ 80834 w 327921"/>
                    <a:gd name="connsiteY1578" fmla="*/ 177493 h 447789"/>
                    <a:gd name="connsiteX1579" fmla="*/ 83879 w 327921"/>
                    <a:gd name="connsiteY1579" fmla="*/ 181151 h 447789"/>
                    <a:gd name="connsiteX1580" fmla="*/ 83393 w 327921"/>
                    <a:gd name="connsiteY1580" fmla="*/ 179125 h 447789"/>
                    <a:gd name="connsiteX1581" fmla="*/ 85893 w 327921"/>
                    <a:gd name="connsiteY1581" fmla="*/ 180526 h 447789"/>
                    <a:gd name="connsiteX1582" fmla="*/ 90234 w 327921"/>
                    <a:gd name="connsiteY1582" fmla="*/ 179565 h 447789"/>
                    <a:gd name="connsiteX1583" fmla="*/ 91635 w 327921"/>
                    <a:gd name="connsiteY1583" fmla="*/ 189578 h 447789"/>
                    <a:gd name="connsiteX1584" fmla="*/ 89111 w 327921"/>
                    <a:gd name="connsiteY1584" fmla="*/ 196142 h 447789"/>
                    <a:gd name="connsiteX1585" fmla="*/ 89840 w 327921"/>
                    <a:gd name="connsiteY1585" fmla="*/ 201305 h 447789"/>
                    <a:gd name="connsiteX1586" fmla="*/ 90778 w 327921"/>
                    <a:gd name="connsiteY1586" fmla="*/ 204222 h 447789"/>
                    <a:gd name="connsiteX1587" fmla="*/ 92364 w 327921"/>
                    <a:gd name="connsiteY1587" fmla="*/ 212684 h 447789"/>
                    <a:gd name="connsiteX1588" fmla="*/ 92271 w 327921"/>
                    <a:gd name="connsiteY1588" fmla="*/ 214999 h 447789"/>
                    <a:gd name="connsiteX1589" fmla="*/ 97631 w 327921"/>
                    <a:gd name="connsiteY1589" fmla="*/ 225070 h 447789"/>
                    <a:gd name="connsiteX1590" fmla="*/ 95490 w 327921"/>
                    <a:gd name="connsiteY1590" fmla="*/ 214895 h 447789"/>
                    <a:gd name="connsiteX1591" fmla="*/ 96196 w 327921"/>
                    <a:gd name="connsiteY1591" fmla="*/ 213702 h 447789"/>
                    <a:gd name="connsiteX1592" fmla="*/ 97064 w 327921"/>
                    <a:gd name="connsiteY1592" fmla="*/ 213031 h 447789"/>
                    <a:gd name="connsiteX1593" fmla="*/ 92179 w 327921"/>
                    <a:gd name="connsiteY1593" fmla="*/ 202612 h 447789"/>
                    <a:gd name="connsiteX1594" fmla="*/ 93012 w 327921"/>
                    <a:gd name="connsiteY1594" fmla="*/ 193931 h 447789"/>
                    <a:gd name="connsiteX1595" fmla="*/ 92075 w 327921"/>
                    <a:gd name="connsiteY1595" fmla="*/ 194035 h 447789"/>
                    <a:gd name="connsiteX1596" fmla="*/ 91287 w 327921"/>
                    <a:gd name="connsiteY1596" fmla="*/ 194046 h 447789"/>
                    <a:gd name="connsiteX1597" fmla="*/ 93024 w 327921"/>
                    <a:gd name="connsiteY1597" fmla="*/ 188363 h 4477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  <a:cxn ang="0">
                      <a:pos x="connsiteX1420" y="connsiteY1420"/>
                    </a:cxn>
                    <a:cxn ang="0">
                      <a:pos x="connsiteX1421" y="connsiteY1421"/>
                    </a:cxn>
                    <a:cxn ang="0">
                      <a:pos x="connsiteX1422" y="connsiteY1422"/>
                    </a:cxn>
                    <a:cxn ang="0">
                      <a:pos x="connsiteX1423" y="connsiteY1423"/>
                    </a:cxn>
                    <a:cxn ang="0">
                      <a:pos x="connsiteX1424" y="connsiteY1424"/>
                    </a:cxn>
                    <a:cxn ang="0">
                      <a:pos x="connsiteX1425" y="connsiteY1425"/>
                    </a:cxn>
                    <a:cxn ang="0">
                      <a:pos x="connsiteX1426" y="connsiteY1426"/>
                    </a:cxn>
                    <a:cxn ang="0">
                      <a:pos x="connsiteX1427" y="connsiteY1427"/>
                    </a:cxn>
                    <a:cxn ang="0">
                      <a:pos x="connsiteX1428" y="connsiteY1428"/>
                    </a:cxn>
                    <a:cxn ang="0">
                      <a:pos x="connsiteX1429" y="connsiteY1429"/>
                    </a:cxn>
                    <a:cxn ang="0">
                      <a:pos x="connsiteX1430" y="connsiteY1430"/>
                    </a:cxn>
                    <a:cxn ang="0">
                      <a:pos x="connsiteX1431" y="connsiteY1431"/>
                    </a:cxn>
                    <a:cxn ang="0">
                      <a:pos x="connsiteX1432" y="connsiteY1432"/>
                    </a:cxn>
                    <a:cxn ang="0">
                      <a:pos x="connsiteX1433" y="connsiteY1433"/>
                    </a:cxn>
                    <a:cxn ang="0">
                      <a:pos x="connsiteX1434" y="connsiteY1434"/>
                    </a:cxn>
                    <a:cxn ang="0">
                      <a:pos x="connsiteX1435" y="connsiteY1435"/>
                    </a:cxn>
                    <a:cxn ang="0">
                      <a:pos x="connsiteX1436" y="connsiteY1436"/>
                    </a:cxn>
                    <a:cxn ang="0">
                      <a:pos x="connsiteX1437" y="connsiteY1437"/>
                    </a:cxn>
                    <a:cxn ang="0">
                      <a:pos x="connsiteX1438" y="connsiteY1438"/>
                    </a:cxn>
                    <a:cxn ang="0">
                      <a:pos x="connsiteX1439" y="connsiteY1439"/>
                    </a:cxn>
                    <a:cxn ang="0">
                      <a:pos x="connsiteX1440" y="connsiteY1440"/>
                    </a:cxn>
                    <a:cxn ang="0">
                      <a:pos x="connsiteX1441" y="connsiteY1441"/>
                    </a:cxn>
                    <a:cxn ang="0">
                      <a:pos x="connsiteX1442" y="connsiteY1442"/>
                    </a:cxn>
                    <a:cxn ang="0">
                      <a:pos x="connsiteX1443" y="connsiteY1443"/>
                    </a:cxn>
                    <a:cxn ang="0">
                      <a:pos x="connsiteX1444" y="connsiteY1444"/>
                    </a:cxn>
                    <a:cxn ang="0">
                      <a:pos x="connsiteX1445" y="connsiteY1445"/>
                    </a:cxn>
                    <a:cxn ang="0">
                      <a:pos x="connsiteX1446" y="connsiteY1446"/>
                    </a:cxn>
                    <a:cxn ang="0">
                      <a:pos x="connsiteX1447" y="connsiteY1447"/>
                    </a:cxn>
                    <a:cxn ang="0">
                      <a:pos x="connsiteX1448" y="connsiteY1448"/>
                    </a:cxn>
                    <a:cxn ang="0">
                      <a:pos x="connsiteX1449" y="connsiteY1449"/>
                    </a:cxn>
                    <a:cxn ang="0">
                      <a:pos x="connsiteX1450" y="connsiteY1450"/>
                    </a:cxn>
                    <a:cxn ang="0">
                      <a:pos x="connsiteX1451" y="connsiteY1451"/>
                    </a:cxn>
                    <a:cxn ang="0">
                      <a:pos x="connsiteX1452" y="connsiteY1452"/>
                    </a:cxn>
                    <a:cxn ang="0">
                      <a:pos x="connsiteX1453" y="connsiteY1453"/>
                    </a:cxn>
                    <a:cxn ang="0">
                      <a:pos x="connsiteX1454" y="connsiteY1454"/>
                    </a:cxn>
                    <a:cxn ang="0">
                      <a:pos x="connsiteX1455" y="connsiteY1455"/>
                    </a:cxn>
                    <a:cxn ang="0">
                      <a:pos x="connsiteX1456" y="connsiteY1456"/>
                    </a:cxn>
                    <a:cxn ang="0">
                      <a:pos x="connsiteX1457" y="connsiteY1457"/>
                    </a:cxn>
                    <a:cxn ang="0">
                      <a:pos x="connsiteX1458" y="connsiteY1458"/>
                    </a:cxn>
                    <a:cxn ang="0">
                      <a:pos x="connsiteX1459" y="connsiteY1459"/>
                    </a:cxn>
                    <a:cxn ang="0">
                      <a:pos x="connsiteX1460" y="connsiteY1460"/>
                    </a:cxn>
                    <a:cxn ang="0">
                      <a:pos x="connsiteX1461" y="connsiteY1461"/>
                    </a:cxn>
                    <a:cxn ang="0">
                      <a:pos x="connsiteX1462" y="connsiteY1462"/>
                    </a:cxn>
                    <a:cxn ang="0">
                      <a:pos x="connsiteX1463" y="connsiteY1463"/>
                    </a:cxn>
                    <a:cxn ang="0">
                      <a:pos x="connsiteX1464" y="connsiteY1464"/>
                    </a:cxn>
                    <a:cxn ang="0">
                      <a:pos x="connsiteX1465" y="connsiteY1465"/>
                    </a:cxn>
                    <a:cxn ang="0">
                      <a:pos x="connsiteX1466" y="connsiteY1466"/>
                    </a:cxn>
                    <a:cxn ang="0">
                      <a:pos x="connsiteX1467" y="connsiteY1467"/>
                    </a:cxn>
                    <a:cxn ang="0">
                      <a:pos x="connsiteX1468" y="connsiteY1468"/>
                    </a:cxn>
                    <a:cxn ang="0">
                      <a:pos x="connsiteX1469" y="connsiteY1469"/>
                    </a:cxn>
                    <a:cxn ang="0">
                      <a:pos x="connsiteX1470" y="connsiteY1470"/>
                    </a:cxn>
                    <a:cxn ang="0">
                      <a:pos x="connsiteX1471" y="connsiteY1471"/>
                    </a:cxn>
                    <a:cxn ang="0">
                      <a:pos x="connsiteX1472" y="connsiteY1472"/>
                    </a:cxn>
                    <a:cxn ang="0">
                      <a:pos x="connsiteX1473" y="connsiteY1473"/>
                    </a:cxn>
                    <a:cxn ang="0">
                      <a:pos x="connsiteX1474" y="connsiteY1474"/>
                    </a:cxn>
                    <a:cxn ang="0">
                      <a:pos x="connsiteX1475" y="connsiteY1475"/>
                    </a:cxn>
                    <a:cxn ang="0">
                      <a:pos x="connsiteX1476" y="connsiteY1476"/>
                    </a:cxn>
                    <a:cxn ang="0">
                      <a:pos x="connsiteX1477" y="connsiteY1477"/>
                    </a:cxn>
                    <a:cxn ang="0">
                      <a:pos x="connsiteX1478" y="connsiteY1478"/>
                    </a:cxn>
                    <a:cxn ang="0">
                      <a:pos x="connsiteX1479" y="connsiteY1479"/>
                    </a:cxn>
                    <a:cxn ang="0">
                      <a:pos x="connsiteX1480" y="connsiteY1480"/>
                    </a:cxn>
                    <a:cxn ang="0">
                      <a:pos x="connsiteX1481" y="connsiteY1481"/>
                    </a:cxn>
                    <a:cxn ang="0">
                      <a:pos x="connsiteX1482" y="connsiteY1482"/>
                    </a:cxn>
                    <a:cxn ang="0">
                      <a:pos x="connsiteX1483" y="connsiteY1483"/>
                    </a:cxn>
                    <a:cxn ang="0">
                      <a:pos x="connsiteX1484" y="connsiteY1484"/>
                    </a:cxn>
                    <a:cxn ang="0">
                      <a:pos x="connsiteX1485" y="connsiteY1485"/>
                    </a:cxn>
                    <a:cxn ang="0">
                      <a:pos x="connsiteX1486" y="connsiteY1486"/>
                    </a:cxn>
                    <a:cxn ang="0">
                      <a:pos x="connsiteX1487" y="connsiteY1487"/>
                    </a:cxn>
                    <a:cxn ang="0">
                      <a:pos x="connsiteX1488" y="connsiteY1488"/>
                    </a:cxn>
                    <a:cxn ang="0">
                      <a:pos x="connsiteX1489" y="connsiteY1489"/>
                    </a:cxn>
                    <a:cxn ang="0">
                      <a:pos x="connsiteX1490" y="connsiteY1490"/>
                    </a:cxn>
                    <a:cxn ang="0">
                      <a:pos x="connsiteX1491" y="connsiteY1491"/>
                    </a:cxn>
                    <a:cxn ang="0">
                      <a:pos x="connsiteX1492" y="connsiteY1492"/>
                    </a:cxn>
                    <a:cxn ang="0">
                      <a:pos x="connsiteX1493" y="connsiteY1493"/>
                    </a:cxn>
                    <a:cxn ang="0">
                      <a:pos x="connsiteX1494" y="connsiteY1494"/>
                    </a:cxn>
                    <a:cxn ang="0">
                      <a:pos x="connsiteX1495" y="connsiteY1495"/>
                    </a:cxn>
                    <a:cxn ang="0">
                      <a:pos x="connsiteX1496" y="connsiteY1496"/>
                    </a:cxn>
                    <a:cxn ang="0">
                      <a:pos x="connsiteX1497" y="connsiteY1497"/>
                    </a:cxn>
                    <a:cxn ang="0">
                      <a:pos x="connsiteX1498" y="connsiteY1498"/>
                    </a:cxn>
                    <a:cxn ang="0">
                      <a:pos x="connsiteX1499" y="connsiteY1499"/>
                    </a:cxn>
                    <a:cxn ang="0">
                      <a:pos x="connsiteX1500" y="connsiteY1500"/>
                    </a:cxn>
                    <a:cxn ang="0">
                      <a:pos x="connsiteX1501" y="connsiteY1501"/>
                    </a:cxn>
                    <a:cxn ang="0">
                      <a:pos x="connsiteX1502" y="connsiteY1502"/>
                    </a:cxn>
                    <a:cxn ang="0">
                      <a:pos x="connsiteX1503" y="connsiteY1503"/>
                    </a:cxn>
                    <a:cxn ang="0">
                      <a:pos x="connsiteX1504" y="connsiteY1504"/>
                    </a:cxn>
                    <a:cxn ang="0">
                      <a:pos x="connsiteX1505" y="connsiteY1505"/>
                    </a:cxn>
                    <a:cxn ang="0">
                      <a:pos x="connsiteX1506" y="connsiteY1506"/>
                    </a:cxn>
                    <a:cxn ang="0">
                      <a:pos x="connsiteX1507" y="connsiteY1507"/>
                    </a:cxn>
                    <a:cxn ang="0">
                      <a:pos x="connsiteX1508" y="connsiteY1508"/>
                    </a:cxn>
                    <a:cxn ang="0">
                      <a:pos x="connsiteX1509" y="connsiteY1509"/>
                    </a:cxn>
                    <a:cxn ang="0">
                      <a:pos x="connsiteX1510" y="connsiteY1510"/>
                    </a:cxn>
                    <a:cxn ang="0">
                      <a:pos x="connsiteX1511" y="connsiteY1511"/>
                    </a:cxn>
                    <a:cxn ang="0">
                      <a:pos x="connsiteX1512" y="connsiteY1512"/>
                    </a:cxn>
                    <a:cxn ang="0">
                      <a:pos x="connsiteX1513" y="connsiteY1513"/>
                    </a:cxn>
                    <a:cxn ang="0">
                      <a:pos x="connsiteX1514" y="connsiteY1514"/>
                    </a:cxn>
                    <a:cxn ang="0">
                      <a:pos x="connsiteX1515" y="connsiteY1515"/>
                    </a:cxn>
                    <a:cxn ang="0">
                      <a:pos x="connsiteX1516" y="connsiteY1516"/>
                    </a:cxn>
                    <a:cxn ang="0">
                      <a:pos x="connsiteX1517" y="connsiteY1517"/>
                    </a:cxn>
                    <a:cxn ang="0">
                      <a:pos x="connsiteX1518" y="connsiteY1518"/>
                    </a:cxn>
                    <a:cxn ang="0">
                      <a:pos x="connsiteX1519" y="connsiteY1519"/>
                    </a:cxn>
                    <a:cxn ang="0">
                      <a:pos x="connsiteX1520" y="connsiteY1520"/>
                    </a:cxn>
                    <a:cxn ang="0">
                      <a:pos x="connsiteX1521" y="connsiteY1521"/>
                    </a:cxn>
                    <a:cxn ang="0">
                      <a:pos x="connsiteX1522" y="connsiteY1522"/>
                    </a:cxn>
                    <a:cxn ang="0">
                      <a:pos x="connsiteX1523" y="connsiteY1523"/>
                    </a:cxn>
                    <a:cxn ang="0">
                      <a:pos x="connsiteX1524" y="connsiteY1524"/>
                    </a:cxn>
                    <a:cxn ang="0">
                      <a:pos x="connsiteX1525" y="connsiteY1525"/>
                    </a:cxn>
                    <a:cxn ang="0">
                      <a:pos x="connsiteX1526" y="connsiteY1526"/>
                    </a:cxn>
                    <a:cxn ang="0">
                      <a:pos x="connsiteX1527" y="connsiteY1527"/>
                    </a:cxn>
                    <a:cxn ang="0">
                      <a:pos x="connsiteX1528" y="connsiteY1528"/>
                    </a:cxn>
                    <a:cxn ang="0">
                      <a:pos x="connsiteX1529" y="connsiteY1529"/>
                    </a:cxn>
                    <a:cxn ang="0">
                      <a:pos x="connsiteX1530" y="connsiteY1530"/>
                    </a:cxn>
                    <a:cxn ang="0">
                      <a:pos x="connsiteX1531" y="connsiteY1531"/>
                    </a:cxn>
                    <a:cxn ang="0">
                      <a:pos x="connsiteX1532" y="connsiteY1532"/>
                    </a:cxn>
                    <a:cxn ang="0">
                      <a:pos x="connsiteX1533" y="connsiteY1533"/>
                    </a:cxn>
                    <a:cxn ang="0">
                      <a:pos x="connsiteX1534" y="connsiteY1534"/>
                    </a:cxn>
                    <a:cxn ang="0">
                      <a:pos x="connsiteX1535" y="connsiteY1535"/>
                    </a:cxn>
                    <a:cxn ang="0">
                      <a:pos x="connsiteX1536" y="connsiteY1536"/>
                    </a:cxn>
                    <a:cxn ang="0">
                      <a:pos x="connsiteX1537" y="connsiteY1537"/>
                    </a:cxn>
                    <a:cxn ang="0">
                      <a:pos x="connsiteX1538" y="connsiteY1538"/>
                    </a:cxn>
                    <a:cxn ang="0">
                      <a:pos x="connsiteX1539" y="connsiteY1539"/>
                    </a:cxn>
                    <a:cxn ang="0">
                      <a:pos x="connsiteX1540" y="connsiteY1540"/>
                    </a:cxn>
                    <a:cxn ang="0">
                      <a:pos x="connsiteX1541" y="connsiteY1541"/>
                    </a:cxn>
                    <a:cxn ang="0">
                      <a:pos x="connsiteX1542" y="connsiteY1542"/>
                    </a:cxn>
                    <a:cxn ang="0">
                      <a:pos x="connsiteX1543" y="connsiteY1543"/>
                    </a:cxn>
                    <a:cxn ang="0">
                      <a:pos x="connsiteX1544" y="connsiteY1544"/>
                    </a:cxn>
                    <a:cxn ang="0">
                      <a:pos x="connsiteX1545" y="connsiteY1545"/>
                    </a:cxn>
                    <a:cxn ang="0">
                      <a:pos x="connsiteX1546" y="connsiteY1546"/>
                    </a:cxn>
                    <a:cxn ang="0">
                      <a:pos x="connsiteX1547" y="connsiteY1547"/>
                    </a:cxn>
                    <a:cxn ang="0">
                      <a:pos x="connsiteX1548" y="connsiteY1548"/>
                    </a:cxn>
                    <a:cxn ang="0">
                      <a:pos x="connsiteX1549" y="connsiteY1549"/>
                    </a:cxn>
                    <a:cxn ang="0">
                      <a:pos x="connsiteX1550" y="connsiteY1550"/>
                    </a:cxn>
                    <a:cxn ang="0">
                      <a:pos x="connsiteX1551" y="connsiteY1551"/>
                    </a:cxn>
                    <a:cxn ang="0">
                      <a:pos x="connsiteX1552" y="connsiteY1552"/>
                    </a:cxn>
                    <a:cxn ang="0">
                      <a:pos x="connsiteX1553" y="connsiteY1553"/>
                    </a:cxn>
                    <a:cxn ang="0">
                      <a:pos x="connsiteX1554" y="connsiteY1554"/>
                    </a:cxn>
                    <a:cxn ang="0">
                      <a:pos x="connsiteX1555" y="connsiteY1555"/>
                    </a:cxn>
                    <a:cxn ang="0">
                      <a:pos x="connsiteX1556" y="connsiteY1556"/>
                    </a:cxn>
                    <a:cxn ang="0">
                      <a:pos x="connsiteX1557" y="connsiteY1557"/>
                    </a:cxn>
                    <a:cxn ang="0">
                      <a:pos x="connsiteX1558" y="connsiteY1558"/>
                    </a:cxn>
                    <a:cxn ang="0">
                      <a:pos x="connsiteX1559" y="connsiteY1559"/>
                    </a:cxn>
                    <a:cxn ang="0">
                      <a:pos x="connsiteX1560" y="connsiteY1560"/>
                    </a:cxn>
                    <a:cxn ang="0">
                      <a:pos x="connsiteX1561" y="connsiteY1561"/>
                    </a:cxn>
                    <a:cxn ang="0">
                      <a:pos x="connsiteX1562" y="connsiteY1562"/>
                    </a:cxn>
                    <a:cxn ang="0">
                      <a:pos x="connsiteX1563" y="connsiteY1563"/>
                    </a:cxn>
                    <a:cxn ang="0">
                      <a:pos x="connsiteX1564" y="connsiteY1564"/>
                    </a:cxn>
                    <a:cxn ang="0">
                      <a:pos x="connsiteX1565" y="connsiteY1565"/>
                    </a:cxn>
                    <a:cxn ang="0">
                      <a:pos x="connsiteX1566" y="connsiteY1566"/>
                    </a:cxn>
                    <a:cxn ang="0">
                      <a:pos x="connsiteX1567" y="connsiteY1567"/>
                    </a:cxn>
                    <a:cxn ang="0">
                      <a:pos x="connsiteX1568" y="connsiteY1568"/>
                    </a:cxn>
                    <a:cxn ang="0">
                      <a:pos x="connsiteX1569" y="connsiteY1569"/>
                    </a:cxn>
                    <a:cxn ang="0">
                      <a:pos x="connsiteX1570" y="connsiteY1570"/>
                    </a:cxn>
                    <a:cxn ang="0">
                      <a:pos x="connsiteX1571" y="connsiteY1571"/>
                    </a:cxn>
                    <a:cxn ang="0">
                      <a:pos x="connsiteX1572" y="connsiteY1572"/>
                    </a:cxn>
                    <a:cxn ang="0">
                      <a:pos x="connsiteX1573" y="connsiteY1573"/>
                    </a:cxn>
                    <a:cxn ang="0">
                      <a:pos x="connsiteX1574" y="connsiteY1574"/>
                    </a:cxn>
                    <a:cxn ang="0">
                      <a:pos x="connsiteX1575" y="connsiteY1575"/>
                    </a:cxn>
                    <a:cxn ang="0">
                      <a:pos x="connsiteX1576" y="connsiteY1576"/>
                    </a:cxn>
                    <a:cxn ang="0">
                      <a:pos x="connsiteX1577" y="connsiteY1577"/>
                    </a:cxn>
                    <a:cxn ang="0">
                      <a:pos x="connsiteX1578" y="connsiteY1578"/>
                    </a:cxn>
                    <a:cxn ang="0">
                      <a:pos x="connsiteX1579" y="connsiteY1579"/>
                    </a:cxn>
                    <a:cxn ang="0">
                      <a:pos x="connsiteX1580" y="connsiteY1580"/>
                    </a:cxn>
                    <a:cxn ang="0">
                      <a:pos x="connsiteX1581" y="connsiteY1581"/>
                    </a:cxn>
                    <a:cxn ang="0">
                      <a:pos x="connsiteX1582" y="connsiteY1582"/>
                    </a:cxn>
                    <a:cxn ang="0">
                      <a:pos x="connsiteX1583" y="connsiteY1583"/>
                    </a:cxn>
                    <a:cxn ang="0">
                      <a:pos x="connsiteX1584" y="connsiteY1584"/>
                    </a:cxn>
                    <a:cxn ang="0">
                      <a:pos x="connsiteX1585" y="connsiteY1585"/>
                    </a:cxn>
                    <a:cxn ang="0">
                      <a:pos x="connsiteX1586" y="connsiteY1586"/>
                    </a:cxn>
                    <a:cxn ang="0">
                      <a:pos x="connsiteX1587" y="connsiteY1587"/>
                    </a:cxn>
                    <a:cxn ang="0">
                      <a:pos x="connsiteX1588" y="connsiteY1588"/>
                    </a:cxn>
                    <a:cxn ang="0">
                      <a:pos x="connsiteX1589" y="connsiteY1589"/>
                    </a:cxn>
                    <a:cxn ang="0">
                      <a:pos x="connsiteX1590" y="connsiteY1590"/>
                    </a:cxn>
                    <a:cxn ang="0">
                      <a:pos x="connsiteX1591" y="connsiteY1591"/>
                    </a:cxn>
                    <a:cxn ang="0">
                      <a:pos x="connsiteX1592" y="connsiteY1592"/>
                    </a:cxn>
                    <a:cxn ang="0">
                      <a:pos x="connsiteX1593" y="connsiteY1593"/>
                    </a:cxn>
                    <a:cxn ang="0">
                      <a:pos x="connsiteX1594" y="connsiteY1594"/>
                    </a:cxn>
                    <a:cxn ang="0">
                      <a:pos x="connsiteX1595" y="connsiteY1595"/>
                    </a:cxn>
                    <a:cxn ang="0">
                      <a:pos x="connsiteX1596" y="connsiteY1596"/>
                    </a:cxn>
                    <a:cxn ang="0">
                      <a:pos x="connsiteX1597" y="connsiteY1597"/>
                    </a:cxn>
                  </a:cxnLst>
                  <a:rect l="l" t="t" r="r" b="b"/>
                  <a:pathLst>
                    <a:path w="327921" h="447789">
                      <a:moveTo>
                        <a:pt x="93024" y="188363"/>
                      </a:moveTo>
                      <a:lnTo>
                        <a:pt x="93070" y="188201"/>
                      </a:lnTo>
                      <a:lnTo>
                        <a:pt x="93487" y="188502"/>
                      </a:lnTo>
                      <a:lnTo>
                        <a:pt x="93499" y="188617"/>
                      </a:lnTo>
                      <a:lnTo>
                        <a:pt x="93545" y="188548"/>
                      </a:lnTo>
                      <a:lnTo>
                        <a:pt x="95397" y="189902"/>
                      </a:lnTo>
                      <a:lnTo>
                        <a:pt x="96508" y="189011"/>
                      </a:lnTo>
                      <a:lnTo>
                        <a:pt x="96554" y="189046"/>
                      </a:lnTo>
                      <a:lnTo>
                        <a:pt x="96531" y="188999"/>
                      </a:lnTo>
                      <a:lnTo>
                        <a:pt x="97075" y="188559"/>
                      </a:lnTo>
                      <a:lnTo>
                        <a:pt x="94251" y="183489"/>
                      </a:lnTo>
                      <a:lnTo>
                        <a:pt x="95246" y="179009"/>
                      </a:lnTo>
                      <a:lnTo>
                        <a:pt x="95385" y="178917"/>
                      </a:lnTo>
                      <a:lnTo>
                        <a:pt x="95802" y="182031"/>
                      </a:lnTo>
                      <a:lnTo>
                        <a:pt x="100548" y="183790"/>
                      </a:lnTo>
                      <a:lnTo>
                        <a:pt x="100502" y="180422"/>
                      </a:lnTo>
                      <a:lnTo>
                        <a:pt x="100166" y="176891"/>
                      </a:lnTo>
                      <a:lnTo>
                        <a:pt x="100687" y="177539"/>
                      </a:lnTo>
                      <a:lnTo>
                        <a:pt x="101023" y="178280"/>
                      </a:lnTo>
                      <a:lnTo>
                        <a:pt x="101058" y="177331"/>
                      </a:lnTo>
                      <a:lnTo>
                        <a:pt x="103593" y="175467"/>
                      </a:lnTo>
                      <a:lnTo>
                        <a:pt x="103581" y="175340"/>
                      </a:lnTo>
                      <a:lnTo>
                        <a:pt x="104148" y="175062"/>
                      </a:lnTo>
                      <a:lnTo>
                        <a:pt x="103373" y="173233"/>
                      </a:lnTo>
                      <a:lnTo>
                        <a:pt x="103361" y="173094"/>
                      </a:lnTo>
                      <a:lnTo>
                        <a:pt x="105479" y="173164"/>
                      </a:lnTo>
                      <a:lnTo>
                        <a:pt x="104715" y="174333"/>
                      </a:lnTo>
                      <a:lnTo>
                        <a:pt x="106672" y="175340"/>
                      </a:lnTo>
                      <a:lnTo>
                        <a:pt x="108906" y="173268"/>
                      </a:lnTo>
                      <a:lnTo>
                        <a:pt x="107471" y="171659"/>
                      </a:lnTo>
                      <a:lnTo>
                        <a:pt x="111140" y="170698"/>
                      </a:lnTo>
                      <a:lnTo>
                        <a:pt x="113247" y="173569"/>
                      </a:lnTo>
                      <a:lnTo>
                        <a:pt x="114173" y="173383"/>
                      </a:lnTo>
                      <a:lnTo>
                        <a:pt x="118352" y="173939"/>
                      </a:lnTo>
                      <a:lnTo>
                        <a:pt x="121917" y="175247"/>
                      </a:lnTo>
                      <a:lnTo>
                        <a:pt x="122971" y="177666"/>
                      </a:lnTo>
                      <a:lnTo>
                        <a:pt x="123538" y="177678"/>
                      </a:lnTo>
                      <a:lnTo>
                        <a:pt x="124036" y="178512"/>
                      </a:lnTo>
                      <a:lnTo>
                        <a:pt x="125077" y="177736"/>
                      </a:lnTo>
                      <a:lnTo>
                        <a:pt x="125112" y="177736"/>
                      </a:lnTo>
                      <a:lnTo>
                        <a:pt x="124742" y="179785"/>
                      </a:lnTo>
                      <a:lnTo>
                        <a:pt x="124684" y="180016"/>
                      </a:lnTo>
                      <a:lnTo>
                        <a:pt x="123839" y="180711"/>
                      </a:lnTo>
                      <a:lnTo>
                        <a:pt x="125008" y="181452"/>
                      </a:lnTo>
                      <a:lnTo>
                        <a:pt x="125818" y="178616"/>
                      </a:lnTo>
                      <a:lnTo>
                        <a:pt x="129731" y="181220"/>
                      </a:lnTo>
                      <a:lnTo>
                        <a:pt x="131907" y="182667"/>
                      </a:lnTo>
                      <a:lnTo>
                        <a:pt x="134929" y="179762"/>
                      </a:lnTo>
                      <a:lnTo>
                        <a:pt x="139188" y="192125"/>
                      </a:lnTo>
                      <a:lnTo>
                        <a:pt x="138934" y="193873"/>
                      </a:lnTo>
                      <a:lnTo>
                        <a:pt x="138668" y="195053"/>
                      </a:lnTo>
                      <a:lnTo>
                        <a:pt x="138760" y="195030"/>
                      </a:lnTo>
                      <a:lnTo>
                        <a:pt x="138714" y="195285"/>
                      </a:lnTo>
                      <a:lnTo>
                        <a:pt x="140508" y="194845"/>
                      </a:lnTo>
                      <a:lnTo>
                        <a:pt x="139559" y="189949"/>
                      </a:lnTo>
                      <a:lnTo>
                        <a:pt x="144641" y="193907"/>
                      </a:lnTo>
                      <a:lnTo>
                        <a:pt x="142140" y="185677"/>
                      </a:lnTo>
                      <a:lnTo>
                        <a:pt x="147928" y="185434"/>
                      </a:lnTo>
                      <a:lnTo>
                        <a:pt x="146933" y="184959"/>
                      </a:lnTo>
                      <a:lnTo>
                        <a:pt x="147523" y="184959"/>
                      </a:lnTo>
                      <a:lnTo>
                        <a:pt x="146215" y="184612"/>
                      </a:lnTo>
                      <a:lnTo>
                        <a:pt x="143576" y="183350"/>
                      </a:lnTo>
                      <a:lnTo>
                        <a:pt x="142731" y="181880"/>
                      </a:lnTo>
                      <a:lnTo>
                        <a:pt x="142881" y="181568"/>
                      </a:lnTo>
                      <a:lnTo>
                        <a:pt x="141226" y="179276"/>
                      </a:lnTo>
                      <a:lnTo>
                        <a:pt x="139732" y="176694"/>
                      </a:lnTo>
                      <a:lnTo>
                        <a:pt x="139895" y="180167"/>
                      </a:lnTo>
                      <a:lnTo>
                        <a:pt x="139374" y="180375"/>
                      </a:lnTo>
                      <a:lnTo>
                        <a:pt x="138239" y="177840"/>
                      </a:lnTo>
                      <a:lnTo>
                        <a:pt x="138135" y="177122"/>
                      </a:lnTo>
                      <a:lnTo>
                        <a:pt x="136433" y="179137"/>
                      </a:lnTo>
                      <a:lnTo>
                        <a:pt x="135704" y="178338"/>
                      </a:lnTo>
                      <a:lnTo>
                        <a:pt x="135415" y="177319"/>
                      </a:lnTo>
                      <a:lnTo>
                        <a:pt x="134292" y="176764"/>
                      </a:lnTo>
                      <a:lnTo>
                        <a:pt x="134060" y="176497"/>
                      </a:lnTo>
                      <a:lnTo>
                        <a:pt x="134060" y="176636"/>
                      </a:lnTo>
                      <a:lnTo>
                        <a:pt x="131826" y="175525"/>
                      </a:lnTo>
                      <a:lnTo>
                        <a:pt x="131803" y="175467"/>
                      </a:lnTo>
                      <a:lnTo>
                        <a:pt x="133400" y="169668"/>
                      </a:lnTo>
                      <a:lnTo>
                        <a:pt x="137209" y="170617"/>
                      </a:lnTo>
                      <a:lnTo>
                        <a:pt x="137707" y="171913"/>
                      </a:lnTo>
                      <a:lnTo>
                        <a:pt x="137718" y="171508"/>
                      </a:lnTo>
                      <a:lnTo>
                        <a:pt x="138216" y="172446"/>
                      </a:lnTo>
                      <a:lnTo>
                        <a:pt x="137996" y="172677"/>
                      </a:lnTo>
                      <a:lnTo>
                        <a:pt x="138378" y="173684"/>
                      </a:lnTo>
                      <a:lnTo>
                        <a:pt x="139513" y="172608"/>
                      </a:lnTo>
                      <a:lnTo>
                        <a:pt x="138853" y="170594"/>
                      </a:lnTo>
                      <a:lnTo>
                        <a:pt x="139107" y="172168"/>
                      </a:lnTo>
                      <a:lnTo>
                        <a:pt x="137961" y="171474"/>
                      </a:lnTo>
                      <a:lnTo>
                        <a:pt x="138644" y="168580"/>
                      </a:lnTo>
                      <a:lnTo>
                        <a:pt x="138772" y="168290"/>
                      </a:lnTo>
                      <a:lnTo>
                        <a:pt x="138714" y="168255"/>
                      </a:lnTo>
                      <a:lnTo>
                        <a:pt x="138876" y="167549"/>
                      </a:lnTo>
                      <a:lnTo>
                        <a:pt x="138205" y="167954"/>
                      </a:lnTo>
                      <a:lnTo>
                        <a:pt x="137151" y="167318"/>
                      </a:lnTo>
                      <a:lnTo>
                        <a:pt x="135993" y="165292"/>
                      </a:lnTo>
                      <a:lnTo>
                        <a:pt x="134014" y="165431"/>
                      </a:lnTo>
                      <a:lnTo>
                        <a:pt x="133354" y="165026"/>
                      </a:lnTo>
                      <a:lnTo>
                        <a:pt x="129731" y="153542"/>
                      </a:lnTo>
                      <a:lnTo>
                        <a:pt x="129650" y="153288"/>
                      </a:lnTo>
                      <a:lnTo>
                        <a:pt x="128735" y="152084"/>
                      </a:lnTo>
                      <a:lnTo>
                        <a:pt x="127265" y="154642"/>
                      </a:lnTo>
                      <a:lnTo>
                        <a:pt x="125749" y="152825"/>
                      </a:lnTo>
                      <a:lnTo>
                        <a:pt x="125448" y="153079"/>
                      </a:lnTo>
                      <a:lnTo>
                        <a:pt x="124036" y="151100"/>
                      </a:lnTo>
                      <a:lnTo>
                        <a:pt x="123411" y="148565"/>
                      </a:lnTo>
                      <a:lnTo>
                        <a:pt x="121420" y="147083"/>
                      </a:lnTo>
                      <a:lnTo>
                        <a:pt x="121535" y="146713"/>
                      </a:lnTo>
                      <a:lnTo>
                        <a:pt x="124348" y="145069"/>
                      </a:lnTo>
                      <a:lnTo>
                        <a:pt x="121558" y="145717"/>
                      </a:lnTo>
                      <a:lnTo>
                        <a:pt x="121454" y="145705"/>
                      </a:lnTo>
                      <a:lnTo>
                        <a:pt x="118896" y="142186"/>
                      </a:lnTo>
                      <a:lnTo>
                        <a:pt x="119266" y="141179"/>
                      </a:lnTo>
                      <a:lnTo>
                        <a:pt x="119984" y="139802"/>
                      </a:lnTo>
                      <a:lnTo>
                        <a:pt x="120250" y="139292"/>
                      </a:lnTo>
                      <a:lnTo>
                        <a:pt x="118479" y="134465"/>
                      </a:lnTo>
                      <a:lnTo>
                        <a:pt x="118526" y="134442"/>
                      </a:lnTo>
                      <a:lnTo>
                        <a:pt x="118155" y="133597"/>
                      </a:lnTo>
                      <a:lnTo>
                        <a:pt x="117310" y="131328"/>
                      </a:lnTo>
                      <a:lnTo>
                        <a:pt x="119023" y="131051"/>
                      </a:lnTo>
                      <a:lnTo>
                        <a:pt x="121350" y="131838"/>
                      </a:lnTo>
                      <a:lnTo>
                        <a:pt x="121466" y="132069"/>
                      </a:lnTo>
                      <a:lnTo>
                        <a:pt x="122357" y="129534"/>
                      </a:lnTo>
                      <a:lnTo>
                        <a:pt x="122508" y="129557"/>
                      </a:lnTo>
                      <a:lnTo>
                        <a:pt x="125934" y="130229"/>
                      </a:lnTo>
                      <a:lnTo>
                        <a:pt x="126571" y="127578"/>
                      </a:lnTo>
                      <a:lnTo>
                        <a:pt x="126675" y="127450"/>
                      </a:lnTo>
                      <a:lnTo>
                        <a:pt x="129094" y="128388"/>
                      </a:lnTo>
                      <a:lnTo>
                        <a:pt x="129731" y="127902"/>
                      </a:lnTo>
                      <a:lnTo>
                        <a:pt x="131710" y="126420"/>
                      </a:lnTo>
                      <a:lnTo>
                        <a:pt x="129731" y="126640"/>
                      </a:lnTo>
                      <a:lnTo>
                        <a:pt x="127138" y="126918"/>
                      </a:lnTo>
                      <a:lnTo>
                        <a:pt x="126860" y="126941"/>
                      </a:lnTo>
                      <a:lnTo>
                        <a:pt x="126571" y="127416"/>
                      </a:lnTo>
                      <a:lnTo>
                        <a:pt x="126536" y="127416"/>
                      </a:lnTo>
                      <a:lnTo>
                        <a:pt x="126513" y="127497"/>
                      </a:lnTo>
                      <a:lnTo>
                        <a:pt x="126154" y="128064"/>
                      </a:lnTo>
                      <a:lnTo>
                        <a:pt x="125876" y="128388"/>
                      </a:lnTo>
                      <a:lnTo>
                        <a:pt x="121883" y="126953"/>
                      </a:lnTo>
                      <a:lnTo>
                        <a:pt x="120690" y="127312"/>
                      </a:lnTo>
                      <a:lnTo>
                        <a:pt x="117322" y="126594"/>
                      </a:lnTo>
                      <a:lnTo>
                        <a:pt x="114763" y="124730"/>
                      </a:lnTo>
                      <a:lnTo>
                        <a:pt x="114636" y="124163"/>
                      </a:lnTo>
                      <a:lnTo>
                        <a:pt x="118618" y="120389"/>
                      </a:lnTo>
                      <a:lnTo>
                        <a:pt x="119440" y="120713"/>
                      </a:lnTo>
                      <a:lnTo>
                        <a:pt x="119451" y="120609"/>
                      </a:lnTo>
                      <a:lnTo>
                        <a:pt x="119556" y="120655"/>
                      </a:lnTo>
                      <a:lnTo>
                        <a:pt x="119498" y="120736"/>
                      </a:lnTo>
                      <a:lnTo>
                        <a:pt x="121165" y="121408"/>
                      </a:lnTo>
                      <a:lnTo>
                        <a:pt x="121524" y="120239"/>
                      </a:lnTo>
                      <a:lnTo>
                        <a:pt x="122612" y="116638"/>
                      </a:lnTo>
                      <a:lnTo>
                        <a:pt x="125182" y="117345"/>
                      </a:lnTo>
                      <a:lnTo>
                        <a:pt x="122762" y="112726"/>
                      </a:lnTo>
                      <a:lnTo>
                        <a:pt x="123491" y="113513"/>
                      </a:lnTo>
                      <a:lnTo>
                        <a:pt x="125506" y="111290"/>
                      </a:lnTo>
                      <a:lnTo>
                        <a:pt x="127717" y="113247"/>
                      </a:lnTo>
                      <a:lnTo>
                        <a:pt x="127786" y="113073"/>
                      </a:lnTo>
                      <a:lnTo>
                        <a:pt x="127798" y="113050"/>
                      </a:lnTo>
                      <a:lnTo>
                        <a:pt x="128539" y="111244"/>
                      </a:lnTo>
                      <a:lnTo>
                        <a:pt x="129442" y="110932"/>
                      </a:lnTo>
                      <a:lnTo>
                        <a:pt x="130877" y="111360"/>
                      </a:lnTo>
                      <a:lnTo>
                        <a:pt x="131815" y="110110"/>
                      </a:lnTo>
                      <a:lnTo>
                        <a:pt x="131988" y="110052"/>
                      </a:lnTo>
                      <a:lnTo>
                        <a:pt x="132764" y="111128"/>
                      </a:lnTo>
                      <a:lnTo>
                        <a:pt x="133713" y="112587"/>
                      </a:lnTo>
                      <a:lnTo>
                        <a:pt x="135415" y="110966"/>
                      </a:lnTo>
                      <a:lnTo>
                        <a:pt x="137383" y="112911"/>
                      </a:lnTo>
                      <a:lnTo>
                        <a:pt x="139397" y="107864"/>
                      </a:lnTo>
                      <a:lnTo>
                        <a:pt x="140693" y="108107"/>
                      </a:lnTo>
                      <a:lnTo>
                        <a:pt x="142684" y="108478"/>
                      </a:lnTo>
                      <a:lnTo>
                        <a:pt x="142603" y="108524"/>
                      </a:lnTo>
                      <a:lnTo>
                        <a:pt x="142777" y="108524"/>
                      </a:lnTo>
                      <a:lnTo>
                        <a:pt x="142765" y="108501"/>
                      </a:lnTo>
                      <a:lnTo>
                        <a:pt x="144178" y="108767"/>
                      </a:lnTo>
                      <a:lnTo>
                        <a:pt x="142603" y="105491"/>
                      </a:lnTo>
                      <a:lnTo>
                        <a:pt x="145879" y="105340"/>
                      </a:lnTo>
                      <a:lnTo>
                        <a:pt x="149005" y="101127"/>
                      </a:lnTo>
                      <a:lnTo>
                        <a:pt x="148206" y="100317"/>
                      </a:lnTo>
                      <a:lnTo>
                        <a:pt x="151690" y="100884"/>
                      </a:lnTo>
                      <a:lnTo>
                        <a:pt x="153635" y="97075"/>
                      </a:lnTo>
                      <a:lnTo>
                        <a:pt x="154318" y="96554"/>
                      </a:lnTo>
                      <a:lnTo>
                        <a:pt x="155013" y="97318"/>
                      </a:lnTo>
                      <a:lnTo>
                        <a:pt x="155441" y="95686"/>
                      </a:lnTo>
                      <a:lnTo>
                        <a:pt x="155476" y="95663"/>
                      </a:lnTo>
                      <a:lnTo>
                        <a:pt x="156946" y="95640"/>
                      </a:lnTo>
                      <a:lnTo>
                        <a:pt x="156946" y="95617"/>
                      </a:lnTo>
                      <a:lnTo>
                        <a:pt x="156992" y="95617"/>
                      </a:lnTo>
                      <a:lnTo>
                        <a:pt x="156888" y="95721"/>
                      </a:lnTo>
                      <a:lnTo>
                        <a:pt x="157258" y="95675"/>
                      </a:lnTo>
                      <a:lnTo>
                        <a:pt x="157224" y="95628"/>
                      </a:lnTo>
                      <a:lnTo>
                        <a:pt x="157444" y="95628"/>
                      </a:lnTo>
                      <a:lnTo>
                        <a:pt x="157988" y="99321"/>
                      </a:lnTo>
                      <a:lnTo>
                        <a:pt x="159608" y="99367"/>
                      </a:lnTo>
                      <a:lnTo>
                        <a:pt x="160002" y="95570"/>
                      </a:lnTo>
                      <a:lnTo>
                        <a:pt x="160893" y="95304"/>
                      </a:lnTo>
                      <a:lnTo>
                        <a:pt x="160986" y="95293"/>
                      </a:lnTo>
                      <a:lnTo>
                        <a:pt x="160974" y="95281"/>
                      </a:lnTo>
                      <a:lnTo>
                        <a:pt x="165419" y="93961"/>
                      </a:lnTo>
                      <a:lnTo>
                        <a:pt x="165535" y="93359"/>
                      </a:lnTo>
                      <a:lnTo>
                        <a:pt x="165778" y="93267"/>
                      </a:lnTo>
                      <a:lnTo>
                        <a:pt x="165674" y="92688"/>
                      </a:lnTo>
                      <a:lnTo>
                        <a:pt x="166438" y="88914"/>
                      </a:lnTo>
                      <a:lnTo>
                        <a:pt x="169714" y="89435"/>
                      </a:lnTo>
                      <a:lnTo>
                        <a:pt x="172087" y="86426"/>
                      </a:lnTo>
                      <a:lnTo>
                        <a:pt x="173534" y="89493"/>
                      </a:lnTo>
                      <a:lnTo>
                        <a:pt x="172585" y="93035"/>
                      </a:lnTo>
                      <a:lnTo>
                        <a:pt x="174043" y="95235"/>
                      </a:lnTo>
                      <a:lnTo>
                        <a:pt x="173164" y="92179"/>
                      </a:lnTo>
                      <a:lnTo>
                        <a:pt x="175433" y="93614"/>
                      </a:lnTo>
                      <a:lnTo>
                        <a:pt x="176868" y="90755"/>
                      </a:lnTo>
                      <a:lnTo>
                        <a:pt x="178790" y="91114"/>
                      </a:lnTo>
                      <a:lnTo>
                        <a:pt x="181047" y="91739"/>
                      </a:lnTo>
                      <a:lnTo>
                        <a:pt x="181278" y="91588"/>
                      </a:lnTo>
                      <a:lnTo>
                        <a:pt x="182204" y="91762"/>
                      </a:lnTo>
                      <a:lnTo>
                        <a:pt x="187228" y="88775"/>
                      </a:lnTo>
                      <a:lnTo>
                        <a:pt x="187263" y="88775"/>
                      </a:lnTo>
                      <a:lnTo>
                        <a:pt x="187275" y="88752"/>
                      </a:lnTo>
                      <a:lnTo>
                        <a:pt x="187726" y="88486"/>
                      </a:lnTo>
                      <a:lnTo>
                        <a:pt x="190041" y="85117"/>
                      </a:lnTo>
                      <a:lnTo>
                        <a:pt x="190400" y="84909"/>
                      </a:lnTo>
                      <a:lnTo>
                        <a:pt x="190620" y="84921"/>
                      </a:lnTo>
                      <a:lnTo>
                        <a:pt x="190608" y="84874"/>
                      </a:lnTo>
                      <a:lnTo>
                        <a:pt x="190690" y="85002"/>
                      </a:lnTo>
                      <a:lnTo>
                        <a:pt x="190690" y="84921"/>
                      </a:lnTo>
                      <a:lnTo>
                        <a:pt x="191569" y="84944"/>
                      </a:lnTo>
                      <a:lnTo>
                        <a:pt x="191639" y="84874"/>
                      </a:lnTo>
                      <a:lnTo>
                        <a:pt x="191720" y="84944"/>
                      </a:lnTo>
                      <a:lnTo>
                        <a:pt x="192831" y="84967"/>
                      </a:lnTo>
                      <a:lnTo>
                        <a:pt x="193653" y="82976"/>
                      </a:lnTo>
                      <a:lnTo>
                        <a:pt x="194104" y="82698"/>
                      </a:lnTo>
                      <a:lnTo>
                        <a:pt x="204685" y="82501"/>
                      </a:lnTo>
                      <a:lnTo>
                        <a:pt x="214571" y="64269"/>
                      </a:lnTo>
                      <a:lnTo>
                        <a:pt x="221458" y="64049"/>
                      </a:lnTo>
                      <a:lnTo>
                        <a:pt x="224549" y="61584"/>
                      </a:lnTo>
                      <a:lnTo>
                        <a:pt x="225660" y="57868"/>
                      </a:lnTo>
                      <a:lnTo>
                        <a:pt x="230777" y="54673"/>
                      </a:lnTo>
                      <a:lnTo>
                        <a:pt x="235176" y="52369"/>
                      </a:lnTo>
                      <a:lnTo>
                        <a:pt x="235940" y="51432"/>
                      </a:lnTo>
                      <a:lnTo>
                        <a:pt x="239702" y="49082"/>
                      </a:lnTo>
                      <a:lnTo>
                        <a:pt x="239598" y="48839"/>
                      </a:lnTo>
                      <a:lnTo>
                        <a:pt x="239748" y="48908"/>
                      </a:lnTo>
                      <a:lnTo>
                        <a:pt x="239065" y="47322"/>
                      </a:lnTo>
                      <a:lnTo>
                        <a:pt x="241751" y="43977"/>
                      </a:lnTo>
                      <a:lnTo>
                        <a:pt x="252667" y="37193"/>
                      </a:lnTo>
                      <a:lnTo>
                        <a:pt x="259566" y="36522"/>
                      </a:lnTo>
                      <a:lnTo>
                        <a:pt x="261302" y="34103"/>
                      </a:lnTo>
                      <a:lnTo>
                        <a:pt x="262796" y="32007"/>
                      </a:lnTo>
                      <a:lnTo>
                        <a:pt x="267727" y="31232"/>
                      </a:lnTo>
                      <a:lnTo>
                        <a:pt x="272913" y="25860"/>
                      </a:lnTo>
                      <a:lnTo>
                        <a:pt x="275043" y="20177"/>
                      </a:lnTo>
                      <a:lnTo>
                        <a:pt x="278134" y="20802"/>
                      </a:lnTo>
                      <a:lnTo>
                        <a:pt x="277983" y="20559"/>
                      </a:lnTo>
                      <a:lnTo>
                        <a:pt x="278238" y="20617"/>
                      </a:lnTo>
                      <a:lnTo>
                        <a:pt x="278157" y="20802"/>
                      </a:lnTo>
                      <a:lnTo>
                        <a:pt x="282787" y="21739"/>
                      </a:lnTo>
                      <a:lnTo>
                        <a:pt x="282533" y="19679"/>
                      </a:lnTo>
                      <a:lnTo>
                        <a:pt x="285299" y="19714"/>
                      </a:lnTo>
                      <a:lnTo>
                        <a:pt x="285241" y="18417"/>
                      </a:lnTo>
                      <a:lnTo>
                        <a:pt x="286584" y="17051"/>
                      </a:lnTo>
                      <a:lnTo>
                        <a:pt x="288367" y="16646"/>
                      </a:lnTo>
                      <a:lnTo>
                        <a:pt x="294803" y="9492"/>
                      </a:lnTo>
                      <a:lnTo>
                        <a:pt x="293368" y="6297"/>
                      </a:lnTo>
                      <a:lnTo>
                        <a:pt x="294583" y="4109"/>
                      </a:lnTo>
                      <a:lnTo>
                        <a:pt x="291249" y="3507"/>
                      </a:lnTo>
                      <a:lnTo>
                        <a:pt x="291261" y="3461"/>
                      </a:lnTo>
                      <a:lnTo>
                        <a:pt x="293738" y="1470"/>
                      </a:lnTo>
                      <a:lnTo>
                        <a:pt x="293622" y="1933"/>
                      </a:lnTo>
                      <a:lnTo>
                        <a:pt x="294039" y="1748"/>
                      </a:lnTo>
                      <a:lnTo>
                        <a:pt x="293877" y="1366"/>
                      </a:lnTo>
                      <a:lnTo>
                        <a:pt x="294386" y="961"/>
                      </a:lnTo>
                      <a:lnTo>
                        <a:pt x="296863" y="0"/>
                      </a:lnTo>
                      <a:lnTo>
                        <a:pt x="301575" y="1250"/>
                      </a:lnTo>
                      <a:lnTo>
                        <a:pt x="301668" y="1331"/>
                      </a:lnTo>
                      <a:lnTo>
                        <a:pt x="300846" y="2825"/>
                      </a:lnTo>
                      <a:lnTo>
                        <a:pt x="303635" y="5915"/>
                      </a:lnTo>
                      <a:lnTo>
                        <a:pt x="309701" y="9064"/>
                      </a:lnTo>
                      <a:lnTo>
                        <a:pt x="308659" y="11587"/>
                      </a:lnTo>
                      <a:lnTo>
                        <a:pt x="310905" y="12664"/>
                      </a:lnTo>
                      <a:lnTo>
                        <a:pt x="308277" y="13995"/>
                      </a:lnTo>
                      <a:lnTo>
                        <a:pt x="308277" y="14018"/>
                      </a:lnTo>
                      <a:lnTo>
                        <a:pt x="308277" y="14042"/>
                      </a:lnTo>
                      <a:lnTo>
                        <a:pt x="308219" y="15963"/>
                      </a:lnTo>
                      <a:lnTo>
                        <a:pt x="310396" y="18510"/>
                      </a:lnTo>
                      <a:lnTo>
                        <a:pt x="311206" y="19459"/>
                      </a:lnTo>
                      <a:lnTo>
                        <a:pt x="314007" y="19945"/>
                      </a:lnTo>
                      <a:lnTo>
                        <a:pt x="313209" y="21473"/>
                      </a:lnTo>
                      <a:lnTo>
                        <a:pt x="314088" y="21809"/>
                      </a:lnTo>
                      <a:lnTo>
                        <a:pt x="314169" y="23673"/>
                      </a:lnTo>
                      <a:lnTo>
                        <a:pt x="313938" y="24020"/>
                      </a:lnTo>
                      <a:lnTo>
                        <a:pt x="315616" y="24043"/>
                      </a:lnTo>
                      <a:lnTo>
                        <a:pt x="317688" y="24321"/>
                      </a:lnTo>
                      <a:lnTo>
                        <a:pt x="317816" y="24796"/>
                      </a:lnTo>
                      <a:lnTo>
                        <a:pt x="317966" y="25340"/>
                      </a:lnTo>
                      <a:lnTo>
                        <a:pt x="317885" y="25803"/>
                      </a:lnTo>
                      <a:lnTo>
                        <a:pt x="317793" y="26289"/>
                      </a:lnTo>
                      <a:lnTo>
                        <a:pt x="318406" y="26891"/>
                      </a:lnTo>
                      <a:lnTo>
                        <a:pt x="318777" y="28245"/>
                      </a:lnTo>
                      <a:lnTo>
                        <a:pt x="319981" y="28442"/>
                      </a:lnTo>
                      <a:lnTo>
                        <a:pt x="320964" y="29414"/>
                      </a:lnTo>
                      <a:lnTo>
                        <a:pt x="321022" y="30688"/>
                      </a:lnTo>
                      <a:lnTo>
                        <a:pt x="317677" y="34288"/>
                      </a:lnTo>
                      <a:lnTo>
                        <a:pt x="316809" y="34948"/>
                      </a:lnTo>
                      <a:lnTo>
                        <a:pt x="318059" y="39532"/>
                      </a:lnTo>
                      <a:lnTo>
                        <a:pt x="317920" y="39740"/>
                      </a:lnTo>
                      <a:lnTo>
                        <a:pt x="316010" y="41546"/>
                      </a:lnTo>
                      <a:lnTo>
                        <a:pt x="317804" y="45204"/>
                      </a:lnTo>
                      <a:lnTo>
                        <a:pt x="318233" y="45007"/>
                      </a:lnTo>
                      <a:lnTo>
                        <a:pt x="321161" y="46952"/>
                      </a:lnTo>
                      <a:lnTo>
                        <a:pt x="320189" y="49290"/>
                      </a:lnTo>
                      <a:lnTo>
                        <a:pt x="322747" y="50922"/>
                      </a:lnTo>
                      <a:lnTo>
                        <a:pt x="322817" y="51663"/>
                      </a:lnTo>
                      <a:lnTo>
                        <a:pt x="324310" y="51929"/>
                      </a:lnTo>
                      <a:lnTo>
                        <a:pt x="324414" y="51999"/>
                      </a:lnTo>
                      <a:lnTo>
                        <a:pt x="323615" y="59396"/>
                      </a:lnTo>
                      <a:lnTo>
                        <a:pt x="320143" y="60623"/>
                      </a:lnTo>
                      <a:lnTo>
                        <a:pt x="317874" y="63274"/>
                      </a:lnTo>
                      <a:lnTo>
                        <a:pt x="316681" y="64072"/>
                      </a:lnTo>
                      <a:lnTo>
                        <a:pt x="316161" y="66179"/>
                      </a:lnTo>
                      <a:lnTo>
                        <a:pt x="314135" y="71261"/>
                      </a:lnTo>
                      <a:lnTo>
                        <a:pt x="312757" y="71898"/>
                      </a:lnTo>
                      <a:lnTo>
                        <a:pt x="312456" y="75498"/>
                      </a:lnTo>
                      <a:lnTo>
                        <a:pt x="312329" y="75822"/>
                      </a:lnTo>
                      <a:lnTo>
                        <a:pt x="310349" y="77975"/>
                      </a:lnTo>
                      <a:lnTo>
                        <a:pt x="309551" y="82802"/>
                      </a:lnTo>
                      <a:lnTo>
                        <a:pt x="308833" y="84620"/>
                      </a:lnTo>
                      <a:lnTo>
                        <a:pt x="306309" y="87294"/>
                      </a:lnTo>
                      <a:lnTo>
                        <a:pt x="308636" y="89065"/>
                      </a:lnTo>
                      <a:lnTo>
                        <a:pt x="306992" y="91253"/>
                      </a:lnTo>
                      <a:lnTo>
                        <a:pt x="308208" y="90709"/>
                      </a:lnTo>
                      <a:lnTo>
                        <a:pt x="315454" y="99796"/>
                      </a:lnTo>
                      <a:lnTo>
                        <a:pt x="316924" y="100027"/>
                      </a:lnTo>
                      <a:lnTo>
                        <a:pt x="317839" y="100976"/>
                      </a:lnTo>
                      <a:lnTo>
                        <a:pt x="318591" y="100282"/>
                      </a:lnTo>
                      <a:lnTo>
                        <a:pt x="318846" y="100317"/>
                      </a:lnTo>
                      <a:lnTo>
                        <a:pt x="318476" y="101150"/>
                      </a:lnTo>
                      <a:lnTo>
                        <a:pt x="321775" y="100768"/>
                      </a:lnTo>
                      <a:lnTo>
                        <a:pt x="322770" y="103454"/>
                      </a:lnTo>
                      <a:lnTo>
                        <a:pt x="312665" y="104646"/>
                      </a:lnTo>
                      <a:lnTo>
                        <a:pt x="312317" y="105097"/>
                      </a:lnTo>
                      <a:lnTo>
                        <a:pt x="311380" y="105248"/>
                      </a:lnTo>
                      <a:lnTo>
                        <a:pt x="309504" y="108779"/>
                      </a:lnTo>
                      <a:lnTo>
                        <a:pt x="308150" y="110538"/>
                      </a:lnTo>
                      <a:lnTo>
                        <a:pt x="303728" y="116303"/>
                      </a:lnTo>
                      <a:lnTo>
                        <a:pt x="303612" y="116430"/>
                      </a:lnTo>
                      <a:lnTo>
                        <a:pt x="302906" y="116523"/>
                      </a:lnTo>
                      <a:lnTo>
                        <a:pt x="299757" y="116685"/>
                      </a:lnTo>
                      <a:lnTo>
                        <a:pt x="299781" y="117090"/>
                      </a:lnTo>
                      <a:lnTo>
                        <a:pt x="298218" y="119255"/>
                      </a:lnTo>
                      <a:lnTo>
                        <a:pt x="297373" y="119706"/>
                      </a:lnTo>
                      <a:lnTo>
                        <a:pt x="297581" y="120134"/>
                      </a:lnTo>
                      <a:lnTo>
                        <a:pt x="296470" y="121674"/>
                      </a:lnTo>
                      <a:lnTo>
                        <a:pt x="296817" y="121859"/>
                      </a:lnTo>
                      <a:lnTo>
                        <a:pt x="295289" y="122762"/>
                      </a:lnTo>
                      <a:lnTo>
                        <a:pt x="296366" y="123422"/>
                      </a:lnTo>
                      <a:lnTo>
                        <a:pt x="296285" y="123515"/>
                      </a:lnTo>
                      <a:lnTo>
                        <a:pt x="297547" y="124128"/>
                      </a:lnTo>
                      <a:lnTo>
                        <a:pt x="297975" y="124394"/>
                      </a:lnTo>
                      <a:lnTo>
                        <a:pt x="296285" y="129441"/>
                      </a:lnTo>
                      <a:lnTo>
                        <a:pt x="290092" y="130761"/>
                      </a:lnTo>
                      <a:lnTo>
                        <a:pt x="288297" y="131108"/>
                      </a:lnTo>
                      <a:lnTo>
                        <a:pt x="285577" y="129742"/>
                      </a:lnTo>
                      <a:lnTo>
                        <a:pt x="283088" y="133366"/>
                      </a:lnTo>
                      <a:lnTo>
                        <a:pt x="281676" y="133157"/>
                      </a:lnTo>
                      <a:lnTo>
                        <a:pt x="283054" y="132845"/>
                      </a:lnTo>
                      <a:lnTo>
                        <a:pt x="281664" y="130784"/>
                      </a:lnTo>
                      <a:lnTo>
                        <a:pt x="278643" y="130090"/>
                      </a:lnTo>
                      <a:lnTo>
                        <a:pt x="281630" y="131016"/>
                      </a:lnTo>
                      <a:lnTo>
                        <a:pt x="281213" y="133528"/>
                      </a:lnTo>
                      <a:lnTo>
                        <a:pt x="283794" y="133875"/>
                      </a:lnTo>
                      <a:lnTo>
                        <a:pt x="283621" y="139802"/>
                      </a:lnTo>
                      <a:lnTo>
                        <a:pt x="283551" y="141978"/>
                      </a:lnTo>
                      <a:lnTo>
                        <a:pt x="283146" y="142140"/>
                      </a:lnTo>
                      <a:lnTo>
                        <a:pt x="283192" y="143761"/>
                      </a:lnTo>
                      <a:lnTo>
                        <a:pt x="278261" y="144791"/>
                      </a:lnTo>
                      <a:lnTo>
                        <a:pt x="275240" y="145069"/>
                      </a:lnTo>
                      <a:lnTo>
                        <a:pt x="271663" y="143043"/>
                      </a:lnTo>
                      <a:lnTo>
                        <a:pt x="268317" y="147766"/>
                      </a:lnTo>
                      <a:lnTo>
                        <a:pt x="268896" y="154110"/>
                      </a:lnTo>
                      <a:lnTo>
                        <a:pt x="270470" y="154573"/>
                      </a:lnTo>
                      <a:lnTo>
                        <a:pt x="271188" y="156795"/>
                      </a:lnTo>
                      <a:lnTo>
                        <a:pt x="269741" y="158624"/>
                      </a:lnTo>
                      <a:lnTo>
                        <a:pt x="269023" y="158867"/>
                      </a:lnTo>
                      <a:lnTo>
                        <a:pt x="268977" y="159597"/>
                      </a:lnTo>
                      <a:lnTo>
                        <a:pt x="268167" y="160615"/>
                      </a:lnTo>
                      <a:lnTo>
                        <a:pt x="262749" y="161356"/>
                      </a:lnTo>
                      <a:lnTo>
                        <a:pt x="262309" y="163590"/>
                      </a:lnTo>
                      <a:lnTo>
                        <a:pt x="260747" y="166380"/>
                      </a:lnTo>
                      <a:lnTo>
                        <a:pt x="261997" y="163509"/>
                      </a:lnTo>
                      <a:lnTo>
                        <a:pt x="256741" y="161252"/>
                      </a:lnTo>
                      <a:lnTo>
                        <a:pt x="256661" y="161171"/>
                      </a:lnTo>
                      <a:lnTo>
                        <a:pt x="256498" y="161032"/>
                      </a:lnTo>
                      <a:lnTo>
                        <a:pt x="256672" y="161217"/>
                      </a:lnTo>
                      <a:lnTo>
                        <a:pt x="258269" y="163023"/>
                      </a:lnTo>
                      <a:lnTo>
                        <a:pt x="256649" y="167445"/>
                      </a:lnTo>
                      <a:lnTo>
                        <a:pt x="251254" y="168267"/>
                      </a:lnTo>
                      <a:lnTo>
                        <a:pt x="251625" y="170096"/>
                      </a:lnTo>
                      <a:lnTo>
                        <a:pt x="257309" y="170628"/>
                      </a:lnTo>
                      <a:lnTo>
                        <a:pt x="256904" y="173198"/>
                      </a:lnTo>
                      <a:lnTo>
                        <a:pt x="260967" y="170547"/>
                      </a:lnTo>
                      <a:lnTo>
                        <a:pt x="263282" y="171416"/>
                      </a:lnTo>
                      <a:lnTo>
                        <a:pt x="264902" y="170628"/>
                      </a:lnTo>
                      <a:lnTo>
                        <a:pt x="264011" y="168406"/>
                      </a:lnTo>
                      <a:lnTo>
                        <a:pt x="262182" y="167040"/>
                      </a:lnTo>
                      <a:lnTo>
                        <a:pt x="264648" y="167954"/>
                      </a:lnTo>
                      <a:lnTo>
                        <a:pt x="270158" y="174819"/>
                      </a:lnTo>
                      <a:lnTo>
                        <a:pt x="271431" y="174159"/>
                      </a:lnTo>
                      <a:lnTo>
                        <a:pt x="273017" y="176463"/>
                      </a:lnTo>
                      <a:lnTo>
                        <a:pt x="273816" y="178535"/>
                      </a:lnTo>
                      <a:lnTo>
                        <a:pt x="279789" y="180885"/>
                      </a:lnTo>
                      <a:lnTo>
                        <a:pt x="282081" y="178488"/>
                      </a:lnTo>
                      <a:lnTo>
                        <a:pt x="285461" y="178593"/>
                      </a:lnTo>
                      <a:lnTo>
                        <a:pt x="291481" y="171427"/>
                      </a:lnTo>
                      <a:lnTo>
                        <a:pt x="295416" y="172643"/>
                      </a:lnTo>
                      <a:lnTo>
                        <a:pt x="299248" y="169969"/>
                      </a:lnTo>
                      <a:lnTo>
                        <a:pt x="301945" y="164169"/>
                      </a:lnTo>
                      <a:lnTo>
                        <a:pt x="305557" y="162653"/>
                      </a:lnTo>
                      <a:lnTo>
                        <a:pt x="307270" y="158126"/>
                      </a:lnTo>
                      <a:lnTo>
                        <a:pt x="307687" y="157941"/>
                      </a:lnTo>
                      <a:lnTo>
                        <a:pt x="313359" y="156066"/>
                      </a:lnTo>
                      <a:lnTo>
                        <a:pt x="315616" y="156309"/>
                      </a:lnTo>
                      <a:lnTo>
                        <a:pt x="316288" y="156842"/>
                      </a:lnTo>
                      <a:lnTo>
                        <a:pt x="319240" y="153485"/>
                      </a:lnTo>
                      <a:lnTo>
                        <a:pt x="318788" y="150313"/>
                      </a:lnTo>
                      <a:lnTo>
                        <a:pt x="321277" y="149803"/>
                      </a:lnTo>
                      <a:lnTo>
                        <a:pt x="322770" y="152524"/>
                      </a:lnTo>
                      <a:lnTo>
                        <a:pt x="325583" y="152547"/>
                      </a:lnTo>
                      <a:lnTo>
                        <a:pt x="326104" y="150857"/>
                      </a:lnTo>
                      <a:lnTo>
                        <a:pt x="327922" y="153068"/>
                      </a:lnTo>
                      <a:lnTo>
                        <a:pt x="326150" y="158103"/>
                      </a:lnTo>
                      <a:lnTo>
                        <a:pt x="323696" y="157409"/>
                      </a:lnTo>
                      <a:lnTo>
                        <a:pt x="321647" y="159944"/>
                      </a:lnTo>
                      <a:lnTo>
                        <a:pt x="323800" y="163949"/>
                      </a:lnTo>
                      <a:lnTo>
                        <a:pt x="319842" y="165697"/>
                      </a:lnTo>
                      <a:lnTo>
                        <a:pt x="320629" y="167989"/>
                      </a:lnTo>
                      <a:lnTo>
                        <a:pt x="319240" y="168880"/>
                      </a:lnTo>
                      <a:lnTo>
                        <a:pt x="317677" y="170385"/>
                      </a:lnTo>
                      <a:lnTo>
                        <a:pt x="317827" y="171230"/>
                      </a:lnTo>
                      <a:lnTo>
                        <a:pt x="319645" y="173430"/>
                      </a:lnTo>
                      <a:lnTo>
                        <a:pt x="320930" y="174784"/>
                      </a:lnTo>
                      <a:lnTo>
                        <a:pt x="320999" y="174900"/>
                      </a:lnTo>
                      <a:lnTo>
                        <a:pt x="317411" y="175930"/>
                      </a:lnTo>
                      <a:lnTo>
                        <a:pt x="318534" y="179102"/>
                      </a:lnTo>
                      <a:lnTo>
                        <a:pt x="318476" y="179148"/>
                      </a:lnTo>
                      <a:lnTo>
                        <a:pt x="317249" y="178917"/>
                      </a:lnTo>
                      <a:lnTo>
                        <a:pt x="314262" y="182563"/>
                      </a:lnTo>
                      <a:lnTo>
                        <a:pt x="312792" y="183848"/>
                      </a:lnTo>
                      <a:lnTo>
                        <a:pt x="312502" y="184658"/>
                      </a:lnTo>
                      <a:lnTo>
                        <a:pt x="311600" y="184346"/>
                      </a:lnTo>
                      <a:lnTo>
                        <a:pt x="310106" y="184149"/>
                      </a:lnTo>
                      <a:lnTo>
                        <a:pt x="308729" y="185237"/>
                      </a:lnTo>
                      <a:lnTo>
                        <a:pt x="308648" y="185376"/>
                      </a:lnTo>
                      <a:lnTo>
                        <a:pt x="308706" y="185434"/>
                      </a:lnTo>
                      <a:lnTo>
                        <a:pt x="308057" y="186024"/>
                      </a:lnTo>
                      <a:lnTo>
                        <a:pt x="305487" y="186823"/>
                      </a:lnTo>
                      <a:lnTo>
                        <a:pt x="303381" y="186985"/>
                      </a:lnTo>
                      <a:lnTo>
                        <a:pt x="302026" y="189520"/>
                      </a:lnTo>
                      <a:lnTo>
                        <a:pt x="303161" y="192403"/>
                      </a:lnTo>
                      <a:lnTo>
                        <a:pt x="303138" y="192738"/>
                      </a:lnTo>
                      <a:lnTo>
                        <a:pt x="302131" y="192530"/>
                      </a:lnTo>
                      <a:lnTo>
                        <a:pt x="301806" y="192356"/>
                      </a:lnTo>
                      <a:lnTo>
                        <a:pt x="301748" y="192449"/>
                      </a:lnTo>
                      <a:lnTo>
                        <a:pt x="301424" y="192380"/>
                      </a:lnTo>
                      <a:lnTo>
                        <a:pt x="297303" y="195667"/>
                      </a:lnTo>
                      <a:lnTo>
                        <a:pt x="294560" y="196686"/>
                      </a:lnTo>
                      <a:lnTo>
                        <a:pt x="287973" y="197218"/>
                      </a:lnTo>
                      <a:lnTo>
                        <a:pt x="287591" y="193201"/>
                      </a:lnTo>
                      <a:lnTo>
                        <a:pt x="287209" y="193074"/>
                      </a:lnTo>
                      <a:lnTo>
                        <a:pt x="287198" y="193016"/>
                      </a:lnTo>
                      <a:lnTo>
                        <a:pt x="282440" y="191500"/>
                      </a:lnTo>
                      <a:lnTo>
                        <a:pt x="282104" y="186013"/>
                      </a:lnTo>
                      <a:lnTo>
                        <a:pt x="279777" y="185666"/>
                      </a:lnTo>
                      <a:lnTo>
                        <a:pt x="278944" y="181614"/>
                      </a:lnTo>
                      <a:lnTo>
                        <a:pt x="272276" y="181267"/>
                      </a:lnTo>
                      <a:lnTo>
                        <a:pt x="267808" y="183975"/>
                      </a:lnTo>
                      <a:lnTo>
                        <a:pt x="267114" y="185121"/>
                      </a:lnTo>
                      <a:lnTo>
                        <a:pt x="266662" y="185573"/>
                      </a:lnTo>
                      <a:lnTo>
                        <a:pt x="266789" y="185654"/>
                      </a:lnTo>
                      <a:lnTo>
                        <a:pt x="266454" y="186210"/>
                      </a:lnTo>
                      <a:lnTo>
                        <a:pt x="269209" y="187147"/>
                      </a:lnTo>
                      <a:lnTo>
                        <a:pt x="267345" y="188339"/>
                      </a:lnTo>
                      <a:lnTo>
                        <a:pt x="267380" y="188687"/>
                      </a:lnTo>
                      <a:lnTo>
                        <a:pt x="267171" y="188849"/>
                      </a:lnTo>
                      <a:lnTo>
                        <a:pt x="265446" y="186233"/>
                      </a:lnTo>
                      <a:lnTo>
                        <a:pt x="265134" y="187448"/>
                      </a:lnTo>
                      <a:lnTo>
                        <a:pt x="264428" y="189370"/>
                      </a:lnTo>
                      <a:lnTo>
                        <a:pt x="262715" y="187471"/>
                      </a:lnTo>
                      <a:lnTo>
                        <a:pt x="258895" y="189590"/>
                      </a:lnTo>
                      <a:lnTo>
                        <a:pt x="257887" y="189543"/>
                      </a:lnTo>
                      <a:lnTo>
                        <a:pt x="257563" y="185156"/>
                      </a:lnTo>
                      <a:lnTo>
                        <a:pt x="255642" y="183848"/>
                      </a:lnTo>
                      <a:lnTo>
                        <a:pt x="256325" y="181232"/>
                      </a:lnTo>
                      <a:lnTo>
                        <a:pt x="255352" y="181151"/>
                      </a:lnTo>
                      <a:lnTo>
                        <a:pt x="254299" y="180780"/>
                      </a:lnTo>
                      <a:lnTo>
                        <a:pt x="254091" y="181220"/>
                      </a:lnTo>
                      <a:lnTo>
                        <a:pt x="250190" y="181973"/>
                      </a:lnTo>
                      <a:lnTo>
                        <a:pt x="248534" y="180676"/>
                      </a:lnTo>
                      <a:lnTo>
                        <a:pt x="251301" y="180236"/>
                      </a:lnTo>
                      <a:lnTo>
                        <a:pt x="247006" y="178824"/>
                      </a:lnTo>
                      <a:lnTo>
                        <a:pt x="246705" y="178407"/>
                      </a:lnTo>
                      <a:lnTo>
                        <a:pt x="247944" y="175213"/>
                      </a:lnTo>
                      <a:lnTo>
                        <a:pt x="248164" y="174865"/>
                      </a:lnTo>
                      <a:lnTo>
                        <a:pt x="248199" y="174194"/>
                      </a:lnTo>
                      <a:lnTo>
                        <a:pt x="247979" y="175004"/>
                      </a:lnTo>
                      <a:lnTo>
                        <a:pt x="247828" y="175236"/>
                      </a:lnTo>
                      <a:lnTo>
                        <a:pt x="244830" y="178326"/>
                      </a:lnTo>
                      <a:lnTo>
                        <a:pt x="245062" y="178928"/>
                      </a:lnTo>
                      <a:lnTo>
                        <a:pt x="244980" y="179021"/>
                      </a:lnTo>
                      <a:lnTo>
                        <a:pt x="246080" y="182679"/>
                      </a:lnTo>
                      <a:lnTo>
                        <a:pt x="245663" y="182887"/>
                      </a:lnTo>
                      <a:lnTo>
                        <a:pt x="245270" y="182899"/>
                      </a:lnTo>
                      <a:lnTo>
                        <a:pt x="244992" y="183246"/>
                      </a:lnTo>
                      <a:lnTo>
                        <a:pt x="246578" y="184334"/>
                      </a:lnTo>
                      <a:lnTo>
                        <a:pt x="247793" y="188374"/>
                      </a:lnTo>
                      <a:lnTo>
                        <a:pt x="248060" y="188617"/>
                      </a:lnTo>
                      <a:lnTo>
                        <a:pt x="248199" y="189405"/>
                      </a:lnTo>
                      <a:lnTo>
                        <a:pt x="248870" y="189347"/>
                      </a:lnTo>
                      <a:lnTo>
                        <a:pt x="249391" y="189844"/>
                      </a:lnTo>
                      <a:lnTo>
                        <a:pt x="249634" y="189289"/>
                      </a:lnTo>
                      <a:lnTo>
                        <a:pt x="250641" y="189196"/>
                      </a:lnTo>
                      <a:lnTo>
                        <a:pt x="251174" y="186835"/>
                      </a:lnTo>
                      <a:lnTo>
                        <a:pt x="252840" y="188328"/>
                      </a:lnTo>
                      <a:lnTo>
                        <a:pt x="247041" y="194602"/>
                      </a:lnTo>
                      <a:lnTo>
                        <a:pt x="246937" y="194695"/>
                      </a:lnTo>
                      <a:lnTo>
                        <a:pt x="246960" y="194695"/>
                      </a:lnTo>
                      <a:lnTo>
                        <a:pt x="246798" y="194868"/>
                      </a:lnTo>
                      <a:lnTo>
                        <a:pt x="249541" y="196095"/>
                      </a:lnTo>
                      <a:lnTo>
                        <a:pt x="249345" y="196651"/>
                      </a:lnTo>
                      <a:lnTo>
                        <a:pt x="248650" y="198028"/>
                      </a:lnTo>
                      <a:lnTo>
                        <a:pt x="252053" y="206386"/>
                      </a:lnTo>
                      <a:lnTo>
                        <a:pt x="252065" y="210970"/>
                      </a:lnTo>
                      <a:lnTo>
                        <a:pt x="248696" y="213911"/>
                      </a:lnTo>
                      <a:lnTo>
                        <a:pt x="245606" y="213853"/>
                      </a:lnTo>
                      <a:lnTo>
                        <a:pt x="244286" y="213772"/>
                      </a:lnTo>
                      <a:lnTo>
                        <a:pt x="238810" y="216596"/>
                      </a:lnTo>
                      <a:lnTo>
                        <a:pt x="235442" y="213725"/>
                      </a:lnTo>
                      <a:lnTo>
                        <a:pt x="234296" y="212753"/>
                      </a:lnTo>
                      <a:lnTo>
                        <a:pt x="234759" y="213401"/>
                      </a:lnTo>
                      <a:lnTo>
                        <a:pt x="234562" y="213239"/>
                      </a:lnTo>
                      <a:lnTo>
                        <a:pt x="235129" y="213922"/>
                      </a:lnTo>
                      <a:lnTo>
                        <a:pt x="235442" y="214351"/>
                      </a:lnTo>
                      <a:lnTo>
                        <a:pt x="236576" y="215936"/>
                      </a:lnTo>
                      <a:lnTo>
                        <a:pt x="234655" y="217835"/>
                      </a:lnTo>
                      <a:lnTo>
                        <a:pt x="234909" y="217823"/>
                      </a:lnTo>
                      <a:lnTo>
                        <a:pt x="234076" y="218749"/>
                      </a:lnTo>
                      <a:lnTo>
                        <a:pt x="235442" y="219282"/>
                      </a:lnTo>
                      <a:lnTo>
                        <a:pt x="236299" y="219618"/>
                      </a:lnTo>
                      <a:lnTo>
                        <a:pt x="240176" y="217372"/>
                      </a:lnTo>
                      <a:lnTo>
                        <a:pt x="242943" y="215948"/>
                      </a:lnTo>
                      <a:lnTo>
                        <a:pt x="245548" y="215798"/>
                      </a:lnTo>
                      <a:lnTo>
                        <a:pt x="249993" y="216550"/>
                      </a:lnTo>
                      <a:lnTo>
                        <a:pt x="251092" y="216944"/>
                      </a:lnTo>
                      <a:lnTo>
                        <a:pt x="250398" y="223426"/>
                      </a:lnTo>
                      <a:lnTo>
                        <a:pt x="244795" y="224479"/>
                      </a:lnTo>
                      <a:lnTo>
                        <a:pt x="240975" y="220775"/>
                      </a:lnTo>
                      <a:lnTo>
                        <a:pt x="240790" y="221065"/>
                      </a:lnTo>
                      <a:lnTo>
                        <a:pt x="240674" y="220949"/>
                      </a:lnTo>
                      <a:lnTo>
                        <a:pt x="239262" y="223576"/>
                      </a:lnTo>
                      <a:lnTo>
                        <a:pt x="236171" y="222153"/>
                      </a:lnTo>
                      <a:lnTo>
                        <a:pt x="235442" y="222836"/>
                      </a:lnTo>
                      <a:lnTo>
                        <a:pt x="234226" y="223970"/>
                      </a:lnTo>
                      <a:lnTo>
                        <a:pt x="212695" y="214142"/>
                      </a:lnTo>
                      <a:lnTo>
                        <a:pt x="214397" y="217187"/>
                      </a:lnTo>
                      <a:lnTo>
                        <a:pt x="214756" y="217337"/>
                      </a:lnTo>
                      <a:lnTo>
                        <a:pt x="220405" y="219560"/>
                      </a:lnTo>
                      <a:lnTo>
                        <a:pt x="219722" y="224375"/>
                      </a:lnTo>
                      <a:lnTo>
                        <a:pt x="221273" y="221967"/>
                      </a:lnTo>
                      <a:lnTo>
                        <a:pt x="222408" y="222025"/>
                      </a:lnTo>
                      <a:lnTo>
                        <a:pt x="226239" y="225996"/>
                      </a:lnTo>
                      <a:lnTo>
                        <a:pt x="225857" y="225209"/>
                      </a:lnTo>
                      <a:lnTo>
                        <a:pt x="227038" y="226505"/>
                      </a:lnTo>
                      <a:lnTo>
                        <a:pt x="225290" y="224005"/>
                      </a:lnTo>
                      <a:lnTo>
                        <a:pt x="225047" y="223519"/>
                      </a:lnTo>
                      <a:lnTo>
                        <a:pt x="225695" y="222315"/>
                      </a:lnTo>
                      <a:lnTo>
                        <a:pt x="225869" y="222176"/>
                      </a:lnTo>
                      <a:lnTo>
                        <a:pt x="226702" y="224352"/>
                      </a:lnTo>
                      <a:lnTo>
                        <a:pt x="226957" y="224236"/>
                      </a:lnTo>
                      <a:lnTo>
                        <a:pt x="230094" y="223866"/>
                      </a:lnTo>
                      <a:lnTo>
                        <a:pt x="230649" y="224375"/>
                      </a:lnTo>
                      <a:lnTo>
                        <a:pt x="229064" y="224491"/>
                      </a:lnTo>
                      <a:lnTo>
                        <a:pt x="229550" y="225637"/>
                      </a:lnTo>
                      <a:lnTo>
                        <a:pt x="231298" y="225544"/>
                      </a:lnTo>
                      <a:lnTo>
                        <a:pt x="232085" y="227894"/>
                      </a:lnTo>
                      <a:lnTo>
                        <a:pt x="232096" y="228485"/>
                      </a:lnTo>
                      <a:lnTo>
                        <a:pt x="231367" y="228496"/>
                      </a:lnTo>
                      <a:lnTo>
                        <a:pt x="229318" y="228346"/>
                      </a:lnTo>
                      <a:lnTo>
                        <a:pt x="224491" y="231819"/>
                      </a:lnTo>
                      <a:lnTo>
                        <a:pt x="223345" y="234377"/>
                      </a:lnTo>
                      <a:lnTo>
                        <a:pt x="222049" y="236993"/>
                      </a:lnTo>
                      <a:lnTo>
                        <a:pt x="221412" y="237178"/>
                      </a:lnTo>
                      <a:lnTo>
                        <a:pt x="217638" y="237838"/>
                      </a:lnTo>
                      <a:lnTo>
                        <a:pt x="215693" y="236877"/>
                      </a:lnTo>
                      <a:lnTo>
                        <a:pt x="214304" y="238359"/>
                      </a:lnTo>
                      <a:lnTo>
                        <a:pt x="213401" y="236750"/>
                      </a:lnTo>
                      <a:lnTo>
                        <a:pt x="211364" y="239713"/>
                      </a:lnTo>
                      <a:lnTo>
                        <a:pt x="209292" y="238336"/>
                      </a:lnTo>
                      <a:lnTo>
                        <a:pt x="208771" y="238799"/>
                      </a:lnTo>
                      <a:lnTo>
                        <a:pt x="206213" y="237491"/>
                      </a:lnTo>
                      <a:lnTo>
                        <a:pt x="205761" y="237259"/>
                      </a:lnTo>
                      <a:lnTo>
                        <a:pt x="205866" y="238533"/>
                      </a:lnTo>
                      <a:lnTo>
                        <a:pt x="205368" y="240072"/>
                      </a:lnTo>
                      <a:lnTo>
                        <a:pt x="204893" y="240304"/>
                      </a:lnTo>
                      <a:lnTo>
                        <a:pt x="204106" y="240199"/>
                      </a:lnTo>
                      <a:lnTo>
                        <a:pt x="203192" y="238637"/>
                      </a:lnTo>
                      <a:lnTo>
                        <a:pt x="195957" y="238660"/>
                      </a:lnTo>
                      <a:lnTo>
                        <a:pt x="199557" y="240871"/>
                      </a:lnTo>
                      <a:lnTo>
                        <a:pt x="197114" y="242040"/>
                      </a:lnTo>
                      <a:lnTo>
                        <a:pt x="178303" y="243938"/>
                      </a:lnTo>
                      <a:lnTo>
                        <a:pt x="172770" y="244297"/>
                      </a:lnTo>
                      <a:lnTo>
                        <a:pt x="166866" y="245084"/>
                      </a:lnTo>
                      <a:lnTo>
                        <a:pt x="166785" y="245501"/>
                      </a:lnTo>
                      <a:lnTo>
                        <a:pt x="166600" y="246427"/>
                      </a:lnTo>
                      <a:lnTo>
                        <a:pt x="169355" y="249541"/>
                      </a:lnTo>
                      <a:lnTo>
                        <a:pt x="171173" y="246149"/>
                      </a:lnTo>
                      <a:lnTo>
                        <a:pt x="173083" y="245756"/>
                      </a:lnTo>
                      <a:lnTo>
                        <a:pt x="174286" y="245559"/>
                      </a:lnTo>
                      <a:lnTo>
                        <a:pt x="175085" y="249483"/>
                      </a:lnTo>
                      <a:lnTo>
                        <a:pt x="176185" y="245501"/>
                      </a:lnTo>
                      <a:lnTo>
                        <a:pt x="176254" y="245223"/>
                      </a:lnTo>
                      <a:lnTo>
                        <a:pt x="178685" y="244830"/>
                      </a:lnTo>
                      <a:lnTo>
                        <a:pt x="184068" y="244564"/>
                      </a:lnTo>
                      <a:lnTo>
                        <a:pt x="186788" y="247539"/>
                      </a:lnTo>
                      <a:lnTo>
                        <a:pt x="187541" y="248465"/>
                      </a:lnTo>
                      <a:lnTo>
                        <a:pt x="187553" y="248372"/>
                      </a:lnTo>
                      <a:lnTo>
                        <a:pt x="187738" y="248580"/>
                      </a:lnTo>
                      <a:lnTo>
                        <a:pt x="188722" y="245131"/>
                      </a:lnTo>
                      <a:lnTo>
                        <a:pt x="191106" y="245189"/>
                      </a:lnTo>
                      <a:lnTo>
                        <a:pt x="194452" y="245628"/>
                      </a:lnTo>
                      <a:lnTo>
                        <a:pt x="196408" y="246902"/>
                      </a:lnTo>
                      <a:lnTo>
                        <a:pt x="198110" y="246103"/>
                      </a:lnTo>
                      <a:lnTo>
                        <a:pt x="199649" y="246300"/>
                      </a:lnTo>
                      <a:lnTo>
                        <a:pt x="200078" y="247261"/>
                      </a:lnTo>
                      <a:lnTo>
                        <a:pt x="202207" y="245501"/>
                      </a:lnTo>
                      <a:lnTo>
                        <a:pt x="204754" y="243418"/>
                      </a:lnTo>
                      <a:lnTo>
                        <a:pt x="205981" y="242630"/>
                      </a:lnTo>
                      <a:lnTo>
                        <a:pt x="213864" y="243036"/>
                      </a:lnTo>
                      <a:lnTo>
                        <a:pt x="216203" y="245501"/>
                      </a:lnTo>
                      <a:lnTo>
                        <a:pt x="216863" y="246196"/>
                      </a:lnTo>
                      <a:lnTo>
                        <a:pt x="216955" y="245501"/>
                      </a:lnTo>
                      <a:lnTo>
                        <a:pt x="217418" y="242028"/>
                      </a:lnTo>
                      <a:lnTo>
                        <a:pt x="223009" y="243556"/>
                      </a:lnTo>
                      <a:lnTo>
                        <a:pt x="224861" y="242746"/>
                      </a:lnTo>
                      <a:lnTo>
                        <a:pt x="225440" y="242792"/>
                      </a:lnTo>
                      <a:lnTo>
                        <a:pt x="225869" y="242989"/>
                      </a:lnTo>
                      <a:lnTo>
                        <a:pt x="225961" y="242850"/>
                      </a:lnTo>
                      <a:lnTo>
                        <a:pt x="226007" y="243047"/>
                      </a:lnTo>
                      <a:lnTo>
                        <a:pt x="229561" y="244621"/>
                      </a:lnTo>
                      <a:lnTo>
                        <a:pt x="229561" y="245501"/>
                      </a:lnTo>
                      <a:lnTo>
                        <a:pt x="229561" y="246705"/>
                      </a:lnTo>
                      <a:lnTo>
                        <a:pt x="229631" y="246497"/>
                      </a:lnTo>
                      <a:lnTo>
                        <a:pt x="232444" y="242410"/>
                      </a:lnTo>
                      <a:lnTo>
                        <a:pt x="232154" y="242225"/>
                      </a:lnTo>
                      <a:lnTo>
                        <a:pt x="232316" y="242144"/>
                      </a:lnTo>
                      <a:lnTo>
                        <a:pt x="228959" y="240292"/>
                      </a:lnTo>
                      <a:lnTo>
                        <a:pt x="233439" y="237306"/>
                      </a:lnTo>
                      <a:lnTo>
                        <a:pt x="233682" y="237514"/>
                      </a:lnTo>
                      <a:lnTo>
                        <a:pt x="234261" y="238914"/>
                      </a:lnTo>
                      <a:lnTo>
                        <a:pt x="234493" y="238266"/>
                      </a:lnTo>
                      <a:lnTo>
                        <a:pt x="235002" y="238718"/>
                      </a:lnTo>
                      <a:lnTo>
                        <a:pt x="235442" y="235824"/>
                      </a:lnTo>
                      <a:lnTo>
                        <a:pt x="239250" y="236044"/>
                      </a:lnTo>
                      <a:lnTo>
                        <a:pt x="240084" y="235014"/>
                      </a:lnTo>
                      <a:lnTo>
                        <a:pt x="240697" y="234909"/>
                      </a:lnTo>
                      <a:lnTo>
                        <a:pt x="240755" y="235210"/>
                      </a:lnTo>
                      <a:lnTo>
                        <a:pt x="240987" y="239262"/>
                      </a:lnTo>
                      <a:lnTo>
                        <a:pt x="241334" y="238405"/>
                      </a:lnTo>
                      <a:lnTo>
                        <a:pt x="241496" y="239343"/>
                      </a:lnTo>
                      <a:lnTo>
                        <a:pt x="242318" y="236078"/>
                      </a:lnTo>
                      <a:lnTo>
                        <a:pt x="244251" y="239320"/>
                      </a:lnTo>
                      <a:lnTo>
                        <a:pt x="241253" y="239632"/>
                      </a:lnTo>
                      <a:lnTo>
                        <a:pt x="241554" y="241554"/>
                      </a:lnTo>
                      <a:lnTo>
                        <a:pt x="239470" y="240998"/>
                      </a:lnTo>
                      <a:lnTo>
                        <a:pt x="239308" y="239204"/>
                      </a:lnTo>
                      <a:lnTo>
                        <a:pt x="239088" y="240628"/>
                      </a:lnTo>
                      <a:lnTo>
                        <a:pt x="239077" y="240697"/>
                      </a:lnTo>
                      <a:lnTo>
                        <a:pt x="238915" y="241832"/>
                      </a:lnTo>
                      <a:lnTo>
                        <a:pt x="240014" y="241797"/>
                      </a:lnTo>
                      <a:lnTo>
                        <a:pt x="239794" y="242920"/>
                      </a:lnTo>
                      <a:lnTo>
                        <a:pt x="240848" y="243834"/>
                      </a:lnTo>
                      <a:lnTo>
                        <a:pt x="240929" y="244216"/>
                      </a:lnTo>
                      <a:lnTo>
                        <a:pt x="243707" y="242781"/>
                      </a:lnTo>
                      <a:lnTo>
                        <a:pt x="244714" y="245501"/>
                      </a:lnTo>
                      <a:lnTo>
                        <a:pt x="244807" y="245779"/>
                      </a:lnTo>
                      <a:lnTo>
                        <a:pt x="240014" y="245883"/>
                      </a:lnTo>
                      <a:lnTo>
                        <a:pt x="240026" y="246068"/>
                      </a:lnTo>
                      <a:lnTo>
                        <a:pt x="239412" y="246115"/>
                      </a:lnTo>
                      <a:lnTo>
                        <a:pt x="240257" y="250525"/>
                      </a:lnTo>
                      <a:lnTo>
                        <a:pt x="246196" y="246821"/>
                      </a:lnTo>
                      <a:lnTo>
                        <a:pt x="244969" y="253975"/>
                      </a:lnTo>
                      <a:lnTo>
                        <a:pt x="248673" y="255989"/>
                      </a:lnTo>
                      <a:lnTo>
                        <a:pt x="247793" y="257031"/>
                      </a:lnTo>
                      <a:lnTo>
                        <a:pt x="244540" y="260561"/>
                      </a:lnTo>
                      <a:lnTo>
                        <a:pt x="248673" y="262576"/>
                      </a:lnTo>
                      <a:lnTo>
                        <a:pt x="248673" y="267692"/>
                      </a:lnTo>
                      <a:lnTo>
                        <a:pt x="246821" y="268086"/>
                      </a:lnTo>
                      <a:lnTo>
                        <a:pt x="246740" y="269023"/>
                      </a:lnTo>
                      <a:lnTo>
                        <a:pt x="246196" y="271802"/>
                      </a:lnTo>
                      <a:lnTo>
                        <a:pt x="245548" y="272149"/>
                      </a:lnTo>
                      <a:lnTo>
                        <a:pt x="242468" y="272450"/>
                      </a:lnTo>
                      <a:lnTo>
                        <a:pt x="235442" y="271674"/>
                      </a:lnTo>
                      <a:lnTo>
                        <a:pt x="225510" y="270575"/>
                      </a:lnTo>
                      <a:lnTo>
                        <a:pt x="234157" y="273052"/>
                      </a:lnTo>
                      <a:lnTo>
                        <a:pt x="235442" y="274175"/>
                      </a:lnTo>
                      <a:lnTo>
                        <a:pt x="237109" y="275633"/>
                      </a:lnTo>
                      <a:lnTo>
                        <a:pt x="237375" y="275865"/>
                      </a:lnTo>
                      <a:lnTo>
                        <a:pt x="248476" y="276930"/>
                      </a:lnTo>
                      <a:lnTo>
                        <a:pt x="249923" y="277497"/>
                      </a:lnTo>
                      <a:lnTo>
                        <a:pt x="249970" y="280264"/>
                      </a:lnTo>
                      <a:lnTo>
                        <a:pt x="248835" y="284686"/>
                      </a:lnTo>
                      <a:lnTo>
                        <a:pt x="247944" y="285565"/>
                      </a:lnTo>
                      <a:lnTo>
                        <a:pt x="247434" y="290126"/>
                      </a:lnTo>
                      <a:lnTo>
                        <a:pt x="242966" y="291608"/>
                      </a:lnTo>
                      <a:lnTo>
                        <a:pt x="242816" y="292025"/>
                      </a:lnTo>
                      <a:lnTo>
                        <a:pt x="242793" y="292036"/>
                      </a:lnTo>
                      <a:lnTo>
                        <a:pt x="242769" y="292152"/>
                      </a:lnTo>
                      <a:lnTo>
                        <a:pt x="241774" y="294930"/>
                      </a:lnTo>
                      <a:lnTo>
                        <a:pt x="240350" y="295312"/>
                      </a:lnTo>
                      <a:lnTo>
                        <a:pt x="240026" y="295324"/>
                      </a:lnTo>
                      <a:lnTo>
                        <a:pt x="240014" y="295393"/>
                      </a:lnTo>
                      <a:lnTo>
                        <a:pt x="239956" y="295416"/>
                      </a:lnTo>
                      <a:lnTo>
                        <a:pt x="239609" y="300394"/>
                      </a:lnTo>
                      <a:lnTo>
                        <a:pt x="238718" y="300151"/>
                      </a:lnTo>
                      <a:lnTo>
                        <a:pt x="236032" y="299109"/>
                      </a:lnTo>
                      <a:lnTo>
                        <a:pt x="235650" y="298611"/>
                      </a:lnTo>
                      <a:lnTo>
                        <a:pt x="235442" y="298125"/>
                      </a:lnTo>
                      <a:lnTo>
                        <a:pt x="233717" y="294178"/>
                      </a:lnTo>
                      <a:lnTo>
                        <a:pt x="230788" y="292152"/>
                      </a:lnTo>
                      <a:lnTo>
                        <a:pt x="228797" y="294016"/>
                      </a:lnTo>
                      <a:lnTo>
                        <a:pt x="226899" y="292962"/>
                      </a:lnTo>
                      <a:lnTo>
                        <a:pt x="224757" y="289258"/>
                      </a:lnTo>
                      <a:lnTo>
                        <a:pt x="225047" y="293032"/>
                      </a:lnTo>
                      <a:lnTo>
                        <a:pt x="222639" y="293020"/>
                      </a:lnTo>
                      <a:lnTo>
                        <a:pt x="220845" y="295602"/>
                      </a:lnTo>
                      <a:lnTo>
                        <a:pt x="218240" y="287209"/>
                      </a:lnTo>
                      <a:lnTo>
                        <a:pt x="217198" y="288737"/>
                      </a:lnTo>
                      <a:lnTo>
                        <a:pt x="215265" y="287626"/>
                      </a:lnTo>
                      <a:lnTo>
                        <a:pt x="216122" y="291388"/>
                      </a:lnTo>
                      <a:lnTo>
                        <a:pt x="214478" y="293101"/>
                      </a:lnTo>
                      <a:lnTo>
                        <a:pt x="213425" y="292904"/>
                      </a:lnTo>
                      <a:lnTo>
                        <a:pt x="209686" y="291712"/>
                      </a:lnTo>
                      <a:lnTo>
                        <a:pt x="206236" y="288795"/>
                      </a:lnTo>
                      <a:lnTo>
                        <a:pt x="205588" y="288251"/>
                      </a:lnTo>
                      <a:lnTo>
                        <a:pt x="208146" y="292962"/>
                      </a:lnTo>
                      <a:lnTo>
                        <a:pt x="205507" y="294340"/>
                      </a:lnTo>
                      <a:lnTo>
                        <a:pt x="201756" y="293368"/>
                      </a:lnTo>
                      <a:lnTo>
                        <a:pt x="196744" y="287834"/>
                      </a:lnTo>
                      <a:lnTo>
                        <a:pt x="197010" y="293356"/>
                      </a:lnTo>
                      <a:lnTo>
                        <a:pt x="197022" y="294213"/>
                      </a:lnTo>
                      <a:lnTo>
                        <a:pt x="190030" y="292696"/>
                      </a:lnTo>
                      <a:lnTo>
                        <a:pt x="180040" y="294340"/>
                      </a:lnTo>
                      <a:lnTo>
                        <a:pt x="184381" y="295960"/>
                      </a:lnTo>
                      <a:lnTo>
                        <a:pt x="189092" y="294803"/>
                      </a:lnTo>
                      <a:lnTo>
                        <a:pt x="190713" y="296806"/>
                      </a:lnTo>
                      <a:lnTo>
                        <a:pt x="199163" y="298634"/>
                      </a:lnTo>
                      <a:lnTo>
                        <a:pt x="200483" y="298067"/>
                      </a:lnTo>
                      <a:lnTo>
                        <a:pt x="201582" y="297778"/>
                      </a:lnTo>
                      <a:lnTo>
                        <a:pt x="202370" y="299109"/>
                      </a:lnTo>
                      <a:lnTo>
                        <a:pt x="204511" y="297072"/>
                      </a:lnTo>
                      <a:lnTo>
                        <a:pt x="213147" y="298102"/>
                      </a:lnTo>
                      <a:lnTo>
                        <a:pt x="216133" y="300498"/>
                      </a:lnTo>
                      <a:lnTo>
                        <a:pt x="218611" y="302860"/>
                      </a:lnTo>
                      <a:lnTo>
                        <a:pt x="219710" y="305638"/>
                      </a:lnTo>
                      <a:lnTo>
                        <a:pt x="217766" y="307536"/>
                      </a:lnTo>
                      <a:lnTo>
                        <a:pt x="217754" y="307548"/>
                      </a:lnTo>
                      <a:lnTo>
                        <a:pt x="217592" y="307710"/>
                      </a:lnTo>
                      <a:lnTo>
                        <a:pt x="220104" y="311738"/>
                      </a:lnTo>
                      <a:lnTo>
                        <a:pt x="219502" y="313081"/>
                      </a:lnTo>
                      <a:lnTo>
                        <a:pt x="217928" y="316079"/>
                      </a:lnTo>
                      <a:lnTo>
                        <a:pt x="218043" y="316311"/>
                      </a:lnTo>
                      <a:lnTo>
                        <a:pt x="218020" y="316346"/>
                      </a:lnTo>
                      <a:lnTo>
                        <a:pt x="219502" y="319263"/>
                      </a:lnTo>
                      <a:lnTo>
                        <a:pt x="215601" y="322157"/>
                      </a:lnTo>
                      <a:lnTo>
                        <a:pt x="213251" y="321416"/>
                      </a:lnTo>
                      <a:lnTo>
                        <a:pt x="212904" y="332853"/>
                      </a:lnTo>
                      <a:lnTo>
                        <a:pt x="211271" y="335330"/>
                      </a:lnTo>
                      <a:lnTo>
                        <a:pt x="208088" y="334554"/>
                      </a:lnTo>
                      <a:lnTo>
                        <a:pt x="201988" y="333003"/>
                      </a:lnTo>
                      <a:lnTo>
                        <a:pt x="196697" y="340157"/>
                      </a:lnTo>
                      <a:lnTo>
                        <a:pt x="196443" y="340342"/>
                      </a:lnTo>
                      <a:lnTo>
                        <a:pt x="194533" y="335735"/>
                      </a:lnTo>
                      <a:lnTo>
                        <a:pt x="193433" y="335932"/>
                      </a:lnTo>
                      <a:lnTo>
                        <a:pt x="193884" y="333976"/>
                      </a:lnTo>
                      <a:lnTo>
                        <a:pt x="194081" y="333351"/>
                      </a:lnTo>
                      <a:lnTo>
                        <a:pt x="189972" y="331070"/>
                      </a:lnTo>
                      <a:lnTo>
                        <a:pt x="189833" y="330468"/>
                      </a:lnTo>
                      <a:lnTo>
                        <a:pt x="188131" y="321358"/>
                      </a:lnTo>
                      <a:lnTo>
                        <a:pt x="188305" y="323858"/>
                      </a:lnTo>
                      <a:lnTo>
                        <a:pt x="188015" y="322562"/>
                      </a:lnTo>
                      <a:lnTo>
                        <a:pt x="188641" y="328361"/>
                      </a:lnTo>
                      <a:lnTo>
                        <a:pt x="188710" y="329380"/>
                      </a:lnTo>
                      <a:lnTo>
                        <a:pt x="187008" y="332170"/>
                      </a:lnTo>
                      <a:lnTo>
                        <a:pt x="187159" y="332494"/>
                      </a:lnTo>
                      <a:lnTo>
                        <a:pt x="187136" y="332529"/>
                      </a:lnTo>
                      <a:lnTo>
                        <a:pt x="188363" y="335075"/>
                      </a:lnTo>
                      <a:lnTo>
                        <a:pt x="190006" y="338618"/>
                      </a:lnTo>
                      <a:lnTo>
                        <a:pt x="189983" y="339949"/>
                      </a:lnTo>
                      <a:lnTo>
                        <a:pt x="189208" y="345366"/>
                      </a:lnTo>
                      <a:lnTo>
                        <a:pt x="188259" y="346107"/>
                      </a:lnTo>
                      <a:lnTo>
                        <a:pt x="186198" y="345366"/>
                      </a:lnTo>
                      <a:lnTo>
                        <a:pt x="185376" y="344892"/>
                      </a:lnTo>
                      <a:lnTo>
                        <a:pt x="185353" y="345216"/>
                      </a:lnTo>
                      <a:lnTo>
                        <a:pt x="183593" y="346651"/>
                      </a:lnTo>
                      <a:lnTo>
                        <a:pt x="183524" y="346663"/>
                      </a:lnTo>
                      <a:lnTo>
                        <a:pt x="182911" y="345922"/>
                      </a:lnTo>
                      <a:lnTo>
                        <a:pt x="181602" y="344070"/>
                      </a:lnTo>
                      <a:lnTo>
                        <a:pt x="181602" y="344382"/>
                      </a:lnTo>
                      <a:lnTo>
                        <a:pt x="181093" y="343780"/>
                      </a:lnTo>
                      <a:lnTo>
                        <a:pt x="181498" y="346917"/>
                      </a:lnTo>
                      <a:lnTo>
                        <a:pt x="181383" y="346674"/>
                      </a:lnTo>
                      <a:lnTo>
                        <a:pt x="180121" y="343526"/>
                      </a:lnTo>
                      <a:lnTo>
                        <a:pt x="180873" y="343780"/>
                      </a:lnTo>
                      <a:lnTo>
                        <a:pt x="181047" y="341905"/>
                      </a:lnTo>
                      <a:lnTo>
                        <a:pt x="179114" y="340782"/>
                      </a:lnTo>
                      <a:lnTo>
                        <a:pt x="178315" y="343352"/>
                      </a:lnTo>
                      <a:lnTo>
                        <a:pt x="180005" y="347496"/>
                      </a:lnTo>
                      <a:lnTo>
                        <a:pt x="178766" y="349684"/>
                      </a:lnTo>
                      <a:lnTo>
                        <a:pt x="178732" y="349673"/>
                      </a:lnTo>
                      <a:lnTo>
                        <a:pt x="177204" y="348063"/>
                      </a:lnTo>
                      <a:lnTo>
                        <a:pt x="177701" y="345702"/>
                      </a:lnTo>
                      <a:lnTo>
                        <a:pt x="177690" y="345713"/>
                      </a:lnTo>
                      <a:lnTo>
                        <a:pt x="177759" y="345528"/>
                      </a:lnTo>
                      <a:lnTo>
                        <a:pt x="175051" y="346454"/>
                      </a:lnTo>
                      <a:lnTo>
                        <a:pt x="173823" y="342472"/>
                      </a:lnTo>
                      <a:lnTo>
                        <a:pt x="171497" y="341060"/>
                      </a:lnTo>
                      <a:lnTo>
                        <a:pt x="172631" y="339891"/>
                      </a:lnTo>
                      <a:lnTo>
                        <a:pt x="172608" y="339856"/>
                      </a:lnTo>
                      <a:lnTo>
                        <a:pt x="172701" y="339752"/>
                      </a:lnTo>
                      <a:lnTo>
                        <a:pt x="167711" y="329588"/>
                      </a:lnTo>
                      <a:lnTo>
                        <a:pt x="167804" y="327227"/>
                      </a:lnTo>
                      <a:lnTo>
                        <a:pt x="168834" y="325201"/>
                      </a:lnTo>
                      <a:lnTo>
                        <a:pt x="167862" y="325433"/>
                      </a:lnTo>
                      <a:lnTo>
                        <a:pt x="167885" y="324958"/>
                      </a:lnTo>
                      <a:lnTo>
                        <a:pt x="165396" y="325629"/>
                      </a:lnTo>
                      <a:lnTo>
                        <a:pt x="160303" y="319135"/>
                      </a:lnTo>
                      <a:lnTo>
                        <a:pt x="159180" y="317596"/>
                      </a:lnTo>
                      <a:lnTo>
                        <a:pt x="159168" y="317688"/>
                      </a:lnTo>
                      <a:lnTo>
                        <a:pt x="157860" y="316022"/>
                      </a:lnTo>
                      <a:lnTo>
                        <a:pt x="158972" y="318915"/>
                      </a:lnTo>
                      <a:lnTo>
                        <a:pt x="158647" y="320953"/>
                      </a:lnTo>
                      <a:lnTo>
                        <a:pt x="163452" y="331487"/>
                      </a:lnTo>
                      <a:lnTo>
                        <a:pt x="162826" y="334172"/>
                      </a:lnTo>
                      <a:lnTo>
                        <a:pt x="166288" y="337969"/>
                      </a:lnTo>
                      <a:lnTo>
                        <a:pt x="166461" y="342148"/>
                      </a:lnTo>
                      <a:lnTo>
                        <a:pt x="168394" y="344394"/>
                      </a:lnTo>
                      <a:lnTo>
                        <a:pt x="166091" y="345436"/>
                      </a:lnTo>
                      <a:lnTo>
                        <a:pt x="162896" y="344267"/>
                      </a:lnTo>
                      <a:lnTo>
                        <a:pt x="160257" y="337483"/>
                      </a:lnTo>
                      <a:lnTo>
                        <a:pt x="160315" y="338270"/>
                      </a:lnTo>
                      <a:lnTo>
                        <a:pt x="160233" y="338108"/>
                      </a:lnTo>
                      <a:lnTo>
                        <a:pt x="160453" y="340273"/>
                      </a:lnTo>
                      <a:lnTo>
                        <a:pt x="160511" y="341141"/>
                      </a:lnTo>
                      <a:lnTo>
                        <a:pt x="156749" y="339254"/>
                      </a:lnTo>
                      <a:lnTo>
                        <a:pt x="156691" y="339486"/>
                      </a:lnTo>
                      <a:lnTo>
                        <a:pt x="156645" y="339428"/>
                      </a:lnTo>
                      <a:lnTo>
                        <a:pt x="156656" y="339648"/>
                      </a:lnTo>
                      <a:lnTo>
                        <a:pt x="155950" y="342820"/>
                      </a:lnTo>
                      <a:lnTo>
                        <a:pt x="154804" y="343202"/>
                      </a:lnTo>
                      <a:lnTo>
                        <a:pt x="154168" y="342935"/>
                      </a:lnTo>
                      <a:lnTo>
                        <a:pt x="151285" y="338189"/>
                      </a:lnTo>
                      <a:lnTo>
                        <a:pt x="147882" y="332459"/>
                      </a:lnTo>
                      <a:lnTo>
                        <a:pt x="143194" y="317735"/>
                      </a:lnTo>
                      <a:lnTo>
                        <a:pt x="141596" y="316241"/>
                      </a:lnTo>
                      <a:lnTo>
                        <a:pt x="141087" y="317191"/>
                      </a:lnTo>
                      <a:lnTo>
                        <a:pt x="140740" y="317110"/>
                      </a:lnTo>
                      <a:lnTo>
                        <a:pt x="140624" y="313973"/>
                      </a:lnTo>
                      <a:lnTo>
                        <a:pt x="139570" y="313313"/>
                      </a:lnTo>
                      <a:lnTo>
                        <a:pt x="138158" y="305348"/>
                      </a:lnTo>
                      <a:lnTo>
                        <a:pt x="138066" y="302837"/>
                      </a:lnTo>
                      <a:lnTo>
                        <a:pt x="140392" y="298113"/>
                      </a:lnTo>
                      <a:lnTo>
                        <a:pt x="140844" y="297407"/>
                      </a:lnTo>
                      <a:lnTo>
                        <a:pt x="140589" y="296643"/>
                      </a:lnTo>
                      <a:lnTo>
                        <a:pt x="138702" y="288714"/>
                      </a:lnTo>
                      <a:lnTo>
                        <a:pt x="138980" y="286758"/>
                      </a:lnTo>
                      <a:lnTo>
                        <a:pt x="140751" y="284095"/>
                      </a:lnTo>
                      <a:lnTo>
                        <a:pt x="146377" y="277740"/>
                      </a:lnTo>
                      <a:lnTo>
                        <a:pt x="147581" y="274001"/>
                      </a:lnTo>
                      <a:lnTo>
                        <a:pt x="150139" y="272103"/>
                      </a:lnTo>
                      <a:lnTo>
                        <a:pt x="152570" y="272867"/>
                      </a:lnTo>
                      <a:lnTo>
                        <a:pt x="155372" y="269544"/>
                      </a:lnTo>
                      <a:lnTo>
                        <a:pt x="155568" y="263305"/>
                      </a:lnTo>
                      <a:lnTo>
                        <a:pt x="165662" y="263062"/>
                      </a:lnTo>
                      <a:lnTo>
                        <a:pt x="168093" y="265886"/>
                      </a:lnTo>
                      <a:lnTo>
                        <a:pt x="166716" y="267507"/>
                      </a:lnTo>
                      <a:lnTo>
                        <a:pt x="168811" y="267889"/>
                      </a:lnTo>
                      <a:lnTo>
                        <a:pt x="171508" y="265643"/>
                      </a:lnTo>
                      <a:lnTo>
                        <a:pt x="177319" y="265134"/>
                      </a:lnTo>
                      <a:lnTo>
                        <a:pt x="179600" y="264983"/>
                      </a:lnTo>
                      <a:lnTo>
                        <a:pt x="179021" y="264983"/>
                      </a:lnTo>
                      <a:lnTo>
                        <a:pt x="179993" y="264902"/>
                      </a:lnTo>
                      <a:lnTo>
                        <a:pt x="174217" y="264740"/>
                      </a:lnTo>
                      <a:lnTo>
                        <a:pt x="169876" y="263351"/>
                      </a:lnTo>
                      <a:lnTo>
                        <a:pt x="164366" y="261291"/>
                      </a:lnTo>
                      <a:lnTo>
                        <a:pt x="163208" y="261198"/>
                      </a:lnTo>
                      <a:lnTo>
                        <a:pt x="162954" y="261129"/>
                      </a:lnTo>
                      <a:lnTo>
                        <a:pt x="146331" y="259797"/>
                      </a:lnTo>
                      <a:lnTo>
                        <a:pt x="146308" y="259809"/>
                      </a:lnTo>
                      <a:lnTo>
                        <a:pt x="146446" y="260214"/>
                      </a:lnTo>
                      <a:lnTo>
                        <a:pt x="148148" y="260793"/>
                      </a:lnTo>
                      <a:lnTo>
                        <a:pt x="148137" y="261568"/>
                      </a:lnTo>
                      <a:lnTo>
                        <a:pt x="153600" y="262900"/>
                      </a:lnTo>
                      <a:lnTo>
                        <a:pt x="153045" y="268016"/>
                      </a:lnTo>
                      <a:lnTo>
                        <a:pt x="148449" y="271489"/>
                      </a:lnTo>
                      <a:lnTo>
                        <a:pt x="143309" y="274915"/>
                      </a:lnTo>
                      <a:lnTo>
                        <a:pt x="135554" y="285392"/>
                      </a:lnTo>
                      <a:lnTo>
                        <a:pt x="129731" y="287869"/>
                      </a:lnTo>
                      <a:lnTo>
                        <a:pt x="123746" y="290416"/>
                      </a:lnTo>
                      <a:lnTo>
                        <a:pt x="126351" y="293205"/>
                      </a:lnTo>
                      <a:lnTo>
                        <a:pt x="125980" y="293900"/>
                      </a:lnTo>
                      <a:lnTo>
                        <a:pt x="124626" y="295347"/>
                      </a:lnTo>
                      <a:lnTo>
                        <a:pt x="125112" y="295567"/>
                      </a:lnTo>
                      <a:lnTo>
                        <a:pt x="124452" y="296817"/>
                      </a:lnTo>
                      <a:lnTo>
                        <a:pt x="127265" y="296586"/>
                      </a:lnTo>
                      <a:lnTo>
                        <a:pt x="129326" y="297558"/>
                      </a:lnTo>
                      <a:lnTo>
                        <a:pt x="129731" y="298056"/>
                      </a:lnTo>
                      <a:lnTo>
                        <a:pt x="129962" y="298334"/>
                      </a:lnTo>
                      <a:lnTo>
                        <a:pt x="133864" y="314123"/>
                      </a:lnTo>
                      <a:lnTo>
                        <a:pt x="134245" y="315767"/>
                      </a:lnTo>
                      <a:lnTo>
                        <a:pt x="131514" y="319263"/>
                      </a:lnTo>
                      <a:lnTo>
                        <a:pt x="133099" y="320814"/>
                      </a:lnTo>
                      <a:lnTo>
                        <a:pt x="133076" y="320814"/>
                      </a:lnTo>
                      <a:lnTo>
                        <a:pt x="130205" y="319575"/>
                      </a:lnTo>
                      <a:lnTo>
                        <a:pt x="129731" y="319691"/>
                      </a:lnTo>
                      <a:lnTo>
                        <a:pt x="126443" y="320467"/>
                      </a:lnTo>
                      <a:lnTo>
                        <a:pt x="129731" y="321705"/>
                      </a:lnTo>
                      <a:lnTo>
                        <a:pt x="131722" y="322458"/>
                      </a:lnTo>
                      <a:lnTo>
                        <a:pt x="133065" y="321937"/>
                      </a:lnTo>
                      <a:lnTo>
                        <a:pt x="133991" y="322157"/>
                      </a:lnTo>
                      <a:lnTo>
                        <a:pt x="137822" y="320733"/>
                      </a:lnTo>
                      <a:lnTo>
                        <a:pt x="138482" y="321103"/>
                      </a:lnTo>
                      <a:lnTo>
                        <a:pt x="138783" y="321740"/>
                      </a:lnTo>
                      <a:lnTo>
                        <a:pt x="139594" y="325629"/>
                      </a:lnTo>
                      <a:lnTo>
                        <a:pt x="143506" y="331684"/>
                      </a:lnTo>
                      <a:lnTo>
                        <a:pt x="145949" y="336823"/>
                      </a:lnTo>
                      <a:lnTo>
                        <a:pt x="147303" y="342889"/>
                      </a:lnTo>
                      <a:lnTo>
                        <a:pt x="147303" y="342970"/>
                      </a:lnTo>
                      <a:lnTo>
                        <a:pt x="146933" y="342912"/>
                      </a:lnTo>
                      <a:lnTo>
                        <a:pt x="144803" y="342148"/>
                      </a:lnTo>
                      <a:lnTo>
                        <a:pt x="144768" y="342553"/>
                      </a:lnTo>
                      <a:lnTo>
                        <a:pt x="139351" y="341662"/>
                      </a:lnTo>
                      <a:lnTo>
                        <a:pt x="138725" y="343352"/>
                      </a:lnTo>
                      <a:lnTo>
                        <a:pt x="138540" y="343641"/>
                      </a:lnTo>
                      <a:lnTo>
                        <a:pt x="134732" y="342959"/>
                      </a:lnTo>
                      <a:lnTo>
                        <a:pt x="135195" y="343329"/>
                      </a:lnTo>
                      <a:lnTo>
                        <a:pt x="135044" y="343306"/>
                      </a:lnTo>
                      <a:lnTo>
                        <a:pt x="135449" y="343526"/>
                      </a:lnTo>
                      <a:lnTo>
                        <a:pt x="145208" y="351212"/>
                      </a:lnTo>
                      <a:lnTo>
                        <a:pt x="147697" y="353169"/>
                      </a:lnTo>
                      <a:lnTo>
                        <a:pt x="147500" y="353840"/>
                      </a:lnTo>
                      <a:lnTo>
                        <a:pt x="146528" y="356294"/>
                      </a:lnTo>
                      <a:lnTo>
                        <a:pt x="147581" y="358204"/>
                      </a:lnTo>
                      <a:lnTo>
                        <a:pt x="148750" y="360716"/>
                      </a:lnTo>
                      <a:lnTo>
                        <a:pt x="148472" y="363668"/>
                      </a:lnTo>
                      <a:lnTo>
                        <a:pt x="147778" y="364478"/>
                      </a:lnTo>
                      <a:lnTo>
                        <a:pt x="147257" y="364953"/>
                      </a:lnTo>
                      <a:lnTo>
                        <a:pt x="138436" y="363957"/>
                      </a:lnTo>
                      <a:lnTo>
                        <a:pt x="131525" y="360114"/>
                      </a:lnTo>
                      <a:lnTo>
                        <a:pt x="129928" y="361329"/>
                      </a:lnTo>
                      <a:lnTo>
                        <a:pt x="129731" y="361179"/>
                      </a:lnTo>
                      <a:lnTo>
                        <a:pt x="126606" y="358713"/>
                      </a:lnTo>
                      <a:lnTo>
                        <a:pt x="123897" y="359686"/>
                      </a:lnTo>
                      <a:lnTo>
                        <a:pt x="120470" y="356942"/>
                      </a:lnTo>
                      <a:lnTo>
                        <a:pt x="120447" y="356803"/>
                      </a:lnTo>
                      <a:lnTo>
                        <a:pt x="120204" y="353307"/>
                      </a:lnTo>
                      <a:lnTo>
                        <a:pt x="119417" y="354245"/>
                      </a:lnTo>
                      <a:lnTo>
                        <a:pt x="118271" y="355090"/>
                      </a:lnTo>
                      <a:lnTo>
                        <a:pt x="115446" y="351212"/>
                      </a:lnTo>
                      <a:lnTo>
                        <a:pt x="110503" y="353099"/>
                      </a:lnTo>
                      <a:lnTo>
                        <a:pt x="106139" y="351571"/>
                      </a:lnTo>
                      <a:lnTo>
                        <a:pt x="106151" y="351594"/>
                      </a:lnTo>
                      <a:lnTo>
                        <a:pt x="105479" y="351351"/>
                      </a:lnTo>
                      <a:lnTo>
                        <a:pt x="107725" y="353539"/>
                      </a:lnTo>
                      <a:lnTo>
                        <a:pt x="108651" y="354685"/>
                      </a:lnTo>
                      <a:lnTo>
                        <a:pt x="109415" y="357984"/>
                      </a:lnTo>
                      <a:lnTo>
                        <a:pt x="109508" y="362093"/>
                      </a:lnTo>
                      <a:lnTo>
                        <a:pt x="108825" y="362313"/>
                      </a:lnTo>
                      <a:lnTo>
                        <a:pt x="107691" y="361573"/>
                      </a:lnTo>
                      <a:lnTo>
                        <a:pt x="106093" y="358702"/>
                      </a:lnTo>
                      <a:lnTo>
                        <a:pt x="104843" y="360878"/>
                      </a:lnTo>
                      <a:lnTo>
                        <a:pt x="102342" y="360554"/>
                      </a:lnTo>
                      <a:lnTo>
                        <a:pt x="104519" y="369490"/>
                      </a:lnTo>
                      <a:lnTo>
                        <a:pt x="106162" y="368507"/>
                      </a:lnTo>
                      <a:lnTo>
                        <a:pt x="109010" y="371910"/>
                      </a:lnTo>
                      <a:lnTo>
                        <a:pt x="108443" y="370845"/>
                      </a:lnTo>
                      <a:lnTo>
                        <a:pt x="108709" y="371146"/>
                      </a:lnTo>
                      <a:lnTo>
                        <a:pt x="107806" y="369189"/>
                      </a:lnTo>
                      <a:lnTo>
                        <a:pt x="108454" y="368310"/>
                      </a:lnTo>
                      <a:lnTo>
                        <a:pt x="109369" y="368055"/>
                      </a:lnTo>
                      <a:lnTo>
                        <a:pt x="113884" y="369988"/>
                      </a:lnTo>
                      <a:lnTo>
                        <a:pt x="114937" y="373646"/>
                      </a:lnTo>
                      <a:lnTo>
                        <a:pt x="115203" y="373681"/>
                      </a:lnTo>
                      <a:lnTo>
                        <a:pt x="115250" y="373808"/>
                      </a:lnTo>
                      <a:lnTo>
                        <a:pt x="115909" y="373762"/>
                      </a:lnTo>
                      <a:lnTo>
                        <a:pt x="116697" y="373854"/>
                      </a:lnTo>
                      <a:lnTo>
                        <a:pt x="116639" y="377570"/>
                      </a:lnTo>
                      <a:lnTo>
                        <a:pt x="115886" y="377975"/>
                      </a:lnTo>
                      <a:lnTo>
                        <a:pt x="115030" y="378346"/>
                      </a:lnTo>
                      <a:lnTo>
                        <a:pt x="115099" y="378404"/>
                      </a:lnTo>
                      <a:lnTo>
                        <a:pt x="114914" y="378496"/>
                      </a:lnTo>
                      <a:lnTo>
                        <a:pt x="115469" y="378693"/>
                      </a:lnTo>
                      <a:lnTo>
                        <a:pt x="117194" y="380117"/>
                      </a:lnTo>
                      <a:lnTo>
                        <a:pt x="118641" y="385002"/>
                      </a:lnTo>
                      <a:lnTo>
                        <a:pt x="119637" y="386055"/>
                      </a:lnTo>
                      <a:lnTo>
                        <a:pt x="121975" y="384018"/>
                      </a:lnTo>
                      <a:lnTo>
                        <a:pt x="123202" y="385812"/>
                      </a:lnTo>
                      <a:lnTo>
                        <a:pt x="121709" y="386692"/>
                      </a:lnTo>
                      <a:lnTo>
                        <a:pt x="123943" y="394691"/>
                      </a:lnTo>
                      <a:lnTo>
                        <a:pt x="119347" y="397180"/>
                      </a:lnTo>
                      <a:lnTo>
                        <a:pt x="118826" y="392851"/>
                      </a:lnTo>
                      <a:lnTo>
                        <a:pt x="118352" y="392897"/>
                      </a:lnTo>
                      <a:lnTo>
                        <a:pt x="118248" y="392445"/>
                      </a:lnTo>
                      <a:lnTo>
                        <a:pt x="116627" y="393047"/>
                      </a:lnTo>
                      <a:lnTo>
                        <a:pt x="116222" y="397365"/>
                      </a:lnTo>
                      <a:lnTo>
                        <a:pt x="113861" y="395177"/>
                      </a:lnTo>
                      <a:lnTo>
                        <a:pt x="115064" y="390559"/>
                      </a:lnTo>
                      <a:lnTo>
                        <a:pt x="115018" y="390640"/>
                      </a:lnTo>
                      <a:lnTo>
                        <a:pt x="115203" y="389968"/>
                      </a:lnTo>
                      <a:lnTo>
                        <a:pt x="114555" y="391357"/>
                      </a:lnTo>
                      <a:lnTo>
                        <a:pt x="112483" y="394506"/>
                      </a:lnTo>
                      <a:lnTo>
                        <a:pt x="105051" y="388892"/>
                      </a:lnTo>
                      <a:lnTo>
                        <a:pt x="104368" y="390686"/>
                      </a:lnTo>
                      <a:lnTo>
                        <a:pt x="107285" y="395594"/>
                      </a:lnTo>
                      <a:lnTo>
                        <a:pt x="104692" y="396671"/>
                      </a:lnTo>
                      <a:lnTo>
                        <a:pt x="107980" y="401035"/>
                      </a:lnTo>
                      <a:lnTo>
                        <a:pt x="106244" y="405549"/>
                      </a:lnTo>
                      <a:lnTo>
                        <a:pt x="105838" y="406510"/>
                      </a:lnTo>
                      <a:lnTo>
                        <a:pt x="101439" y="399750"/>
                      </a:lnTo>
                      <a:lnTo>
                        <a:pt x="99576" y="403222"/>
                      </a:lnTo>
                      <a:lnTo>
                        <a:pt x="96068" y="401023"/>
                      </a:lnTo>
                      <a:lnTo>
                        <a:pt x="92978" y="397110"/>
                      </a:lnTo>
                      <a:lnTo>
                        <a:pt x="90350" y="387803"/>
                      </a:lnTo>
                      <a:lnTo>
                        <a:pt x="89250" y="392029"/>
                      </a:lnTo>
                      <a:lnTo>
                        <a:pt x="85627" y="387699"/>
                      </a:lnTo>
                      <a:lnTo>
                        <a:pt x="87155" y="390165"/>
                      </a:lnTo>
                      <a:lnTo>
                        <a:pt x="84678" y="387896"/>
                      </a:lnTo>
                      <a:lnTo>
                        <a:pt x="93035" y="399669"/>
                      </a:lnTo>
                      <a:lnTo>
                        <a:pt x="90952" y="398604"/>
                      </a:lnTo>
                      <a:lnTo>
                        <a:pt x="88544" y="406406"/>
                      </a:lnTo>
                      <a:lnTo>
                        <a:pt x="86877" y="399842"/>
                      </a:lnTo>
                      <a:lnTo>
                        <a:pt x="84539" y="399206"/>
                      </a:lnTo>
                      <a:lnTo>
                        <a:pt x="85118" y="403396"/>
                      </a:lnTo>
                      <a:lnTo>
                        <a:pt x="84573" y="402146"/>
                      </a:lnTo>
                      <a:lnTo>
                        <a:pt x="83694" y="400074"/>
                      </a:lnTo>
                      <a:lnTo>
                        <a:pt x="83740" y="400271"/>
                      </a:lnTo>
                      <a:lnTo>
                        <a:pt x="83717" y="400224"/>
                      </a:lnTo>
                      <a:lnTo>
                        <a:pt x="84458" y="404137"/>
                      </a:lnTo>
                      <a:lnTo>
                        <a:pt x="83404" y="404762"/>
                      </a:lnTo>
                      <a:lnTo>
                        <a:pt x="85326" y="408698"/>
                      </a:lnTo>
                      <a:lnTo>
                        <a:pt x="81622" y="407679"/>
                      </a:lnTo>
                      <a:lnTo>
                        <a:pt x="80476" y="408860"/>
                      </a:lnTo>
                      <a:lnTo>
                        <a:pt x="80927" y="408802"/>
                      </a:lnTo>
                      <a:lnTo>
                        <a:pt x="83520" y="409589"/>
                      </a:lnTo>
                      <a:lnTo>
                        <a:pt x="84388" y="411372"/>
                      </a:lnTo>
                      <a:lnTo>
                        <a:pt x="84319" y="411546"/>
                      </a:lnTo>
                      <a:lnTo>
                        <a:pt x="82826" y="411488"/>
                      </a:lnTo>
                      <a:lnTo>
                        <a:pt x="81795" y="411302"/>
                      </a:lnTo>
                      <a:lnTo>
                        <a:pt x="81332" y="411059"/>
                      </a:lnTo>
                      <a:lnTo>
                        <a:pt x="81008" y="411418"/>
                      </a:lnTo>
                      <a:lnTo>
                        <a:pt x="80614" y="410191"/>
                      </a:lnTo>
                      <a:lnTo>
                        <a:pt x="80614" y="409763"/>
                      </a:lnTo>
                      <a:lnTo>
                        <a:pt x="80441" y="409624"/>
                      </a:lnTo>
                      <a:lnTo>
                        <a:pt x="80418" y="409578"/>
                      </a:lnTo>
                      <a:lnTo>
                        <a:pt x="80371" y="409578"/>
                      </a:lnTo>
                      <a:lnTo>
                        <a:pt x="76725" y="406869"/>
                      </a:lnTo>
                      <a:lnTo>
                        <a:pt x="77547" y="409682"/>
                      </a:lnTo>
                      <a:lnTo>
                        <a:pt x="76690" y="409717"/>
                      </a:lnTo>
                      <a:lnTo>
                        <a:pt x="77721" y="410249"/>
                      </a:lnTo>
                      <a:lnTo>
                        <a:pt x="78091" y="411534"/>
                      </a:lnTo>
                      <a:lnTo>
                        <a:pt x="77848" y="411708"/>
                      </a:lnTo>
                      <a:lnTo>
                        <a:pt x="76216" y="410828"/>
                      </a:lnTo>
                      <a:lnTo>
                        <a:pt x="76146" y="410758"/>
                      </a:lnTo>
                      <a:lnTo>
                        <a:pt x="76146" y="410793"/>
                      </a:lnTo>
                      <a:lnTo>
                        <a:pt x="76135" y="410782"/>
                      </a:lnTo>
                      <a:lnTo>
                        <a:pt x="76100" y="411407"/>
                      </a:lnTo>
                      <a:lnTo>
                        <a:pt x="76019" y="412587"/>
                      </a:lnTo>
                      <a:lnTo>
                        <a:pt x="76054" y="412680"/>
                      </a:lnTo>
                      <a:lnTo>
                        <a:pt x="75926" y="415516"/>
                      </a:lnTo>
                      <a:lnTo>
                        <a:pt x="78982" y="422786"/>
                      </a:lnTo>
                      <a:lnTo>
                        <a:pt x="75672" y="423214"/>
                      </a:lnTo>
                      <a:lnTo>
                        <a:pt x="73148" y="421292"/>
                      </a:lnTo>
                      <a:lnTo>
                        <a:pt x="71435" y="422369"/>
                      </a:lnTo>
                      <a:lnTo>
                        <a:pt x="70462" y="420193"/>
                      </a:lnTo>
                      <a:lnTo>
                        <a:pt x="73866" y="419753"/>
                      </a:lnTo>
                      <a:lnTo>
                        <a:pt x="73229" y="419718"/>
                      </a:lnTo>
                      <a:lnTo>
                        <a:pt x="73877" y="419602"/>
                      </a:lnTo>
                      <a:lnTo>
                        <a:pt x="70451" y="419475"/>
                      </a:lnTo>
                      <a:lnTo>
                        <a:pt x="67163" y="416130"/>
                      </a:lnTo>
                      <a:lnTo>
                        <a:pt x="66885" y="416801"/>
                      </a:lnTo>
                      <a:lnTo>
                        <a:pt x="64848" y="417044"/>
                      </a:lnTo>
                      <a:lnTo>
                        <a:pt x="63772" y="416604"/>
                      </a:lnTo>
                      <a:lnTo>
                        <a:pt x="64455" y="417090"/>
                      </a:lnTo>
                      <a:lnTo>
                        <a:pt x="63598" y="417195"/>
                      </a:lnTo>
                      <a:lnTo>
                        <a:pt x="67430" y="419255"/>
                      </a:lnTo>
                      <a:lnTo>
                        <a:pt x="68587" y="420100"/>
                      </a:lnTo>
                      <a:lnTo>
                        <a:pt x="68032" y="421559"/>
                      </a:lnTo>
                      <a:lnTo>
                        <a:pt x="64281" y="419070"/>
                      </a:lnTo>
                      <a:lnTo>
                        <a:pt x="63783" y="420366"/>
                      </a:lnTo>
                      <a:lnTo>
                        <a:pt x="65404" y="421397"/>
                      </a:lnTo>
                      <a:lnTo>
                        <a:pt x="64397" y="421316"/>
                      </a:lnTo>
                      <a:lnTo>
                        <a:pt x="67233" y="422554"/>
                      </a:lnTo>
                      <a:lnTo>
                        <a:pt x="68425" y="423318"/>
                      </a:lnTo>
                      <a:lnTo>
                        <a:pt x="66504" y="424163"/>
                      </a:lnTo>
                      <a:lnTo>
                        <a:pt x="67927" y="424916"/>
                      </a:lnTo>
                      <a:lnTo>
                        <a:pt x="67511" y="425529"/>
                      </a:lnTo>
                      <a:lnTo>
                        <a:pt x="67036" y="425680"/>
                      </a:lnTo>
                      <a:lnTo>
                        <a:pt x="67395" y="425703"/>
                      </a:lnTo>
                      <a:lnTo>
                        <a:pt x="67360" y="425761"/>
                      </a:lnTo>
                      <a:lnTo>
                        <a:pt x="70231" y="425865"/>
                      </a:lnTo>
                      <a:lnTo>
                        <a:pt x="70358" y="427891"/>
                      </a:lnTo>
                      <a:lnTo>
                        <a:pt x="61213" y="430912"/>
                      </a:lnTo>
                      <a:lnTo>
                        <a:pt x="60704" y="430831"/>
                      </a:lnTo>
                      <a:lnTo>
                        <a:pt x="60368" y="428180"/>
                      </a:lnTo>
                      <a:lnTo>
                        <a:pt x="59975" y="430727"/>
                      </a:lnTo>
                      <a:lnTo>
                        <a:pt x="58736" y="430542"/>
                      </a:lnTo>
                      <a:lnTo>
                        <a:pt x="58238" y="430403"/>
                      </a:lnTo>
                      <a:lnTo>
                        <a:pt x="58250" y="430472"/>
                      </a:lnTo>
                      <a:lnTo>
                        <a:pt x="58157" y="430449"/>
                      </a:lnTo>
                      <a:lnTo>
                        <a:pt x="58296" y="430611"/>
                      </a:lnTo>
                      <a:lnTo>
                        <a:pt x="58667" y="431989"/>
                      </a:lnTo>
                      <a:lnTo>
                        <a:pt x="56664" y="432509"/>
                      </a:lnTo>
                      <a:lnTo>
                        <a:pt x="57659" y="435531"/>
                      </a:lnTo>
                      <a:lnTo>
                        <a:pt x="54951" y="441770"/>
                      </a:lnTo>
                      <a:lnTo>
                        <a:pt x="53052" y="440694"/>
                      </a:lnTo>
                      <a:lnTo>
                        <a:pt x="51640" y="442743"/>
                      </a:lnTo>
                      <a:lnTo>
                        <a:pt x="50644" y="441411"/>
                      </a:lnTo>
                      <a:lnTo>
                        <a:pt x="48885" y="442094"/>
                      </a:lnTo>
                      <a:lnTo>
                        <a:pt x="48109" y="439582"/>
                      </a:lnTo>
                      <a:lnTo>
                        <a:pt x="46361" y="438714"/>
                      </a:lnTo>
                      <a:lnTo>
                        <a:pt x="46443" y="440242"/>
                      </a:lnTo>
                      <a:lnTo>
                        <a:pt x="46443" y="440416"/>
                      </a:lnTo>
                      <a:lnTo>
                        <a:pt x="45979" y="439883"/>
                      </a:lnTo>
                      <a:lnTo>
                        <a:pt x="45493" y="439200"/>
                      </a:lnTo>
                      <a:lnTo>
                        <a:pt x="45574" y="439432"/>
                      </a:lnTo>
                      <a:lnTo>
                        <a:pt x="44428" y="438112"/>
                      </a:lnTo>
                      <a:lnTo>
                        <a:pt x="47866" y="447790"/>
                      </a:lnTo>
                      <a:lnTo>
                        <a:pt x="47033" y="447489"/>
                      </a:lnTo>
                      <a:lnTo>
                        <a:pt x="45065" y="446759"/>
                      </a:lnTo>
                      <a:lnTo>
                        <a:pt x="45019" y="446621"/>
                      </a:lnTo>
                      <a:lnTo>
                        <a:pt x="45077" y="442951"/>
                      </a:lnTo>
                      <a:lnTo>
                        <a:pt x="43664" y="442523"/>
                      </a:lnTo>
                      <a:lnTo>
                        <a:pt x="43016" y="440566"/>
                      </a:lnTo>
                      <a:lnTo>
                        <a:pt x="42750" y="439142"/>
                      </a:lnTo>
                      <a:lnTo>
                        <a:pt x="40145" y="437418"/>
                      </a:lnTo>
                      <a:lnTo>
                        <a:pt x="39810" y="437175"/>
                      </a:lnTo>
                      <a:lnTo>
                        <a:pt x="37506" y="432012"/>
                      </a:lnTo>
                      <a:lnTo>
                        <a:pt x="35781" y="430322"/>
                      </a:lnTo>
                      <a:lnTo>
                        <a:pt x="35168" y="431410"/>
                      </a:lnTo>
                      <a:lnTo>
                        <a:pt x="34242" y="431086"/>
                      </a:lnTo>
                      <a:lnTo>
                        <a:pt x="32748" y="428898"/>
                      </a:lnTo>
                      <a:lnTo>
                        <a:pt x="35225" y="430449"/>
                      </a:lnTo>
                      <a:lnTo>
                        <a:pt x="34913" y="428238"/>
                      </a:lnTo>
                      <a:lnTo>
                        <a:pt x="30306" y="423376"/>
                      </a:lnTo>
                      <a:lnTo>
                        <a:pt x="31047" y="420829"/>
                      </a:lnTo>
                      <a:lnTo>
                        <a:pt x="32864" y="422577"/>
                      </a:lnTo>
                      <a:lnTo>
                        <a:pt x="34022" y="421987"/>
                      </a:lnTo>
                      <a:lnTo>
                        <a:pt x="34450" y="422161"/>
                      </a:lnTo>
                      <a:lnTo>
                        <a:pt x="34137" y="421918"/>
                      </a:lnTo>
                      <a:lnTo>
                        <a:pt x="34415" y="421779"/>
                      </a:lnTo>
                      <a:lnTo>
                        <a:pt x="29287" y="418086"/>
                      </a:lnTo>
                      <a:lnTo>
                        <a:pt x="30514" y="422242"/>
                      </a:lnTo>
                      <a:lnTo>
                        <a:pt x="29437" y="422554"/>
                      </a:lnTo>
                      <a:lnTo>
                        <a:pt x="24032" y="416222"/>
                      </a:lnTo>
                      <a:lnTo>
                        <a:pt x="23823" y="415979"/>
                      </a:lnTo>
                      <a:lnTo>
                        <a:pt x="22179" y="416130"/>
                      </a:lnTo>
                      <a:lnTo>
                        <a:pt x="17109" y="408212"/>
                      </a:lnTo>
                      <a:lnTo>
                        <a:pt x="16704" y="402829"/>
                      </a:lnTo>
                      <a:lnTo>
                        <a:pt x="14991" y="401949"/>
                      </a:lnTo>
                      <a:lnTo>
                        <a:pt x="14343" y="400016"/>
                      </a:lnTo>
                      <a:lnTo>
                        <a:pt x="14238" y="398442"/>
                      </a:lnTo>
                      <a:lnTo>
                        <a:pt x="9492" y="396462"/>
                      </a:lnTo>
                      <a:lnTo>
                        <a:pt x="8150" y="397319"/>
                      </a:lnTo>
                      <a:lnTo>
                        <a:pt x="3288" y="391959"/>
                      </a:lnTo>
                      <a:lnTo>
                        <a:pt x="1100" y="386970"/>
                      </a:lnTo>
                      <a:lnTo>
                        <a:pt x="2500" y="383486"/>
                      </a:lnTo>
                      <a:lnTo>
                        <a:pt x="498" y="380267"/>
                      </a:lnTo>
                      <a:lnTo>
                        <a:pt x="0" y="379434"/>
                      </a:lnTo>
                      <a:lnTo>
                        <a:pt x="614" y="379307"/>
                      </a:lnTo>
                      <a:lnTo>
                        <a:pt x="2929" y="379480"/>
                      </a:lnTo>
                      <a:lnTo>
                        <a:pt x="2894" y="378786"/>
                      </a:lnTo>
                      <a:lnTo>
                        <a:pt x="2940" y="378832"/>
                      </a:lnTo>
                      <a:lnTo>
                        <a:pt x="3183" y="378786"/>
                      </a:lnTo>
                      <a:lnTo>
                        <a:pt x="3010" y="378346"/>
                      </a:lnTo>
                      <a:lnTo>
                        <a:pt x="3311" y="378577"/>
                      </a:lnTo>
                      <a:lnTo>
                        <a:pt x="3241" y="378774"/>
                      </a:lnTo>
                      <a:lnTo>
                        <a:pt x="3855" y="378647"/>
                      </a:lnTo>
                      <a:lnTo>
                        <a:pt x="4897" y="379098"/>
                      </a:lnTo>
                      <a:lnTo>
                        <a:pt x="6193" y="380059"/>
                      </a:lnTo>
                      <a:lnTo>
                        <a:pt x="6228" y="379480"/>
                      </a:lnTo>
                      <a:lnTo>
                        <a:pt x="8636" y="377894"/>
                      </a:lnTo>
                      <a:lnTo>
                        <a:pt x="9006" y="377790"/>
                      </a:lnTo>
                      <a:lnTo>
                        <a:pt x="15778" y="383439"/>
                      </a:lnTo>
                      <a:lnTo>
                        <a:pt x="15894" y="383914"/>
                      </a:lnTo>
                      <a:lnTo>
                        <a:pt x="16704" y="388301"/>
                      </a:lnTo>
                      <a:lnTo>
                        <a:pt x="15327" y="394818"/>
                      </a:lnTo>
                      <a:lnTo>
                        <a:pt x="16797" y="397296"/>
                      </a:lnTo>
                      <a:lnTo>
                        <a:pt x="18869" y="395698"/>
                      </a:lnTo>
                      <a:lnTo>
                        <a:pt x="17526" y="389760"/>
                      </a:lnTo>
                      <a:lnTo>
                        <a:pt x="24032" y="388660"/>
                      </a:lnTo>
                      <a:lnTo>
                        <a:pt x="24402" y="388591"/>
                      </a:lnTo>
                      <a:lnTo>
                        <a:pt x="26277" y="386600"/>
                      </a:lnTo>
                      <a:lnTo>
                        <a:pt x="27134" y="386171"/>
                      </a:lnTo>
                      <a:lnTo>
                        <a:pt x="27724" y="385048"/>
                      </a:lnTo>
                      <a:lnTo>
                        <a:pt x="29171" y="383497"/>
                      </a:lnTo>
                      <a:lnTo>
                        <a:pt x="34473" y="383601"/>
                      </a:lnTo>
                      <a:lnTo>
                        <a:pt x="37656" y="378022"/>
                      </a:lnTo>
                      <a:lnTo>
                        <a:pt x="42727" y="377709"/>
                      </a:lnTo>
                      <a:lnTo>
                        <a:pt x="41476" y="374202"/>
                      </a:lnTo>
                      <a:lnTo>
                        <a:pt x="43109" y="369953"/>
                      </a:lnTo>
                      <a:lnTo>
                        <a:pt x="45169" y="369132"/>
                      </a:lnTo>
                      <a:lnTo>
                        <a:pt x="44301" y="366863"/>
                      </a:lnTo>
                      <a:lnTo>
                        <a:pt x="45053" y="364906"/>
                      </a:lnTo>
                      <a:lnTo>
                        <a:pt x="45424" y="364443"/>
                      </a:lnTo>
                      <a:lnTo>
                        <a:pt x="48051" y="364328"/>
                      </a:lnTo>
                      <a:lnTo>
                        <a:pt x="48075" y="367742"/>
                      </a:lnTo>
                      <a:lnTo>
                        <a:pt x="55159" y="364744"/>
                      </a:lnTo>
                      <a:lnTo>
                        <a:pt x="56386" y="365809"/>
                      </a:lnTo>
                      <a:lnTo>
                        <a:pt x="58620" y="360149"/>
                      </a:lnTo>
                      <a:lnTo>
                        <a:pt x="59824" y="365670"/>
                      </a:lnTo>
                      <a:lnTo>
                        <a:pt x="58261" y="367661"/>
                      </a:lnTo>
                      <a:lnTo>
                        <a:pt x="61711" y="366006"/>
                      </a:lnTo>
                      <a:lnTo>
                        <a:pt x="62394" y="363610"/>
                      </a:lnTo>
                      <a:lnTo>
                        <a:pt x="67974" y="368009"/>
                      </a:lnTo>
                      <a:lnTo>
                        <a:pt x="70520" y="365659"/>
                      </a:lnTo>
                      <a:lnTo>
                        <a:pt x="72778" y="366284"/>
                      </a:lnTo>
                      <a:lnTo>
                        <a:pt x="72268" y="364467"/>
                      </a:lnTo>
                      <a:lnTo>
                        <a:pt x="56490" y="354442"/>
                      </a:lnTo>
                      <a:lnTo>
                        <a:pt x="56664" y="351976"/>
                      </a:lnTo>
                      <a:lnTo>
                        <a:pt x="57984" y="351212"/>
                      </a:lnTo>
                      <a:lnTo>
                        <a:pt x="59975" y="350054"/>
                      </a:lnTo>
                      <a:lnTo>
                        <a:pt x="60704" y="344197"/>
                      </a:lnTo>
                      <a:lnTo>
                        <a:pt x="63077" y="345413"/>
                      </a:lnTo>
                      <a:lnTo>
                        <a:pt x="63135" y="345470"/>
                      </a:lnTo>
                      <a:lnTo>
                        <a:pt x="63158" y="345459"/>
                      </a:lnTo>
                      <a:lnTo>
                        <a:pt x="63528" y="345656"/>
                      </a:lnTo>
                      <a:lnTo>
                        <a:pt x="70544" y="341280"/>
                      </a:lnTo>
                      <a:lnTo>
                        <a:pt x="81934" y="344787"/>
                      </a:lnTo>
                      <a:lnTo>
                        <a:pt x="83682" y="348364"/>
                      </a:lnTo>
                      <a:lnTo>
                        <a:pt x="84411" y="348075"/>
                      </a:lnTo>
                      <a:lnTo>
                        <a:pt x="84678" y="348422"/>
                      </a:lnTo>
                      <a:lnTo>
                        <a:pt x="86426" y="347276"/>
                      </a:lnTo>
                      <a:lnTo>
                        <a:pt x="86565" y="347218"/>
                      </a:lnTo>
                      <a:lnTo>
                        <a:pt x="91044" y="349429"/>
                      </a:lnTo>
                      <a:lnTo>
                        <a:pt x="91149" y="347080"/>
                      </a:lnTo>
                      <a:lnTo>
                        <a:pt x="93279" y="346223"/>
                      </a:lnTo>
                      <a:lnTo>
                        <a:pt x="102910" y="349487"/>
                      </a:lnTo>
                      <a:lnTo>
                        <a:pt x="89470" y="339405"/>
                      </a:lnTo>
                      <a:lnTo>
                        <a:pt x="87583" y="334612"/>
                      </a:lnTo>
                      <a:lnTo>
                        <a:pt x="89169" y="334300"/>
                      </a:lnTo>
                      <a:lnTo>
                        <a:pt x="92364" y="334786"/>
                      </a:lnTo>
                      <a:lnTo>
                        <a:pt x="95929" y="332853"/>
                      </a:lnTo>
                      <a:lnTo>
                        <a:pt x="94344" y="331904"/>
                      </a:lnTo>
                      <a:lnTo>
                        <a:pt x="93186" y="329438"/>
                      </a:lnTo>
                      <a:lnTo>
                        <a:pt x="93116" y="328905"/>
                      </a:lnTo>
                      <a:lnTo>
                        <a:pt x="91959" y="330121"/>
                      </a:lnTo>
                      <a:lnTo>
                        <a:pt x="90153" y="331718"/>
                      </a:lnTo>
                      <a:lnTo>
                        <a:pt x="88035" y="330260"/>
                      </a:lnTo>
                      <a:lnTo>
                        <a:pt x="86958" y="329334"/>
                      </a:lnTo>
                      <a:lnTo>
                        <a:pt x="86831" y="329438"/>
                      </a:lnTo>
                      <a:lnTo>
                        <a:pt x="85928" y="328813"/>
                      </a:lnTo>
                      <a:lnTo>
                        <a:pt x="84492" y="330908"/>
                      </a:lnTo>
                      <a:lnTo>
                        <a:pt x="82478" y="330202"/>
                      </a:lnTo>
                      <a:lnTo>
                        <a:pt x="82501" y="330063"/>
                      </a:lnTo>
                      <a:lnTo>
                        <a:pt x="82918" y="327887"/>
                      </a:lnTo>
                      <a:lnTo>
                        <a:pt x="73044" y="326417"/>
                      </a:lnTo>
                      <a:lnTo>
                        <a:pt x="73009" y="326035"/>
                      </a:lnTo>
                      <a:lnTo>
                        <a:pt x="72974" y="323789"/>
                      </a:lnTo>
                      <a:lnTo>
                        <a:pt x="77258" y="321196"/>
                      </a:lnTo>
                      <a:lnTo>
                        <a:pt x="77466" y="318128"/>
                      </a:lnTo>
                      <a:lnTo>
                        <a:pt x="70729" y="323893"/>
                      </a:lnTo>
                      <a:lnTo>
                        <a:pt x="69536" y="320582"/>
                      </a:lnTo>
                      <a:lnTo>
                        <a:pt x="69316" y="320617"/>
                      </a:lnTo>
                      <a:lnTo>
                        <a:pt x="69270" y="320629"/>
                      </a:lnTo>
                      <a:lnTo>
                        <a:pt x="67256" y="320999"/>
                      </a:lnTo>
                      <a:lnTo>
                        <a:pt x="67001" y="320710"/>
                      </a:lnTo>
                      <a:lnTo>
                        <a:pt x="64304" y="317283"/>
                      </a:lnTo>
                      <a:lnTo>
                        <a:pt x="60912" y="318337"/>
                      </a:lnTo>
                      <a:lnTo>
                        <a:pt x="59257" y="315883"/>
                      </a:lnTo>
                      <a:lnTo>
                        <a:pt x="56201" y="317075"/>
                      </a:lnTo>
                      <a:lnTo>
                        <a:pt x="56201" y="316519"/>
                      </a:lnTo>
                      <a:lnTo>
                        <a:pt x="56294" y="314980"/>
                      </a:lnTo>
                      <a:lnTo>
                        <a:pt x="51351" y="312861"/>
                      </a:lnTo>
                      <a:lnTo>
                        <a:pt x="47473" y="307259"/>
                      </a:lnTo>
                      <a:lnTo>
                        <a:pt x="44845" y="308046"/>
                      </a:lnTo>
                      <a:lnTo>
                        <a:pt x="48619" y="311252"/>
                      </a:lnTo>
                      <a:lnTo>
                        <a:pt x="48341" y="313961"/>
                      </a:lnTo>
                      <a:lnTo>
                        <a:pt x="46466" y="312688"/>
                      </a:lnTo>
                      <a:lnTo>
                        <a:pt x="47334" y="314285"/>
                      </a:lnTo>
                      <a:lnTo>
                        <a:pt x="45968" y="314887"/>
                      </a:lnTo>
                      <a:lnTo>
                        <a:pt x="46060" y="313752"/>
                      </a:lnTo>
                      <a:lnTo>
                        <a:pt x="46060" y="313729"/>
                      </a:lnTo>
                      <a:lnTo>
                        <a:pt x="46072" y="313544"/>
                      </a:lnTo>
                      <a:lnTo>
                        <a:pt x="44498" y="314297"/>
                      </a:lnTo>
                      <a:lnTo>
                        <a:pt x="43016" y="312549"/>
                      </a:lnTo>
                      <a:lnTo>
                        <a:pt x="39740" y="314540"/>
                      </a:lnTo>
                      <a:lnTo>
                        <a:pt x="34566" y="311970"/>
                      </a:lnTo>
                      <a:lnTo>
                        <a:pt x="33894" y="309562"/>
                      </a:lnTo>
                      <a:lnTo>
                        <a:pt x="29820" y="308242"/>
                      </a:lnTo>
                      <a:lnTo>
                        <a:pt x="29542" y="305522"/>
                      </a:lnTo>
                      <a:lnTo>
                        <a:pt x="29380" y="302987"/>
                      </a:lnTo>
                      <a:lnTo>
                        <a:pt x="26729" y="303508"/>
                      </a:lnTo>
                      <a:lnTo>
                        <a:pt x="26590" y="305719"/>
                      </a:lnTo>
                      <a:lnTo>
                        <a:pt x="24032" y="304943"/>
                      </a:lnTo>
                      <a:lnTo>
                        <a:pt x="22538" y="304492"/>
                      </a:lnTo>
                      <a:lnTo>
                        <a:pt x="21878" y="299861"/>
                      </a:lnTo>
                      <a:lnTo>
                        <a:pt x="22492" y="298380"/>
                      </a:lnTo>
                      <a:lnTo>
                        <a:pt x="23291" y="296875"/>
                      </a:lnTo>
                      <a:lnTo>
                        <a:pt x="21624" y="293136"/>
                      </a:lnTo>
                      <a:lnTo>
                        <a:pt x="23013" y="292997"/>
                      </a:lnTo>
                      <a:lnTo>
                        <a:pt x="22399" y="291724"/>
                      </a:lnTo>
                      <a:lnTo>
                        <a:pt x="22643" y="291307"/>
                      </a:lnTo>
                      <a:lnTo>
                        <a:pt x="21219" y="289293"/>
                      </a:lnTo>
                      <a:lnTo>
                        <a:pt x="20559" y="287904"/>
                      </a:lnTo>
                      <a:lnTo>
                        <a:pt x="18741" y="287857"/>
                      </a:lnTo>
                      <a:lnTo>
                        <a:pt x="16195" y="292546"/>
                      </a:lnTo>
                      <a:lnTo>
                        <a:pt x="14123" y="292673"/>
                      </a:lnTo>
                      <a:lnTo>
                        <a:pt x="12942" y="290682"/>
                      </a:lnTo>
                      <a:lnTo>
                        <a:pt x="13196" y="289999"/>
                      </a:lnTo>
                      <a:lnTo>
                        <a:pt x="14667" y="289096"/>
                      </a:lnTo>
                      <a:lnTo>
                        <a:pt x="14678" y="286630"/>
                      </a:lnTo>
                      <a:lnTo>
                        <a:pt x="16415" y="286086"/>
                      </a:lnTo>
                      <a:lnTo>
                        <a:pt x="20073" y="285160"/>
                      </a:lnTo>
                      <a:lnTo>
                        <a:pt x="20107" y="284836"/>
                      </a:lnTo>
                      <a:lnTo>
                        <a:pt x="21207" y="283019"/>
                      </a:lnTo>
                      <a:lnTo>
                        <a:pt x="20559" y="279766"/>
                      </a:lnTo>
                      <a:lnTo>
                        <a:pt x="20675" y="278388"/>
                      </a:lnTo>
                      <a:lnTo>
                        <a:pt x="24032" y="273225"/>
                      </a:lnTo>
                      <a:lnTo>
                        <a:pt x="24147" y="273040"/>
                      </a:lnTo>
                      <a:lnTo>
                        <a:pt x="27771" y="275101"/>
                      </a:lnTo>
                      <a:lnTo>
                        <a:pt x="28430" y="275992"/>
                      </a:lnTo>
                      <a:lnTo>
                        <a:pt x="30699" y="280067"/>
                      </a:lnTo>
                      <a:lnTo>
                        <a:pt x="31429" y="280021"/>
                      </a:lnTo>
                      <a:lnTo>
                        <a:pt x="31822" y="280553"/>
                      </a:lnTo>
                      <a:lnTo>
                        <a:pt x="33709" y="279592"/>
                      </a:lnTo>
                      <a:lnTo>
                        <a:pt x="33304" y="278805"/>
                      </a:lnTo>
                      <a:lnTo>
                        <a:pt x="34496" y="273758"/>
                      </a:lnTo>
                      <a:lnTo>
                        <a:pt x="34901" y="272786"/>
                      </a:lnTo>
                      <a:lnTo>
                        <a:pt x="41257" y="267854"/>
                      </a:lnTo>
                      <a:lnTo>
                        <a:pt x="47403" y="266627"/>
                      </a:lnTo>
                      <a:lnTo>
                        <a:pt x="54048" y="262680"/>
                      </a:lnTo>
                      <a:lnTo>
                        <a:pt x="61132" y="264358"/>
                      </a:lnTo>
                      <a:lnTo>
                        <a:pt x="62475" y="262205"/>
                      </a:lnTo>
                      <a:lnTo>
                        <a:pt x="70115" y="259531"/>
                      </a:lnTo>
                      <a:lnTo>
                        <a:pt x="78010" y="259195"/>
                      </a:lnTo>
                      <a:lnTo>
                        <a:pt x="80117" y="260052"/>
                      </a:lnTo>
                      <a:lnTo>
                        <a:pt x="79306" y="259138"/>
                      </a:lnTo>
                      <a:lnTo>
                        <a:pt x="79387" y="259138"/>
                      </a:lnTo>
                      <a:lnTo>
                        <a:pt x="79225" y="259045"/>
                      </a:lnTo>
                      <a:lnTo>
                        <a:pt x="78091" y="257748"/>
                      </a:lnTo>
                      <a:lnTo>
                        <a:pt x="77072" y="257818"/>
                      </a:lnTo>
                      <a:lnTo>
                        <a:pt x="76991" y="257772"/>
                      </a:lnTo>
                      <a:lnTo>
                        <a:pt x="74178" y="258026"/>
                      </a:lnTo>
                      <a:lnTo>
                        <a:pt x="56791" y="259276"/>
                      </a:lnTo>
                      <a:lnTo>
                        <a:pt x="38258" y="266291"/>
                      </a:lnTo>
                      <a:lnTo>
                        <a:pt x="37680" y="265099"/>
                      </a:lnTo>
                      <a:lnTo>
                        <a:pt x="37541" y="264185"/>
                      </a:lnTo>
                      <a:lnTo>
                        <a:pt x="37309" y="264335"/>
                      </a:lnTo>
                      <a:lnTo>
                        <a:pt x="36996" y="263687"/>
                      </a:lnTo>
                      <a:lnTo>
                        <a:pt x="35168" y="264972"/>
                      </a:lnTo>
                      <a:lnTo>
                        <a:pt x="34577" y="263536"/>
                      </a:lnTo>
                      <a:lnTo>
                        <a:pt x="34114" y="261244"/>
                      </a:lnTo>
                      <a:lnTo>
                        <a:pt x="32077" y="261464"/>
                      </a:lnTo>
                      <a:lnTo>
                        <a:pt x="31510" y="261406"/>
                      </a:lnTo>
                      <a:lnTo>
                        <a:pt x="31591" y="258385"/>
                      </a:lnTo>
                      <a:lnTo>
                        <a:pt x="34925" y="258026"/>
                      </a:lnTo>
                      <a:lnTo>
                        <a:pt x="35144" y="257760"/>
                      </a:lnTo>
                      <a:lnTo>
                        <a:pt x="35191" y="257760"/>
                      </a:lnTo>
                      <a:lnTo>
                        <a:pt x="36777" y="255827"/>
                      </a:lnTo>
                      <a:lnTo>
                        <a:pt x="41720" y="256637"/>
                      </a:lnTo>
                      <a:lnTo>
                        <a:pt x="44799" y="254797"/>
                      </a:lnTo>
                      <a:lnTo>
                        <a:pt x="41326" y="252991"/>
                      </a:lnTo>
                      <a:lnTo>
                        <a:pt x="34936" y="254484"/>
                      </a:lnTo>
                      <a:lnTo>
                        <a:pt x="34786" y="254391"/>
                      </a:lnTo>
                      <a:lnTo>
                        <a:pt x="32899" y="253130"/>
                      </a:lnTo>
                      <a:lnTo>
                        <a:pt x="32968" y="252979"/>
                      </a:lnTo>
                      <a:lnTo>
                        <a:pt x="35225" y="248511"/>
                      </a:lnTo>
                      <a:lnTo>
                        <a:pt x="43711" y="245501"/>
                      </a:lnTo>
                      <a:lnTo>
                        <a:pt x="45632" y="244818"/>
                      </a:lnTo>
                      <a:lnTo>
                        <a:pt x="43259" y="243163"/>
                      </a:lnTo>
                      <a:lnTo>
                        <a:pt x="43224" y="242642"/>
                      </a:lnTo>
                      <a:lnTo>
                        <a:pt x="43433" y="238926"/>
                      </a:lnTo>
                      <a:lnTo>
                        <a:pt x="43005" y="239401"/>
                      </a:lnTo>
                      <a:lnTo>
                        <a:pt x="42935" y="238428"/>
                      </a:lnTo>
                      <a:lnTo>
                        <a:pt x="40701" y="241959"/>
                      </a:lnTo>
                      <a:lnTo>
                        <a:pt x="39636" y="243140"/>
                      </a:lnTo>
                      <a:lnTo>
                        <a:pt x="32378" y="245501"/>
                      </a:lnTo>
                      <a:lnTo>
                        <a:pt x="30190" y="246219"/>
                      </a:lnTo>
                      <a:lnTo>
                        <a:pt x="30387" y="246346"/>
                      </a:lnTo>
                      <a:lnTo>
                        <a:pt x="30260" y="246392"/>
                      </a:lnTo>
                      <a:lnTo>
                        <a:pt x="32320" y="247620"/>
                      </a:lnTo>
                      <a:lnTo>
                        <a:pt x="31324" y="249645"/>
                      </a:lnTo>
                      <a:lnTo>
                        <a:pt x="28535" y="248696"/>
                      </a:lnTo>
                      <a:lnTo>
                        <a:pt x="27979" y="247226"/>
                      </a:lnTo>
                      <a:lnTo>
                        <a:pt x="26474" y="248002"/>
                      </a:lnTo>
                      <a:lnTo>
                        <a:pt x="25884" y="247805"/>
                      </a:lnTo>
                      <a:lnTo>
                        <a:pt x="25953" y="246983"/>
                      </a:lnTo>
                      <a:lnTo>
                        <a:pt x="24344" y="247122"/>
                      </a:lnTo>
                      <a:lnTo>
                        <a:pt x="27713" y="245420"/>
                      </a:lnTo>
                      <a:lnTo>
                        <a:pt x="27481" y="245351"/>
                      </a:lnTo>
                      <a:lnTo>
                        <a:pt x="27713" y="245235"/>
                      </a:lnTo>
                      <a:lnTo>
                        <a:pt x="24032" y="244367"/>
                      </a:lnTo>
                      <a:lnTo>
                        <a:pt x="23569" y="244263"/>
                      </a:lnTo>
                      <a:lnTo>
                        <a:pt x="20709" y="243464"/>
                      </a:lnTo>
                      <a:lnTo>
                        <a:pt x="20640" y="243186"/>
                      </a:lnTo>
                      <a:lnTo>
                        <a:pt x="21369" y="239667"/>
                      </a:lnTo>
                      <a:lnTo>
                        <a:pt x="21358" y="239644"/>
                      </a:lnTo>
                      <a:lnTo>
                        <a:pt x="21520" y="239470"/>
                      </a:lnTo>
                      <a:lnTo>
                        <a:pt x="20605" y="237398"/>
                      </a:lnTo>
                      <a:lnTo>
                        <a:pt x="20478" y="237491"/>
                      </a:lnTo>
                      <a:lnTo>
                        <a:pt x="20547" y="237259"/>
                      </a:lnTo>
                      <a:lnTo>
                        <a:pt x="20061" y="236148"/>
                      </a:lnTo>
                      <a:lnTo>
                        <a:pt x="21670" y="232154"/>
                      </a:lnTo>
                      <a:lnTo>
                        <a:pt x="20976" y="228404"/>
                      </a:lnTo>
                      <a:lnTo>
                        <a:pt x="18984" y="227894"/>
                      </a:lnTo>
                      <a:lnTo>
                        <a:pt x="20431" y="226748"/>
                      </a:lnTo>
                      <a:lnTo>
                        <a:pt x="20084" y="226552"/>
                      </a:lnTo>
                      <a:lnTo>
                        <a:pt x="20119" y="226505"/>
                      </a:lnTo>
                      <a:lnTo>
                        <a:pt x="19876" y="226436"/>
                      </a:lnTo>
                      <a:lnTo>
                        <a:pt x="18290" y="225544"/>
                      </a:lnTo>
                      <a:lnTo>
                        <a:pt x="19563" y="219919"/>
                      </a:lnTo>
                      <a:lnTo>
                        <a:pt x="18672" y="217187"/>
                      </a:lnTo>
                      <a:lnTo>
                        <a:pt x="16496" y="215855"/>
                      </a:lnTo>
                      <a:lnTo>
                        <a:pt x="15871" y="216596"/>
                      </a:lnTo>
                      <a:lnTo>
                        <a:pt x="15408" y="216920"/>
                      </a:lnTo>
                      <a:lnTo>
                        <a:pt x="14736" y="215832"/>
                      </a:lnTo>
                      <a:lnTo>
                        <a:pt x="14597" y="214825"/>
                      </a:lnTo>
                      <a:lnTo>
                        <a:pt x="14076" y="214756"/>
                      </a:lnTo>
                      <a:lnTo>
                        <a:pt x="13833" y="214362"/>
                      </a:lnTo>
                      <a:lnTo>
                        <a:pt x="13880" y="214733"/>
                      </a:lnTo>
                      <a:lnTo>
                        <a:pt x="13497" y="214686"/>
                      </a:lnTo>
                      <a:lnTo>
                        <a:pt x="13243" y="214512"/>
                      </a:lnTo>
                      <a:lnTo>
                        <a:pt x="13671" y="214107"/>
                      </a:lnTo>
                      <a:lnTo>
                        <a:pt x="13602" y="214003"/>
                      </a:lnTo>
                      <a:lnTo>
                        <a:pt x="13509" y="214061"/>
                      </a:lnTo>
                      <a:lnTo>
                        <a:pt x="13521" y="213864"/>
                      </a:lnTo>
                      <a:lnTo>
                        <a:pt x="13451" y="213760"/>
                      </a:lnTo>
                      <a:lnTo>
                        <a:pt x="13880" y="212904"/>
                      </a:lnTo>
                      <a:lnTo>
                        <a:pt x="12595" y="212348"/>
                      </a:lnTo>
                      <a:lnTo>
                        <a:pt x="12178" y="211688"/>
                      </a:lnTo>
                      <a:lnTo>
                        <a:pt x="14007" y="210623"/>
                      </a:lnTo>
                      <a:lnTo>
                        <a:pt x="12398" y="209315"/>
                      </a:lnTo>
                      <a:lnTo>
                        <a:pt x="12872" y="208019"/>
                      </a:lnTo>
                      <a:lnTo>
                        <a:pt x="14921" y="204476"/>
                      </a:lnTo>
                      <a:lnTo>
                        <a:pt x="14597" y="203284"/>
                      </a:lnTo>
                      <a:lnTo>
                        <a:pt x="14701" y="202995"/>
                      </a:lnTo>
                      <a:lnTo>
                        <a:pt x="15790" y="202694"/>
                      </a:lnTo>
                      <a:lnTo>
                        <a:pt x="17642" y="203377"/>
                      </a:lnTo>
                      <a:lnTo>
                        <a:pt x="18232" y="204106"/>
                      </a:lnTo>
                      <a:lnTo>
                        <a:pt x="21450" y="199939"/>
                      </a:lnTo>
                      <a:lnTo>
                        <a:pt x="19413" y="195852"/>
                      </a:lnTo>
                      <a:lnTo>
                        <a:pt x="21878" y="196894"/>
                      </a:lnTo>
                      <a:lnTo>
                        <a:pt x="24032" y="195609"/>
                      </a:lnTo>
                      <a:lnTo>
                        <a:pt x="24101" y="195123"/>
                      </a:lnTo>
                      <a:lnTo>
                        <a:pt x="24830" y="194556"/>
                      </a:lnTo>
                      <a:lnTo>
                        <a:pt x="24333" y="193433"/>
                      </a:lnTo>
                      <a:lnTo>
                        <a:pt x="24437" y="192715"/>
                      </a:lnTo>
                      <a:lnTo>
                        <a:pt x="27134" y="191118"/>
                      </a:lnTo>
                      <a:lnTo>
                        <a:pt x="26509" y="190516"/>
                      </a:lnTo>
                      <a:lnTo>
                        <a:pt x="28338" y="188617"/>
                      </a:lnTo>
                      <a:lnTo>
                        <a:pt x="27840" y="188235"/>
                      </a:lnTo>
                      <a:lnTo>
                        <a:pt x="27910" y="188166"/>
                      </a:lnTo>
                      <a:lnTo>
                        <a:pt x="26868" y="186742"/>
                      </a:lnTo>
                      <a:lnTo>
                        <a:pt x="27273" y="186128"/>
                      </a:lnTo>
                      <a:lnTo>
                        <a:pt x="26324" y="185967"/>
                      </a:lnTo>
                      <a:lnTo>
                        <a:pt x="25722" y="185145"/>
                      </a:lnTo>
                      <a:lnTo>
                        <a:pt x="26034" y="184508"/>
                      </a:lnTo>
                      <a:lnTo>
                        <a:pt x="25444" y="184763"/>
                      </a:lnTo>
                      <a:lnTo>
                        <a:pt x="25120" y="184311"/>
                      </a:lnTo>
                      <a:lnTo>
                        <a:pt x="25826" y="181973"/>
                      </a:lnTo>
                      <a:lnTo>
                        <a:pt x="24032" y="180711"/>
                      </a:lnTo>
                      <a:lnTo>
                        <a:pt x="23129" y="180074"/>
                      </a:lnTo>
                      <a:lnTo>
                        <a:pt x="23175" y="179970"/>
                      </a:lnTo>
                      <a:lnTo>
                        <a:pt x="23661" y="179148"/>
                      </a:lnTo>
                      <a:lnTo>
                        <a:pt x="23789" y="179160"/>
                      </a:lnTo>
                      <a:lnTo>
                        <a:pt x="23707" y="179067"/>
                      </a:lnTo>
                      <a:lnTo>
                        <a:pt x="24032" y="178523"/>
                      </a:lnTo>
                      <a:lnTo>
                        <a:pt x="25641" y="175803"/>
                      </a:lnTo>
                      <a:lnTo>
                        <a:pt x="26983" y="174553"/>
                      </a:lnTo>
                      <a:lnTo>
                        <a:pt x="27446" y="174298"/>
                      </a:lnTo>
                      <a:lnTo>
                        <a:pt x="27921" y="175224"/>
                      </a:lnTo>
                      <a:lnTo>
                        <a:pt x="28176" y="175953"/>
                      </a:lnTo>
                      <a:lnTo>
                        <a:pt x="30954" y="173974"/>
                      </a:lnTo>
                      <a:lnTo>
                        <a:pt x="31290" y="174992"/>
                      </a:lnTo>
                      <a:lnTo>
                        <a:pt x="31706" y="177493"/>
                      </a:lnTo>
                      <a:lnTo>
                        <a:pt x="36603" y="177574"/>
                      </a:lnTo>
                      <a:lnTo>
                        <a:pt x="37436" y="178350"/>
                      </a:lnTo>
                      <a:lnTo>
                        <a:pt x="38397" y="179472"/>
                      </a:lnTo>
                      <a:lnTo>
                        <a:pt x="38559" y="179380"/>
                      </a:lnTo>
                      <a:lnTo>
                        <a:pt x="39115" y="179889"/>
                      </a:lnTo>
                      <a:lnTo>
                        <a:pt x="39520" y="178870"/>
                      </a:lnTo>
                      <a:lnTo>
                        <a:pt x="39647" y="178801"/>
                      </a:lnTo>
                      <a:lnTo>
                        <a:pt x="39613" y="178639"/>
                      </a:lnTo>
                      <a:lnTo>
                        <a:pt x="40284" y="176949"/>
                      </a:lnTo>
                      <a:lnTo>
                        <a:pt x="41326" y="177782"/>
                      </a:lnTo>
                      <a:lnTo>
                        <a:pt x="40319" y="181058"/>
                      </a:lnTo>
                      <a:lnTo>
                        <a:pt x="42102" y="181788"/>
                      </a:lnTo>
                      <a:lnTo>
                        <a:pt x="42831" y="185608"/>
                      </a:lnTo>
                      <a:lnTo>
                        <a:pt x="45331" y="178211"/>
                      </a:lnTo>
                      <a:lnTo>
                        <a:pt x="49140" y="176810"/>
                      </a:lnTo>
                      <a:lnTo>
                        <a:pt x="52358" y="179808"/>
                      </a:lnTo>
                      <a:lnTo>
                        <a:pt x="53307" y="178280"/>
                      </a:lnTo>
                      <a:lnTo>
                        <a:pt x="54661" y="178963"/>
                      </a:lnTo>
                      <a:lnTo>
                        <a:pt x="53585" y="177574"/>
                      </a:lnTo>
                      <a:lnTo>
                        <a:pt x="51420" y="178812"/>
                      </a:lnTo>
                      <a:lnTo>
                        <a:pt x="51953" y="173395"/>
                      </a:lnTo>
                      <a:lnTo>
                        <a:pt x="50378" y="175490"/>
                      </a:lnTo>
                      <a:lnTo>
                        <a:pt x="49869" y="172075"/>
                      </a:lnTo>
                      <a:lnTo>
                        <a:pt x="49313" y="172399"/>
                      </a:lnTo>
                      <a:lnTo>
                        <a:pt x="49336" y="172434"/>
                      </a:lnTo>
                      <a:lnTo>
                        <a:pt x="49279" y="172423"/>
                      </a:lnTo>
                      <a:lnTo>
                        <a:pt x="47785" y="173302"/>
                      </a:lnTo>
                      <a:lnTo>
                        <a:pt x="47947" y="168383"/>
                      </a:lnTo>
                      <a:lnTo>
                        <a:pt x="46142" y="171554"/>
                      </a:lnTo>
                      <a:lnTo>
                        <a:pt x="46952" y="173928"/>
                      </a:lnTo>
                      <a:lnTo>
                        <a:pt x="44035" y="175537"/>
                      </a:lnTo>
                      <a:lnTo>
                        <a:pt x="43190" y="172620"/>
                      </a:lnTo>
                      <a:lnTo>
                        <a:pt x="41720" y="172122"/>
                      </a:lnTo>
                      <a:lnTo>
                        <a:pt x="37425" y="170073"/>
                      </a:lnTo>
                      <a:lnTo>
                        <a:pt x="38907" y="165743"/>
                      </a:lnTo>
                      <a:lnTo>
                        <a:pt x="38965" y="165778"/>
                      </a:lnTo>
                      <a:lnTo>
                        <a:pt x="38941" y="165639"/>
                      </a:lnTo>
                      <a:lnTo>
                        <a:pt x="39370" y="164377"/>
                      </a:lnTo>
                      <a:lnTo>
                        <a:pt x="39439" y="164343"/>
                      </a:lnTo>
                      <a:lnTo>
                        <a:pt x="42252" y="163069"/>
                      </a:lnTo>
                      <a:lnTo>
                        <a:pt x="41986" y="162838"/>
                      </a:lnTo>
                      <a:lnTo>
                        <a:pt x="41662" y="162560"/>
                      </a:lnTo>
                      <a:lnTo>
                        <a:pt x="39914" y="161067"/>
                      </a:lnTo>
                      <a:lnTo>
                        <a:pt x="43155" y="157085"/>
                      </a:lnTo>
                      <a:lnTo>
                        <a:pt x="41859" y="156182"/>
                      </a:lnTo>
                      <a:lnTo>
                        <a:pt x="41511" y="155869"/>
                      </a:lnTo>
                      <a:lnTo>
                        <a:pt x="44324" y="151899"/>
                      </a:lnTo>
                      <a:lnTo>
                        <a:pt x="43884" y="149722"/>
                      </a:lnTo>
                      <a:lnTo>
                        <a:pt x="47125" y="149375"/>
                      </a:lnTo>
                      <a:lnTo>
                        <a:pt x="47230" y="145902"/>
                      </a:lnTo>
                      <a:lnTo>
                        <a:pt x="47670" y="145497"/>
                      </a:lnTo>
                      <a:lnTo>
                        <a:pt x="51617" y="143194"/>
                      </a:lnTo>
                      <a:lnTo>
                        <a:pt x="52115" y="143008"/>
                      </a:lnTo>
                      <a:lnTo>
                        <a:pt x="51999" y="143703"/>
                      </a:lnTo>
                      <a:lnTo>
                        <a:pt x="50795" y="149954"/>
                      </a:lnTo>
                      <a:lnTo>
                        <a:pt x="50992" y="149873"/>
                      </a:lnTo>
                      <a:lnTo>
                        <a:pt x="50992" y="149919"/>
                      </a:lnTo>
                      <a:lnTo>
                        <a:pt x="51235" y="149780"/>
                      </a:lnTo>
                      <a:lnTo>
                        <a:pt x="54546" y="148472"/>
                      </a:lnTo>
                      <a:lnTo>
                        <a:pt x="60773" y="150197"/>
                      </a:lnTo>
                      <a:lnTo>
                        <a:pt x="60542" y="152350"/>
                      </a:lnTo>
                      <a:lnTo>
                        <a:pt x="61144" y="153033"/>
                      </a:lnTo>
                      <a:lnTo>
                        <a:pt x="61155" y="153149"/>
                      </a:lnTo>
                      <a:lnTo>
                        <a:pt x="62533" y="154619"/>
                      </a:lnTo>
                      <a:lnTo>
                        <a:pt x="66075" y="158647"/>
                      </a:lnTo>
                      <a:lnTo>
                        <a:pt x="69421" y="157872"/>
                      </a:lnTo>
                      <a:lnTo>
                        <a:pt x="69259" y="157154"/>
                      </a:lnTo>
                      <a:lnTo>
                        <a:pt x="70219" y="153693"/>
                      </a:lnTo>
                      <a:lnTo>
                        <a:pt x="68714" y="151794"/>
                      </a:lnTo>
                      <a:lnTo>
                        <a:pt x="70995" y="151748"/>
                      </a:lnTo>
                      <a:lnTo>
                        <a:pt x="71991" y="150127"/>
                      </a:lnTo>
                      <a:lnTo>
                        <a:pt x="72523" y="150961"/>
                      </a:lnTo>
                      <a:lnTo>
                        <a:pt x="74444" y="156598"/>
                      </a:lnTo>
                      <a:lnTo>
                        <a:pt x="76760" y="157652"/>
                      </a:lnTo>
                      <a:lnTo>
                        <a:pt x="76887" y="157860"/>
                      </a:lnTo>
                      <a:lnTo>
                        <a:pt x="76424" y="159759"/>
                      </a:lnTo>
                      <a:lnTo>
                        <a:pt x="81471" y="162039"/>
                      </a:lnTo>
                      <a:lnTo>
                        <a:pt x="84608" y="160731"/>
                      </a:lnTo>
                      <a:lnTo>
                        <a:pt x="86588" y="163857"/>
                      </a:lnTo>
                      <a:lnTo>
                        <a:pt x="86565" y="163984"/>
                      </a:lnTo>
                      <a:lnTo>
                        <a:pt x="85198" y="164933"/>
                      </a:lnTo>
                      <a:lnTo>
                        <a:pt x="85337" y="169575"/>
                      </a:lnTo>
                      <a:lnTo>
                        <a:pt x="84793" y="169517"/>
                      </a:lnTo>
                      <a:lnTo>
                        <a:pt x="75220" y="168302"/>
                      </a:lnTo>
                      <a:lnTo>
                        <a:pt x="74595" y="171543"/>
                      </a:lnTo>
                      <a:lnTo>
                        <a:pt x="73368" y="170270"/>
                      </a:lnTo>
                      <a:lnTo>
                        <a:pt x="72060" y="168522"/>
                      </a:lnTo>
                      <a:lnTo>
                        <a:pt x="71690" y="168510"/>
                      </a:lnTo>
                      <a:lnTo>
                        <a:pt x="70138" y="166878"/>
                      </a:lnTo>
                      <a:lnTo>
                        <a:pt x="69340" y="168394"/>
                      </a:lnTo>
                      <a:lnTo>
                        <a:pt x="72199" y="169390"/>
                      </a:lnTo>
                      <a:lnTo>
                        <a:pt x="74491" y="174622"/>
                      </a:lnTo>
                      <a:lnTo>
                        <a:pt x="75799" y="175004"/>
                      </a:lnTo>
                      <a:lnTo>
                        <a:pt x="77327" y="177400"/>
                      </a:lnTo>
                      <a:lnTo>
                        <a:pt x="77732" y="179195"/>
                      </a:lnTo>
                      <a:lnTo>
                        <a:pt x="78079" y="178234"/>
                      </a:lnTo>
                      <a:lnTo>
                        <a:pt x="80661" y="177481"/>
                      </a:lnTo>
                      <a:lnTo>
                        <a:pt x="80834" y="177493"/>
                      </a:lnTo>
                      <a:lnTo>
                        <a:pt x="83879" y="181151"/>
                      </a:lnTo>
                      <a:lnTo>
                        <a:pt x="83393" y="179125"/>
                      </a:lnTo>
                      <a:lnTo>
                        <a:pt x="85893" y="180526"/>
                      </a:lnTo>
                      <a:lnTo>
                        <a:pt x="90234" y="179565"/>
                      </a:lnTo>
                      <a:lnTo>
                        <a:pt x="91635" y="189578"/>
                      </a:lnTo>
                      <a:lnTo>
                        <a:pt x="89111" y="196142"/>
                      </a:lnTo>
                      <a:lnTo>
                        <a:pt x="89840" y="201305"/>
                      </a:lnTo>
                      <a:lnTo>
                        <a:pt x="90778" y="204222"/>
                      </a:lnTo>
                      <a:lnTo>
                        <a:pt x="92364" y="212684"/>
                      </a:lnTo>
                      <a:lnTo>
                        <a:pt x="92271" y="214999"/>
                      </a:lnTo>
                      <a:lnTo>
                        <a:pt x="97631" y="225070"/>
                      </a:lnTo>
                      <a:lnTo>
                        <a:pt x="95490" y="214895"/>
                      </a:lnTo>
                      <a:lnTo>
                        <a:pt x="96196" y="213702"/>
                      </a:lnTo>
                      <a:lnTo>
                        <a:pt x="97064" y="213031"/>
                      </a:lnTo>
                      <a:lnTo>
                        <a:pt x="92179" y="202612"/>
                      </a:lnTo>
                      <a:lnTo>
                        <a:pt x="93012" y="193931"/>
                      </a:lnTo>
                      <a:lnTo>
                        <a:pt x="92075" y="194035"/>
                      </a:lnTo>
                      <a:lnTo>
                        <a:pt x="91287" y="194046"/>
                      </a:lnTo>
                      <a:lnTo>
                        <a:pt x="93024" y="18836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7" name="Freeform: Shape 266">
                  <a:extLst>
                    <a:ext uri="{FF2B5EF4-FFF2-40B4-BE49-F238E27FC236}">
                      <a16:creationId xmlns:a16="http://schemas.microsoft.com/office/drawing/2014/main" id="{44B37DD9-2EF4-443D-8EBD-378F2A13BFA8}"/>
                    </a:ext>
                  </a:extLst>
                </p:cNvPr>
                <p:cNvSpPr/>
                <p:nvPr/>
              </p:nvSpPr>
              <p:spPr>
                <a:xfrm>
                  <a:off x="7959906" y="3120699"/>
                  <a:ext cx="356884" cy="411788"/>
                </a:xfrm>
                <a:custGeom>
                  <a:avLst/>
                  <a:gdLst>
                    <a:gd name="connsiteX0" fmla="*/ 148171 w 356884"/>
                    <a:gd name="connsiteY0" fmla="*/ 1632 h 411788"/>
                    <a:gd name="connsiteX1" fmla="*/ 149375 w 356884"/>
                    <a:gd name="connsiteY1" fmla="*/ 0 h 411788"/>
                    <a:gd name="connsiteX2" fmla="*/ 152559 w 356884"/>
                    <a:gd name="connsiteY2" fmla="*/ 4121 h 411788"/>
                    <a:gd name="connsiteX3" fmla="*/ 155950 w 356884"/>
                    <a:gd name="connsiteY3" fmla="*/ 5441 h 411788"/>
                    <a:gd name="connsiteX4" fmla="*/ 158647 w 356884"/>
                    <a:gd name="connsiteY4" fmla="*/ 4989 h 411788"/>
                    <a:gd name="connsiteX5" fmla="*/ 161645 w 356884"/>
                    <a:gd name="connsiteY5" fmla="*/ 1713 h 411788"/>
                    <a:gd name="connsiteX6" fmla="*/ 161715 w 356884"/>
                    <a:gd name="connsiteY6" fmla="*/ 1679 h 411788"/>
                    <a:gd name="connsiteX7" fmla="*/ 164910 w 356884"/>
                    <a:gd name="connsiteY7" fmla="*/ 2697 h 411788"/>
                    <a:gd name="connsiteX8" fmla="*/ 166855 w 356884"/>
                    <a:gd name="connsiteY8" fmla="*/ 1459 h 411788"/>
                    <a:gd name="connsiteX9" fmla="*/ 166889 w 356884"/>
                    <a:gd name="connsiteY9" fmla="*/ 1447 h 411788"/>
                    <a:gd name="connsiteX10" fmla="*/ 168209 w 356884"/>
                    <a:gd name="connsiteY10" fmla="*/ 6726 h 411788"/>
                    <a:gd name="connsiteX11" fmla="*/ 166727 w 356884"/>
                    <a:gd name="connsiteY11" fmla="*/ 6726 h 411788"/>
                    <a:gd name="connsiteX12" fmla="*/ 164308 w 356884"/>
                    <a:gd name="connsiteY12" fmla="*/ 10708 h 411788"/>
                    <a:gd name="connsiteX13" fmla="*/ 168776 w 356884"/>
                    <a:gd name="connsiteY13" fmla="*/ 11009 h 411788"/>
                    <a:gd name="connsiteX14" fmla="*/ 172481 w 356884"/>
                    <a:gd name="connsiteY14" fmla="*/ 16507 h 411788"/>
                    <a:gd name="connsiteX15" fmla="*/ 177122 w 356884"/>
                    <a:gd name="connsiteY15" fmla="*/ 17792 h 411788"/>
                    <a:gd name="connsiteX16" fmla="*/ 180051 w 356884"/>
                    <a:gd name="connsiteY16" fmla="*/ 22388 h 411788"/>
                    <a:gd name="connsiteX17" fmla="*/ 183813 w 356884"/>
                    <a:gd name="connsiteY17" fmla="*/ 35990 h 411788"/>
                    <a:gd name="connsiteX18" fmla="*/ 183674 w 356884"/>
                    <a:gd name="connsiteY18" fmla="*/ 43919 h 411788"/>
                    <a:gd name="connsiteX19" fmla="*/ 187147 w 356884"/>
                    <a:gd name="connsiteY19" fmla="*/ 45227 h 411788"/>
                    <a:gd name="connsiteX20" fmla="*/ 187159 w 356884"/>
                    <a:gd name="connsiteY20" fmla="*/ 45239 h 411788"/>
                    <a:gd name="connsiteX21" fmla="*/ 189775 w 356884"/>
                    <a:gd name="connsiteY21" fmla="*/ 46223 h 411788"/>
                    <a:gd name="connsiteX22" fmla="*/ 192738 w 356884"/>
                    <a:gd name="connsiteY22" fmla="*/ 44590 h 411788"/>
                    <a:gd name="connsiteX23" fmla="*/ 195852 w 356884"/>
                    <a:gd name="connsiteY23" fmla="*/ 48028 h 411788"/>
                    <a:gd name="connsiteX24" fmla="*/ 197403 w 356884"/>
                    <a:gd name="connsiteY24" fmla="*/ 47206 h 411788"/>
                    <a:gd name="connsiteX25" fmla="*/ 201779 w 356884"/>
                    <a:gd name="connsiteY25" fmla="*/ 55229 h 411788"/>
                    <a:gd name="connsiteX26" fmla="*/ 203110 w 356884"/>
                    <a:gd name="connsiteY26" fmla="*/ 62672 h 411788"/>
                    <a:gd name="connsiteX27" fmla="*/ 204013 w 356884"/>
                    <a:gd name="connsiteY27" fmla="*/ 64107 h 411788"/>
                    <a:gd name="connsiteX28" fmla="*/ 204210 w 356884"/>
                    <a:gd name="connsiteY28" fmla="*/ 64964 h 411788"/>
                    <a:gd name="connsiteX29" fmla="*/ 205402 w 356884"/>
                    <a:gd name="connsiteY29" fmla="*/ 66295 h 411788"/>
                    <a:gd name="connsiteX30" fmla="*/ 206953 w 356884"/>
                    <a:gd name="connsiteY30" fmla="*/ 68761 h 411788"/>
                    <a:gd name="connsiteX31" fmla="*/ 208563 w 356884"/>
                    <a:gd name="connsiteY31" fmla="*/ 75463 h 411788"/>
                    <a:gd name="connsiteX32" fmla="*/ 212822 w 356884"/>
                    <a:gd name="connsiteY32" fmla="*/ 75000 h 411788"/>
                    <a:gd name="connsiteX33" fmla="*/ 208366 w 356884"/>
                    <a:gd name="connsiteY33" fmla="*/ 87780 h 411788"/>
                    <a:gd name="connsiteX34" fmla="*/ 209130 w 356884"/>
                    <a:gd name="connsiteY34" fmla="*/ 88764 h 411788"/>
                    <a:gd name="connsiteX35" fmla="*/ 210855 w 356884"/>
                    <a:gd name="connsiteY35" fmla="*/ 99205 h 411788"/>
                    <a:gd name="connsiteX36" fmla="*/ 208447 w 356884"/>
                    <a:gd name="connsiteY36" fmla="*/ 120285 h 411788"/>
                    <a:gd name="connsiteX37" fmla="*/ 206108 w 356884"/>
                    <a:gd name="connsiteY37" fmla="*/ 126374 h 411788"/>
                    <a:gd name="connsiteX38" fmla="*/ 207822 w 356884"/>
                    <a:gd name="connsiteY38" fmla="*/ 129905 h 411788"/>
                    <a:gd name="connsiteX39" fmla="*/ 208482 w 356884"/>
                    <a:gd name="connsiteY39" fmla="*/ 137267 h 411788"/>
                    <a:gd name="connsiteX40" fmla="*/ 208655 w 356884"/>
                    <a:gd name="connsiteY40" fmla="*/ 144317 h 411788"/>
                    <a:gd name="connsiteX41" fmla="*/ 204465 w 356884"/>
                    <a:gd name="connsiteY41" fmla="*/ 167491 h 411788"/>
                    <a:gd name="connsiteX42" fmla="*/ 199198 w 356884"/>
                    <a:gd name="connsiteY42" fmla="*/ 172886 h 411788"/>
                    <a:gd name="connsiteX43" fmla="*/ 197276 w 356884"/>
                    <a:gd name="connsiteY43" fmla="*/ 173638 h 411788"/>
                    <a:gd name="connsiteX44" fmla="*/ 195667 w 356884"/>
                    <a:gd name="connsiteY44" fmla="*/ 176486 h 411788"/>
                    <a:gd name="connsiteX45" fmla="*/ 195077 w 356884"/>
                    <a:gd name="connsiteY45" fmla="*/ 177099 h 411788"/>
                    <a:gd name="connsiteX46" fmla="*/ 190782 w 356884"/>
                    <a:gd name="connsiteY46" fmla="*/ 174773 h 411788"/>
                    <a:gd name="connsiteX47" fmla="*/ 189439 w 356884"/>
                    <a:gd name="connsiteY47" fmla="*/ 178952 h 411788"/>
                    <a:gd name="connsiteX48" fmla="*/ 189405 w 356884"/>
                    <a:gd name="connsiteY48" fmla="*/ 178998 h 411788"/>
                    <a:gd name="connsiteX49" fmla="*/ 187332 w 356884"/>
                    <a:gd name="connsiteY49" fmla="*/ 177030 h 411788"/>
                    <a:gd name="connsiteX50" fmla="*/ 186974 w 356884"/>
                    <a:gd name="connsiteY50" fmla="*/ 179137 h 411788"/>
                    <a:gd name="connsiteX51" fmla="*/ 186534 w 356884"/>
                    <a:gd name="connsiteY51" fmla="*/ 178755 h 411788"/>
                    <a:gd name="connsiteX52" fmla="*/ 186869 w 356884"/>
                    <a:gd name="connsiteY52" fmla="*/ 179704 h 411788"/>
                    <a:gd name="connsiteX53" fmla="*/ 185144 w 356884"/>
                    <a:gd name="connsiteY53" fmla="*/ 189671 h 411788"/>
                    <a:gd name="connsiteX54" fmla="*/ 185631 w 356884"/>
                    <a:gd name="connsiteY54" fmla="*/ 191419 h 411788"/>
                    <a:gd name="connsiteX55" fmla="*/ 185434 w 356884"/>
                    <a:gd name="connsiteY55" fmla="*/ 189520 h 411788"/>
                    <a:gd name="connsiteX56" fmla="*/ 191558 w 356884"/>
                    <a:gd name="connsiteY56" fmla="*/ 184114 h 411788"/>
                    <a:gd name="connsiteX57" fmla="*/ 192021 w 356884"/>
                    <a:gd name="connsiteY57" fmla="*/ 180016 h 411788"/>
                    <a:gd name="connsiteX58" fmla="*/ 193965 w 356884"/>
                    <a:gd name="connsiteY58" fmla="*/ 183258 h 411788"/>
                    <a:gd name="connsiteX59" fmla="*/ 194556 w 356884"/>
                    <a:gd name="connsiteY59" fmla="*/ 182980 h 411788"/>
                    <a:gd name="connsiteX60" fmla="*/ 194764 w 356884"/>
                    <a:gd name="connsiteY60" fmla="*/ 183223 h 411788"/>
                    <a:gd name="connsiteX61" fmla="*/ 197658 w 356884"/>
                    <a:gd name="connsiteY61" fmla="*/ 181533 h 411788"/>
                    <a:gd name="connsiteX62" fmla="*/ 199279 w 356884"/>
                    <a:gd name="connsiteY62" fmla="*/ 180781 h 411788"/>
                    <a:gd name="connsiteX63" fmla="*/ 205426 w 356884"/>
                    <a:gd name="connsiteY63" fmla="*/ 181996 h 411788"/>
                    <a:gd name="connsiteX64" fmla="*/ 207069 w 356884"/>
                    <a:gd name="connsiteY64" fmla="*/ 184207 h 411788"/>
                    <a:gd name="connsiteX65" fmla="*/ 209639 w 356884"/>
                    <a:gd name="connsiteY65" fmla="*/ 188305 h 411788"/>
                    <a:gd name="connsiteX66" fmla="*/ 209778 w 356884"/>
                    <a:gd name="connsiteY66" fmla="*/ 192796 h 411788"/>
                    <a:gd name="connsiteX67" fmla="*/ 208424 w 356884"/>
                    <a:gd name="connsiteY67" fmla="*/ 195748 h 411788"/>
                    <a:gd name="connsiteX68" fmla="*/ 206247 w 356884"/>
                    <a:gd name="connsiteY68" fmla="*/ 200506 h 411788"/>
                    <a:gd name="connsiteX69" fmla="*/ 203400 w 356884"/>
                    <a:gd name="connsiteY69" fmla="*/ 201883 h 411788"/>
                    <a:gd name="connsiteX70" fmla="*/ 202196 w 356884"/>
                    <a:gd name="connsiteY70" fmla="*/ 202196 h 411788"/>
                    <a:gd name="connsiteX71" fmla="*/ 210449 w 356884"/>
                    <a:gd name="connsiteY71" fmla="*/ 219977 h 411788"/>
                    <a:gd name="connsiteX72" fmla="*/ 214362 w 356884"/>
                    <a:gd name="connsiteY72" fmla="*/ 222176 h 411788"/>
                    <a:gd name="connsiteX73" fmla="*/ 214652 w 356884"/>
                    <a:gd name="connsiteY73" fmla="*/ 217893 h 411788"/>
                    <a:gd name="connsiteX74" fmla="*/ 217013 w 356884"/>
                    <a:gd name="connsiteY74" fmla="*/ 221331 h 411788"/>
                    <a:gd name="connsiteX75" fmla="*/ 216133 w 356884"/>
                    <a:gd name="connsiteY75" fmla="*/ 222407 h 411788"/>
                    <a:gd name="connsiteX76" fmla="*/ 213343 w 356884"/>
                    <a:gd name="connsiteY76" fmla="*/ 223993 h 411788"/>
                    <a:gd name="connsiteX77" fmla="*/ 212799 w 356884"/>
                    <a:gd name="connsiteY77" fmla="*/ 227455 h 411788"/>
                    <a:gd name="connsiteX78" fmla="*/ 215172 w 356884"/>
                    <a:gd name="connsiteY78" fmla="*/ 230904 h 411788"/>
                    <a:gd name="connsiteX79" fmla="*/ 213714 w 356884"/>
                    <a:gd name="connsiteY79" fmla="*/ 233474 h 411788"/>
                    <a:gd name="connsiteX80" fmla="*/ 212765 w 356884"/>
                    <a:gd name="connsiteY80" fmla="*/ 233601 h 411788"/>
                    <a:gd name="connsiteX81" fmla="*/ 212209 w 356884"/>
                    <a:gd name="connsiteY81" fmla="*/ 233092 h 411788"/>
                    <a:gd name="connsiteX82" fmla="*/ 206398 w 356884"/>
                    <a:gd name="connsiteY82" fmla="*/ 234447 h 411788"/>
                    <a:gd name="connsiteX83" fmla="*/ 204777 w 356884"/>
                    <a:gd name="connsiteY83" fmla="*/ 234666 h 411788"/>
                    <a:gd name="connsiteX84" fmla="*/ 192414 w 356884"/>
                    <a:gd name="connsiteY84" fmla="*/ 246219 h 411788"/>
                    <a:gd name="connsiteX85" fmla="*/ 199290 w 356884"/>
                    <a:gd name="connsiteY85" fmla="*/ 243927 h 411788"/>
                    <a:gd name="connsiteX86" fmla="*/ 200830 w 356884"/>
                    <a:gd name="connsiteY86" fmla="*/ 241947 h 411788"/>
                    <a:gd name="connsiteX87" fmla="*/ 208111 w 356884"/>
                    <a:gd name="connsiteY87" fmla="*/ 237086 h 411788"/>
                    <a:gd name="connsiteX88" fmla="*/ 209292 w 356884"/>
                    <a:gd name="connsiteY88" fmla="*/ 236460 h 411788"/>
                    <a:gd name="connsiteX89" fmla="*/ 213401 w 356884"/>
                    <a:gd name="connsiteY89" fmla="*/ 235997 h 411788"/>
                    <a:gd name="connsiteX90" fmla="*/ 219606 w 356884"/>
                    <a:gd name="connsiteY90" fmla="*/ 239412 h 411788"/>
                    <a:gd name="connsiteX91" fmla="*/ 222813 w 356884"/>
                    <a:gd name="connsiteY91" fmla="*/ 237722 h 411788"/>
                    <a:gd name="connsiteX92" fmla="*/ 227755 w 356884"/>
                    <a:gd name="connsiteY92" fmla="*/ 237502 h 411788"/>
                    <a:gd name="connsiteX93" fmla="*/ 228496 w 356884"/>
                    <a:gd name="connsiteY93" fmla="*/ 237618 h 411788"/>
                    <a:gd name="connsiteX94" fmla="*/ 231228 w 356884"/>
                    <a:gd name="connsiteY94" fmla="*/ 239980 h 411788"/>
                    <a:gd name="connsiteX95" fmla="*/ 229851 w 356884"/>
                    <a:gd name="connsiteY95" fmla="*/ 247075 h 411788"/>
                    <a:gd name="connsiteX96" fmla="*/ 232687 w 356884"/>
                    <a:gd name="connsiteY96" fmla="*/ 249900 h 411788"/>
                    <a:gd name="connsiteX97" fmla="*/ 220347 w 356884"/>
                    <a:gd name="connsiteY97" fmla="*/ 259034 h 411788"/>
                    <a:gd name="connsiteX98" fmla="*/ 217904 w 356884"/>
                    <a:gd name="connsiteY98" fmla="*/ 262182 h 411788"/>
                    <a:gd name="connsiteX99" fmla="*/ 218610 w 356884"/>
                    <a:gd name="connsiteY99" fmla="*/ 264138 h 411788"/>
                    <a:gd name="connsiteX100" fmla="*/ 220717 w 356884"/>
                    <a:gd name="connsiteY100" fmla="*/ 262865 h 411788"/>
                    <a:gd name="connsiteX101" fmla="*/ 220659 w 356884"/>
                    <a:gd name="connsiteY101" fmla="*/ 265157 h 411788"/>
                    <a:gd name="connsiteX102" fmla="*/ 222662 w 356884"/>
                    <a:gd name="connsiteY102" fmla="*/ 264891 h 411788"/>
                    <a:gd name="connsiteX103" fmla="*/ 229874 w 356884"/>
                    <a:gd name="connsiteY103" fmla="*/ 258744 h 411788"/>
                    <a:gd name="connsiteX104" fmla="*/ 231471 w 356884"/>
                    <a:gd name="connsiteY104" fmla="*/ 260411 h 411788"/>
                    <a:gd name="connsiteX105" fmla="*/ 233161 w 356884"/>
                    <a:gd name="connsiteY105" fmla="*/ 257552 h 411788"/>
                    <a:gd name="connsiteX106" fmla="*/ 237433 w 356884"/>
                    <a:gd name="connsiteY106" fmla="*/ 254507 h 411788"/>
                    <a:gd name="connsiteX107" fmla="*/ 239169 w 356884"/>
                    <a:gd name="connsiteY107" fmla="*/ 253581 h 411788"/>
                    <a:gd name="connsiteX108" fmla="*/ 245767 w 356884"/>
                    <a:gd name="connsiteY108" fmla="*/ 262448 h 411788"/>
                    <a:gd name="connsiteX109" fmla="*/ 245906 w 356884"/>
                    <a:gd name="connsiteY109" fmla="*/ 262796 h 411788"/>
                    <a:gd name="connsiteX110" fmla="*/ 246034 w 356884"/>
                    <a:gd name="connsiteY110" fmla="*/ 262807 h 411788"/>
                    <a:gd name="connsiteX111" fmla="*/ 247099 w 356884"/>
                    <a:gd name="connsiteY111" fmla="*/ 264231 h 411788"/>
                    <a:gd name="connsiteX112" fmla="*/ 249599 w 356884"/>
                    <a:gd name="connsiteY112" fmla="*/ 264069 h 411788"/>
                    <a:gd name="connsiteX113" fmla="*/ 250710 w 356884"/>
                    <a:gd name="connsiteY113" fmla="*/ 265238 h 411788"/>
                    <a:gd name="connsiteX114" fmla="*/ 251752 w 356884"/>
                    <a:gd name="connsiteY114" fmla="*/ 266326 h 411788"/>
                    <a:gd name="connsiteX115" fmla="*/ 253106 w 356884"/>
                    <a:gd name="connsiteY115" fmla="*/ 264787 h 411788"/>
                    <a:gd name="connsiteX116" fmla="*/ 253685 w 356884"/>
                    <a:gd name="connsiteY116" fmla="*/ 265018 h 411788"/>
                    <a:gd name="connsiteX117" fmla="*/ 259601 w 356884"/>
                    <a:gd name="connsiteY117" fmla="*/ 268561 h 411788"/>
                    <a:gd name="connsiteX118" fmla="*/ 264926 w 356884"/>
                    <a:gd name="connsiteY118" fmla="*/ 272068 h 411788"/>
                    <a:gd name="connsiteX119" fmla="*/ 265192 w 356884"/>
                    <a:gd name="connsiteY119" fmla="*/ 269232 h 411788"/>
                    <a:gd name="connsiteX120" fmla="*/ 269706 w 356884"/>
                    <a:gd name="connsiteY120" fmla="*/ 270077 h 411788"/>
                    <a:gd name="connsiteX121" fmla="*/ 274904 w 356884"/>
                    <a:gd name="connsiteY121" fmla="*/ 276189 h 411788"/>
                    <a:gd name="connsiteX122" fmla="*/ 271466 w 356884"/>
                    <a:gd name="connsiteY122" fmla="*/ 282810 h 411788"/>
                    <a:gd name="connsiteX123" fmla="*/ 273538 w 356884"/>
                    <a:gd name="connsiteY123" fmla="*/ 282614 h 411788"/>
                    <a:gd name="connsiteX124" fmla="*/ 276189 w 356884"/>
                    <a:gd name="connsiteY124" fmla="*/ 283296 h 411788"/>
                    <a:gd name="connsiteX125" fmla="*/ 280426 w 356884"/>
                    <a:gd name="connsiteY125" fmla="*/ 285299 h 411788"/>
                    <a:gd name="connsiteX126" fmla="*/ 282694 w 356884"/>
                    <a:gd name="connsiteY126" fmla="*/ 284778 h 411788"/>
                    <a:gd name="connsiteX127" fmla="*/ 285415 w 356884"/>
                    <a:gd name="connsiteY127" fmla="*/ 280542 h 411788"/>
                    <a:gd name="connsiteX128" fmla="*/ 290311 w 356884"/>
                    <a:gd name="connsiteY128" fmla="*/ 279476 h 411788"/>
                    <a:gd name="connsiteX129" fmla="*/ 291816 w 356884"/>
                    <a:gd name="connsiteY129" fmla="*/ 276455 h 411788"/>
                    <a:gd name="connsiteX130" fmla="*/ 293448 w 356884"/>
                    <a:gd name="connsiteY130" fmla="*/ 275900 h 411788"/>
                    <a:gd name="connsiteX131" fmla="*/ 293761 w 356884"/>
                    <a:gd name="connsiteY131" fmla="*/ 278145 h 411788"/>
                    <a:gd name="connsiteX132" fmla="*/ 292013 w 356884"/>
                    <a:gd name="connsiteY132" fmla="*/ 278192 h 411788"/>
                    <a:gd name="connsiteX133" fmla="*/ 292766 w 356884"/>
                    <a:gd name="connsiteY133" fmla="*/ 279650 h 411788"/>
                    <a:gd name="connsiteX134" fmla="*/ 289351 w 356884"/>
                    <a:gd name="connsiteY134" fmla="*/ 280634 h 411788"/>
                    <a:gd name="connsiteX135" fmla="*/ 287591 w 356884"/>
                    <a:gd name="connsiteY135" fmla="*/ 283563 h 411788"/>
                    <a:gd name="connsiteX136" fmla="*/ 301031 w 356884"/>
                    <a:gd name="connsiteY136" fmla="*/ 275170 h 411788"/>
                    <a:gd name="connsiteX137" fmla="*/ 304920 w 356884"/>
                    <a:gd name="connsiteY137" fmla="*/ 275934 h 411788"/>
                    <a:gd name="connsiteX138" fmla="*/ 316230 w 356884"/>
                    <a:gd name="connsiteY138" fmla="*/ 267854 h 411788"/>
                    <a:gd name="connsiteX139" fmla="*/ 321485 w 356884"/>
                    <a:gd name="connsiteY139" fmla="*/ 267877 h 411788"/>
                    <a:gd name="connsiteX140" fmla="*/ 323789 w 356884"/>
                    <a:gd name="connsiteY140" fmla="*/ 266072 h 411788"/>
                    <a:gd name="connsiteX141" fmla="*/ 331776 w 356884"/>
                    <a:gd name="connsiteY141" fmla="*/ 267577 h 411788"/>
                    <a:gd name="connsiteX142" fmla="*/ 327968 w 356884"/>
                    <a:gd name="connsiteY142" fmla="*/ 268931 h 411788"/>
                    <a:gd name="connsiteX143" fmla="*/ 327655 w 356884"/>
                    <a:gd name="connsiteY143" fmla="*/ 267530 h 411788"/>
                    <a:gd name="connsiteX144" fmla="*/ 327678 w 356884"/>
                    <a:gd name="connsiteY144" fmla="*/ 269510 h 411788"/>
                    <a:gd name="connsiteX145" fmla="*/ 333455 w 356884"/>
                    <a:gd name="connsiteY145" fmla="*/ 267889 h 411788"/>
                    <a:gd name="connsiteX146" fmla="*/ 334381 w 356884"/>
                    <a:gd name="connsiteY146" fmla="*/ 268063 h 411788"/>
                    <a:gd name="connsiteX147" fmla="*/ 335400 w 356884"/>
                    <a:gd name="connsiteY147" fmla="*/ 269973 h 411788"/>
                    <a:gd name="connsiteX148" fmla="*/ 331116 w 356884"/>
                    <a:gd name="connsiteY148" fmla="*/ 272948 h 411788"/>
                    <a:gd name="connsiteX149" fmla="*/ 331012 w 356884"/>
                    <a:gd name="connsiteY149" fmla="*/ 273955 h 411788"/>
                    <a:gd name="connsiteX150" fmla="*/ 330167 w 356884"/>
                    <a:gd name="connsiteY150" fmla="*/ 274638 h 411788"/>
                    <a:gd name="connsiteX151" fmla="*/ 330943 w 356884"/>
                    <a:gd name="connsiteY151" fmla="*/ 274592 h 411788"/>
                    <a:gd name="connsiteX152" fmla="*/ 330931 w 356884"/>
                    <a:gd name="connsiteY152" fmla="*/ 274684 h 411788"/>
                    <a:gd name="connsiteX153" fmla="*/ 337668 w 356884"/>
                    <a:gd name="connsiteY153" fmla="*/ 274186 h 411788"/>
                    <a:gd name="connsiteX154" fmla="*/ 350981 w 356884"/>
                    <a:gd name="connsiteY154" fmla="*/ 273376 h 411788"/>
                    <a:gd name="connsiteX155" fmla="*/ 356421 w 356884"/>
                    <a:gd name="connsiteY155" fmla="*/ 278932 h 411788"/>
                    <a:gd name="connsiteX156" fmla="*/ 356884 w 356884"/>
                    <a:gd name="connsiteY156" fmla="*/ 279407 h 411788"/>
                    <a:gd name="connsiteX157" fmla="*/ 356421 w 356884"/>
                    <a:gd name="connsiteY157" fmla="*/ 280183 h 411788"/>
                    <a:gd name="connsiteX158" fmla="*/ 350008 w 356884"/>
                    <a:gd name="connsiteY158" fmla="*/ 290670 h 411788"/>
                    <a:gd name="connsiteX159" fmla="*/ 350483 w 356884"/>
                    <a:gd name="connsiteY159" fmla="*/ 292893 h 411788"/>
                    <a:gd name="connsiteX160" fmla="*/ 351108 w 356884"/>
                    <a:gd name="connsiteY160" fmla="*/ 296724 h 411788"/>
                    <a:gd name="connsiteX161" fmla="*/ 349835 w 356884"/>
                    <a:gd name="connsiteY161" fmla="*/ 301448 h 411788"/>
                    <a:gd name="connsiteX162" fmla="*/ 348584 w 356884"/>
                    <a:gd name="connsiteY162" fmla="*/ 306124 h 411788"/>
                    <a:gd name="connsiteX163" fmla="*/ 344707 w 356884"/>
                    <a:gd name="connsiteY163" fmla="*/ 309747 h 411788"/>
                    <a:gd name="connsiteX164" fmla="*/ 333605 w 356884"/>
                    <a:gd name="connsiteY164" fmla="*/ 319089 h 411788"/>
                    <a:gd name="connsiteX165" fmla="*/ 332332 w 356884"/>
                    <a:gd name="connsiteY165" fmla="*/ 320038 h 411788"/>
                    <a:gd name="connsiteX166" fmla="*/ 322180 w 356884"/>
                    <a:gd name="connsiteY166" fmla="*/ 323650 h 411788"/>
                    <a:gd name="connsiteX167" fmla="*/ 319807 w 356884"/>
                    <a:gd name="connsiteY167" fmla="*/ 325479 h 411788"/>
                    <a:gd name="connsiteX168" fmla="*/ 311484 w 356884"/>
                    <a:gd name="connsiteY168" fmla="*/ 328975 h 411788"/>
                    <a:gd name="connsiteX169" fmla="*/ 304353 w 356884"/>
                    <a:gd name="connsiteY169" fmla="*/ 321856 h 411788"/>
                    <a:gd name="connsiteX170" fmla="*/ 303033 w 356884"/>
                    <a:gd name="connsiteY170" fmla="*/ 323025 h 411788"/>
                    <a:gd name="connsiteX171" fmla="*/ 304666 w 356884"/>
                    <a:gd name="connsiteY171" fmla="*/ 327493 h 411788"/>
                    <a:gd name="connsiteX172" fmla="*/ 304746 w 356884"/>
                    <a:gd name="connsiteY172" fmla="*/ 327690 h 411788"/>
                    <a:gd name="connsiteX173" fmla="*/ 306576 w 356884"/>
                    <a:gd name="connsiteY173" fmla="*/ 332679 h 411788"/>
                    <a:gd name="connsiteX174" fmla="*/ 302883 w 356884"/>
                    <a:gd name="connsiteY174" fmla="*/ 340956 h 411788"/>
                    <a:gd name="connsiteX175" fmla="*/ 304828 w 356884"/>
                    <a:gd name="connsiteY175" fmla="*/ 340481 h 411788"/>
                    <a:gd name="connsiteX176" fmla="*/ 304237 w 356884"/>
                    <a:gd name="connsiteY176" fmla="*/ 343225 h 411788"/>
                    <a:gd name="connsiteX177" fmla="*/ 307201 w 356884"/>
                    <a:gd name="connsiteY177" fmla="*/ 342831 h 411788"/>
                    <a:gd name="connsiteX178" fmla="*/ 308555 w 356884"/>
                    <a:gd name="connsiteY178" fmla="*/ 345586 h 411788"/>
                    <a:gd name="connsiteX179" fmla="*/ 302559 w 356884"/>
                    <a:gd name="connsiteY179" fmla="*/ 346072 h 411788"/>
                    <a:gd name="connsiteX180" fmla="*/ 302292 w 356884"/>
                    <a:gd name="connsiteY180" fmla="*/ 349418 h 411788"/>
                    <a:gd name="connsiteX181" fmla="*/ 305024 w 356884"/>
                    <a:gd name="connsiteY181" fmla="*/ 349221 h 411788"/>
                    <a:gd name="connsiteX182" fmla="*/ 303832 w 356884"/>
                    <a:gd name="connsiteY182" fmla="*/ 352196 h 411788"/>
                    <a:gd name="connsiteX183" fmla="*/ 302397 w 356884"/>
                    <a:gd name="connsiteY183" fmla="*/ 351895 h 411788"/>
                    <a:gd name="connsiteX184" fmla="*/ 302559 w 356884"/>
                    <a:gd name="connsiteY184" fmla="*/ 355472 h 411788"/>
                    <a:gd name="connsiteX185" fmla="*/ 299503 w 356884"/>
                    <a:gd name="connsiteY185" fmla="*/ 356236 h 411788"/>
                    <a:gd name="connsiteX186" fmla="*/ 299179 w 356884"/>
                    <a:gd name="connsiteY186" fmla="*/ 357371 h 411788"/>
                    <a:gd name="connsiteX187" fmla="*/ 296122 w 356884"/>
                    <a:gd name="connsiteY187" fmla="*/ 361584 h 411788"/>
                    <a:gd name="connsiteX188" fmla="*/ 294560 w 356884"/>
                    <a:gd name="connsiteY188" fmla="*/ 362973 h 411788"/>
                    <a:gd name="connsiteX189" fmla="*/ 286584 w 356884"/>
                    <a:gd name="connsiteY189" fmla="*/ 360195 h 411788"/>
                    <a:gd name="connsiteX190" fmla="*/ 285970 w 356884"/>
                    <a:gd name="connsiteY190" fmla="*/ 363309 h 411788"/>
                    <a:gd name="connsiteX191" fmla="*/ 285056 w 356884"/>
                    <a:gd name="connsiteY191" fmla="*/ 365208 h 411788"/>
                    <a:gd name="connsiteX192" fmla="*/ 284084 w 356884"/>
                    <a:gd name="connsiteY192" fmla="*/ 365555 h 411788"/>
                    <a:gd name="connsiteX193" fmla="*/ 280194 w 356884"/>
                    <a:gd name="connsiteY193" fmla="*/ 374607 h 411788"/>
                    <a:gd name="connsiteX194" fmla="*/ 274290 w 356884"/>
                    <a:gd name="connsiteY194" fmla="*/ 377350 h 411788"/>
                    <a:gd name="connsiteX195" fmla="*/ 274638 w 356884"/>
                    <a:gd name="connsiteY195" fmla="*/ 378879 h 411788"/>
                    <a:gd name="connsiteX196" fmla="*/ 271327 w 356884"/>
                    <a:gd name="connsiteY196" fmla="*/ 384956 h 411788"/>
                    <a:gd name="connsiteX197" fmla="*/ 271362 w 356884"/>
                    <a:gd name="connsiteY197" fmla="*/ 385106 h 411788"/>
                    <a:gd name="connsiteX198" fmla="*/ 270493 w 356884"/>
                    <a:gd name="connsiteY198" fmla="*/ 386437 h 411788"/>
                    <a:gd name="connsiteX199" fmla="*/ 271778 w 356884"/>
                    <a:gd name="connsiteY199" fmla="*/ 386716 h 411788"/>
                    <a:gd name="connsiteX200" fmla="*/ 272056 w 356884"/>
                    <a:gd name="connsiteY200" fmla="*/ 387815 h 411788"/>
                    <a:gd name="connsiteX201" fmla="*/ 271952 w 356884"/>
                    <a:gd name="connsiteY201" fmla="*/ 389054 h 411788"/>
                    <a:gd name="connsiteX202" fmla="*/ 271906 w 356884"/>
                    <a:gd name="connsiteY202" fmla="*/ 389054 h 411788"/>
                    <a:gd name="connsiteX203" fmla="*/ 269336 w 356884"/>
                    <a:gd name="connsiteY203" fmla="*/ 387514 h 411788"/>
                    <a:gd name="connsiteX204" fmla="*/ 269961 w 356884"/>
                    <a:gd name="connsiteY204" fmla="*/ 390860 h 411788"/>
                    <a:gd name="connsiteX205" fmla="*/ 269949 w 356884"/>
                    <a:gd name="connsiteY205" fmla="*/ 390883 h 411788"/>
                    <a:gd name="connsiteX206" fmla="*/ 268271 w 356884"/>
                    <a:gd name="connsiteY206" fmla="*/ 390061 h 411788"/>
                    <a:gd name="connsiteX207" fmla="*/ 265053 w 356884"/>
                    <a:gd name="connsiteY207" fmla="*/ 393105 h 411788"/>
                    <a:gd name="connsiteX208" fmla="*/ 261696 w 356884"/>
                    <a:gd name="connsiteY208" fmla="*/ 399102 h 411788"/>
                    <a:gd name="connsiteX209" fmla="*/ 259496 w 356884"/>
                    <a:gd name="connsiteY209" fmla="*/ 398754 h 411788"/>
                    <a:gd name="connsiteX210" fmla="*/ 259288 w 356884"/>
                    <a:gd name="connsiteY210" fmla="*/ 400294 h 411788"/>
                    <a:gd name="connsiteX211" fmla="*/ 251347 w 356884"/>
                    <a:gd name="connsiteY211" fmla="*/ 403153 h 411788"/>
                    <a:gd name="connsiteX212" fmla="*/ 250710 w 356884"/>
                    <a:gd name="connsiteY212" fmla="*/ 404612 h 411788"/>
                    <a:gd name="connsiteX213" fmla="*/ 249611 w 356884"/>
                    <a:gd name="connsiteY213" fmla="*/ 407158 h 411788"/>
                    <a:gd name="connsiteX214" fmla="*/ 249425 w 356884"/>
                    <a:gd name="connsiteY214" fmla="*/ 407587 h 411788"/>
                    <a:gd name="connsiteX215" fmla="*/ 248858 w 356884"/>
                    <a:gd name="connsiteY215" fmla="*/ 407158 h 411788"/>
                    <a:gd name="connsiteX216" fmla="*/ 245663 w 356884"/>
                    <a:gd name="connsiteY216" fmla="*/ 404739 h 411788"/>
                    <a:gd name="connsiteX217" fmla="*/ 242017 w 356884"/>
                    <a:gd name="connsiteY217" fmla="*/ 407158 h 411788"/>
                    <a:gd name="connsiteX218" fmla="*/ 235916 w 356884"/>
                    <a:gd name="connsiteY218" fmla="*/ 411187 h 411788"/>
                    <a:gd name="connsiteX219" fmla="*/ 233647 w 356884"/>
                    <a:gd name="connsiteY219" fmla="*/ 408316 h 411788"/>
                    <a:gd name="connsiteX220" fmla="*/ 233532 w 356884"/>
                    <a:gd name="connsiteY220" fmla="*/ 408455 h 411788"/>
                    <a:gd name="connsiteX221" fmla="*/ 233219 w 356884"/>
                    <a:gd name="connsiteY221" fmla="*/ 408096 h 411788"/>
                    <a:gd name="connsiteX222" fmla="*/ 231992 w 356884"/>
                    <a:gd name="connsiteY222" fmla="*/ 410342 h 411788"/>
                    <a:gd name="connsiteX223" fmla="*/ 230811 w 356884"/>
                    <a:gd name="connsiteY223" fmla="*/ 411789 h 411788"/>
                    <a:gd name="connsiteX224" fmla="*/ 229665 w 356884"/>
                    <a:gd name="connsiteY224" fmla="*/ 407158 h 411788"/>
                    <a:gd name="connsiteX225" fmla="*/ 229364 w 356884"/>
                    <a:gd name="connsiteY225" fmla="*/ 405966 h 411788"/>
                    <a:gd name="connsiteX226" fmla="*/ 231297 w 356884"/>
                    <a:gd name="connsiteY226" fmla="*/ 406117 h 411788"/>
                    <a:gd name="connsiteX227" fmla="*/ 230360 w 356884"/>
                    <a:gd name="connsiteY227" fmla="*/ 404994 h 411788"/>
                    <a:gd name="connsiteX228" fmla="*/ 231564 w 356884"/>
                    <a:gd name="connsiteY228" fmla="*/ 404427 h 411788"/>
                    <a:gd name="connsiteX229" fmla="*/ 228982 w 356884"/>
                    <a:gd name="connsiteY229" fmla="*/ 400780 h 411788"/>
                    <a:gd name="connsiteX230" fmla="*/ 226910 w 356884"/>
                    <a:gd name="connsiteY230" fmla="*/ 400734 h 411788"/>
                    <a:gd name="connsiteX231" fmla="*/ 227964 w 356884"/>
                    <a:gd name="connsiteY231" fmla="*/ 398951 h 411788"/>
                    <a:gd name="connsiteX232" fmla="*/ 225382 w 356884"/>
                    <a:gd name="connsiteY232" fmla="*/ 394483 h 411788"/>
                    <a:gd name="connsiteX233" fmla="*/ 226667 w 356884"/>
                    <a:gd name="connsiteY233" fmla="*/ 392758 h 411788"/>
                    <a:gd name="connsiteX234" fmla="*/ 225672 w 356884"/>
                    <a:gd name="connsiteY234" fmla="*/ 389517 h 411788"/>
                    <a:gd name="connsiteX235" fmla="*/ 225556 w 356884"/>
                    <a:gd name="connsiteY235" fmla="*/ 388903 h 411788"/>
                    <a:gd name="connsiteX236" fmla="*/ 227767 w 356884"/>
                    <a:gd name="connsiteY236" fmla="*/ 387966 h 411788"/>
                    <a:gd name="connsiteX237" fmla="*/ 230140 w 356884"/>
                    <a:gd name="connsiteY237" fmla="*/ 381402 h 411788"/>
                    <a:gd name="connsiteX238" fmla="*/ 230244 w 356884"/>
                    <a:gd name="connsiteY238" fmla="*/ 381263 h 411788"/>
                    <a:gd name="connsiteX239" fmla="*/ 233844 w 356884"/>
                    <a:gd name="connsiteY239" fmla="*/ 381703 h 411788"/>
                    <a:gd name="connsiteX240" fmla="*/ 238521 w 356884"/>
                    <a:gd name="connsiteY240" fmla="*/ 379619 h 411788"/>
                    <a:gd name="connsiteX241" fmla="*/ 236044 w 356884"/>
                    <a:gd name="connsiteY241" fmla="*/ 379006 h 411788"/>
                    <a:gd name="connsiteX242" fmla="*/ 236090 w 356884"/>
                    <a:gd name="connsiteY242" fmla="*/ 377247 h 411788"/>
                    <a:gd name="connsiteX243" fmla="*/ 236090 w 356884"/>
                    <a:gd name="connsiteY243" fmla="*/ 377235 h 411788"/>
                    <a:gd name="connsiteX244" fmla="*/ 236252 w 356884"/>
                    <a:gd name="connsiteY244" fmla="*/ 371690 h 411788"/>
                    <a:gd name="connsiteX245" fmla="*/ 239343 w 356884"/>
                    <a:gd name="connsiteY245" fmla="*/ 363575 h 411788"/>
                    <a:gd name="connsiteX246" fmla="*/ 239169 w 356884"/>
                    <a:gd name="connsiteY246" fmla="*/ 362510 h 411788"/>
                    <a:gd name="connsiteX247" fmla="*/ 239389 w 356884"/>
                    <a:gd name="connsiteY247" fmla="*/ 361920 h 411788"/>
                    <a:gd name="connsiteX248" fmla="*/ 243325 w 356884"/>
                    <a:gd name="connsiteY248" fmla="*/ 361770 h 411788"/>
                    <a:gd name="connsiteX249" fmla="*/ 244309 w 356884"/>
                    <a:gd name="connsiteY249" fmla="*/ 360218 h 411788"/>
                    <a:gd name="connsiteX250" fmla="*/ 242792 w 356884"/>
                    <a:gd name="connsiteY250" fmla="*/ 356468 h 411788"/>
                    <a:gd name="connsiteX251" fmla="*/ 241577 w 356884"/>
                    <a:gd name="connsiteY251" fmla="*/ 356213 h 411788"/>
                    <a:gd name="connsiteX252" fmla="*/ 241507 w 356884"/>
                    <a:gd name="connsiteY252" fmla="*/ 356040 h 411788"/>
                    <a:gd name="connsiteX253" fmla="*/ 240767 w 356884"/>
                    <a:gd name="connsiteY253" fmla="*/ 356051 h 411788"/>
                    <a:gd name="connsiteX254" fmla="*/ 238151 w 356884"/>
                    <a:gd name="connsiteY254" fmla="*/ 355507 h 411788"/>
                    <a:gd name="connsiteX255" fmla="*/ 240801 w 356884"/>
                    <a:gd name="connsiteY255" fmla="*/ 350159 h 411788"/>
                    <a:gd name="connsiteX256" fmla="*/ 246219 w 356884"/>
                    <a:gd name="connsiteY256" fmla="*/ 345980 h 411788"/>
                    <a:gd name="connsiteX257" fmla="*/ 248187 w 356884"/>
                    <a:gd name="connsiteY257" fmla="*/ 346917 h 411788"/>
                    <a:gd name="connsiteX258" fmla="*/ 250444 w 356884"/>
                    <a:gd name="connsiteY258" fmla="*/ 344267 h 411788"/>
                    <a:gd name="connsiteX259" fmla="*/ 248094 w 356884"/>
                    <a:gd name="connsiteY259" fmla="*/ 343155 h 411788"/>
                    <a:gd name="connsiteX260" fmla="*/ 250710 w 356884"/>
                    <a:gd name="connsiteY260" fmla="*/ 340794 h 411788"/>
                    <a:gd name="connsiteX261" fmla="*/ 250780 w 356884"/>
                    <a:gd name="connsiteY261" fmla="*/ 340736 h 411788"/>
                    <a:gd name="connsiteX262" fmla="*/ 260029 w 356884"/>
                    <a:gd name="connsiteY262" fmla="*/ 338074 h 411788"/>
                    <a:gd name="connsiteX263" fmla="*/ 259936 w 356884"/>
                    <a:gd name="connsiteY263" fmla="*/ 335284 h 411788"/>
                    <a:gd name="connsiteX264" fmla="*/ 260886 w 356884"/>
                    <a:gd name="connsiteY264" fmla="*/ 333814 h 411788"/>
                    <a:gd name="connsiteX265" fmla="*/ 263062 w 356884"/>
                    <a:gd name="connsiteY265" fmla="*/ 331140 h 411788"/>
                    <a:gd name="connsiteX266" fmla="*/ 264023 w 356884"/>
                    <a:gd name="connsiteY266" fmla="*/ 333200 h 411788"/>
                    <a:gd name="connsiteX267" fmla="*/ 268595 w 356884"/>
                    <a:gd name="connsiteY267" fmla="*/ 327297 h 411788"/>
                    <a:gd name="connsiteX268" fmla="*/ 273526 w 356884"/>
                    <a:gd name="connsiteY268" fmla="*/ 327725 h 411788"/>
                    <a:gd name="connsiteX269" fmla="*/ 284373 w 356884"/>
                    <a:gd name="connsiteY269" fmla="*/ 324796 h 411788"/>
                    <a:gd name="connsiteX270" fmla="*/ 286283 w 356884"/>
                    <a:gd name="connsiteY270" fmla="*/ 322608 h 411788"/>
                    <a:gd name="connsiteX271" fmla="*/ 290450 w 356884"/>
                    <a:gd name="connsiteY271" fmla="*/ 318962 h 411788"/>
                    <a:gd name="connsiteX272" fmla="*/ 292152 w 356884"/>
                    <a:gd name="connsiteY272" fmla="*/ 318267 h 411788"/>
                    <a:gd name="connsiteX273" fmla="*/ 294050 w 356884"/>
                    <a:gd name="connsiteY273" fmla="*/ 314505 h 411788"/>
                    <a:gd name="connsiteX274" fmla="*/ 286237 w 356884"/>
                    <a:gd name="connsiteY274" fmla="*/ 318823 h 411788"/>
                    <a:gd name="connsiteX275" fmla="*/ 285913 w 356884"/>
                    <a:gd name="connsiteY275" fmla="*/ 318719 h 411788"/>
                    <a:gd name="connsiteX276" fmla="*/ 284581 w 356884"/>
                    <a:gd name="connsiteY276" fmla="*/ 319737 h 411788"/>
                    <a:gd name="connsiteX277" fmla="*/ 280842 w 356884"/>
                    <a:gd name="connsiteY277" fmla="*/ 321810 h 411788"/>
                    <a:gd name="connsiteX278" fmla="*/ 274696 w 356884"/>
                    <a:gd name="connsiteY278" fmla="*/ 319355 h 411788"/>
                    <a:gd name="connsiteX279" fmla="*/ 273098 w 356884"/>
                    <a:gd name="connsiteY279" fmla="*/ 324229 h 411788"/>
                    <a:gd name="connsiteX280" fmla="*/ 266893 w 356884"/>
                    <a:gd name="connsiteY280" fmla="*/ 323905 h 411788"/>
                    <a:gd name="connsiteX281" fmla="*/ 266234 w 356884"/>
                    <a:gd name="connsiteY281" fmla="*/ 323523 h 411788"/>
                    <a:gd name="connsiteX282" fmla="*/ 262506 w 356884"/>
                    <a:gd name="connsiteY282" fmla="*/ 320814 h 411788"/>
                    <a:gd name="connsiteX283" fmla="*/ 250710 w 356884"/>
                    <a:gd name="connsiteY283" fmla="*/ 324796 h 411788"/>
                    <a:gd name="connsiteX284" fmla="*/ 250305 w 356884"/>
                    <a:gd name="connsiteY284" fmla="*/ 324935 h 411788"/>
                    <a:gd name="connsiteX285" fmla="*/ 244286 w 356884"/>
                    <a:gd name="connsiteY285" fmla="*/ 324148 h 411788"/>
                    <a:gd name="connsiteX286" fmla="*/ 242862 w 356884"/>
                    <a:gd name="connsiteY286" fmla="*/ 321103 h 411788"/>
                    <a:gd name="connsiteX287" fmla="*/ 244436 w 356884"/>
                    <a:gd name="connsiteY287" fmla="*/ 314077 h 411788"/>
                    <a:gd name="connsiteX288" fmla="*/ 241762 w 356884"/>
                    <a:gd name="connsiteY288" fmla="*/ 305684 h 411788"/>
                    <a:gd name="connsiteX289" fmla="*/ 239285 w 356884"/>
                    <a:gd name="connsiteY289" fmla="*/ 301737 h 411788"/>
                    <a:gd name="connsiteX290" fmla="*/ 236472 w 356884"/>
                    <a:gd name="connsiteY290" fmla="*/ 301517 h 411788"/>
                    <a:gd name="connsiteX291" fmla="*/ 236449 w 356884"/>
                    <a:gd name="connsiteY291" fmla="*/ 301401 h 411788"/>
                    <a:gd name="connsiteX292" fmla="*/ 235754 w 356884"/>
                    <a:gd name="connsiteY292" fmla="*/ 294189 h 411788"/>
                    <a:gd name="connsiteX293" fmla="*/ 231911 w 356884"/>
                    <a:gd name="connsiteY293" fmla="*/ 288448 h 411788"/>
                    <a:gd name="connsiteX294" fmla="*/ 230522 w 356884"/>
                    <a:gd name="connsiteY294" fmla="*/ 291701 h 411788"/>
                    <a:gd name="connsiteX295" fmla="*/ 231541 w 356884"/>
                    <a:gd name="connsiteY295" fmla="*/ 294815 h 411788"/>
                    <a:gd name="connsiteX296" fmla="*/ 231321 w 356884"/>
                    <a:gd name="connsiteY296" fmla="*/ 295498 h 411788"/>
                    <a:gd name="connsiteX297" fmla="*/ 232166 w 356884"/>
                    <a:gd name="connsiteY297" fmla="*/ 296736 h 411788"/>
                    <a:gd name="connsiteX298" fmla="*/ 233717 w 356884"/>
                    <a:gd name="connsiteY298" fmla="*/ 301448 h 411788"/>
                    <a:gd name="connsiteX299" fmla="*/ 234377 w 356884"/>
                    <a:gd name="connsiteY299" fmla="*/ 303473 h 411788"/>
                    <a:gd name="connsiteX300" fmla="*/ 232768 w 356884"/>
                    <a:gd name="connsiteY300" fmla="*/ 314355 h 411788"/>
                    <a:gd name="connsiteX301" fmla="*/ 231031 w 356884"/>
                    <a:gd name="connsiteY301" fmla="*/ 316542 h 411788"/>
                    <a:gd name="connsiteX302" fmla="*/ 230267 w 356884"/>
                    <a:gd name="connsiteY302" fmla="*/ 317387 h 411788"/>
                    <a:gd name="connsiteX303" fmla="*/ 226100 w 356884"/>
                    <a:gd name="connsiteY303" fmla="*/ 315975 h 411788"/>
                    <a:gd name="connsiteX304" fmla="*/ 225799 w 356884"/>
                    <a:gd name="connsiteY304" fmla="*/ 323847 h 411788"/>
                    <a:gd name="connsiteX305" fmla="*/ 220150 w 356884"/>
                    <a:gd name="connsiteY305" fmla="*/ 333177 h 411788"/>
                    <a:gd name="connsiteX306" fmla="*/ 219780 w 356884"/>
                    <a:gd name="connsiteY306" fmla="*/ 336175 h 411788"/>
                    <a:gd name="connsiteX307" fmla="*/ 216781 w 356884"/>
                    <a:gd name="connsiteY307" fmla="*/ 342079 h 411788"/>
                    <a:gd name="connsiteX308" fmla="*/ 213401 w 356884"/>
                    <a:gd name="connsiteY308" fmla="*/ 346975 h 411788"/>
                    <a:gd name="connsiteX309" fmla="*/ 208910 w 356884"/>
                    <a:gd name="connsiteY309" fmla="*/ 341384 h 411788"/>
                    <a:gd name="connsiteX310" fmla="*/ 206004 w 356884"/>
                    <a:gd name="connsiteY310" fmla="*/ 342090 h 411788"/>
                    <a:gd name="connsiteX311" fmla="*/ 204997 w 356884"/>
                    <a:gd name="connsiteY311" fmla="*/ 340956 h 411788"/>
                    <a:gd name="connsiteX312" fmla="*/ 204523 w 356884"/>
                    <a:gd name="connsiteY312" fmla="*/ 340342 h 411788"/>
                    <a:gd name="connsiteX313" fmla="*/ 209130 w 356884"/>
                    <a:gd name="connsiteY313" fmla="*/ 321138 h 411788"/>
                    <a:gd name="connsiteX314" fmla="*/ 206618 w 356884"/>
                    <a:gd name="connsiteY314" fmla="*/ 316600 h 411788"/>
                    <a:gd name="connsiteX315" fmla="*/ 206780 w 356884"/>
                    <a:gd name="connsiteY315" fmla="*/ 312618 h 411788"/>
                    <a:gd name="connsiteX316" fmla="*/ 207023 w 356884"/>
                    <a:gd name="connsiteY316" fmla="*/ 311449 h 411788"/>
                    <a:gd name="connsiteX317" fmla="*/ 206826 w 356884"/>
                    <a:gd name="connsiteY317" fmla="*/ 311287 h 411788"/>
                    <a:gd name="connsiteX318" fmla="*/ 206896 w 356884"/>
                    <a:gd name="connsiteY318" fmla="*/ 309516 h 411788"/>
                    <a:gd name="connsiteX319" fmla="*/ 203214 w 356884"/>
                    <a:gd name="connsiteY319" fmla="*/ 308150 h 411788"/>
                    <a:gd name="connsiteX320" fmla="*/ 203157 w 356884"/>
                    <a:gd name="connsiteY320" fmla="*/ 306286 h 411788"/>
                    <a:gd name="connsiteX321" fmla="*/ 203110 w 356884"/>
                    <a:gd name="connsiteY321" fmla="*/ 308277 h 411788"/>
                    <a:gd name="connsiteX322" fmla="*/ 203064 w 356884"/>
                    <a:gd name="connsiteY322" fmla="*/ 308243 h 411788"/>
                    <a:gd name="connsiteX323" fmla="*/ 202867 w 356884"/>
                    <a:gd name="connsiteY323" fmla="*/ 309863 h 411788"/>
                    <a:gd name="connsiteX324" fmla="*/ 200483 w 356884"/>
                    <a:gd name="connsiteY324" fmla="*/ 312167 h 411788"/>
                    <a:gd name="connsiteX325" fmla="*/ 200124 w 356884"/>
                    <a:gd name="connsiteY325" fmla="*/ 311889 h 411788"/>
                    <a:gd name="connsiteX326" fmla="*/ 197774 w 356884"/>
                    <a:gd name="connsiteY326" fmla="*/ 309747 h 411788"/>
                    <a:gd name="connsiteX327" fmla="*/ 197415 w 356884"/>
                    <a:gd name="connsiteY327" fmla="*/ 309852 h 411788"/>
                    <a:gd name="connsiteX328" fmla="*/ 197137 w 356884"/>
                    <a:gd name="connsiteY328" fmla="*/ 309643 h 411788"/>
                    <a:gd name="connsiteX329" fmla="*/ 196697 w 356884"/>
                    <a:gd name="connsiteY329" fmla="*/ 310083 h 411788"/>
                    <a:gd name="connsiteX330" fmla="*/ 196199 w 356884"/>
                    <a:gd name="connsiteY330" fmla="*/ 310245 h 411788"/>
                    <a:gd name="connsiteX331" fmla="*/ 194498 w 356884"/>
                    <a:gd name="connsiteY331" fmla="*/ 304990 h 411788"/>
                    <a:gd name="connsiteX332" fmla="*/ 193595 w 356884"/>
                    <a:gd name="connsiteY332" fmla="*/ 305823 h 411788"/>
                    <a:gd name="connsiteX333" fmla="*/ 192924 w 356884"/>
                    <a:gd name="connsiteY333" fmla="*/ 306240 h 411788"/>
                    <a:gd name="connsiteX334" fmla="*/ 190585 w 356884"/>
                    <a:gd name="connsiteY334" fmla="*/ 302918 h 411788"/>
                    <a:gd name="connsiteX335" fmla="*/ 189022 w 356884"/>
                    <a:gd name="connsiteY335" fmla="*/ 303138 h 411788"/>
                    <a:gd name="connsiteX336" fmla="*/ 189046 w 356884"/>
                    <a:gd name="connsiteY336" fmla="*/ 304469 h 411788"/>
                    <a:gd name="connsiteX337" fmla="*/ 188721 w 356884"/>
                    <a:gd name="connsiteY337" fmla="*/ 304920 h 411788"/>
                    <a:gd name="connsiteX338" fmla="*/ 189069 w 356884"/>
                    <a:gd name="connsiteY338" fmla="*/ 305568 h 411788"/>
                    <a:gd name="connsiteX339" fmla="*/ 189196 w 356884"/>
                    <a:gd name="connsiteY339" fmla="*/ 311229 h 411788"/>
                    <a:gd name="connsiteX340" fmla="*/ 189231 w 356884"/>
                    <a:gd name="connsiteY340" fmla="*/ 314401 h 411788"/>
                    <a:gd name="connsiteX341" fmla="*/ 186244 w 356884"/>
                    <a:gd name="connsiteY341" fmla="*/ 317341 h 411788"/>
                    <a:gd name="connsiteX342" fmla="*/ 185700 w 356884"/>
                    <a:gd name="connsiteY342" fmla="*/ 317399 h 411788"/>
                    <a:gd name="connsiteX343" fmla="*/ 182193 w 356884"/>
                    <a:gd name="connsiteY343" fmla="*/ 317596 h 411788"/>
                    <a:gd name="connsiteX344" fmla="*/ 175016 w 356884"/>
                    <a:gd name="connsiteY344" fmla="*/ 314517 h 411788"/>
                    <a:gd name="connsiteX345" fmla="*/ 145011 w 356884"/>
                    <a:gd name="connsiteY345" fmla="*/ 322388 h 411788"/>
                    <a:gd name="connsiteX346" fmla="*/ 142823 w 356884"/>
                    <a:gd name="connsiteY346" fmla="*/ 322967 h 411788"/>
                    <a:gd name="connsiteX347" fmla="*/ 141909 w 356884"/>
                    <a:gd name="connsiteY347" fmla="*/ 320640 h 411788"/>
                    <a:gd name="connsiteX348" fmla="*/ 141793 w 356884"/>
                    <a:gd name="connsiteY348" fmla="*/ 323303 h 411788"/>
                    <a:gd name="connsiteX349" fmla="*/ 138401 w 356884"/>
                    <a:gd name="connsiteY349" fmla="*/ 322643 h 411788"/>
                    <a:gd name="connsiteX350" fmla="*/ 138343 w 356884"/>
                    <a:gd name="connsiteY350" fmla="*/ 320825 h 411788"/>
                    <a:gd name="connsiteX351" fmla="*/ 138459 w 356884"/>
                    <a:gd name="connsiteY351" fmla="*/ 320779 h 411788"/>
                    <a:gd name="connsiteX352" fmla="*/ 141121 w 356884"/>
                    <a:gd name="connsiteY352" fmla="*/ 320200 h 411788"/>
                    <a:gd name="connsiteX353" fmla="*/ 141666 w 356884"/>
                    <a:gd name="connsiteY353" fmla="*/ 316010 h 411788"/>
                    <a:gd name="connsiteX354" fmla="*/ 145011 w 356884"/>
                    <a:gd name="connsiteY354" fmla="*/ 315107 h 411788"/>
                    <a:gd name="connsiteX355" fmla="*/ 145532 w 356884"/>
                    <a:gd name="connsiteY355" fmla="*/ 314968 h 411788"/>
                    <a:gd name="connsiteX356" fmla="*/ 150776 w 356884"/>
                    <a:gd name="connsiteY356" fmla="*/ 307907 h 411788"/>
                    <a:gd name="connsiteX357" fmla="*/ 151308 w 356884"/>
                    <a:gd name="connsiteY357" fmla="*/ 303786 h 411788"/>
                    <a:gd name="connsiteX358" fmla="*/ 151887 w 356884"/>
                    <a:gd name="connsiteY358" fmla="*/ 301308 h 411788"/>
                    <a:gd name="connsiteX359" fmla="*/ 151632 w 356884"/>
                    <a:gd name="connsiteY359" fmla="*/ 301228 h 411788"/>
                    <a:gd name="connsiteX360" fmla="*/ 151899 w 356884"/>
                    <a:gd name="connsiteY360" fmla="*/ 299179 h 411788"/>
                    <a:gd name="connsiteX361" fmla="*/ 149190 w 356884"/>
                    <a:gd name="connsiteY361" fmla="*/ 296759 h 411788"/>
                    <a:gd name="connsiteX362" fmla="*/ 148160 w 356884"/>
                    <a:gd name="connsiteY362" fmla="*/ 299410 h 411788"/>
                    <a:gd name="connsiteX363" fmla="*/ 146458 w 356884"/>
                    <a:gd name="connsiteY363" fmla="*/ 300533 h 411788"/>
                    <a:gd name="connsiteX364" fmla="*/ 135241 w 356884"/>
                    <a:gd name="connsiteY364" fmla="*/ 306796 h 411788"/>
                    <a:gd name="connsiteX365" fmla="*/ 132625 w 356884"/>
                    <a:gd name="connsiteY365" fmla="*/ 306958 h 411788"/>
                    <a:gd name="connsiteX366" fmla="*/ 126652 w 356884"/>
                    <a:gd name="connsiteY366" fmla="*/ 302987 h 411788"/>
                    <a:gd name="connsiteX367" fmla="*/ 126605 w 356884"/>
                    <a:gd name="connsiteY367" fmla="*/ 302953 h 411788"/>
                    <a:gd name="connsiteX368" fmla="*/ 126385 w 356884"/>
                    <a:gd name="connsiteY368" fmla="*/ 300012 h 411788"/>
                    <a:gd name="connsiteX369" fmla="*/ 122507 w 356884"/>
                    <a:gd name="connsiteY369" fmla="*/ 293877 h 411788"/>
                    <a:gd name="connsiteX370" fmla="*/ 120331 w 356884"/>
                    <a:gd name="connsiteY370" fmla="*/ 289027 h 411788"/>
                    <a:gd name="connsiteX371" fmla="*/ 120505 w 356884"/>
                    <a:gd name="connsiteY371" fmla="*/ 285971 h 411788"/>
                    <a:gd name="connsiteX372" fmla="*/ 122299 w 356884"/>
                    <a:gd name="connsiteY372" fmla="*/ 281954 h 411788"/>
                    <a:gd name="connsiteX373" fmla="*/ 122334 w 356884"/>
                    <a:gd name="connsiteY373" fmla="*/ 281919 h 411788"/>
                    <a:gd name="connsiteX374" fmla="*/ 130668 w 356884"/>
                    <a:gd name="connsiteY374" fmla="*/ 282405 h 411788"/>
                    <a:gd name="connsiteX375" fmla="*/ 132440 w 356884"/>
                    <a:gd name="connsiteY375" fmla="*/ 281074 h 411788"/>
                    <a:gd name="connsiteX376" fmla="*/ 132798 w 356884"/>
                    <a:gd name="connsiteY376" fmla="*/ 279326 h 411788"/>
                    <a:gd name="connsiteX377" fmla="*/ 133343 w 356884"/>
                    <a:gd name="connsiteY377" fmla="*/ 278458 h 411788"/>
                    <a:gd name="connsiteX378" fmla="*/ 133748 w 356884"/>
                    <a:gd name="connsiteY378" fmla="*/ 274800 h 411788"/>
                    <a:gd name="connsiteX379" fmla="*/ 135229 w 356884"/>
                    <a:gd name="connsiteY379" fmla="*/ 267669 h 411788"/>
                    <a:gd name="connsiteX380" fmla="*/ 132440 w 356884"/>
                    <a:gd name="connsiteY380" fmla="*/ 269475 h 411788"/>
                    <a:gd name="connsiteX381" fmla="*/ 132231 w 356884"/>
                    <a:gd name="connsiteY381" fmla="*/ 273920 h 411788"/>
                    <a:gd name="connsiteX382" fmla="*/ 129291 w 356884"/>
                    <a:gd name="connsiteY382" fmla="*/ 277057 h 411788"/>
                    <a:gd name="connsiteX383" fmla="*/ 121257 w 356884"/>
                    <a:gd name="connsiteY383" fmla="*/ 276826 h 411788"/>
                    <a:gd name="connsiteX384" fmla="*/ 120204 w 356884"/>
                    <a:gd name="connsiteY384" fmla="*/ 277497 h 411788"/>
                    <a:gd name="connsiteX385" fmla="*/ 115909 w 356884"/>
                    <a:gd name="connsiteY385" fmla="*/ 278759 h 411788"/>
                    <a:gd name="connsiteX386" fmla="*/ 114740 w 356884"/>
                    <a:gd name="connsiteY386" fmla="*/ 278585 h 411788"/>
                    <a:gd name="connsiteX387" fmla="*/ 107933 w 356884"/>
                    <a:gd name="connsiteY387" fmla="*/ 273017 h 411788"/>
                    <a:gd name="connsiteX388" fmla="*/ 108385 w 356884"/>
                    <a:gd name="connsiteY388" fmla="*/ 267762 h 411788"/>
                    <a:gd name="connsiteX389" fmla="*/ 101092 w 356884"/>
                    <a:gd name="connsiteY389" fmla="*/ 259879 h 411788"/>
                    <a:gd name="connsiteX390" fmla="*/ 98557 w 356884"/>
                    <a:gd name="connsiteY390" fmla="*/ 248662 h 411788"/>
                    <a:gd name="connsiteX391" fmla="*/ 100085 w 356884"/>
                    <a:gd name="connsiteY391" fmla="*/ 247920 h 411788"/>
                    <a:gd name="connsiteX392" fmla="*/ 99749 w 356884"/>
                    <a:gd name="connsiteY392" fmla="*/ 245721 h 411788"/>
                    <a:gd name="connsiteX393" fmla="*/ 94135 w 356884"/>
                    <a:gd name="connsiteY393" fmla="*/ 244355 h 411788"/>
                    <a:gd name="connsiteX394" fmla="*/ 92549 w 356884"/>
                    <a:gd name="connsiteY394" fmla="*/ 242156 h 411788"/>
                    <a:gd name="connsiteX395" fmla="*/ 92595 w 356884"/>
                    <a:gd name="connsiteY395" fmla="*/ 241044 h 411788"/>
                    <a:gd name="connsiteX396" fmla="*/ 93487 w 356884"/>
                    <a:gd name="connsiteY396" fmla="*/ 240292 h 411788"/>
                    <a:gd name="connsiteX397" fmla="*/ 92676 w 356884"/>
                    <a:gd name="connsiteY397" fmla="*/ 239065 h 411788"/>
                    <a:gd name="connsiteX398" fmla="*/ 93012 w 356884"/>
                    <a:gd name="connsiteY398" fmla="*/ 230696 h 411788"/>
                    <a:gd name="connsiteX399" fmla="*/ 100803 w 356884"/>
                    <a:gd name="connsiteY399" fmla="*/ 227223 h 411788"/>
                    <a:gd name="connsiteX400" fmla="*/ 101891 w 356884"/>
                    <a:gd name="connsiteY400" fmla="*/ 224584 h 411788"/>
                    <a:gd name="connsiteX401" fmla="*/ 104542 w 356884"/>
                    <a:gd name="connsiteY401" fmla="*/ 225788 h 411788"/>
                    <a:gd name="connsiteX402" fmla="*/ 104634 w 356884"/>
                    <a:gd name="connsiteY402" fmla="*/ 225683 h 411788"/>
                    <a:gd name="connsiteX403" fmla="*/ 104796 w 356884"/>
                    <a:gd name="connsiteY403" fmla="*/ 225753 h 411788"/>
                    <a:gd name="connsiteX404" fmla="*/ 107609 w 356884"/>
                    <a:gd name="connsiteY404" fmla="*/ 222442 h 411788"/>
                    <a:gd name="connsiteX405" fmla="*/ 109612 w 356884"/>
                    <a:gd name="connsiteY405" fmla="*/ 225023 h 411788"/>
                    <a:gd name="connsiteX406" fmla="*/ 111256 w 356884"/>
                    <a:gd name="connsiteY406" fmla="*/ 224757 h 411788"/>
                    <a:gd name="connsiteX407" fmla="*/ 109658 w 356884"/>
                    <a:gd name="connsiteY407" fmla="*/ 216851 h 411788"/>
                    <a:gd name="connsiteX408" fmla="*/ 110538 w 356884"/>
                    <a:gd name="connsiteY408" fmla="*/ 214952 h 411788"/>
                    <a:gd name="connsiteX409" fmla="*/ 110677 w 356884"/>
                    <a:gd name="connsiteY409" fmla="*/ 214744 h 411788"/>
                    <a:gd name="connsiteX410" fmla="*/ 113478 w 356884"/>
                    <a:gd name="connsiteY410" fmla="*/ 218622 h 411788"/>
                    <a:gd name="connsiteX411" fmla="*/ 115516 w 356884"/>
                    <a:gd name="connsiteY411" fmla="*/ 216921 h 411788"/>
                    <a:gd name="connsiteX412" fmla="*/ 117993 w 356884"/>
                    <a:gd name="connsiteY412" fmla="*/ 220220 h 411788"/>
                    <a:gd name="connsiteX413" fmla="*/ 124255 w 356884"/>
                    <a:gd name="connsiteY413" fmla="*/ 223611 h 411788"/>
                    <a:gd name="connsiteX414" fmla="*/ 128677 w 356884"/>
                    <a:gd name="connsiteY414" fmla="*/ 228508 h 411788"/>
                    <a:gd name="connsiteX415" fmla="*/ 132856 w 356884"/>
                    <a:gd name="connsiteY415" fmla="*/ 237977 h 411788"/>
                    <a:gd name="connsiteX416" fmla="*/ 135519 w 356884"/>
                    <a:gd name="connsiteY416" fmla="*/ 239980 h 411788"/>
                    <a:gd name="connsiteX417" fmla="*/ 144953 w 356884"/>
                    <a:gd name="connsiteY417" fmla="*/ 242619 h 411788"/>
                    <a:gd name="connsiteX418" fmla="*/ 145011 w 356884"/>
                    <a:gd name="connsiteY418" fmla="*/ 242596 h 411788"/>
                    <a:gd name="connsiteX419" fmla="*/ 148727 w 356884"/>
                    <a:gd name="connsiteY419" fmla="*/ 241172 h 411788"/>
                    <a:gd name="connsiteX420" fmla="*/ 145011 w 356884"/>
                    <a:gd name="connsiteY420" fmla="*/ 239679 h 411788"/>
                    <a:gd name="connsiteX421" fmla="*/ 137903 w 356884"/>
                    <a:gd name="connsiteY421" fmla="*/ 236808 h 411788"/>
                    <a:gd name="connsiteX422" fmla="*/ 137406 w 356884"/>
                    <a:gd name="connsiteY422" fmla="*/ 236426 h 411788"/>
                    <a:gd name="connsiteX423" fmla="*/ 134813 w 356884"/>
                    <a:gd name="connsiteY423" fmla="*/ 231853 h 411788"/>
                    <a:gd name="connsiteX424" fmla="*/ 132868 w 356884"/>
                    <a:gd name="connsiteY424" fmla="*/ 227582 h 411788"/>
                    <a:gd name="connsiteX425" fmla="*/ 134025 w 356884"/>
                    <a:gd name="connsiteY425" fmla="*/ 225845 h 411788"/>
                    <a:gd name="connsiteX426" fmla="*/ 130367 w 356884"/>
                    <a:gd name="connsiteY426" fmla="*/ 223773 h 411788"/>
                    <a:gd name="connsiteX427" fmla="*/ 127705 w 356884"/>
                    <a:gd name="connsiteY427" fmla="*/ 220879 h 411788"/>
                    <a:gd name="connsiteX428" fmla="*/ 125008 w 356884"/>
                    <a:gd name="connsiteY428" fmla="*/ 216978 h 411788"/>
                    <a:gd name="connsiteX429" fmla="*/ 123816 w 356884"/>
                    <a:gd name="connsiteY429" fmla="*/ 216631 h 411788"/>
                    <a:gd name="connsiteX430" fmla="*/ 123607 w 356884"/>
                    <a:gd name="connsiteY430" fmla="*/ 216399 h 411788"/>
                    <a:gd name="connsiteX431" fmla="*/ 119602 w 356884"/>
                    <a:gd name="connsiteY431" fmla="*/ 215369 h 411788"/>
                    <a:gd name="connsiteX432" fmla="*/ 120609 w 356884"/>
                    <a:gd name="connsiteY432" fmla="*/ 214316 h 411788"/>
                    <a:gd name="connsiteX433" fmla="*/ 121408 w 356884"/>
                    <a:gd name="connsiteY433" fmla="*/ 213563 h 411788"/>
                    <a:gd name="connsiteX434" fmla="*/ 121338 w 356884"/>
                    <a:gd name="connsiteY434" fmla="*/ 213529 h 411788"/>
                    <a:gd name="connsiteX435" fmla="*/ 122091 w 356884"/>
                    <a:gd name="connsiteY435" fmla="*/ 212742 h 411788"/>
                    <a:gd name="connsiteX436" fmla="*/ 118745 w 356884"/>
                    <a:gd name="connsiteY436" fmla="*/ 212221 h 411788"/>
                    <a:gd name="connsiteX437" fmla="*/ 118375 w 356884"/>
                    <a:gd name="connsiteY437" fmla="*/ 212036 h 411788"/>
                    <a:gd name="connsiteX438" fmla="*/ 118630 w 356884"/>
                    <a:gd name="connsiteY438" fmla="*/ 210473 h 411788"/>
                    <a:gd name="connsiteX439" fmla="*/ 119822 w 356884"/>
                    <a:gd name="connsiteY439" fmla="*/ 206653 h 411788"/>
                    <a:gd name="connsiteX440" fmla="*/ 126559 w 356884"/>
                    <a:gd name="connsiteY440" fmla="*/ 201606 h 411788"/>
                    <a:gd name="connsiteX441" fmla="*/ 119312 w 356884"/>
                    <a:gd name="connsiteY441" fmla="*/ 203481 h 411788"/>
                    <a:gd name="connsiteX442" fmla="*/ 116129 w 356884"/>
                    <a:gd name="connsiteY442" fmla="*/ 209720 h 411788"/>
                    <a:gd name="connsiteX443" fmla="*/ 116094 w 356884"/>
                    <a:gd name="connsiteY443" fmla="*/ 209744 h 411788"/>
                    <a:gd name="connsiteX444" fmla="*/ 111753 w 356884"/>
                    <a:gd name="connsiteY444" fmla="*/ 209118 h 411788"/>
                    <a:gd name="connsiteX445" fmla="*/ 108767 w 356884"/>
                    <a:gd name="connsiteY445" fmla="*/ 211630 h 411788"/>
                    <a:gd name="connsiteX446" fmla="*/ 105965 w 356884"/>
                    <a:gd name="connsiteY446" fmla="*/ 209570 h 411788"/>
                    <a:gd name="connsiteX447" fmla="*/ 102910 w 356884"/>
                    <a:gd name="connsiteY447" fmla="*/ 211688 h 411788"/>
                    <a:gd name="connsiteX448" fmla="*/ 102041 w 356884"/>
                    <a:gd name="connsiteY448" fmla="*/ 214629 h 411788"/>
                    <a:gd name="connsiteX449" fmla="*/ 101497 w 356884"/>
                    <a:gd name="connsiteY449" fmla="*/ 213899 h 411788"/>
                    <a:gd name="connsiteX450" fmla="*/ 101138 w 356884"/>
                    <a:gd name="connsiteY450" fmla="*/ 212556 h 411788"/>
                    <a:gd name="connsiteX451" fmla="*/ 102030 w 356884"/>
                    <a:gd name="connsiteY451" fmla="*/ 209894 h 411788"/>
                    <a:gd name="connsiteX452" fmla="*/ 100733 w 356884"/>
                    <a:gd name="connsiteY452" fmla="*/ 209604 h 411788"/>
                    <a:gd name="connsiteX453" fmla="*/ 102643 w 356884"/>
                    <a:gd name="connsiteY453" fmla="*/ 208412 h 411788"/>
                    <a:gd name="connsiteX454" fmla="*/ 103882 w 356884"/>
                    <a:gd name="connsiteY454" fmla="*/ 202543 h 411788"/>
                    <a:gd name="connsiteX455" fmla="*/ 99946 w 356884"/>
                    <a:gd name="connsiteY455" fmla="*/ 200205 h 411788"/>
                    <a:gd name="connsiteX456" fmla="*/ 98823 w 356884"/>
                    <a:gd name="connsiteY456" fmla="*/ 201247 h 411788"/>
                    <a:gd name="connsiteX457" fmla="*/ 96809 w 356884"/>
                    <a:gd name="connsiteY457" fmla="*/ 199395 h 411788"/>
                    <a:gd name="connsiteX458" fmla="*/ 95860 w 356884"/>
                    <a:gd name="connsiteY458" fmla="*/ 198179 h 411788"/>
                    <a:gd name="connsiteX459" fmla="*/ 96161 w 356884"/>
                    <a:gd name="connsiteY459" fmla="*/ 196246 h 411788"/>
                    <a:gd name="connsiteX460" fmla="*/ 99194 w 356884"/>
                    <a:gd name="connsiteY460" fmla="*/ 192669 h 411788"/>
                    <a:gd name="connsiteX461" fmla="*/ 100363 w 356884"/>
                    <a:gd name="connsiteY461" fmla="*/ 191639 h 411788"/>
                    <a:gd name="connsiteX462" fmla="*/ 94714 w 356884"/>
                    <a:gd name="connsiteY462" fmla="*/ 189763 h 411788"/>
                    <a:gd name="connsiteX463" fmla="*/ 94193 w 356884"/>
                    <a:gd name="connsiteY463" fmla="*/ 185179 h 411788"/>
                    <a:gd name="connsiteX464" fmla="*/ 96554 w 356884"/>
                    <a:gd name="connsiteY464" fmla="*/ 180850 h 411788"/>
                    <a:gd name="connsiteX465" fmla="*/ 94934 w 356884"/>
                    <a:gd name="connsiteY465" fmla="*/ 179936 h 411788"/>
                    <a:gd name="connsiteX466" fmla="*/ 94725 w 356884"/>
                    <a:gd name="connsiteY466" fmla="*/ 176092 h 411788"/>
                    <a:gd name="connsiteX467" fmla="*/ 93579 w 356884"/>
                    <a:gd name="connsiteY467" fmla="*/ 174830 h 411788"/>
                    <a:gd name="connsiteX468" fmla="*/ 90153 w 356884"/>
                    <a:gd name="connsiteY468" fmla="*/ 187170 h 411788"/>
                    <a:gd name="connsiteX469" fmla="*/ 88150 w 356884"/>
                    <a:gd name="connsiteY469" fmla="*/ 187205 h 411788"/>
                    <a:gd name="connsiteX470" fmla="*/ 82235 w 356884"/>
                    <a:gd name="connsiteY470" fmla="*/ 195216 h 411788"/>
                    <a:gd name="connsiteX471" fmla="*/ 81946 w 356884"/>
                    <a:gd name="connsiteY471" fmla="*/ 195505 h 411788"/>
                    <a:gd name="connsiteX472" fmla="*/ 81911 w 356884"/>
                    <a:gd name="connsiteY472" fmla="*/ 195030 h 411788"/>
                    <a:gd name="connsiteX473" fmla="*/ 83809 w 356884"/>
                    <a:gd name="connsiteY473" fmla="*/ 189763 h 411788"/>
                    <a:gd name="connsiteX474" fmla="*/ 84712 w 356884"/>
                    <a:gd name="connsiteY474" fmla="*/ 188525 h 411788"/>
                    <a:gd name="connsiteX475" fmla="*/ 83636 w 356884"/>
                    <a:gd name="connsiteY475" fmla="*/ 188583 h 411788"/>
                    <a:gd name="connsiteX476" fmla="*/ 82108 w 356884"/>
                    <a:gd name="connsiteY476" fmla="*/ 187703 h 411788"/>
                    <a:gd name="connsiteX477" fmla="*/ 82038 w 356884"/>
                    <a:gd name="connsiteY477" fmla="*/ 187367 h 411788"/>
                    <a:gd name="connsiteX478" fmla="*/ 85488 w 356884"/>
                    <a:gd name="connsiteY478" fmla="*/ 181660 h 411788"/>
                    <a:gd name="connsiteX479" fmla="*/ 84631 w 356884"/>
                    <a:gd name="connsiteY479" fmla="*/ 178755 h 411788"/>
                    <a:gd name="connsiteX480" fmla="*/ 83311 w 356884"/>
                    <a:gd name="connsiteY480" fmla="*/ 178489 h 411788"/>
                    <a:gd name="connsiteX481" fmla="*/ 82953 w 356884"/>
                    <a:gd name="connsiteY481" fmla="*/ 177817 h 411788"/>
                    <a:gd name="connsiteX482" fmla="*/ 83578 w 356884"/>
                    <a:gd name="connsiteY482" fmla="*/ 176833 h 411788"/>
                    <a:gd name="connsiteX483" fmla="*/ 81147 w 356884"/>
                    <a:gd name="connsiteY483" fmla="*/ 174796 h 411788"/>
                    <a:gd name="connsiteX484" fmla="*/ 79353 w 356884"/>
                    <a:gd name="connsiteY484" fmla="*/ 169297 h 411788"/>
                    <a:gd name="connsiteX485" fmla="*/ 77431 w 356884"/>
                    <a:gd name="connsiteY485" fmla="*/ 178153 h 411788"/>
                    <a:gd name="connsiteX486" fmla="*/ 79434 w 356884"/>
                    <a:gd name="connsiteY486" fmla="*/ 178477 h 411788"/>
                    <a:gd name="connsiteX487" fmla="*/ 80881 w 356884"/>
                    <a:gd name="connsiteY487" fmla="*/ 174912 h 411788"/>
                    <a:gd name="connsiteX488" fmla="*/ 79931 w 356884"/>
                    <a:gd name="connsiteY488" fmla="*/ 181302 h 411788"/>
                    <a:gd name="connsiteX489" fmla="*/ 77489 w 356884"/>
                    <a:gd name="connsiteY489" fmla="*/ 182552 h 411788"/>
                    <a:gd name="connsiteX490" fmla="*/ 77489 w 356884"/>
                    <a:gd name="connsiteY490" fmla="*/ 182448 h 411788"/>
                    <a:gd name="connsiteX491" fmla="*/ 79468 w 356884"/>
                    <a:gd name="connsiteY491" fmla="*/ 179739 h 411788"/>
                    <a:gd name="connsiteX492" fmla="*/ 77512 w 356884"/>
                    <a:gd name="connsiteY492" fmla="*/ 178743 h 411788"/>
                    <a:gd name="connsiteX493" fmla="*/ 73889 w 356884"/>
                    <a:gd name="connsiteY493" fmla="*/ 185457 h 411788"/>
                    <a:gd name="connsiteX494" fmla="*/ 71458 w 356884"/>
                    <a:gd name="connsiteY494" fmla="*/ 182494 h 411788"/>
                    <a:gd name="connsiteX495" fmla="*/ 67395 w 356884"/>
                    <a:gd name="connsiteY495" fmla="*/ 183235 h 411788"/>
                    <a:gd name="connsiteX496" fmla="*/ 69363 w 356884"/>
                    <a:gd name="connsiteY496" fmla="*/ 185226 h 411788"/>
                    <a:gd name="connsiteX497" fmla="*/ 68020 w 356884"/>
                    <a:gd name="connsiteY497" fmla="*/ 189532 h 411788"/>
                    <a:gd name="connsiteX498" fmla="*/ 69305 w 356884"/>
                    <a:gd name="connsiteY498" fmla="*/ 195748 h 411788"/>
                    <a:gd name="connsiteX499" fmla="*/ 69860 w 356884"/>
                    <a:gd name="connsiteY499" fmla="*/ 198422 h 411788"/>
                    <a:gd name="connsiteX500" fmla="*/ 67858 w 356884"/>
                    <a:gd name="connsiteY500" fmla="*/ 200726 h 411788"/>
                    <a:gd name="connsiteX501" fmla="*/ 68413 w 356884"/>
                    <a:gd name="connsiteY501" fmla="*/ 212742 h 411788"/>
                    <a:gd name="connsiteX502" fmla="*/ 65820 w 356884"/>
                    <a:gd name="connsiteY502" fmla="*/ 216098 h 411788"/>
                    <a:gd name="connsiteX503" fmla="*/ 62290 w 356884"/>
                    <a:gd name="connsiteY503" fmla="*/ 215647 h 411788"/>
                    <a:gd name="connsiteX504" fmla="*/ 61896 w 356884"/>
                    <a:gd name="connsiteY504" fmla="*/ 213668 h 411788"/>
                    <a:gd name="connsiteX505" fmla="*/ 61896 w 356884"/>
                    <a:gd name="connsiteY505" fmla="*/ 213483 h 411788"/>
                    <a:gd name="connsiteX506" fmla="*/ 61861 w 356884"/>
                    <a:gd name="connsiteY506" fmla="*/ 213494 h 411788"/>
                    <a:gd name="connsiteX507" fmla="*/ 61780 w 356884"/>
                    <a:gd name="connsiteY507" fmla="*/ 213077 h 411788"/>
                    <a:gd name="connsiteX508" fmla="*/ 58759 w 356884"/>
                    <a:gd name="connsiteY508" fmla="*/ 213054 h 411788"/>
                    <a:gd name="connsiteX509" fmla="*/ 49498 w 356884"/>
                    <a:gd name="connsiteY509" fmla="*/ 204257 h 411788"/>
                    <a:gd name="connsiteX510" fmla="*/ 42032 w 356884"/>
                    <a:gd name="connsiteY510" fmla="*/ 202103 h 411788"/>
                    <a:gd name="connsiteX511" fmla="*/ 40747 w 356884"/>
                    <a:gd name="connsiteY511" fmla="*/ 199174 h 411788"/>
                    <a:gd name="connsiteX512" fmla="*/ 39300 w 356884"/>
                    <a:gd name="connsiteY512" fmla="*/ 199221 h 411788"/>
                    <a:gd name="connsiteX513" fmla="*/ 33755 w 356884"/>
                    <a:gd name="connsiteY513" fmla="*/ 199406 h 411788"/>
                    <a:gd name="connsiteX514" fmla="*/ 32493 w 356884"/>
                    <a:gd name="connsiteY514" fmla="*/ 197878 h 411788"/>
                    <a:gd name="connsiteX515" fmla="*/ 30213 w 356884"/>
                    <a:gd name="connsiteY515" fmla="*/ 194718 h 411788"/>
                    <a:gd name="connsiteX516" fmla="*/ 29680 w 356884"/>
                    <a:gd name="connsiteY516" fmla="*/ 194463 h 411788"/>
                    <a:gd name="connsiteX517" fmla="*/ 26254 w 356884"/>
                    <a:gd name="connsiteY517" fmla="*/ 190307 h 411788"/>
                    <a:gd name="connsiteX518" fmla="*/ 24992 w 356884"/>
                    <a:gd name="connsiteY518" fmla="*/ 190678 h 411788"/>
                    <a:gd name="connsiteX519" fmla="*/ 21797 w 356884"/>
                    <a:gd name="connsiteY519" fmla="*/ 190759 h 411788"/>
                    <a:gd name="connsiteX520" fmla="*/ 20235 w 356884"/>
                    <a:gd name="connsiteY520" fmla="*/ 189937 h 411788"/>
                    <a:gd name="connsiteX521" fmla="*/ 15963 w 356884"/>
                    <a:gd name="connsiteY521" fmla="*/ 181545 h 411788"/>
                    <a:gd name="connsiteX522" fmla="*/ 14782 w 356884"/>
                    <a:gd name="connsiteY522" fmla="*/ 179137 h 411788"/>
                    <a:gd name="connsiteX523" fmla="*/ 18128 w 356884"/>
                    <a:gd name="connsiteY523" fmla="*/ 175838 h 411788"/>
                    <a:gd name="connsiteX524" fmla="*/ 14609 w 356884"/>
                    <a:gd name="connsiteY524" fmla="*/ 162410 h 411788"/>
                    <a:gd name="connsiteX525" fmla="*/ 12050 w 356884"/>
                    <a:gd name="connsiteY525" fmla="*/ 159551 h 411788"/>
                    <a:gd name="connsiteX526" fmla="*/ 9157 w 356884"/>
                    <a:gd name="connsiteY526" fmla="*/ 159250 h 411788"/>
                    <a:gd name="connsiteX527" fmla="*/ 7432 w 356884"/>
                    <a:gd name="connsiteY527" fmla="*/ 155233 h 411788"/>
                    <a:gd name="connsiteX528" fmla="*/ 2755 w 356884"/>
                    <a:gd name="connsiteY528" fmla="*/ 156471 h 411788"/>
                    <a:gd name="connsiteX529" fmla="*/ 2072 w 356884"/>
                    <a:gd name="connsiteY529" fmla="*/ 159805 h 411788"/>
                    <a:gd name="connsiteX530" fmla="*/ 0 w 356884"/>
                    <a:gd name="connsiteY530" fmla="*/ 159365 h 411788"/>
                    <a:gd name="connsiteX531" fmla="*/ 2373 w 356884"/>
                    <a:gd name="connsiteY531" fmla="*/ 155568 h 411788"/>
                    <a:gd name="connsiteX532" fmla="*/ 2130 w 356884"/>
                    <a:gd name="connsiteY532" fmla="*/ 154990 h 411788"/>
                    <a:gd name="connsiteX533" fmla="*/ 1725 w 356884"/>
                    <a:gd name="connsiteY533" fmla="*/ 148426 h 411788"/>
                    <a:gd name="connsiteX534" fmla="*/ 4595 w 356884"/>
                    <a:gd name="connsiteY534" fmla="*/ 146701 h 411788"/>
                    <a:gd name="connsiteX535" fmla="*/ 4248 w 356884"/>
                    <a:gd name="connsiteY535" fmla="*/ 145683 h 411788"/>
                    <a:gd name="connsiteX536" fmla="*/ 4561 w 356884"/>
                    <a:gd name="connsiteY536" fmla="*/ 145358 h 411788"/>
                    <a:gd name="connsiteX537" fmla="*/ 3114 w 356884"/>
                    <a:gd name="connsiteY537" fmla="*/ 142314 h 411788"/>
                    <a:gd name="connsiteX538" fmla="*/ 2732 w 356884"/>
                    <a:gd name="connsiteY538" fmla="*/ 141191 h 411788"/>
                    <a:gd name="connsiteX539" fmla="*/ 4561 w 356884"/>
                    <a:gd name="connsiteY539" fmla="*/ 137857 h 411788"/>
                    <a:gd name="connsiteX540" fmla="*/ 14979 w 356884"/>
                    <a:gd name="connsiteY540" fmla="*/ 139362 h 411788"/>
                    <a:gd name="connsiteX541" fmla="*/ 15882 w 356884"/>
                    <a:gd name="connsiteY541" fmla="*/ 142291 h 411788"/>
                    <a:gd name="connsiteX542" fmla="*/ 23256 w 356884"/>
                    <a:gd name="connsiteY542" fmla="*/ 144062 h 411788"/>
                    <a:gd name="connsiteX543" fmla="*/ 16600 w 356884"/>
                    <a:gd name="connsiteY543" fmla="*/ 134813 h 411788"/>
                    <a:gd name="connsiteX544" fmla="*/ 15292 w 356884"/>
                    <a:gd name="connsiteY544" fmla="*/ 123480 h 411788"/>
                    <a:gd name="connsiteX545" fmla="*/ 16415 w 356884"/>
                    <a:gd name="connsiteY545" fmla="*/ 113849 h 411788"/>
                    <a:gd name="connsiteX546" fmla="*/ 21566 w 356884"/>
                    <a:gd name="connsiteY546" fmla="*/ 108906 h 411788"/>
                    <a:gd name="connsiteX547" fmla="*/ 26925 w 356884"/>
                    <a:gd name="connsiteY547" fmla="*/ 106510 h 411788"/>
                    <a:gd name="connsiteX548" fmla="*/ 30109 w 356884"/>
                    <a:gd name="connsiteY548" fmla="*/ 111418 h 411788"/>
                    <a:gd name="connsiteX549" fmla="*/ 29831 w 356884"/>
                    <a:gd name="connsiteY549" fmla="*/ 116859 h 411788"/>
                    <a:gd name="connsiteX550" fmla="*/ 30757 w 356884"/>
                    <a:gd name="connsiteY550" fmla="*/ 117125 h 411788"/>
                    <a:gd name="connsiteX551" fmla="*/ 33049 w 356884"/>
                    <a:gd name="connsiteY551" fmla="*/ 120447 h 411788"/>
                    <a:gd name="connsiteX552" fmla="*/ 33396 w 356884"/>
                    <a:gd name="connsiteY552" fmla="*/ 121292 h 411788"/>
                    <a:gd name="connsiteX553" fmla="*/ 35237 w 356884"/>
                    <a:gd name="connsiteY553" fmla="*/ 121003 h 411788"/>
                    <a:gd name="connsiteX554" fmla="*/ 35445 w 356884"/>
                    <a:gd name="connsiteY554" fmla="*/ 125008 h 411788"/>
                    <a:gd name="connsiteX555" fmla="*/ 36939 w 356884"/>
                    <a:gd name="connsiteY555" fmla="*/ 126582 h 411788"/>
                    <a:gd name="connsiteX556" fmla="*/ 37726 w 356884"/>
                    <a:gd name="connsiteY556" fmla="*/ 129523 h 411788"/>
                    <a:gd name="connsiteX557" fmla="*/ 37587 w 356884"/>
                    <a:gd name="connsiteY557" fmla="*/ 130148 h 411788"/>
                    <a:gd name="connsiteX558" fmla="*/ 39300 w 356884"/>
                    <a:gd name="connsiteY558" fmla="*/ 131514 h 411788"/>
                    <a:gd name="connsiteX559" fmla="*/ 40967 w 356884"/>
                    <a:gd name="connsiteY559" fmla="*/ 132845 h 411788"/>
                    <a:gd name="connsiteX560" fmla="*/ 40805 w 356884"/>
                    <a:gd name="connsiteY560" fmla="*/ 135137 h 411788"/>
                    <a:gd name="connsiteX561" fmla="*/ 40492 w 356884"/>
                    <a:gd name="connsiteY561" fmla="*/ 138783 h 411788"/>
                    <a:gd name="connsiteX562" fmla="*/ 40550 w 356884"/>
                    <a:gd name="connsiteY562" fmla="*/ 138807 h 411788"/>
                    <a:gd name="connsiteX563" fmla="*/ 40504 w 356884"/>
                    <a:gd name="connsiteY563" fmla="*/ 139478 h 411788"/>
                    <a:gd name="connsiteX564" fmla="*/ 41210 w 356884"/>
                    <a:gd name="connsiteY564" fmla="*/ 139026 h 411788"/>
                    <a:gd name="connsiteX565" fmla="*/ 44532 w 356884"/>
                    <a:gd name="connsiteY565" fmla="*/ 140114 h 411788"/>
                    <a:gd name="connsiteX566" fmla="*/ 44833 w 356884"/>
                    <a:gd name="connsiteY566" fmla="*/ 140855 h 411788"/>
                    <a:gd name="connsiteX567" fmla="*/ 44405 w 356884"/>
                    <a:gd name="connsiteY567" fmla="*/ 141747 h 411788"/>
                    <a:gd name="connsiteX568" fmla="*/ 45563 w 356884"/>
                    <a:gd name="connsiteY568" fmla="*/ 142696 h 411788"/>
                    <a:gd name="connsiteX569" fmla="*/ 48410 w 356884"/>
                    <a:gd name="connsiteY569" fmla="*/ 149931 h 411788"/>
                    <a:gd name="connsiteX570" fmla="*/ 51594 w 356884"/>
                    <a:gd name="connsiteY570" fmla="*/ 151875 h 411788"/>
                    <a:gd name="connsiteX571" fmla="*/ 54233 w 356884"/>
                    <a:gd name="connsiteY571" fmla="*/ 156668 h 411788"/>
                    <a:gd name="connsiteX572" fmla="*/ 55159 w 356884"/>
                    <a:gd name="connsiteY572" fmla="*/ 153137 h 411788"/>
                    <a:gd name="connsiteX573" fmla="*/ 56664 w 356884"/>
                    <a:gd name="connsiteY573" fmla="*/ 152524 h 411788"/>
                    <a:gd name="connsiteX574" fmla="*/ 57208 w 356884"/>
                    <a:gd name="connsiteY574" fmla="*/ 152420 h 411788"/>
                    <a:gd name="connsiteX575" fmla="*/ 57926 w 356884"/>
                    <a:gd name="connsiteY575" fmla="*/ 147893 h 411788"/>
                    <a:gd name="connsiteX576" fmla="*/ 60530 w 356884"/>
                    <a:gd name="connsiteY576" fmla="*/ 149074 h 411788"/>
                    <a:gd name="connsiteX577" fmla="*/ 63818 w 356884"/>
                    <a:gd name="connsiteY577" fmla="*/ 154723 h 411788"/>
                    <a:gd name="connsiteX578" fmla="*/ 64153 w 356884"/>
                    <a:gd name="connsiteY578" fmla="*/ 158833 h 411788"/>
                    <a:gd name="connsiteX579" fmla="*/ 62811 w 356884"/>
                    <a:gd name="connsiteY579" fmla="*/ 159296 h 411788"/>
                    <a:gd name="connsiteX580" fmla="*/ 64906 w 356884"/>
                    <a:gd name="connsiteY580" fmla="*/ 163613 h 411788"/>
                    <a:gd name="connsiteX581" fmla="*/ 67071 w 356884"/>
                    <a:gd name="connsiteY581" fmla="*/ 159828 h 411788"/>
                    <a:gd name="connsiteX582" fmla="*/ 66295 w 356884"/>
                    <a:gd name="connsiteY582" fmla="*/ 157513 h 411788"/>
                    <a:gd name="connsiteX583" fmla="*/ 68761 w 356884"/>
                    <a:gd name="connsiteY583" fmla="*/ 158729 h 411788"/>
                    <a:gd name="connsiteX584" fmla="*/ 66249 w 356884"/>
                    <a:gd name="connsiteY584" fmla="*/ 155267 h 411788"/>
                    <a:gd name="connsiteX585" fmla="*/ 66272 w 356884"/>
                    <a:gd name="connsiteY585" fmla="*/ 155198 h 411788"/>
                    <a:gd name="connsiteX586" fmla="*/ 63667 w 356884"/>
                    <a:gd name="connsiteY586" fmla="*/ 151714 h 411788"/>
                    <a:gd name="connsiteX587" fmla="*/ 64246 w 356884"/>
                    <a:gd name="connsiteY587" fmla="*/ 147361 h 411788"/>
                    <a:gd name="connsiteX588" fmla="*/ 62579 w 356884"/>
                    <a:gd name="connsiteY588" fmla="*/ 144189 h 411788"/>
                    <a:gd name="connsiteX589" fmla="*/ 62568 w 356884"/>
                    <a:gd name="connsiteY589" fmla="*/ 144120 h 411788"/>
                    <a:gd name="connsiteX590" fmla="*/ 62463 w 356884"/>
                    <a:gd name="connsiteY590" fmla="*/ 143969 h 411788"/>
                    <a:gd name="connsiteX591" fmla="*/ 60461 w 356884"/>
                    <a:gd name="connsiteY591" fmla="*/ 140172 h 411788"/>
                    <a:gd name="connsiteX592" fmla="*/ 60264 w 356884"/>
                    <a:gd name="connsiteY592" fmla="*/ 141550 h 411788"/>
                    <a:gd name="connsiteX593" fmla="*/ 60148 w 356884"/>
                    <a:gd name="connsiteY593" fmla="*/ 141643 h 411788"/>
                    <a:gd name="connsiteX594" fmla="*/ 57023 w 356884"/>
                    <a:gd name="connsiteY594" fmla="*/ 139918 h 411788"/>
                    <a:gd name="connsiteX595" fmla="*/ 58365 w 356884"/>
                    <a:gd name="connsiteY595" fmla="*/ 141654 h 411788"/>
                    <a:gd name="connsiteX596" fmla="*/ 57312 w 356884"/>
                    <a:gd name="connsiteY596" fmla="*/ 143298 h 411788"/>
                    <a:gd name="connsiteX597" fmla="*/ 55900 w 356884"/>
                    <a:gd name="connsiteY597" fmla="*/ 142071 h 411788"/>
                    <a:gd name="connsiteX598" fmla="*/ 55356 w 356884"/>
                    <a:gd name="connsiteY598" fmla="*/ 141990 h 411788"/>
                    <a:gd name="connsiteX599" fmla="*/ 55228 w 356884"/>
                    <a:gd name="connsiteY599" fmla="*/ 141886 h 411788"/>
                    <a:gd name="connsiteX600" fmla="*/ 55518 w 356884"/>
                    <a:gd name="connsiteY600" fmla="*/ 141747 h 411788"/>
                    <a:gd name="connsiteX601" fmla="*/ 54059 w 356884"/>
                    <a:gd name="connsiteY601" fmla="*/ 140485 h 411788"/>
                    <a:gd name="connsiteX602" fmla="*/ 54187 w 356884"/>
                    <a:gd name="connsiteY602" fmla="*/ 138644 h 411788"/>
                    <a:gd name="connsiteX603" fmla="*/ 56965 w 356884"/>
                    <a:gd name="connsiteY603" fmla="*/ 139709 h 411788"/>
                    <a:gd name="connsiteX604" fmla="*/ 57729 w 356884"/>
                    <a:gd name="connsiteY604" fmla="*/ 136005 h 411788"/>
                    <a:gd name="connsiteX605" fmla="*/ 54846 w 356884"/>
                    <a:gd name="connsiteY605" fmla="*/ 132382 h 411788"/>
                    <a:gd name="connsiteX606" fmla="*/ 51513 w 356884"/>
                    <a:gd name="connsiteY606" fmla="*/ 114995 h 411788"/>
                    <a:gd name="connsiteX607" fmla="*/ 51559 w 356884"/>
                    <a:gd name="connsiteY607" fmla="*/ 114555 h 411788"/>
                    <a:gd name="connsiteX608" fmla="*/ 57463 w 356884"/>
                    <a:gd name="connsiteY608" fmla="*/ 115817 h 411788"/>
                    <a:gd name="connsiteX609" fmla="*/ 60299 w 356884"/>
                    <a:gd name="connsiteY609" fmla="*/ 112575 h 411788"/>
                    <a:gd name="connsiteX610" fmla="*/ 64142 w 356884"/>
                    <a:gd name="connsiteY610" fmla="*/ 111337 h 411788"/>
                    <a:gd name="connsiteX611" fmla="*/ 71111 w 356884"/>
                    <a:gd name="connsiteY611" fmla="*/ 120713 h 411788"/>
                    <a:gd name="connsiteX612" fmla="*/ 72268 w 356884"/>
                    <a:gd name="connsiteY612" fmla="*/ 120725 h 411788"/>
                    <a:gd name="connsiteX613" fmla="*/ 73148 w 356884"/>
                    <a:gd name="connsiteY613" fmla="*/ 121744 h 411788"/>
                    <a:gd name="connsiteX614" fmla="*/ 74826 w 356884"/>
                    <a:gd name="connsiteY614" fmla="*/ 120227 h 411788"/>
                    <a:gd name="connsiteX615" fmla="*/ 73866 w 356884"/>
                    <a:gd name="connsiteY615" fmla="*/ 116465 h 411788"/>
                    <a:gd name="connsiteX616" fmla="*/ 74896 w 356884"/>
                    <a:gd name="connsiteY616" fmla="*/ 114960 h 411788"/>
                    <a:gd name="connsiteX617" fmla="*/ 75868 w 356884"/>
                    <a:gd name="connsiteY617" fmla="*/ 113710 h 411788"/>
                    <a:gd name="connsiteX618" fmla="*/ 75799 w 356884"/>
                    <a:gd name="connsiteY618" fmla="*/ 113629 h 411788"/>
                    <a:gd name="connsiteX619" fmla="*/ 76053 w 356884"/>
                    <a:gd name="connsiteY619" fmla="*/ 113259 h 411788"/>
                    <a:gd name="connsiteX620" fmla="*/ 72453 w 356884"/>
                    <a:gd name="connsiteY620" fmla="*/ 108709 h 411788"/>
                    <a:gd name="connsiteX621" fmla="*/ 68865 w 356884"/>
                    <a:gd name="connsiteY621" fmla="*/ 107494 h 411788"/>
                    <a:gd name="connsiteX622" fmla="*/ 68888 w 356884"/>
                    <a:gd name="connsiteY622" fmla="*/ 104496 h 411788"/>
                    <a:gd name="connsiteX623" fmla="*/ 63436 w 356884"/>
                    <a:gd name="connsiteY623" fmla="*/ 95802 h 411788"/>
                    <a:gd name="connsiteX624" fmla="*/ 60553 w 356884"/>
                    <a:gd name="connsiteY624" fmla="*/ 94899 h 411788"/>
                    <a:gd name="connsiteX625" fmla="*/ 56155 w 356884"/>
                    <a:gd name="connsiteY625" fmla="*/ 90037 h 411788"/>
                    <a:gd name="connsiteX626" fmla="*/ 52184 w 356884"/>
                    <a:gd name="connsiteY626" fmla="*/ 85650 h 411788"/>
                    <a:gd name="connsiteX627" fmla="*/ 49024 w 356884"/>
                    <a:gd name="connsiteY627" fmla="*/ 86541 h 411788"/>
                    <a:gd name="connsiteX628" fmla="*/ 50251 w 356884"/>
                    <a:gd name="connsiteY628" fmla="*/ 88764 h 411788"/>
                    <a:gd name="connsiteX629" fmla="*/ 49637 w 356884"/>
                    <a:gd name="connsiteY629" fmla="*/ 90037 h 411788"/>
                    <a:gd name="connsiteX630" fmla="*/ 49244 w 356884"/>
                    <a:gd name="connsiteY630" fmla="*/ 90859 h 411788"/>
                    <a:gd name="connsiteX631" fmla="*/ 48572 w 356884"/>
                    <a:gd name="connsiteY631" fmla="*/ 90037 h 411788"/>
                    <a:gd name="connsiteX632" fmla="*/ 47716 w 356884"/>
                    <a:gd name="connsiteY632" fmla="*/ 89007 h 411788"/>
                    <a:gd name="connsiteX633" fmla="*/ 47843 w 356884"/>
                    <a:gd name="connsiteY633" fmla="*/ 85963 h 411788"/>
                    <a:gd name="connsiteX634" fmla="*/ 48051 w 356884"/>
                    <a:gd name="connsiteY634" fmla="*/ 84226 h 411788"/>
                    <a:gd name="connsiteX635" fmla="*/ 50644 w 356884"/>
                    <a:gd name="connsiteY635" fmla="*/ 83914 h 411788"/>
                    <a:gd name="connsiteX636" fmla="*/ 51895 w 356884"/>
                    <a:gd name="connsiteY636" fmla="*/ 81853 h 411788"/>
                    <a:gd name="connsiteX637" fmla="*/ 51987 w 356884"/>
                    <a:gd name="connsiteY637" fmla="*/ 81795 h 411788"/>
                    <a:gd name="connsiteX638" fmla="*/ 52034 w 356884"/>
                    <a:gd name="connsiteY638" fmla="*/ 81633 h 411788"/>
                    <a:gd name="connsiteX639" fmla="*/ 52855 w 356884"/>
                    <a:gd name="connsiteY639" fmla="*/ 80279 h 411788"/>
                    <a:gd name="connsiteX640" fmla="*/ 55171 w 356884"/>
                    <a:gd name="connsiteY640" fmla="*/ 69409 h 411788"/>
                    <a:gd name="connsiteX641" fmla="*/ 55611 w 356884"/>
                    <a:gd name="connsiteY641" fmla="*/ 67696 h 411788"/>
                    <a:gd name="connsiteX642" fmla="*/ 55634 w 356884"/>
                    <a:gd name="connsiteY642" fmla="*/ 67233 h 411788"/>
                    <a:gd name="connsiteX643" fmla="*/ 56664 w 356884"/>
                    <a:gd name="connsiteY643" fmla="*/ 62348 h 411788"/>
                    <a:gd name="connsiteX644" fmla="*/ 56016 w 356884"/>
                    <a:gd name="connsiteY644" fmla="*/ 59894 h 411788"/>
                    <a:gd name="connsiteX645" fmla="*/ 56340 w 356884"/>
                    <a:gd name="connsiteY645" fmla="*/ 53573 h 411788"/>
                    <a:gd name="connsiteX646" fmla="*/ 56629 w 356884"/>
                    <a:gd name="connsiteY646" fmla="*/ 52613 h 411788"/>
                    <a:gd name="connsiteX647" fmla="*/ 62625 w 356884"/>
                    <a:gd name="connsiteY647" fmla="*/ 54684 h 411788"/>
                    <a:gd name="connsiteX648" fmla="*/ 72257 w 356884"/>
                    <a:gd name="connsiteY648" fmla="*/ 65589 h 411788"/>
                    <a:gd name="connsiteX649" fmla="*/ 75903 w 356884"/>
                    <a:gd name="connsiteY649" fmla="*/ 75614 h 411788"/>
                    <a:gd name="connsiteX650" fmla="*/ 76088 w 356884"/>
                    <a:gd name="connsiteY650" fmla="*/ 89539 h 411788"/>
                    <a:gd name="connsiteX651" fmla="*/ 76875 w 356884"/>
                    <a:gd name="connsiteY651" fmla="*/ 90037 h 411788"/>
                    <a:gd name="connsiteX652" fmla="*/ 80672 w 356884"/>
                    <a:gd name="connsiteY652" fmla="*/ 92480 h 411788"/>
                    <a:gd name="connsiteX653" fmla="*/ 83311 w 356884"/>
                    <a:gd name="connsiteY653" fmla="*/ 90605 h 411788"/>
                    <a:gd name="connsiteX654" fmla="*/ 83960 w 356884"/>
                    <a:gd name="connsiteY654" fmla="*/ 90361 h 411788"/>
                    <a:gd name="connsiteX655" fmla="*/ 87722 w 356884"/>
                    <a:gd name="connsiteY655" fmla="*/ 94783 h 411788"/>
                    <a:gd name="connsiteX656" fmla="*/ 94864 w 356884"/>
                    <a:gd name="connsiteY656" fmla="*/ 99159 h 411788"/>
                    <a:gd name="connsiteX657" fmla="*/ 97075 w 356884"/>
                    <a:gd name="connsiteY657" fmla="*/ 104496 h 411788"/>
                    <a:gd name="connsiteX658" fmla="*/ 100282 w 356884"/>
                    <a:gd name="connsiteY658" fmla="*/ 106024 h 411788"/>
                    <a:gd name="connsiteX659" fmla="*/ 107447 w 356884"/>
                    <a:gd name="connsiteY659" fmla="*/ 117761 h 411788"/>
                    <a:gd name="connsiteX660" fmla="*/ 105688 w 356884"/>
                    <a:gd name="connsiteY660" fmla="*/ 121107 h 411788"/>
                    <a:gd name="connsiteX661" fmla="*/ 108975 w 356884"/>
                    <a:gd name="connsiteY661" fmla="*/ 119810 h 411788"/>
                    <a:gd name="connsiteX662" fmla="*/ 115145 w 356884"/>
                    <a:gd name="connsiteY662" fmla="*/ 110909 h 411788"/>
                    <a:gd name="connsiteX663" fmla="*/ 118664 w 356884"/>
                    <a:gd name="connsiteY663" fmla="*/ 110052 h 411788"/>
                    <a:gd name="connsiteX664" fmla="*/ 116280 w 356884"/>
                    <a:gd name="connsiteY664" fmla="*/ 119313 h 411788"/>
                    <a:gd name="connsiteX665" fmla="*/ 113606 w 356884"/>
                    <a:gd name="connsiteY665" fmla="*/ 123931 h 411788"/>
                    <a:gd name="connsiteX666" fmla="*/ 110735 w 356884"/>
                    <a:gd name="connsiteY666" fmla="*/ 128550 h 411788"/>
                    <a:gd name="connsiteX667" fmla="*/ 110827 w 356884"/>
                    <a:gd name="connsiteY667" fmla="*/ 128701 h 411788"/>
                    <a:gd name="connsiteX668" fmla="*/ 109137 w 356884"/>
                    <a:gd name="connsiteY668" fmla="*/ 131618 h 411788"/>
                    <a:gd name="connsiteX669" fmla="*/ 112598 w 356884"/>
                    <a:gd name="connsiteY669" fmla="*/ 131537 h 411788"/>
                    <a:gd name="connsiteX670" fmla="*/ 113467 w 356884"/>
                    <a:gd name="connsiteY670" fmla="*/ 132937 h 411788"/>
                    <a:gd name="connsiteX671" fmla="*/ 115145 w 356884"/>
                    <a:gd name="connsiteY671" fmla="*/ 138019 h 411788"/>
                    <a:gd name="connsiteX672" fmla="*/ 114902 w 356884"/>
                    <a:gd name="connsiteY672" fmla="*/ 128782 h 411788"/>
                    <a:gd name="connsiteX673" fmla="*/ 114948 w 356884"/>
                    <a:gd name="connsiteY673" fmla="*/ 125448 h 411788"/>
                    <a:gd name="connsiteX674" fmla="*/ 119613 w 356884"/>
                    <a:gd name="connsiteY674" fmla="*/ 121975 h 411788"/>
                    <a:gd name="connsiteX675" fmla="*/ 120875 w 356884"/>
                    <a:gd name="connsiteY675" fmla="*/ 117738 h 411788"/>
                    <a:gd name="connsiteX676" fmla="*/ 121292 w 356884"/>
                    <a:gd name="connsiteY676" fmla="*/ 117599 h 411788"/>
                    <a:gd name="connsiteX677" fmla="*/ 124244 w 356884"/>
                    <a:gd name="connsiteY677" fmla="*/ 118120 h 411788"/>
                    <a:gd name="connsiteX678" fmla="*/ 126929 w 356884"/>
                    <a:gd name="connsiteY678" fmla="*/ 116141 h 411788"/>
                    <a:gd name="connsiteX679" fmla="*/ 126686 w 356884"/>
                    <a:gd name="connsiteY679" fmla="*/ 114914 h 411788"/>
                    <a:gd name="connsiteX680" fmla="*/ 127057 w 356884"/>
                    <a:gd name="connsiteY680" fmla="*/ 112170 h 411788"/>
                    <a:gd name="connsiteX681" fmla="*/ 125367 w 356884"/>
                    <a:gd name="connsiteY681" fmla="*/ 108292 h 411788"/>
                    <a:gd name="connsiteX682" fmla="*/ 125239 w 356884"/>
                    <a:gd name="connsiteY682" fmla="*/ 107656 h 411788"/>
                    <a:gd name="connsiteX683" fmla="*/ 127751 w 356884"/>
                    <a:gd name="connsiteY683" fmla="*/ 104472 h 411788"/>
                    <a:gd name="connsiteX684" fmla="*/ 132486 w 356884"/>
                    <a:gd name="connsiteY684" fmla="*/ 109682 h 411788"/>
                    <a:gd name="connsiteX685" fmla="*/ 134512 w 356884"/>
                    <a:gd name="connsiteY685" fmla="*/ 121709 h 411788"/>
                    <a:gd name="connsiteX686" fmla="*/ 135878 w 356884"/>
                    <a:gd name="connsiteY686" fmla="*/ 119752 h 411788"/>
                    <a:gd name="connsiteX687" fmla="*/ 136931 w 356884"/>
                    <a:gd name="connsiteY687" fmla="*/ 119637 h 411788"/>
                    <a:gd name="connsiteX688" fmla="*/ 142071 w 356884"/>
                    <a:gd name="connsiteY688" fmla="*/ 124140 h 411788"/>
                    <a:gd name="connsiteX689" fmla="*/ 142337 w 356884"/>
                    <a:gd name="connsiteY689" fmla="*/ 125159 h 411788"/>
                    <a:gd name="connsiteX690" fmla="*/ 143217 w 356884"/>
                    <a:gd name="connsiteY690" fmla="*/ 133783 h 411788"/>
                    <a:gd name="connsiteX691" fmla="*/ 144525 w 356884"/>
                    <a:gd name="connsiteY691" fmla="*/ 134257 h 411788"/>
                    <a:gd name="connsiteX692" fmla="*/ 145011 w 356884"/>
                    <a:gd name="connsiteY692" fmla="*/ 127358 h 411788"/>
                    <a:gd name="connsiteX693" fmla="*/ 145011 w 356884"/>
                    <a:gd name="connsiteY693" fmla="*/ 127254 h 411788"/>
                    <a:gd name="connsiteX694" fmla="*/ 146632 w 356884"/>
                    <a:gd name="connsiteY694" fmla="*/ 128527 h 411788"/>
                    <a:gd name="connsiteX695" fmla="*/ 148333 w 356884"/>
                    <a:gd name="connsiteY695" fmla="*/ 146956 h 411788"/>
                    <a:gd name="connsiteX696" fmla="*/ 152767 w 356884"/>
                    <a:gd name="connsiteY696" fmla="*/ 149479 h 411788"/>
                    <a:gd name="connsiteX697" fmla="*/ 150070 w 356884"/>
                    <a:gd name="connsiteY697" fmla="*/ 143796 h 411788"/>
                    <a:gd name="connsiteX698" fmla="*/ 151343 w 356884"/>
                    <a:gd name="connsiteY698" fmla="*/ 138830 h 411788"/>
                    <a:gd name="connsiteX699" fmla="*/ 149665 w 356884"/>
                    <a:gd name="connsiteY699" fmla="*/ 132266 h 411788"/>
                    <a:gd name="connsiteX700" fmla="*/ 150938 w 356884"/>
                    <a:gd name="connsiteY700" fmla="*/ 130576 h 411788"/>
                    <a:gd name="connsiteX701" fmla="*/ 153913 w 356884"/>
                    <a:gd name="connsiteY701" fmla="*/ 134153 h 411788"/>
                    <a:gd name="connsiteX702" fmla="*/ 156054 w 356884"/>
                    <a:gd name="connsiteY702" fmla="*/ 133655 h 411788"/>
                    <a:gd name="connsiteX703" fmla="*/ 148819 w 356884"/>
                    <a:gd name="connsiteY703" fmla="*/ 125436 h 411788"/>
                    <a:gd name="connsiteX704" fmla="*/ 149051 w 356884"/>
                    <a:gd name="connsiteY704" fmla="*/ 125077 h 411788"/>
                    <a:gd name="connsiteX705" fmla="*/ 148646 w 356884"/>
                    <a:gd name="connsiteY705" fmla="*/ 125239 h 411788"/>
                    <a:gd name="connsiteX706" fmla="*/ 147940 w 356884"/>
                    <a:gd name="connsiteY706" fmla="*/ 124441 h 411788"/>
                    <a:gd name="connsiteX707" fmla="*/ 147986 w 356884"/>
                    <a:gd name="connsiteY707" fmla="*/ 124163 h 411788"/>
                    <a:gd name="connsiteX708" fmla="*/ 138123 w 356884"/>
                    <a:gd name="connsiteY708" fmla="*/ 113108 h 411788"/>
                    <a:gd name="connsiteX709" fmla="*/ 135218 w 356884"/>
                    <a:gd name="connsiteY709" fmla="*/ 104113 h 411788"/>
                    <a:gd name="connsiteX710" fmla="*/ 138146 w 356884"/>
                    <a:gd name="connsiteY710" fmla="*/ 103535 h 411788"/>
                    <a:gd name="connsiteX711" fmla="*/ 136306 w 356884"/>
                    <a:gd name="connsiteY711" fmla="*/ 103153 h 411788"/>
                    <a:gd name="connsiteX712" fmla="*/ 135796 w 356884"/>
                    <a:gd name="connsiteY712" fmla="*/ 102423 h 411788"/>
                    <a:gd name="connsiteX713" fmla="*/ 136097 w 356884"/>
                    <a:gd name="connsiteY713" fmla="*/ 101660 h 411788"/>
                    <a:gd name="connsiteX714" fmla="*/ 132081 w 356884"/>
                    <a:gd name="connsiteY714" fmla="*/ 97064 h 411788"/>
                    <a:gd name="connsiteX715" fmla="*/ 131780 w 356884"/>
                    <a:gd name="connsiteY715" fmla="*/ 96624 h 411788"/>
                    <a:gd name="connsiteX716" fmla="*/ 131803 w 356884"/>
                    <a:gd name="connsiteY716" fmla="*/ 95779 h 411788"/>
                    <a:gd name="connsiteX717" fmla="*/ 132312 w 356884"/>
                    <a:gd name="connsiteY717" fmla="*/ 95246 h 411788"/>
                    <a:gd name="connsiteX718" fmla="*/ 133261 w 356884"/>
                    <a:gd name="connsiteY718" fmla="*/ 96335 h 411788"/>
                    <a:gd name="connsiteX719" fmla="*/ 133412 w 356884"/>
                    <a:gd name="connsiteY719" fmla="*/ 94112 h 411788"/>
                    <a:gd name="connsiteX720" fmla="*/ 133504 w 356884"/>
                    <a:gd name="connsiteY720" fmla="*/ 94019 h 411788"/>
                    <a:gd name="connsiteX721" fmla="*/ 133424 w 356884"/>
                    <a:gd name="connsiteY721" fmla="*/ 93961 h 411788"/>
                    <a:gd name="connsiteX722" fmla="*/ 133493 w 356884"/>
                    <a:gd name="connsiteY722" fmla="*/ 92989 h 411788"/>
                    <a:gd name="connsiteX723" fmla="*/ 132011 w 356884"/>
                    <a:gd name="connsiteY723" fmla="*/ 92885 h 411788"/>
                    <a:gd name="connsiteX724" fmla="*/ 131456 w 356884"/>
                    <a:gd name="connsiteY724" fmla="*/ 92457 h 411788"/>
                    <a:gd name="connsiteX725" fmla="*/ 130113 w 356884"/>
                    <a:gd name="connsiteY725" fmla="*/ 90049 h 411788"/>
                    <a:gd name="connsiteX726" fmla="*/ 129893 w 356884"/>
                    <a:gd name="connsiteY726" fmla="*/ 88694 h 411788"/>
                    <a:gd name="connsiteX727" fmla="*/ 129395 w 356884"/>
                    <a:gd name="connsiteY727" fmla="*/ 84689 h 411788"/>
                    <a:gd name="connsiteX728" fmla="*/ 130506 w 356884"/>
                    <a:gd name="connsiteY728" fmla="*/ 81668 h 411788"/>
                    <a:gd name="connsiteX729" fmla="*/ 130923 w 356884"/>
                    <a:gd name="connsiteY729" fmla="*/ 80626 h 411788"/>
                    <a:gd name="connsiteX730" fmla="*/ 134442 w 356884"/>
                    <a:gd name="connsiteY730" fmla="*/ 84608 h 411788"/>
                    <a:gd name="connsiteX731" fmla="*/ 134662 w 356884"/>
                    <a:gd name="connsiteY731" fmla="*/ 83728 h 411788"/>
                    <a:gd name="connsiteX732" fmla="*/ 134685 w 356884"/>
                    <a:gd name="connsiteY732" fmla="*/ 83763 h 411788"/>
                    <a:gd name="connsiteX733" fmla="*/ 134871 w 356884"/>
                    <a:gd name="connsiteY733" fmla="*/ 82895 h 411788"/>
                    <a:gd name="connsiteX734" fmla="*/ 135484 w 356884"/>
                    <a:gd name="connsiteY734" fmla="*/ 80464 h 411788"/>
                    <a:gd name="connsiteX735" fmla="*/ 137730 w 356884"/>
                    <a:gd name="connsiteY735" fmla="*/ 79688 h 411788"/>
                    <a:gd name="connsiteX736" fmla="*/ 142731 w 356884"/>
                    <a:gd name="connsiteY736" fmla="*/ 69895 h 411788"/>
                    <a:gd name="connsiteX737" fmla="*/ 139837 w 356884"/>
                    <a:gd name="connsiteY737" fmla="*/ 68784 h 411788"/>
                    <a:gd name="connsiteX738" fmla="*/ 137730 w 356884"/>
                    <a:gd name="connsiteY738" fmla="*/ 70057 h 411788"/>
                    <a:gd name="connsiteX739" fmla="*/ 137973 w 356884"/>
                    <a:gd name="connsiteY739" fmla="*/ 70902 h 411788"/>
                    <a:gd name="connsiteX740" fmla="*/ 137614 w 356884"/>
                    <a:gd name="connsiteY740" fmla="*/ 71412 h 411788"/>
                    <a:gd name="connsiteX741" fmla="*/ 131988 w 356884"/>
                    <a:gd name="connsiteY741" fmla="*/ 71527 h 411788"/>
                    <a:gd name="connsiteX742" fmla="*/ 131502 w 356884"/>
                    <a:gd name="connsiteY742" fmla="*/ 71458 h 411788"/>
                    <a:gd name="connsiteX743" fmla="*/ 132613 w 356884"/>
                    <a:gd name="connsiteY743" fmla="*/ 67742 h 411788"/>
                    <a:gd name="connsiteX744" fmla="*/ 130564 w 356884"/>
                    <a:gd name="connsiteY744" fmla="*/ 64825 h 411788"/>
                    <a:gd name="connsiteX745" fmla="*/ 132127 w 356884"/>
                    <a:gd name="connsiteY745" fmla="*/ 62718 h 411788"/>
                    <a:gd name="connsiteX746" fmla="*/ 130854 w 356884"/>
                    <a:gd name="connsiteY746" fmla="*/ 57972 h 411788"/>
                    <a:gd name="connsiteX747" fmla="*/ 132659 w 356884"/>
                    <a:gd name="connsiteY747" fmla="*/ 55206 h 411788"/>
                    <a:gd name="connsiteX748" fmla="*/ 123237 w 356884"/>
                    <a:gd name="connsiteY748" fmla="*/ 37228 h 411788"/>
                    <a:gd name="connsiteX749" fmla="*/ 125320 w 356884"/>
                    <a:gd name="connsiteY749" fmla="*/ 33767 h 411788"/>
                    <a:gd name="connsiteX750" fmla="*/ 130310 w 356884"/>
                    <a:gd name="connsiteY750" fmla="*/ 32748 h 411788"/>
                    <a:gd name="connsiteX751" fmla="*/ 129777 w 356884"/>
                    <a:gd name="connsiteY751" fmla="*/ 26949 h 411788"/>
                    <a:gd name="connsiteX752" fmla="*/ 138054 w 356884"/>
                    <a:gd name="connsiteY752" fmla="*/ 27863 h 411788"/>
                    <a:gd name="connsiteX753" fmla="*/ 145011 w 356884"/>
                    <a:gd name="connsiteY753" fmla="*/ 23395 h 411788"/>
                    <a:gd name="connsiteX754" fmla="*/ 147696 w 356884"/>
                    <a:gd name="connsiteY754" fmla="*/ 21670 h 411788"/>
                    <a:gd name="connsiteX755" fmla="*/ 150845 w 356884"/>
                    <a:gd name="connsiteY755" fmla="*/ 16484 h 411788"/>
                    <a:gd name="connsiteX756" fmla="*/ 149421 w 356884"/>
                    <a:gd name="connsiteY756" fmla="*/ 14042 h 411788"/>
                    <a:gd name="connsiteX757" fmla="*/ 151748 w 356884"/>
                    <a:gd name="connsiteY757" fmla="*/ 13775 h 411788"/>
                    <a:gd name="connsiteX758" fmla="*/ 150567 w 356884"/>
                    <a:gd name="connsiteY758" fmla="*/ 8670 h 411788"/>
                    <a:gd name="connsiteX759" fmla="*/ 147824 w 356884"/>
                    <a:gd name="connsiteY759" fmla="*/ 5869 h 411788"/>
                    <a:gd name="connsiteX760" fmla="*/ 150868 w 356884"/>
                    <a:gd name="connsiteY760" fmla="*/ 3762 h 411788"/>
                    <a:gd name="connsiteX761" fmla="*/ 150683 w 356884"/>
                    <a:gd name="connsiteY761" fmla="*/ 3612 h 411788"/>
                    <a:gd name="connsiteX762" fmla="*/ 150706 w 356884"/>
                    <a:gd name="connsiteY762" fmla="*/ 3600 h 411788"/>
                    <a:gd name="connsiteX763" fmla="*/ 148171 w 356884"/>
                    <a:gd name="connsiteY763" fmla="*/ 1632 h 4117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</a:cxnLst>
                  <a:rect l="l" t="t" r="r" b="b"/>
                  <a:pathLst>
                    <a:path w="356884" h="411788">
                      <a:moveTo>
                        <a:pt x="148171" y="1632"/>
                      </a:moveTo>
                      <a:lnTo>
                        <a:pt x="149375" y="0"/>
                      </a:lnTo>
                      <a:lnTo>
                        <a:pt x="152559" y="4121"/>
                      </a:lnTo>
                      <a:lnTo>
                        <a:pt x="155950" y="5441"/>
                      </a:lnTo>
                      <a:lnTo>
                        <a:pt x="158647" y="4989"/>
                      </a:lnTo>
                      <a:lnTo>
                        <a:pt x="161645" y="1713"/>
                      </a:lnTo>
                      <a:lnTo>
                        <a:pt x="161715" y="1679"/>
                      </a:lnTo>
                      <a:lnTo>
                        <a:pt x="164910" y="2697"/>
                      </a:lnTo>
                      <a:lnTo>
                        <a:pt x="166855" y="1459"/>
                      </a:lnTo>
                      <a:lnTo>
                        <a:pt x="166889" y="1447"/>
                      </a:lnTo>
                      <a:lnTo>
                        <a:pt x="168209" y="6726"/>
                      </a:lnTo>
                      <a:lnTo>
                        <a:pt x="166727" y="6726"/>
                      </a:lnTo>
                      <a:lnTo>
                        <a:pt x="164308" y="10708"/>
                      </a:lnTo>
                      <a:lnTo>
                        <a:pt x="168776" y="11009"/>
                      </a:lnTo>
                      <a:lnTo>
                        <a:pt x="172481" y="16507"/>
                      </a:lnTo>
                      <a:lnTo>
                        <a:pt x="177122" y="17792"/>
                      </a:lnTo>
                      <a:lnTo>
                        <a:pt x="180051" y="22388"/>
                      </a:lnTo>
                      <a:lnTo>
                        <a:pt x="183813" y="35990"/>
                      </a:lnTo>
                      <a:lnTo>
                        <a:pt x="183674" y="43919"/>
                      </a:lnTo>
                      <a:lnTo>
                        <a:pt x="187147" y="45227"/>
                      </a:lnTo>
                      <a:lnTo>
                        <a:pt x="187159" y="45239"/>
                      </a:lnTo>
                      <a:lnTo>
                        <a:pt x="189775" y="46223"/>
                      </a:lnTo>
                      <a:lnTo>
                        <a:pt x="192738" y="44590"/>
                      </a:lnTo>
                      <a:lnTo>
                        <a:pt x="195852" y="48028"/>
                      </a:lnTo>
                      <a:lnTo>
                        <a:pt x="197403" y="47206"/>
                      </a:lnTo>
                      <a:lnTo>
                        <a:pt x="201779" y="55229"/>
                      </a:lnTo>
                      <a:lnTo>
                        <a:pt x="203110" y="62672"/>
                      </a:lnTo>
                      <a:lnTo>
                        <a:pt x="204013" y="64107"/>
                      </a:lnTo>
                      <a:lnTo>
                        <a:pt x="204210" y="64964"/>
                      </a:lnTo>
                      <a:lnTo>
                        <a:pt x="205402" y="66295"/>
                      </a:lnTo>
                      <a:lnTo>
                        <a:pt x="206953" y="68761"/>
                      </a:lnTo>
                      <a:lnTo>
                        <a:pt x="208563" y="75463"/>
                      </a:lnTo>
                      <a:lnTo>
                        <a:pt x="212822" y="75000"/>
                      </a:lnTo>
                      <a:lnTo>
                        <a:pt x="208366" y="87780"/>
                      </a:lnTo>
                      <a:lnTo>
                        <a:pt x="209130" y="88764"/>
                      </a:lnTo>
                      <a:lnTo>
                        <a:pt x="210855" y="99205"/>
                      </a:lnTo>
                      <a:lnTo>
                        <a:pt x="208447" y="120285"/>
                      </a:lnTo>
                      <a:lnTo>
                        <a:pt x="206108" y="126374"/>
                      </a:lnTo>
                      <a:lnTo>
                        <a:pt x="207822" y="129905"/>
                      </a:lnTo>
                      <a:lnTo>
                        <a:pt x="208482" y="137267"/>
                      </a:lnTo>
                      <a:lnTo>
                        <a:pt x="208655" y="144317"/>
                      </a:lnTo>
                      <a:lnTo>
                        <a:pt x="204465" y="167491"/>
                      </a:lnTo>
                      <a:lnTo>
                        <a:pt x="199198" y="172886"/>
                      </a:lnTo>
                      <a:lnTo>
                        <a:pt x="197276" y="173638"/>
                      </a:lnTo>
                      <a:lnTo>
                        <a:pt x="195667" y="176486"/>
                      </a:lnTo>
                      <a:lnTo>
                        <a:pt x="195077" y="177099"/>
                      </a:lnTo>
                      <a:lnTo>
                        <a:pt x="190782" y="174773"/>
                      </a:lnTo>
                      <a:lnTo>
                        <a:pt x="189439" y="178952"/>
                      </a:lnTo>
                      <a:lnTo>
                        <a:pt x="189405" y="178998"/>
                      </a:lnTo>
                      <a:lnTo>
                        <a:pt x="187332" y="177030"/>
                      </a:lnTo>
                      <a:lnTo>
                        <a:pt x="186974" y="179137"/>
                      </a:lnTo>
                      <a:lnTo>
                        <a:pt x="186534" y="178755"/>
                      </a:lnTo>
                      <a:lnTo>
                        <a:pt x="186869" y="179704"/>
                      </a:lnTo>
                      <a:lnTo>
                        <a:pt x="185144" y="189671"/>
                      </a:lnTo>
                      <a:lnTo>
                        <a:pt x="185631" y="191419"/>
                      </a:lnTo>
                      <a:lnTo>
                        <a:pt x="185434" y="189520"/>
                      </a:lnTo>
                      <a:lnTo>
                        <a:pt x="191558" y="184114"/>
                      </a:lnTo>
                      <a:lnTo>
                        <a:pt x="192021" y="180016"/>
                      </a:lnTo>
                      <a:lnTo>
                        <a:pt x="193965" y="183258"/>
                      </a:lnTo>
                      <a:lnTo>
                        <a:pt x="194556" y="182980"/>
                      </a:lnTo>
                      <a:lnTo>
                        <a:pt x="194764" y="183223"/>
                      </a:lnTo>
                      <a:lnTo>
                        <a:pt x="197658" y="181533"/>
                      </a:lnTo>
                      <a:lnTo>
                        <a:pt x="199279" y="180781"/>
                      </a:lnTo>
                      <a:lnTo>
                        <a:pt x="205426" y="181996"/>
                      </a:lnTo>
                      <a:lnTo>
                        <a:pt x="207069" y="184207"/>
                      </a:lnTo>
                      <a:lnTo>
                        <a:pt x="209639" y="188305"/>
                      </a:lnTo>
                      <a:lnTo>
                        <a:pt x="209778" y="192796"/>
                      </a:lnTo>
                      <a:lnTo>
                        <a:pt x="208424" y="195748"/>
                      </a:lnTo>
                      <a:lnTo>
                        <a:pt x="206247" y="200506"/>
                      </a:lnTo>
                      <a:lnTo>
                        <a:pt x="203400" y="201883"/>
                      </a:lnTo>
                      <a:lnTo>
                        <a:pt x="202196" y="202196"/>
                      </a:lnTo>
                      <a:lnTo>
                        <a:pt x="210449" y="219977"/>
                      </a:lnTo>
                      <a:lnTo>
                        <a:pt x="214362" y="222176"/>
                      </a:lnTo>
                      <a:lnTo>
                        <a:pt x="214652" y="217893"/>
                      </a:lnTo>
                      <a:lnTo>
                        <a:pt x="217013" y="221331"/>
                      </a:lnTo>
                      <a:lnTo>
                        <a:pt x="216133" y="222407"/>
                      </a:lnTo>
                      <a:lnTo>
                        <a:pt x="213343" y="223993"/>
                      </a:lnTo>
                      <a:lnTo>
                        <a:pt x="212799" y="227455"/>
                      </a:lnTo>
                      <a:lnTo>
                        <a:pt x="215172" y="230904"/>
                      </a:lnTo>
                      <a:lnTo>
                        <a:pt x="213714" y="233474"/>
                      </a:lnTo>
                      <a:lnTo>
                        <a:pt x="212765" y="233601"/>
                      </a:lnTo>
                      <a:lnTo>
                        <a:pt x="212209" y="233092"/>
                      </a:lnTo>
                      <a:lnTo>
                        <a:pt x="206398" y="234447"/>
                      </a:lnTo>
                      <a:lnTo>
                        <a:pt x="204777" y="234666"/>
                      </a:lnTo>
                      <a:lnTo>
                        <a:pt x="192414" y="246219"/>
                      </a:lnTo>
                      <a:lnTo>
                        <a:pt x="199290" y="243927"/>
                      </a:lnTo>
                      <a:lnTo>
                        <a:pt x="200830" y="241947"/>
                      </a:lnTo>
                      <a:lnTo>
                        <a:pt x="208111" y="237086"/>
                      </a:lnTo>
                      <a:lnTo>
                        <a:pt x="209292" y="236460"/>
                      </a:lnTo>
                      <a:lnTo>
                        <a:pt x="213401" y="235997"/>
                      </a:lnTo>
                      <a:lnTo>
                        <a:pt x="219606" y="239412"/>
                      </a:lnTo>
                      <a:lnTo>
                        <a:pt x="222813" y="237722"/>
                      </a:lnTo>
                      <a:lnTo>
                        <a:pt x="227755" y="237502"/>
                      </a:lnTo>
                      <a:lnTo>
                        <a:pt x="228496" y="237618"/>
                      </a:lnTo>
                      <a:lnTo>
                        <a:pt x="231228" y="239980"/>
                      </a:lnTo>
                      <a:lnTo>
                        <a:pt x="229851" y="247075"/>
                      </a:lnTo>
                      <a:lnTo>
                        <a:pt x="232687" y="249900"/>
                      </a:lnTo>
                      <a:lnTo>
                        <a:pt x="220347" y="259034"/>
                      </a:lnTo>
                      <a:lnTo>
                        <a:pt x="217904" y="262182"/>
                      </a:lnTo>
                      <a:lnTo>
                        <a:pt x="218610" y="264138"/>
                      </a:lnTo>
                      <a:lnTo>
                        <a:pt x="220717" y="262865"/>
                      </a:lnTo>
                      <a:lnTo>
                        <a:pt x="220659" y="265157"/>
                      </a:lnTo>
                      <a:lnTo>
                        <a:pt x="222662" y="264891"/>
                      </a:lnTo>
                      <a:lnTo>
                        <a:pt x="229874" y="258744"/>
                      </a:lnTo>
                      <a:lnTo>
                        <a:pt x="231471" y="260411"/>
                      </a:lnTo>
                      <a:lnTo>
                        <a:pt x="233161" y="257552"/>
                      </a:lnTo>
                      <a:lnTo>
                        <a:pt x="237433" y="254507"/>
                      </a:lnTo>
                      <a:lnTo>
                        <a:pt x="239169" y="253581"/>
                      </a:lnTo>
                      <a:lnTo>
                        <a:pt x="245767" y="262448"/>
                      </a:lnTo>
                      <a:lnTo>
                        <a:pt x="245906" y="262796"/>
                      </a:lnTo>
                      <a:lnTo>
                        <a:pt x="246034" y="262807"/>
                      </a:lnTo>
                      <a:lnTo>
                        <a:pt x="247099" y="264231"/>
                      </a:lnTo>
                      <a:lnTo>
                        <a:pt x="249599" y="264069"/>
                      </a:lnTo>
                      <a:lnTo>
                        <a:pt x="250710" y="265238"/>
                      </a:lnTo>
                      <a:lnTo>
                        <a:pt x="251752" y="266326"/>
                      </a:lnTo>
                      <a:lnTo>
                        <a:pt x="253106" y="264787"/>
                      </a:lnTo>
                      <a:lnTo>
                        <a:pt x="253685" y="265018"/>
                      </a:lnTo>
                      <a:lnTo>
                        <a:pt x="259601" y="268561"/>
                      </a:lnTo>
                      <a:lnTo>
                        <a:pt x="264926" y="272068"/>
                      </a:lnTo>
                      <a:lnTo>
                        <a:pt x="265192" y="269232"/>
                      </a:lnTo>
                      <a:lnTo>
                        <a:pt x="269706" y="270077"/>
                      </a:lnTo>
                      <a:lnTo>
                        <a:pt x="274904" y="276189"/>
                      </a:lnTo>
                      <a:lnTo>
                        <a:pt x="271466" y="282810"/>
                      </a:lnTo>
                      <a:lnTo>
                        <a:pt x="273538" y="282614"/>
                      </a:lnTo>
                      <a:lnTo>
                        <a:pt x="276189" y="283296"/>
                      </a:lnTo>
                      <a:lnTo>
                        <a:pt x="280426" y="285299"/>
                      </a:lnTo>
                      <a:lnTo>
                        <a:pt x="282694" y="284778"/>
                      </a:lnTo>
                      <a:lnTo>
                        <a:pt x="285415" y="280542"/>
                      </a:lnTo>
                      <a:lnTo>
                        <a:pt x="290311" y="279476"/>
                      </a:lnTo>
                      <a:lnTo>
                        <a:pt x="291816" y="276455"/>
                      </a:lnTo>
                      <a:lnTo>
                        <a:pt x="293448" y="275900"/>
                      </a:lnTo>
                      <a:lnTo>
                        <a:pt x="293761" y="278145"/>
                      </a:lnTo>
                      <a:lnTo>
                        <a:pt x="292013" y="278192"/>
                      </a:lnTo>
                      <a:lnTo>
                        <a:pt x="292766" y="279650"/>
                      </a:lnTo>
                      <a:lnTo>
                        <a:pt x="289351" y="280634"/>
                      </a:lnTo>
                      <a:lnTo>
                        <a:pt x="287591" y="283563"/>
                      </a:lnTo>
                      <a:lnTo>
                        <a:pt x="301031" y="275170"/>
                      </a:lnTo>
                      <a:lnTo>
                        <a:pt x="304920" y="275934"/>
                      </a:lnTo>
                      <a:lnTo>
                        <a:pt x="316230" y="267854"/>
                      </a:lnTo>
                      <a:lnTo>
                        <a:pt x="321485" y="267877"/>
                      </a:lnTo>
                      <a:lnTo>
                        <a:pt x="323789" y="266072"/>
                      </a:lnTo>
                      <a:lnTo>
                        <a:pt x="331776" y="267577"/>
                      </a:lnTo>
                      <a:lnTo>
                        <a:pt x="327968" y="268931"/>
                      </a:lnTo>
                      <a:lnTo>
                        <a:pt x="327655" y="267530"/>
                      </a:lnTo>
                      <a:lnTo>
                        <a:pt x="327678" y="269510"/>
                      </a:lnTo>
                      <a:lnTo>
                        <a:pt x="333455" y="267889"/>
                      </a:lnTo>
                      <a:lnTo>
                        <a:pt x="334381" y="268063"/>
                      </a:lnTo>
                      <a:lnTo>
                        <a:pt x="335400" y="269973"/>
                      </a:lnTo>
                      <a:lnTo>
                        <a:pt x="331116" y="272948"/>
                      </a:lnTo>
                      <a:lnTo>
                        <a:pt x="331012" y="273955"/>
                      </a:lnTo>
                      <a:lnTo>
                        <a:pt x="330167" y="274638"/>
                      </a:lnTo>
                      <a:lnTo>
                        <a:pt x="330943" y="274592"/>
                      </a:lnTo>
                      <a:lnTo>
                        <a:pt x="330931" y="274684"/>
                      </a:lnTo>
                      <a:lnTo>
                        <a:pt x="337668" y="274186"/>
                      </a:lnTo>
                      <a:lnTo>
                        <a:pt x="350981" y="273376"/>
                      </a:lnTo>
                      <a:lnTo>
                        <a:pt x="356421" y="278932"/>
                      </a:lnTo>
                      <a:lnTo>
                        <a:pt x="356884" y="279407"/>
                      </a:lnTo>
                      <a:lnTo>
                        <a:pt x="356421" y="280183"/>
                      </a:lnTo>
                      <a:lnTo>
                        <a:pt x="350008" y="290670"/>
                      </a:lnTo>
                      <a:lnTo>
                        <a:pt x="350483" y="292893"/>
                      </a:lnTo>
                      <a:lnTo>
                        <a:pt x="351108" y="296724"/>
                      </a:lnTo>
                      <a:lnTo>
                        <a:pt x="349835" y="301448"/>
                      </a:lnTo>
                      <a:lnTo>
                        <a:pt x="348584" y="306124"/>
                      </a:lnTo>
                      <a:lnTo>
                        <a:pt x="344707" y="309747"/>
                      </a:lnTo>
                      <a:lnTo>
                        <a:pt x="333605" y="319089"/>
                      </a:lnTo>
                      <a:lnTo>
                        <a:pt x="332332" y="320038"/>
                      </a:lnTo>
                      <a:lnTo>
                        <a:pt x="322180" y="323650"/>
                      </a:lnTo>
                      <a:lnTo>
                        <a:pt x="319807" y="325479"/>
                      </a:lnTo>
                      <a:lnTo>
                        <a:pt x="311484" y="328975"/>
                      </a:lnTo>
                      <a:lnTo>
                        <a:pt x="304353" y="321856"/>
                      </a:lnTo>
                      <a:lnTo>
                        <a:pt x="303033" y="323025"/>
                      </a:lnTo>
                      <a:lnTo>
                        <a:pt x="304666" y="327493"/>
                      </a:lnTo>
                      <a:lnTo>
                        <a:pt x="304746" y="327690"/>
                      </a:lnTo>
                      <a:lnTo>
                        <a:pt x="306576" y="332679"/>
                      </a:lnTo>
                      <a:lnTo>
                        <a:pt x="302883" y="340956"/>
                      </a:lnTo>
                      <a:lnTo>
                        <a:pt x="304828" y="340481"/>
                      </a:lnTo>
                      <a:lnTo>
                        <a:pt x="304237" y="343225"/>
                      </a:lnTo>
                      <a:lnTo>
                        <a:pt x="307201" y="342831"/>
                      </a:lnTo>
                      <a:lnTo>
                        <a:pt x="308555" y="345586"/>
                      </a:lnTo>
                      <a:lnTo>
                        <a:pt x="302559" y="346072"/>
                      </a:lnTo>
                      <a:lnTo>
                        <a:pt x="302292" y="349418"/>
                      </a:lnTo>
                      <a:lnTo>
                        <a:pt x="305024" y="349221"/>
                      </a:lnTo>
                      <a:lnTo>
                        <a:pt x="303832" y="352196"/>
                      </a:lnTo>
                      <a:lnTo>
                        <a:pt x="302397" y="351895"/>
                      </a:lnTo>
                      <a:lnTo>
                        <a:pt x="302559" y="355472"/>
                      </a:lnTo>
                      <a:lnTo>
                        <a:pt x="299503" y="356236"/>
                      </a:lnTo>
                      <a:lnTo>
                        <a:pt x="299179" y="357371"/>
                      </a:lnTo>
                      <a:lnTo>
                        <a:pt x="296122" y="361584"/>
                      </a:lnTo>
                      <a:lnTo>
                        <a:pt x="294560" y="362973"/>
                      </a:lnTo>
                      <a:lnTo>
                        <a:pt x="286584" y="360195"/>
                      </a:lnTo>
                      <a:lnTo>
                        <a:pt x="285970" y="363309"/>
                      </a:lnTo>
                      <a:lnTo>
                        <a:pt x="285056" y="365208"/>
                      </a:lnTo>
                      <a:lnTo>
                        <a:pt x="284084" y="365555"/>
                      </a:lnTo>
                      <a:lnTo>
                        <a:pt x="280194" y="374607"/>
                      </a:lnTo>
                      <a:lnTo>
                        <a:pt x="274290" y="377350"/>
                      </a:lnTo>
                      <a:lnTo>
                        <a:pt x="274638" y="378879"/>
                      </a:lnTo>
                      <a:lnTo>
                        <a:pt x="271327" y="384956"/>
                      </a:lnTo>
                      <a:lnTo>
                        <a:pt x="271362" y="385106"/>
                      </a:lnTo>
                      <a:lnTo>
                        <a:pt x="270493" y="386437"/>
                      </a:lnTo>
                      <a:lnTo>
                        <a:pt x="271778" y="386716"/>
                      </a:lnTo>
                      <a:lnTo>
                        <a:pt x="272056" y="387815"/>
                      </a:lnTo>
                      <a:lnTo>
                        <a:pt x="271952" y="389054"/>
                      </a:lnTo>
                      <a:lnTo>
                        <a:pt x="271906" y="389054"/>
                      </a:lnTo>
                      <a:lnTo>
                        <a:pt x="269336" y="387514"/>
                      </a:lnTo>
                      <a:lnTo>
                        <a:pt x="269961" y="390860"/>
                      </a:lnTo>
                      <a:lnTo>
                        <a:pt x="269949" y="390883"/>
                      </a:lnTo>
                      <a:lnTo>
                        <a:pt x="268271" y="390061"/>
                      </a:lnTo>
                      <a:lnTo>
                        <a:pt x="265053" y="393105"/>
                      </a:lnTo>
                      <a:lnTo>
                        <a:pt x="261696" y="399102"/>
                      </a:lnTo>
                      <a:lnTo>
                        <a:pt x="259496" y="398754"/>
                      </a:lnTo>
                      <a:lnTo>
                        <a:pt x="259288" y="400294"/>
                      </a:lnTo>
                      <a:lnTo>
                        <a:pt x="251347" y="403153"/>
                      </a:lnTo>
                      <a:lnTo>
                        <a:pt x="250710" y="404612"/>
                      </a:lnTo>
                      <a:lnTo>
                        <a:pt x="249611" y="407158"/>
                      </a:lnTo>
                      <a:lnTo>
                        <a:pt x="249425" y="407587"/>
                      </a:lnTo>
                      <a:lnTo>
                        <a:pt x="248858" y="407158"/>
                      </a:lnTo>
                      <a:lnTo>
                        <a:pt x="245663" y="404739"/>
                      </a:lnTo>
                      <a:lnTo>
                        <a:pt x="242017" y="407158"/>
                      </a:lnTo>
                      <a:lnTo>
                        <a:pt x="235916" y="411187"/>
                      </a:lnTo>
                      <a:lnTo>
                        <a:pt x="233647" y="408316"/>
                      </a:lnTo>
                      <a:lnTo>
                        <a:pt x="233532" y="408455"/>
                      </a:lnTo>
                      <a:lnTo>
                        <a:pt x="233219" y="408096"/>
                      </a:lnTo>
                      <a:lnTo>
                        <a:pt x="231992" y="410342"/>
                      </a:lnTo>
                      <a:lnTo>
                        <a:pt x="230811" y="411789"/>
                      </a:lnTo>
                      <a:lnTo>
                        <a:pt x="229665" y="407158"/>
                      </a:lnTo>
                      <a:lnTo>
                        <a:pt x="229364" y="405966"/>
                      </a:lnTo>
                      <a:lnTo>
                        <a:pt x="231297" y="406117"/>
                      </a:lnTo>
                      <a:lnTo>
                        <a:pt x="230360" y="404994"/>
                      </a:lnTo>
                      <a:lnTo>
                        <a:pt x="231564" y="404427"/>
                      </a:lnTo>
                      <a:lnTo>
                        <a:pt x="228982" y="400780"/>
                      </a:lnTo>
                      <a:lnTo>
                        <a:pt x="226910" y="400734"/>
                      </a:lnTo>
                      <a:lnTo>
                        <a:pt x="227964" y="398951"/>
                      </a:lnTo>
                      <a:lnTo>
                        <a:pt x="225382" y="394483"/>
                      </a:lnTo>
                      <a:lnTo>
                        <a:pt x="226667" y="392758"/>
                      </a:lnTo>
                      <a:lnTo>
                        <a:pt x="225672" y="389517"/>
                      </a:lnTo>
                      <a:lnTo>
                        <a:pt x="225556" y="388903"/>
                      </a:lnTo>
                      <a:lnTo>
                        <a:pt x="227767" y="387966"/>
                      </a:lnTo>
                      <a:lnTo>
                        <a:pt x="230140" y="381402"/>
                      </a:lnTo>
                      <a:lnTo>
                        <a:pt x="230244" y="381263"/>
                      </a:lnTo>
                      <a:lnTo>
                        <a:pt x="233844" y="381703"/>
                      </a:lnTo>
                      <a:lnTo>
                        <a:pt x="238521" y="379619"/>
                      </a:lnTo>
                      <a:lnTo>
                        <a:pt x="236044" y="379006"/>
                      </a:lnTo>
                      <a:lnTo>
                        <a:pt x="236090" y="377247"/>
                      </a:lnTo>
                      <a:lnTo>
                        <a:pt x="236090" y="377235"/>
                      </a:lnTo>
                      <a:lnTo>
                        <a:pt x="236252" y="371690"/>
                      </a:lnTo>
                      <a:lnTo>
                        <a:pt x="239343" y="363575"/>
                      </a:lnTo>
                      <a:lnTo>
                        <a:pt x="239169" y="362510"/>
                      </a:lnTo>
                      <a:lnTo>
                        <a:pt x="239389" y="361920"/>
                      </a:lnTo>
                      <a:lnTo>
                        <a:pt x="243325" y="361770"/>
                      </a:lnTo>
                      <a:lnTo>
                        <a:pt x="244309" y="360218"/>
                      </a:lnTo>
                      <a:lnTo>
                        <a:pt x="242792" y="356468"/>
                      </a:lnTo>
                      <a:lnTo>
                        <a:pt x="241577" y="356213"/>
                      </a:lnTo>
                      <a:lnTo>
                        <a:pt x="241507" y="356040"/>
                      </a:lnTo>
                      <a:lnTo>
                        <a:pt x="240767" y="356051"/>
                      </a:lnTo>
                      <a:lnTo>
                        <a:pt x="238151" y="355507"/>
                      </a:lnTo>
                      <a:lnTo>
                        <a:pt x="240801" y="350159"/>
                      </a:lnTo>
                      <a:lnTo>
                        <a:pt x="246219" y="345980"/>
                      </a:lnTo>
                      <a:lnTo>
                        <a:pt x="248187" y="346917"/>
                      </a:lnTo>
                      <a:lnTo>
                        <a:pt x="250444" y="344267"/>
                      </a:lnTo>
                      <a:lnTo>
                        <a:pt x="248094" y="343155"/>
                      </a:lnTo>
                      <a:lnTo>
                        <a:pt x="250710" y="340794"/>
                      </a:lnTo>
                      <a:lnTo>
                        <a:pt x="250780" y="340736"/>
                      </a:lnTo>
                      <a:lnTo>
                        <a:pt x="260029" y="338074"/>
                      </a:lnTo>
                      <a:lnTo>
                        <a:pt x="259936" y="335284"/>
                      </a:lnTo>
                      <a:lnTo>
                        <a:pt x="260886" y="333814"/>
                      </a:lnTo>
                      <a:lnTo>
                        <a:pt x="263062" y="331140"/>
                      </a:lnTo>
                      <a:lnTo>
                        <a:pt x="264023" y="333200"/>
                      </a:lnTo>
                      <a:lnTo>
                        <a:pt x="268595" y="327297"/>
                      </a:lnTo>
                      <a:lnTo>
                        <a:pt x="273526" y="327725"/>
                      </a:lnTo>
                      <a:lnTo>
                        <a:pt x="284373" y="324796"/>
                      </a:lnTo>
                      <a:lnTo>
                        <a:pt x="286283" y="322608"/>
                      </a:lnTo>
                      <a:lnTo>
                        <a:pt x="290450" y="318962"/>
                      </a:lnTo>
                      <a:lnTo>
                        <a:pt x="292152" y="318267"/>
                      </a:lnTo>
                      <a:lnTo>
                        <a:pt x="294050" y="314505"/>
                      </a:lnTo>
                      <a:lnTo>
                        <a:pt x="286237" y="318823"/>
                      </a:lnTo>
                      <a:lnTo>
                        <a:pt x="285913" y="318719"/>
                      </a:lnTo>
                      <a:lnTo>
                        <a:pt x="284581" y="319737"/>
                      </a:lnTo>
                      <a:lnTo>
                        <a:pt x="280842" y="321810"/>
                      </a:lnTo>
                      <a:lnTo>
                        <a:pt x="274696" y="319355"/>
                      </a:lnTo>
                      <a:lnTo>
                        <a:pt x="273098" y="324229"/>
                      </a:lnTo>
                      <a:lnTo>
                        <a:pt x="266893" y="323905"/>
                      </a:lnTo>
                      <a:lnTo>
                        <a:pt x="266234" y="323523"/>
                      </a:lnTo>
                      <a:lnTo>
                        <a:pt x="262506" y="320814"/>
                      </a:lnTo>
                      <a:lnTo>
                        <a:pt x="250710" y="324796"/>
                      </a:lnTo>
                      <a:lnTo>
                        <a:pt x="250305" y="324935"/>
                      </a:lnTo>
                      <a:lnTo>
                        <a:pt x="244286" y="324148"/>
                      </a:lnTo>
                      <a:lnTo>
                        <a:pt x="242862" y="321103"/>
                      </a:lnTo>
                      <a:lnTo>
                        <a:pt x="244436" y="314077"/>
                      </a:lnTo>
                      <a:lnTo>
                        <a:pt x="241762" y="305684"/>
                      </a:lnTo>
                      <a:lnTo>
                        <a:pt x="239285" y="301737"/>
                      </a:lnTo>
                      <a:lnTo>
                        <a:pt x="236472" y="301517"/>
                      </a:lnTo>
                      <a:lnTo>
                        <a:pt x="236449" y="301401"/>
                      </a:lnTo>
                      <a:lnTo>
                        <a:pt x="235754" y="294189"/>
                      </a:lnTo>
                      <a:lnTo>
                        <a:pt x="231911" y="288448"/>
                      </a:lnTo>
                      <a:lnTo>
                        <a:pt x="230522" y="291701"/>
                      </a:lnTo>
                      <a:lnTo>
                        <a:pt x="231541" y="294815"/>
                      </a:lnTo>
                      <a:lnTo>
                        <a:pt x="231321" y="295498"/>
                      </a:lnTo>
                      <a:lnTo>
                        <a:pt x="232166" y="296736"/>
                      </a:lnTo>
                      <a:lnTo>
                        <a:pt x="233717" y="301448"/>
                      </a:lnTo>
                      <a:lnTo>
                        <a:pt x="234377" y="303473"/>
                      </a:lnTo>
                      <a:lnTo>
                        <a:pt x="232768" y="314355"/>
                      </a:lnTo>
                      <a:lnTo>
                        <a:pt x="231031" y="316542"/>
                      </a:lnTo>
                      <a:lnTo>
                        <a:pt x="230267" y="317387"/>
                      </a:lnTo>
                      <a:lnTo>
                        <a:pt x="226100" y="315975"/>
                      </a:lnTo>
                      <a:lnTo>
                        <a:pt x="225799" y="323847"/>
                      </a:lnTo>
                      <a:lnTo>
                        <a:pt x="220150" y="333177"/>
                      </a:lnTo>
                      <a:lnTo>
                        <a:pt x="219780" y="336175"/>
                      </a:lnTo>
                      <a:lnTo>
                        <a:pt x="216781" y="342079"/>
                      </a:lnTo>
                      <a:lnTo>
                        <a:pt x="213401" y="346975"/>
                      </a:lnTo>
                      <a:lnTo>
                        <a:pt x="208910" y="341384"/>
                      </a:lnTo>
                      <a:lnTo>
                        <a:pt x="206004" y="342090"/>
                      </a:lnTo>
                      <a:lnTo>
                        <a:pt x="204997" y="340956"/>
                      </a:lnTo>
                      <a:lnTo>
                        <a:pt x="204523" y="340342"/>
                      </a:lnTo>
                      <a:lnTo>
                        <a:pt x="209130" y="321138"/>
                      </a:lnTo>
                      <a:lnTo>
                        <a:pt x="206618" y="316600"/>
                      </a:lnTo>
                      <a:lnTo>
                        <a:pt x="206780" y="312618"/>
                      </a:lnTo>
                      <a:lnTo>
                        <a:pt x="207023" y="311449"/>
                      </a:lnTo>
                      <a:lnTo>
                        <a:pt x="206826" y="311287"/>
                      </a:lnTo>
                      <a:lnTo>
                        <a:pt x="206896" y="309516"/>
                      </a:lnTo>
                      <a:lnTo>
                        <a:pt x="203214" y="308150"/>
                      </a:lnTo>
                      <a:lnTo>
                        <a:pt x="203157" y="306286"/>
                      </a:lnTo>
                      <a:lnTo>
                        <a:pt x="203110" y="308277"/>
                      </a:lnTo>
                      <a:lnTo>
                        <a:pt x="203064" y="308243"/>
                      </a:lnTo>
                      <a:lnTo>
                        <a:pt x="202867" y="309863"/>
                      </a:lnTo>
                      <a:lnTo>
                        <a:pt x="200483" y="312167"/>
                      </a:lnTo>
                      <a:lnTo>
                        <a:pt x="200124" y="311889"/>
                      </a:lnTo>
                      <a:lnTo>
                        <a:pt x="197774" y="309747"/>
                      </a:lnTo>
                      <a:lnTo>
                        <a:pt x="197415" y="309852"/>
                      </a:lnTo>
                      <a:lnTo>
                        <a:pt x="197137" y="309643"/>
                      </a:lnTo>
                      <a:lnTo>
                        <a:pt x="196697" y="310083"/>
                      </a:lnTo>
                      <a:lnTo>
                        <a:pt x="196199" y="310245"/>
                      </a:lnTo>
                      <a:lnTo>
                        <a:pt x="194498" y="304990"/>
                      </a:lnTo>
                      <a:lnTo>
                        <a:pt x="193595" y="305823"/>
                      </a:lnTo>
                      <a:lnTo>
                        <a:pt x="192924" y="306240"/>
                      </a:lnTo>
                      <a:lnTo>
                        <a:pt x="190585" y="302918"/>
                      </a:lnTo>
                      <a:lnTo>
                        <a:pt x="189022" y="303138"/>
                      </a:lnTo>
                      <a:lnTo>
                        <a:pt x="189046" y="304469"/>
                      </a:lnTo>
                      <a:lnTo>
                        <a:pt x="188721" y="304920"/>
                      </a:lnTo>
                      <a:lnTo>
                        <a:pt x="189069" y="305568"/>
                      </a:lnTo>
                      <a:lnTo>
                        <a:pt x="189196" y="311229"/>
                      </a:lnTo>
                      <a:lnTo>
                        <a:pt x="189231" y="314401"/>
                      </a:lnTo>
                      <a:lnTo>
                        <a:pt x="186244" y="317341"/>
                      </a:lnTo>
                      <a:lnTo>
                        <a:pt x="185700" y="317399"/>
                      </a:lnTo>
                      <a:lnTo>
                        <a:pt x="182193" y="317596"/>
                      </a:lnTo>
                      <a:lnTo>
                        <a:pt x="175016" y="314517"/>
                      </a:lnTo>
                      <a:lnTo>
                        <a:pt x="145011" y="322388"/>
                      </a:lnTo>
                      <a:lnTo>
                        <a:pt x="142823" y="322967"/>
                      </a:lnTo>
                      <a:lnTo>
                        <a:pt x="141909" y="320640"/>
                      </a:lnTo>
                      <a:lnTo>
                        <a:pt x="141793" y="323303"/>
                      </a:lnTo>
                      <a:lnTo>
                        <a:pt x="138401" y="322643"/>
                      </a:lnTo>
                      <a:lnTo>
                        <a:pt x="138343" y="320825"/>
                      </a:lnTo>
                      <a:lnTo>
                        <a:pt x="138459" y="320779"/>
                      </a:lnTo>
                      <a:lnTo>
                        <a:pt x="141121" y="320200"/>
                      </a:lnTo>
                      <a:lnTo>
                        <a:pt x="141666" y="316010"/>
                      </a:lnTo>
                      <a:lnTo>
                        <a:pt x="145011" y="315107"/>
                      </a:lnTo>
                      <a:lnTo>
                        <a:pt x="145532" y="314968"/>
                      </a:lnTo>
                      <a:lnTo>
                        <a:pt x="150776" y="307907"/>
                      </a:lnTo>
                      <a:lnTo>
                        <a:pt x="151308" y="303786"/>
                      </a:lnTo>
                      <a:lnTo>
                        <a:pt x="151887" y="301308"/>
                      </a:lnTo>
                      <a:lnTo>
                        <a:pt x="151632" y="301228"/>
                      </a:lnTo>
                      <a:lnTo>
                        <a:pt x="151899" y="299179"/>
                      </a:lnTo>
                      <a:lnTo>
                        <a:pt x="149190" y="296759"/>
                      </a:lnTo>
                      <a:lnTo>
                        <a:pt x="148160" y="299410"/>
                      </a:lnTo>
                      <a:lnTo>
                        <a:pt x="146458" y="300533"/>
                      </a:lnTo>
                      <a:lnTo>
                        <a:pt x="135241" y="306796"/>
                      </a:lnTo>
                      <a:lnTo>
                        <a:pt x="132625" y="306958"/>
                      </a:lnTo>
                      <a:lnTo>
                        <a:pt x="126652" y="302987"/>
                      </a:lnTo>
                      <a:lnTo>
                        <a:pt x="126605" y="302953"/>
                      </a:lnTo>
                      <a:lnTo>
                        <a:pt x="126385" y="300012"/>
                      </a:lnTo>
                      <a:lnTo>
                        <a:pt x="122507" y="293877"/>
                      </a:lnTo>
                      <a:lnTo>
                        <a:pt x="120331" y="289027"/>
                      </a:lnTo>
                      <a:lnTo>
                        <a:pt x="120505" y="285971"/>
                      </a:lnTo>
                      <a:lnTo>
                        <a:pt x="122299" y="281954"/>
                      </a:lnTo>
                      <a:lnTo>
                        <a:pt x="122334" y="281919"/>
                      </a:lnTo>
                      <a:lnTo>
                        <a:pt x="130668" y="282405"/>
                      </a:lnTo>
                      <a:lnTo>
                        <a:pt x="132440" y="281074"/>
                      </a:lnTo>
                      <a:lnTo>
                        <a:pt x="132798" y="279326"/>
                      </a:lnTo>
                      <a:lnTo>
                        <a:pt x="133343" y="278458"/>
                      </a:lnTo>
                      <a:lnTo>
                        <a:pt x="133748" y="274800"/>
                      </a:lnTo>
                      <a:lnTo>
                        <a:pt x="135229" y="267669"/>
                      </a:lnTo>
                      <a:lnTo>
                        <a:pt x="132440" y="269475"/>
                      </a:lnTo>
                      <a:lnTo>
                        <a:pt x="132231" y="273920"/>
                      </a:lnTo>
                      <a:lnTo>
                        <a:pt x="129291" y="277057"/>
                      </a:lnTo>
                      <a:lnTo>
                        <a:pt x="121257" y="276826"/>
                      </a:lnTo>
                      <a:lnTo>
                        <a:pt x="120204" y="277497"/>
                      </a:lnTo>
                      <a:lnTo>
                        <a:pt x="115909" y="278759"/>
                      </a:lnTo>
                      <a:lnTo>
                        <a:pt x="114740" y="278585"/>
                      </a:lnTo>
                      <a:lnTo>
                        <a:pt x="107933" y="273017"/>
                      </a:lnTo>
                      <a:lnTo>
                        <a:pt x="108385" y="267762"/>
                      </a:lnTo>
                      <a:lnTo>
                        <a:pt x="101092" y="259879"/>
                      </a:lnTo>
                      <a:lnTo>
                        <a:pt x="98557" y="248662"/>
                      </a:lnTo>
                      <a:lnTo>
                        <a:pt x="100085" y="247920"/>
                      </a:lnTo>
                      <a:lnTo>
                        <a:pt x="99749" y="245721"/>
                      </a:lnTo>
                      <a:lnTo>
                        <a:pt x="94135" y="244355"/>
                      </a:lnTo>
                      <a:lnTo>
                        <a:pt x="92549" y="242156"/>
                      </a:lnTo>
                      <a:lnTo>
                        <a:pt x="92595" y="241044"/>
                      </a:lnTo>
                      <a:lnTo>
                        <a:pt x="93487" y="240292"/>
                      </a:lnTo>
                      <a:lnTo>
                        <a:pt x="92676" y="239065"/>
                      </a:lnTo>
                      <a:lnTo>
                        <a:pt x="93012" y="230696"/>
                      </a:lnTo>
                      <a:lnTo>
                        <a:pt x="100803" y="227223"/>
                      </a:lnTo>
                      <a:lnTo>
                        <a:pt x="101891" y="224584"/>
                      </a:lnTo>
                      <a:lnTo>
                        <a:pt x="104542" y="225788"/>
                      </a:lnTo>
                      <a:lnTo>
                        <a:pt x="104634" y="225683"/>
                      </a:lnTo>
                      <a:lnTo>
                        <a:pt x="104796" y="225753"/>
                      </a:lnTo>
                      <a:lnTo>
                        <a:pt x="107609" y="222442"/>
                      </a:lnTo>
                      <a:lnTo>
                        <a:pt x="109612" y="225023"/>
                      </a:lnTo>
                      <a:lnTo>
                        <a:pt x="111256" y="224757"/>
                      </a:lnTo>
                      <a:lnTo>
                        <a:pt x="109658" y="216851"/>
                      </a:lnTo>
                      <a:lnTo>
                        <a:pt x="110538" y="214952"/>
                      </a:lnTo>
                      <a:lnTo>
                        <a:pt x="110677" y="214744"/>
                      </a:lnTo>
                      <a:lnTo>
                        <a:pt x="113478" y="218622"/>
                      </a:lnTo>
                      <a:lnTo>
                        <a:pt x="115516" y="216921"/>
                      </a:lnTo>
                      <a:lnTo>
                        <a:pt x="117993" y="220220"/>
                      </a:lnTo>
                      <a:lnTo>
                        <a:pt x="124255" y="223611"/>
                      </a:lnTo>
                      <a:lnTo>
                        <a:pt x="128677" y="228508"/>
                      </a:lnTo>
                      <a:lnTo>
                        <a:pt x="132856" y="237977"/>
                      </a:lnTo>
                      <a:lnTo>
                        <a:pt x="135519" y="239980"/>
                      </a:lnTo>
                      <a:lnTo>
                        <a:pt x="144953" y="242619"/>
                      </a:lnTo>
                      <a:lnTo>
                        <a:pt x="145011" y="242596"/>
                      </a:lnTo>
                      <a:lnTo>
                        <a:pt x="148727" y="241172"/>
                      </a:lnTo>
                      <a:lnTo>
                        <a:pt x="145011" y="239679"/>
                      </a:lnTo>
                      <a:lnTo>
                        <a:pt x="137903" y="236808"/>
                      </a:lnTo>
                      <a:lnTo>
                        <a:pt x="137406" y="236426"/>
                      </a:lnTo>
                      <a:lnTo>
                        <a:pt x="134813" y="231853"/>
                      </a:lnTo>
                      <a:lnTo>
                        <a:pt x="132868" y="227582"/>
                      </a:lnTo>
                      <a:lnTo>
                        <a:pt x="134025" y="225845"/>
                      </a:lnTo>
                      <a:lnTo>
                        <a:pt x="130367" y="223773"/>
                      </a:lnTo>
                      <a:lnTo>
                        <a:pt x="127705" y="220879"/>
                      </a:lnTo>
                      <a:lnTo>
                        <a:pt x="125008" y="216978"/>
                      </a:lnTo>
                      <a:lnTo>
                        <a:pt x="123816" y="216631"/>
                      </a:lnTo>
                      <a:lnTo>
                        <a:pt x="123607" y="216399"/>
                      </a:lnTo>
                      <a:lnTo>
                        <a:pt x="119602" y="215369"/>
                      </a:lnTo>
                      <a:lnTo>
                        <a:pt x="120609" y="214316"/>
                      </a:lnTo>
                      <a:lnTo>
                        <a:pt x="121408" y="213563"/>
                      </a:lnTo>
                      <a:lnTo>
                        <a:pt x="121338" y="213529"/>
                      </a:lnTo>
                      <a:lnTo>
                        <a:pt x="122091" y="212742"/>
                      </a:lnTo>
                      <a:lnTo>
                        <a:pt x="118745" y="212221"/>
                      </a:lnTo>
                      <a:lnTo>
                        <a:pt x="118375" y="212036"/>
                      </a:lnTo>
                      <a:lnTo>
                        <a:pt x="118630" y="210473"/>
                      </a:lnTo>
                      <a:lnTo>
                        <a:pt x="119822" y="206653"/>
                      </a:lnTo>
                      <a:lnTo>
                        <a:pt x="126559" y="201606"/>
                      </a:lnTo>
                      <a:lnTo>
                        <a:pt x="119312" y="203481"/>
                      </a:lnTo>
                      <a:lnTo>
                        <a:pt x="116129" y="209720"/>
                      </a:lnTo>
                      <a:lnTo>
                        <a:pt x="116094" y="209744"/>
                      </a:lnTo>
                      <a:lnTo>
                        <a:pt x="111753" y="209118"/>
                      </a:lnTo>
                      <a:lnTo>
                        <a:pt x="108767" y="211630"/>
                      </a:lnTo>
                      <a:lnTo>
                        <a:pt x="105965" y="209570"/>
                      </a:lnTo>
                      <a:lnTo>
                        <a:pt x="102910" y="211688"/>
                      </a:lnTo>
                      <a:lnTo>
                        <a:pt x="102041" y="214629"/>
                      </a:lnTo>
                      <a:lnTo>
                        <a:pt x="101497" y="213899"/>
                      </a:lnTo>
                      <a:lnTo>
                        <a:pt x="101138" y="212556"/>
                      </a:lnTo>
                      <a:lnTo>
                        <a:pt x="102030" y="209894"/>
                      </a:lnTo>
                      <a:lnTo>
                        <a:pt x="100733" y="209604"/>
                      </a:lnTo>
                      <a:lnTo>
                        <a:pt x="102643" y="208412"/>
                      </a:lnTo>
                      <a:lnTo>
                        <a:pt x="103882" y="202543"/>
                      </a:lnTo>
                      <a:lnTo>
                        <a:pt x="99946" y="200205"/>
                      </a:lnTo>
                      <a:lnTo>
                        <a:pt x="98823" y="201247"/>
                      </a:lnTo>
                      <a:lnTo>
                        <a:pt x="96809" y="199395"/>
                      </a:lnTo>
                      <a:lnTo>
                        <a:pt x="95860" y="198179"/>
                      </a:lnTo>
                      <a:lnTo>
                        <a:pt x="96161" y="196246"/>
                      </a:lnTo>
                      <a:lnTo>
                        <a:pt x="99194" y="192669"/>
                      </a:lnTo>
                      <a:lnTo>
                        <a:pt x="100363" y="191639"/>
                      </a:lnTo>
                      <a:lnTo>
                        <a:pt x="94714" y="189763"/>
                      </a:lnTo>
                      <a:lnTo>
                        <a:pt x="94193" y="185179"/>
                      </a:lnTo>
                      <a:lnTo>
                        <a:pt x="96554" y="180850"/>
                      </a:lnTo>
                      <a:lnTo>
                        <a:pt x="94934" y="179936"/>
                      </a:lnTo>
                      <a:lnTo>
                        <a:pt x="94725" y="176092"/>
                      </a:lnTo>
                      <a:lnTo>
                        <a:pt x="93579" y="174830"/>
                      </a:lnTo>
                      <a:lnTo>
                        <a:pt x="90153" y="187170"/>
                      </a:lnTo>
                      <a:lnTo>
                        <a:pt x="88150" y="187205"/>
                      </a:lnTo>
                      <a:lnTo>
                        <a:pt x="82235" y="195216"/>
                      </a:lnTo>
                      <a:lnTo>
                        <a:pt x="81946" y="195505"/>
                      </a:lnTo>
                      <a:lnTo>
                        <a:pt x="81911" y="195030"/>
                      </a:lnTo>
                      <a:lnTo>
                        <a:pt x="83809" y="189763"/>
                      </a:lnTo>
                      <a:lnTo>
                        <a:pt x="84712" y="188525"/>
                      </a:lnTo>
                      <a:lnTo>
                        <a:pt x="83636" y="188583"/>
                      </a:lnTo>
                      <a:lnTo>
                        <a:pt x="82108" y="187703"/>
                      </a:lnTo>
                      <a:lnTo>
                        <a:pt x="82038" y="187367"/>
                      </a:lnTo>
                      <a:lnTo>
                        <a:pt x="85488" y="181660"/>
                      </a:lnTo>
                      <a:lnTo>
                        <a:pt x="84631" y="178755"/>
                      </a:lnTo>
                      <a:lnTo>
                        <a:pt x="83311" y="178489"/>
                      </a:lnTo>
                      <a:lnTo>
                        <a:pt x="82953" y="177817"/>
                      </a:lnTo>
                      <a:lnTo>
                        <a:pt x="83578" y="176833"/>
                      </a:lnTo>
                      <a:lnTo>
                        <a:pt x="81147" y="174796"/>
                      </a:lnTo>
                      <a:lnTo>
                        <a:pt x="79353" y="169297"/>
                      </a:lnTo>
                      <a:lnTo>
                        <a:pt x="77431" y="178153"/>
                      </a:lnTo>
                      <a:lnTo>
                        <a:pt x="79434" y="178477"/>
                      </a:lnTo>
                      <a:lnTo>
                        <a:pt x="80881" y="174912"/>
                      </a:lnTo>
                      <a:lnTo>
                        <a:pt x="79931" y="181302"/>
                      </a:lnTo>
                      <a:lnTo>
                        <a:pt x="77489" y="182552"/>
                      </a:lnTo>
                      <a:lnTo>
                        <a:pt x="77489" y="182448"/>
                      </a:lnTo>
                      <a:lnTo>
                        <a:pt x="79468" y="179739"/>
                      </a:lnTo>
                      <a:lnTo>
                        <a:pt x="77512" y="178743"/>
                      </a:lnTo>
                      <a:lnTo>
                        <a:pt x="73889" y="185457"/>
                      </a:lnTo>
                      <a:lnTo>
                        <a:pt x="71458" y="182494"/>
                      </a:lnTo>
                      <a:lnTo>
                        <a:pt x="67395" y="183235"/>
                      </a:lnTo>
                      <a:lnTo>
                        <a:pt x="69363" y="185226"/>
                      </a:lnTo>
                      <a:lnTo>
                        <a:pt x="68020" y="189532"/>
                      </a:lnTo>
                      <a:lnTo>
                        <a:pt x="69305" y="195748"/>
                      </a:lnTo>
                      <a:lnTo>
                        <a:pt x="69860" y="198422"/>
                      </a:lnTo>
                      <a:lnTo>
                        <a:pt x="67858" y="200726"/>
                      </a:lnTo>
                      <a:lnTo>
                        <a:pt x="68413" y="212742"/>
                      </a:lnTo>
                      <a:lnTo>
                        <a:pt x="65820" y="216098"/>
                      </a:lnTo>
                      <a:lnTo>
                        <a:pt x="62290" y="215647"/>
                      </a:lnTo>
                      <a:lnTo>
                        <a:pt x="61896" y="213668"/>
                      </a:lnTo>
                      <a:lnTo>
                        <a:pt x="61896" y="213483"/>
                      </a:lnTo>
                      <a:lnTo>
                        <a:pt x="61861" y="213494"/>
                      </a:lnTo>
                      <a:lnTo>
                        <a:pt x="61780" y="213077"/>
                      </a:lnTo>
                      <a:lnTo>
                        <a:pt x="58759" y="213054"/>
                      </a:lnTo>
                      <a:lnTo>
                        <a:pt x="49498" y="204257"/>
                      </a:lnTo>
                      <a:lnTo>
                        <a:pt x="42032" y="202103"/>
                      </a:lnTo>
                      <a:lnTo>
                        <a:pt x="40747" y="199174"/>
                      </a:lnTo>
                      <a:lnTo>
                        <a:pt x="39300" y="199221"/>
                      </a:lnTo>
                      <a:lnTo>
                        <a:pt x="33755" y="199406"/>
                      </a:lnTo>
                      <a:lnTo>
                        <a:pt x="32493" y="197878"/>
                      </a:lnTo>
                      <a:lnTo>
                        <a:pt x="30213" y="194718"/>
                      </a:lnTo>
                      <a:lnTo>
                        <a:pt x="29680" y="194463"/>
                      </a:lnTo>
                      <a:lnTo>
                        <a:pt x="26254" y="190307"/>
                      </a:lnTo>
                      <a:lnTo>
                        <a:pt x="24992" y="190678"/>
                      </a:lnTo>
                      <a:lnTo>
                        <a:pt x="21797" y="190759"/>
                      </a:lnTo>
                      <a:lnTo>
                        <a:pt x="20235" y="189937"/>
                      </a:lnTo>
                      <a:lnTo>
                        <a:pt x="15963" y="181545"/>
                      </a:lnTo>
                      <a:lnTo>
                        <a:pt x="14782" y="179137"/>
                      </a:lnTo>
                      <a:lnTo>
                        <a:pt x="18128" y="175838"/>
                      </a:lnTo>
                      <a:lnTo>
                        <a:pt x="14609" y="162410"/>
                      </a:lnTo>
                      <a:lnTo>
                        <a:pt x="12050" y="159551"/>
                      </a:lnTo>
                      <a:lnTo>
                        <a:pt x="9157" y="159250"/>
                      </a:lnTo>
                      <a:lnTo>
                        <a:pt x="7432" y="155233"/>
                      </a:lnTo>
                      <a:lnTo>
                        <a:pt x="2755" y="156471"/>
                      </a:lnTo>
                      <a:lnTo>
                        <a:pt x="2072" y="159805"/>
                      </a:lnTo>
                      <a:lnTo>
                        <a:pt x="0" y="159365"/>
                      </a:lnTo>
                      <a:lnTo>
                        <a:pt x="2373" y="155568"/>
                      </a:lnTo>
                      <a:lnTo>
                        <a:pt x="2130" y="154990"/>
                      </a:lnTo>
                      <a:lnTo>
                        <a:pt x="1725" y="148426"/>
                      </a:lnTo>
                      <a:lnTo>
                        <a:pt x="4595" y="146701"/>
                      </a:lnTo>
                      <a:lnTo>
                        <a:pt x="4248" y="145683"/>
                      </a:lnTo>
                      <a:lnTo>
                        <a:pt x="4561" y="145358"/>
                      </a:lnTo>
                      <a:lnTo>
                        <a:pt x="3114" y="142314"/>
                      </a:lnTo>
                      <a:lnTo>
                        <a:pt x="2732" y="141191"/>
                      </a:lnTo>
                      <a:lnTo>
                        <a:pt x="4561" y="137857"/>
                      </a:lnTo>
                      <a:lnTo>
                        <a:pt x="14979" y="139362"/>
                      </a:lnTo>
                      <a:lnTo>
                        <a:pt x="15882" y="142291"/>
                      </a:lnTo>
                      <a:lnTo>
                        <a:pt x="23256" y="144062"/>
                      </a:lnTo>
                      <a:lnTo>
                        <a:pt x="16600" y="134813"/>
                      </a:lnTo>
                      <a:lnTo>
                        <a:pt x="15292" y="123480"/>
                      </a:lnTo>
                      <a:lnTo>
                        <a:pt x="16415" y="113849"/>
                      </a:lnTo>
                      <a:lnTo>
                        <a:pt x="21566" y="108906"/>
                      </a:lnTo>
                      <a:lnTo>
                        <a:pt x="26925" y="106510"/>
                      </a:lnTo>
                      <a:lnTo>
                        <a:pt x="30109" y="111418"/>
                      </a:lnTo>
                      <a:lnTo>
                        <a:pt x="29831" y="116859"/>
                      </a:lnTo>
                      <a:lnTo>
                        <a:pt x="30757" y="117125"/>
                      </a:lnTo>
                      <a:lnTo>
                        <a:pt x="33049" y="120447"/>
                      </a:lnTo>
                      <a:lnTo>
                        <a:pt x="33396" y="121292"/>
                      </a:lnTo>
                      <a:lnTo>
                        <a:pt x="35237" y="121003"/>
                      </a:lnTo>
                      <a:lnTo>
                        <a:pt x="35445" y="125008"/>
                      </a:lnTo>
                      <a:lnTo>
                        <a:pt x="36939" y="126582"/>
                      </a:lnTo>
                      <a:lnTo>
                        <a:pt x="37726" y="129523"/>
                      </a:lnTo>
                      <a:lnTo>
                        <a:pt x="37587" y="130148"/>
                      </a:lnTo>
                      <a:lnTo>
                        <a:pt x="39300" y="131514"/>
                      </a:lnTo>
                      <a:lnTo>
                        <a:pt x="40967" y="132845"/>
                      </a:lnTo>
                      <a:lnTo>
                        <a:pt x="40805" y="135137"/>
                      </a:lnTo>
                      <a:lnTo>
                        <a:pt x="40492" y="138783"/>
                      </a:lnTo>
                      <a:lnTo>
                        <a:pt x="40550" y="138807"/>
                      </a:lnTo>
                      <a:lnTo>
                        <a:pt x="40504" y="139478"/>
                      </a:lnTo>
                      <a:lnTo>
                        <a:pt x="41210" y="139026"/>
                      </a:lnTo>
                      <a:lnTo>
                        <a:pt x="44532" y="140114"/>
                      </a:lnTo>
                      <a:lnTo>
                        <a:pt x="44833" y="140855"/>
                      </a:lnTo>
                      <a:lnTo>
                        <a:pt x="44405" y="141747"/>
                      </a:lnTo>
                      <a:lnTo>
                        <a:pt x="45563" y="142696"/>
                      </a:lnTo>
                      <a:lnTo>
                        <a:pt x="48410" y="149931"/>
                      </a:lnTo>
                      <a:lnTo>
                        <a:pt x="51594" y="151875"/>
                      </a:lnTo>
                      <a:lnTo>
                        <a:pt x="54233" y="156668"/>
                      </a:lnTo>
                      <a:lnTo>
                        <a:pt x="55159" y="153137"/>
                      </a:lnTo>
                      <a:lnTo>
                        <a:pt x="56664" y="152524"/>
                      </a:lnTo>
                      <a:lnTo>
                        <a:pt x="57208" y="152420"/>
                      </a:lnTo>
                      <a:lnTo>
                        <a:pt x="57926" y="147893"/>
                      </a:lnTo>
                      <a:lnTo>
                        <a:pt x="60530" y="149074"/>
                      </a:lnTo>
                      <a:lnTo>
                        <a:pt x="63818" y="154723"/>
                      </a:lnTo>
                      <a:lnTo>
                        <a:pt x="64153" y="158833"/>
                      </a:lnTo>
                      <a:lnTo>
                        <a:pt x="62811" y="159296"/>
                      </a:lnTo>
                      <a:lnTo>
                        <a:pt x="64906" y="163613"/>
                      </a:lnTo>
                      <a:lnTo>
                        <a:pt x="67071" y="159828"/>
                      </a:lnTo>
                      <a:lnTo>
                        <a:pt x="66295" y="157513"/>
                      </a:lnTo>
                      <a:lnTo>
                        <a:pt x="68761" y="158729"/>
                      </a:lnTo>
                      <a:lnTo>
                        <a:pt x="66249" y="155267"/>
                      </a:lnTo>
                      <a:lnTo>
                        <a:pt x="66272" y="155198"/>
                      </a:lnTo>
                      <a:lnTo>
                        <a:pt x="63667" y="151714"/>
                      </a:lnTo>
                      <a:lnTo>
                        <a:pt x="64246" y="147361"/>
                      </a:lnTo>
                      <a:lnTo>
                        <a:pt x="62579" y="144189"/>
                      </a:lnTo>
                      <a:lnTo>
                        <a:pt x="62568" y="144120"/>
                      </a:lnTo>
                      <a:lnTo>
                        <a:pt x="62463" y="143969"/>
                      </a:lnTo>
                      <a:lnTo>
                        <a:pt x="60461" y="140172"/>
                      </a:lnTo>
                      <a:lnTo>
                        <a:pt x="60264" y="141550"/>
                      </a:lnTo>
                      <a:lnTo>
                        <a:pt x="60148" y="141643"/>
                      </a:lnTo>
                      <a:lnTo>
                        <a:pt x="57023" y="139918"/>
                      </a:lnTo>
                      <a:lnTo>
                        <a:pt x="58365" y="141654"/>
                      </a:lnTo>
                      <a:lnTo>
                        <a:pt x="57312" y="143298"/>
                      </a:lnTo>
                      <a:lnTo>
                        <a:pt x="55900" y="142071"/>
                      </a:lnTo>
                      <a:lnTo>
                        <a:pt x="55356" y="141990"/>
                      </a:lnTo>
                      <a:lnTo>
                        <a:pt x="55228" y="141886"/>
                      </a:lnTo>
                      <a:lnTo>
                        <a:pt x="55518" y="141747"/>
                      </a:lnTo>
                      <a:lnTo>
                        <a:pt x="54059" y="140485"/>
                      </a:lnTo>
                      <a:lnTo>
                        <a:pt x="54187" y="138644"/>
                      </a:lnTo>
                      <a:lnTo>
                        <a:pt x="56965" y="139709"/>
                      </a:lnTo>
                      <a:lnTo>
                        <a:pt x="57729" y="136005"/>
                      </a:lnTo>
                      <a:lnTo>
                        <a:pt x="54846" y="132382"/>
                      </a:lnTo>
                      <a:lnTo>
                        <a:pt x="51513" y="114995"/>
                      </a:lnTo>
                      <a:lnTo>
                        <a:pt x="51559" y="114555"/>
                      </a:lnTo>
                      <a:lnTo>
                        <a:pt x="57463" y="115817"/>
                      </a:lnTo>
                      <a:lnTo>
                        <a:pt x="60299" y="112575"/>
                      </a:lnTo>
                      <a:lnTo>
                        <a:pt x="64142" y="111337"/>
                      </a:lnTo>
                      <a:lnTo>
                        <a:pt x="71111" y="120713"/>
                      </a:lnTo>
                      <a:lnTo>
                        <a:pt x="72268" y="120725"/>
                      </a:lnTo>
                      <a:lnTo>
                        <a:pt x="73148" y="121744"/>
                      </a:lnTo>
                      <a:lnTo>
                        <a:pt x="74826" y="120227"/>
                      </a:lnTo>
                      <a:lnTo>
                        <a:pt x="73866" y="116465"/>
                      </a:lnTo>
                      <a:lnTo>
                        <a:pt x="74896" y="114960"/>
                      </a:lnTo>
                      <a:lnTo>
                        <a:pt x="75868" y="113710"/>
                      </a:lnTo>
                      <a:lnTo>
                        <a:pt x="75799" y="113629"/>
                      </a:lnTo>
                      <a:lnTo>
                        <a:pt x="76053" y="113259"/>
                      </a:lnTo>
                      <a:lnTo>
                        <a:pt x="72453" y="108709"/>
                      </a:lnTo>
                      <a:lnTo>
                        <a:pt x="68865" y="107494"/>
                      </a:lnTo>
                      <a:lnTo>
                        <a:pt x="68888" y="104496"/>
                      </a:lnTo>
                      <a:lnTo>
                        <a:pt x="63436" y="95802"/>
                      </a:lnTo>
                      <a:lnTo>
                        <a:pt x="60553" y="94899"/>
                      </a:lnTo>
                      <a:lnTo>
                        <a:pt x="56155" y="90037"/>
                      </a:lnTo>
                      <a:lnTo>
                        <a:pt x="52184" y="85650"/>
                      </a:lnTo>
                      <a:lnTo>
                        <a:pt x="49024" y="86541"/>
                      </a:lnTo>
                      <a:lnTo>
                        <a:pt x="50251" y="88764"/>
                      </a:lnTo>
                      <a:lnTo>
                        <a:pt x="49637" y="90037"/>
                      </a:lnTo>
                      <a:lnTo>
                        <a:pt x="49244" y="90859"/>
                      </a:lnTo>
                      <a:lnTo>
                        <a:pt x="48572" y="90037"/>
                      </a:lnTo>
                      <a:lnTo>
                        <a:pt x="47716" y="89007"/>
                      </a:lnTo>
                      <a:lnTo>
                        <a:pt x="47843" y="85963"/>
                      </a:lnTo>
                      <a:lnTo>
                        <a:pt x="48051" y="84226"/>
                      </a:lnTo>
                      <a:lnTo>
                        <a:pt x="50644" y="83914"/>
                      </a:lnTo>
                      <a:lnTo>
                        <a:pt x="51895" y="81853"/>
                      </a:lnTo>
                      <a:lnTo>
                        <a:pt x="51987" y="81795"/>
                      </a:lnTo>
                      <a:lnTo>
                        <a:pt x="52034" y="81633"/>
                      </a:lnTo>
                      <a:lnTo>
                        <a:pt x="52855" y="80279"/>
                      </a:lnTo>
                      <a:lnTo>
                        <a:pt x="55171" y="69409"/>
                      </a:lnTo>
                      <a:lnTo>
                        <a:pt x="55611" y="67696"/>
                      </a:lnTo>
                      <a:lnTo>
                        <a:pt x="55634" y="67233"/>
                      </a:lnTo>
                      <a:lnTo>
                        <a:pt x="56664" y="62348"/>
                      </a:lnTo>
                      <a:lnTo>
                        <a:pt x="56016" y="59894"/>
                      </a:lnTo>
                      <a:lnTo>
                        <a:pt x="56340" y="53573"/>
                      </a:lnTo>
                      <a:lnTo>
                        <a:pt x="56629" y="52613"/>
                      </a:lnTo>
                      <a:lnTo>
                        <a:pt x="62625" y="54684"/>
                      </a:lnTo>
                      <a:lnTo>
                        <a:pt x="72257" y="65589"/>
                      </a:lnTo>
                      <a:lnTo>
                        <a:pt x="75903" y="75614"/>
                      </a:lnTo>
                      <a:lnTo>
                        <a:pt x="76088" y="89539"/>
                      </a:lnTo>
                      <a:lnTo>
                        <a:pt x="76875" y="90037"/>
                      </a:lnTo>
                      <a:lnTo>
                        <a:pt x="80672" y="92480"/>
                      </a:lnTo>
                      <a:lnTo>
                        <a:pt x="83311" y="90605"/>
                      </a:lnTo>
                      <a:lnTo>
                        <a:pt x="83960" y="90361"/>
                      </a:lnTo>
                      <a:lnTo>
                        <a:pt x="87722" y="94783"/>
                      </a:lnTo>
                      <a:lnTo>
                        <a:pt x="94864" y="99159"/>
                      </a:lnTo>
                      <a:lnTo>
                        <a:pt x="97075" y="104496"/>
                      </a:lnTo>
                      <a:lnTo>
                        <a:pt x="100282" y="106024"/>
                      </a:lnTo>
                      <a:lnTo>
                        <a:pt x="107447" y="117761"/>
                      </a:lnTo>
                      <a:lnTo>
                        <a:pt x="105688" y="121107"/>
                      </a:lnTo>
                      <a:lnTo>
                        <a:pt x="108975" y="119810"/>
                      </a:lnTo>
                      <a:lnTo>
                        <a:pt x="115145" y="110909"/>
                      </a:lnTo>
                      <a:lnTo>
                        <a:pt x="118664" y="110052"/>
                      </a:lnTo>
                      <a:lnTo>
                        <a:pt x="116280" y="119313"/>
                      </a:lnTo>
                      <a:lnTo>
                        <a:pt x="113606" y="123931"/>
                      </a:lnTo>
                      <a:lnTo>
                        <a:pt x="110735" y="128550"/>
                      </a:lnTo>
                      <a:lnTo>
                        <a:pt x="110827" y="128701"/>
                      </a:lnTo>
                      <a:lnTo>
                        <a:pt x="109137" y="131618"/>
                      </a:lnTo>
                      <a:lnTo>
                        <a:pt x="112598" y="131537"/>
                      </a:lnTo>
                      <a:lnTo>
                        <a:pt x="113467" y="132937"/>
                      </a:lnTo>
                      <a:lnTo>
                        <a:pt x="115145" y="138019"/>
                      </a:lnTo>
                      <a:lnTo>
                        <a:pt x="114902" y="128782"/>
                      </a:lnTo>
                      <a:lnTo>
                        <a:pt x="114948" y="125448"/>
                      </a:lnTo>
                      <a:lnTo>
                        <a:pt x="119613" y="121975"/>
                      </a:lnTo>
                      <a:lnTo>
                        <a:pt x="120875" y="117738"/>
                      </a:lnTo>
                      <a:lnTo>
                        <a:pt x="121292" y="117599"/>
                      </a:lnTo>
                      <a:lnTo>
                        <a:pt x="124244" y="118120"/>
                      </a:lnTo>
                      <a:lnTo>
                        <a:pt x="126929" y="116141"/>
                      </a:lnTo>
                      <a:lnTo>
                        <a:pt x="126686" y="114914"/>
                      </a:lnTo>
                      <a:lnTo>
                        <a:pt x="127057" y="112170"/>
                      </a:lnTo>
                      <a:lnTo>
                        <a:pt x="125367" y="108292"/>
                      </a:lnTo>
                      <a:lnTo>
                        <a:pt x="125239" y="107656"/>
                      </a:lnTo>
                      <a:lnTo>
                        <a:pt x="127751" y="104472"/>
                      </a:lnTo>
                      <a:lnTo>
                        <a:pt x="132486" y="109682"/>
                      </a:lnTo>
                      <a:lnTo>
                        <a:pt x="134512" y="121709"/>
                      </a:lnTo>
                      <a:lnTo>
                        <a:pt x="135878" y="119752"/>
                      </a:lnTo>
                      <a:lnTo>
                        <a:pt x="136931" y="119637"/>
                      </a:lnTo>
                      <a:lnTo>
                        <a:pt x="142071" y="124140"/>
                      </a:lnTo>
                      <a:lnTo>
                        <a:pt x="142337" y="125159"/>
                      </a:lnTo>
                      <a:lnTo>
                        <a:pt x="143217" y="133783"/>
                      </a:lnTo>
                      <a:lnTo>
                        <a:pt x="144525" y="134257"/>
                      </a:lnTo>
                      <a:lnTo>
                        <a:pt x="145011" y="127358"/>
                      </a:lnTo>
                      <a:lnTo>
                        <a:pt x="145011" y="127254"/>
                      </a:lnTo>
                      <a:lnTo>
                        <a:pt x="146632" y="128527"/>
                      </a:lnTo>
                      <a:lnTo>
                        <a:pt x="148333" y="146956"/>
                      </a:lnTo>
                      <a:lnTo>
                        <a:pt x="152767" y="149479"/>
                      </a:lnTo>
                      <a:lnTo>
                        <a:pt x="150070" y="143796"/>
                      </a:lnTo>
                      <a:lnTo>
                        <a:pt x="151343" y="138830"/>
                      </a:lnTo>
                      <a:lnTo>
                        <a:pt x="149665" y="132266"/>
                      </a:lnTo>
                      <a:lnTo>
                        <a:pt x="150938" y="130576"/>
                      </a:lnTo>
                      <a:lnTo>
                        <a:pt x="153913" y="134153"/>
                      </a:lnTo>
                      <a:lnTo>
                        <a:pt x="156054" y="133655"/>
                      </a:lnTo>
                      <a:lnTo>
                        <a:pt x="148819" y="125436"/>
                      </a:lnTo>
                      <a:lnTo>
                        <a:pt x="149051" y="125077"/>
                      </a:lnTo>
                      <a:lnTo>
                        <a:pt x="148646" y="125239"/>
                      </a:lnTo>
                      <a:lnTo>
                        <a:pt x="147940" y="124441"/>
                      </a:lnTo>
                      <a:lnTo>
                        <a:pt x="147986" y="124163"/>
                      </a:lnTo>
                      <a:lnTo>
                        <a:pt x="138123" y="113108"/>
                      </a:lnTo>
                      <a:lnTo>
                        <a:pt x="135218" y="104113"/>
                      </a:lnTo>
                      <a:lnTo>
                        <a:pt x="138146" y="103535"/>
                      </a:lnTo>
                      <a:lnTo>
                        <a:pt x="136306" y="103153"/>
                      </a:lnTo>
                      <a:lnTo>
                        <a:pt x="135796" y="102423"/>
                      </a:lnTo>
                      <a:lnTo>
                        <a:pt x="136097" y="101660"/>
                      </a:lnTo>
                      <a:lnTo>
                        <a:pt x="132081" y="97064"/>
                      </a:lnTo>
                      <a:lnTo>
                        <a:pt x="131780" y="96624"/>
                      </a:lnTo>
                      <a:lnTo>
                        <a:pt x="131803" y="95779"/>
                      </a:lnTo>
                      <a:lnTo>
                        <a:pt x="132312" y="95246"/>
                      </a:lnTo>
                      <a:lnTo>
                        <a:pt x="133261" y="96335"/>
                      </a:lnTo>
                      <a:lnTo>
                        <a:pt x="133412" y="94112"/>
                      </a:lnTo>
                      <a:lnTo>
                        <a:pt x="133504" y="94019"/>
                      </a:lnTo>
                      <a:lnTo>
                        <a:pt x="133424" y="93961"/>
                      </a:lnTo>
                      <a:lnTo>
                        <a:pt x="133493" y="92989"/>
                      </a:lnTo>
                      <a:lnTo>
                        <a:pt x="132011" y="92885"/>
                      </a:lnTo>
                      <a:lnTo>
                        <a:pt x="131456" y="92457"/>
                      </a:lnTo>
                      <a:lnTo>
                        <a:pt x="130113" y="90049"/>
                      </a:lnTo>
                      <a:lnTo>
                        <a:pt x="129893" y="88694"/>
                      </a:lnTo>
                      <a:lnTo>
                        <a:pt x="129395" y="84689"/>
                      </a:lnTo>
                      <a:lnTo>
                        <a:pt x="130506" y="81668"/>
                      </a:lnTo>
                      <a:lnTo>
                        <a:pt x="130923" y="80626"/>
                      </a:lnTo>
                      <a:lnTo>
                        <a:pt x="134442" y="84608"/>
                      </a:lnTo>
                      <a:lnTo>
                        <a:pt x="134662" y="83728"/>
                      </a:lnTo>
                      <a:lnTo>
                        <a:pt x="134685" y="83763"/>
                      </a:lnTo>
                      <a:lnTo>
                        <a:pt x="134871" y="82895"/>
                      </a:lnTo>
                      <a:lnTo>
                        <a:pt x="135484" y="80464"/>
                      </a:lnTo>
                      <a:lnTo>
                        <a:pt x="137730" y="79688"/>
                      </a:lnTo>
                      <a:lnTo>
                        <a:pt x="142731" y="69895"/>
                      </a:lnTo>
                      <a:lnTo>
                        <a:pt x="139837" y="68784"/>
                      </a:lnTo>
                      <a:lnTo>
                        <a:pt x="137730" y="70057"/>
                      </a:lnTo>
                      <a:lnTo>
                        <a:pt x="137973" y="70902"/>
                      </a:lnTo>
                      <a:lnTo>
                        <a:pt x="137614" y="71412"/>
                      </a:lnTo>
                      <a:lnTo>
                        <a:pt x="131988" y="71527"/>
                      </a:lnTo>
                      <a:lnTo>
                        <a:pt x="131502" y="71458"/>
                      </a:lnTo>
                      <a:lnTo>
                        <a:pt x="132613" y="67742"/>
                      </a:lnTo>
                      <a:lnTo>
                        <a:pt x="130564" y="64825"/>
                      </a:lnTo>
                      <a:lnTo>
                        <a:pt x="132127" y="62718"/>
                      </a:lnTo>
                      <a:lnTo>
                        <a:pt x="130854" y="57972"/>
                      </a:lnTo>
                      <a:lnTo>
                        <a:pt x="132659" y="55206"/>
                      </a:lnTo>
                      <a:lnTo>
                        <a:pt x="123237" y="37228"/>
                      </a:lnTo>
                      <a:lnTo>
                        <a:pt x="125320" y="33767"/>
                      </a:lnTo>
                      <a:lnTo>
                        <a:pt x="130310" y="32748"/>
                      </a:lnTo>
                      <a:lnTo>
                        <a:pt x="129777" y="26949"/>
                      </a:lnTo>
                      <a:lnTo>
                        <a:pt x="138054" y="27863"/>
                      </a:lnTo>
                      <a:lnTo>
                        <a:pt x="145011" y="23395"/>
                      </a:lnTo>
                      <a:lnTo>
                        <a:pt x="147696" y="21670"/>
                      </a:lnTo>
                      <a:lnTo>
                        <a:pt x="150845" y="16484"/>
                      </a:lnTo>
                      <a:lnTo>
                        <a:pt x="149421" y="14042"/>
                      </a:lnTo>
                      <a:lnTo>
                        <a:pt x="151748" y="13775"/>
                      </a:lnTo>
                      <a:lnTo>
                        <a:pt x="150567" y="8670"/>
                      </a:lnTo>
                      <a:lnTo>
                        <a:pt x="147824" y="5869"/>
                      </a:lnTo>
                      <a:lnTo>
                        <a:pt x="150868" y="3762"/>
                      </a:lnTo>
                      <a:lnTo>
                        <a:pt x="150683" y="3612"/>
                      </a:lnTo>
                      <a:lnTo>
                        <a:pt x="150706" y="3600"/>
                      </a:lnTo>
                      <a:lnTo>
                        <a:pt x="148171" y="16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8" name="Freeform: Shape 267">
                  <a:extLst>
                    <a:ext uri="{FF2B5EF4-FFF2-40B4-BE49-F238E27FC236}">
                      <a16:creationId xmlns:a16="http://schemas.microsoft.com/office/drawing/2014/main" id="{974F7C19-5B62-1F3C-CEE4-465C8510A8A1}"/>
                    </a:ext>
                  </a:extLst>
                </p:cNvPr>
                <p:cNvSpPr/>
                <p:nvPr/>
              </p:nvSpPr>
              <p:spPr>
                <a:xfrm>
                  <a:off x="9566557" y="1439570"/>
                  <a:ext cx="189971" cy="461737"/>
                </a:xfrm>
                <a:custGeom>
                  <a:avLst/>
                  <a:gdLst>
                    <a:gd name="connsiteX0" fmla="*/ 110261 w 189971"/>
                    <a:gd name="connsiteY0" fmla="*/ 4080 h 461737"/>
                    <a:gd name="connsiteX1" fmla="*/ 110480 w 189971"/>
                    <a:gd name="connsiteY1" fmla="*/ 4192 h 461737"/>
                    <a:gd name="connsiteX2" fmla="*/ 113039 w 189971"/>
                    <a:gd name="connsiteY2" fmla="*/ 0 h 461737"/>
                    <a:gd name="connsiteX3" fmla="*/ 112506 w 189971"/>
                    <a:gd name="connsiteY3" fmla="*/ 4793 h 461737"/>
                    <a:gd name="connsiteX4" fmla="*/ 110805 w 189971"/>
                    <a:gd name="connsiteY4" fmla="*/ 4804 h 461737"/>
                    <a:gd name="connsiteX5" fmla="*/ 111429 w 189971"/>
                    <a:gd name="connsiteY5" fmla="*/ 7780 h 461737"/>
                    <a:gd name="connsiteX6" fmla="*/ 114474 w 189971"/>
                    <a:gd name="connsiteY6" fmla="*/ 7758 h 461737"/>
                    <a:gd name="connsiteX7" fmla="*/ 115354 w 189971"/>
                    <a:gd name="connsiteY7" fmla="*/ 10113 h 461737"/>
                    <a:gd name="connsiteX8" fmla="*/ 113895 w 189971"/>
                    <a:gd name="connsiteY8" fmla="*/ 10988 h 461737"/>
                    <a:gd name="connsiteX9" fmla="*/ 114613 w 189971"/>
                    <a:gd name="connsiteY9" fmla="*/ 19203 h 461737"/>
                    <a:gd name="connsiteX10" fmla="*/ 113073 w 189971"/>
                    <a:gd name="connsiteY10" fmla="*/ 20826 h 461737"/>
                    <a:gd name="connsiteX11" fmla="*/ 114416 w 189971"/>
                    <a:gd name="connsiteY11" fmla="*/ 25010 h 461737"/>
                    <a:gd name="connsiteX12" fmla="*/ 110261 w 189971"/>
                    <a:gd name="connsiteY12" fmla="*/ 32006 h 461737"/>
                    <a:gd name="connsiteX13" fmla="*/ 108663 w 189971"/>
                    <a:gd name="connsiteY13" fmla="*/ 29865 h 461737"/>
                    <a:gd name="connsiteX14" fmla="*/ 105399 w 189971"/>
                    <a:gd name="connsiteY14" fmla="*/ 32226 h 461737"/>
                    <a:gd name="connsiteX15" fmla="*/ 106961 w 189971"/>
                    <a:gd name="connsiteY15" fmla="*/ 36324 h 461737"/>
                    <a:gd name="connsiteX16" fmla="*/ 108964 w 189971"/>
                    <a:gd name="connsiteY16" fmla="*/ 34807 h 461737"/>
                    <a:gd name="connsiteX17" fmla="*/ 108883 w 189971"/>
                    <a:gd name="connsiteY17" fmla="*/ 37609 h 461737"/>
                    <a:gd name="connsiteX18" fmla="*/ 111059 w 189971"/>
                    <a:gd name="connsiteY18" fmla="*/ 37366 h 461737"/>
                    <a:gd name="connsiteX19" fmla="*/ 111869 w 189971"/>
                    <a:gd name="connsiteY19" fmla="*/ 39206 h 461737"/>
                    <a:gd name="connsiteX20" fmla="*/ 111545 w 189971"/>
                    <a:gd name="connsiteY20" fmla="*/ 56663 h 461737"/>
                    <a:gd name="connsiteX21" fmla="*/ 109809 w 189971"/>
                    <a:gd name="connsiteY21" fmla="*/ 59429 h 461737"/>
                    <a:gd name="connsiteX22" fmla="*/ 106081 w 189971"/>
                    <a:gd name="connsiteY22" fmla="*/ 57334 h 461737"/>
                    <a:gd name="connsiteX23" fmla="*/ 103963 w 189971"/>
                    <a:gd name="connsiteY23" fmla="*/ 59476 h 461737"/>
                    <a:gd name="connsiteX24" fmla="*/ 100583 w 189971"/>
                    <a:gd name="connsiteY24" fmla="*/ 56593 h 461737"/>
                    <a:gd name="connsiteX25" fmla="*/ 99194 w 189971"/>
                    <a:gd name="connsiteY25" fmla="*/ 63608 h 461737"/>
                    <a:gd name="connsiteX26" fmla="*/ 96705 w 189971"/>
                    <a:gd name="connsiteY26" fmla="*/ 65634 h 461737"/>
                    <a:gd name="connsiteX27" fmla="*/ 104253 w 189971"/>
                    <a:gd name="connsiteY27" fmla="*/ 63492 h 461737"/>
                    <a:gd name="connsiteX28" fmla="*/ 109242 w 189971"/>
                    <a:gd name="connsiteY28" fmla="*/ 66062 h 461737"/>
                    <a:gd name="connsiteX29" fmla="*/ 107691 w 189971"/>
                    <a:gd name="connsiteY29" fmla="*/ 67521 h 461737"/>
                    <a:gd name="connsiteX30" fmla="*/ 102146 w 189971"/>
                    <a:gd name="connsiteY30" fmla="*/ 67498 h 461737"/>
                    <a:gd name="connsiteX31" fmla="*/ 101521 w 189971"/>
                    <a:gd name="connsiteY31" fmla="*/ 69998 h 461737"/>
                    <a:gd name="connsiteX32" fmla="*/ 100791 w 189971"/>
                    <a:gd name="connsiteY32" fmla="*/ 68817 h 461737"/>
                    <a:gd name="connsiteX33" fmla="*/ 97886 w 189971"/>
                    <a:gd name="connsiteY33" fmla="*/ 71214 h 461737"/>
                    <a:gd name="connsiteX34" fmla="*/ 105260 w 189971"/>
                    <a:gd name="connsiteY34" fmla="*/ 69628 h 461737"/>
                    <a:gd name="connsiteX35" fmla="*/ 109207 w 189971"/>
                    <a:gd name="connsiteY35" fmla="*/ 74710 h 461737"/>
                    <a:gd name="connsiteX36" fmla="*/ 108686 w 189971"/>
                    <a:gd name="connsiteY36" fmla="*/ 76990 h 461737"/>
                    <a:gd name="connsiteX37" fmla="*/ 103465 w 189971"/>
                    <a:gd name="connsiteY37" fmla="*/ 79328 h 461737"/>
                    <a:gd name="connsiteX38" fmla="*/ 106278 w 189971"/>
                    <a:gd name="connsiteY38" fmla="*/ 79895 h 461737"/>
                    <a:gd name="connsiteX39" fmla="*/ 106278 w 189971"/>
                    <a:gd name="connsiteY39" fmla="*/ 79907 h 461737"/>
                    <a:gd name="connsiteX40" fmla="*/ 105503 w 189971"/>
                    <a:gd name="connsiteY40" fmla="*/ 87617 h 461737"/>
                    <a:gd name="connsiteX41" fmla="*/ 99784 w 189971"/>
                    <a:gd name="connsiteY41" fmla="*/ 93451 h 461737"/>
                    <a:gd name="connsiteX42" fmla="*/ 107100 w 189971"/>
                    <a:gd name="connsiteY42" fmla="*/ 93868 h 461737"/>
                    <a:gd name="connsiteX43" fmla="*/ 106081 w 189971"/>
                    <a:gd name="connsiteY43" fmla="*/ 89723 h 461737"/>
                    <a:gd name="connsiteX44" fmla="*/ 108385 w 189971"/>
                    <a:gd name="connsiteY44" fmla="*/ 83970 h 461737"/>
                    <a:gd name="connsiteX45" fmla="*/ 111684 w 189971"/>
                    <a:gd name="connsiteY45" fmla="*/ 82257 h 461737"/>
                    <a:gd name="connsiteX46" fmla="*/ 113305 w 189971"/>
                    <a:gd name="connsiteY46" fmla="*/ 83669 h 461737"/>
                    <a:gd name="connsiteX47" fmla="*/ 111163 w 189971"/>
                    <a:gd name="connsiteY47" fmla="*/ 86748 h 461737"/>
                    <a:gd name="connsiteX48" fmla="*/ 113050 w 189971"/>
                    <a:gd name="connsiteY48" fmla="*/ 91495 h 461737"/>
                    <a:gd name="connsiteX49" fmla="*/ 107367 w 189971"/>
                    <a:gd name="connsiteY49" fmla="*/ 93787 h 461737"/>
                    <a:gd name="connsiteX50" fmla="*/ 109288 w 189971"/>
                    <a:gd name="connsiteY50" fmla="*/ 98046 h 461737"/>
                    <a:gd name="connsiteX51" fmla="*/ 106869 w 189971"/>
                    <a:gd name="connsiteY51" fmla="*/ 103545 h 461737"/>
                    <a:gd name="connsiteX52" fmla="*/ 110758 w 189971"/>
                    <a:gd name="connsiteY52" fmla="*/ 109414 h 461737"/>
                    <a:gd name="connsiteX53" fmla="*/ 109774 w 189971"/>
                    <a:gd name="connsiteY53" fmla="*/ 111417 h 461737"/>
                    <a:gd name="connsiteX54" fmla="*/ 106568 w 189971"/>
                    <a:gd name="connsiteY54" fmla="*/ 111637 h 461737"/>
                    <a:gd name="connsiteX55" fmla="*/ 105144 w 189971"/>
                    <a:gd name="connsiteY55" fmla="*/ 107400 h 461737"/>
                    <a:gd name="connsiteX56" fmla="*/ 102123 w 189971"/>
                    <a:gd name="connsiteY56" fmla="*/ 106995 h 461737"/>
                    <a:gd name="connsiteX57" fmla="*/ 105422 w 189971"/>
                    <a:gd name="connsiteY57" fmla="*/ 109391 h 461737"/>
                    <a:gd name="connsiteX58" fmla="*/ 103627 w 189971"/>
                    <a:gd name="connsiteY58" fmla="*/ 115318 h 461737"/>
                    <a:gd name="connsiteX59" fmla="*/ 100293 w 189971"/>
                    <a:gd name="connsiteY59" fmla="*/ 117239 h 461737"/>
                    <a:gd name="connsiteX60" fmla="*/ 99923 w 189971"/>
                    <a:gd name="connsiteY60" fmla="*/ 121835 h 461737"/>
                    <a:gd name="connsiteX61" fmla="*/ 98198 w 189971"/>
                    <a:gd name="connsiteY61" fmla="*/ 122819 h 461737"/>
                    <a:gd name="connsiteX62" fmla="*/ 100536 w 189971"/>
                    <a:gd name="connsiteY62" fmla="*/ 132184 h 461737"/>
                    <a:gd name="connsiteX63" fmla="*/ 98476 w 189971"/>
                    <a:gd name="connsiteY63" fmla="*/ 133341 h 461737"/>
                    <a:gd name="connsiteX64" fmla="*/ 96196 w 189971"/>
                    <a:gd name="connsiteY64" fmla="*/ 131605 h 461737"/>
                    <a:gd name="connsiteX65" fmla="*/ 95235 w 189971"/>
                    <a:gd name="connsiteY65" fmla="*/ 135263 h 461737"/>
                    <a:gd name="connsiteX66" fmla="*/ 96566 w 189971"/>
                    <a:gd name="connsiteY66" fmla="*/ 136837 h 461737"/>
                    <a:gd name="connsiteX67" fmla="*/ 92596 w 189971"/>
                    <a:gd name="connsiteY67" fmla="*/ 137659 h 461737"/>
                    <a:gd name="connsiteX68" fmla="*/ 92538 w 189971"/>
                    <a:gd name="connsiteY68" fmla="*/ 141572 h 461737"/>
                    <a:gd name="connsiteX69" fmla="*/ 94957 w 189971"/>
                    <a:gd name="connsiteY69" fmla="*/ 143725 h 461737"/>
                    <a:gd name="connsiteX70" fmla="*/ 96971 w 189971"/>
                    <a:gd name="connsiteY70" fmla="*/ 141086 h 461737"/>
                    <a:gd name="connsiteX71" fmla="*/ 101509 w 189971"/>
                    <a:gd name="connsiteY71" fmla="*/ 139951 h 461737"/>
                    <a:gd name="connsiteX72" fmla="*/ 103581 w 189971"/>
                    <a:gd name="connsiteY72" fmla="*/ 135610 h 461737"/>
                    <a:gd name="connsiteX73" fmla="*/ 108802 w 189971"/>
                    <a:gd name="connsiteY73" fmla="*/ 133457 h 461737"/>
                    <a:gd name="connsiteX74" fmla="*/ 104438 w 189971"/>
                    <a:gd name="connsiteY74" fmla="*/ 134059 h 461737"/>
                    <a:gd name="connsiteX75" fmla="*/ 103211 w 189971"/>
                    <a:gd name="connsiteY75" fmla="*/ 132033 h 461737"/>
                    <a:gd name="connsiteX76" fmla="*/ 103905 w 189971"/>
                    <a:gd name="connsiteY76" fmla="*/ 124254 h 461737"/>
                    <a:gd name="connsiteX77" fmla="*/ 107841 w 189971"/>
                    <a:gd name="connsiteY77" fmla="*/ 118073 h 461737"/>
                    <a:gd name="connsiteX78" fmla="*/ 112008 w 189971"/>
                    <a:gd name="connsiteY78" fmla="*/ 117783 h 461737"/>
                    <a:gd name="connsiteX79" fmla="*/ 117935 w 189971"/>
                    <a:gd name="connsiteY79" fmla="*/ 113998 h 461737"/>
                    <a:gd name="connsiteX80" fmla="*/ 120818 w 189971"/>
                    <a:gd name="connsiteY80" fmla="*/ 115237 h 461737"/>
                    <a:gd name="connsiteX81" fmla="*/ 120748 w 189971"/>
                    <a:gd name="connsiteY81" fmla="*/ 118408 h 461737"/>
                    <a:gd name="connsiteX82" fmla="*/ 121975 w 189971"/>
                    <a:gd name="connsiteY82" fmla="*/ 118270 h 461737"/>
                    <a:gd name="connsiteX83" fmla="*/ 123156 w 189971"/>
                    <a:gd name="connsiteY83" fmla="*/ 111417 h 461737"/>
                    <a:gd name="connsiteX84" fmla="*/ 123908 w 189971"/>
                    <a:gd name="connsiteY84" fmla="*/ 112435 h 461737"/>
                    <a:gd name="connsiteX85" fmla="*/ 126027 w 189971"/>
                    <a:gd name="connsiteY85" fmla="*/ 115248 h 461737"/>
                    <a:gd name="connsiteX86" fmla="*/ 128342 w 189971"/>
                    <a:gd name="connsiteY86" fmla="*/ 114114 h 461737"/>
                    <a:gd name="connsiteX87" fmla="*/ 128273 w 189971"/>
                    <a:gd name="connsiteY87" fmla="*/ 111127 h 461737"/>
                    <a:gd name="connsiteX88" fmla="*/ 123908 w 189971"/>
                    <a:gd name="connsiteY88" fmla="*/ 106173 h 461737"/>
                    <a:gd name="connsiteX89" fmla="*/ 123700 w 189971"/>
                    <a:gd name="connsiteY89" fmla="*/ 105930 h 461737"/>
                    <a:gd name="connsiteX90" fmla="*/ 120007 w 189971"/>
                    <a:gd name="connsiteY90" fmla="*/ 106242 h 461737"/>
                    <a:gd name="connsiteX91" fmla="*/ 115608 w 189971"/>
                    <a:gd name="connsiteY91" fmla="*/ 102306 h 461737"/>
                    <a:gd name="connsiteX92" fmla="*/ 115620 w 189971"/>
                    <a:gd name="connsiteY92" fmla="*/ 98544 h 461737"/>
                    <a:gd name="connsiteX93" fmla="*/ 119787 w 189971"/>
                    <a:gd name="connsiteY93" fmla="*/ 95893 h 461737"/>
                    <a:gd name="connsiteX94" fmla="*/ 120181 w 189971"/>
                    <a:gd name="connsiteY94" fmla="*/ 90048 h 461737"/>
                    <a:gd name="connsiteX95" fmla="*/ 122102 w 189971"/>
                    <a:gd name="connsiteY95" fmla="*/ 88126 h 461737"/>
                    <a:gd name="connsiteX96" fmla="*/ 123908 w 189971"/>
                    <a:gd name="connsiteY96" fmla="*/ 89110 h 461737"/>
                    <a:gd name="connsiteX97" fmla="*/ 124314 w 189971"/>
                    <a:gd name="connsiteY97" fmla="*/ 89318 h 461737"/>
                    <a:gd name="connsiteX98" fmla="*/ 124973 w 189971"/>
                    <a:gd name="connsiteY98" fmla="*/ 94400 h 461737"/>
                    <a:gd name="connsiteX99" fmla="*/ 127543 w 189971"/>
                    <a:gd name="connsiteY99" fmla="*/ 94956 h 461737"/>
                    <a:gd name="connsiteX100" fmla="*/ 131907 w 189971"/>
                    <a:gd name="connsiteY100" fmla="*/ 89608 h 461737"/>
                    <a:gd name="connsiteX101" fmla="*/ 132787 w 189971"/>
                    <a:gd name="connsiteY101" fmla="*/ 85487 h 461737"/>
                    <a:gd name="connsiteX102" fmla="*/ 137313 w 189971"/>
                    <a:gd name="connsiteY102" fmla="*/ 83808 h 461737"/>
                    <a:gd name="connsiteX103" fmla="*/ 143530 w 189971"/>
                    <a:gd name="connsiteY103" fmla="*/ 90175 h 461737"/>
                    <a:gd name="connsiteX104" fmla="*/ 144537 w 189971"/>
                    <a:gd name="connsiteY104" fmla="*/ 93451 h 461737"/>
                    <a:gd name="connsiteX105" fmla="*/ 145162 w 189971"/>
                    <a:gd name="connsiteY105" fmla="*/ 98151 h 461737"/>
                    <a:gd name="connsiteX106" fmla="*/ 142719 w 189971"/>
                    <a:gd name="connsiteY106" fmla="*/ 100582 h 461737"/>
                    <a:gd name="connsiteX107" fmla="*/ 143252 w 189971"/>
                    <a:gd name="connsiteY107" fmla="*/ 106335 h 461737"/>
                    <a:gd name="connsiteX108" fmla="*/ 148785 w 189971"/>
                    <a:gd name="connsiteY108" fmla="*/ 101681 h 461737"/>
                    <a:gd name="connsiteX109" fmla="*/ 151401 w 189971"/>
                    <a:gd name="connsiteY109" fmla="*/ 104668 h 461737"/>
                    <a:gd name="connsiteX110" fmla="*/ 152420 w 189971"/>
                    <a:gd name="connsiteY110" fmla="*/ 107597 h 461737"/>
                    <a:gd name="connsiteX111" fmla="*/ 152374 w 189971"/>
                    <a:gd name="connsiteY111" fmla="*/ 107874 h 461737"/>
                    <a:gd name="connsiteX112" fmla="*/ 144919 w 189971"/>
                    <a:gd name="connsiteY112" fmla="*/ 113153 h 461737"/>
                    <a:gd name="connsiteX113" fmla="*/ 152848 w 189971"/>
                    <a:gd name="connsiteY113" fmla="*/ 111972 h 461737"/>
                    <a:gd name="connsiteX114" fmla="*/ 155580 w 189971"/>
                    <a:gd name="connsiteY114" fmla="*/ 115978 h 461737"/>
                    <a:gd name="connsiteX115" fmla="*/ 155615 w 189971"/>
                    <a:gd name="connsiteY115" fmla="*/ 116730 h 461737"/>
                    <a:gd name="connsiteX116" fmla="*/ 151945 w 189971"/>
                    <a:gd name="connsiteY116" fmla="*/ 118119 h 461737"/>
                    <a:gd name="connsiteX117" fmla="*/ 151355 w 189971"/>
                    <a:gd name="connsiteY117" fmla="*/ 118212 h 461737"/>
                    <a:gd name="connsiteX118" fmla="*/ 151204 w 189971"/>
                    <a:gd name="connsiteY118" fmla="*/ 118408 h 461737"/>
                    <a:gd name="connsiteX119" fmla="*/ 150382 w 189971"/>
                    <a:gd name="connsiteY119" fmla="*/ 118721 h 461737"/>
                    <a:gd name="connsiteX120" fmla="*/ 148634 w 189971"/>
                    <a:gd name="connsiteY120" fmla="*/ 121650 h 461737"/>
                    <a:gd name="connsiteX121" fmla="*/ 148194 w 189971"/>
                    <a:gd name="connsiteY121" fmla="*/ 121349 h 461737"/>
                    <a:gd name="connsiteX122" fmla="*/ 147592 w 189971"/>
                    <a:gd name="connsiteY122" fmla="*/ 120863 h 461737"/>
                    <a:gd name="connsiteX123" fmla="*/ 148044 w 189971"/>
                    <a:gd name="connsiteY123" fmla="*/ 121256 h 461737"/>
                    <a:gd name="connsiteX124" fmla="*/ 147454 w 189971"/>
                    <a:gd name="connsiteY124" fmla="*/ 120851 h 461737"/>
                    <a:gd name="connsiteX125" fmla="*/ 148577 w 189971"/>
                    <a:gd name="connsiteY125" fmla="*/ 121823 h 461737"/>
                    <a:gd name="connsiteX126" fmla="*/ 153635 w 189971"/>
                    <a:gd name="connsiteY126" fmla="*/ 119659 h 461737"/>
                    <a:gd name="connsiteX127" fmla="*/ 152767 w 189971"/>
                    <a:gd name="connsiteY127" fmla="*/ 122668 h 461737"/>
                    <a:gd name="connsiteX128" fmla="*/ 155302 w 189971"/>
                    <a:gd name="connsiteY128" fmla="*/ 127542 h 461737"/>
                    <a:gd name="connsiteX129" fmla="*/ 152663 w 189971"/>
                    <a:gd name="connsiteY129" fmla="*/ 126894 h 461737"/>
                    <a:gd name="connsiteX130" fmla="*/ 148808 w 189971"/>
                    <a:gd name="connsiteY130" fmla="*/ 125852 h 461737"/>
                    <a:gd name="connsiteX131" fmla="*/ 147187 w 189971"/>
                    <a:gd name="connsiteY131" fmla="*/ 120955 h 461737"/>
                    <a:gd name="connsiteX132" fmla="*/ 131259 w 189971"/>
                    <a:gd name="connsiteY132" fmla="*/ 135402 h 461737"/>
                    <a:gd name="connsiteX133" fmla="*/ 130240 w 189971"/>
                    <a:gd name="connsiteY133" fmla="*/ 136976 h 461737"/>
                    <a:gd name="connsiteX134" fmla="*/ 129245 w 189971"/>
                    <a:gd name="connsiteY134" fmla="*/ 137891 h 461737"/>
                    <a:gd name="connsiteX135" fmla="*/ 129557 w 189971"/>
                    <a:gd name="connsiteY135" fmla="*/ 138018 h 461737"/>
                    <a:gd name="connsiteX136" fmla="*/ 128099 w 189971"/>
                    <a:gd name="connsiteY136" fmla="*/ 140241 h 461737"/>
                    <a:gd name="connsiteX137" fmla="*/ 129013 w 189971"/>
                    <a:gd name="connsiteY137" fmla="*/ 141051 h 461737"/>
                    <a:gd name="connsiteX138" fmla="*/ 131340 w 189971"/>
                    <a:gd name="connsiteY138" fmla="*/ 138238 h 461737"/>
                    <a:gd name="connsiteX139" fmla="*/ 143610 w 189971"/>
                    <a:gd name="connsiteY139" fmla="*/ 130204 h 461737"/>
                    <a:gd name="connsiteX140" fmla="*/ 147604 w 189971"/>
                    <a:gd name="connsiteY140" fmla="*/ 127796 h 461737"/>
                    <a:gd name="connsiteX141" fmla="*/ 147859 w 189971"/>
                    <a:gd name="connsiteY141" fmla="*/ 128375 h 461737"/>
                    <a:gd name="connsiteX142" fmla="*/ 148577 w 189971"/>
                    <a:gd name="connsiteY142" fmla="*/ 131327 h 461737"/>
                    <a:gd name="connsiteX143" fmla="*/ 139883 w 189971"/>
                    <a:gd name="connsiteY143" fmla="*/ 137103 h 461737"/>
                    <a:gd name="connsiteX144" fmla="*/ 139941 w 189971"/>
                    <a:gd name="connsiteY144" fmla="*/ 137636 h 461737"/>
                    <a:gd name="connsiteX145" fmla="*/ 138922 w 189971"/>
                    <a:gd name="connsiteY145" fmla="*/ 138354 h 461737"/>
                    <a:gd name="connsiteX146" fmla="*/ 141099 w 189971"/>
                    <a:gd name="connsiteY146" fmla="*/ 139071 h 461737"/>
                    <a:gd name="connsiteX147" fmla="*/ 154781 w 189971"/>
                    <a:gd name="connsiteY147" fmla="*/ 130922 h 461737"/>
                    <a:gd name="connsiteX148" fmla="*/ 156356 w 189971"/>
                    <a:gd name="connsiteY148" fmla="*/ 148818 h 461737"/>
                    <a:gd name="connsiteX149" fmla="*/ 156321 w 189971"/>
                    <a:gd name="connsiteY149" fmla="*/ 148899 h 461737"/>
                    <a:gd name="connsiteX150" fmla="*/ 156691 w 189971"/>
                    <a:gd name="connsiteY150" fmla="*/ 152661 h 461737"/>
                    <a:gd name="connsiteX151" fmla="*/ 157420 w 189971"/>
                    <a:gd name="connsiteY151" fmla="*/ 146688 h 461737"/>
                    <a:gd name="connsiteX152" fmla="*/ 158277 w 189971"/>
                    <a:gd name="connsiteY152" fmla="*/ 144975 h 461737"/>
                    <a:gd name="connsiteX153" fmla="*/ 160777 w 189971"/>
                    <a:gd name="connsiteY153" fmla="*/ 142683 h 461737"/>
                    <a:gd name="connsiteX154" fmla="*/ 158879 w 189971"/>
                    <a:gd name="connsiteY154" fmla="*/ 143875 h 461737"/>
                    <a:gd name="connsiteX155" fmla="*/ 158914 w 189971"/>
                    <a:gd name="connsiteY155" fmla="*/ 143702 h 461737"/>
                    <a:gd name="connsiteX156" fmla="*/ 159400 w 189971"/>
                    <a:gd name="connsiteY156" fmla="*/ 142729 h 461737"/>
                    <a:gd name="connsiteX157" fmla="*/ 159631 w 189971"/>
                    <a:gd name="connsiteY157" fmla="*/ 140067 h 461737"/>
                    <a:gd name="connsiteX158" fmla="*/ 160176 w 189971"/>
                    <a:gd name="connsiteY158" fmla="*/ 137277 h 461737"/>
                    <a:gd name="connsiteX159" fmla="*/ 160476 w 189971"/>
                    <a:gd name="connsiteY159" fmla="*/ 137185 h 461737"/>
                    <a:gd name="connsiteX160" fmla="*/ 162363 w 189971"/>
                    <a:gd name="connsiteY160" fmla="*/ 136941 h 461737"/>
                    <a:gd name="connsiteX161" fmla="*/ 163313 w 189971"/>
                    <a:gd name="connsiteY161" fmla="*/ 138817 h 461737"/>
                    <a:gd name="connsiteX162" fmla="*/ 163440 w 189971"/>
                    <a:gd name="connsiteY162" fmla="*/ 139152 h 461737"/>
                    <a:gd name="connsiteX163" fmla="*/ 163475 w 189971"/>
                    <a:gd name="connsiteY163" fmla="*/ 139141 h 461737"/>
                    <a:gd name="connsiteX164" fmla="*/ 163509 w 189971"/>
                    <a:gd name="connsiteY164" fmla="*/ 139222 h 461737"/>
                    <a:gd name="connsiteX165" fmla="*/ 165454 w 189971"/>
                    <a:gd name="connsiteY165" fmla="*/ 138678 h 461737"/>
                    <a:gd name="connsiteX166" fmla="*/ 165431 w 189971"/>
                    <a:gd name="connsiteY166" fmla="*/ 138539 h 461737"/>
                    <a:gd name="connsiteX167" fmla="*/ 165477 w 189971"/>
                    <a:gd name="connsiteY167" fmla="*/ 138516 h 461737"/>
                    <a:gd name="connsiteX168" fmla="*/ 165246 w 189971"/>
                    <a:gd name="connsiteY168" fmla="*/ 137624 h 461737"/>
                    <a:gd name="connsiteX169" fmla="*/ 165153 w 189971"/>
                    <a:gd name="connsiteY169" fmla="*/ 137161 h 461737"/>
                    <a:gd name="connsiteX170" fmla="*/ 165674 w 189971"/>
                    <a:gd name="connsiteY170" fmla="*/ 138736 h 461737"/>
                    <a:gd name="connsiteX171" fmla="*/ 166982 w 189971"/>
                    <a:gd name="connsiteY171" fmla="*/ 137856 h 461737"/>
                    <a:gd name="connsiteX172" fmla="*/ 168777 w 189971"/>
                    <a:gd name="connsiteY172" fmla="*/ 136640 h 461737"/>
                    <a:gd name="connsiteX173" fmla="*/ 167410 w 189971"/>
                    <a:gd name="connsiteY173" fmla="*/ 134129 h 461737"/>
                    <a:gd name="connsiteX174" fmla="*/ 165998 w 189971"/>
                    <a:gd name="connsiteY174" fmla="*/ 136131 h 461737"/>
                    <a:gd name="connsiteX175" fmla="*/ 164320 w 189971"/>
                    <a:gd name="connsiteY175" fmla="*/ 132311 h 461737"/>
                    <a:gd name="connsiteX176" fmla="*/ 168742 w 189971"/>
                    <a:gd name="connsiteY176" fmla="*/ 127565 h 461737"/>
                    <a:gd name="connsiteX177" fmla="*/ 169448 w 189971"/>
                    <a:gd name="connsiteY177" fmla="*/ 121997 h 461737"/>
                    <a:gd name="connsiteX178" fmla="*/ 169656 w 189971"/>
                    <a:gd name="connsiteY178" fmla="*/ 122136 h 461737"/>
                    <a:gd name="connsiteX179" fmla="*/ 172029 w 189971"/>
                    <a:gd name="connsiteY179" fmla="*/ 124463 h 461737"/>
                    <a:gd name="connsiteX180" fmla="*/ 170837 w 189971"/>
                    <a:gd name="connsiteY180" fmla="*/ 128954 h 461737"/>
                    <a:gd name="connsiteX181" fmla="*/ 171138 w 189971"/>
                    <a:gd name="connsiteY181" fmla="*/ 129278 h 461737"/>
                    <a:gd name="connsiteX182" fmla="*/ 170976 w 189971"/>
                    <a:gd name="connsiteY182" fmla="*/ 129857 h 461737"/>
                    <a:gd name="connsiteX183" fmla="*/ 171532 w 189971"/>
                    <a:gd name="connsiteY183" fmla="*/ 129718 h 461737"/>
                    <a:gd name="connsiteX184" fmla="*/ 171879 w 189971"/>
                    <a:gd name="connsiteY184" fmla="*/ 130089 h 461737"/>
                    <a:gd name="connsiteX185" fmla="*/ 173453 w 189971"/>
                    <a:gd name="connsiteY185" fmla="*/ 129232 h 461737"/>
                    <a:gd name="connsiteX186" fmla="*/ 175664 w 189971"/>
                    <a:gd name="connsiteY186" fmla="*/ 128688 h 461737"/>
                    <a:gd name="connsiteX187" fmla="*/ 175247 w 189971"/>
                    <a:gd name="connsiteY187" fmla="*/ 125493 h 461737"/>
                    <a:gd name="connsiteX188" fmla="*/ 173696 w 189971"/>
                    <a:gd name="connsiteY188" fmla="*/ 125805 h 461737"/>
                    <a:gd name="connsiteX189" fmla="*/ 173673 w 189971"/>
                    <a:gd name="connsiteY189" fmla="*/ 125748 h 461737"/>
                    <a:gd name="connsiteX190" fmla="*/ 174101 w 189971"/>
                    <a:gd name="connsiteY190" fmla="*/ 125215 h 461737"/>
                    <a:gd name="connsiteX191" fmla="*/ 175016 w 189971"/>
                    <a:gd name="connsiteY191" fmla="*/ 125366 h 461737"/>
                    <a:gd name="connsiteX192" fmla="*/ 175768 w 189971"/>
                    <a:gd name="connsiteY192" fmla="*/ 123155 h 461737"/>
                    <a:gd name="connsiteX193" fmla="*/ 177690 w 189971"/>
                    <a:gd name="connsiteY193" fmla="*/ 120793 h 461737"/>
                    <a:gd name="connsiteX194" fmla="*/ 177922 w 189971"/>
                    <a:gd name="connsiteY194" fmla="*/ 117575 h 461737"/>
                    <a:gd name="connsiteX195" fmla="*/ 178477 w 189971"/>
                    <a:gd name="connsiteY195" fmla="*/ 117401 h 461737"/>
                    <a:gd name="connsiteX196" fmla="*/ 180838 w 189971"/>
                    <a:gd name="connsiteY196" fmla="*/ 116776 h 461737"/>
                    <a:gd name="connsiteX197" fmla="*/ 183142 w 189971"/>
                    <a:gd name="connsiteY197" fmla="*/ 112134 h 461737"/>
                    <a:gd name="connsiteX198" fmla="*/ 183177 w 189971"/>
                    <a:gd name="connsiteY198" fmla="*/ 112273 h 461737"/>
                    <a:gd name="connsiteX199" fmla="*/ 183628 w 189971"/>
                    <a:gd name="connsiteY199" fmla="*/ 114033 h 461737"/>
                    <a:gd name="connsiteX200" fmla="*/ 184404 w 189971"/>
                    <a:gd name="connsiteY200" fmla="*/ 112528 h 461737"/>
                    <a:gd name="connsiteX201" fmla="*/ 187460 w 189971"/>
                    <a:gd name="connsiteY201" fmla="*/ 110641 h 461737"/>
                    <a:gd name="connsiteX202" fmla="*/ 189370 w 189971"/>
                    <a:gd name="connsiteY202" fmla="*/ 110352 h 461737"/>
                    <a:gd name="connsiteX203" fmla="*/ 188293 w 189971"/>
                    <a:gd name="connsiteY203" fmla="*/ 113547 h 461737"/>
                    <a:gd name="connsiteX204" fmla="*/ 188351 w 189971"/>
                    <a:gd name="connsiteY204" fmla="*/ 113755 h 461737"/>
                    <a:gd name="connsiteX205" fmla="*/ 188154 w 189971"/>
                    <a:gd name="connsiteY205" fmla="*/ 114334 h 461737"/>
                    <a:gd name="connsiteX206" fmla="*/ 188560 w 189971"/>
                    <a:gd name="connsiteY206" fmla="*/ 114554 h 461737"/>
                    <a:gd name="connsiteX207" fmla="*/ 188849 w 189971"/>
                    <a:gd name="connsiteY207" fmla="*/ 115700 h 461737"/>
                    <a:gd name="connsiteX208" fmla="*/ 189845 w 189971"/>
                    <a:gd name="connsiteY208" fmla="*/ 115260 h 461737"/>
                    <a:gd name="connsiteX209" fmla="*/ 189972 w 189971"/>
                    <a:gd name="connsiteY209" fmla="*/ 115329 h 461737"/>
                    <a:gd name="connsiteX210" fmla="*/ 181452 w 189971"/>
                    <a:gd name="connsiteY210" fmla="*/ 128398 h 461737"/>
                    <a:gd name="connsiteX211" fmla="*/ 176602 w 189971"/>
                    <a:gd name="connsiteY211" fmla="*/ 134626 h 461737"/>
                    <a:gd name="connsiteX212" fmla="*/ 174541 w 189971"/>
                    <a:gd name="connsiteY212" fmla="*/ 136131 h 461737"/>
                    <a:gd name="connsiteX213" fmla="*/ 168834 w 189971"/>
                    <a:gd name="connsiteY213" fmla="*/ 138319 h 461737"/>
                    <a:gd name="connsiteX214" fmla="*/ 163232 w 189971"/>
                    <a:gd name="connsiteY214" fmla="*/ 149316 h 461737"/>
                    <a:gd name="connsiteX215" fmla="*/ 163764 w 189971"/>
                    <a:gd name="connsiteY215" fmla="*/ 150960 h 461737"/>
                    <a:gd name="connsiteX216" fmla="*/ 164574 w 189971"/>
                    <a:gd name="connsiteY216" fmla="*/ 149304 h 461737"/>
                    <a:gd name="connsiteX217" fmla="*/ 164899 w 189971"/>
                    <a:gd name="connsiteY217" fmla="*/ 149362 h 461737"/>
                    <a:gd name="connsiteX218" fmla="*/ 164945 w 189971"/>
                    <a:gd name="connsiteY218" fmla="*/ 149964 h 461737"/>
                    <a:gd name="connsiteX219" fmla="*/ 165385 w 189971"/>
                    <a:gd name="connsiteY219" fmla="*/ 149455 h 461737"/>
                    <a:gd name="connsiteX220" fmla="*/ 167341 w 189971"/>
                    <a:gd name="connsiteY220" fmla="*/ 149825 h 461737"/>
                    <a:gd name="connsiteX221" fmla="*/ 165593 w 189971"/>
                    <a:gd name="connsiteY221" fmla="*/ 156713 h 461737"/>
                    <a:gd name="connsiteX222" fmla="*/ 166936 w 189971"/>
                    <a:gd name="connsiteY222" fmla="*/ 157280 h 461737"/>
                    <a:gd name="connsiteX223" fmla="*/ 172886 w 189971"/>
                    <a:gd name="connsiteY223" fmla="*/ 142764 h 461737"/>
                    <a:gd name="connsiteX224" fmla="*/ 175757 w 189971"/>
                    <a:gd name="connsiteY224" fmla="*/ 143412 h 461737"/>
                    <a:gd name="connsiteX225" fmla="*/ 179369 w 189971"/>
                    <a:gd name="connsiteY225" fmla="*/ 147244 h 461737"/>
                    <a:gd name="connsiteX226" fmla="*/ 180908 w 189971"/>
                    <a:gd name="connsiteY226" fmla="*/ 146573 h 461737"/>
                    <a:gd name="connsiteX227" fmla="*/ 182424 w 189971"/>
                    <a:gd name="connsiteY227" fmla="*/ 146075 h 461737"/>
                    <a:gd name="connsiteX228" fmla="*/ 180665 w 189971"/>
                    <a:gd name="connsiteY228" fmla="*/ 153727 h 461737"/>
                    <a:gd name="connsiteX229" fmla="*/ 182563 w 189971"/>
                    <a:gd name="connsiteY229" fmla="*/ 154004 h 461737"/>
                    <a:gd name="connsiteX230" fmla="*/ 182610 w 189971"/>
                    <a:gd name="connsiteY230" fmla="*/ 164527 h 461737"/>
                    <a:gd name="connsiteX231" fmla="*/ 182031 w 189971"/>
                    <a:gd name="connsiteY231" fmla="*/ 164805 h 461737"/>
                    <a:gd name="connsiteX232" fmla="*/ 176359 w 189971"/>
                    <a:gd name="connsiteY232" fmla="*/ 165453 h 461737"/>
                    <a:gd name="connsiteX233" fmla="*/ 170281 w 189971"/>
                    <a:gd name="connsiteY233" fmla="*/ 171414 h 461737"/>
                    <a:gd name="connsiteX234" fmla="*/ 166785 w 189971"/>
                    <a:gd name="connsiteY234" fmla="*/ 168520 h 461737"/>
                    <a:gd name="connsiteX235" fmla="*/ 157502 w 189971"/>
                    <a:gd name="connsiteY235" fmla="*/ 167872 h 461737"/>
                    <a:gd name="connsiteX236" fmla="*/ 156298 w 189971"/>
                    <a:gd name="connsiteY236" fmla="*/ 167097 h 461737"/>
                    <a:gd name="connsiteX237" fmla="*/ 153543 w 189971"/>
                    <a:gd name="connsiteY237" fmla="*/ 167594 h 461737"/>
                    <a:gd name="connsiteX238" fmla="*/ 148241 w 189971"/>
                    <a:gd name="connsiteY238" fmla="*/ 167236 h 461737"/>
                    <a:gd name="connsiteX239" fmla="*/ 151170 w 189971"/>
                    <a:gd name="connsiteY239" fmla="*/ 169146 h 461737"/>
                    <a:gd name="connsiteX240" fmla="*/ 153647 w 189971"/>
                    <a:gd name="connsiteY240" fmla="*/ 171009 h 461737"/>
                    <a:gd name="connsiteX241" fmla="*/ 153566 w 189971"/>
                    <a:gd name="connsiteY241" fmla="*/ 180282 h 461737"/>
                    <a:gd name="connsiteX242" fmla="*/ 155904 w 189971"/>
                    <a:gd name="connsiteY242" fmla="*/ 185167 h 461737"/>
                    <a:gd name="connsiteX243" fmla="*/ 157293 w 189971"/>
                    <a:gd name="connsiteY243" fmla="*/ 177897 h 461737"/>
                    <a:gd name="connsiteX244" fmla="*/ 159319 w 189971"/>
                    <a:gd name="connsiteY244" fmla="*/ 175941 h 461737"/>
                    <a:gd name="connsiteX245" fmla="*/ 161507 w 189971"/>
                    <a:gd name="connsiteY245" fmla="*/ 181532 h 461737"/>
                    <a:gd name="connsiteX246" fmla="*/ 161530 w 189971"/>
                    <a:gd name="connsiteY246" fmla="*/ 181404 h 461737"/>
                    <a:gd name="connsiteX247" fmla="*/ 161588 w 189971"/>
                    <a:gd name="connsiteY247" fmla="*/ 181555 h 461737"/>
                    <a:gd name="connsiteX248" fmla="*/ 161819 w 189971"/>
                    <a:gd name="connsiteY248" fmla="*/ 180143 h 461737"/>
                    <a:gd name="connsiteX249" fmla="*/ 162097 w 189971"/>
                    <a:gd name="connsiteY249" fmla="*/ 178892 h 461737"/>
                    <a:gd name="connsiteX250" fmla="*/ 163822 w 189971"/>
                    <a:gd name="connsiteY250" fmla="*/ 180293 h 461737"/>
                    <a:gd name="connsiteX251" fmla="*/ 163857 w 189971"/>
                    <a:gd name="connsiteY251" fmla="*/ 180328 h 461737"/>
                    <a:gd name="connsiteX252" fmla="*/ 164713 w 189971"/>
                    <a:gd name="connsiteY252" fmla="*/ 182956 h 461737"/>
                    <a:gd name="connsiteX253" fmla="*/ 165304 w 189971"/>
                    <a:gd name="connsiteY253" fmla="*/ 185224 h 461737"/>
                    <a:gd name="connsiteX254" fmla="*/ 165361 w 189971"/>
                    <a:gd name="connsiteY254" fmla="*/ 184935 h 461737"/>
                    <a:gd name="connsiteX255" fmla="*/ 165582 w 189971"/>
                    <a:gd name="connsiteY255" fmla="*/ 185618 h 461737"/>
                    <a:gd name="connsiteX256" fmla="*/ 165894 w 189971"/>
                    <a:gd name="connsiteY256" fmla="*/ 186567 h 461737"/>
                    <a:gd name="connsiteX257" fmla="*/ 165917 w 189971"/>
                    <a:gd name="connsiteY257" fmla="*/ 185618 h 461737"/>
                    <a:gd name="connsiteX258" fmla="*/ 166010 w 189971"/>
                    <a:gd name="connsiteY258" fmla="*/ 181972 h 461737"/>
                    <a:gd name="connsiteX259" fmla="*/ 168846 w 189971"/>
                    <a:gd name="connsiteY259" fmla="*/ 184206 h 461737"/>
                    <a:gd name="connsiteX260" fmla="*/ 169205 w 189971"/>
                    <a:gd name="connsiteY260" fmla="*/ 183523 h 461737"/>
                    <a:gd name="connsiteX261" fmla="*/ 169772 w 189971"/>
                    <a:gd name="connsiteY261" fmla="*/ 183801 h 461737"/>
                    <a:gd name="connsiteX262" fmla="*/ 169853 w 189971"/>
                    <a:gd name="connsiteY262" fmla="*/ 182331 h 461737"/>
                    <a:gd name="connsiteX263" fmla="*/ 170166 w 189971"/>
                    <a:gd name="connsiteY263" fmla="*/ 181740 h 461737"/>
                    <a:gd name="connsiteX264" fmla="*/ 172365 w 189971"/>
                    <a:gd name="connsiteY264" fmla="*/ 181705 h 461737"/>
                    <a:gd name="connsiteX265" fmla="*/ 173731 w 189971"/>
                    <a:gd name="connsiteY265" fmla="*/ 185224 h 461737"/>
                    <a:gd name="connsiteX266" fmla="*/ 176636 w 189971"/>
                    <a:gd name="connsiteY266" fmla="*/ 185363 h 461737"/>
                    <a:gd name="connsiteX267" fmla="*/ 180074 w 189971"/>
                    <a:gd name="connsiteY267" fmla="*/ 182782 h 461737"/>
                    <a:gd name="connsiteX268" fmla="*/ 180665 w 189971"/>
                    <a:gd name="connsiteY268" fmla="*/ 183361 h 461737"/>
                    <a:gd name="connsiteX269" fmla="*/ 181429 w 189971"/>
                    <a:gd name="connsiteY269" fmla="*/ 184495 h 461737"/>
                    <a:gd name="connsiteX270" fmla="*/ 180098 w 189971"/>
                    <a:gd name="connsiteY270" fmla="*/ 185618 h 461737"/>
                    <a:gd name="connsiteX271" fmla="*/ 178627 w 189971"/>
                    <a:gd name="connsiteY271" fmla="*/ 186845 h 461737"/>
                    <a:gd name="connsiteX272" fmla="*/ 178165 w 189971"/>
                    <a:gd name="connsiteY272" fmla="*/ 189565 h 461737"/>
                    <a:gd name="connsiteX273" fmla="*/ 178338 w 189971"/>
                    <a:gd name="connsiteY273" fmla="*/ 190410 h 461737"/>
                    <a:gd name="connsiteX274" fmla="*/ 178060 w 189971"/>
                    <a:gd name="connsiteY274" fmla="*/ 191776 h 461737"/>
                    <a:gd name="connsiteX275" fmla="*/ 179091 w 189971"/>
                    <a:gd name="connsiteY275" fmla="*/ 194184 h 461737"/>
                    <a:gd name="connsiteX276" fmla="*/ 179183 w 189971"/>
                    <a:gd name="connsiteY276" fmla="*/ 194624 h 461737"/>
                    <a:gd name="connsiteX277" fmla="*/ 179322 w 189971"/>
                    <a:gd name="connsiteY277" fmla="*/ 194601 h 461737"/>
                    <a:gd name="connsiteX278" fmla="*/ 180943 w 189971"/>
                    <a:gd name="connsiteY278" fmla="*/ 194971 h 461737"/>
                    <a:gd name="connsiteX279" fmla="*/ 179982 w 189971"/>
                    <a:gd name="connsiteY279" fmla="*/ 198155 h 461737"/>
                    <a:gd name="connsiteX280" fmla="*/ 176254 w 189971"/>
                    <a:gd name="connsiteY280" fmla="*/ 195863 h 461737"/>
                    <a:gd name="connsiteX281" fmla="*/ 174472 w 189971"/>
                    <a:gd name="connsiteY281" fmla="*/ 197136 h 461737"/>
                    <a:gd name="connsiteX282" fmla="*/ 173835 w 189971"/>
                    <a:gd name="connsiteY282" fmla="*/ 197009 h 461737"/>
                    <a:gd name="connsiteX283" fmla="*/ 173071 w 189971"/>
                    <a:gd name="connsiteY283" fmla="*/ 195863 h 461737"/>
                    <a:gd name="connsiteX284" fmla="*/ 171115 w 189971"/>
                    <a:gd name="connsiteY284" fmla="*/ 196395 h 461737"/>
                    <a:gd name="connsiteX285" fmla="*/ 158613 w 189971"/>
                    <a:gd name="connsiteY285" fmla="*/ 209592 h 461737"/>
                    <a:gd name="connsiteX286" fmla="*/ 161078 w 189971"/>
                    <a:gd name="connsiteY286" fmla="*/ 211027 h 461737"/>
                    <a:gd name="connsiteX287" fmla="*/ 161484 w 189971"/>
                    <a:gd name="connsiteY287" fmla="*/ 211282 h 461737"/>
                    <a:gd name="connsiteX288" fmla="*/ 161495 w 189971"/>
                    <a:gd name="connsiteY288" fmla="*/ 211259 h 461737"/>
                    <a:gd name="connsiteX289" fmla="*/ 161785 w 189971"/>
                    <a:gd name="connsiteY289" fmla="*/ 211421 h 461737"/>
                    <a:gd name="connsiteX290" fmla="*/ 163035 w 189971"/>
                    <a:gd name="connsiteY290" fmla="*/ 210147 h 461737"/>
                    <a:gd name="connsiteX291" fmla="*/ 163255 w 189971"/>
                    <a:gd name="connsiteY291" fmla="*/ 209974 h 461737"/>
                    <a:gd name="connsiteX292" fmla="*/ 160511 w 189971"/>
                    <a:gd name="connsiteY292" fmla="*/ 213863 h 461737"/>
                    <a:gd name="connsiteX293" fmla="*/ 160777 w 189971"/>
                    <a:gd name="connsiteY293" fmla="*/ 214083 h 461737"/>
                    <a:gd name="connsiteX294" fmla="*/ 161264 w 189971"/>
                    <a:gd name="connsiteY294" fmla="*/ 214639 h 461737"/>
                    <a:gd name="connsiteX295" fmla="*/ 160303 w 189971"/>
                    <a:gd name="connsiteY295" fmla="*/ 214234 h 461737"/>
                    <a:gd name="connsiteX296" fmla="*/ 162398 w 189971"/>
                    <a:gd name="connsiteY296" fmla="*/ 216259 h 461737"/>
                    <a:gd name="connsiteX297" fmla="*/ 162282 w 189971"/>
                    <a:gd name="connsiteY297" fmla="*/ 217012 h 461737"/>
                    <a:gd name="connsiteX298" fmla="*/ 161391 w 189971"/>
                    <a:gd name="connsiteY298" fmla="*/ 218493 h 461737"/>
                    <a:gd name="connsiteX299" fmla="*/ 162086 w 189971"/>
                    <a:gd name="connsiteY299" fmla="*/ 218285 h 461737"/>
                    <a:gd name="connsiteX300" fmla="*/ 162016 w 189971"/>
                    <a:gd name="connsiteY300" fmla="*/ 218713 h 461737"/>
                    <a:gd name="connsiteX301" fmla="*/ 162167 w 189971"/>
                    <a:gd name="connsiteY301" fmla="*/ 218262 h 461737"/>
                    <a:gd name="connsiteX302" fmla="*/ 162861 w 189971"/>
                    <a:gd name="connsiteY302" fmla="*/ 218042 h 461737"/>
                    <a:gd name="connsiteX303" fmla="*/ 162688 w 189971"/>
                    <a:gd name="connsiteY303" fmla="*/ 214291 h 461737"/>
                    <a:gd name="connsiteX304" fmla="*/ 162746 w 189971"/>
                    <a:gd name="connsiteY304" fmla="*/ 213933 h 461737"/>
                    <a:gd name="connsiteX305" fmla="*/ 168846 w 189971"/>
                    <a:gd name="connsiteY305" fmla="*/ 213921 h 461737"/>
                    <a:gd name="connsiteX306" fmla="*/ 169309 w 189971"/>
                    <a:gd name="connsiteY306" fmla="*/ 215287 h 461737"/>
                    <a:gd name="connsiteX307" fmla="*/ 171439 w 189971"/>
                    <a:gd name="connsiteY307" fmla="*/ 214072 h 461737"/>
                    <a:gd name="connsiteX308" fmla="*/ 170675 w 189971"/>
                    <a:gd name="connsiteY308" fmla="*/ 212347 h 461737"/>
                    <a:gd name="connsiteX309" fmla="*/ 172955 w 189971"/>
                    <a:gd name="connsiteY309" fmla="*/ 212161 h 461737"/>
                    <a:gd name="connsiteX310" fmla="*/ 171184 w 189971"/>
                    <a:gd name="connsiteY310" fmla="*/ 214974 h 461737"/>
                    <a:gd name="connsiteX311" fmla="*/ 171890 w 189971"/>
                    <a:gd name="connsiteY311" fmla="*/ 217429 h 461737"/>
                    <a:gd name="connsiteX312" fmla="*/ 172851 w 189971"/>
                    <a:gd name="connsiteY312" fmla="*/ 217787 h 461737"/>
                    <a:gd name="connsiteX313" fmla="*/ 172932 w 189971"/>
                    <a:gd name="connsiteY313" fmla="*/ 217926 h 461737"/>
                    <a:gd name="connsiteX314" fmla="*/ 173048 w 189971"/>
                    <a:gd name="connsiteY314" fmla="*/ 217868 h 461737"/>
                    <a:gd name="connsiteX315" fmla="*/ 173696 w 189971"/>
                    <a:gd name="connsiteY315" fmla="*/ 218100 h 461737"/>
                    <a:gd name="connsiteX316" fmla="*/ 175247 w 189971"/>
                    <a:gd name="connsiteY316" fmla="*/ 216734 h 461737"/>
                    <a:gd name="connsiteX317" fmla="*/ 176961 w 189971"/>
                    <a:gd name="connsiteY317" fmla="*/ 215866 h 461737"/>
                    <a:gd name="connsiteX318" fmla="*/ 177296 w 189971"/>
                    <a:gd name="connsiteY318" fmla="*/ 219616 h 461737"/>
                    <a:gd name="connsiteX319" fmla="*/ 175131 w 189971"/>
                    <a:gd name="connsiteY319" fmla="*/ 222151 h 461737"/>
                    <a:gd name="connsiteX320" fmla="*/ 173870 w 189971"/>
                    <a:gd name="connsiteY320" fmla="*/ 222070 h 461737"/>
                    <a:gd name="connsiteX321" fmla="*/ 169598 w 189971"/>
                    <a:gd name="connsiteY321" fmla="*/ 219570 h 461737"/>
                    <a:gd name="connsiteX322" fmla="*/ 167248 w 189971"/>
                    <a:gd name="connsiteY322" fmla="*/ 221920 h 461737"/>
                    <a:gd name="connsiteX323" fmla="*/ 163382 w 189971"/>
                    <a:gd name="connsiteY323" fmla="*/ 222047 h 461737"/>
                    <a:gd name="connsiteX324" fmla="*/ 163151 w 189971"/>
                    <a:gd name="connsiteY324" fmla="*/ 226296 h 461737"/>
                    <a:gd name="connsiteX325" fmla="*/ 160476 w 189971"/>
                    <a:gd name="connsiteY325" fmla="*/ 229595 h 461737"/>
                    <a:gd name="connsiteX326" fmla="*/ 161518 w 189971"/>
                    <a:gd name="connsiteY326" fmla="*/ 229178 h 461737"/>
                    <a:gd name="connsiteX327" fmla="*/ 164621 w 189971"/>
                    <a:gd name="connsiteY327" fmla="*/ 228078 h 461737"/>
                    <a:gd name="connsiteX328" fmla="*/ 161565 w 189971"/>
                    <a:gd name="connsiteY328" fmla="*/ 231447 h 461737"/>
                    <a:gd name="connsiteX329" fmla="*/ 160222 w 189971"/>
                    <a:gd name="connsiteY329" fmla="*/ 231621 h 461737"/>
                    <a:gd name="connsiteX330" fmla="*/ 157872 w 189971"/>
                    <a:gd name="connsiteY330" fmla="*/ 231655 h 461737"/>
                    <a:gd name="connsiteX331" fmla="*/ 157756 w 189971"/>
                    <a:gd name="connsiteY331" fmla="*/ 231933 h 461737"/>
                    <a:gd name="connsiteX332" fmla="*/ 156703 w 189971"/>
                    <a:gd name="connsiteY332" fmla="*/ 232060 h 461737"/>
                    <a:gd name="connsiteX333" fmla="*/ 155962 w 189971"/>
                    <a:gd name="connsiteY333" fmla="*/ 234295 h 461737"/>
                    <a:gd name="connsiteX334" fmla="*/ 155348 w 189971"/>
                    <a:gd name="connsiteY334" fmla="*/ 234329 h 461737"/>
                    <a:gd name="connsiteX335" fmla="*/ 153739 w 189971"/>
                    <a:gd name="connsiteY335" fmla="*/ 233426 h 461737"/>
                    <a:gd name="connsiteX336" fmla="*/ 153450 w 189971"/>
                    <a:gd name="connsiteY336" fmla="*/ 229467 h 461737"/>
                    <a:gd name="connsiteX337" fmla="*/ 153496 w 189971"/>
                    <a:gd name="connsiteY337" fmla="*/ 226273 h 461737"/>
                    <a:gd name="connsiteX338" fmla="*/ 156113 w 189971"/>
                    <a:gd name="connsiteY338" fmla="*/ 223112 h 461737"/>
                    <a:gd name="connsiteX339" fmla="*/ 157293 w 189971"/>
                    <a:gd name="connsiteY339" fmla="*/ 221908 h 461737"/>
                    <a:gd name="connsiteX340" fmla="*/ 157073 w 189971"/>
                    <a:gd name="connsiteY340" fmla="*/ 221955 h 461737"/>
                    <a:gd name="connsiteX341" fmla="*/ 157282 w 189971"/>
                    <a:gd name="connsiteY341" fmla="*/ 221700 h 461737"/>
                    <a:gd name="connsiteX342" fmla="*/ 151621 w 189971"/>
                    <a:gd name="connsiteY342" fmla="*/ 222337 h 461737"/>
                    <a:gd name="connsiteX343" fmla="*/ 150105 w 189971"/>
                    <a:gd name="connsiteY343" fmla="*/ 221526 h 461737"/>
                    <a:gd name="connsiteX344" fmla="*/ 149086 w 189971"/>
                    <a:gd name="connsiteY344" fmla="*/ 219593 h 461737"/>
                    <a:gd name="connsiteX345" fmla="*/ 148831 w 189971"/>
                    <a:gd name="connsiteY345" fmla="*/ 218123 h 461737"/>
                    <a:gd name="connsiteX346" fmla="*/ 148090 w 189971"/>
                    <a:gd name="connsiteY346" fmla="*/ 217683 h 461737"/>
                    <a:gd name="connsiteX347" fmla="*/ 147164 w 189971"/>
                    <a:gd name="connsiteY347" fmla="*/ 215924 h 461737"/>
                    <a:gd name="connsiteX348" fmla="*/ 143958 w 189971"/>
                    <a:gd name="connsiteY348" fmla="*/ 218401 h 461737"/>
                    <a:gd name="connsiteX349" fmla="*/ 145139 w 189971"/>
                    <a:gd name="connsiteY349" fmla="*/ 219327 h 461737"/>
                    <a:gd name="connsiteX350" fmla="*/ 145567 w 189971"/>
                    <a:gd name="connsiteY350" fmla="*/ 224710 h 461737"/>
                    <a:gd name="connsiteX351" fmla="*/ 145497 w 189971"/>
                    <a:gd name="connsiteY351" fmla="*/ 225566 h 461737"/>
                    <a:gd name="connsiteX352" fmla="*/ 148334 w 189971"/>
                    <a:gd name="connsiteY352" fmla="*/ 226029 h 461737"/>
                    <a:gd name="connsiteX353" fmla="*/ 148403 w 189971"/>
                    <a:gd name="connsiteY353" fmla="*/ 226041 h 461737"/>
                    <a:gd name="connsiteX354" fmla="*/ 148982 w 189971"/>
                    <a:gd name="connsiteY354" fmla="*/ 230602 h 461737"/>
                    <a:gd name="connsiteX355" fmla="*/ 144618 w 189971"/>
                    <a:gd name="connsiteY355" fmla="*/ 234954 h 461737"/>
                    <a:gd name="connsiteX356" fmla="*/ 143078 w 189971"/>
                    <a:gd name="connsiteY356" fmla="*/ 235290 h 461737"/>
                    <a:gd name="connsiteX357" fmla="*/ 140265 w 189971"/>
                    <a:gd name="connsiteY357" fmla="*/ 235637 h 461737"/>
                    <a:gd name="connsiteX358" fmla="*/ 138054 w 189971"/>
                    <a:gd name="connsiteY358" fmla="*/ 239839 h 461737"/>
                    <a:gd name="connsiteX359" fmla="*/ 144270 w 189971"/>
                    <a:gd name="connsiteY359" fmla="*/ 240661 h 461737"/>
                    <a:gd name="connsiteX360" fmla="*/ 148565 w 189971"/>
                    <a:gd name="connsiteY360" fmla="*/ 236482 h 461737"/>
                    <a:gd name="connsiteX361" fmla="*/ 151482 w 189971"/>
                    <a:gd name="connsiteY361" fmla="*/ 238149 h 461737"/>
                    <a:gd name="connsiteX362" fmla="*/ 150012 w 189971"/>
                    <a:gd name="connsiteY362" fmla="*/ 239504 h 461737"/>
                    <a:gd name="connsiteX363" fmla="*/ 148044 w 189971"/>
                    <a:gd name="connsiteY363" fmla="*/ 241147 h 461737"/>
                    <a:gd name="connsiteX364" fmla="*/ 149039 w 189971"/>
                    <a:gd name="connsiteY364" fmla="*/ 244690 h 461737"/>
                    <a:gd name="connsiteX365" fmla="*/ 141006 w 189971"/>
                    <a:gd name="connsiteY365" fmla="*/ 257990 h 461737"/>
                    <a:gd name="connsiteX366" fmla="*/ 145683 w 189971"/>
                    <a:gd name="connsiteY366" fmla="*/ 255316 h 461737"/>
                    <a:gd name="connsiteX367" fmla="*/ 147269 w 189971"/>
                    <a:gd name="connsiteY367" fmla="*/ 253071 h 461737"/>
                    <a:gd name="connsiteX368" fmla="*/ 147951 w 189971"/>
                    <a:gd name="connsiteY368" fmla="*/ 252573 h 461737"/>
                    <a:gd name="connsiteX369" fmla="*/ 153380 w 189971"/>
                    <a:gd name="connsiteY369" fmla="*/ 244423 h 461737"/>
                    <a:gd name="connsiteX370" fmla="*/ 154110 w 189971"/>
                    <a:gd name="connsiteY370" fmla="*/ 243787 h 461737"/>
                    <a:gd name="connsiteX371" fmla="*/ 156147 w 189971"/>
                    <a:gd name="connsiteY371" fmla="*/ 243393 h 461737"/>
                    <a:gd name="connsiteX372" fmla="*/ 156923 w 189971"/>
                    <a:gd name="connsiteY372" fmla="*/ 243683 h 461737"/>
                    <a:gd name="connsiteX373" fmla="*/ 156055 w 189971"/>
                    <a:gd name="connsiteY373" fmla="*/ 247202 h 461737"/>
                    <a:gd name="connsiteX374" fmla="*/ 152941 w 189971"/>
                    <a:gd name="connsiteY374" fmla="*/ 250096 h 461737"/>
                    <a:gd name="connsiteX375" fmla="*/ 156008 w 189971"/>
                    <a:gd name="connsiteY375" fmla="*/ 252052 h 461737"/>
                    <a:gd name="connsiteX376" fmla="*/ 153635 w 189971"/>
                    <a:gd name="connsiteY376" fmla="*/ 253406 h 461737"/>
                    <a:gd name="connsiteX377" fmla="*/ 151123 w 189971"/>
                    <a:gd name="connsiteY377" fmla="*/ 254738 h 461737"/>
                    <a:gd name="connsiteX378" fmla="*/ 151216 w 189971"/>
                    <a:gd name="connsiteY378" fmla="*/ 257898 h 461737"/>
                    <a:gd name="connsiteX379" fmla="*/ 151239 w 189971"/>
                    <a:gd name="connsiteY379" fmla="*/ 259530 h 461737"/>
                    <a:gd name="connsiteX380" fmla="*/ 141967 w 189971"/>
                    <a:gd name="connsiteY380" fmla="*/ 273653 h 461737"/>
                    <a:gd name="connsiteX381" fmla="*/ 142997 w 189971"/>
                    <a:gd name="connsiteY381" fmla="*/ 274428 h 461737"/>
                    <a:gd name="connsiteX382" fmla="*/ 148704 w 189971"/>
                    <a:gd name="connsiteY382" fmla="*/ 268142 h 461737"/>
                    <a:gd name="connsiteX383" fmla="*/ 148160 w 189971"/>
                    <a:gd name="connsiteY383" fmla="*/ 267483 h 461737"/>
                    <a:gd name="connsiteX384" fmla="*/ 149572 w 189971"/>
                    <a:gd name="connsiteY384" fmla="*/ 266047 h 461737"/>
                    <a:gd name="connsiteX385" fmla="*/ 152362 w 189971"/>
                    <a:gd name="connsiteY385" fmla="*/ 264056 h 461737"/>
                    <a:gd name="connsiteX386" fmla="*/ 160858 w 189971"/>
                    <a:gd name="connsiteY386" fmla="*/ 254819 h 461737"/>
                    <a:gd name="connsiteX387" fmla="*/ 159481 w 189971"/>
                    <a:gd name="connsiteY387" fmla="*/ 262771 h 461737"/>
                    <a:gd name="connsiteX388" fmla="*/ 159712 w 189971"/>
                    <a:gd name="connsiteY388" fmla="*/ 262760 h 461737"/>
                    <a:gd name="connsiteX389" fmla="*/ 159585 w 189971"/>
                    <a:gd name="connsiteY389" fmla="*/ 263500 h 461737"/>
                    <a:gd name="connsiteX390" fmla="*/ 161252 w 189971"/>
                    <a:gd name="connsiteY390" fmla="*/ 262632 h 461737"/>
                    <a:gd name="connsiteX391" fmla="*/ 162641 w 189971"/>
                    <a:gd name="connsiteY391" fmla="*/ 262528 h 461737"/>
                    <a:gd name="connsiteX392" fmla="*/ 163509 w 189971"/>
                    <a:gd name="connsiteY392" fmla="*/ 263408 h 461737"/>
                    <a:gd name="connsiteX393" fmla="*/ 161634 w 189971"/>
                    <a:gd name="connsiteY393" fmla="*/ 266001 h 461737"/>
                    <a:gd name="connsiteX394" fmla="*/ 160928 w 189971"/>
                    <a:gd name="connsiteY394" fmla="*/ 266858 h 461737"/>
                    <a:gd name="connsiteX395" fmla="*/ 160963 w 189971"/>
                    <a:gd name="connsiteY395" fmla="*/ 269751 h 461737"/>
                    <a:gd name="connsiteX396" fmla="*/ 160268 w 189971"/>
                    <a:gd name="connsiteY396" fmla="*/ 271071 h 461737"/>
                    <a:gd name="connsiteX397" fmla="*/ 160882 w 189971"/>
                    <a:gd name="connsiteY397" fmla="*/ 272576 h 461737"/>
                    <a:gd name="connsiteX398" fmla="*/ 158370 w 189971"/>
                    <a:gd name="connsiteY398" fmla="*/ 274845 h 461737"/>
                    <a:gd name="connsiteX399" fmla="*/ 158011 w 189971"/>
                    <a:gd name="connsiteY399" fmla="*/ 275111 h 461737"/>
                    <a:gd name="connsiteX400" fmla="*/ 159411 w 189971"/>
                    <a:gd name="connsiteY400" fmla="*/ 274833 h 461737"/>
                    <a:gd name="connsiteX401" fmla="*/ 158485 w 189971"/>
                    <a:gd name="connsiteY401" fmla="*/ 277195 h 461737"/>
                    <a:gd name="connsiteX402" fmla="*/ 160801 w 189971"/>
                    <a:gd name="connsiteY402" fmla="*/ 281316 h 461737"/>
                    <a:gd name="connsiteX403" fmla="*/ 163834 w 189971"/>
                    <a:gd name="connsiteY403" fmla="*/ 280992 h 461737"/>
                    <a:gd name="connsiteX404" fmla="*/ 164760 w 189971"/>
                    <a:gd name="connsiteY404" fmla="*/ 284360 h 461737"/>
                    <a:gd name="connsiteX405" fmla="*/ 167758 w 189971"/>
                    <a:gd name="connsiteY405" fmla="*/ 287057 h 461737"/>
                    <a:gd name="connsiteX406" fmla="*/ 166230 w 189971"/>
                    <a:gd name="connsiteY406" fmla="*/ 289882 h 461737"/>
                    <a:gd name="connsiteX407" fmla="*/ 165084 w 189971"/>
                    <a:gd name="connsiteY407" fmla="*/ 288574 h 461737"/>
                    <a:gd name="connsiteX408" fmla="*/ 165072 w 189971"/>
                    <a:gd name="connsiteY408" fmla="*/ 288528 h 461737"/>
                    <a:gd name="connsiteX409" fmla="*/ 165060 w 189971"/>
                    <a:gd name="connsiteY409" fmla="*/ 288551 h 461737"/>
                    <a:gd name="connsiteX410" fmla="*/ 162746 w 189971"/>
                    <a:gd name="connsiteY410" fmla="*/ 285923 h 461737"/>
                    <a:gd name="connsiteX411" fmla="*/ 162676 w 189971"/>
                    <a:gd name="connsiteY411" fmla="*/ 285946 h 461737"/>
                    <a:gd name="connsiteX412" fmla="*/ 162259 w 189971"/>
                    <a:gd name="connsiteY412" fmla="*/ 286120 h 461737"/>
                    <a:gd name="connsiteX413" fmla="*/ 159365 w 189971"/>
                    <a:gd name="connsiteY413" fmla="*/ 287324 h 461737"/>
                    <a:gd name="connsiteX414" fmla="*/ 160569 w 189971"/>
                    <a:gd name="connsiteY414" fmla="*/ 291317 h 461737"/>
                    <a:gd name="connsiteX415" fmla="*/ 161159 w 189971"/>
                    <a:gd name="connsiteY415" fmla="*/ 293297 h 461737"/>
                    <a:gd name="connsiteX416" fmla="*/ 161947 w 189971"/>
                    <a:gd name="connsiteY416" fmla="*/ 296226 h 461737"/>
                    <a:gd name="connsiteX417" fmla="*/ 161322 w 189971"/>
                    <a:gd name="connsiteY417" fmla="*/ 298494 h 461737"/>
                    <a:gd name="connsiteX418" fmla="*/ 161067 w 189971"/>
                    <a:gd name="connsiteY418" fmla="*/ 299004 h 461737"/>
                    <a:gd name="connsiteX419" fmla="*/ 160951 w 189971"/>
                    <a:gd name="connsiteY419" fmla="*/ 298969 h 461737"/>
                    <a:gd name="connsiteX420" fmla="*/ 158451 w 189971"/>
                    <a:gd name="connsiteY420" fmla="*/ 292614 h 461737"/>
                    <a:gd name="connsiteX421" fmla="*/ 158335 w 189971"/>
                    <a:gd name="connsiteY421" fmla="*/ 292081 h 461737"/>
                    <a:gd name="connsiteX422" fmla="*/ 155962 w 189971"/>
                    <a:gd name="connsiteY422" fmla="*/ 291723 h 461737"/>
                    <a:gd name="connsiteX423" fmla="*/ 155371 w 189971"/>
                    <a:gd name="connsiteY423" fmla="*/ 304734 h 461737"/>
                    <a:gd name="connsiteX424" fmla="*/ 151436 w 189971"/>
                    <a:gd name="connsiteY424" fmla="*/ 299733 h 461737"/>
                    <a:gd name="connsiteX425" fmla="*/ 146782 w 189971"/>
                    <a:gd name="connsiteY425" fmla="*/ 298089 h 461737"/>
                    <a:gd name="connsiteX426" fmla="*/ 146053 w 189971"/>
                    <a:gd name="connsiteY426" fmla="*/ 302060 h 461737"/>
                    <a:gd name="connsiteX427" fmla="*/ 149896 w 189971"/>
                    <a:gd name="connsiteY427" fmla="*/ 305370 h 461737"/>
                    <a:gd name="connsiteX428" fmla="*/ 149746 w 189971"/>
                    <a:gd name="connsiteY428" fmla="*/ 306030 h 461737"/>
                    <a:gd name="connsiteX429" fmla="*/ 149769 w 189971"/>
                    <a:gd name="connsiteY429" fmla="*/ 305996 h 461737"/>
                    <a:gd name="connsiteX430" fmla="*/ 149746 w 189971"/>
                    <a:gd name="connsiteY430" fmla="*/ 306100 h 461737"/>
                    <a:gd name="connsiteX431" fmla="*/ 149734 w 189971"/>
                    <a:gd name="connsiteY431" fmla="*/ 306100 h 461737"/>
                    <a:gd name="connsiteX432" fmla="*/ 148334 w 189971"/>
                    <a:gd name="connsiteY432" fmla="*/ 312235 h 461737"/>
                    <a:gd name="connsiteX433" fmla="*/ 147454 w 189971"/>
                    <a:gd name="connsiteY433" fmla="*/ 311992 h 461737"/>
                    <a:gd name="connsiteX434" fmla="*/ 146678 w 189971"/>
                    <a:gd name="connsiteY434" fmla="*/ 311633 h 461737"/>
                    <a:gd name="connsiteX435" fmla="*/ 144919 w 189971"/>
                    <a:gd name="connsiteY435" fmla="*/ 314944 h 461737"/>
                    <a:gd name="connsiteX436" fmla="*/ 140971 w 189971"/>
                    <a:gd name="connsiteY436" fmla="*/ 316055 h 461737"/>
                    <a:gd name="connsiteX437" fmla="*/ 141029 w 189971"/>
                    <a:gd name="connsiteY437" fmla="*/ 316113 h 461737"/>
                    <a:gd name="connsiteX438" fmla="*/ 140543 w 189971"/>
                    <a:gd name="connsiteY438" fmla="*/ 316263 h 461737"/>
                    <a:gd name="connsiteX439" fmla="*/ 146227 w 189971"/>
                    <a:gd name="connsiteY439" fmla="*/ 322132 h 461737"/>
                    <a:gd name="connsiteX440" fmla="*/ 144224 w 189971"/>
                    <a:gd name="connsiteY440" fmla="*/ 326311 h 461737"/>
                    <a:gd name="connsiteX441" fmla="*/ 144560 w 189971"/>
                    <a:gd name="connsiteY441" fmla="*/ 327689 h 461737"/>
                    <a:gd name="connsiteX442" fmla="*/ 143472 w 189971"/>
                    <a:gd name="connsiteY442" fmla="*/ 331335 h 461737"/>
                    <a:gd name="connsiteX443" fmla="*/ 143379 w 189971"/>
                    <a:gd name="connsiteY443" fmla="*/ 331439 h 461737"/>
                    <a:gd name="connsiteX444" fmla="*/ 143448 w 189971"/>
                    <a:gd name="connsiteY444" fmla="*/ 331451 h 461737"/>
                    <a:gd name="connsiteX445" fmla="*/ 143309 w 189971"/>
                    <a:gd name="connsiteY445" fmla="*/ 331879 h 461737"/>
                    <a:gd name="connsiteX446" fmla="*/ 146145 w 189971"/>
                    <a:gd name="connsiteY446" fmla="*/ 331995 h 461737"/>
                    <a:gd name="connsiteX447" fmla="*/ 144618 w 189971"/>
                    <a:gd name="connsiteY447" fmla="*/ 336776 h 461737"/>
                    <a:gd name="connsiteX448" fmla="*/ 148472 w 189971"/>
                    <a:gd name="connsiteY448" fmla="*/ 341626 h 461737"/>
                    <a:gd name="connsiteX449" fmla="*/ 147500 w 189971"/>
                    <a:gd name="connsiteY449" fmla="*/ 346812 h 461737"/>
                    <a:gd name="connsiteX450" fmla="*/ 147558 w 189971"/>
                    <a:gd name="connsiteY450" fmla="*/ 346858 h 461737"/>
                    <a:gd name="connsiteX451" fmla="*/ 147512 w 189971"/>
                    <a:gd name="connsiteY451" fmla="*/ 346963 h 461737"/>
                    <a:gd name="connsiteX452" fmla="*/ 152975 w 189971"/>
                    <a:gd name="connsiteY452" fmla="*/ 350910 h 461737"/>
                    <a:gd name="connsiteX453" fmla="*/ 156761 w 189971"/>
                    <a:gd name="connsiteY453" fmla="*/ 350910 h 461737"/>
                    <a:gd name="connsiteX454" fmla="*/ 155869 w 189971"/>
                    <a:gd name="connsiteY454" fmla="*/ 352496 h 461737"/>
                    <a:gd name="connsiteX455" fmla="*/ 156344 w 189971"/>
                    <a:gd name="connsiteY455" fmla="*/ 353480 h 461737"/>
                    <a:gd name="connsiteX456" fmla="*/ 156193 w 189971"/>
                    <a:gd name="connsiteY456" fmla="*/ 354105 h 461737"/>
                    <a:gd name="connsiteX457" fmla="*/ 155441 w 189971"/>
                    <a:gd name="connsiteY457" fmla="*/ 353318 h 461737"/>
                    <a:gd name="connsiteX458" fmla="*/ 154967 w 189971"/>
                    <a:gd name="connsiteY458" fmla="*/ 352750 h 461737"/>
                    <a:gd name="connsiteX459" fmla="*/ 148472 w 189971"/>
                    <a:gd name="connsiteY459" fmla="*/ 352345 h 461737"/>
                    <a:gd name="connsiteX460" fmla="*/ 146458 w 189971"/>
                    <a:gd name="connsiteY460" fmla="*/ 354151 h 461737"/>
                    <a:gd name="connsiteX461" fmla="*/ 146308 w 189971"/>
                    <a:gd name="connsiteY461" fmla="*/ 354117 h 461737"/>
                    <a:gd name="connsiteX462" fmla="*/ 145532 w 189971"/>
                    <a:gd name="connsiteY462" fmla="*/ 352507 h 461737"/>
                    <a:gd name="connsiteX463" fmla="*/ 145798 w 189971"/>
                    <a:gd name="connsiteY463" fmla="*/ 350551 h 461737"/>
                    <a:gd name="connsiteX464" fmla="*/ 146377 w 189971"/>
                    <a:gd name="connsiteY464" fmla="*/ 350285 h 461737"/>
                    <a:gd name="connsiteX465" fmla="*/ 146065 w 189971"/>
                    <a:gd name="connsiteY465" fmla="*/ 348560 h 461737"/>
                    <a:gd name="connsiteX466" fmla="*/ 146076 w 189971"/>
                    <a:gd name="connsiteY466" fmla="*/ 348467 h 461737"/>
                    <a:gd name="connsiteX467" fmla="*/ 146053 w 189971"/>
                    <a:gd name="connsiteY467" fmla="*/ 348502 h 461737"/>
                    <a:gd name="connsiteX468" fmla="*/ 145891 w 189971"/>
                    <a:gd name="connsiteY468" fmla="*/ 347588 h 461737"/>
                    <a:gd name="connsiteX469" fmla="*/ 143726 w 189971"/>
                    <a:gd name="connsiteY469" fmla="*/ 351523 h 461737"/>
                    <a:gd name="connsiteX470" fmla="*/ 143819 w 189971"/>
                    <a:gd name="connsiteY470" fmla="*/ 351778 h 461737"/>
                    <a:gd name="connsiteX471" fmla="*/ 143958 w 189971"/>
                    <a:gd name="connsiteY471" fmla="*/ 355205 h 461737"/>
                    <a:gd name="connsiteX472" fmla="*/ 143379 w 189971"/>
                    <a:gd name="connsiteY472" fmla="*/ 355633 h 461737"/>
                    <a:gd name="connsiteX473" fmla="*/ 138992 w 189971"/>
                    <a:gd name="connsiteY473" fmla="*/ 355355 h 461737"/>
                    <a:gd name="connsiteX474" fmla="*/ 138980 w 189971"/>
                    <a:gd name="connsiteY474" fmla="*/ 355517 h 461737"/>
                    <a:gd name="connsiteX475" fmla="*/ 138818 w 189971"/>
                    <a:gd name="connsiteY475" fmla="*/ 355494 h 461737"/>
                    <a:gd name="connsiteX476" fmla="*/ 138934 w 189971"/>
                    <a:gd name="connsiteY476" fmla="*/ 356038 h 461737"/>
                    <a:gd name="connsiteX477" fmla="*/ 138633 w 189971"/>
                    <a:gd name="connsiteY477" fmla="*/ 359187 h 461737"/>
                    <a:gd name="connsiteX478" fmla="*/ 140242 w 189971"/>
                    <a:gd name="connsiteY478" fmla="*/ 362382 h 461737"/>
                    <a:gd name="connsiteX479" fmla="*/ 141932 w 189971"/>
                    <a:gd name="connsiteY479" fmla="*/ 370601 h 461737"/>
                    <a:gd name="connsiteX480" fmla="*/ 143807 w 189971"/>
                    <a:gd name="connsiteY480" fmla="*/ 371052 h 461737"/>
                    <a:gd name="connsiteX481" fmla="*/ 145081 w 189971"/>
                    <a:gd name="connsiteY481" fmla="*/ 374455 h 461737"/>
                    <a:gd name="connsiteX482" fmla="*/ 145717 w 189971"/>
                    <a:gd name="connsiteY482" fmla="*/ 376585 h 461737"/>
                    <a:gd name="connsiteX483" fmla="*/ 145960 w 189971"/>
                    <a:gd name="connsiteY483" fmla="*/ 376817 h 461737"/>
                    <a:gd name="connsiteX484" fmla="*/ 146041 w 189971"/>
                    <a:gd name="connsiteY484" fmla="*/ 377048 h 461737"/>
                    <a:gd name="connsiteX485" fmla="*/ 149537 w 189971"/>
                    <a:gd name="connsiteY485" fmla="*/ 380266 h 461737"/>
                    <a:gd name="connsiteX486" fmla="*/ 146400 w 189971"/>
                    <a:gd name="connsiteY486" fmla="*/ 381331 h 461737"/>
                    <a:gd name="connsiteX487" fmla="*/ 147674 w 189971"/>
                    <a:gd name="connsiteY487" fmla="*/ 391217 h 461737"/>
                    <a:gd name="connsiteX488" fmla="*/ 144965 w 189971"/>
                    <a:gd name="connsiteY488" fmla="*/ 389539 h 461737"/>
                    <a:gd name="connsiteX489" fmla="*/ 145451 w 189971"/>
                    <a:gd name="connsiteY489" fmla="*/ 384376 h 461737"/>
                    <a:gd name="connsiteX490" fmla="*/ 144664 w 189971"/>
                    <a:gd name="connsiteY490" fmla="*/ 383866 h 461737"/>
                    <a:gd name="connsiteX491" fmla="*/ 143784 w 189971"/>
                    <a:gd name="connsiteY491" fmla="*/ 383230 h 461737"/>
                    <a:gd name="connsiteX492" fmla="*/ 142858 w 189971"/>
                    <a:gd name="connsiteY492" fmla="*/ 377997 h 461737"/>
                    <a:gd name="connsiteX493" fmla="*/ 140508 w 189971"/>
                    <a:gd name="connsiteY493" fmla="*/ 378102 h 461737"/>
                    <a:gd name="connsiteX494" fmla="*/ 138934 w 189971"/>
                    <a:gd name="connsiteY494" fmla="*/ 386193 h 461737"/>
                    <a:gd name="connsiteX495" fmla="*/ 136457 w 189971"/>
                    <a:gd name="connsiteY495" fmla="*/ 384862 h 461737"/>
                    <a:gd name="connsiteX496" fmla="*/ 136433 w 189971"/>
                    <a:gd name="connsiteY496" fmla="*/ 379734 h 461737"/>
                    <a:gd name="connsiteX497" fmla="*/ 136399 w 189971"/>
                    <a:gd name="connsiteY497" fmla="*/ 379722 h 461737"/>
                    <a:gd name="connsiteX498" fmla="*/ 136109 w 189971"/>
                    <a:gd name="connsiteY498" fmla="*/ 379664 h 461737"/>
                    <a:gd name="connsiteX499" fmla="*/ 133771 w 189971"/>
                    <a:gd name="connsiteY499" fmla="*/ 379201 h 461737"/>
                    <a:gd name="connsiteX500" fmla="*/ 133412 w 189971"/>
                    <a:gd name="connsiteY500" fmla="*/ 377014 h 461737"/>
                    <a:gd name="connsiteX501" fmla="*/ 133238 w 189971"/>
                    <a:gd name="connsiteY501" fmla="*/ 377419 h 461737"/>
                    <a:gd name="connsiteX502" fmla="*/ 133169 w 189971"/>
                    <a:gd name="connsiteY502" fmla="*/ 377176 h 461737"/>
                    <a:gd name="connsiteX503" fmla="*/ 132243 w 189971"/>
                    <a:gd name="connsiteY503" fmla="*/ 379595 h 461737"/>
                    <a:gd name="connsiteX504" fmla="*/ 131282 w 189971"/>
                    <a:gd name="connsiteY504" fmla="*/ 381736 h 461737"/>
                    <a:gd name="connsiteX505" fmla="*/ 127196 w 189971"/>
                    <a:gd name="connsiteY505" fmla="*/ 379873 h 461737"/>
                    <a:gd name="connsiteX506" fmla="*/ 126362 w 189971"/>
                    <a:gd name="connsiteY506" fmla="*/ 380753 h 461737"/>
                    <a:gd name="connsiteX507" fmla="*/ 126258 w 189971"/>
                    <a:gd name="connsiteY507" fmla="*/ 380729 h 461737"/>
                    <a:gd name="connsiteX508" fmla="*/ 126316 w 189971"/>
                    <a:gd name="connsiteY508" fmla="*/ 380811 h 461737"/>
                    <a:gd name="connsiteX509" fmla="*/ 126096 w 189971"/>
                    <a:gd name="connsiteY509" fmla="*/ 381042 h 461737"/>
                    <a:gd name="connsiteX510" fmla="*/ 128631 w 189971"/>
                    <a:gd name="connsiteY510" fmla="*/ 384561 h 461737"/>
                    <a:gd name="connsiteX511" fmla="*/ 129222 w 189971"/>
                    <a:gd name="connsiteY511" fmla="*/ 388960 h 461737"/>
                    <a:gd name="connsiteX512" fmla="*/ 133100 w 189971"/>
                    <a:gd name="connsiteY512" fmla="*/ 389087 h 461737"/>
                    <a:gd name="connsiteX513" fmla="*/ 130449 w 189971"/>
                    <a:gd name="connsiteY513" fmla="*/ 395732 h 461737"/>
                    <a:gd name="connsiteX514" fmla="*/ 131872 w 189971"/>
                    <a:gd name="connsiteY514" fmla="*/ 397028 h 461737"/>
                    <a:gd name="connsiteX515" fmla="*/ 132972 w 189971"/>
                    <a:gd name="connsiteY515" fmla="*/ 398012 h 461737"/>
                    <a:gd name="connsiteX516" fmla="*/ 131942 w 189971"/>
                    <a:gd name="connsiteY516" fmla="*/ 398035 h 461737"/>
                    <a:gd name="connsiteX517" fmla="*/ 133007 w 189971"/>
                    <a:gd name="connsiteY517" fmla="*/ 400779 h 461737"/>
                    <a:gd name="connsiteX518" fmla="*/ 133007 w 189971"/>
                    <a:gd name="connsiteY518" fmla="*/ 402098 h 461737"/>
                    <a:gd name="connsiteX519" fmla="*/ 131421 w 189971"/>
                    <a:gd name="connsiteY519" fmla="*/ 403071 h 461737"/>
                    <a:gd name="connsiteX520" fmla="*/ 129986 w 189971"/>
                    <a:gd name="connsiteY520" fmla="*/ 403916 h 461737"/>
                    <a:gd name="connsiteX521" fmla="*/ 132116 w 189971"/>
                    <a:gd name="connsiteY521" fmla="*/ 412864 h 461737"/>
                    <a:gd name="connsiteX522" fmla="*/ 129650 w 189971"/>
                    <a:gd name="connsiteY522" fmla="*/ 414161 h 461737"/>
                    <a:gd name="connsiteX523" fmla="*/ 128597 w 189971"/>
                    <a:gd name="connsiteY523" fmla="*/ 414600 h 461737"/>
                    <a:gd name="connsiteX524" fmla="*/ 128296 w 189971"/>
                    <a:gd name="connsiteY524" fmla="*/ 422044 h 461737"/>
                    <a:gd name="connsiteX525" fmla="*/ 123908 w 189971"/>
                    <a:gd name="connsiteY525" fmla="*/ 421338 h 461737"/>
                    <a:gd name="connsiteX526" fmla="*/ 122241 w 189971"/>
                    <a:gd name="connsiteY526" fmla="*/ 421071 h 461737"/>
                    <a:gd name="connsiteX527" fmla="*/ 123908 w 189971"/>
                    <a:gd name="connsiteY527" fmla="*/ 424394 h 461737"/>
                    <a:gd name="connsiteX528" fmla="*/ 124568 w 189971"/>
                    <a:gd name="connsiteY528" fmla="*/ 425679 h 461737"/>
                    <a:gd name="connsiteX529" fmla="*/ 126038 w 189971"/>
                    <a:gd name="connsiteY529" fmla="*/ 426836 h 461737"/>
                    <a:gd name="connsiteX530" fmla="*/ 129048 w 189971"/>
                    <a:gd name="connsiteY530" fmla="*/ 429267 h 461737"/>
                    <a:gd name="connsiteX531" fmla="*/ 127520 w 189971"/>
                    <a:gd name="connsiteY531" fmla="*/ 433330 h 461737"/>
                    <a:gd name="connsiteX532" fmla="*/ 128701 w 189971"/>
                    <a:gd name="connsiteY532" fmla="*/ 434766 h 461737"/>
                    <a:gd name="connsiteX533" fmla="*/ 126686 w 189971"/>
                    <a:gd name="connsiteY533" fmla="*/ 437486 h 461737"/>
                    <a:gd name="connsiteX534" fmla="*/ 127103 w 189971"/>
                    <a:gd name="connsiteY534" fmla="*/ 438042 h 461737"/>
                    <a:gd name="connsiteX535" fmla="*/ 127080 w 189971"/>
                    <a:gd name="connsiteY535" fmla="*/ 438053 h 461737"/>
                    <a:gd name="connsiteX536" fmla="*/ 127138 w 189971"/>
                    <a:gd name="connsiteY536" fmla="*/ 438076 h 461737"/>
                    <a:gd name="connsiteX537" fmla="*/ 129060 w 189971"/>
                    <a:gd name="connsiteY537" fmla="*/ 440600 h 461737"/>
                    <a:gd name="connsiteX538" fmla="*/ 128492 w 189971"/>
                    <a:gd name="connsiteY538" fmla="*/ 442255 h 461737"/>
                    <a:gd name="connsiteX539" fmla="*/ 128400 w 189971"/>
                    <a:gd name="connsiteY539" fmla="*/ 442209 h 461737"/>
                    <a:gd name="connsiteX540" fmla="*/ 128400 w 189971"/>
                    <a:gd name="connsiteY540" fmla="*/ 442498 h 461737"/>
                    <a:gd name="connsiteX541" fmla="*/ 128203 w 189971"/>
                    <a:gd name="connsiteY541" fmla="*/ 442556 h 461737"/>
                    <a:gd name="connsiteX542" fmla="*/ 124336 w 189971"/>
                    <a:gd name="connsiteY542" fmla="*/ 443158 h 461737"/>
                    <a:gd name="connsiteX543" fmla="*/ 123908 w 189971"/>
                    <a:gd name="connsiteY543" fmla="*/ 442938 h 461737"/>
                    <a:gd name="connsiteX544" fmla="*/ 121964 w 189971"/>
                    <a:gd name="connsiteY544" fmla="*/ 441908 h 461737"/>
                    <a:gd name="connsiteX545" fmla="*/ 119973 w 189971"/>
                    <a:gd name="connsiteY545" fmla="*/ 443725 h 461737"/>
                    <a:gd name="connsiteX546" fmla="*/ 123908 w 189971"/>
                    <a:gd name="connsiteY546" fmla="*/ 444154 h 461737"/>
                    <a:gd name="connsiteX547" fmla="*/ 125078 w 189971"/>
                    <a:gd name="connsiteY547" fmla="*/ 444293 h 461737"/>
                    <a:gd name="connsiteX548" fmla="*/ 125135 w 189971"/>
                    <a:gd name="connsiteY548" fmla="*/ 447904 h 461737"/>
                    <a:gd name="connsiteX549" fmla="*/ 124348 w 189971"/>
                    <a:gd name="connsiteY549" fmla="*/ 448518 h 461737"/>
                    <a:gd name="connsiteX550" fmla="*/ 125054 w 189971"/>
                    <a:gd name="connsiteY550" fmla="*/ 450104 h 461737"/>
                    <a:gd name="connsiteX551" fmla="*/ 125170 w 189971"/>
                    <a:gd name="connsiteY551" fmla="*/ 450057 h 461737"/>
                    <a:gd name="connsiteX552" fmla="*/ 125170 w 189971"/>
                    <a:gd name="connsiteY552" fmla="*/ 450243 h 461737"/>
                    <a:gd name="connsiteX553" fmla="*/ 127902 w 189971"/>
                    <a:gd name="connsiteY553" fmla="*/ 449016 h 461737"/>
                    <a:gd name="connsiteX554" fmla="*/ 129164 w 189971"/>
                    <a:gd name="connsiteY554" fmla="*/ 448541 h 461737"/>
                    <a:gd name="connsiteX555" fmla="*/ 128689 w 189971"/>
                    <a:gd name="connsiteY555" fmla="*/ 448923 h 461737"/>
                    <a:gd name="connsiteX556" fmla="*/ 128747 w 189971"/>
                    <a:gd name="connsiteY556" fmla="*/ 449120 h 461737"/>
                    <a:gd name="connsiteX557" fmla="*/ 128597 w 189971"/>
                    <a:gd name="connsiteY557" fmla="*/ 448992 h 461737"/>
                    <a:gd name="connsiteX558" fmla="*/ 127728 w 189971"/>
                    <a:gd name="connsiteY558" fmla="*/ 449687 h 461737"/>
                    <a:gd name="connsiteX559" fmla="*/ 128145 w 189971"/>
                    <a:gd name="connsiteY559" fmla="*/ 451921 h 461737"/>
                    <a:gd name="connsiteX560" fmla="*/ 129129 w 189971"/>
                    <a:gd name="connsiteY560" fmla="*/ 458137 h 461737"/>
                    <a:gd name="connsiteX561" fmla="*/ 127948 w 189971"/>
                    <a:gd name="connsiteY561" fmla="*/ 460568 h 461737"/>
                    <a:gd name="connsiteX562" fmla="*/ 127138 w 189971"/>
                    <a:gd name="connsiteY562" fmla="*/ 461737 h 461737"/>
                    <a:gd name="connsiteX563" fmla="*/ 127103 w 189971"/>
                    <a:gd name="connsiteY563" fmla="*/ 461460 h 461737"/>
                    <a:gd name="connsiteX564" fmla="*/ 127555 w 189971"/>
                    <a:gd name="connsiteY564" fmla="*/ 460291 h 461737"/>
                    <a:gd name="connsiteX565" fmla="*/ 126802 w 189971"/>
                    <a:gd name="connsiteY565" fmla="*/ 459156 h 461737"/>
                    <a:gd name="connsiteX566" fmla="*/ 126698 w 189971"/>
                    <a:gd name="connsiteY566" fmla="*/ 458253 h 461737"/>
                    <a:gd name="connsiteX567" fmla="*/ 123908 w 189971"/>
                    <a:gd name="connsiteY567" fmla="*/ 454364 h 461737"/>
                    <a:gd name="connsiteX568" fmla="*/ 122369 w 189971"/>
                    <a:gd name="connsiteY568" fmla="*/ 452211 h 461737"/>
                    <a:gd name="connsiteX569" fmla="*/ 123353 w 189971"/>
                    <a:gd name="connsiteY569" fmla="*/ 450277 h 461737"/>
                    <a:gd name="connsiteX570" fmla="*/ 123144 w 189971"/>
                    <a:gd name="connsiteY570" fmla="*/ 450115 h 461737"/>
                    <a:gd name="connsiteX571" fmla="*/ 123168 w 189971"/>
                    <a:gd name="connsiteY571" fmla="*/ 450069 h 461737"/>
                    <a:gd name="connsiteX572" fmla="*/ 121952 w 189971"/>
                    <a:gd name="connsiteY572" fmla="*/ 449166 h 461737"/>
                    <a:gd name="connsiteX573" fmla="*/ 121072 w 189971"/>
                    <a:gd name="connsiteY573" fmla="*/ 448471 h 461737"/>
                    <a:gd name="connsiteX574" fmla="*/ 119787 w 189971"/>
                    <a:gd name="connsiteY574" fmla="*/ 448784 h 461737"/>
                    <a:gd name="connsiteX575" fmla="*/ 119544 w 189971"/>
                    <a:gd name="connsiteY575" fmla="*/ 449618 h 461737"/>
                    <a:gd name="connsiteX576" fmla="*/ 119498 w 189971"/>
                    <a:gd name="connsiteY576" fmla="*/ 449641 h 461737"/>
                    <a:gd name="connsiteX577" fmla="*/ 119475 w 189971"/>
                    <a:gd name="connsiteY577" fmla="*/ 449826 h 461737"/>
                    <a:gd name="connsiteX578" fmla="*/ 116292 w 189971"/>
                    <a:gd name="connsiteY578" fmla="*/ 460568 h 461737"/>
                    <a:gd name="connsiteX579" fmla="*/ 117368 w 189971"/>
                    <a:gd name="connsiteY579" fmla="*/ 456540 h 461737"/>
                    <a:gd name="connsiteX580" fmla="*/ 117264 w 189971"/>
                    <a:gd name="connsiteY580" fmla="*/ 456343 h 461737"/>
                    <a:gd name="connsiteX581" fmla="*/ 117403 w 189971"/>
                    <a:gd name="connsiteY581" fmla="*/ 455730 h 461737"/>
                    <a:gd name="connsiteX582" fmla="*/ 115307 w 189971"/>
                    <a:gd name="connsiteY582" fmla="*/ 452153 h 461737"/>
                    <a:gd name="connsiteX583" fmla="*/ 116129 w 189971"/>
                    <a:gd name="connsiteY583" fmla="*/ 450162 h 461737"/>
                    <a:gd name="connsiteX584" fmla="*/ 116615 w 189971"/>
                    <a:gd name="connsiteY584" fmla="*/ 449814 h 461737"/>
                    <a:gd name="connsiteX585" fmla="*/ 117229 w 189971"/>
                    <a:gd name="connsiteY585" fmla="*/ 447499 h 461737"/>
                    <a:gd name="connsiteX586" fmla="*/ 118271 w 189971"/>
                    <a:gd name="connsiteY586" fmla="*/ 444976 h 461737"/>
                    <a:gd name="connsiteX587" fmla="*/ 117982 w 189971"/>
                    <a:gd name="connsiteY587" fmla="*/ 444640 h 461737"/>
                    <a:gd name="connsiteX588" fmla="*/ 118028 w 189971"/>
                    <a:gd name="connsiteY588" fmla="*/ 444443 h 461737"/>
                    <a:gd name="connsiteX589" fmla="*/ 116870 w 189971"/>
                    <a:gd name="connsiteY589" fmla="*/ 443390 h 461737"/>
                    <a:gd name="connsiteX590" fmla="*/ 116048 w 189971"/>
                    <a:gd name="connsiteY590" fmla="*/ 442464 h 461737"/>
                    <a:gd name="connsiteX591" fmla="*/ 116314 w 189971"/>
                    <a:gd name="connsiteY591" fmla="*/ 439963 h 461737"/>
                    <a:gd name="connsiteX592" fmla="*/ 115319 w 189971"/>
                    <a:gd name="connsiteY592" fmla="*/ 439894 h 461737"/>
                    <a:gd name="connsiteX593" fmla="*/ 114544 w 189971"/>
                    <a:gd name="connsiteY593" fmla="*/ 436305 h 461737"/>
                    <a:gd name="connsiteX594" fmla="*/ 114532 w 189971"/>
                    <a:gd name="connsiteY594" fmla="*/ 436305 h 461737"/>
                    <a:gd name="connsiteX595" fmla="*/ 114462 w 189971"/>
                    <a:gd name="connsiteY595" fmla="*/ 435669 h 461737"/>
                    <a:gd name="connsiteX596" fmla="*/ 109797 w 189971"/>
                    <a:gd name="connsiteY596" fmla="*/ 434743 h 461737"/>
                    <a:gd name="connsiteX597" fmla="*/ 106926 w 189971"/>
                    <a:gd name="connsiteY597" fmla="*/ 436004 h 461737"/>
                    <a:gd name="connsiteX598" fmla="*/ 105433 w 189971"/>
                    <a:gd name="connsiteY598" fmla="*/ 443274 h 461737"/>
                    <a:gd name="connsiteX599" fmla="*/ 105248 w 189971"/>
                    <a:gd name="connsiteY599" fmla="*/ 444026 h 461737"/>
                    <a:gd name="connsiteX600" fmla="*/ 102701 w 189971"/>
                    <a:gd name="connsiteY600" fmla="*/ 438528 h 461737"/>
                    <a:gd name="connsiteX601" fmla="*/ 95941 w 189971"/>
                    <a:gd name="connsiteY601" fmla="*/ 441063 h 461737"/>
                    <a:gd name="connsiteX602" fmla="*/ 94945 w 189971"/>
                    <a:gd name="connsiteY602" fmla="*/ 438921 h 461737"/>
                    <a:gd name="connsiteX603" fmla="*/ 96670 w 189971"/>
                    <a:gd name="connsiteY603" fmla="*/ 437683 h 461737"/>
                    <a:gd name="connsiteX604" fmla="*/ 94309 w 189971"/>
                    <a:gd name="connsiteY604" fmla="*/ 431235 h 461737"/>
                    <a:gd name="connsiteX605" fmla="*/ 92677 w 189971"/>
                    <a:gd name="connsiteY605" fmla="*/ 426651 h 461737"/>
                    <a:gd name="connsiteX606" fmla="*/ 92885 w 189971"/>
                    <a:gd name="connsiteY606" fmla="*/ 425077 h 461737"/>
                    <a:gd name="connsiteX607" fmla="*/ 95490 w 189971"/>
                    <a:gd name="connsiteY607" fmla="*/ 426431 h 461737"/>
                    <a:gd name="connsiteX608" fmla="*/ 96080 w 189971"/>
                    <a:gd name="connsiteY608" fmla="*/ 424278 h 461737"/>
                    <a:gd name="connsiteX609" fmla="*/ 98430 w 189971"/>
                    <a:gd name="connsiteY609" fmla="*/ 424324 h 461737"/>
                    <a:gd name="connsiteX610" fmla="*/ 98441 w 189971"/>
                    <a:gd name="connsiteY610" fmla="*/ 424370 h 461737"/>
                    <a:gd name="connsiteX611" fmla="*/ 98453 w 189971"/>
                    <a:gd name="connsiteY611" fmla="*/ 424324 h 461737"/>
                    <a:gd name="connsiteX612" fmla="*/ 99691 w 189971"/>
                    <a:gd name="connsiteY612" fmla="*/ 424347 h 461737"/>
                    <a:gd name="connsiteX613" fmla="*/ 100977 w 189971"/>
                    <a:gd name="connsiteY613" fmla="*/ 422507 h 461737"/>
                    <a:gd name="connsiteX614" fmla="*/ 98488 w 189971"/>
                    <a:gd name="connsiteY614" fmla="*/ 419439 h 461737"/>
                    <a:gd name="connsiteX615" fmla="*/ 101266 w 189971"/>
                    <a:gd name="connsiteY615" fmla="*/ 416105 h 461737"/>
                    <a:gd name="connsiteX616" fmla="*/ 101243 w 189971"/>
                    <a:gd name="connsiteY616" fmla="*/ 416094 h 461737"/>
                    <a:gd name="connsiteX617" fmla="*/ 101266 w 189971"/>
                    <a:gd name="connsiteY617" fmla="*/ 416059 h 461737"/>
                    <a:gd name="connsiteX618" fmla="*/ 98395 w 189971"/>
                    <a:gd name="connsiteY618" fmla="*/ 414577 h 461737"/>
                    <a:gd name="connsiteX619" fmla="*/ 101474 w 189971"/>
                    <a:gd name="connsiteY619" fmla="*/ 413593 h 461737"/>
                    <a:gd name="connsiteX620" fmla="*/ 101150 w 189971"/>
                    <a:gd name="connsiteY620" fmla="*/ 410445 h 461737"/>
                    <a:gd name="connsiteX621" fmla="*/ 101254 w 189971"/>
                    <a:gd name="connsiteY621" fmla="*/ 410468 h 461737"/>
                    <a:gd name="connsiteX622" fmla="*/ 101138 w 189971"/>
                    <a:gd name="connsiteY622" fmla="*/ 410306 h 461737"/>
                    <a:gd name="connsiteX623" fmla="*/ 100826 w 189971"/>
                    <a:gd name="connsiteY623" fmla="*/ 407366 h 461737"/>
                    <a:gd name="connsiteX624" fmla="*/ 106464 w 189971"/>
                    <a:gd name="connsiteY624" fmla="*/ 409368 h 461737"/>
                    <a:gd name="connsiteX625" fmla="*/ 107181 w 189971"/>
                    <a:gd name="connsiteY625" fmla="*/ 405305 h 461737"/>
                    <a:gd name="connsiteX626" fmla="*/ 107887 w 189971"/>
                    <a:gd name="connsiteY626" fmla="*/ 407354 h 461737"/>
                    <a:gd name="connsiteX627" fmla="*/ 110897 w 189971"/>
                    <a:gd name="connsiteY627" fmla="*/ 406856 h 461737"/>
                    <a:gd name="connsiteX628" fmla="*/ 110874 w 189971"/>
                    <a:gd name="connsiteY628" fmla="*/ 403025 h 461737"/>
                    <a:gd name="connsiteX629" fmla="*/ 109404 w 189971"/>
                    <a:gd name="connsiteY629" fmla="*/ 402700 h 461737"/>
                    <a:gd name="connsiteX630" fmla="*/ 108420 w 189971"/>
                    <a:gd name="connsiteY630" fmla="*/ 402376 h 461737"/>
                    <a:gd name="connsiteX631" fmla="*/ 110399 w 189971"/>
                    <a:gd name="connsiteY631" fmla="*/ 397028 h 461737"/>
                    <a:gd name="connsiteX632" fmla="*/ 110839 w 189971"/>
                    <a:gd name="connsiteY632" fmla="*/ 395824 h 461737"/>
                    <a:gd name="connsiteX633" fmla="*/ 110214 w 189971"/>
                    <a:gd name="connsiteY633" fmla="*/ 393602 h 461737"/>
                    <a:gd name="connsiteX634" fmla="*/ 107470 w 189971"/>
                    <a:gd name="connsiteY634" fmla="*/ 393312 h 461737"/>
                    <a:gd name="connsiteX635" fmla="*/ 106857 w 189971"/>
                    <a:gd name="connsiteY635" fmla="*/ 394945 h 461737"/>
                    <a:gd name="connsiteX636" fmla="*/ 101509 w 189971"/>
                    <a:gd name="connsiteY636" fmla="*/ 393474 h 461737"/>
                    <a:gd name="connsiteX637" fmla="*/ 102655 w 189971"/>
                    <a:gd name="connsiteY637" fmla="*/ 393312 h 461737"/>
                    <a:gd name="connsiteX638" fmla="*/ 102169 w 189971"/>
                    <a:gd name="connsiteY638" fmla="*/ 391240 h 461737"/>
                    <a:gd name="connsiteX639" fmla="*/ 103616 w 189971"/>
                    <a:gd name="connsiteY639" fmla="*/ 392166 h 461737"/>
                    <a:gd name="connsiteX640" fmla="*/ 104461 w 189971"/>
                    <a:gd name="connsiteY640" fmla="*/ 390696 h 461737"/>
                    <a:gd name="connsiteX641" fmla="*/ 103373 w 189971"/>
                    <a:gd name="connsiteY641" fmla="*/ 386842 h 461737"/>
                    <a:gd name="connsiteX642" fmla="*/ 107899 w 189971"/>
                    <a:gd name="connsiteY642" fmla="*/ 390708 h 461737"/>
                    <a:gd name="connsiteX643" fmla="*/ 107864 w 189971"/>
                    <a:gd name="connsiteY643" fmla="*/ 392618 h 461737"/>
                    <a:gd name="connsiteX644" fmla="*/ 107922 w 189971"/>
                    <a:gd name="connsiteY644" fmla="*/ 392606 h 461737"/>
                    <a:gd name="connsiteX645" fmla="*/ 107922 w 189971"/>
                    <a:gd name="connsiteY645" fmla="*/ 392780 h 461737"/>
                    <a:gd name="connsiteX646" fmla="*/ 109288 w 189971"/>
                    <a:gd name="connsiteY646" fmla="*/ 392259 h 461737"/>
                    <a:gd name="connsiteX647" fmla="*/ 110538 w 189971"/>
                    <a:gd name="connsiteY647" fmla="*/ 391946 h 461737"/>
                    <a:gd name="connsiteX648" fmla="*/ 110562 w 189971"/>
                    <a:gd name="connsiteY648" fmla="*/ 391784 h 461737"/>
                    <a:gd name="connsiteX649" fmla="*/ 110677 w 189971"/>
                    <a:gd name="connsiteY649" fmla="*/ 391738 h 461737"/>
                    <a:gd name="connsiteX650" fmla="*/ 111048 w 189971"/>
                    <a:gd name="connsiteY650" fmla="*/ 388682 h 461737"/>
                    <a:gd name="connsiteX651" fmla="*/ 108408 w 189971"/>
                    <a:gd name="connsiteY651" fmla="*/ 386413 h 461737"/>
                    <a:gd name="connsiteX652" fmla="*/ 108373 w 189971"/>
                    <a:gd name="connsiteY652" fmla="*/ 386286 h 461737"/>
                    <a:gd name="connsiteX653" fmla="*/ 107737 w 189971"/>
                    <a:gd name="connsiteY653" fmla="*/ 381470 h 461737"/>
                    <a:gd name="connsiteX654" fmla="*/ 106186 w 189971"/>
                    <a:gd name="connsiteY654" fmla="*/ 381690 h 461737"/>
                    <a:gd name="connsiteX655" fmla="*/ 106081 w 189971"/>
                    <a:gd name="connsiteY655" fmla="*/ 381644 h 461737"/>
                    <a:gd name="connsiteX656" fmla="*/ 106105 w 189971"/>
                    <a:gd name="connsiteY656" fmla="*/ 381632 h 461737"/>
                    <a:gd name="connsiteX657" fmla="*/ 107019 w 189971"/>
                    <a:gd name="connsiteY657" fmla="*/ 381343 h 461737"/>
                    <a:gd name="connsiteX658" fmla="*/ 106996 w 189971"/>
                    <a:gd name="connsiteY658" fmla="*/ 381285 h 461737"/>
                    <a:gd name="connsiteX659" fmla="*/ 107320 w 189971"/>
                    <a:gd name="connsiteY659" fmla="*/ 381158 h 461737"/>
                    <a:gd name="connsiteX660" fmla="*/ 105561 w 189971"/>
                    <a:gd name="connsiteY660" fmla="*/ 376064 h 461737"/>
                    <a:gd name="connsiteX661" fmla="*/ 108732 w 189971"/>
                    <a:gd name="connsiteY661" fmla="*/ 373657 h 461737"/>
                    <a:gd name="connsiteX662" fmla="*/ 109612 w 189971"/>
                    <a:gd name="connsiteY662" fmla="*/ 370763 h 461737"/>
                    <a:gd name="connsiteX663" fmla="*/ 109913 w 189971"/>
                    <a:gd name="connsiteY663" fmla="*/ 369860 h 461737"/>
                    <a:gd name="connsiteX664" fmla="*/ 110203 w 189971"/>
                    <a:gd name="connsiteY664" fmla="*/ 371943 h 461737"/>
                    <a:gd name="connsiteX665" fmla="*/ 111603 w 189971"/>
                    <a:gd name="connsiteY665" fmla="*/ 371932 h 461737"/>
                    <a:gd name="connsiteX666" fmla="*/ 111626 w 189971"/>
                    <a:gd name="connsiteY666" fmla="*/ 371932 h 461737"/>
                    <a:gd name="connsiteX667" fmla="*/ 112205 w 189971"/>
                    <a:gd name="connsiteY667" fmla="*/ 371920 h 461737"/>
                    <a:gd name="connsiteX668" fmla="*/ 114104 w 189971"/>
                    <a:gd name="connsiteY668" fmla="*/ 367903 h 461737"/>
                    <a:gd name="connsiteX669" fmla="*/ 114127 w 189971"/>
                    <a:gd name="connsiteY669" fmla="*/ 367857 h 461737"/>
                    <a:gd name="connsiteX670" fmla="*/ 114150 w 189971"/>
                    <a:gd name="connsiteY670" fmla="*/ 367811 h 461737"/>
                    <a:gd name="connsiteX671" fmla="*/ 114104 w 189971"/>
                    <a:gd name="connsiteY671" fmla="*/ 367788 h 461737"/>
                    <a:gd name="connsiteX672" fmla="*/ 112934 w 189971"/>
                    <a:gd name="connsiteY672" fmla="*/ 364755 h 461737"/>
                    <a:gd name="connsiteX673" fmla="*/ 112981 w 189971"/>
                    <a:gd name="connsiteY673" fmla="*/ 364118 h 461737"/>
                    <a:gd name="connsiteX674" fmla="*/ 117183 w 189971"/>
                    <a:gd name="connsiteY674" fmla="*/ 353862 h 461737"/>
                    <a:gd name="connsiteX675" fmla="*/ 117785 w 189971"/>
                    <a:gd name="connsiteY675" fmla="*/ 340874 h 461737"/>
                    <a:gd name="connsiteX676" fmla="*/ 123908 w 189971"/>
                    <a:gd name="connsiteY676" fmla="*/ 319169 h 461737"/>
                    <a:gd name="connsiteX677" fmla="*/ 124151 w 189971"/>
                    <a:gd name="connsiteY677" fmla="*/ 318347 h 461737"/>
                    <a:gd name="connsiteX678" fmla="*/ 126385 w 189971"/>
                    <a:gd name="connsiteY678" fmla="*/ 317849 h 461737"/>
                    <a:gd name="connsiteX679" fmla="*/ 126305 w 189971"/>
                    <a:gd name="connsiteY679" fmla="*/ 317699 h 461737"/>
                    <a:gd name="connsiteX680" fmla="*/ 127034 w 189971"/>
                    <a:gd name="connsiteY680" fmla="*/ 317490 h 461737"/>
                    <a:gd name="connsiteX681" fmla="*/ 125251 w 189971"/>
                    <a:gd name="connsiteY681" fmla="*/ 315488 h 461737"/>
                    <a:gd name="connsiteX682" fmla="*/ 126096 w 189971"/>
                    <a:gd name="connsiteY682" fmla="*/ 310140 h 461737"/>
                    <a:gd name="connsiteX683" fmla="*/ 127983 w 189971"/>
                    <a:gd name="connsiteY683" fmla="*/ 293135 h 461737"/>
                    <a:gd name="connsiteX684" fmla="*/ 128203 w 189971"/>
                    <a:gd name="connsiteY684" fmla="*/ 291445 h 461737"/>
                    <a:gd name="connsiteX685" fmla="*/ 128145 w 189971"/>
                    <a:gd name="connsiteY685" fmla="*/ 291723 h 461737"/>
                    <a:gd name="connsiteX686" fmla="*/ 128180 w 189971"/>
                    <a:gd name="connsiteY686" fmla="*/ 291410 h 461737"/>
                    <a:gd name="connsiteX687" fmla="*/ 127150 w 189971"/>
                    <a:gd name="connsiteY687" fmla="*/ 296341 h 461737"/>
                    <a:gd name="connsiteX688" fmla="*/ 125460 w 189971"/>
                    <a:gd name="connsiteY688" fmla="*/ 296642 h 461737"/>
                    <a:gd name="connsiteX689" fmla="*/ 124927 w 189971"/>
                    <a:gd name="connsiteY689" fmla="*/ 294292 h 461737"/>
                    <a:gd name="connsiteX690" fmla="*/ 124765 w 189971"/>
                    <a:gd name="connsiteY690" fmla="*/ 294501 h 461737"/>
                    <a:gd name="connsiteX691" fmla="*/ 124695 w 189971"/>
                    <a:gd name="connsiteY691" fmla="*/ 294292 h 461737"/>
                    <a:gd name="connsiteX692" fmla="*/ 123908 w 189971"/>
                    <a:gd name="connsiteY692" fmla="*/ 295357 h 461737"/>
                    <a:gd name="connsiteX693" fmla="*/ 122473 w 189971"/>
                    <a:gd name="connsiteY693" fmla="*/ 297314 h 461737"/>
                    <a:gd name="connsiteX694" fmla="*/ 119359 w 189971"/>
                    <a:gd name="connsiteY694" fmla="*/ 297823 h 461737"/>
                    <a:gd name="connsiteX695" fmla="*/ 117947 w 189971"/>
                    <a:gd name="connsiteY695" fmla="*/ 296087 h 461737"/>
                    <a:gd name="connsiteX696" fmla="*/ 117217 w 189971"/>
                    <a:gd name="connsiteY696" fmla="*/ 296885 h 461737"/>
                    <a:gd name="connsiteX697" fmla="*/ 116974 w 189971"/>
                    <a:gd name="connsiteY697" fmla="*/ 297117 h 461737"/>
                    <a:gd name="connsiteX698" fmla="*/ 119926 w 189971"/>
                    <a:gd name="connsiteY698" fmla="*/ 291317 h 461737"/>
                    <a:gd name="connsiteX699" fmla="*/ 121269 w 189971"/>
                    <a:gd name="connsiteY699" fmla="*/ 288701 h 461737"/>
                    <a:gd name="connsiteX700" fmla="*/ 121223 w 189971"/>
                    <a:gd name="connsiteY700" fmla="*/ 287196 h 461737"/>
                    <a:gd name="connsiteX701" fmla="*/ 117785 w 189971"/>
                    <a:gd name="connsiteY701" fmla="*/ 287671 h 461737"/>
                    <a:gd name="connsiteX702" fmla="*/ 118537 w 189971"/>
                    <a:gd name="connsiteY702" fmla="*/ 283446 h 461737"/>
                    <a:gd name="connsiteX703" fmla="*/ 122172 w 189971"/>
                    <a:gd name="connsiteY703" fmla="*/ 267286 h 461737"/>
                    <a:gd name="connsiteX704" fmla="*/ 121732 w 189971"/>
                    <a:gd name="connsiteY704" fmla="*/ 266487 h 461737"/>
                    <a:gd name="connsiteX705" fmla="*/ 122901 w 189971"/>
                    <a:gd name="connsiteY705" fmla="*/ 260352 h 461737"/>
                    <a:gd name="connsiteX706" fmla="*/ 122947 w 189971"/>
                    <a:gd name="connsiteY706" fmla="*/ 260271 h 461737"/>
                    <a:gd name="connsiteX707" fmla="*/ 122924 w 189971"/>
                    <a:gd name="connsiteY707" fmla="*/ 260282 h 461737"/>
                    <a:gd name="connsiteX708" fmla="*/ 122959 w 189971"/>
                    <a:gd name="connsiteY708" fmla="*/ 260074 h 461737"/>
                    <a:gd name="connsiteX709" fmla="*/ 120412 w 189971"/>
                    <a:gd name="connsiteY709" fmla="*/ 261000 h 461737"/>
                    <a:gd name="connsiteX710" fmla="*/ 120667 w 189971"/>
                    <a:gd name="connsiteY710" fmla="*/ 258535 h 461737"/>
                    <a:gd name="connsiteX711" fmla="*/ 120250 w 189971"/>
                    <a:gd name="connsiteY711" fmla="*/ 261162 h 461737"/>
                    <a:gd name="connsiteX712" fmla="*/ 119151 w 189971"/>
                    <a:gd name="connsiteY712" fmla="*/ 261521 h 461737"/>
                    <a:gd name="connsiteX713" fmla="*/ 119058 w 189971"/>
                    <a:gd name="connsiteY713" fmla="*/ 261463 h 461737"/>
                    <a:gd name="connsiteX714" fmla="*/ 119486 w 189971"/>
                    <a:gd name="connsiteY714" fmla="*/ 266672 h 461737"/>
                    <a:gd name="connsiteX715" fmla="*/ 117657 w 189971"/>
                    <a:gd name="connsiteY715" fmla="*/ 268085 h 461737"/>
                    <a:gd name="connsiteX716" fmla="*/ 113699 w 189971"/>
                    <a:gd name="connsiteY716" fmla="*/ 281779 h 461737"/>
                    <a:gd name="connsiteX717" fmla="*/ 113073 w 189971"/>
                    <a:gd name="connsiteY717" fmla="*/ 273838 h 461737"/>
                    <a:gd name="connsiteX718" fmla="*/ 117356 w 189971"/>
                    <a:gd name="connsiteY718" fmla="*/ 257203 h 461737"/>
                    <a:gd name="connsiteX719" fmla="*/ 117460 w 189971"/>
                    <a:gd name="connsiteY719" fmla="*/ 257006 h 461737"/>
                    <a:gd name="connsiteX720" fmla="*/ 119243 w 189971"/>
                    <a:gd name="connsiteY720" fmla="*/ 254367 h 461737"/>
                    <a:gd name="connsiteX721" fmla="*/ 120077 w 189971"/>
                    <a:gd name="connsiteY721" fmla="*/ 255027 h 461737"/>
                    <a:gd name="connsiteX722" fmla="*/ 120436 w 189971"/>
                    <a:gd name="connsiteY722" fmla="*/ 255675 h 461737"/>
                    <a:gd name="connsiteX723" fmla="*/ 120597 w 189971"/>
                    <a:gd name="connsiteY723" fmla="*/ 255444 h 461737"/>
                    <a:gd name="connsiteX724" fmla="*/ 120632 w 189971"/>
                    <a:gd name="connsiteY724" fmla="*/ 255467 h 461737"/>
                    <a:gd name="connsiteX725" fmla="*/ 120760 w 189971"/>
                    <a:gd name="connsiteY725" fmla="*/ 255201 h 461737"/>
                    <a:gd name="connsiteX726" fmla="*/ 123526 w 189971"/>
                    <a:gd name="connsiteY726" fmla="*/ 251184 h 461737"/>
                    <a:gd name="connsiteX727" fmla="*/ 125598 w 189971"/>
                    <a:gd name="connsiteY727" fmla="*/ 245986 h 461737"/>
                    <a:gd name="connsiteX728" fmla="*/ 126525 w 189971"/>
                    <a:gd name="connsiteY728" fmla="*/ 244215 h 461737"/>
                    <a:gd name="connsiteX729" fmla="*/ 126675 w 189971"/>
                    <a:gd name="connsiteY729" fmla="*/ 243254 h 461737"/>
                    <a:gd name="connsiteX730" fmla="*/ 127045 w 189971"/>
                    <a:gd name="connsiteY730" fmla="*/ 242328 h 461737"/>
                    <a:gd name="connsiteX731" fmla="*/ 127057 w 189971"/>
                    <a:gd name="connsiteY731" fmla="*/ 240962 h 461737"/>
                    <a:gd name="connsiteX732" fmla="*/ 128238 w 189971"/>
                    <a:gd name="connsiteY732" fmla="*/ 233832 h 461737"/>
                    <a:gd name="connsiteX733" fmla="*/ 127092 w 189971"/>
                    <a:gd name="connsiteY733" fmla="*/ 237281 h 461737"/>
                    <a:gd name="connsiteX734" fmla="*/ 127103 w 189971"/>
                    <a:gd name="connsiteY734" fmla="*/ 235985 h 461737"/>
                    <a:gd name="connsiteX735" fmla="*/ 123526 w 189971"/>
                    <a:gd name="connsiteY735" fmla="*/ 248000 h 461737"/>
                    <a:gd name="connsiteX736" fmla="*/ 121721 w 189971"/>
                    <a:gd name="connsiteY736" fmla="*/ 247179 h 461737"/>
                    <a:gd name="connsiteX737" fmla="*/ 121709 w 189971"/>
                    <a:gd name="connsiteY737" fmla="*/ 247294 h 461737"/>
                    <a:gd name="connsiteX738" fmla="*/ 121651 w 189971"/>
                    <a:gd name="connsiteY738" fmla="*/ 247271 h 461737"/>
                    <a:gd name="connsiteX739" fmla="*/ 119799 w 189971"/>
                    <a:gd name="connsiteY739" fmla="*/ 253302 h 461737"/>
                    <a:gd name="connsiteX740" fmla="*/ 119521 w 189971"/>
                    <a:gd name="connsiteY740" fmla="*/ 253649 h 461737"/>
                    <a:gd name="connsiteX741" fmla="*/ 118699 w 189971"/>
                    <a:gd name="connsiteY741" fmla="*/ 251381 h 461737"/>
                    <a:gd name="connsiteX742" fmla="*/ 118641 w 189971"/>
                    <a:gd name="connsiteY742" fmla="*/ 251161 h 461737"/>
                    <a:gd name="connsiteX743" fmla="*/ 118630 w 189971"/>
                    <a:gd name="connsiteY743" fmla="*/ 251195 h 461737"/>
                    <a:gd name="connsiteX744" fmla="*/ 118584 w 189971"/>
                    <a:gd name="connsiteY744" fmla="*/ 251056 h 461737"/>
                    <a:gd name="connsiteX745" fmla="*/ 118410 w 189971"/>
                    <a:gd name="connsiteY745" fmla="*/ 251739 h 461737"/>
                    <a:gd name="connsiteX746" fmla="*/ 116164 w 189971"/>
                    <a:gd name="connsiteY746" fmla="*/ 257296 h 461737"/>
                    <a:gd name="connsiteX747" fmla="*/ 112911 w 189971"/>
                    <a:gd name="connsiteY747" fmla="*/ 274023 h 461737"/>
                    <a:gd name="connsiteX748" fmla="*/ 112668 w 189971"/>
                    <a:gd name="connsiteY748" fmla="*/ 275007 h 461737"/>
                    <a:gd name="connsiteX749" fmla="*/ 110272 w 189971"/>
                    <a:gd name="connsiteY749" fmla="*/ 277392 h 461737"/>
                    <a:gd name="connsiteX750" fmla="*/ 112749 w 189971"/>
                    <a:gd name="connsiteY750" fmla="*/ 263801 h 461737"/>
                    <a:gd name="connsiteX751" fmla="*/ 115354 w 189971"/>
                    <a:gd name="connsiteY751" fmla="*/ 251693 h 461737"/>
                    <a:gd name="connsiteX752" fmla="*/ 117657 w 189971"/>
                    <a:gd name="connsiteY752" fmla="*/ 247097 h 461737"/>
                    <a:gd name="connsiteX753" fmla="*/ 117808 w 189971"/>
                    <a:gd name="connsiteY753" fmla="*/ 247005 h 461737"/>
                    <a:gd name="connsiteX754" fmla="*/ 116013 w 189971"/>
                    <a:gd name="connsiteY754" fmla="*/ 240198 h 461737"/>
                    <a:gd name="connsiteX755" fmla="*/ 116465 w 189971"/>
                    <a:gd name="connsiteY755" fmla="*/ 239365 h 461737"/>
                    <a:gd name="connsiteX756" fmla="*/ 119672 w 189971"/>
                    <a:gd name="connsiteY756" fmla="*/ 233832 h 461737"/>
                    <a:gd name="connsiteX757" fmla="*/ 119892 w 189971"/>
                    <a:gd name="connsiteY757" fmla="*/ 227303 h 461737"/>
                    <a:gd name="connsiteX758" fmla="*/ 119903 w 189971"/>
                    <a:gd name="connsiteY758" fmla="*/ 227233 h 461737"/>
                    <a:gd name="connsiteX759" fmla="*/ 119949 w 189971"/>
                    <a:gd name="connsiteY759" fmla="*/ 225798 h 461737"/>
                    <a:gd name="connsiteX760" fmla="*/ 115527 w 189971"/>
                    <a:gd name="connsiteY760" fmla="*/ 237652 h 461737"/>
                    <a:gd name="connsiteX761" fmla="*/ 114034 w 189971"/>
                    <a:gd name="connsiteY761" fmla="*/ 239087 h 461737"/>
                    <a:gd name="connsiteX762" fmla="*/ 114150 w 189971"/>
                    <a:gd name="connsiteY762" fmla="*/ 241333 h 461737"/>
                    <a:gd name="connsiteX763" fmla="*/ 113351 w 189971"/>
                    <a:gd name="connsiteY763" fmla="*/ 243486 h 461737"/>
                    <a:gd name="connsiteX764" fmla="*/ 105213 w 189971"/>
                    <a:gd name="connsiteY764" fmla="*/ 255768 h 461737"/>
                    <a:gd name="connsiteX765" fmla="*/ 104183 w 189971"/>
                    <a:gd name="connsiteY765" fmla="*/ 257307 h 461737"/>
                    <a:gd name="connsiteX766" fmla="*/ 103986 w 189971"/>
                    <a:gd name="connsiteY766" fmla="*/ 248232 h 461737"/>
                    <a:gd name="connsiteX767" fmla="*/ 100155 w 189971"/>
                    <a:gd name="connsiteY767" fmla="*/ 247549 h 461737"/>
                    <a:gd name="connsiteX768" fmla="*/ 100328 w 189971"/>
                    <a:gd name="connsiteY768" fmla="*/ 240742 h 461737"/>
                    <a:gd name="connsiteX769" fmla="*/ 97758 w 189971"/>
                    <a:gd name="connsiteY769" fmla="*/ 237327 h 461737"/>
                    <a:gd name="connsiteX770" fmla="*/ 98175 w 189971"/>
                    <a:gd name="connsiteY770" fmla="*/ 234318 h 461737"/>
                    <a:gd name="connsiteX771" fmla="*/ 101729 w 189971"/>
                    <a:gd name="connsiteY771" fmla="*/ 236425 h 461737"/>
                    <a:gd name="connsiteX772" fmla="*/ 102632 w 189971"/>
                    <a:gd name="connsiteY772" fmla="*/ 235533 h 461737"/>
                    <a:gd name="connsiteX773" fmla="*/ 102505 w 189971"/>
                    <a:gd name="connsiteY773" fmla="*/ 235140 h 461737"/>
                    <a:gd name="connsiteX774" fmla="*/ 102551 w 189971"/>
                    <a:gd name="connsiteY774" fmla="*/ 235151 h 461737"/>
                    <a:gd name="connsiteX775" fmla="*/ 101393 w 189971"/>
                    <a:gd name="connsiteY775" fmla="*/ 231215 h 461737"/>
                    <a:gd name="connsiteX776" fmla="*/ 101312 w 189971"/>
                    <a:gd name="connsiteY776" fmla="*/ 231215 h 461737"/>
                    <a:gd name="connsiteX777" fmla="*/ 101208 w 189971"/>
                    <a:gd name="connsiteY777" fmla="*/ 230845 h 461737"/>
                    <a:gd name="connsiteX778" fmla="*/ 98164 w 189971"/>
                    <a:gd name="connsiteY778" fmla="*/ 230995 h 461737"/>
                    <a:gd name="connsiteX779" fmla="*/ 98059 w 189971"/>
                    <a:gd name="connsiteY779" fmla="*/ 230984 h 461737"/>
                    <a:gd name="connsiteX780" fmla="*/ 96288 w 189971"/>
                    <a:gd name="connsiteY780" fmla="*/ 229896 h 461737"/>
                    <a:gd name="connsiteX781" fmla="*/ 94911 w 189971"/>
                    <a:gd name="connsiteY781" fmla="*/ 228784 h 461737"/>
                    <a:gd name="connsiteX782" fmla="*/ 94702 w 189971"/>
                    <a:gd name="connsiteY782" fmla="*/ 228923 h 461737"/>
                    <a:gd name="connsiteX783" fmla="*/ 92561 w 189971"/>
                    <a:gd name="connsiteY783" fmla="*/ 227604 h 461737"/>
                    <a:gd name="connsiteX784" fmla="*/ 93059 w 189971"/>
                    <a:gd name="connsiteY784" fmla="*/ 230081 h 461737"/>
                    <a:gd name="connsiteX785" fmla="*/ 90651 w 189971"/>
                    <a:gd name="connsiteY785" fmla="*/ 231759 h 461737"/>
                    <a:gd name="connsiteX786" fmla="*/ 90385 w 189971"/>
                    <a:gd name="connsiteY786" fmla="*/ 231875 h 461737"/>
                    <a:gd name="connsiteX787" fmla="*/ 88174 w 189971"/>
                    <a:gd name="connsiteY787" fmla="*/ 230903 h 461737"/>
                    <a:gd name="connsiteX788" fmla="*/ 87444 w 189971"/>
                    <a:gd name="connsiteY788" fmla="*/ 229537 h 461737"/>
                    <a:gd name="connsiteX789" fmla="*/ 87433 w 189971"/>
                    <a:gd name="connsiteY789" fmla="*/ 227835 h 461737"/>
                    <a:gd name="connsiteX790" fmla="*/ 85337 w 189971"/>
                    <a:gd name="connsiteY790" fmla="*/ 225520 h 461737"/>
                    <a:gd name="connsiteX791" fmla="*/ 85303 w 189971"/>
                    <a:gd name="connsiteY791" fmla="*/ 225520 h 461737"/>
                    <a:gd name="connsiteX792" fmla="*/ 85199 w 189971"/>
                    <a:gd name="connsiteY792" fmla="*/ 225346 h 461737"/>
                    <a:gd name="connsiteX793" fmla="*/ 78288 w 189971"/>
                    <a:gd name="connsiteY793" fmla="*/ 225601 h 461737"/>
                    <a:gd name="connsiteX794" fmla="*/ 84099 w 189971"/>
                    <a:gd name="connsiteY794" fmla="*/ 227210 h 461737"/>
                    <a:gd name="connsiteX795" fmla="*/ 86680 w 189971"/>
                    <a:gd name="connsiteY795" fmla="*/ 232836 h 461737"/>
                    <a:gd name="connsiteX796" fmla="*/ 91994 w 189971"/>
                    <a:gd name="connsiteY796" fmla="*/ 237177 h 461737"/>
                    <a:gd name="connsiteX797" fmla="*/ 95559 w 189971"/>
                    <a:gd name="connsiteY797" fmla="*/ 236274 h 461737"/>
                    <a:gd name="connsiteX798" fmla="*/ 96439 w 189971"/>
                    <a:gd name="connsiteY798" fmla="*/ 245222 h 461737"/>
                    <a:gd name="connsiteX799" fmla="*/ 100305 w 189971"/>
                    <a:gd name="connsiteY799" fmla="*/ 249679 h 461737"/>
                    <a:gd name="connsiteX800" fmla="*/ 100340 w 189971"/>
                    <a:gd name="connsiteY800" fmla="*/ 251682 h 461737"/>
                    <a:gd name="connsiteX801" fmla="*/ 100421 w 189971"/>
                    <a:gd name="connsiteY801" fmla="*/ 260931 h 461737"/>
                    <a:gd name="connsiteX802" fmla="*/ 99958 w 189971"/>
                    <a:gd name="connsiteY802" fmla="*/ 261787 h 461737"/>
                    <a:gd name="connsiteX803" fmla="*/ 96728 w 189971"/>
                    <a:gd name="connsiteY803" fmla="*/ 263686 h 461737"/>
                    <a:gd name="connsiteX804" fmla="*/ 98499 w 189971"/>
                    <a:gd name="connsiteY804" fmla="*/ 258326 h 461737"/>
                    <a:gd name="connsiteX805" fmla="*/ 97955 w 189971"/>
                    <a:gd name="connsiteY805" fmla="*/ 252075 h 461737"/>
                    <a:gd name="connsiteX806" fmla="*/ 95837 w 189971"/>
                    <a:gd name="connsiteY806" fmla="*/ 252538 h 461737"/>
                    <a:gd name="connsiteX807" fmla="*/ 94992 w 189971"/>
                    <a:gd name="connsiteY807" fmla="*/ 255907 h 461737"/>
                    <a:gd name="connsiteX808" fmla="*/ 90535 w 189971"/>
                    <a:gd name="connsiteY808" fmla="*/ 257898 h 461737"/>
                    <a:gd name="connsiteX809" fmla="*/ 90454 w 189971"/>
                    <a:gd name="connsiteY809" fmla="*/ 257933 h 461737"/>
                    <a:gd name="connsiteX810" fmla="*/ 90443 w 189971"/>
                    <a:gd name="connsiteY810" fmla="*/ 248139 h 461737"/>
                    <a:gd name="connsiteX811" fmla="*/ 89192 w 189971"/>
                    <a:gd name="connsiteY811" fmla="*/ 247653 h 461737"/>
                    <a:gd name="connsiteX812" fmla="*/ 86611 w 189971"/>
                    <a:gd name="connsiteY812" fmla="*/ 265943 h 461737"/>
                    <a:gd name="connsiteX813" fmla="*/ 88544 w 189971"/>
                    <a:gd name="connsiteY813" fmla="*/ 266719 h 461737"/>
                    <a:gd name="connsiteX814" fmla="*/ 88544 w 189971"/>
                    <a:gd name="connsiteY814" fmla="*/ 270157 h 461737"/>
                    <a:gd name="connsiteX815" fmla="*/ 82524 w 189971"/>
                    <a:gd name="connsiteY815" fmla="*/ 278653 h 461737"/>
                    <a:gd name="connsiteX816" fmla="*/ 82478 w 189971"/>
                    <a:gd name="connsiteY816" fmla="*/ 278271 h 461737"/>
                    <a:gd name="connsiteX817" fmla="*/ 82328 w 189971"/>
                    <a:gd name="connsiteY817" fmla="*/ 276419 h 461737"/>
                    <a:gd name="connsiteX818" fmla="*/ 82247 w 189971"/>
                    <a:gd name="connsiteY818" fmla="*/ 276466 h 461737"/>
                    <a:gd name="connsiteX819" fmla="*/ 82247 w 189971"/>
                    <a:gd name="connsiteY819" fmla="*/ 276419 h 461737"/>
                    <a:gd name="connsiteX820" fmla="*/ 80858 w 189971"/>
                    <a:gd name="connsiteY820" fmla="*/ 277415 h 461737"/>
                    <a:gd name="connsiteX821" fmla="*/ 78832 w 189971"/>
                    <a:gd name="connsiteY821" fmla="*/ 275979 h 461737"/>
                    <a:gd name="connsiteX822" fmla="*/ 79086 w 189971"/>
                    <a:gd name="connsiteY822" fmla="*/ 274023 h 461737"/>
                    <a:gd name="connsiteX823" fmla="*/ 79098 w 189971"/>
                    <a:gd name="connsiteY823" fmla="*/ 273954 h 461737"/>
                    <a:gd name="connsiteX824" fmla="*/ 77628 w 189971"/>
                    <a:gd name="connsiteY824" fmla="*/ 274336 h 461737"/>
                    <a:gd name="connsiteX825" fmla="*/ 77674 w 189971"/>
                    <a:gd name="connsiteY825" fmla="*/ 270145 h 461737"/>
                    <a:gd name="connsiteX826" fmla="*/ 79920 w 189971"/>
                    <a:gd name="connsiteY826" fmla="*/ 267309 h 461737"/>
                    <a:gd name="connsiteX827" fmla="*/ 77616 w 189971"/>
                    <a:gd name="connsiteY827" fmla="*/ 264519 h 461737"/>
                    <a:gd name="connsiteX828" fmla="*/ 77489 w 189971"/>
                    <a:gd name="connsiteY828" fmla="*/ 267645 h 461737"/>
                    <a:gd name="connsiteX829" fmla="*/ 75926 w 189971"/>
                    <a:gd name="connsiteY829" fmla="*/ 271615 h 461737"/>
                    <a:gd name="connsiteX830" fmla="*/ 75614 w 189971"/>
                    <a:gd name="connsiteY830" fmla="*/ 272078 h 461737"/>
                    <a:gd name="connsiteX831" fmla="*/ 73356 w 189971"/>
                    <a:gd name="connsiteY831" fmla="*/ 271893 h 461737"/>
                    <a:gd name="connsiteX832" fmla="*/ 73356 w 189971"/>
                    <a:gd name="connsiteY832" fmla="*/ 271962 h 461737"/>
                    <a:gd name="connsiteX833" fmla="*/ 73287 w 189971"/>
                    <a:gd name="connsiteY833" fmla="*/ 271939 h 461737"/>
                    <a:gd name="connsiteX834" fmla="*/ 73854 w 189971"/>
                    <a:gd name="connsiteY834" fmla="*/ 281640 h 461737"/>
                    <a:gd name="connsiteX835" fmla="*/ 74074 w 189971"/>
                    <a:gd name="connsiteY835" fmla="*/ 285715 h 461737"/>
                    <a:gd name="connsiteX836" fmla="*/ 72303 w 189971"/>
                    <a:gd name="connsiteY836" fmla="*/ 287856 h 461737"/>
                    <a:gd name="connsiteX837" fmla="*/ 70821 w 189971"/>
                    <a:gd name="connsiteY837" fmla="*/ 289431 h 461737"/>
                    <a:gd name="connsiteX838" fmla="*/ 71076 w 189971"/>
                    <a:gd name="connsiteY838" fmla="*/ 286444 h 461737"/>
                    <a:gd name="connsiteX839" fmla="*/ 68321 w 189971"/>
                    <a:gd name="connsiteY839" fmla="*/ 283782 h 461737"/>
                    <a:gd name="connsiteX840" fmla="*/ 68587 w 189971"/>
                    <a:gd name="connsiteY840" fmla="*/ 281489 h 461737"/>
                    <a:gd name="connsiteX841" fmla="*/ 68564 w 189971"/>
                    <a:gd name="connsiteY841" fmla="*/ 281478 h 461737"/>
                    <a:gd name="connsiteX842" fmla="*/ 68576 w 189971"/>
                    <a:gd name="connsiteY842" fmla="*/ 281397 h 461737"/>
                    <a:gd name="connsiteX843" fmla="*/ 63621 w 189971"/>
                    <a:gd name="connsiteY843" fmla="*/ 280378 h 461737"/>
                    <a:gd name="connsiteX844" fmla="*/ 62904 w 189971"/>
                    <a:gd name="connsiteY844" fmla="*/ 282242 h 461737"/>
                    <a:gd name="connsiteX845" fmla="*/ 63378 w 189971"/>
                    <a:gd name="connsiteY845" fmla="*/ 278885 h 461737"/>
                    <a:gd name="connsiteX846" fmla="*/ 63332 w 189971"/>
                    <a:gd name="connsiteY846" fmla="*/ 278827 h 461737"/>
                    <a:gd name="connsiteX847" fmla="*/ 63332 w 189971"/>
                    <a:gd name="connsiteY847" fmla="*/ 278734 h 461737"/>
                    <a:gd name="connsiteX848" fmla="*/ 62220 w 189971"/>
                    <a:gd name="connsiteY848" fmla="*/ 277704 h 461737"/>
                    <a:gd name="connsiteX849" fmla="*/ 61919 w 189971"/>
                    <a:gd name="connsiteY849" fmla="*/ 277392 h 461737"/>
                    <a:gd name="connsiteX850" fmla="*/ 59940 w 189971"/>
                    <a:gd name="connsiteY850" fmla="*/ 280367 h 461737"/>
                    <a:gd name="connsiteX851" fmla="*/ 56618 w 189971"/>
                    <a:gd name="connsiteY851" fmla="*/ 278966 h 461737"/>
                    <a:gd name="connsiteX852" fmla="*/ 56143 w 189971"/>
                    <a:gd name="connsiteY852" fmla="*/ 268085 h 461737"/>
                    <a:gd name="connsiteX853" fmla="*/ 54222 w 189971"/>
                    <a:gd name="connsiteY853" fmla="*/ 270064 h 461737"/>
                    <a:gd name="connsiteX854" fmla="*/ 52474 w 189971"/>
                    <a:gd name="connsiteY854" fmla="*/ 268953 h 461737"/>
                    <a:gd name="connsiteX855" fmla="*/ 51710 w 189971"/>
                    <a:gd name="connsiteY855" fmla="*/ 270122 h 461737"/>
                    <a:gd name="connsiteX856" fmla="*/ 51686 w 189971"/>
                    <a:gd name="connsiteY856" fmla="*/ 270145 h 461737"/>
                    <a:gd name="connsiteX857" fmla="*/ 51073 w 189971"/>
                    <a:gd name="connsiteY857" fmla="*/ 268524 h 461737"/>
                    <a:gd name="connsiteX858" fmla="*/ 51050 w 189971"/>
                    <a:gd name="connsiteY858" fmla="*/ 268432 h 461737"/>
                    <a:gd name="connsiteX859" fmla="*/ 51027 w 189971"/>
                    <a:gd name="connsiteY859" fmla="*/ 268397 h 461737"/>
                    <a:gd name="connsiteX860" fmla="*/ 50517 w 189971"/>
                    <a:gd name="connsiteY860" fmla="*/ 269798 h 461737"/>
                    <a:gd name="connsiteX861" fmla="*/ 50193 w 189971"/>
                    <a:gd name="connsiteY861" fmla="*/ 269404 h 461737"/>
                    <a:gd name="connsiteX862" fmla="*/ 50309 w 189971"/>
                    <a:gd name="connsiteY862" fmla="*/ 269740 h 461737"/>
                    <a:gd name="connsiteX863" fmla="*/ 50506 w 189971"/>
                    <a:gd name="connsiteY863" fmla="*/ 269821 h 461737"/>
                    <a:gd name="connsiteX864" fmla="*/ 50147 w 189971"/>
                    <a:gd name="connsiteY864" fmla="*/ 270770 h 461737"/>
                    <a:gd name="connsiteX865" fmla="*/ 47334 w 189971"/>
                    <a:gd name="connsiteY865" fmla="*/ 267726 h 461737"/>
                    <a:gd name="connsiteX866" fmla="*/ 46095 w 189971"/>
                    <a:gd name="connsiteY866" fmla="*/ 265029 h 461737"/>
                    <a:gd name="connsiteX867" fmla="*/ 46778 w 189971"/>
                    <a:gd name="connsiteY867" fmla="*/ 262065 h 461737"/>
                    <a:gd name="connsiteX868" fmla="*/ 45644 w 189971"/>
                    <a:gd name="connsiteY868" fmla="*/ 259912 h 461737"/>
                    <a:gd name="connsiteX869" fmla="*/ 48075 w 189971"/>
                    <a:gd name="connsiteY869" fmla="*/ 258141 h 461737"/>
                    <a:gd name="connsiteX870" fmla="*/ 46963 w 189971"/>
                    <a:gd name="connsiteY870" fmla="*/ 255617 h 461737"/>
                    <a:gd name="connsiteX871" fmla="*/ 48098 w 189971"/>
                    <a:gd name="connsiteY871" fmla="*/ 255235 h 461737"/>
                    <a:gd name="connsiteX872" fmla="*/ 55090 w 189971"/>
                    <a:gd name="connsiteY872" fmla="*/ 252943 h 461737"/>
                    <a:gd name="connsiteX873" fmla="*/ 59732 w 189971"/>
                    <a:gd name="connsiteY873" fmla="*/ 254344 h 461737"/>
                    <a:gd name="connsiteX874" fmla="*/ 59790 w 189971"/>
                    <a:gd name="connsiteY874" fmla="*/ 254402 h 461737"/>
                    <a:gd name="connsiteX875" fmla="*/ 59847 w 189971"/>
                    <a:gd name="connsiteY875" fmla="*/ 254379 h 461737"/>
                    <a:gd name="connsiteX876" fmla="*/ 64119 w 189971"/>
                    <a:gd name="connsiteY876" fmla="*/ 255687 h 461737"/>
                    <a:gd name="connsiteX877" fmla="*/ 65080 w 189971"/>
                    <a:gd name="connsiteY877" fmla="*/ 253395 h 461737"/>
                    <a:gd name="connsiteX878" fmla="*/ 63945 w 189971"/>
                    <a:gd name="connsiteY878" fmla="*/ 253603 h 461737"/>
                    <a:gd name="connsiteX879" fmla="*/ 64096 w 189971"/>
                    <a:gd name="connsiteY879" fmla="*/ 253105 h 461737"/>
                    <a:gd name="connsiteX880" fmla="*/ 60195 w 189971"/>
                    <a:gd name="connsiteY880" fmla="*/ 254275 h 461737"/>
                    <a:gd name="connsiteX881" fmla="*/ 59859 w 189971"/>
                    <a:gd name="connsiteY881" fmla="*/ 254332 h 461737"/>
                    <a:gd name="connsiteX882" fmla="*/ 59697 w 189971"/>
                    <a:gd name="connsiteY882" fmla="*/ 254286 h 461737"/>
                    <a:gd name="connsiteX883" fmla="*/ 58354 w 189971"/>
                    <a:gd name="connsiteY883" fmla="*/ 252897 h 461737"/>
                    <a:gd name="connsiteX884" fmla="*/ 60415 w 189971"/>
                    <a:gd name="connsiteY884" fmla="*/ 250269 h 461737"/>
                    <a:gd name="connsiteX885" fmla="*/ 62521 w 189971"/>
                    <a:gd name="connsiteY885" fmla="*/ 249598 h 461737"/>
                    <a:gd name="connsiteX886" fmla="*/ 66527 w 189971"/>
                    <a:gd name="connsiteY886" fmla="*/ 248463 h 461737"/>
                    <a:gd name="connsiteX887" fmla="*/ 68147 w 189971"/>
                    <a:gd name="connsiteY887" fmla="*/ 245963 h 461737"/>
                    <a:gd name="connsiteX888" fmla="*/ 67997 w 189971"/>
                    <a:gd name="connsiteY888" fmla="*/ 246009 h 461737"/>
                    <a:gd name="connsiteX889" fmla="*/ 68078 w 189971"/>
                    <a:gd name="connsiteY889" fmla="*/ 245882 h 461737"/>
                    <a:gd name="connsiteX890" fmla="*/ 64617 w 189971"/>
                    <a:gd name="connsiteY890" fmla="*/ 247028 h 461737"/>
                    <a:gd name="connsiteX891" fmla="*/ 57532 w 189971"/>
                    <a:gd name="connsiteY891" fmla="*/ 249158 h 461737"/>
                    <a:gd name="connsiteX892" fmla="*/ 57798 w 189971"/>
                    <a:gd name="connsiteY892" fmla="*/ 241402 h 461737"/>
                    <a:gd name="connsiteX893" fmla="*/ 61931 w 189971"/>
                    <a:gd name="connsiteY893" fmla="*/ 239978 h 461737"/>
                    <a:gd name="connsiteX894" fmla="*/ 54800 w 189971"/>
                    <a:gd name="connsiteY894" fmla="*/ 239029 h 461737"/>
                    <a:gd name="connsiteX895" fmla="*/ 52960 w 189971"/>
                    <a:gd name="connsiteY895" fmla="*/ 235985 h 461737"/>
                    <a:gd name="connsiteX896" fmla="*/ 53909 w 189971"/>
                    <a:gd name="connsiteY896" fmla="*/ 235174 h 461737"/>
                    <a:gd name="connsiteX897" fmla="*/ 56051 w 189971"/>
                    <a:gd name="connsiteY897" fmla="*/ 233392 h 461737"/>
                    <a:gd name="connsiteX898" fmla="*/ 52670 w 189971"/>
                    <a:gd name="connsiteY898" fmla="*/ 233010 h 461737"/>
                    <a:gd name="connsiteX899" fmla="*/ 51779 w 189971"/>
                    <a:gd name="connsiteY899" fmla="*/ 232743 h 461737"/>
                    <a:gd name="connsiteX900" fmla="*/ 50332 w 189971"/>
                    <a:gd name="connsiteY900" fmla="*/ 231482 h 461737"/>
                    <a:gd name="connsiteX901" fmla="*/ 49881 w 189971"/>
                    <a:gd name="connsiteY901" fmla="*/ 230532 h 461737"/>
                    <a:gd name="connsiteX902" fmla="*/ 50309 w 189971"/>
                    <a:gd name="connsiteY902" fmla="*/ 231458 h 461737"/>
                    <a:gd name="connsiteX903" fmla="*/ 49348 w 189971"/>
                    <a:gd name="connsiteY903" fmla="*/ 230625 h 461737"/>
                    <a:gd name="connsiteX904" fmla="*/ 51027 w 189971"/>
                    <a:gd name="connsiteY904" fmla="*/ 233264 h 461737"/>
                    <a:gd name="connsiteX905" fmla="*/ 50494 w 189971"/>
                    <a:gd name="connsiteY905" fmla="*/ 238277 h 461737"/>
                    <a:gd name="connsiteX906" fmla="*/ 55125 w 189971"/>
                    <a:gd name="connsiteY906" fmla="*/ 240962 h 461737"/>
                    <a:gd name="connsiteX907" fmla="*/ 52936 w 189971"/>
                    <a:gd name="connsiteY907" fmla="*/ 244215 h 461737"/>
                    <a:gd name="connsiteX908" fmla="*/ 53110 w 189971"/>
                    <a:gd name="connsiteY908" fmla="*/ 247155 h 461737"/>
                    <a:gd name="connsiteX909" fmla="*/ 52474 w 189971"/>
                    <a:gd name="connsiteY909" fmla="*/ 247410 h 461737"/>
                    <a:gd name="connsiteX910" fmla="*/ 49348 w 189971"/>
                    <a:gd name="connsiteY910" fmla="*/ 248348 h 461737"/>
                    <a:gd name="connsiteX911" fmla="*/ 49163 w 189971"/>
                    <a:gd name="connsiteY911" fmla="*/ 248753 h 461737"/>
                    <a:gd name="connsiteX912" fmla="*/ 48457 w 189971"/>
                    <a:gd name="connsiteY912" fmla="*/ 249042 h 461737"/>
                    <a:gd name="connsiteX913" fmla="*/ 47565 w 189971"/>
                    <a:gd name="connsiteY913" fmla="*/ 252202 h 461737"/>
                    <a:gd name="connsiteX914" fmla="*/ 45968 w 189971"/>
                    <a:gd name="connsiteY914" fmla="*/ 251890 h 461737"/>
                    <a:gd name="connsiteX915" fmla="*/ 45042 w 189971"/>
                    <a:gd name="connsiteY915" fmla="*/ 253325 h 461737"/>
                    <a:gd name="connsiteX916" fmla="*/ 45007 w 189971"/>
                    <a:gd name="connsiteY916" fmla="*/ 253348 h 461737"/>
                    <a:gd name="connsiteX917" fmla="*/ 45007 w 189971"/>
                    <a:gd name="connsiteY917" fmla="*/ 253395 h 461737"/>
                    <a:gd name="connsiteX918" fmla="*/ 44683 w 189971"/>
                    <a:gd name="connsiteY918" fmla="*/ 253893 h 461737"/>
                    <a:gd name="connsiteX919" fmla="*/ 44845 w 189971"/>
                    <a:gd name="connsiteY919" fmla="*/ 255872 h 461737"/>
                    <a:gd name="connsiteX920" fmla="*/ 44741 w 189971"/>
                    <a:gd name="connsiteY920" fmla="*/ 257516 h 461737"/>
                    <a:gd name="connsiteX921" fmla="*/ 43340 w 189971"/>
                    <a:gd name="connsiteY921" fmla="*/ 256798 h 461737"/>
                    <a:gd name="connsiteX922" fmla="*/ 42657 w 189971"/>
                    <a:gd name="connsiteY922" fmla="*/ 258789 h 461737"/>
                    <a:gd name="connsiteX923" fmla="*/ 40678 w 189971"/>
                    <a:gd name="connsiteY923" fmla="*/ 256092 h 461737"/>
                    <a:gd name="connsiteX924" fmla="*/ 43514 w 189971"/>
                    <a:gd name="connsiteY924" fmla="*/ 248764 h 461737"/>
                    <a:gd name="connsiteX925" fmla="*/ 42460 w 189971"/>
                    <a:gd name="connsiteY925" fmla="*/ 246368 h 461737"/>
                    <a:gd name="connsiteX926" fmla="*/ 42854 w 189971"/>
                    <a:gd name="connsiteY926" fmla="*/ 246287 h 461737"/>
                    <a:gd name="connsiteX927" fmla="*/ 44301 w 189971"/>
                    <a:gd name="connsiteY927" fmla="*/ 246102 h 461737"/>
                    <a:gd name="connsiteX928" fmla="*/ 44023 w 189971"/>
                    <a:gd name="connsiteY928" fmla="*/ 246033 h 461737"/>
                    <a:gd name="connsiteX929" fmla="*/ 44567 w 189971"/>
                    <a:gd name="connsiteY929" fmla="*/ 245928 h 461737"/>
                    <a:gd name="connsiteX930" fmla="*/ 41025 w 189971"/>
                    <a:gd name="connsiteY930" fmla="*/ 245338 h 461737"/>
                    <a:gd name="connsiteX931" fmla="*/ 40712 w 189971"/>
                    <a:gd name="connsiteY931" fmla="*/ 241275 h 461737"/>
                    <a:gd name="connsiteX932" fmla="*/ 40354 w 189971"/>
                    <a:gd name="connsiteY932" fmla="*/ 241923 h 461737"/>
                    <a:gd name="connsiteX933" fmla="*/ 40284 w 189971"/>
                    <a:gd name="connsiteY933" fmla="*/ 241553 h 461737"/>
                    <a:gd name="connsiteX934" fmla="*/ 39092 w 189971"/>
                    <a:gd name="connsiteY934" fmla="*/ 244146 h 461737"/>
                    <a:gd name="connsiteX935" fmla="*/ 37552 w 189971"/>
                    <a:gd name="connsiteY935" fmla="*/ 246866 h 461737"/>
                    <a:gd name="connsiteX936" fmla="*/ 33524 w 189971"/>
                    <a:gd name="connsiteY936" fmla="*/ 245153 h 461737"/>
                    <a:gd name="connsiteX937" fmla="*/ 32065 w 189971"/>
                    <a:gd name="connsiteY937" fmla="*/ 244458 h 461737"/>
                    <a:gd name="connsiteX938" fmla="*/ 33559 w 189971"/>
                    <a:gd name="connsiteY938" fmla="*/ 246889 h 461737"/>
                    <a:gd name="connsiteX939" fmla="*/ 33744 w 189971"/>
                    <a:gd name="connsiteY939" fmla="*/ 247213 h 461737"/>
                    <a:gd name="connsiteX940" fmla="*/ 26648 w 189971"/>
                    <a:gd name="connsiteY940" fmla="*/ 246472 h 461737"/>
                    <a:gd name="connsiteX941" fmla="*/ 26891 w 189971"/>
                    <a:gd name="connsiteY941" fmla="*/ 246669 h 461737"/>
                    <a:gd name="connsiteX942" fmla="*/ 26798 w 189971"/>
                    <a:gd name="connsiteY942" fmla="*/ 246658 h 461737"/>
                    <a:gd name="connsiteX943" fmla="*/ 27632 w 189971"/>
                    <a:gd name="connsiteY943" fmla="*/ 247271 h 461737"/>
                    <a:gd name="connsiteX944" fmla="*/ 30966 w 189971"/>
                    <a:gd name="connsiteY944" fmla="*/ 250003 h 461737"/>
                    <a:gd name="connsiteX945" fmla="*/ 30861 w 189971"/>
                    <a:gd name="connsiteY945" fmla="*/ 252052 h 461737"/>
                    <a:gd name="connsiteX946" fmla="*/ 29414 w 189971"/>
                    <a:gd name="connsiteY946" fmla="*/ 252527 h 461737"/>
                    <a:gd name="connsiteX947" fmla="*/ 23210 w 189971"/>
                    <a:gd name="connsiteY947" fmla="*/ 253927 h 461737"/>
                    <a:gd name="connsiteX948" fmla="*/ 22446 w 189971"/>
                    <a:gd name="connsiteY948" fmla="*/ 250987 h 461737"/>
                    <a:gd name="connsiteX949" fmla="*/ 22041 w 189971"/>
                    <a:gd name="connsiteY949" fmla="*/ 250975 h 461737"/>
                    <a:gd name="connsiteX950" fmla="*/ 20767 w 189971"/>
                    <a:gd name="connsiteY950" fmla="*/ 250628 h 461737"/>
                    <a:gd name="connsiteX951" fmla="*/ 21045 w 189971"/>
                    <a:gd name="connsiteY951" fmla="*/ 250929 h 461737"/>
                    <a:gd name="connsiteX952" fmla="*/ 19309 w 189971"/>
                    <a:gd name="connsiteY952" fmla="*/ 250860 h 461737"/>
                    <a:gd name="connsiteX953" fmla="*/ 18985 w 189971"/>
                    <a:gd name="connsiteY953" fmla="*/ 250721 h 461737"/>
                    <a:gd name="connsiteX954" fmla="*/ 18209 w 189971"/>
                    <a:gd name="connsiteY954" fmla="*/ 249934 h 461737"/>
                    <a:gd name="connsiteX955" fmla="*/ 15014 w 189971"/>
                    <a:gd name="connsiteY955" fmla="*/ 246681 h 461737"/>
                    <a:gd name="connsiteX956" fmla="*/ 18209 w 189971"/>
                    <a:gd name="connsiteY956" fmla="*/ 242409 h 461737"/>
                    <a:gd name="connsiteX957" fmla="*/ 18880 w 189971"/>
                    <a:gd name="connsiteY957" fmla="*/ 241506 h 461737"/>
                    <a:gd name="connsiteX958" fmla="*/ 19181 w 189971"/>
                    <a:gd name="connsiteY958" fmla="*/ 241124 h 461737"/>
                    <a:gd name="connsiteX959" fmla="*/ 19239 w 189971"/>
                    <a:gd name="connsiteY959" fmla="*/ 241032 h 461737"/>
                    <a:gd name="connsiteX960" fmla="*/ 18209 w 189971"/>
                    <a:gd name="connsiteY960" fmla="*/ 241391 h 461737"/>
                    <a:gd name="connsiteX961" fmla="*/ 14053 w 189971"/>
                    <a:gd name="connsiteY961" fmla="*/ 242826 h 461737"/>
                    <a:gd name="connsiteX962" fmla="*/ 7027 w 189971"/>
                    <a:gd name="connsiteY962" fmla="*/ 237362 h 461737"/>
                    <a:gd name="connsiteX963" fmla="*/ 6911 w 189971"/>
                    <a:gd name="connsiteY963" fmla="*/ 237397 h 461737"/>
                    <a:gd name="connsiteX964" fmla="*/ 3867 w 189971"/>
                    <a:gd name="connsiteY964" fmla="*/ 237756 h 461737"/>
                    <a:gd name="connsiteX965" fmla="*/ 3577 w 189971"/>
                    <a:gd name="connsiteY965" fmla="*/ 230683 h 461737"/>
                    <a:gd name="connsiteX966" fmla="*/ 1424 w 189971"/>
                    <a:gd name="connsiteY966" fmla="*/ 230660 h 461737"/>
                    <a:gd name="connsiteX967" fmla="*/ 4665 w 189971"/>
                    <a:gd name="connsiteY967" fmla="*/ 228738 h 461737"/>
                    <a:gd name="connsiteX968" fmla="*/ 4758 w 189971"/>
                    <a:gd name="connsiteY968" fmla="*/ 226793 h 461737"/>
                    <a:gd name="connsiteX969" fmla="*/ 4677 w 189971"/>
                    <a:gd name="connsiteY969" fmla="*/ 226793 h 461737"/>
                    <a:gd name="connsiteX970" fmla="*/ 4677 w 189971"/>
                    <a:gd name="connsiteY970" fmla="*/ 226770 h 461737"/>
                    <a:gd name="connsiteX971" fmla="*/ 266 w 189971"/>
                    <a:gd name="connsiteY971" fmla="*/ 226191 h 461737"/>
                    <a:gd name="connsiteX972" fmla="*/ 1980 w 189971"/>
                    <a:gd name="connsiteY972" fmla="*/ 224166 h 461737"/>
                    <a:gd name="connsiteX973" fmla="*/ 3369 w 189971"/>
                    <a:gd name="connsiteY973" fmla="*/ 222881 h 461737"/>
                    <a:gd name="connsiteX974" fmla="*/ 3241 w 189971"/>
                    <a:gd name="connsiteY974" fmla="*/ 222672 h 461737"/>
                    <a:gd name="connsiteX975" fmla="*/ 3832 w 189971"/>
                    <a:gd name="connsiteY975" fmla="*/ 221978 h 461737"/>
                    <a:gd name="connsiteX976" fmla="*/ 1760 w 189971"/>
                    <a:gd name="connsiteY976" fmla="*/ 220241 h 461737"/>
                    <a:gd name="connsiteX977" fmla="*/ 1725 w 189971"/>
                    <a:gd name="connsiteY977" fmla="*/ 220172 h 461737"/>
                    <a:gd name="connsiteX978" fmla="*/ 3797 w 189971"/>
                    <a:gd name="connsiteY978" fmla="*/ 220681 h 461737"/>
                    <a:gd name="connsiteX979" fmla="*/ 3936 w 189971"/>
                    <a:gd name="connsiteY979" fmla="*/ 220392 h 461737"/>
                    <a:gd name="connsiteX980" fmla="*/ 4017 w 189971"/>
                    <a:gd name="connsiteY980" fmla="*/ 220403 h 461737"/>
                    <a:gd name="connsiteX981" fmla="*/ 4631 w 189971"/>
                    <a:gd name="connsiteY981" fmla="*/ 218945 h 461737"/>
                    <a:gd name="connsiteX982" fmla="*/ 5383 w 189971"/>
                    <a:gd name="connsiteY982" fmla="*/ 217382 h 461737"/>
                    <a:gd name="connsiteX983" fmla="*/ 4121 w 189971"/>
                    <a:gd name="connsiteY983" fmla="*/ 214210 h 461737"/>
                    <a:gd name="connsiteX984" fmla="*/ 4156 w 189971"/>
                    <a:gd name="connsiteY984" fmla="*/ 214187 h 461737"/>
                    <a:gd name="connsiteX985" fmla="*/ 6529 w 189971"/>
                    <a:gd name="connsiteY985" fmla="*/ 213064 h 461737"/>
                    <a:gd name="connsiteX986" fmla="*/ 6286 w 189971"/>
                    <a:gd name="connsiteY986" fmla="*/ 212659 h 461737"/>
                    <a:gd name="connsiteX987" fmla="*/ 6425 w 189971"/>
                    <a:gd name="connsiteY987" fmla="*/ 212555 h 461737"/>
                    <a:gd name="connsiteX988" fmla="*/ 5834 w 189971"/>
                    <a:gd name="connsiteY988" fmla="*/ 211930 h 461737"/>
                    <a:gd name="connsiteX989" fmla="*/ 5082 w 189971"/>
                    <a:gd name="connsiteY989" fmla="*/ 210703 h 461737"/>
                    <a:gd name="connsiteX990" fmla="*/ 4688 w 189971"/>
                    <a:gd name="connsiteY990" fmla="*/ 210726 h 461737"/>
                    <a:gd name="connsiteX991" fmla="*/ 4306 w 189971"/>
                    <a:gd name="connsiteY991" fmla="*/ 210333 h 461737"/>
                    <a:gd name="connsiteX992" fmla="*/ 2558 w 189971"/>
                    <a:gd name="connsiteY992" fmla="*/ 210865 h 461737"/>
                    <a:gd name="connsiteX993" fmla="*/ 3230 w 189971"/>
                    <a:gd name="connsiteY993" fmla="*/ 209592 h 461737"/>
                    <a:gd name="connsiteX994" fmla="*/ 3126 w 189971"/>
                    <a:gd name="connsiteY994" fmla="*/ 209626 h 461737"/>
                    <a:gd name="connsiteX995" fmla="*/ 3195 w 189971"/>
                    <a:gd name="connsiteY995" fmla="*/ 209487 h 461737"/>
                    <a:gd name="connsiteX996" fmla="*/ 1563 w 189971"/>
                    <a:gd name="connsiteY996" fmla="*/ 210032 h 461737"/>
                    <a:gd name="connsiteX997" fmla="*/ 579 w 189971"/>
                    <a:gd name="connsiteY997" fmla="*/ 210298 h 461737"/>
                    <a:gd name="connsiteX998" fmla="*/ 0 w 189971"/>
                    <a:gd name="connsiteY998" fmla="*/ 205887 h 461737"/>
                    <a:gd name="connsiteX999" fmla="*/ 3751 w 189971"/>
                    <a:gd name="connsiteY999" fmla="*/ 200215 h 461737"/>
                    <a:gd name="connsiteX1000" fmla="*/ 9712 w 189971"/>
                    <a:gd name="connsiteY1000" fmla="*/ 198490 h 461737"/>
                    <a:gd name="connsiteX1001" fmla="*/ 9735 w 189971"/>
                    <a:gd name="connsiteY1001" fmla="*/ 198409 h 461737"/>
                    <a:gd name="connsiteX1002" fmla="*/ 9759 w 189971"/>
                    <a:gd name="connsiteY1002" fmla="*/ 198409 h 461737"/>
                    <a:gd name="connsiteX1003" fmla="*/ 11009 w 189971"/>
                    <a:gd name="connsiteY1003" fmla="*/ 196303 h 461737"/>
                    <a:gd name="connsiteX1004" fmla="*/ 11472 w 189971"/>
                    <a:gd name="connsiteY1004" fmla="*/ 196430 h 461737"/>
                    <a:gd name="connsiteX1005" fmla="*/ 11669 w 189971"/>
                    <a:gd name="connsiteY1005" fmla="*/ 197194 h 461737"/>
                    <a:gd name="connsiteX1006" fmla="*/ 14412 w 189971"/>
                    <a:gd name="connsiteY1006" fmla="*/ 197240 h 461737"/>
                    <a:gd name="connsiteX1007" fmla="*/ 15164 w 189971"/>
                    <a:gd name="connsiteY1007" fmla="*/ 197449 h 461737"/>
                    <a:gd name="connsiteX1008" fmla="*/ 15327 w 189971"/>
                    <a:gd name="connsiteY1008" fmla="*/ 197263 h 461737"/>
                    <a:gd name="connsiteX1009" fmla="*/ 15628 w 189971"/>
                    <a:gd name="connsiteY1009" fmla="*/ 197263 h 461737"/>
                    <a:gd name="connsiteX1010" fmla="*/ 16669 w 189971"/>
                    <a:gd name="connsiteY1010" fmla="*/ 195631 h 461737"/>
                    <a:gd name="connsiteX1011" fmla="*/ 17387 w 189971"/>
                    <a:gd name="connsiteY1011" fmla="*/ 194763 h 461737"/>
                    <a:gd name="connsiteX1012" fmla="*/ 18209 w 189971"/>
                    <a:gd name="connsiteY1012" fmla="*/ 195295 h 461737"/>
                    <a:gd name="connsiteX1013" fmla="*/ 20177 w 189971"/>
                    <a:gd name="connsiteY1013" fmla="*/ 196557 h 461737"/>
                    <a:gd name="connsiteX1014" fmla="*/ 21636 w 189971"/>
                    <a:gd name="connsiteY1014" fmla="*/ 196360 h 461737"/>
                    <a:gd name="connsiteX1015" fmla="*/ 25838 w 189971"/>
                    <a:gd name="connsiteY1015" fmla="*/ 196233 h 461737"/>
                    <a:gd name="connsiteX1016" fmla="*/ 26139 w 189971"/>
                    <a:gd name="connsiteY1016" fmla="*/ 195758 h 461737"/>
                    <a:gd name="connsiteX1017" fmla="*/ 29380 w 189971"/>
                    <a:gd name="connsiteY1017" fmla="*/ 195319 h 461737"/>
                    <a:gd name="connsiteX1018" fmla="*/ 29426 w 189971"/>
                    <a:gd name="connsiteY1018" fmla="*/ 195342 h 461737"/>
                    <a:gd name="connsiteX1019" fmla="*/ 29461 w 189971"/>
                    <a:gd name="connsiteY1019" fmla="*/ 195515 h 461737"/>
                    <a:gd name="connsiteX1020" fmla="*/ 28882 w 189971"/>
                    <a:gd name="connsiteY1020" fmla="*/ 196441 h 461737"/>
                    <a:gd name="connsiteX1021" fmla="*/ 29611 w 189971"/>
                    <a:gd name="connsiteY1021" fmla="*/ 196268 h 461737"/>
                    <a:gd name="connsiteX1022" fmla="*/ 29935 w 189971"/>
                    <a:gd name="connsiteY1022" fmla="*/ 197958 h 461737"/>
                    <a:gd name="connsiteX1023" fmla="*/ 32065 w 189971"/>
                    <a:gd name="connsiteY1023" fmla="*/ 199104 h 461737"/>
                    <a:gd name="connsiteX1024" fmla="*/ 31243 w 189971"/>
                    <a:gd name="connsiteY1024" fmla="*/ 201431 h 461737"/>
                    <a:gd name="connsiteX1025" fmla="*/ 32690 w 189971"/>
                    <a:gd name="connsiteY1025" fmla="*/ 202553 h 461737"/>
                    <a:gd name="connsiteX1026" fmla="*/ 33987 w 189971"/>
                    <a:gd name="connsiteY1026" fmla="*/ 201546 h 461737"/>
                    <a:gd name="connsiteX1027" fmla="*/ 37772 w 189971"/>
                    <a:gd name="connsiteY1027" fmla="*/ 206721 h 461737"/>
                    <a:gd name="connsiteX1028" fmla="*/ 37842 w 189971"/>
                    <a:gd name="connsiteY1028" fmla="*/ 206478 h 461737"/>
                    <a:gd name="connsiteX1029" fmla="*/ 38062 w 189971"/>
                    <a:gd name="connsiteY1029" fmla="*/ 206767 h 461737"/>
                    <a:gd name="connsiteX1030" fmla="*/ 38976 w 189971"/>
                    <a:gd name="connsiteY1030" fmla="*/ 203456 h 461737"/>
                    <a:gd name="connsiteX1031" fmla="*/ 38803 w 189971"/>
                    <a:gd name="connsiteY1031" fmla="*/ 203283 h 461737"/>
                    <a:gd name="connsiteX1032" fmla="*/ 38826 w 189971"/>
                    <a:gd name="connsiteY1032" fmla="*/ 203225 h 461737"/>
                    <a:gd name="connsiteX1033" fmla="*/ 38710 w 189971"/>
                    <a:gd name="connsiteY1033" fmla="*/ 203190 h 461737"/>
                    <a:gd name="connsiteX1034" fmla="*/ 36858 w 189971"/>
                    <a:gd name="connsiteY1034" fmla="*/ 201315 h 461737"/>
                    <a:gd name="connsiteX1035" fmla="*/ 37020 w 189971"/>
                    <a:gd name="connsiteY1035" fmla="*/ 200725 h 461737"/>
                    <a:gd name="connsiteX1036" fmla="*/ 35307 w 189971"/>
                    <a:gd name="connsiteY1036" fmla="*/ 199764 h 461737"/>
                    <a:gd name="connsiteX1037" fmla="*/ 35272 w 189971"/>
                    <a:gd name="connsiteY1037" fmla="*/ 199729 h 461737"/>
                    <a:gd name="connsiteX1038" fmla="*/ 35769 w 189971"/>
                    <a:gd name="connsiteY1038" fmla="*/ 199092 h 461737"/>
                    <a:gd name="connsiteX1039" fmla="*/ 36476 w 189971"/>
                    <a:gd name="connsiteY1039" fmla="*/ 198259 h 461737"/>
                    <a:gd name="connsiteX1040" fmla="*/ 37193 w 189971"/>
                    <a:gd name="connsiteY1040" fmla="*/ 198722 h 461737"/>
                    <a:gd name="connsiteX1041" fmla="*/ 38710 w 189971"/>
                    <a:gd name="connsiteY1041" fmla="*/ 202033 h 461737"/>
                    <a:gd name="connsiteX1042" fmla="*/ 38745 w 189971"/>
                    <a:gd name="connsiteY1042" fmla="*/ 202461 h 461737"/>
                    <a:gd name="connsiteX1043" fmla="*/ 38872 w 189971"/>
                    <a:gd name="connsiteY1043" fmla="*/ 202391 h 461737"/>
                    <a:gd name="connsiteX1044" fmla="*/ 38883 w 189971"/>
                    <a:gd name="connsiteY1044" fmla="*/ 202415 h 461737"/>
                    <a:gd name="connsiteX1045" fmla="*/ 41720 w 189971"/>
                    <a:gd name="connsiteY1045" fmla="*/ 200782 h 461737"/>
                    <a:gd name="connsiteX1046" fmla="*/ 44544 w 189971"/>
                    <a:gd name="connsiteY1046" fmla="*/ 202253 h 461737"/>
                    <a:gd name="connsiteX1047" fmla="*/ 45806 w 189971"/>
                    <a:gd name="connsiteY1047" fmla="*/ 201072 h 461737"/>
                    <a:gd name="connsiteX1048" fmla="*/ 48596 w 189971"/>
                    <a:gd name="connsiteY1048" fmla="*/ 203873 h 461737"/>
                    <a:gd name="connsiteX1049" fmla="*/ 48376 w 189971"/>
                    <a:gd name="connsiteY1049" fmla="*/ 199822 h 461737"/>
                    <a:gd name="connsiteX1050" fmla="*/ 48237 w 189971"/>
                    <a:gd name="connsiteY1050" fmla="*/ 199822 h 461737"/>
                    <a:gd name="connsiteX1051" fmla="*/ 48237 w 189971"/>
                    <a:gd name="connsiteY1051" fmla="*/ 199787 h 461737"/>
                    <a:gd name="connsiteX1052" fmla="*/ 47114 w 189971"/>
                    <a:gd name="connsiteY1052" fmla="*/ 199810 h 461737"/>
                    <a:gd name="connsiteX1053" fmla="*/ 44834 w 189971"/>
                    <a:gd name="connsiteY1053" fmla="*/ 199787 h 461737"/>
                    <a:gd name="connsiteX1054" fmla="*/ 44278 w 189971"/>
                    <a:gd name="connsiteY1054" fmla="*/ 195828 h 461737"/>
                    <a:gd name="connsiteX1055" fmla="*/ 46142 w 189971"/>
                    <a:gd name="connsiteY1055" fmla="*/ 193547 h 461737"/>
                    <a:gd name="connsiteX1056" fmla="*/ 48492 w 189971"/>
                    <a:gd name="connsiteY1056" fmla="*/ 194659 h 461737"/>
                    <a:gd name="connsiteX1057" fmla="*/ 50332 w 189971"/>
                    <a:gd name="connsiteY1057" fmla="*/ 191823 h 461737"/>
                    <a:gd name="connsiteX1058" fmla="*/ 57486 w 189971"/>
                    <a:gd name="connsiteY1058" fmla="*/ 187760 h 461737"/>
                    <a:gd name="connsiteX1059" fmla="*/ 60090 w 189971"/>
                    <a:gd name="connsiteY1059" fmla="*/ 189276 h 461737"/>
                    <a:gd name="connsiteX1060" fmla="*/ 63644 w 189971"/>
                    <a:gd name="connsiteY1060" fmla="*/ 207427 h 461737"/>
                    <a:gd name="connsiteX1061" fmla="*/ 65288 w 189971"/>
                    <a:gd name="connsiteY1061" fmla="*/ 208006 h 461737"/>
                    <a:gd name="connsiteX1062" fmla="*/ 64698 w 189971"/>
                    <a:gd name="connsiteY1062" fmla="*/ 208816 h 461737"/>
                    <a:gd name="connsiteX1063" fmla="*/ 64536 w 189971"/>
                    <a:gd name="connsiteY1063" fmla="*/ 208886 h 461737"/>
                    <a:gd name="connsiteX1064" fmla="*/ 65114 w 189971"/>
                    <a:gd name="connsiteY1064" fmla="*/ 214338 h 461737"/>
                    <a:gd name="connsiteX1065" fmla="*/ 65601 w 189971"/>
                    <a:gd name="connsiteY1065" fmla="*/ 213921 h 461737"/>
                    <a:gd name="connsiteX1066" fmla="*/ 65647 w 189971"/>
                    <a:gd name="connsiteY1066" fmla="*/ 214153 h 461737"/>
                    <a:gd name="connsiteX1067" fmla="*/ 65647 w 189971"/>
                    <a:gd name="connsiteY1067" fmla="*/ 213875 h 461737"/>
                    <a:gd name="connsiteX1068" fmla="*/ 67580 w 189971"/>
                    <a:gd name="connsiteY1068" fmla="*/ 212208 h 461737"/>
                    <a:gd name="connsiteX1069" fmla="*/ 66284 w 189971"/>
                    <a:gd name="connsiteY1069" fmla="*/ 209985 h 461737"/>
                    <a:gd name="connsiteX1070" fmla="*/ 65670 w 189971"/>
                    <a:gd name="connsiteY1070" fmla="*/ 210506 h 461737"/>
                    <a:gd name="connsiteX1071" fmla="*/ 65670 w 189971"/>
                    <a:gd name="connsiteY1071" fmla="*/ 209742 h 461737"/>
                    <a:gd name="connsiteX1072" fmla="*/ 65878 w 189971"/>
                    <a:gd name="connsiteY1072" fmla="*/ 209221 h 461737"/>
                    <a:gd name="connsiteX1073" fmla="*/ 66596 w 189971"/>
                    <a:gd name="connsiteY1073" fmla="*/ 209001 h 461737"/>
                    <a:gd name="connsiteX1074" fmla="*/ 68228 w 189971"/>
                    <a:gd name="connsiteY1074" fmla="*/ 208642 h 461737"/>
                    <a:gd name="connsiteX1075" fmla="*/ 68020 w 189971"/>
                    <a:gd name="connsiteY1075" fmla="*/ 206512 h 461737"/>
                    <a:gd name="connsiteX1076" fmla="*/ 68275 w 189971"/>
                    <a:gd name="connsiteY1076" fmla="*/ 206177 h 461737"/>
                    <a:gd name="connsiteX1077" fmla="*/ 71064 w 189971"/>
                    <a:gd name="connsiteY1077" fmla="*/ 205737 h 461737"/>
                    <a:gd name="connsiteX1078" fmla="*/ 70243 w 189971"/>
                    <a:gd name="connsiteY1078" fmla="*/ 203526 h 461737"/>
                    <a:gd name="connsiteX1079" fmla="*/ 67013 w 189971"/>
                    <a:gd name="connsiteY1079" fmla="*/ 206281 h 461737"/>
                    <a:gd name="connsiteX1080" fmla="*/ 65554 w 189971"/>
                    <a:gd name="connsiteY1080" fmla="*/ 205818 h 461737"/>
                    <a:gd name="connsiteX1081" fmla="*/ 64547 w 189971"/>
                    <a:gd name="connsiteY1081" fmla="*/ 197391 h 461737"/>
                    <a:gd name="connsiteX1082" fmla="*/ 62556 w 189971"/>
                    <a:gd name="connsiteY1082" fmla="*/ 195249 h 461737"/>
                    <a:gd name="connsiteX1083" fmla="*/ 66480 w 189971"/>
                    <a:gd name="connsiteY1083" fmla="*/ 194821 h 461737"/>
                    <a:gd name="connsiteX1084" fmla="*/ 68819 w 189971"/>
                    <a:gd name="connsiteY1084" fmla="*/ 199729 h 461737"/>
                    <a:gd name="connsiteX1085" fmla="*/ 72975 w 189971"/>
                    <a:gd name="connsiteY1085" fmla="*/ 199764 h 461737"/>
                    <a:gd name="connsiteX1086" fmla="*/ 72662 w 189971"/>
                    <a:gd name="connsiteY1086" fmla="*/ 201234 h 461737"/>
                    <a:gd name="connsiteX1087" fmla="*/ 72373 w 189971"/>
                    <a:gd name="connsiteY1087" fmla="*/ 202067 h 461737"/>
                    <a:gd name="connsiteX1088" fmla="*/ 72488 w 189971"/>
                    <a:gd name="connsiteY1088" fmla="*/ 202021 h 461737"/>
                    <a:gd name="connsiteX1089" fmla="*/ 72836 w 189971"/>
                    <a:gd name="connsiteY1089" fmla="*/ 201859 h 461737"/>
                    <a:gd name="connsiteX1090" fmla="*/ 75336 w 189971"/>
                    <a:gd name="connsiteY1090" fmla="*/ 200725 h 461737"/>
                    <a:gd name="connsiteX1091" fmla="*/ 75486 w 189971"/>
                    <a:gd name="connsiteY1091" fmla="*/ 198849 h 461737"/>
                    <a:gd name="connsiteX1092" fmla="*/ 69814 w 189971"/>
                    <a:gd name="connsiteY1092" fmla="*/ 198189 h 461737"/>
                    <a:gd name="connsiteX1093" fmla="*/ 68958 w 189971"/>
                    <a:gd name="connsiteY1093" fmla="*/ 195955 h 461737"/>
                    <a:gd name="connsiteX1094" fmla="*/ 70277 w 189971"/>
                    <a:gd name="connsiteY1094" fmla="*/ 195608 h 461737"/>
                    <a:gd name="connsiteX1095" fmla="*/ 70277 w 189971"/>
                    <a:gd name="connsiteY1095" fmla="*/ 195585 h 461737"/>
                    <a:gd name="connsiteX1096" fmla="*/ 70405 w 189971"/>
                    <a:gd name="connsiteY1096" fmla="*/ 195550 h 461737"/>
                    <a:gd name="connsiteX1097" fmla="*/ 70382 w 189971"/>
                    <a:gd name="connsiteY1097" fmla="*/ 195585 h 461737"/>
                    <a:gd name="connsiteX1098" fmla="*/ 77119 w 189971"/>
                    <a:gd name="connsiteY1098" fmla="*/ 193779 h 461737"/>
                    <a:gd name="connsiteX1099" fmla="*/ 69942 w 189971"/>
                    <a:gd name="connsiteY1099" fmla="*/ 192795 h 461737"/>
                    <a:gd name="connsiteX1100" fmla="*/ 69398 w 189971"/>
                    <a:gd name="connsiteY1100" fmla="*/ 192679 h 461737"/>
                    <a:gd name="connsiteX1101" fmla="*/ 72118 w 189971"/>
                    <a:gd name="connsiteY1101" fmla="*/ 188813 h 461737"/>
                    <a:gd name="connsiteX1102" fmla="*/ 75324 w 189971"/>
                    <a:gd name="connsiteY1102" fmla="*/ 188072 h 461737"/>
                    <a:gd name="connsiteX1103" fmla="*/ 74143 w 189971"/>
                    <a:gd name="connsiteY1103" fmla="*/ 185769 h 461737"/>
                    <a:gd name="connsiteX1104" fmla="*/ 74190 w 189971"/>
                    <a:gd name="connsiteY1104" fmla="*/ 185780 h 461737"/>
                    <a:gd name="connsiteX1105" fmla="*/ 75776 w 189971"/>
                    <a:gd name="connsiteY1105" fmla="*/ 187042 h 461737"/>
                    <a:gd name="connsiteX1106" fmla="*/ 75718 w 189971"/>
                    <a:gd name="connsiteY1106" fmla="*/ 186139 h 461737"/>
                    <a:gd name="connsiteX1107" fmla="*/ 77420 w 189971"/>
                    <a:gd name="connsiteY1107" fmla="*/ 186533 h 461737"/>
                    <a:gd name="connsiteX1108" fmla="*/ 77709 w 189971"/>
                    <a:gd name="connsiteY1108" fmla="*/ 186046 h 461737"/>
                    <a:gd name="connsiteX1109" fmla="*/ 78183 w 189971"/>
                    <a:gd name="connsiteY1109" fmla="*/ 186081 h 461737"/>
                    <a:gd name="connsiteX1110" fmla="*/ 78380 w 189971"/>
                    <a:gd name="connsiteY1110" fmla="*/ 185618 h 461737"/>
                    <a:gd name="connsiteX1111" fmla="*/ 79318 w 189971"/>
                    <a:gd name="connsiteY1111" fmla="*/ 183361 h 461737"/>
                    <a:gd name="connsiteX1112" fmla="*/ 79955 w 189971"/>
                    <a:gd name="connsiteY1112" fmla="*/ 182307 h 461737"/>
                    <a:gd name="connsiteX1113" fmla="*/ 80406 w 189971"/>
                    <a:gd name="connsiteY1113" fmla="*/ 182585 h 461737"/>
                    <a:gd name="connsiteX1114" fmla="*/ 81031 w 189971"/>
                    <a:gd name="connsiteY1114" fmla="*/ 184634 h 461737"/>
                    <a:gd name="connsiteX1115" fmla="*/ 80788 w 189971"/>
                    <a:gd name="connsiteY1115" fmla="*/ 185618 h 461737"/>
                    <a:gd name="connsiteX1116" fmla="*/ 80673 w 189971"/>
                    <a:gd name="connsiteY1116" fmla="*/ 186116 h 461737"/>
                    <a:gd name="connsiteX1117" fmla="*/ 82698 w 189971"/>
                    <a:gd name="connsiteY1117" fmla="*/ 190190 h 461737"/>
                    <a:gd name="connsiteX1118" fmla="*/ 84909 w 189971"/>
                    <a:gd name="connsiteY1118" fmla="*/ 187077 h 461737"/>
                    <a:gd name="connsiteX1119" fmla="*/ 91843 w 189971"/>
                    <a:gd name="connsiteY1119" fmla="*/ 190885 h 461737"/>
                    <a:gd name="connsiteX1120" fmla="*/ 91970 w 189971"/>
                    <a:gd name="connsiteY1120" fmla="*/ 191452 h 461737"/>
                    <a:gd name="connsiteX1121" fmla="*/ 92642 w 189971"/>
                    <a:gd name="connsiteY1121" fmla="*/ 194751 h 461737"/>
                    <a:gd name="connsiteX1122" fmla="*/ 91253 w 189971"/>
                    <a:gd name="connsiteY1122" fmla="*/ 195886 h 461737"/>
                    <a:gd name="connsiteX1123" fmla="*/ 91600 w 189971"/>
                    <a:gd name="connsiteY1123" fmla="*/ 196360 h 461737"/>
                    <a:gd name="connsiteX1124" fmla="*/ 91589 w 189971"/>
                    <a:gd name="connsiteY1124" fmla="*/ 196372 h 461737"/>
                    <a:gd name="connsiteX1125" fmla="*/ 91785 w 189971"/>
                    <a:gd name="connsiteY1125" fmla="*/ 196615 h 461737"/>
                    <a:gd name="connsiteX1126" fmla="*/ 94448 w 189971"/>
                    <a:gd name="connsiteY1126" fmla="*/ 200273 h 461737"/>
                    <a:gd name="connsiteX1127" fmla="*/ 94170 w 189971"/>
                    <a:gd name="connsiteY1127" fmla="*/ 205853 h 461737"/>
                    <a:gd name="connsiteX1128" fmla="*/ 94158 w 189971"/>
                    <a:gd name="connsiteY1128" fmla="*/ 206096 h 461737"/>
                    <a:gd name="connsiteX1129" fmla="*/ 94147 w 189971"/>
                    <a:gd name="connsiteY1129" fmla="*/ 206385 h 461737"/>
                    <a:gd name="connsiteX1130" fmla="*/ 95814 w 189971"/>
                    <a:gd name="connsiteY1130" fmla="*/ 208156 h 461737"/>
                    <a:gd name="connsiteX1131" fmla="*/ 97353 w 189971"/>
                    <a:gd name="connsiteY1131" fmla="*/ 207265 h 461737"/>
                    <a:gd name="connsiteX1132" fmla="*/ 98164 w 189971"/>
                    <a:gd name="connsiteY1132" fmla="*/ 199220 h 461737"/>
                    <a:gd name="connsiteX1133" fmla="*/ 99912 w 189971"/>
                    <a:gd name="connsiteY1133" fmla="*/ 198178 h 461737"/>
                    <a:gd name="connsiteX1134" fmla="*/ 102273 w 189971"/>
                    <a:gd name="connsiteY1134" fmla="*/ 197043 h 461737"/>
                    <a:gd name="connsiteX1135" fmla="*/ 106197 w 189971"/>
                    <a:gd name="connsiteY1135" fmla="*/ 197217 h 461737"/>
                    <a:gd name="connsiteX1136" fmla="*/ 103129 w 189971"/>
                    <a:gd name="connsiteY1136" fmla="*/ 196638 h 461737"/>
                    <a:gd name="connsiteX1137" fmla="*/ 103986 w 189971"/>
                    <a:gd name="connsiteY1137" fmla="*/ 196222 h 461737"/>
                    <a:gd name="connsiteX1138" fmla="*/ 102041 w 189971"/>
                    <a:gd name="connsiteY1138" fmla="*/ 196430 h 461737"/>
                    <a:gd name="connsiteX1139" fmla="*/ 98627 w 189971"/>
                    <a:gd name="connsiteY1139" fmla="*/ 195782 h 461737"/>
                    <a:gd name="connsiteX1140" fmla="*/ 97527 w 189971"/>
                    <a:gd name="connsiteY1140" fmla="*/ 187933 h 461737"/>
                    <a:gd name="connsiteX1141" fmla="*/ 97446 w 189971"/>
                    <a:gd name="connsiteY1141" fmla="*/ 187181 h 461737"/>
                    <a:gd name="connsiteX1142" fmla="*/ 95501 w 189971"/>
                    <a:gd name="connsiteY1142" fmla="*/ 185618 h 461737"/>
                    <a:gd name="connsiteX1143" fmla="*/ 95165 w 189971"/>
                    <a:gd name="connsiteY1143" fmla="*/ 185352 h 461737"/>
                    <a:gd name="connsiteX1144" fmla="*/ 96034 w 189971"/>
                    <a:gd name="connsiteY1144" fmla="*/ 185618 h 461737"/>
                    <a:gd name="connsiteX1145" fmla="*/ 96855 w 189971"/>
                    <a:gd name="connsiteY1145" fmla="*/ 185873 h 461737"/>
                    <a:gd name="connsiteX1146" fmla="*/ 96925 w 189971"/>
                    <a:gd name="connsiteY1146" fmla="*/ 185618 h 461737"/>
                    <a:gd name="connsiteX1147" fmla="*/ 97724 w 189971"/>
                    <a:gd name="connsiteY1147" fmla="*/ 182759 h 461737"/>
                    <a:gd name="connsiteX1148" fmla="*/ 97851 w 189971"/>
                    <a:gd name="connsiteY1148" fmla="*/ 182631 h 461737"/>
                    <a:gd name="connsiteX1149" fmla="*/ 97816 w 189971"/>
                    <a:gd name="connsiteY1149" fmla="*/ 182435 h 461737"/>
                    <a:gd name="connsiteX1150" fmla="*/ 97921 w 189971"/>
                    <a:gd name="connsiteY1150" fmla="*/ 182064 h 461737"/>
                    <a:gd name="connsiteX1151" fmla="*/ 96821 w 189971"/>
                    <a:gd name="connsiteY1151" fmla="*/ 177307 h 461737"/>
                    <a:gd name="connsiteX1152" fmla="*/ 100930 w 189971"/>
                    <a:gd name="connsiteY1152" fmla="*/ 172352 h 461737"/>
                    <a:gd name="connsiteX1153" fmla="*/ 103118 w 189971"/>
                    <a:gd name="connsiteY1153" fmla="*/ 172560 h 461737"/>
                    <a:gd name="connsiteX1154" fmla="*/ 103905 w 189971"/>
                    <a:gd name="connsiteY1154" fmla="*/ 174355 h 461737"/>
                    <a:gd name="connsiteX1155" fmla="*/ 105306 w 189971"/>
                    <a:gd name="connsiteY1155" fmla="*/ 178047 h 461737"/>
                    <a:gd name="connsiteX1156" fmla="*/ 105491 w 189971"/>
                    <a:gd name="connsiteY1156" fmla="*/ 177978 h 461737"/>
                    <a:gd name="connsiteX1157" fmla="*/ 105885 w 189971"/>
                    <a:gd name="connsiteY1157" fmla="*/ 178869 h 461737"/>
                    <a:gd name="connsiteX1158" fmla="*/ 108362 w 189971"/>
                    <a:gd name="connsiteY1158" fmla="*/ 176774 h 461737"/>
                    <a:gd name="connsiteX1159" fmla="*/ 106116 w 189971"/>
                    <a:gd name="connsiteY1159" fmla="*/ 173695 h 461737"/>
                    <a:gd name="connsiteX1160" fmla="*/ 107309 w 189971"/>
                    <a:gd name="connsiteY1160" fmla="*/ 167641 h 461737"/>
                    <a:gd name="connsiteX1161" fmla="*/ 107181 w 189971"/>
                    <a:gd name="connsiteY1161" fmla="*/ 167479 h 461737"/>
                    <a:gd name="connsiteX1162" fmla="*/ 105607 w 189971"/>
                    <a:gd name="connsiteY1162" fmla="*/ 164029 h 461737"/>
                    <a:gd name="connsiteX1163" fmla="*/ 105688 w 189971"/>
                    <a:gd name="connsiteY1163" fmla="*/ 163821 h 461737"/>
                    <a:gd name="connsiteX1164" fmla="*/ 107818 w 189971"/>
                    <a:gd name="connsiteY1164" fmla="*/ 164515 h 461737"/>
                    <a:gd name="connsiteX1165" fmla="*/ 108964 w 189971"/>
                    <a:gd name="connsiteY1165" fmla="*/ 165071 h 461737"/>
                    <a:gd name="connsiteX1166" fmla="*/ 116974 w 189971"/>
                    <a:gd name="connsiteY1166" fmla="*/ 163010 h 461737"/>
                    <a:gd name="connsiteX1167" fmla="*/ 123908 w 189971"/>
                    <a:gd name="connsiteY1167" fmla="*/ 168613 h 461737"/>
                    <a:gd name="connsiteX1168" fmla="*/ 125668 w 189971"/>
                    <a:gd name="connsiteY1168" fmla="*/ 170025 h 461737"/>
                    <a:gd name="connsiteX1169" fmla="*/ 128423 w 189971"/>
                    <a:gd name="connsiteY1169" fmla="*/ 168393 h 461737"/>
                    <a:gd name="connsiteX1170" fmla="*/ 125761 w 189971"/>
                    <a:gd name="connsiteY1170" fmla="*/ 165627 h 461737"/>
                    <a:gd name="connsiteX1171" fmla="*/ 123908 w 189971"/>
                    <a:gd name="connsiteY1171" fmla="*/ 165430 h 461737"/>
                    <a:gd name="connsiteX1172" fmla="*/ 121570 w 189971"/>
                    <a:gd name="connsiteY1172" fmla="*/ 165175 h 461737"/>
                    <a:gd name="connsiteX1173" fmla="*/ 120829 w 189971"/>
                    <a:gd name="connsiteY1173" fmla="*/ 161424 h 461737"/>
                    <a:gd name="connsiteX1174" fmla="*/ 116535 w 189971"/>
                    <a:gd name="connsiteY1174" fmla="*/ 157651 h 461737"/>
                    <a:gd name="connsiteX1175" fmla="*/ 107829 w 189971"/>
                    <a:gd name="connsiteY1175" fmla="*/ 158426 h 461737"/>
                    <a:gd name="connsiteX1176" fmla="*/ 104542 w 189971"/>
                    <a:gd name="connsiteY1176" fmla="*/ 160429 h 461737"/>
                    <a:gd name="connsiteX1177" fmla="*/ 98372 w 189971"/>
                    <a:gd name="connsiteY1177" fmla="*/ 158102 h 461737"/>
                    <a:gd name="connsiteX1178" fmla="*/ 98731 w 189971"/>
                    <a:gd name="connsiteY1178" fmla="*/ 157384 h 461737"/>
                    <a:gd name="connsiteX1179" fmla="*/ 99541 w 189971"/>
                    <a:gd name="connsiteY1179" fmla="*/ 155914 h 461737"/>
                    <a:gd name="connsiteX1180" fmla="*/ 101752 w 189971"/>
                    <a:gd name="connsiteY1180" fmla="*/ 155636 h 461737"/>
                    <a:gd name="connsiteX1181" fmla="*/ 101995 w 189971"/>
                    <a:gd name="connsiteY1181" fmla="*/ 154132 h 461737"/>
                    <a:gd name="connsiteX1182" fmla="*/ 102678 w 189971"/>
                    <a:gd name="connsiteY1182" fmla="*/ 151678 h 461737"/>
                    <a:gd name="connsiteX1183" fmla="*/ 102516 w 189971"/>
                    <a:gd name="connsiteY1183" fmla="*/ 150844 h 461737"/>
                    <a:gd name="connsiteX1184" fmla="*/ 102551 w 189971"/>
                    <a:gd name="connsiteY1184" fmla="*/ 150659 h 461737"/>
                    <a:gd name="connsiteX1185" fmla="*/ 104287 w 189971"/>
                    <a:gd name="connsiteY1185" fmla="*/ 150184 h 461737"/>
                    <a:gd name="connsiteX1186" fmla="*/ 102146 w 189971"/>
                    <a:gd name="connsiteY1186" fmla="*/ 148969 h 461737"/>
                    <a:gd name="connsiteX1187" fmla="*/ 102018 w 189971"/>
                    <a:gd name="connsiteY1187" fmla="*/ 148332 h 461737"/>
                    <a:gd name="connsiteX1188" fmla="*/ 101416 w 189971"/>
                    <a:gd name="connsiteY1188" fmla="*/ 143250 h 461737"/>
                    <a:gd name="connsiteX1189" fmla="*/ 101058 w 189971"/>
                    <a:gd name="connsiteY1189" fmla="*/ 143401 h 461737"/>
                    <a:gd name="connsiteX1190" fmla="*/ 101034 w 189971"/>
                    <a:gd name="connsiteY1190" fmla="*/ 143308 h 461737"/>
                    <a:gd name="connsiteX1191" fmla="*/ 100421 w 189971"/>
                    <a:gd name="connsiteY1191" fmla="*/ 143655 h 461737"/>
                    <a:gd name="connsiteX1192" fmla="*/ 97677 w 189971"/>
                    <a:gd name="connsiteY1192" fmla="*/ 144778 h 461737"/>
                    <a:gd name="connsiteX1193" fmla="*/ 94425 w 189971"/>
                    <a:gd name="connsiteY1193" fmla="*/ 153715 h 461737"/>
                    <a:gd name="connsiteX1194" fmla="*/ 86426 w 189971"/>
                    <a:gd name="connsiteY1194" fmla="*/ 149733 h 461737"/>
                    <a:gd name="connsiteX1195" fmla="*/ 84272 w 189971"/>
                    <a:gd name="connsiteY1195" fmla="*/ 146630 h 461737"/>
                    <a:gd name="connsiteX1196" fmla="*/ 84828 w 189971"/>
                    <a:gd name="connsiteY1196" fmla="*/ 143540 h 461737"/>
                    <a:gd name="connsiteX1197" fmla="*/ 84863 w 189971"/>
                    <a:gd name="connsiteY1197" fmla="*/ 143343 h 461737"/>
                    <a:gd name="connsiteX1198" fmla="*/ 84990 w 189971"/>
                    <a:gd name="connsiteY1198" fmla="*/ 142695 h 461737"/>
                    <a:gd name="connsiteX1199" fmla="*/ 92051 w 189971"/>
                    <a:gd name="connsiteY1199" fmla="*/ 141444 h 461737"/>
                    <a:gd name="connsiteX1200" fmla="*/ 90165 w 189971"/>
                    <a:gd name="connsiteY1200" fmla="*/ 139523 h 461737"/>
                    <a:gd name="connsiteX1201" fmla="*/ 87549 w 189971"/>
                    <a:gd name="connsiteY1201" fmla="*/ 141734 h 461737"/>
                    <a:gd name="connsiteX1202" fmla="*/ 83173 w 189971"/>
                    <a:gd name="connsiteY1202" fmla="*/ 137555 h 461737"/>
                    <a:gd name="connsiteX1203" fmla="*/ 85442 w 189971"/>
                    <a:gd name="connsiteY1203" fmla="*/ 131918 h 461737"/>
                    <a:gd name="connsiteX1204" fmla="*/ 88648 w 189971"/>
                    <a:gd name="connsiteY1204" fmla="*/ 133943 h 461737"/>
                    <a:gd name="connsiteX1205" fmla="*/ 90547 w 189971"/>
                    <a:gd name="connsiteY1205" fmla="*/ 135193 h 461737"/>
                    <a:gd name="connsiteX1206" fmla="*/ 88949 w 189971"/>
                    <a:gd name="connsiteY1206" fmla="*/ 131339 h 461737"/>
                    <a:gd name="connsiteX1207" fmla="*/ 87977 w 189971"/>
                    <a:gd name="connsiteY1207" fmla="*/ 128977 h 461737"/>
                    <a:gd name="connsiteX1208" fmla="*/ 87873 w 189971"/>
                    <a:gd name="connsiteY1208" fmla="*/ 128734 h 461737"/>
                    <a:gd name="connsiteX1209" fmla="*/ 84666 w 189971"/>
                    <a:gd name="connsiteY1209" fmla="*/ 130193 h 461737"/>
                    <a:gd name="connsiteX1210" fmla="*/ 81888 w 189971"/>
                    <a:gd name="connsiteY1210" fmla="*/ 131223 h 461737"/>
                    <a:gd name="connsiteX1211" fmla="*/ 79665 w 189971"/>
                    <a:gd name="connsiteY1211" fmla="*/ 130818 h 461737"/>
                    <a:gd name="connsiteX1212" fmla="*/ 78925 w 189971"/>
                    <a:gd name="connsiteY1212" fmla="*/ 132323 h 461737"/>
                    <a:gd name="connsiteX1213" fmla="*/ 72338 w 189971"/>
                    <a:gd name="connsiteY1213" fmla="*/ 130841 h 461737"/>
                    <a:gd name="connsiteX1214" fmla="*/ 73669 w 189971"/>
                    <a:gd name="connsiteY1214" fmla="*/ 126419 h 461737"/>
                    <a:gd name="connsiteX1215" fmla="*/ 72789 w 189971"/>
                    <a:gd name="connsiteY1215" fmla="*/ 126315 h 461737"/>
                    <a:gd name="connsiteX1216" fmla="*/ 71771 w 189971"/>
                    <a:gd name="connsiteY1216" fmla="*/ 126164 h 461737"/>
                    <a:gd name="connsiteX1217" fmla="*/ 71574 w 189971"/>
                    <a:gd name="connsiteY1217" fmla="*/ 125400 h 461737"/>
                    <a:gd name="connsiteX1218" fmla="*/ 70833 w 189971"/>
                    <a:gd name="connsiteY1218" fmla="*/ 122066 h 461737"/>
                    <a:gd name="connsiteX1219" fmla="*/ 73368 w 189971"/>
                    <a:gd name="connsiteY1219" fmla="*/ 118814 h 461737"/>
                    <a:gd name="connsiteX1220" fmla="*/ 73183 w 189971"/>
                    <a:gd name="connsiteY1220" fmla="*/ 114195 h 461737"/>
                    <a:gd name="connsiteX1221" fmla="*/ 76158 w 189971"/>
                    <a:gd name="connsiteY1221" fmla="*/ 112655 h 461737"/>
                    <a:gd name="connsiteX1222" fmla="*/ 76760 w 189971"/>
                    <a:gd name="connsiteY1222" fmla="*/ 113014 h 461737"/>
                    <a:gd name="connsiteX1223" fmla="*/ 81066 w 189971"/>
                    <a:gd name="connsiteY1223" fmla="*/ 110224 h 461737"/>
                    <a:gd name="connsiteX1224" fmla="*/ 80800 w 189971"/>
                    <a:gd name="connsiteY1224" fmla="*/ 110271 h 461737"/>
                    <a:gd name="connsiteX1225" fmla="*/ 81159 w 189971"/>
                    <a:gd name="connsiteY1225" fmla="*/ 110085 h 461737"/>
                    <a:gd name="connsiteX1226" fmla="*/ 74190 w 189971"/>
                    <a:gd name="connsiteY1226" fmla="*/ 111359 h 461737"/>
                    <a:gd name="connsiteX1227" fmla="*/ 68529 w 189971"/>
                    <a:gd name="connsiteY1227" fmla="*/ 109645 h 461737"/>
                    <a:gd name="connsiteX1228" fmla="*/ 67221 w 189971"/>
                    <a:gd name="connsiteY1228" fmla="*/ 104772 h 461737"/>
                    <a:gd name="connsiteX1229" fmla="*/ 68703 w 189971"/>
                    <a:gd name="connsiteY1229" fmla="*/ 102283 h 461737"/>
                    <a:gd name="connsiteX1230" fmla="*/ 70254 w 189971"/>
                    <a:gd name="connsiteY1230" fmla="*/ 102214 h 461737"/>
                    <a:gd name="connsiteX1231" fmla="*/ 74919 w 189971"/>
                    <a:gd name="connsiteY1231" fmla="*/ 102040 h 461737"/>
                    <a:gd name="connsiteX1232" fmla="*/ 75568 w 189971"/>
                    <a:gd name="connsiteY1232" fmla="*/ 98521 h 461737"/>
                    <a:gd name="connsiteX1233" fmla="*/ 78577 w 189971"/>
                    <a:gd name="connsiteY1233" fmla="*/ 98417 h 461737"/>
                    <a:gd name="connsiteX1234" fmla="*/ 76413 w 189971"/>
                    <a:gd name="connsiteY1234" fmla="*/ 96947 h 461737"/>
                    <a:gd name="connsiteX1235" fmla="*/ 75590 w 189971"/>
                    <a:gd name="connsiteY1235" fmla="*/ 97676 h 461737"/>
                    <a:gd name="connsiteX1236" fmla="*/ 71493 w 189971"/>
                    <a:gd name="connsiteY1236" fmla="*/ 100639 h 461737"/>
                    <a:gd name="connsiteX1237" fmla="*/ 70092 w 189971"/>
                    <a:gd name="connsiteY1237" fmla="*/ 100558 h 461737"/>
                    <a:gd name="connsiteX1238" fmla="*/ 68379 w 189971"/>
                    <a:gd name="connsiteY1238" fmla="*/ 99876 h 461737"/>
                    <a:gd name="connsiteX1239" fmla="*/ 68391 w 189971"/>
                    <a:gd name="connsiteY1239" fmla="*/ 96808 h 461737"/>
                    <a:gd name="connsiteX1240" fmla="*/ 69398 w 189971"/>
                    <a:gd name="connsiteY1240" fmla="*/ 92930 h 461737"/>
                    <a:gd name="connsiteX1241" fmla="*/ 71493 w 189971"/>
                    <a:gd name="connsiteY1241" fmla="*/ 87524 h 461737"/>
                    <a:gd name="connsiteX1242" fmla="*/ 70798 w 189971"/>
                    <a:gd name="connsiteY1242" fmla="*/ 87478 h 461737"/>
                    <a:gd name="connsiteX1243" fmla="*/ 70868 w 189971"/>
                    <a:gd name="connsiteY1243" fmla="*/ 87211 h 461737"/>
                    <a:gd name="connsiteX1244" fmla="*/ 69872 w 189971"/>
                    <a:gd name="connsiteY1244" fmla="*/ 87420 h 461737"/>
                    <a:gd name="connsiteX1245" fmla="*/ 68958 w 189971"/>
                    <a:gd name="connsiteY1245" fmla="*/ 87362 h 461737"/>
                    <a:gd name="connsiteX1246" fmla="*/ 64987 w 189971"/>
                    <a:gd name="connsiteY1246" fmla="*/ 94435 h 461737"/>
                    <a:gd name="connsiteX1247" fmla="*/ 61630 w 189971"/>
                    <a:gd name="connsiteY1247" fmla="*/ 95905 h 461737"/>
                    <a:gd name="connsiteX1248" fmla="*/ 61723 w 189971"/>
                    <a:gd name="connsiteY1248" fmla="*/ 96044 h 461737"/>
                    <a:gd name="connsiteX1249" fmla="*/ 61630 w 189971"/>
                    <a:gd name="connsiteY1249" fmla="*/ 96090 h 461737"/>
                    <a:gd name="connsiteX1250" fmla="*/ 63910 w 189971"/>
                    <a:gd name="connsiteY1250" fmla="*/ 99158 h 461737"/>
                    <a:gd name="connsiteX1251" fmla="*/ 63945 w 189971"/>
                    <a:gd name="connsiteY1251" fmla="*/ 99216 h 461737"/>
                    <a:gd name="connsiteX1252" fmla="*/ 63841 w 189971"/>
                    <a:gd name="connsiteY1252" fmla="*/ 99436 h 461737"/>
                    <a:gd name="connsiteX1253" fmla="*/ 61410 w 189971"/>
                    <a:gd name="connsiteY1253" fmla="*/ 103545 h 461737"/>
                    <a:gd name="connsiteX1254" fmla="*/ 61480 w 189971"/>
                    <a:gd name="connsiteY1254" fmla="*/ 104656 h 461737"/>
                    <a:gd name="connsiteX1255" fmla="*/ 60612 w 189971"/>
                    <a:gd name="connsiteY1255" fmla="*/ 106589 h 461737"/>
                    <a:gd name="connsiteX1256" fmla="*/ 60102 w 189971"/>
                    <a:gd name="connsiteY1256" fmla="*/ 106613 h 461737"/>
                    <a:gd name="connsiteX1257" fmla="*/ 59165 w 189971"/>
                    <a:gd name="connsiteY1257" fmla="*/ 108997 h 461737"/>
                    <a:gd name="connsiteX1258" fmla="*/ 56271 w 189971"/>
                    <a:gd name="connsiteY1258" fmla="*/ 104784 h 461737"/>
                    <a:gd name="connsiteX1259" fmla="*/ 56432 w 189971"/>
                    <a:gd name="connsiteY1259" fmla="*/ 104784 h 461737"/>
                    <a:gd name="connsiteX1260" fmla="*/ 56247 w 189971"/>
                    <a:gd name="connsiteY1260" fmla="*/ 104691 h 461737"/>
                    <a:gd name="connsiteX1261" fmla="*/ 56247 w 189971"/>
                    <a:gd name="connsiteY1261" fmla="*/ 104737 h 461737"/>
                    <a:gd name="connsiteX1262" fmla="*/ 53955 w 189971"/>
                    <a:gd name="connsiteY1262" fmla="*/ 101403 h 461737"/>
                    <a:gd name="connsiteX1263" fmla="*/ 56618 w 189971"/>
                    <a:gd name="connsiteY1263" fmla="*/ 99424 h 461737"/>
                    <a:gd name="connsiteX1264" fmla="*/ 56618 w 189971"/>
                    <a:gd name="connsiteY1264" fmla="*/ 99401 h 461737"/>
                    <a:gd name="connsiteX1265" fmla="*/ 56641 w 189971"/>
                    <a:gd name="connsiteY1265" fmla="*/ 99378 h 461737"/>
                    <a:gd name="connsiteX1266" fmla="*/ 56479 w 189971"/>
                    <a:gd name="connsiteY1266" fmla="*/ 98880 h 461737"/>
                    <a:gd name="connsiteX1267" fmla="*/ 55993 w 189971"/>
                    <a:gd name="connsiteY1267" fmla="*/ 97016 h 461737"/>
                    <a:gd name="connsiteX1268" fmla="*/ 57162 w 189971"/>
                    <a:gd name="connsiteY1268" fmla="*/ 96530 h 461737"/>
                    <a:gd name="connsiteX1269" fmla="*/ 60114 w 189971"/>
                    <a:gd name="connsiteY1269" fmla="*/ 95465 h 461737"/>
                    <a:gd name="connsiteX1270" fmla="*/ 59361 w 189971"/>
                    <a:gd name="connsiteY1270" fmla="*/ 90858 h 461737"/>
                    <a:gd name="connsiteX1271" fmla="*/ 57578 w 189971"/>
                    <a:gd name="connsiteY1271" fmla="*/ 90592 h 461737"/>
                    <a:gd name="connsiteX1272" fmla="*/ 52775 w 189971"/>
                    <a:gd name="connsiteY1272" fmla="*/ 94284 h 461737"/>
                    <a:gd name="connsiteX1273" fmla="*/ 49568 w 189971"/>
                    <a:gd name="connsiteY1273" fmla="*/ 92224 h 461737"/>
                    <a:gd name="connsiteX1274" fmla="*/ 49441 w 189971"/>
                    <a:gd name="connsiteY1274" fmla="*/ 92316 h 461737"/>
                    <a:gd name="connsiteX1275" fmla="*/ 49383 w 189971"/>
                    <a:gd name="connsiteY1275" fmla="*/ 92282 h 461737"/>
                    <a:gd name="connsiteX1276" fmla="*/ 47392 w 189971"/>
                    <a:gd name="connsiteY1276" fmla="*/ 93752 h 461737"/>
                    <a:gd name="connsiteX1277" fmla="*/ 46547 w 189971"/>
                    <a:gd name="connsiteY1277" fmla="*/ 92154 h 461737"/>
                    <a:gd name="connsiteX1278" fmla="*/ 46558 w 189971"/>
                    <a:gd name="connsiteY1278" fmla="*/ 92015 h 461737"/>
                    <a:gd name="connsiteX1279" fmla="*/ 46512 w 189971"/>
                    <a:gd name="connsiteY1279" fmla="*/ 92085 h 461737"/>
                    <a:gd name="connsiteX1280" fmla="*/ 44278 w 189971"/>
                    <a:gd name="connsiteY1280" fmla="*/ 87860 h 461737"/>
                    <a:gd name="connsiteX1281" fmla="*/ 42437 w 189971"/>
                    <a:gd name="connsiteY1281" fmla="*/ 87211 h 461737"/>
                    <a:gd name="connsiteX1282" fmla="*/ 37321 w 189971"/>
                    <a:gd name="connsiteY1282" fmla="*/ 93960 h 461737"/>
                    <a:gd name="connsiteX1283" fmla="*/ 37552 w 189971"/>
                    <a:gd name="connsiteY1283" fmla="*/ 95129 h 461737"/>
                    <a:gd name="connsiteX1284" fmla="*/ 37610 w 189971"/>
                    <a:gd name="connsiteY1284" fmla="*/ 95477 h 461737"/>
                    <a:gd name="connsiteX1285" fmla="*/ 36429 w 189971"/>
                    <a:gd name="connsiteY1285" fmla="*/ 93196 h 461737"/>
                    <a:gd name="connsiteX1286" fmla="*/ 33755 w 189971"/>
                    <a:gd name="connsiteY1286" fmla="*/ 92409 h 461737"/>
                    <a:gd name="connsiteX1287" fmla="*/ 33640 w 189971"/>
                    <a:gd name="connsiteY1287" fmla="*/ 92548 h 461737"/>
                    <a:gd name="connsiteX1288" fmla="*/ 31197 w 189971"/>
                    <a:gd name="connsiteY1288" fmla="*/ 95129 h 461737"/>
                    <a:gd name="connsiteX1289" fmla="*/ 27516 w 189971"/>
                    <a:gd name="connsiteY1289" fmla="*/ 94030 h 461737"/>
                    <a:gd name="connsiteX1290" fmla="*/ 27516 w 189971"/>
                    <a:gd name="connsiteY1290" fmla="*/ 94261 h 461737"/>
                    <a:gd name="connsiteX1291" fmla="*/ 27435 w 189971"/>
                    <a:gd name="connsiteY1291" fmla="*/ 94226 h 461737"/>
                    <a:gd name="connsiteX1292" fmla="*/ 27528 w 189971"/>
                    <a:gd name="connsiteY1292" fmla="*/ 95801 h 461737"/>
                    <a:gd name="connsiteX1293" fmla="*/ 27528 w 189971"/>
                    <a:gd name="connsiteY1293" fmla="*/ 96762 h 461737"/>
                    <a:gd name="connsiteX1294" fmla="*/ 25409 w 189971"/>
                    <a:gd name="connsiteY1294" fmla="*/ 97445 h 461737"/>
                    <a:gd name="connsiteX1295" fmla="*/ 25652 w 189971"/>
                    <a:gd name="connsiteY1295" fmla="*/ 95500 h 461737"/>
                    <a:gd name="connsiteX1296" fmla="*/ 25676 w 189971"/>
                    <a:gd name="connsiteY1296" fmla="*/ 95477 h 461737"/>
                    <a:gd name="connsiteX1297" fmla="*/ 25664 w 189971"/>
                    <a:gd name="connsiteY1297" fmla="*/ 95453 h 461737"/>
                    <a:gd name="connsiteX1298" fmla="*/ 25698 w 189971"/>
                    <a:gd name="connsiteY1298" fmla="*/ 95187 h 461737"/>
                    <a:gd name="connsiteX1299" fmla="*/ 23950 w 189971"/>
                    <a:gd name="connsiteY1299" fmla="*/ 93080 h 461737"/>
                    <a:gd name="connsiteX1300" fmla="*/ 20374 w 189971"/>
                    <a:gd name="connsiteY1300" fmla="*/ 92641 h 461737"/>
                    <a:gd name="connsiteX1301" fmla="*/ 19633 w 189971"/>
                    <a:gd name="connsiteY1301" fmla="*/ 89284 h 461737"/>
                    <a:gd name="connsiteX1302" fmla="*/ 23430 w 189971"/>
                    <a:gd name="connsiteY1302" fmla="*/ 87188 h 461737"/>
                    <a:gd name="connsiteX1303" fmla="*/ 21879 w 189971"/>
                    <a:gd name="connsiteY1303" fmla="*/ 86899 h 461737"/>
                    <a:gd name="connsiteX1304" fmla="*/ 23997 w 189971"/>
                    <a:gd name="connsiteY1304" fmla="*/ 81609 h 461737"/>
                    <a:gd name="connsiteX1305" fmla="*/ 23939 w 189971"/>
                    <a:gd name="connsiteY1305" fmla="*/ 81921 h 461737"/>
                    <a:gd name="connsiteX1306" fmla="*/ 24472 w 189971"/>
                    <a:gd name="connsiteY1306" fmla="*/ 81898 h 461737"/>
                    <a:gd name="connsiteX1307" fmla="*/ 24008 w 189971"/>
                    <a:gd name="connsiteY1307" fmla="*/ 81562 h 461737"/>
                    <a:gd name="connsiteX1308" fmla="*/ 24680 w 189971"/>
                    <a:gd name="connsiteY1308" fmla="*/ 79907 h 461737"/>
                    <a:gd name="connsiteX1309" fmla="*/ 26034 w 189971"/>
                    <a:gd name="connsiteY1309" fmla="*/ 76515 h 461737"/>
                    <a:gd name="connsiteX1310" fmla="*/ 28697 w 189971"/>
                    <a:gd name="connsiteY1310" fmla="*/ 76400 h 461737"/>
                    <a:gd name="connsiteX1311" fmla="*/ 30364 w 189971"/>
                    <a:gd name="connsiteY1311" fmla="*/ 78286 h 461737"/>
                    <a:gd name="connsiteX1312" fmla="*/ 31058 w 189971"/>
                    <a:gd name="connsiteY1312" fmla="*/ 77627 h 461737"/>
                    <a:gd name="connsiteX1313" fmla="*/ 32274 w 189971"/>
                    <a:gd name="connsiteY1313" fmla="*/ 78634 h 461737"/>
                    <a:gd name="connsiteX1314" fmla="*/ 32528 w 189971"/>
                    <a:gd name="connsiteY1314" fmla="*/ 79004 h 461737"/>
                    <a:gd name="connsiteX1315" fmla="*/ 34033 w 189971"/>
                    <a:gd name="connsiteY1315" fmla="*/ 76596 h 461737"/>
                    <a:gd name="connsiteX1316" fmla="*/ 35862 w 189971"/>
                    <a:gd name="connsiteY1316" fmla="*/ 79907 h 461737"/>
                    <a:gd name="connsiteX1317" fmla="*/ 35967 w 189971"/>
                    <a:gd name="connsiteY1317" fmla="*/ 80092 h 461737"/>
                    <a:gd name="connsiteX1318" fmla="*/ 36522 w 189971"/>
                    <a:gd name="connsiteY1318" fmla="*/ 81192 h 461737"/>
                    <a:gd name="connsiteX1319" fmla="*/ 36568 w 189971"/>
                    <a:gd name="connsiteY1319" fmla="*/ 81169 h 461737"/>
                    <a:gd name="connsiteX1320" fmla="*/ 36788 w 189971"/>
                    <a:gd name="connsiteY1320" fmla="*/ 81586 h 461737"/>
                    <a:gd name="connsiteX1321" fmla="*/ 38999 w 189971"/>
                    <a:gd name="connsiteY1321" fmla="*/ 79907 h 461737"/>
                    <a:gd name="connsiteX1322" fmla="*/ 40284 w 189971"/>
                    <a:gd name="connsiteY1322" fmla="*/ 78935 h 461737"/>
                    <a:gd name="connsiteX1323" fmla="*/ 35365 w 189971"/>
                    <a:gd name="connsiteY1323" fmla="*/ 76330 h 461737"/>
                    <a:gd name="connsiteX1324" fmla="*/ 39104 w 189971"/>
                    <a:gd name="connsiteY1324" fmla="*/ 72661 h 461737"/>
                    <a:gd name="connsiteX1325" fmla="*/ 38756 w 189971"/>
                    <a:gd name="connsiteY1325" fmla="*/ 59429 h 461737"/>
                    <a:gd name="connsiteX1326" fmla="*/ 40539 w 189971"/>
                    <a:gd name="connsiteY1326" fmla="*/ 59950 h 461737"/>
                    <a:gd name="connsiteX1327" fmla="*/ 41858 w 189971"/>
                    <a:gd name="connsiteY1327" fmla="*/ 53144 h 461737"/>
                    <a:gd name="connsiteX1328" fmla="*/ 45725 w 189971"/>
                    <a:gd name="connsiteY1328" fmla="*/ 52137 h 461737"/>
                    <a:gd name="connsiteX1329" fmla="*/ 48272 w 189971"/>
                    <a:gd name="connsiteY1329" fmla="*/ 48444 h 461737"/>
                    <a:gd name="connsiteX1330" fmla="*/ 52369 w 189971"/>
                    <a:gd name="connsiteY1330" fmla="*/ 53491 h 461737"/>
                    <a:gd name="connsiteX1331" fmla="*/ 51501 w 189971"/>
                    <a:gd name="connsiteY1331" fmla="*/ 59684 h 461737"/>
                    <a:gd name="connsiteX1332" fmla="*/ 52786 w 189971"/>
                    <a:gd name="connsiteY1332" fmla="*/ 62925 h 461737"/>
                    <a:gd name="connsiteX1333" fmla="*/ 59847 w 189971"/>
                    <a:gd name="connsiteY1333" fmla="*/ 67451 h 461737"/>
                    <a:gd name="connsiteX1334" fmla="*/ 62001 w 189971"/>
                    <a:gd name="connsiteY1334" fmla="*/ 69327 h 461737"/>
                    <a:gd name="connsiteX1335" fmla="*/ 67534 w 189971"/>
                    <a:gd name="connsiteY1335" fmla="*/ 75381 h 461737"/>
                    <a:gd name="connsiteX1336" fmla="*/ 71585 w 189971"/>
                    <a:gd name="connsiteY1336" fmla="*/ 77673 h 461737"/>
                    <a:gd name="connsiteX1337" fmla="*/ 72743 w 189971"/>
                    <a:gd name="connsiteY1337" fmla="*/ 78680 h 461737"/>
                    <a:gd name="connsiteX1338" fmla="*/ 73148 w 189971"/>
                    <a:gd name="connsiteY1338" fmla="*/ 78564 h 461737"/>
                    <a:gd name="connsiteX1339" fmla="*/ 74213 w 189971"/>
                    <a:gd name="connsiteY1339" fmla="*/ 79155 h 461737"/>
                    <a:gd name="connsiteX1340" fmla="*/ 88926 w 189971"/>
                    <a:gd name="connsiteY1340" fmla="*/ 74212 h 461737"/>
                    <a:gd name="connsiteX1341" fmla="*/ 87942 w 189971"/>
                    <a:gd name="connsiteY1341" fmla="*/ 72221 h 461737"/>
                    <a:gd name="connsiteX1342" fmla="*/ 84180 w 189971"/>
                    <a:gd name="connsiteY1342" fmla="*/ 74362 h 461737"/>
                    <a:gd name="connsiteX1343" fmla="*/ 79052 w 189971"/>
                    <a:gd name="connsiteY1343" fmla="*/ 73598 h 461737"/>
                    <a:gd name="connsiteX1344" fmla="*/ 78438 w 189971"/>
                    <a:gd name="connsiteY1344" fmla="*/ 73876 h 461737"/>
                    <a:gd name="connsiteX1345" fmla="*/ 78357 w 189971"/>
                    <a:gd name="connsiteY1345" fmla="*/ 73864 h 461737"/>
                    <a:gd name="connsiteX1346" fmla="*/ 74109 w 189971"/>
                    <a:gd name="connsiteY1346" fmla="*/ 75856 h 461737"/>
                    <a:gd name="connsiteX1347" fmla="*/ 71099 w 189971"/>
                    <a:gd name="connsiteY1347" fmla="*/ 74767 h 461737"/>
                    <a:gd name="connsiteX1348" fmla="*/ 63239 w 189971"/>
                    <a:gd name="connsiteY1348" fmla="*/ 63446 h 461737"/>
                    <a:gd name="connsiteX1349" fmla="*/ 59419 w 189971"/>
                    <a:gd name="connsiteY1349" fmla="*/ 60425 h 461737"/>
                    <a:gd name="connsiteX1350" fmla="*/ 58782 w 189971"/>
                    <a:gd name="connsiteY1350" fmla="*/ 59638 h 461737"/>
                    <a:gd name="connsiteX1351" fmla="*/ 59222 w 189971"/>
                    <a:gd name="connsiteY1351" fmla="*/ 54197 h 461737"/>
                    <a:gd name="connsiteX1352" fmla="*/ 59245 w 189971"/>
                    <a:gd name="connsiteY1352" fmla="*/ 53977 h 461737"/>
                    <a:gd name="connsiteX1353" fmla="*/ 65520 w 189971"/>
                    <a:gd name="connsiteY1353" fmla="*/ 50736 h 461737"/>
                    <a:gd name="connsiteX1354" fmla="*/ 65763 w 189971"/>
                    <a:gd name="connsiteY1354" fmla="*/ 50053 h 461737"/>
                    <a:gd name="connsiteX1355" fmla="*/ 65798 w 189971"/>
                    <a:gd name="connsiteY1355" fmla="*/ 50030 h 461737"/>
                    <a:gd name="connsiteX1356" fmla="*/ 65798 w 189971"/>
                    <a:gd name="connsiteY1356" fmla="*/ 49972 h 461737"/>
                    <a:gd name="connsiteX1357" fmla="*/ 66561 w 189971"/>
                    <a:gd name="connsiteY1357" fmla="*/ 47772 h 461737"/>
                    <a:gd name="connsiteX1358" fmla="*/ 65798 w 189971"/>
                    <a:gd name="connsiteY1358" fmla="*/ 47136 h 461737"/>
                    <a:gd name="connsiteX1359" fmla="*/ 65798 w 189971"/>
                    <a:gd name="connsiteY1359" fmla="*/ 46175 h 461737"/>
                    <a:gd name="connsiteX1360" fmla="*/ 69710 w 189971"/>
                    <a:gd name="connsiteY1360" fmla="*/ 43663 h 461737"/>
                    <a:gd name="connsiteX1361" fmla="*/ 70011 w 189971"/>
                    <a:gd name="connsiteY1361" fmla="*/ 43154 h 461737"/>
                    <a:gd name="connsiteX1362" fmla="*/ 70057 w 189971"/>
                    <a:gd name="connsiteY1362" fmla="*/ 43119 h 461737"/>
                    <a:gd name="connsiteX1363" fmla="*/ 72361 w 189971"/>
                    <a:gd name="connsiteY1363" fmla="*/ 39067 h 461737"/>
                    <a:gd name="connsiteX1364" fmla="*/ 76841 w 189971"/>
                    <a:gd name="connsiteY1364" fmla="*/ 37933 h 461737"/>
                    <a:gd name="connsiteX1365" fmla="*/ 77003 w 189971"/>
                    <a:gd name="connsiteY1365" fmla="*/ 33025 h 461737"/>
                    <a:gd name="connsiteX1366" fmla="*/ 74132 w 189971"/>
                    <a:gd name="connsiteY1366" fmla="*/ 31589 h 461737"/>
                    <a:gd name="connsiteX1367" fmla="*/ 73993 w 189971"/>
                    <a:gd name="connsiteY1367" fmla="*/ 30964 h 461737"/>
                    <a:gd name="connsiteX1368" fmla="*/ 73900 w 189971"/>
                    <a:gd name="connsiteY1368" fmla="*/ 29043 h 461737"/>
                    <a:gd name="connsiteX1369" fmla="*/ 76054 w 189971"/>
                    <a:gd name="connsiteY1369" fmla="*/ 24521 h 461737"/>
                    <a:gd name="connsiteX1370" fmla="*/ 81159 w 189971"/>
                    <a:gd name="connsiteY1370" fmla="*/ 21246 h 461737"/>
                    <a:gd name="connsiteX1371" fmla="*/ 80568 w 189971"/>
                    <a:gd name="connsiteY1371" fmla="*/ 21164 h 461737"/>
                    <a:gd name="connsiteX1372" fmla="*/ 81321 w 189971"/>
                    <a:gd name="connsiteY1372" fmla="*/ 20602 h 461737"/>
                    <a:gd name="connsiteX1373" fmla="*/ 76621 w 189971"/>
                    <a:gd name="connsiteY1373" fmla="*/ 20604 h 461737"/>
                    <a:gd name="connsiteX1374" fmla="*/ 81147 w 189971"/>
                    <a:gd name="connsiteY1374" fmla="*/ 15777 h 461737"/>
                    <a:gd name="connsiteX1375" fmla="*/ 80916 w 189971"/>
                    <a:gd name="connsiteY1375" fmla="*/ 15084 h 461737"/>
                    <a:gd name="connsiteX1376" fmla="*/ 81182 w 189971"/>
                    <a:gd name="connsiteY1376" fmla="*/ 14741 h 461737"/>
                    <a:gd name="connsiteX1377" fmla="*/ 80788 w 189971"/>
                    <a:gd name="connsiteY1377" fmla="*/ 13775 h 461737"/>
                    <a:gd name="connsiteX1378" fmla="*/ 82154 w 189971"/>
                    <a:gd name="connsiteY1378" fmla="*/ 13582 h 461737"/>
                    <a:gd name="connsiteX1379" fmla="*/ 82189 w 189971"/>
                    <a:gd name="connsiteY1379" fmla="*/ 13694 h 461737"/>
                    <a:gd name="connsiteX1380" fmla="*/ 85025 w 189971"/>
                    <a:gd name="connsiteY1380" fmla="*/ 13173 h 461737"/>
                    <a:gd name="connsiteX1381" fmla="*/ 85627 w 189971"/>
                    <a:gd name="connsiteY1381" fmla="*/ 15816 h 461737"/>
                    <a:gd name="connsiteX1382" fmla="*/ 85939 w 189971"/>
                    <a:gd name="connsiteY1382" fmla="*/ 15744 h 461737"/>
                    <a:gd name="connsiteX1383" fmla="*/ 85986 w 189971"/>
                    <a:gd name="connsiteY1383" fmla="*/ 15874 h 461737"/>
                    <a:gd name="connsiteX1384" fmla="*/ 89493 w 189971"/>
                    <a:gd name="connsiteY1384" fmla="*/ 14955 h 461737"/>
                    <a:gd name="connsiteX1385" fmla="*/ 91021 w 189971"/>
                    <a:gd name="connsiteY1385" fmla="*/ 17973 h 461737"/>
                    <a:gd name="connsiteX1386" fmla="*/ 92526 w 189971"/>
                    <a:gd name="connsiteY1386" fmla="*/ 16706 h 461737"/>
                    <a:gd name="connsiteX1387" fmla="*/ 93857 w 189971"/>
                    <a:gd name="connsiteY1387" fmla="*/ 18913 h 461737"/>
                    <a:gd name="connsiteX1388" fmla="*/ 96879 w 189971"/>
                    <a:gd name="connsiteY1388" fmla="*/ 16693 h 461737"/>
                    <a:gd name="connsiteX1389" fmla="*/ 97550 w 189971"/>
                    <a:gd name="connsiteY1389" fmla="*/ 18958 h 461737"/>
                    <a:gd name="connsiteX1390" fmla="*/ 98719 w 189971"/>
                    <a:gd name="connsiteY1390" fmla="*/ 16259 h 461737"/>
                    <a:gd name="connsiteX1391" fmla="*/ 99923 w 189971"/>
                    <a:gd name="connsiteY1391" fmla="*/ 17547 h 461737"/>
                    <a:gd name="connsiteX1392" fmla="*/ 101231 w 189971"/>
                    <a:gd name="connsiteY1392" fmla="*/ 16403 h 461737"/>
                    <a:gd name="connsiteX1393" fmla="*/ 101694 w 189971"/>
                    <a:gd name="connsiteY1393" fmla="*/ 19178 h 461737"/>
                    <a:gd name="connsiteX1394" fmla="*/ 101775 w 189971"/>
                    <a:gd name="connsiteY1394" fmla="*/ 19125 h 461737"/>
                    <a:gd name="connsiteX1395" fmla="*/ 101810 w 189971"/>
                    <a:gd name="connsiteY1395" fmla="*/ 19285 h 461737"/>
                    <a:gd name="connsiteX1396" fmla="*/ 103095 w 189971"/>
                    <a:gd name="connsiteY1396" fmla="*/ 18311 h 461737"/>
                    <a:gd name="connsiteX1397" fmla="*/ 104623 w 189971"/>
                    <a:gd name="connsiteY1397" fmla="*/ 19533 h 461737"/>
                    <a:gd name="connsiteX1398" fmla="*/ 104692 w 189971"/>
                    <a:gd name="connsiteY1398" fmla="*/ 19752 h 461737"/>
                    <a:gd name="connsiteX1399" fmla="*/ 104484 w 189971"/>
                    <a:gd name="connsiteY1399" fmla="*/ 22661 h 461737"/>
                    <a:gd name="connsiteX1400" fmla="*/ 106012 w 189971"/>
                    <a:gd name="connsiteY1400" fmla="*/ 22373 h 461737"/>
                    <a:gd name="connsiteX1401" fmla="*/ 105838 w 189971"/>
                    <a:gd name="connsiteY1401" fmla="*/ 21807 h 461737"/>
                    <a:gd name="connsiteX1402" fmla="*/ 106417 w 189971"/>
                    <a:gd name="connsiteY1402" fmla="*/ 21110 h 461737"/>
                    <a:gd name="connsiteX1403" fmla="*/ 104021 w 189971"/>
                    <a:gd name="connsiteY1403" fmla="*/ 15866 h 461737"/>
                    <a:gd name="connsiteX1404" fmla="*/ 103824 w 189971"/>
                    <a:gd name="connsiteY1404" fmla="*/ 15200 h 461737"/>
                    <a:gd name="connsiteX1405" fmla="*/ 103454 w 189971"/>
                    <a:gd name="connsiteY1405" fmla="*/ 15067 h 461737"/>
                    <a:gd name="connsiteX1406" fmla="*/ 100907 w 189971"/>
                    <a:gd name="connsiteY1406" fmla="*/ 13452 h 461737"/>
                    <a:gd name="connsiteX1407" fmla="*/ 100953 w 189971"/>
                    <a:gd name="connsiteY1407" fmla="*/ 12428 h 461737"/>
                    <a:gd name="connsiteX1408" fmla="*/ 102643 w 189971"/>
                    <a:gd name="connsiteY1408" fmla="*/ 6477 h 461737"/>
                    <a:gd name="connsiteX1409" fmla="*/ 102829 w 189971"/>
                    <a:gd name="connsiteY1409" fmla="*/ 6030 h 461737"/>
                    <a:gd name="connsiteX1410" fmla="*/ 103766 w 189971"/>
                    <a:gd name="connsiteY1410" fmla="*/ 7954 h 461737"/>
                    <a:gd name="connsiteX1411" fmla="*/ 104009 w 189971"/>
                    <a:gd name="connsiteY1411" fmla="*/ 6329 h 461737"/>
                    <a:gd name="connsiteX1412" fmla="*/ 104264 w 189971"/>
                    <a:gd name="connsiteY1412" fmla="*/ 7568 h 461737"/>
                    <a:gd name="connsiteX1413" fmla="*/ 105433 w 189971"/>
                    <a:gd name="connsiteY1413" fmla="*/ 7332 h 461737"/>
                    <a:gd name="connsiteX1414" fmla="*/ 106568 w 189971"/>
                    <a:gd name="connsiteY1414" fmla="*/ 8159 h 461737"/>
                    <a:gd name="connsiteX1415" fmla="*/ 106996 w 189971"/>
                    <a:gd name="connsiteY1415" fmla="*/ 9437 h 461737"/>
                    <a:gd name="connsiteX1416" fmla="*/ 107401 w 189971"/>
                    <a:gd name="connsiteY1416" fmla="*/ 8765 h 461737"/>
                    <a:gd name="connsiteX1417" fmla="*/ 107656 w 189971"/>
                    <a:gd name="connsiteY1417" fmla="*/ 8950 h 461737"/>
                    <a:gd name="connsiteX1418" fmla="*/ 108130 w 189971"/>
                    <a:gd name="connsiteY1418" fmla="*/ 7579 h 461737"/>
                    <a:gd name="connsiteX1419" fmla="*/ 110261 w 189971"/>
                    <a:gd name="connsiteY1419" fmla="*/ 4080 h 461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</a:cxnLst>
                  <a:rect l="l" t="t" r="r" b="b"/>
                  <a:pathLst>
                    <a:path w="189971" h="461737">
                      <a:moveTo>
                        <a:pt x="110261" y="4080"/>
                      </a:moveTo>
                      <a:lnTo>
                        <a:pt x="110480" y="4192"/>
                      </a:lnTo>
                      <a:lnTo>
                        <a:pt x="113039" y="0"/>
                      </a:lnTo>
                      <a:lnTo>
                        <a:pt x="112506" y="4793"/>
                      </a:lnTo>
                      <a:lnTo>
                        <a:pt x="110805" y="4804"/>
                      </a:lnTo>
                      <a:lnTo>
                        <a:pt x="111429" y="7780"/>
                      </a:lnTo>
                      <a:lnTo>
                        <a:pt x="114474" y="7758"/>
                      </a:lnTo>
                      <a:lnTo>
                        <a:pt x="115354" y="10113"/>
                      </a:lnTo>
                      <a:lnTo>
                        <a:pt x="113895" y="10988"/>
                      </a:lnTo>
                      <a:lnTo>
                        <a:pt x="114613" y="19203"/>
                      </a:lnTo>
                      <a:lnTo>
                        <a:pt x="113073" y="20826"/>
                      </a:lnTo>
                      <a:lnTo>
                        <a:pt x="114416" y="25010"/>
                      </a:lnTo>
                      <a:lnTo>
                        <a:pt x="110261" y="32006"/>
                      </a:lnTo>
                      <a:lnTo>
                        <a:pt x="108663" y="29865"/>
                      </a:lnTo>
                      <a:lnTo>
                        <a:pt x="105399" y="32226"/>
                      </a:lnTo>
                      <a:lnTo>
                        <a:pt x="106961" y="36324"/>
                      </a:lnTo>
                      <a:lnTo>
                        <a:pt x="108964" y="34807"/>
                      </a:lnTo>
                      <a:lnTo>
                        <a:pt x="108883" y="37609"/>
                      </a:lnTo>
                      <a:lnTo>
                        <a:pt x="111059" y="37366"/>
                      </a:lnTo>
                      <a:lnTo>
                        <a:pt x="111869" y="39206"/>
                      </a:lnTo>
                      <a:lnTo>
                        <a:pt x="111545" y="56663"/>
                      </a:lnTo>
                      <a:lnTo>
                        <a:pt x="109809" y="59429"/>
                      </a:lnTo>
                      <a:lnTo>
                        <a:pt x="106081" y="57334"/>
                      </a:lnTo>
                      <a:lnTo>
                        <a:pt x="103963" y="59476"/>
                      </a:lnTo>
                      <a:lnTo>
                        <a:pt x="100583" y="56593"/>
                      </a:lnTo>
                      <a:lnTo>
                        <a:pt x="99194" y="63608"/>
                      </a:lnTo>
                      <a:lnTo>
                        <a:pt x="96705" y="65634"/>
                      </a:lnTo>
                      <a:lnTo>
                        <a:pt x="104253" y="63492"/>
                      </a:lnTo>
                      <a:lnTo>
                        <a:pt x="109242" y="66062"/>
                      </a:lnTo>
                      <a:lnTo>
                        <a:pt x="107691" y="67521"/>
                      </a:lnTo>
                      <a:lnTo>
                        <a:pt x="102146" y="67498"/>
                      </a:lnTo>
                      <a:lnTo>
                        <a:pt x="101521" y="69998"/>
                      </a:lnTo>
                      <a:lnTo>
                        <a:pt x="100791" y="68817"/>
                      </a:lnTo>
                      <a:lnTo>
                        <a:pt x="97886" y="71214"/>
                      </a:lnTo>
                      <a:lnTo>
                        <a:pt x="105260" y="69628"/>
                      </a:lnTo>
                      <a:lnTo>
                        <a:pt x="109207" y="74710"/>
                      </a:lnTo>
                      <a:lnTo>
                        <a:pt x="108686" y="76990"/>
                      </a:lnTo>
                      <a:lnTo>
                        <a:pt x="103465" y="79328"/>
                      </a:lnTo>
                      <a:lnTo>
                        <a:pt x="106278" y="79895"/>
                      </a:lnTo>
                      <a:lnTo>
                        <a:pt x="106278" y="79907"/>
                      </a:lnTo>
                      <a:lnTo>
                        <a:pt x="105503" y="87617"/>
                      </a:lnTo>
                      <a:lnTo>
                        <a:pt x="99784" y="93451"/>
                      </a:lnTo>
                      <a:lnTo>
                        <a:pt x="107100" y="93868"/>
                      </a:lnTo>
                      <a:lnTo>
                        <a:pt x="106081" y="89723"/>
                      </a:lnTo>
                      <a:lnTo>
                        <a:pt x="108385" y="83970"/>
                      </a:lnTo>
                      <a:lnTo>
                        <a:pt x="111684" y="82257"/>
                      </a:lnTo>
                      <a:lnTo>
                        <a:pt x="113305" y="83669"/>
                      </a:lnTo>
                      <a:lnTo>
                        <a:pt x="111163" y="86748"/>
                      </a:lnTo>
                      <a:lnTo>
                        <a:pt x="113050" y="91495"/>
                      </a:lnTo>
                      <a:lnTo>
                        <a:pt x="107367" y="93787"/>
                      </a:lnTo>
                      <a:lnTo>
                        <a:pt x="109288" y="98046"/>
                      </a:lnTo>
                      <a:lnTo>
                        <a:pt x="106869" y="103545"/>
                      </a:lnTo>
                      <a:lnTo>
                        <a:pt x="110758" y="109414"/>
                      </a:lnTo>
                      <a:lnTo>
                        <a:pt x="109774" y="111417"/>
                      </a:lnTo>
                      <a:lnTo>
                        <a:pt x="106568" y="111637"/>
                      </a:lnTo>
                      <a:lnTo>
                        <a:pt x="105144" y="107400"/>
                      </a:lnTo>
                      <a:lnTo>
                        <a:pt x="102123" y="106995"/>
                      </a:lnTo>
                      <a:lnTo>
                        <a:pt x="105422" y="109391"/>
                      </a:lnTo>
                      <a:lnTo>
                        <a:pt x="103627" y="115318"/>
                      </a:lnTo>
                      <a:lnTo>
                        <a:pt x="100293" y="117239"/>
                      </a:lnTo>
                      <a:lnTo>
                        <a:pt x="99923" y="121835"/>
                      </a:lnTo>
                      <a:lnTo>
                        <a:pt x="98198" y="122819"/>
                      </a:lnTo>
                      <a:lnTo>
                        <a:pt x="100536" y="132184"/>
                      </a:lnTo>
                      <a:lnTo>
                        <a:pt x="98476" y="133341"/>
                      </a:lnTo>
                      <a:lnTo>
                        <a:pt x="96196" y="131605"/>
                      </a:lnTo>
                      <a:lnTo>
                        <a:pt x="95235" y="135263"/>
                      </a:lnTo>
                      <a:lnTo>
                        <a:pt x="96566" y="136837"/>
                      </a:lnTo>
                      <a:lnTo>
                        <a:pt x="92596" y="137659"/>
                      </a:lnTo>
                      <a:lnTo>
                        <a:pt x="92538" y="141572"/>
                      </a:lnTo>
                      <a:lnTo>
                        <a:pt x="94957" y="143725"/>
                      </a:lnTo>
                      <a:lnTo>
                        <a:pt x="96971" y="141086"/>
                      </a:lnTo>
                      <a:lnTo>
                        <a:pt x="101509" y="139951"/>
                      </a:lnTo>
                      <a:lnTo>
                        <a:pt x="103581" y="135610"/>
                      </a:lnTo>
                      <a:lnTo>
                        <a:pt x="108802" y="133457"/>
                      </a:lnTo>
                      <a:lnTo>
                        <a:pt x="104438" y="134059"/>
                      </a:lnTo>
                      <a:lnTo>
                        <a:pt x="103211" y="132033"/>
                      </a:lnTo>
                      <a:lnTo>
                        <a:pt x="103905" y="124254"/>
                      </a:lnTo>
                      <a:lnTo>
                        <a:pt x="107841" y="118073"/>
                      </a:lnTo>
                      <a:lnTo>
                        <a:pt x="112008" y="117783"/>
                      </a:lnTo>
                      <a:lnTo>
                        <a:pt x="117935" y="113998"/>
                      </a:lnTo>
                      <a:lnTo>
                        <a:pt x="120818" y="115237"/>
                      </a:lnTo>
                      <a:lnTo>
                        <a:pt x="120748" y="118408"/>
                      </a:lnTo>
                      <a:lnTo>
                        <a:pt x="121975" y="118270"/>
                      </a:lnTo>
                      <a:lnTo>
                        <a:pt x="123156" y="111417"/>
                      </a:lnTo>
                      <a:lnTo>
                        <a:pt x="123908" y="112435"/>
                      </a:lnTo>
                      <a:lnTo>
                        <a:pt x="126027" y="115248"/>
                      </a:lnTo>
                      <a:lnTo>
                        <a:pt x="128342" y="114114"/>
                      </a:lnTo>
                      <a:lnTo>
                        <a:pt x="128273" y="111127"/>
                      </a:lnTo>
                      <a:lnTo>
                        <a:pt x="123908" y="106173"/>
                      </a:lnTo>
                      <a:lnTo>
                        <a:pt x="123700" y="105930"/>
                      </a:lnTo>
                      <a:lnTo>
                        <a:pt x="120007" y="106242"/>
                      </a:lnTo>
                      <a:lnTo>
                        <a:pt x="115608" y="102306"/>
                      </a:lnTo>
                      <a:lnTo>
                        <a:pt x="115620" y="98544"/>
                      </a:lnTo>
                      <a:lnTo>
                        <a:pt x="119787" y="95893"/>
                      </a:lnTo>
                      <a:lnTo>
                        <a:pt x="120181" y="90048"/>
                      </a:lnTo>
                      <a:lnTo>
                        <a:pt x="122102" y="88126"/>
                      </a:lnTo>
                      <a:lnTo>
                        <a:pt x="123908" y="89110"/>
                      </a:lnTo>
                      <a:lnTo>
                        <a:pt x="124314" y="89318"/>
                      </a:lnTo>
                      <a:lnTo>
                        <a:pt x="124973" y="94400"/>
                      </a:lnTo>
                      <a:lnTo>
                        <a:pt x="127543" y="94956"/>
                      </a:lnTo>
                      <a:lnTo>
                        <a:pt x="131907" y="89608"/>
                      </a:lnTo>
                      <a:lnTo>
                        <a:pt x="132787" y="85487"/>
                      </a:lnTo>
                      <a:lnTo>
                        <a:pt x="137313" y="83808"/>
                      </a:lnTo>
                      <a:lnTo>
                        <a:pt x="143530" y="90175"/>
                      </a:lnTo>
                      <a:lnTo>
                        <a:pt x="144537" y="93451"/>
                      </a:lnTo>
                      <a:lnTo>
                        <a:pt x="145162" y="98151"/>
                      </a:lnTo>
                      <a:lnTo>
                        <a:pt x="142719" y="100582"/>
                      </a:lnTo>
                      <a:lnTo>
                        <a:pt x="143252" y="106335"/>
                      </a:lnTo>
                      <a:lnTo>
                        <a:pt x="148785" y="101681"/>
                      </a:lnTo>
                      <a:lnTo>
                        <a:pt x="151401" y="104668"/>
                      </a:lnTo>
                      <a:lnTo>
                        <a:pt x="152420" y="107597"/>
                      </a:lnTo>
                      <a:lnTo>
                        <a:pt x="152374" y="107874"/>
                      </a:lnTo>
                      <a:lnTo>
                        <a:pt x="144919" y="113153"/>
                      </a:lnTo>
                      <a:lnTo>
                        <a:pt x="152848" y="111972"/>
                      </a:lnTo>
                      <a:lnTo>
                        <a:pt x="155580" y="115978"/>
                      </a:lnTo>
                      <a:lnTo>
                        <a:pt x="155615" y="116730"/>
                      </a:lnTo>
                      <a:lnTo>
                        <a:pt x="151945" y="118119"/>
                      </a:lnTo>
                      <a:lnTo>
                        <a:pt x="151355" y="118212"/>
                      </a:lnTo>
                      <a:lnTo>
                        <a:pt x="151204" y="118408"/>
                      </a:lnTo>
                      <a:lnTo>
                        <a:pt x="150382" y="118721"/>
                      </a:lnTo>
                      <a:lnTo>
                        <a:pt x="148634" y="121650"/>
                      </a:lnTo>
                      <a:lnTo>
                        <a:pt x="148194" y="121349"/>
                      </a:lnTo>
                      <a:lnTo>
                        <a:pt x="147592" y="120863"/>
                      </a:lnTo>
                      <a:lnTo>
                        <a:pt x="148044" y="121256"/>
                      </a:lnTo>
                      <a:lnTo>
                        <a:pt x="147454" y="120851"/>
                      </a:lnTo>
                      <a:lnTo>
                        <a:pt x="148577" y="121823"/>
                      </a:lnTo>
                      <a:lnTo>
                        <a:pt x="153635" y="119659"/>
                      </a:lnTo>
                      <a:lnTo>
                        <a:pt x="152767" y="122668"/>
                      </a:lnTo>
                      <a:lnTo>
                        <a:pt x="155302" y="127542"/>
                      </a:lnTo>
                      <a:lnTo>
                        <a:pt x="152663" y="126894"/>
                      </a:lnTo>
                      <a:lnTo>
                        <a:pt x="148808" y="125852"/>
                      </a:lnTo>
                      <a:lnTo>
                        <a:pt x="147187" y="120955"/>
                      </a:lnTo>
                      <a:lnTo>
                        <a:pt x="131259" y="135402"/>
                      </a:lnTo>
                      <a:lnTo>
                        <a:pt x="130240" y="136976"/>
                      </a:lnTo>
                      <a:lnTo>
                        <a:pt x="129245" y="137891"/>
                      </a:lnTo>
                      <a:lnTo>
                        <a:pt x="129557" y="138018"/>
                      </a:lnTo>
                      <a:lnTo>
                        <a:pt x="128099" y="140241"/>
                      </a:lnTo>
                      <a:lnTo>
                        <a:pt x="129013" y="141051"/>
                      </a:lnTo>
                      <a:lnTo>
                        <a:pt x="131340" y="138238"/>
                      </a:lnTo>
                      <a:lnTo>
                        <a:pt x="143610" y="130204"/>
                      </a:lnTo>
                      <a:lnTo>
                        <a:pt x="147604" y="127796"/>
                      </a:lnTo>
                      <a:lnTo>
                        <a:pt x="147859" y="128375"/>
                      </a:lnTo>
                      <a:lnTo>
                        <a:pt x="148577" y="131327"/>
                      </a:lnTo>
                      <a:lnTo>
                        <a:pt x="139883" y="137103"/>
                      </a:lnTo>
                      <a:lnTo>
                        <a:pt x="139941" y="137636"/>
                      </a:lnTo>
                      <a:lnTo>
                        <a:pt x="138922" y="138354"/>
                      </a:lnTo>
                      <a:lnTo>
                        <a:pt x="141099" y="139071"/>
                      </a:lnTo>
                      <a:lnTo>
                        <a:pt x="154781" y="130922"/>
                      </a:lnTo>
                      <a:lnTo>
                        <a:pt x="156356" y="148818"/>
                      </a:lnTo>
                      <a:lnTo>
                        <a:pt x="156321" y="148899"/>
                      </a:lnTo>
                      <a:lnTo>
                        <a:pt x="156691" y="152661"/>
                      </a:lnTo>
                      <a:lnTo>
                        <a:pt x="157420" y="146688"/>
                      </a:lnTo>
                      <a:lnTo>
                        <a:pt x="158277" y="144975"/>
                      </a:lnTo>
                      <a:lnTo>
                        <a:pt x="160777" y="142683"/>
                      </a:lnTo>
                      <a:lnTo>
                        <a:pt x="158879" y="143875"/>
                      </a:lnTo>
                      <a:lnTo>
                        <a:pt x="158914" y="143702"/>
                      </a:lnTo>
                      <a:lnTo>
                        <a:pt x="159400" y="142729"/>
                      </a:lnTo>
                      <a:lnTo>
                        <a:pt x="159631" y="140067"/>
                      </a:lnTo>
                      <a:lnTo>
                        <a:pt x="160176" y="137277"/>
                      </a:lnTo>
                      <a:lnTo>
                        <a:pt x="160476" y="137185"/>
                      </a:lnTo>
                      <a:lnTo>
                        <a:pt x="162363" y="136941"/>
                      </a:lnTo>
                      <a:lnTo>
                        <a:pt x="163313" y="138817"/>
                      </a:lnTo>
                      <a:lnTo>
                        <a:pt x="163440" y="139152"/>
                      </a:lnTo>
                      <a:lnTo>
                        <a:pt x="163475" y="139141"/>
                      </a:lnTo>
                      <a:lnTo>
                        <a:pt x="163509" y="139222"/>
                      </a:lnTo>
                      <a:lnTo>
                        <a:pt x="165454" y="138678"/>
                      </a:lnTo>
                      <a:lnTo>
                        <a:pt x="165431" y="138539"/>
                      </a:lnTo>
                      <a:lnTo>
                        <a:pt x="165477" y="138516"/>
                      </a:lnTo>
                      <a:lnTo>
                        <a:pt x="165246" y="137624"/>
                      </a:lnTo>
                      <a:lnTo>
                        <a:pt x="165153" y="137161"/>
                      </a:lnTo>
                      <a:lnTo>
                        <a:pt x="165674" y="138736"/>
                      </a:lnTo>
                      <a:lnTo>
                        <a:pt x="166982" y="137856"/>
                      </a:lnTo>
                      <a:lnTo>
                        <a:pt x="168777" y="136640"/>
                      </a:lnTo>
                      <a:lnTo>
                        <a:pt x="167410" y="134129"/>
                      </a:lnTo>
                      <a:lnTo>
                        <a:pt x="165998" y="136131"/>
                      </a:lnTo>
                      <a:lnTo>
                        <a:pt x="164320" y="132311"/>
                      </a:lnTo>
                      <a:lnTo>
                        <a:pt x="168742" y="127565"/>
                      </a:lnTo>
                      <a:lnTo>
                        <a:pt x="169448" y="121997"/>
                      </a:lnTo>
                      <a:lnTo>
                        <a:pt x="169656" y="122136"/>
                      </a:lnTo>
                      <a:lnTo>
                        <a:pt x="172029" y="124463"/>
                      </a:lnTo>
                      <a:lnTo>
                        <a:pt x="170837" y="128954"/>
                      </a:lnTo>
                      <a:lnTo>
                        <a:pt x="171138" y="129278"/>
                      </a:lnTo>
                      <a:lnTo>
                        <a:pt x="170976" y="129857"/>
                      </a:lnTo>
                      <a:lnTo>
                        <a:pt x="171532" y="129718"/>
                      </a:lnTo>
                      <a:lnTo>
                        <a:pt x="171879" y="130089"/>
                      </a:lnTo>
                      <a:lnTo>
                        <a:pt x="173453" y="129232"/>
                      </a:lnTo>
                      <a:lnTo>
                        <a:pt x="175664" y="128688"/>
                      </a:lnTo>
                      <a:lnTo>
                        <a:pt x="175247" y="125493"/>
                      </a:lnTo>
                      <a:lnTo>
                        <a:pt x="173696" y="125805"/>
                      </a:lnTo>
                      <a:lnTo>
                        <a:pt x="173673" y="125748"/>
                      </a:lnTo>
                      <a:lnTo>
                        <a:pt x="174101" y="125215"/>
                      </a:lnTo>
                      <a:lnTo>
                        <a:pt x="175016" y="125366"/>
                      </a:lnTo>
                      <a:lnTo>
                        <a:pt x="175768" y="123155"/>
                      </a:lnTo>
                      <a:lnTo>
                        <a:pt x="177690" y="120793"/>
                      </a:lnTo>
                      <a:lnTo>
                        <a:pt x="177922" y="117575"/>
                      </a:lnTo>
                      <a:lnTo>
                        <a:pt x="178477" y="117401"/>
                      </a:lnTo>
                      <a:lnTo>
                        <a:pt x="180838" y="116776"/>
                      </a:lnTo>
                      <a:lnTo>
                        <a:pt x="183142" y="112134"/>
                      </a:lnTo>
                      <a:lnTo>
                        <a:pt x="183177" y="112273"/>
                      </a:lnTo>
                      <a:lnTo>
                        <a:pt x="183628" y="114033"/>
                      </a:lnTo>
                      <a:lnTo>
                        <a:pt x="184404" y="112528"/>
                      </a:lnTo>
                      <a:lnTo>
                        <a:pt x="187460" y="110641"/>
                      </a:lnTo>
                      <a:lnTo>
                        <a:pt x="189370" y="110352"/>
                      </a:lnTo>
                      <a:lnTo>
                        <a:pt x="188293" y="113547"/>
                      </a:lnTo>
                      <a:lnTo>
                        <a:pt x="188351" y="113755"/>
                      </a:lnTo>
                      <a:lnTo>
                        <a:pt x="188154" y="114334"/>
                      </a:lnTo>
                      <a:lnTo>
                        <a:pt x="188560" y="114554"/>
                      </a:lnTo>
                      <a:lnTo>
                        <a:pt x="188849" y="115700"/>
                      </a:lnTo>
                      <a:lnTo>
                        <a:pt x="189845" y="115260"/>
                      </a:lnTo>
                      <a:lnTo>
                        <a:pt x="189972" y="115329"/>
                      </a:lnTo>
                      <a:lnTo>
                        <a:pt x="181452" y="128398"/>
                      </a:lnTo>
                      <a:lnTo>
                        <a:pt x="176602" y="134626"/>
                      </a:lnTo>
                      <a:lnTo>
                        <a:pt x="174541" y="136131"/>
                      </a:lnTo>
                      <a:lnTo>
                        <a:pt x="168834" y="138319"/>
                      </a:lnTo>
                      <a:lnTo>
                        <a:pt x="163232" y="149316"/>
                      </a:lnTo>
                      <a:lnTo>
                        <a:pt x="163764" y="150960"/>
                      </a:lnTo>
                      <a:lnTo>
                        <a:pt x="164574" y="149304"/>
                      </a:lnTo>
                      <a:lnTo>
                        <a:pt x="164899" y="149362"/>
                      </a:lnTo>
                      <a:lnTo>
                        <a:pt x="164945" y="149964"/>
                      </a:lnTo>
                      <a:lnTo>
                        <a:pt x="165385" y="149455"/>
                      </a:lnTo>
                      <a:lnTo>
                        <a:pt x="167341" y="149825"/>
                      </a:lnTo>
                      <a:lnTo>
                        <a:pt x="165593" y="156713"/>
                      </a:lnTo>
                      <a:lnTo>
                        <a:pt x="166936" y="157280"/>
                      </a:lnTo>
                      <a:lnTo>
                        <a:pt x="172886" y="142764"/>
                      </a:lnTo>
                      <a:lnTo>
                        <a:pt x="175757" y="143412"/>
                      </a:lnTo>
                      <a:lnTo>
                        <a:pt x="179369" y="147244"/>
                      </a:lnTo>
                      <a:lnTo>
                        <a:pt x="180908" y="146573"/>
                      </a:lnTo>
                      <a:lnTo>
                        <a:pt x="182424" y="146075"/>
                      </a:lnTo>
                      <a:lnTo>
                        <a:pt x="180665" y="153727"/>
                      </a:lnTo>
                      <a:lnTo>
                        <a:pt x="182563" y="154004"/>
                      </a:lnTo>
                      <a:lnTo>
                        <a:pt x="182610" y="164527"/>
                      </a:lnTo>
                      <a:lnTo>
                        <a:pt x="182031" y="164805"/>
                      </a:lnTo>
                      <a:lnTo>
                        <a:pt x="176359" y="165453"/>
                      </a:lnTo>
                      <a:lnTo>
                        <a:pt x="170281" y="171414"/>
                      </a:lnTo>
                      <a:lnTo>
                        <a:pt x="166785" y="168520"/>
                      </a:lnTo>
                      <a:lnTo>
                        <a:pt x="157502" y="167872"/>
                      </a:lnTo>
                      <a:lnTo>
                        <a:pt x="156298" y="167097"/>
                      </a:lnTo>
                      <a:lnTo>
                        <a:pt x="153543" y="167594"/>
                      </a:lnTo>
                      <a:lnTo>
                        <a:pt x="148241" y="167236"/>
                      </a:lnTo>
                      <a:lnTo>
                        <a:pt x="151170" y="169146"/>
                      </a:lnTo>
                      <a:lnTo>
                        <a:pt x="153647" y="171009"/>
                      </a:lnTo>
                      <a:lnTo>
                        <a:pt x="153566" y="180282"/>
                      </a:lnTo>
                      <a:lnTo>
                        <a:pt x="155904" y="185167"/>
                      </a:lnTo>
                      <a:lnTo>
                        <a:pt x="157293" y="177897"/>
                      </a:lnTo>
                      <a:lnTo>
                        <a:pt x="159319" y="175941"/>
                      </a:lnTo>
                      <a:lnTo>
                        <a:pt x="161507" y="181532"/>
                      </a:lnTo>
                      <a:lnTo>
                        <a:pt x="161530" y="181404"/>
                      </a:lnTo>
                      <a:lnTo>
                        <a:pt x="161588" y="181555"/>
                      </a:lnTo>
                      <a:lnTo>
                        <a:pt x="161819" y="180143"/>
                      </a:lnTo>
                      <a:lnTo>
                        <a:pt x="162097" y="178892"/>
                      </a:lnTo>
                      <a:lnTo>
                        <a:pt x="163822" y="180293"/>
                      </a:lnTo>
                      <a:lnTo>
                        <a:pt x="163857" y="180328"/>
                      </a:lnTo>
                      <a:lnTo>
                        <a:pt x="164713" y="182956"/>
                      </a:lnTo>
                      <a:lnTo>
                        <a:pt x="165304" y="185224"/>
                      </a:lnTo>
                      <a:lnTo>
                        <a:pt x="165361" y="184935"/>
                      </a:lnTo>
                      <a:lnTo>
                        <a:pt x="165582" y="185618"/>
                      </a:lnTo>
                      <a:lnTo>
                        <a:pt x="165894" y="186567"/>
                      </a:lnTo>
                      <a:lnTo>
                        <a:pt x="165917" y="185618"/>
                      </a:lnTo>
                      <a:lnTo>
                        <a:pt x="166010" y="181972"/>
                      </a:lnTo>
                      <a:lnTo>
                        <a:pt x="168846" y="184206"/>
                      </a:lnTo>
                      <a:lnTo>
                        <a:pt x="169205" y="183523"/>
                      </a:lnTo>
                      <a:lnTo>
                        <a:pt x="169772" y="183801"/>
                      </a:lnTo>
                      <a:lnTo>
                        <a:pt x="169853" y="182331"/>
                      </a:lnTo>
                      <a:lnTo>
                        <a:pt x="170166" y="181740"/>
                      </a:lnTo>
                      <a:lnTo>
                        <a:pt x="172365" y="181705"/>
                      </a:lnTo>
                      <a:lnTo>
                        <a:pt x="173731" y="185224"/>
                      </a:lnTo>
                      <a:lnTo>
                        <a:pt x="176636" y="185363"/>
                      </a:lnTo>
                      <a:lnTo>
                        <a:pt x="180074" y="182782"/>
                      </a:lnTo>
                      <a:lnTo>
                        <a:pt x="180665" y="183361"/>
                      </a:lnTo>
                      <a:lnTo>
                        <a:pt x="181429" y="184495"/>
                      </a:lnTo>
                      <a:lnTo>
                        <a:pt x="180098" y="185618"/>
                      </a:lnTo>
                      <a:lnTo>
                        <a:pt x="178627" y="186845"/>
                      </a:lnTo>
                      <a:lnTo>
                        <a:pt x="178165" y="189565"/>
                      </a:lnTo>
                      <a:lnTo>
                        <a:pt x="178338" y="190410"/>
                      </a:lnTo>
                      <a:lnTo>
                        <a:pt x="178060" y="191776"/>
                      </a:lnTo>
                      <a:lnTo>
                        <a:pt x="179091" y="194184"/>
                      </a:lnTo>
                      <a:lnTo>
                        <a:pt x="179183" y="194624"/>
                      </a:lnTo>
                      <a:lnTo>
                        <a:pt x="179322" y="194601"/>
                      </a:lnTo>
                      <a:lnTo>
                        <a:pt x="180943" y="194971"/>
                      </a:lnTo>
                      <a:lnTo>
                        <a:pt x="179982" y="198155"/>
                      </a:lnTo>
                      <a:lnTo>
                        <a:pt x="176254" y="195863"/>
                      </a:lnTo>
                      <a:lnTo>
                        <a:pt x="174472" y="197136"/>
                      </a:lnTo>
                      <a:lnTo>
                        <a:pt x="173835" y="197009"/>
                      </a:lnTo>
                      <a:lnTo>
                        <a:pt x="173071" y="195863"/>
                      </a:lnTo>
                      <a:lnTo>
                        <a:pt x="171115" y="196395"/>
                      </a:lnTo>
                      <a:lnTo>
                        <a:pt x="158613" y="209592"/>
                      </a:lnTo>
                      <a:lnTo>
                        <a:pt x="161078" y="211027"/>
                      </a:lnTo>
                      <a:lnTo>
                        <a:pt x="161484" y="211282"/>
                      </a:lnTo>
                      <a:lnTo>
                        <a:pt x="161495" y="211259"/>
                      </a:lnTo>
                      <a:lnTo>
                        <a:pt x="161785" y="211421"/>
                      </a:lnTo>
                      <a:lnTo>
                        <a:pt x="163035" y="210147"/>
                      </a:lnTo>
                      <a:lnTo>
                        <a:pt x="163255" y="209974"/>
                      </a:lnTo>
                      <a:lnTo>
                        <a:pt x="160511" y="213863"/>
                      </a:lnTo>
                      <a:lnTo>
                        <a:pt x="160777" y="214083"/>
                      </a:lnTo>
                      <a:lnTo>
                        <a:pt x="161264" y="214639"/>
                      </a:lnTo>
                      <a:lnTo>
                        <a:pt x="160303" y="214234"/>
                      </a:lnTo>
                      <a:lnTo>
                        <a:pt x="162398" y="216259"/>
                      </a:lnTo>
                      <a:lnTo>
                        <a:pt x="162282" y="217012"/>
                      </a:lnTo>
                      <a:lnTo>
                        <a:pt x="161391" y="218493"/>
                      </a:lnTo>
                      <a:lnTo>
                        <a:pt x="162086" y="218285"/>
                      </a:lnTo>
                      <a:lnTo>
                        <a:pt x="162016" y="218713"/>
                      </a:lnTo>
                      <a:lnTo>
                        <a:pt x="162167" y="218262"/>
                      </a:lnTo>
                      <a:lnTo>
                        <a:pt x="162861" y="218042"/>
                      </a:lnTo>
                      <a:lnTo>
                        <a:pt x="162688" y="214291"/>
                      </a:lnTo>
                      <a:lnTo>
                        <a:pt x="162746" y="213933"/>
                      </a:lnTo>
                      <a:lnTo>
                        <a:pt x="168846" y="213921"/>
                      </a:lnTo>
                      <a:lnTo>
                        <a:pt x="169309" y="215287"/>
                      </a:lnTo>
                      <a:lnTo>
                        <a:pt x="171439" y="214072"/>
                      </a:lnTo>
                      <a:lnTo>
                        <a:pt x="170675" y="212347"/>
                      </a:lnTo>
                      <a:lnTo>
                        <a:pt x="172955" y="212161"/>
                      </a:lnTo>
                      <a:lnTo>
                        <a:pt x="171184" y="214974"/>
                      </a:lnTo>
                      <a:lnTo>
                        <a:pt x="171890" y="217429"/>
                      </a:lnTo>
                      <a:lnTo>
                        <a:pt x="172851" y="217787"/>
                      </a:lnTo>
                      <a:lnTo>
                        <a:pt x="172932" y="217926"/>
                      </a:lnTo>
                      <a:lnTo>
                        <a:pt x="173048" y="217868"/>
                      </a:lnTo>
                      <a:lnTo>
                        <a:pt x="173696" y="218100"/>
                      </a:lnTo>
                      <a:lnTo>
                        <a:pt x="175247" y="216734"/>
                      </a:lnTo>
                      <a:lnTo>
                        <a:pt x="176961" y="215866"/>
                      </a:lnTo>
                      <a:lnTo>
                        <a:pt x="177296" y="219616"/>
                      </a:lnTo>
                      <a:lnTo>
                        <a:pt x="175131" y="222151"/>
                      </a:lnTo>
                      <a:lnTo>
                        <a:pt x="173870" y="222070"/>
                      </a:lnTo>
                      <a:lnTo>
                        <a:pt x="169598" y="219570"/>
                      </a:lnTo>
                      <a:lnTo>
                        <a:pt x="167248" y="221920"/>
                      </a:lnTo>
                      <a:lnTo>
                        <a:pt x="163382" y="222047"/>
                      </a:lnTo>
                      <a:lnTo>
                        <a:pt x="163151" y="226296"/>
                      </a:lnTo>
                      <a:lnTo>
                        <a:pt x="160476" y="229595"/>
                      </a:lnTo>
                      <a:lnTo>
                        <a:pt x="161518" y="229178"/>
                      </a:lnTo>
                      <a:lnTo>
                        <a:pt x="164621" y="228078"/>
                      </a:lnTo>
                      <a:lnTo>
                        <a:pt x="161565" y="231447"/>
                      </a:lnTo>
                      <a:lnTo>
                        <a:pt x="160222" y="231621"/>
                      </a:lnTo>
                      <a:lnTo>
                        <a:pt x="157872" y="231655"/>
                      </a:lnTo>
                      <a:lnTo>
                        <a:pt x="157756" y="231933"/>
                      </a:lnTo>
                      <a:lnTo>
                        <a:pt x="156703" y="232060"/>
                      </a:lnTo>
                      <a:lnTo>
                        <a:pt x="155962" y="234295"/>
                      </a:lnTo>
                      <a:lnTo>
                        <a:pt x="155348" y="234329"/>
                      </a:lnTo>
                      <a:lnTo>
                        <a:pt x="153739" y="233426"/>
                      </a:lnTo>
                      <a:lnTo>
                        <a:pt x="153450" y="229467"/>
                      </a:lnTo>
                      <a:lnTo>
                        <a:pt x="153496" y="226273"/>
                      </a:lnTo>
                      <a:lnTo>
                        <a:pt x="156113" y="223112"/>
                      </a:lnTo>
                      <a:lnTo>
                        <a:pt x="157293" y="221908"/>
                      </a:lnTo>
                      <a:lnTo>
                        <a:pt x="157073" y="221955"/>
                      </a:lnTo>
                      <a:lnTo>
                        <a:pt x="157282" y="221700"/>
                      </a:lnTo>
                      <a:lnTo>
                        <a:pt x="151621" y="222337"/>
                      </a:lnTo>
                      <a:lnTo>
                        <a:pt x="150105" y="221526"/>
                      </a:lnTo>
                      <a:lnTo>
                        <a:pt x="149086" y="219593"/>
                      </a:lnTo>
                      <a:lnTo>
                        <a:pt x="148831" y="218123"/>
                      </a:lnTo>
                      <a:lnTo>
                        <a:pt x="148090" y="217683"/>
                      </a:lnTo>
                      <a:lnTo>
                        <a:pt x="147164" y="215924"/>
                      </a:lnTo>
                      <a:lnTo>
                        <a:pt x="143958" y="218401"/>
                      </a:lnTo>
                      <a:lnTo>
                        <a:pt x="145139" y="219327"/>
                      </a:lnTo>
                      <a:lnTo>
                        <a:pt x="145567" y="224710"/>
                      </a:lnTo>
                      <a:lnTo>
                        <a:pt x="145497" y="225566"/>
                      </a:lnTo>
                      <a:lnTo>
                        <a:pt x="148334" y="226029"/>
                      </a:lnTo>
                      <a:lnTo>
                        <a:pt x="148403" y="226041"/>
                      </a:lnTo>
                      <a:lnTo>
                        <a:pt x="148982" y="230602"/>
                      </a:lnTo>
                      <a:lnTo>
                        <a:pt x="144618" y="234954"/>
                      </a:lnTo>
                      <a:lnTo>
                        <a:pt x="143078" y="235290"/>
                      </a:lnTo>
                      <a:lnTo>
                        <a:pt x="140265" y="235637"/>
                      </a:lnTo>
                      <a:lnTo>
                        <a:pt x="138054" y="239839"/>
                      </a:lnTo>
                      <a:lnTo>
                        <a:pt x="144270" y="240661"/>
                      </a:lnTo>
                      <a:lnTo>
                        <a:pt x="148565" y="236482"/>
                      </a:lnTo>
                      <a:lnTo>
                        <a:pt x="151482" y="238149"/>
                      </a:lnTo>
                      <a:lnTo>
                        <a:pt x="150012" y="239504"/>
                      </a:lnTo>
                      <a:lnTo>
                        <a:pt x="148044" y="241147"/>
                      </a:lnTo>
                      <a:lnTo>
                        <a:pt x="149039" y="244690"/>
                      </a:lnTo>
                      <a:lnTo>
                        <a:pt x="141006" y="257990"/>
                      </a:lnTo>
                      <a:lnTo>
                        <a:pt x="145683" y="255316"/>
                      </a:lnTo>
                      <a:lnTo>
                        <a:pt x="147269" y="253071"/>
                      </a:lnTo>
                      <a:lnTo>
                        <a:pt x="147951" y="252573"/>
                      </a:lnTo>
                      <a:lnTo>
                        <a:pt x="153380" y="244423"/>
                      </a:lnTo>
                      <a:lnTo>
                        <a:pt x="154110" y="243787"/>
                      </a:lnTo>
                      <a:lnTo>
                        <a:pt x="156147" y="243393"/>
                      </a:lnTo>
                      <a:lnTo>
                        <a:pt x="156923" y="243683"/>
                      </a:lnTo>
                      <a:lnTo>
                        <a:pt x="156055" y="247202"/>
                      </a:lnTo>
                      <a:lnTo>
                        <a:pt x="152941" y="250096"/>
                      </a:lnTo>
                      <a:lnTo>
                        <a:pt x="156008" y="252052"/>
                      </a:lnTo>
                      <a:lnTo>
                        <a:pt x="153635" y="253406"/>
                      </a:lnTo>
                      <a:lnTo>
                        <a:pt x="151123" y="254738"/>
                      </a:lnTo>
                      <a:lnTo>
                        <a:pt x="151216" y="257898"/>
                      </a:lnTo>
                      <a:lnTo>
                        <a:pt x="151239" y="259530"/>
                      </a:lnTo>
                      <a:lnTo>
                        <a:pt x="141967" y="273653"/>
                      </a:lnTo>
                      <a:lnTo>
                        <a:pt x="142997" y="274428"/>
                      </a:lnTo>
                      <a:lnTo>
                        <a:pt x="148704" y="268142"/>
                      </a:lnTo>
                      <a:lnTo>
                        <a:pt x="148160" y="267483"/>
                      </a:lnTo>
                      <a:lnTo>
                        <a:pt x="149572" y="266047"/>
                      </a:lnTo>
                      <a:lnTo>
                        <a:pt x="152362" y="264056"/>
                      </a:lnTo>
                      <a:lnTo>
                        <a:pt x="160858" y="254819"/>
                      </a:lnTo>
                      <a:lnTo>
                        <a:pt x="159481" y="262771"/>
                      </a:lnTo>
                      <a:lnTo>
                        <a:pt x="159712" y="262760"/>
                      </a:lnTo>
                      <a:lnTo>
                        <a:pt x="159585" y="263500"/>
                      </a:lnTo>
                      <a:lnTo>
                        <a:pt x="161252" y="262632"/>
                      </a:lnTo>
                      <a:lnTo>
                        <a:pt x="162641" y="262528"/>
                      </a:lnTo>
                      <a:lnTo>
                        <a:pt x="163509" y="263408"/>
                      </a:lnTo>
                      <a:lnTo>
                        <a:pt x="161634" y="266001"/>
                      </a:lnTo>
                      <a:lnTo>
                        <a:pt x="160928" y="266858"/>
                      </a:lnTo>
                      <a:lnTo>
                        <a:pt x="160963" y="269751"/>
                      </a:lnTo>
                      <a:lnTo>
                        <a:pt x="160268" y="271071"/>
                      </a:lnTo>
                      <a:lnTo>
                        <a:pt x="160882" y="272576"/>
                      </a:lnTo>
                      <a:lnTo>
                        <a:pt x="158370" y="274845"/>
                      </a:lnTo>
                      <a:lnTo>
                        <a:pt x="158011" y="275111"/>
                      </a:lnTo>
                      <a:lnTo>
                        <a:pt x="159411" y="274833"/>
                      </a:lnTo>
                      <a:lnTo>
                        <a:pt x="158485" y="277195"/>
                      </a:lnTo>
                      <a:lnTo>
                        <a:pt x="160801" y="281316"/>
                      </a:lnTo>
                      <a:lnTo>
                        <a:pt x="163834" y="280992"/>
                      </a:lnTo>
                      <a:lnTo>
                        <a:pt x="164760" y="284360"/>
                      </a:lnTo>
                      <a:lnTo>
                        <a:pt x="167758" y="287057"/>
                      </a:lnTo>
                      <a:lnTo>
                        <a:pt x="166230" y="289882"/>
                      </a:lnTo>
                      <a:lnTo>
                        <a:pt x="165084" y="288574"/>
                      </a:lnTo>
                      <a:lnTo>
                        <a:pt x="165072" y="288528"/>
                      </a:lnTo>
                      <a:lnTo>
                        <a:pt x="165060" y="288551"/>
                      </a:lnTo>
                      <a:lnTo>
                        <a:pt x="162746" y="285923"/>
                      </a:lnTo>
                      <a:lnTo>
                        <a:pt x="162676" y="285946"/>
                      </a:lnTo>
                      <a:lnTo>
                        <a:pt x="162259" y="286120"/>
                      </a:lnTo>
                      <a:lnTo>
                        <a:pt x="159365" y="287324"/>
                      </a:lnTo>
                      <a:lnTo>
                        <a:pt x="160569" y="291317"/>
                      </a:lnTo>
                      <a:lnTo>
                        <a:pt x="161159" y="293297"/>
                      </a:lnTo>
                      <a:lnTo>
                        <a:pt x="161947" y="296226"/>
                      </a:lnTo>
                      <a:lnTo>
                        <a:pt x="161322" y="298494"/>
                      </a:lnTo>
                      <a:lnTo>
                        <a:pt x="161067" y="299004"/>
                      </a:lnTo>
                      <a:lnTo>
                        <a:pt x="160951" y="298969"/>
                      </a:lnTo>
                      <a:lnTo>
                        <a:pt x="158451" y="292614"/>
                      </a:lnTo>
                      <a:lnTo>
                        <a:pt x="158335" y="292081"/>
                      </a:lnTo>
                      <a:lnTo>
                        <a:pt x="155962" y="291723"/>
                      </a:lnTo>
                      <a:lnTo>
                        <a:pt x="155371" y="304734"/>
                      </a:lnTo>
                      <a:lnTo>
                        <a:pt x="151436" y="299733"/>
                      </a:lnTo>
                      <a:lnTo>
                        <a:pt x="146782" y="298089"/>
                      </a:lnTo>
                      <a:lnTo>
                        <a:pt x="146053" y="302060"/>
                      </a:lnTo>
                      <a:lnTo>
                        <a:pt x="149896" y="305370"/>
                      </a:lnTo>
                      <a:lnTo>
                        <a:pt x="149746" y="306030"/>
                      </a:lnTo>
                      <a:lnTo>
                        <a:pt x="149769" y="305996"/>
                      </a:lnTo>
                      <a:lnTo>
                        <a:pt x="149746" y="306100"/>
                      </a:lnTo>
                      <a:lnTo>
                        <a:pt x="149734" y="306100"/>
                      </a:lnTo>
                      <a:lnTo>
                        <a:pt x="148334" y="312235"/>
                      </a:lnTo>
                      <a:lnTo>
                        <a:pt x="147454" y="311992"/>
                      </a:lnTo>
                      <a:lnTo>
                        <a:pt x="146678" y="311633"/>
                      </a:lnTo>
                      <a:lnTo>
                        <a:pt x="144919" y="314944"/>
                      </a:lnTo>
                      <a:lnTo>
                        <a:pt x="140971" y="316055"/>
                      </a:lnTo>
                      <a:lnTo>
                        <a:pt x="141029" y="316113"/>
                      </a:lnTo>
                      <a:lnTo>
                        <a:pt x="140543" y="316263"/>
                      </a:lnTo>
                      <a:lnTo>
                        <a:pt x="146227" y="322132"/>
                      </a:lnTo>
                      <a:lnTo>
                        <a:pt x="144224" y="326311"/>
                      </a:lnTo>
                      <a:lnTo>
                        <a:pt x="144560" y="327689"/>
                      </a:lnTo>
                      <a:lnTo>
                        <a:pt x="143472" y="331335"/>
                      </a:lnTo>
                      <a:lnTo>
                        <a:pt x="143379" y="331439"/>
                      </a:lnTo>
                      <a:lnTo>
                        <a:pt x="143448" y="331451"/>
                      </a:lnTo>
                      <a:lnTo>
                        <a:pt x="143309" y="331879"/>
                      </a:lnTo>
                      <a:lnTo>
                        <a:pt x="146145" y="331995"/>
                      </a:lnTo>
                      <a:lnTo>
                        <a:pt x="144618" y="336776"/>
                      </a:lnTo>
                      <a:lnTo>
                        <a:pt x="148472" y="341626"/>
                      </a:lnTo>
                      <a:lnTo>
                        <a:pt x="147500" y="346812"/>
                      </a:lnTo>
                      <a:lnTo>
                        <a:pt x="147558" y="346858"/>
                      </a:lnTo>
                      <a:lnTo>
                        <a:pt x="147512" y="346963"/>
                      </a:lnTo>
                      <a:lnTo>
                        <a:pt x="152975" y="350910"/>
                      </a:lnTo>
                      <a:lnTo>
                        <a:pt x="156761" y="350910"/>
                      </a:lnTo>
                      <a:lnTo>
                        <a:pt x="155869" y="352496"/>
                      </a:lnTo>
                      <a:lnTo>
                        <a:pt x="156344" y="353480"/>
                      </a:lnTo>
                      <a:lnTo>
                        <a:pt x="156193" y="354105"/>
                      </a:lnTo>
                      <a:lnTo>
                        <a:pt x="155441" y="353318"/>
                      </a:lnTo>
                      <a:lnTo>
                        <a:pt x="154967" y="352750"/>
                      </a:lnTo>
                      <a:lnTo>
                        <a:pt x="148472" y="352345"/>
                      </a:lnTo>
                      <a:lnTo>
                        <a:pt x="146458" y="354151"/>
                      </a:lnTo>
                      <a:lnTo>
                        <a:pt x="146308" y="354117"/>
                      </a:lnTo>
                      <a:lnTo>
                        <a:pt x="145532" y="352507"/>
                      </a:lnTo>
                      <a:lnTo>
                        <a:pt x="145798" y="350551"/>
                      </a:lnTo>
                      <a:lnTo>
                        <a:pt x="146377" y="350285"/>
                      </a:lnTo>
                      <a:lnTo>
                        <a:pt x="146065" y="348560"/>
                      </a:lnTo>
                      <a:lnTo>
                        <a:pt x="146076" y="348467"/>
                      </a:lnTo>
                      <a:lnTo>
                        <a:pt x="146053" y="348502"/>
                      </a:lnTo>
                      <a:lnTo>
                        <a:pt x="145891" y="347588"/>
                      </a:lnTo>
                      <a:lnTo>
                        <a:pt x="143726" y="351523"/>
                      </a:lnTo>
                      <a:lnTo>
                        <a:pt x="143819" y="351778"/>
                      </a:lnTo>
                      <a:lnTo>
                        <a:pt x="143958" y="355205"/>
                      </a:lnTo>
                      <a:lnTo>
                        <a:pt x="143379" y="355633"/>
                      </a:lnTo>
                      <a:lnTo>
                        <a:pt x="138992" y="355355"/>
                      </a:lnTo>
                      <a:lnTo>
                        <a:pt x="138980" y="355517"/>
                      </a:lnTo>
                      <a:lnTo>
                        <a:pt x="138818" y="355494"/>
                      </a:lnTo>
                      <a:lnTo>
                        <a:pt x="138934" y="356038"/>
                      </a:lnTo>
                      <a:lnTo>
                        <a:pt x="138633" y="359187"/>
                      </a:lnTo>
                      <a:lnTo>
                        <a:pt x="140242" y="362382"/>
                      </a:lnTo>
                      <a:lnTo>
                        <a:pt x="141932" y="370601"/>
                      </a:lnTo>
                      <a:lnTo>
                        <a:pt x="143807" y="371052"/>
                      </a:lnTo>
                      <a:lnTo>
                        <a:pt x="145081" y="374455"/>
                      </a:lnTo>
                      <a:lnTo>
                        <a:pt x="145717" y="376585"/>
                      </a:lnTo>
                      <a:lnTo>
                        <a:pt x="145960" y="376817"/>
                      </a:lnTo>
                      <a:lnTo>
                        <a:pt x="146041" y="377048"/>
                      </a:lnTo>
                      <a:lnTo>
                        <a:pt x="149537" y="380266"/>
                      </a:lnTo>
                      <a:lnTo>
                        <a:pt x="146400" y="381331"/>
                      </a:lnTo>
                      <a:lnTo>
                        <a:pt x="147674" y="391217"/>
                      </a:lnTo>
                      <a:lnTo>
                        <a:pt x="144965" y="389539"/>
                      </a:lnTo>
                      <a:lnTo>
                        <a:pt x="145451" y="384376"/>
                      </a:lnTo>
                      <a:lnTo>
                        <a:pt x="144664" y="383866"/>
                      </a:lnTo>
                      <a:lnTo>
                        <a:pt x="143784" y="383230"/>
                      </a:lnTo>
                      <a:lnTo>
                        <a:pt x="142858" y="377997"/>
                      </a:lnTo>
                      <a:lnTo>
                        <a:pt x="140508" y="378102"/>
                      </a:lnTo>
                      <a:lnTo>
                        <a:pt x="138934" y="386193"/>
                      </a:lnTo>
                      <a:lnTo>
                        <a:pt x="136457" y="384862"/>
                      </a:lnTo>
                      <a:lnTo>
                        <a:pt x="136433" y="379734"/>
                      </a:lnTo>
                      <a:lnTo>
                        <a:pt x="136399" y="379722"/>
                      </a:lnTo>
                      <a:lnTo>
                        <a:pt x="136109" y="379664"/>
                      </a:lnTo>
                      <a:lnTo>
                        <a:pt x="133771" y="379201"/>
                      </a:lnTo>
                      <a:lnTo>
                        <a:pt x="133412" y="377014"/>
                      </a:lnTo>
                      <a:lnTo>
                        <a:pt x="133238" y="377419"/>
                      </a:lnTo>
                      <a:lnTo>
                        <a:pt x="133169" y="377176"/>
                      </a:lnTo>
                      <a:lnTo>
                        <a:pt x="132243" y="379595"/>
                      </a:lnTo>
                      <a:lnTo>
                        <a:pt x="131282" y="381736"/>
                      </a:lnTo>
                      <a:lnTo>
                        <a:pt x="127196" y="379873"/>
                      </a:lnTo>
                      <a:lnTo>
                        <a:pt x="126362" y="380753"/>
                      </a:lnTo>
                      <a:lnTo>
                        <a:pt x="126258" y="380729"/>
                      </a:lnTo>
                      <a:lnTo>
                        <a:pt x="126316" y="380811"/>
                      </a:lnTo>
                      <a:lnTo>
                        <a:pt x="126096" y="381042"/>
                      </a:lnTo>
                      <a:lnTo>
                        <a:pt x="128631" y="384561"/>
                      </a:lnTo>
                      <a:lnTo>
                        <a:pt x="129222" y="388960"/>
                      </a:lnTo>
                      <a:lnTo>
                        <a:pt x="133100" y="389087"/>
                      </a:lnTo>
                      <a:lnTo>
                        <a:pt x="130449" y="395732"/>
                      </a:lnTo>
                      <a:lnTo>
                        <a:pt x="131872" y="397028"/>
                      </a:lnTo>
                      <a:lnTo>
                        <a:pt x="132972" y="398012"/>
                      </a:lnTo>
                      <a:lnTo>
                        <a:pt x="131942" y="398035"/>
                      </a:lnTo>
                      <a:lnTo>
                        <a:pt x="133007" y="400779"/>
                      </a:lnTo>
                      <a:lnTo>
                        <a:pt x="133007" y="402098"/>
                      </a:lnTo>
                      <a:lnTo>
                        <a:pt x="131421" y="403071"/>
                      </a:lnTo>
                      <a:lnTo>
                        <a:pt x="129986" y="403916"/>
                      </a:lnTo>
                      <a:lnTo>
                        <a:pt x="132116" y="412864"/>
                      </a:lnTo>
                      <a:lnTo>
                        <a:pt x="129650" y="414161"/>
                      </a:lnTo>
                      <a:lnTo>
                        <a:pt x="128597" y="414600"/>
                      </a:lnTo>
                      <a:lnTo>
                        <a:pt x="128296" y="422044"/>
                      </a:lnTo>
                      <a:lnTo>
                        <a:pt x="123908" y="421338"/>
                      </a:lnTo>
                      <a:lnTo>
                        <a:pt x="122241" y="421071"/>
                      </a:lnTo>
                      <a:lnTo>
                        <a:pt x="123908" y="424394"/>
                      </a:lnTo>
                      <a:lnTo>
                        <a:pt x="124568" y="425679"/>
                      </a:lnTo>
                      <a:lnTo>
                        <a:pt x="126038" y="426836"/>
                      </a:lnTo>
                      <a:lnTo>
                        <a:pt x="129048" y="429267"/>
                      </a:lnTo>
                      <a:lnTo>
                        <a:pt x="127520" y="433330"/>
                      </a:lnTo>
                      <a:lnTo>
                        <a:pt x="128701" y="434766"/>
                      </a:lnTo>
                      <a:lnTo>
                        <a:pt x="126686" y="437486"/>
                      </a:lnTo>
                      <a:lnTo>
                        <a:pt x="127103" y="438042"/>
                      </a:lnTo>
                      <a:lnTo>
                        <a:pt x="127080" y="438053"/>
                      </a:lnTo>
                      <a:lnTo>
                        <a:pt x="127138" y="438076"/>
                      </a:lnTo>
                      <a:lnTo>
                        <a:pt x="129060" y="440600"/>
                      </a:lnTo>
                      <a:lnTo>
                        <a:pt x="128492" y="442255"/>
                      </a:lnTo>
                      <a:lnTo>
                        <a:pt x="128400" y="442209"/>
                      </a:lnTo>
                      <a:lnTo>
                        <a:pt x="128400" y="442498"/>
                      </a:lnTo>
                      <a:lnTo>
                        <a:pt x="128203" y="442556"/>
                      </a:lnTo>
                      <a:lnTo>
                        <a:pt x="124336" y="443158"/>
                      </a:lnTo>
                      <a:lnTo>
                        <a:pt x="123908" y="442938"/>
                      </a:lnTo>
                      <a:lnTo>
                        <a:pt x="121964" y="441908"/>
                      </a:lnTo>
                      <a:lnTo>
                        <a:pt x="119973" y="443725"/>
                      </a:lnTo>
                      <a:lnTo>
                        <a:pt x="123908" y="444154"/>
                      </a:lnTo>
                      <a:lnTo>
                        <a:pt x="125078" y="444293"/>
                      </a:lnTo>
                      <a:lnTo>
                        <a:pt x="125135" y="447904"/>
                      </a:lnTo>
                      <a:lnTo>
                        <a:pt x="124348" y="448518"/>
                      </a:lnTo>
                      <a:lnTo>
                        <a:pt x="125054" y="450104"/>
                      </a:lnTo>
                      <a:lnTo>
                        <a:pt x="125170" y="450057"/>
                      </a:lnTo>
                      <a:lnTo>
                        <a:pt x="125170" y="450243"/>
                      </a:lnTo>
                      <a:lnTo>
                        <a:pt x="127902" y="449016"/>
                      </a:lnTo>
                      <a:lnTo>
                        <a:pt x="129164" y="448541"/>
                      </a:lnTo>
                      <a:lnTo>
                        <a:pt x="128689" y="448923"/>
                      </a:lnTo>
                      <a:lnTo>
                        <a:pt x="128747" y="449120"/>
                      </a:lnTo>
                      <a:lnTo>
                        <a:pt x="128597" y="448992"/>
                      </a:lnTo>
                      <a:lnTo>
                        <a:pt x="127728" y="449687"/>
                      </a:lnTo>
                      <a:lnTo>
                        <a:pt x="128145" y="451921"/>
                      </a:lnTo>
                      <a:lnTo>
                        <a:pt x="129129" y="458137"/>
                      </a:lnTo>
                      <a:lnTo>
                        <a:pt x="127948" y="460568"/>
                      </a:lnTo>
                      <a:lnTo>
                        <a:pt x="127138" y="461737"/>
                      </a:lnTo>
                      <a:lnTo>
                        <a:pt x="127103" y="461460"/>
                      </a:lnTo>
                      <a:lnTo>
                        <a:pt x="127555" y="460291"/>
                      </a:lnTo>
                      <a:lnTo>
                        <a:pt x="126802" y="459156"/>
                      </a:lnTo>
                      <a:lnTo>
                        <a:pt x="126698" y="458253"/>
                      </a:lnTo>
                      <a:lnTo>
                        <a:pt x="123908" y="454364"/>
                      </a:lnTo>
                      <a:lnTo>
                        <a:pt x="122369" y="452211"/>
                      </a:lnTo>
                      <a:lnTo>
                        <a:pt x="123353" y="450277"/>
                      </a:lnTo>
                      <a:lnTo>
                        <a:pt x="123144" y="450115"/>
                      </a:lnTo>
                      <a:lnTo>
                        <a:pt x="123168" y="450069"/>
                      </a:lnTo>
                      <a:lnTo>
                        <a:pt x="121952" y="449166"/>
                      </a:lnTo>
                      <a:lnTo>
                        <a:pt x="121072" y="448471"/>
                      </a:lnTo>
                      <a:lnTo>
                        <a:pt x="119787" y="448784"/>
                      </a:lnTo>
                      <a:lnTo>
                        <a:pt x="119544" y="449618"/>
                      </a:lnTo>
                      <a:lnTo>
                        <a:pt x="119498" y="449641"/>
                      </a:lnTo>
                      <a:lnTo>
                        <a:pt x="119475" y="449826"/>
                      </a:lnTo>
                      <a:lnTo>
                        <a:pt x="116292" y="460568"/>
                      </a:lnTo>
                      <a:lnTo>
                        <a:pt x="117368" y="456540"/>
                      </a:lnTo>
                      <a:lnTo>
                        <a:pt x="117264" y="456343"/>
                      </a:lnTo>
                      <a:lnTo>
                        <a:pt x="117403" y="455730"/>
                      </a:lnTo>
                      <a:lnTo>
                        <a:pt x="115307" y="452153"/>
                      </a:lnTo>
                      <a:lnTo>
                        <a:pt x="116129" y="450162"/>
                      </a:lnTo>
                      <a:lnTo>
                        <a:pt x="116615" y="449814"/>
                      </a:lnTo>
                      <a:lnTo>
                        <a:pt x="117229" y="447499"/>
                      </a:lnTo>
                      <a:lnTo>
                        <a:pt x="118271" y="444976"/>
                      </a:lnTo>
                      <a:lnTo>
                        <a:pt x="117982" y="444640"/>
                      </a:lnTo>
                      <a:lnTo>
                        <a:pt x="118028" y="444443"/>
                      </a:lnTo>
                      <a:lnTo>
                        <a:pt x="116870" y="443390"/>
                      </a:lnTo>
                      <a:lnTo>
                        <a:pt x="116048" y="442464"/>
                      </a:lnTo>
                      <a:lnTo>
                        <a:pt x="116314" y="439963"/>
                      </a:lnTo>
                      <a:lnTo>
                        <a:pt x="115319" y="439894"/>
                      </a:lnTo>
                      <a:lnTo>
                        <a:pt x="114544" y="436305"/>
                      </a:lnTo>
                      <a:lnTo>
                        <a:pt x="114532" y="436305"/>
                      </a:lnTo>
                      <a:lnTo>
                        <a:pt x="114462" y="435669"/>
                      </a:lnTo>
                      <a:lnTo>
                        <a:pt x="109797" y="434743"/>
                      </a:lnTo>
                      <a:lnTo>
                        <a:pt x="106926" y="436004"/>
                      </a:lnTo>
                      <a:lnTo>
                        <a:pt x="105433" y="443274"/>
                      </a:lnTo>
                      <a:lnTo>
                        <a:pt x="105248" y="444026"/>
                      </a:lnTo>
                      <a:lnTo>
                        <a:pt x="102701" y="438528"/>
                      </a:lnTo>
                      <a:lnTo>
                        <a:pt x="95941" y="441063"/>
                      </a:lnTo>
                      <a:lnTo>
                        <a:pt x="94945" y="438921"/>
                      </a:lnTo>
                      <a:lnTo>
                        <a:pt x="96670" y="437683"/>
                      </a:lnTo>
                      <a:lnTo>
                        <a:pt x="94309" y="431235"/>
                      </a:lnTo>
                      <a:lnTo>
                        <a:pt x="92677" y="426651"/>
                      </a:lnTo>
                      <a:lnTo>
                        <a:pt x="92885" y="425077"/>
                      </a:lnTo>
                      <a:lnTo>
                        <a:pt x="95490" y="426431"/>
                      </a:lnTo>
                      <a:lnTo>
                        <a:pt x="96080" y="424278"/>
                      </a:lnTo>
                      <a:lnTo>
                        <a:pt x="98430" y="424324"/>
                      </a:lnTo>
                      <a:lnTo>
                        <a:pt x="98441" y="424370"/>
                      </a:lnTo>
                      <a:lnTo>
                        <a:pt x="98453" y="424324"/>
                      </a:lnTo>
                      <a:lnTo>
                        <a:pt x="99691" y="424347"/>
                      </a:lnTo>
                      <a:lnTo>
                        <a:pt x="100977" y="422507"/>
                      </a:lnTo>
                      <a:lnTo>
                        <a:pt x="98488" y="419439"/>
                      </a:lnTo>
                      <a:lnTo>
                        <a:pt x="101266" y="416105"/>
                      </a:lnTo>
                      <a:lnTo>
                        <a:pt x="101243" y="416094"/>
                      </a:lnTo>
                      <a:lnTo>
                        <a:pt x="101266" y="416059"/>
                      </a:lnTo>
                      <a:lnTo>
                        <a:pt x="98395" y="414577"/>
                      </a:lnTo>
                      <a:lnTo>
                        <a:pt x="101474" y="413593"/>
                      </a:lnTo>
                      <a:lnTo>
                        <a:pt x="101150" y="410445"/>
                      </a:lnTo>
                      <a:lnTo>
                        <a:pt x="101254" y="410468"/>
                      </a:lnTo>
                      <a:lnTo>
                        <a:pt x="101138" y="410306"/>
                      </a:lnTo>
                      <a:lnTo>
                        <a:pt x="100826" y="407366"/>
                      </a:lnTo>
                      <a:lnTo>
                        <a:pt x="106464" y="409368"/>
                      </a:lnTo>
                      <a:lnTo>
                        <a:pt x="107181" y="405305"/>
                      </a:lnTo>
                      <a:lnTo>
                        <a:pt x="107887" y="407354"/>
                      </a:lnTo>
                      <a:lnTo>
                        <a:pt x="110897" y="406856"/>
                      </a:lnTo>
                      <a:lnTo>
                        <a:pt x="110874" y="403025"/>
                      </a:lnTo>
                      <a:lnTo>
                        <a:pt x="109404" y="402700"/>
                      </a:lnTo>
                      <a:lnTo>
                        <a:pt x="108420" y="402376"/>
                      </a:lnTo>
                      <a:lnTo>
                        <a:pt x="110399" y="397028"/>
                      </a:lnTo>
                      <a:lnTo>
                        <a:pt x="110839" y="395824"/>
                      </a:lnTo>
                      <a:lnTo>
                        <a:pt x="110214" y="393602"/>
                      </a:lnTo>
                      <a:lnTo>
                        <a:pt x="107470" y="393312"/>
                      </a:lnTo>
                      <a:lnTo>
                        <a:pt x="106857" y="394945"/>
                      </a:lnTo>
                      <a:lnTo>
                        <a:pt x="101509" y="393474"/>
                      </a:lnTo>
                      <a:lnTo>
                        <a:pt x="102655" y="393312"/>
                      </a:lnTo>
                      <a:lnTo>
                        <a:pt x="102169" y="391240"/>
                      </a:lnTo>
                      <a:lnTo>
                        <a:pt x="103616" y="392166"/>
                      </a:lnTo>
                      <a:lnTo>
                        <a:pt x="104461" y="390696"/>
                      </a:lnTo>
                      <a:lnTo>
                        <a:pt x="103373" y="386842"/>
                      </a:lnTo>
                      <a:lnTo>
                        <a:pt x="107899" y="390708"/>
                      </a:lnTo>
                      <a:lnTo>
                        <a:pt x="107864" y="392618"/>
                      </a:lnTo>
                      <a:lnTo>
                        <a:pt x="107922" y="392606"/>
                      </a:lnTo>
                      <a:lnTo>
                        <a:pt x="107922" y="392780"/>
                      </a:lnTo>
                      <a:lnTo>
                        <a:pt x="109288" y="392259"/>
                      </a:lnTo>
                      <a:lnTo>
                        <a:pt x="110538" y="391946"/>
                      </a:lnTo>
                      <a:lnTo>
                        <a:pt x="110562" y="391784"/>
                      </a:lnTo>
                      <a:lnTo>
                        <a:pt x="110677" y="391738"/>
                      </a:lnTo>
                      <a:lnTo>
                        <a:pt x="111048" y="388682"/>
                      </a:lnTo>
                      <a:lnTo>
                        <a:pt x="108408" y="386413"/>
                      </a:lnTo>
                      <a:lnTo>
                        <a:pt x="108373" y="386286"/>
                      </a:lnTo>
                      <a:lnTo>
                        <a:pt x="107737" y="381470"/>
                      </a:lnTo>
                      <a:lnTo>
                        <a:pt x="106186" y="381690"/>
                      </a:lnTo>
                      <a:lnTo>
                        <a:pt x="106081" y="381644"/>
                      </a:lnTo>
                      <a:lnTo>
                        <a:pt x="106105" y="381632"/>
                      </a:lnTo>
                      <a:lnTo>
                        <a:pt x="107019" y="381343"/>
                      </a:lnTo>
                      <a:lnTo>
                        <a:pt x="106996" y="381285"/>
                      </a:lnTo>
                      <a:lnTo>
                        <a:pt x="107320" y="381158"/>
                      </a:lnTo>
                      <a:lnTo>
                        <a:pt x="105561" y="376064"/>
                      </a:lnTo>
                      <a:lnTo>
                        <a:pt x="108732" y="373657"/>
                      </a:lnTo>
                      <a:lnTo>
                        <a:pt x="109612" y="370763"/>
                      </a:lnTo>
                      <a:lnTo>
                        <a:pt x="109913" y="369860"/>
                      </a:lnTo>
                      <a:lnTo>
                        <a:pt x="110203" y="371943"/>
                      </a:lnTo>
                      <a:lnTo>
                        <a:pt x="111603" y="371932"/>
                      </a:lnTo>
                      <a:lnTo>
                        <a:pt x="111626" y="371932"/>
                      </a:lnTo>
                      <a:lnTo>
                        <a:pt x="112205" y="371920"/>
                      </a:lnTo>
                      <a:lnTo>
                        <a:pt x="114104" y="367903"/>
                      </a:lnTo>
                      <a:lnTo>
                        <a:pt x="114127" y="367857"/>
                      </a:lnTo>
                      <a:lnTo>
                        <a:pt x="114150" y="367811"/>
                      </a:lnTo>
                      <a:lnTo>
                        <a:pt x="114104" y="367788"/>
                      </a:lnTo>
                      <a:lnTo>
                        <a:pt x="112934" y="364755"/>
                      </a:lnTo>
                      <a:lnTo>
                        <a:pt x="112981" y="364118"/>
                      </a:lnTo>
                      <a:lnTo>
                        <a:pt x="117183" y="353862"/>
                      </a:lnTo>
                      <a:lnTo>
                        <a:pt x="117785" y="340874"/>
                      </a:lnTo>
                      <a:lnTo>
                        <a:pt x="123908" y="319169"/>
                      </a:lnTo>
                      <a:lnTo>
                        <a:pt x="124151" y="318347"/>
                      </a:lnTo>
                      <a:lnTo>
                        <a:pt x="126385" y="317849"/>
                      </a:lnTo>
                      <a:lnTo>
                        <a:pt x="126305" y="317699"/>
                      </a:lnTo>
                      <a:lnTo>
                        <a:pt x="127034" y="317490"/>
                      </a:lnTo>
                      <a:lnTo>
                        <a:pt x="125251" y="315488"/>
                      </a:lnTo>
                      <a:lnTo>
                        <a:pt x="126096" y="310140"/>
                      </a:lnTo>
                      <a:lnTo>
                        <a:pt x="127983" y="293135"/>
                      </a:lnTo>
                      <a:lnTo>
                        <a:pt x="128203" y="291445"/>
                      </a:lnTo>
                      <a:lnTo>
                        <a:pt x="128145" y="291723"/>
                      </a:lnTo>
                      <a:lnTo>
                        <a:pt x="128180" y="291410"/>
                      </a:lnTo>
                      <a:lnTo>
                        <a:pt x="127150" y="296341"/>
                      </a:lnTo>
                      <a:lnTo>
                        <a:pt x="125460" y="296642"/>
                      </a:lnTo>
                      <a:lnTo>
                        <a:pt x="124927" y="294292"/>
                      </a:lnTo>
                      <a:lnTo>
                        <a:pt x="124765" y="294501"/>
                      </a:lnTo>
                      <a:lnTo>
                        <a:pt x="124695" y="294292"/>
                      </a:lnTo>
                      <a:lnTo>
                        <a:pt x="123908" y="295357"/>
                      </a:lnTo>
                      <a:lnTo>
                        <a:pt x="122473" y="297314"/>
                      </a:lnTo>
                      <a:lnTo>
                        <a:pt x="119359" y="297823"/>
                      </a:lnTo>
                      <a:lnTo>
                        <a:pt x="117947" y="296087"/>
                      </a:lnTo>
                      <a:lnTo>
                        <a:pt x="117217" y="296885"/>
                      </a:lnTo>
                      <a:lnTo>
                        <a:pt x="116974" y="297117"/>
                      </a:lnTo>
                      <a:lnTo>
                        <a:pt x="119926" y="291317"/>
                      </a:lnTo>
                      <a:lnTo>
                        <a:pt x="121269" y="288701"/>
                      </a:lnTo>
                      <a:lnTo>
                        <a:pt x="121223" y="287196"/>
                      </a:lnTo>
                      <a:lnTo>
                        <a:pt x="117785" y="287671"/>
                      </a:lnTo>
                      <a:lnTo>
                        <a:pt x="118537" y="283446"/>
                      </a:lnTo>
                      <a:lnTo>
                        <a:pt x="122172" y="267286"/>
                      </a:lnTo>
                      <a:lnTo>
                        <a:pt x="121732" y="266487"/>
                      </a:lnTo>
                      <a:lnTo>
                        <a:pt x="122901" y="260352"/>
                      </a:lnTo>
                      <a:lnTo>
                        <a:pt x="122947" y="260271"/>
                      </a:lnTo>
                      <a:lnTo>
                        <a:pt x="122924" y="260282"/>
                      </a:lnTo>
                      <a:lnTo>
                        <a:pt x="122959" y="260074"/>
                      </a:lnTo>
                      <a:lnTo>
                        <a:pt x="120412" y="261000"/>
                      </a:lnTo>
                      <a:lnTo>
                        <a:pt x="120667" y="258535"/>
                      </a:lnTo>
                      <a:lnTo>
                        <a:pt x="120250" y="261162"/>
                      </a:lnTo>
                      <a:lnTo>
                        <a:pt x="119151" y="261521"/>
                      </a:lnTo>
                      <a:lnTo>
                        <a:pt x="119058" y="261463"/>
                      </a:lnTo>
                      <a:lnTo>
                        <a:pt x="119486" y="266672"/>
                      </a:lnTo>
                      <a:lnTo>
                        <a:pt x="117657" y="268085"/>
                      </a:lnTo>
                      <a:lnTo>
                        <a:pt x="113699" y="281779"/>
                      </a:lnTo>
                      <a:lnTo>
                        <a:pt x="113073" y="273838"/>
                      </a:lnTo>
                      <a:lnTo>
                        <a:pt x="117356" y="257203"/>
                      </a:lnTo>
                      <a:lnTo>
                        <a:pt x="117460" y="257006"/>
                      </a:lnTo>
                      <a:lnTo>
                        <a:pt x="119243" y="254367"/>
                      </a:lnTo>
                      <a:lnTo>
                        <a:pt x="120077" y="255027"/>
                      </a:lnTo>
                      <a:lnTo>
                        <a:pt x="120436" y="255675"/>
                      </a:lnTo>
                      <a:lnTo>
                        <a:pt x="120597" y="255444"/>
                      </a:lnTo>
                      <a:lnTo>
                        <a:pt x="120632" y="255467"/>
                      </a:lnTo>
                      <a:lnTo>
                        <a:pt x="120760" y="255201"/>
                      </a:lnTo>
                      <a:lnTo>
                        <a:pt x="123526" y="251184"/>
                      </a:lnTo>
                      <a:lnTo>
                        <a:pt x="125598" y="245986"/>
                      </a:lnTo>
                      <a:lnTo>
                        <a:pt x="126525" y="244215"/>
                      </a:lnTo>
                      <a:lnTo>
                        <a:pt x="126675" y="243254"/>
                      </a:lnTo>
                      <a:lnTo>
                        <a:pt x="127045" y="242328"/>
                      </a:lnTo>
                      <a:lnTo>
                        <a:pt x="127057" y="240962"/>
                      </a:lnTo>
                      <a:lnTo>
                        <a:pt x="128238" y="233832"/>
                      </a:lnTo>
                      <a:lnTo>
                        <a:pt x="127092" y="237281"/>
                      </a:lnTo>
                      <a:lnTo>
                        <a:pt x="127103" y="235985"/>
                      </a:lnTo>
                      <a:lnTo>
                        <a:pt x="123526" y="248000"/>
                      </a:lnTo>
                      <a:lnTo>
                        <a:pt x="121721" y="247179"/>
                      </a:lnTo>
                      <a:lnTo>
                        <a:pt x="121709" y="247294"/>
                      </a:lnTo>
                      <a:lnTo>
                        <a:pt x="121651" y="247271"/>
                      </a:lnTo>
                      <a:lnTo>
                        <a:pt x="119799" y="253302"/>
                      </a:lnTo>
                      <a:lnTo>
                        <a:pt x="119521" y="253649"/>
                      </a:lnTo>
                      <a:lnTo>
                        <a:pt x="118699" y="251381"/>
                      </a:lnTo>
                      <a:lnTo>
                        <a:pt x="118641" y="251161"/>
                      </a:lnTo>
                      <a:lnTo>
                        <a:pt x="118630" y="251195"/>
                      </a:lnTo>
                      <a:lnTo>
                        <a:pt x="118584" y="251056"/>
                      </a:lnTo>
                      <a:lnTo>
                        <a:pt x="118410" y="251739"/>
                      </a:lnTo>
                      <a:lnTo>
                        <a:pt x="116164" y="257296"/>
                      </a:lnTo>
                      <a:lnTo>
                        <a:pt x="112911" y="274023"/>
                      </a:lnTo>
                      <a:lnTo>
                        <a:pt x="112668" y="275007"/>
                      </a:lnTo>
                      <a:lnTo>
                        <a:pt x="110272" y="277392"/>
                      </a:lnTo>
                      <a:lnTo>
                        <a:pt x="112749" y="263801"/>
                      </a:lnTo>
                      <a:lnTo>
                        <a:pt x="115354" y="251693"/>
                      </a:lnTo>
                      <a:lnTo>
                        <a:pt x="117657" y="247097"/>
                      </a:lnTo>
                      <a:lnTo>
                        <a:pt x="117808" y="247005"/>
                      </a:lnTo>
                      <a:lnTo>
                        <a:pt x="116013" y="240198"/>
                      </a:lnTo>
                      <a:lnTo>
                        <a:pt x="116465" y="239365"/>
                      </a:lnTo>
                      <a:lnTo>
                        <a:pt x="119672" y="233832"/>
                      </a:lnTo>
                      <a:lnTo>
                        <a:pt x="119892" y="227303"/>
                      </a:lnTo>
                      <a:lnTo>
                        <a:pt x="119903" y="227233"/>
                      </a:lnTo>
                      <a:lnTo>
                        <a:pt x="119949" y="225798"/>
                      </a:lnTo>
                      <a:lnTo>
                        <a:pt x="115527" y="237652"/>
                      </a:lnTo>
                      <a:lnTo>
                        <a:pt x="114034" y="239087"/>
                      </a:lnTo>
                      <a:lnTo>
                        <a:pt x="114150" y="241333"/>
                      </a:lnTo>
                      <a:lnTo>
                        <a:pt x="113351" y="243486"/>
                      </a:lnTo>
                      <a:lnTo>
                        <a:pt x="105213" y="255768"/>
                      </a:lnTo>
                      <a:lnTo>
                        <a:pt x="104183" y="257307"/>
                      </a:lnTo>
                      <a:lnTo>
                        <a:pt x="103986" y="248232"/>
                      </a:lnTo>
                      <a:lnTo>
                        <a:pt x="100155" y="247549"/>
                      </a:lnTo>
                      <a:lnTo>
                        <a:pt x="100328" y="240742"/>
                      </a:lnTo>
                      <a:lnTo>
                        <a:pt x="97758" y="237327"/>
                      </a:lnTo>
                      <a:lnTo>
                        <a:pt x="98175" y="234318"/>
                      </a:lnTo>
                      <a:lnTo>
                        <a:pt x="101729" y="236425"/>
                      </a:lnTo>
                      <a:lnTo>
                        <a:pt x="102632" y="235533"/>
                      </a:lnTo>
                      <a:lnTo>
                        <a:pt x="102505" y="235140"/>
                      </a:lnTo>
                      <a:lnTo>
                        <a:pt x="102551" y="235151"/>
                      </a:lnTo>
                      <a:lnTo>
                        <a:pt x="101393" y="231215"/>
                      </a:lnTo>
                      <a:lnTo>
                        <a:pt x="101312" y="231215"/>
                      </a:lnTo>
                      <a:lnTo>
                        <a:pt x="101208" y="230845"/>
                      </a:lnTo>
                      <a:lnTo>
                        <a:pt x="98164" y="230995"/>
                      </a:lnTo>
                      <a:lnTo>
                        <a:pt x="98059" y="230984"/>
                      </a:lnTo>
                      <a:lnTo>
                        <a:pt x="96288" y="229896"/>
                      </a:lnTo>
                      <a:lnTo>
                        <a:pt x="94911" y="228784"/>
                      </a:lnTo>
                      <a:lnTo>
                        <a:pt x="94702" y="228923"/>
                      </a:lnTo>
                      <a:lnTo>
                        <a:pt x="92561" y="227604"/>
                      </a:lnTo>
                      <a:lnTo>
                        <a:pt x="93059" y="230081"/>
                      </a:lnTo>
                      <a:lnTo>
                        <a:pt x="90651" y="231759"/>
                      </a:lnTo>
                      <a:lnTo>
                        <a:pt x="90385" y="231875"/>
                      </a:lnTo>
                      <a:lnTo>
                        <a:pt x="88174" y="230903"/>
                      </a:lnTo>
                      <a:lnTo>
                        <a:pt x="87444" y="229537"/>
                      </a:lnTo>
                      <a:lnTo>
                        <a:pt x="87433" y="227835"/>
                      </a:lnTo>
                      <a:lnTo>
                        <a:pt x="85337" y="225520"/>
                      </a:lnTo>
                      <a:lnTo>
                        <a:pt x="85303" y="225520"/>
                      </a:lnTo>
                      <a:lnTo>
                        <a:pt x="85199" y="225346"/>
                      </a:lnTo>
                      <a:lnTo>
                        <a:pt x="78288" y="225601"/>
                      </a:lnTo>
                      <a:lnTo>
                        <a:pt x="84099" y="227210"/>
                      </a:lnTo>
                      <a:lnTo>
                        <a:pt x="86680" y="232836"/>
                      </a:lnTo>
                      <a:lnTo>
                        <a:pt x="91994" y="237177"/>
                      </a:lnTo>
                      <a:lnTo>
                        <a:pt x="95559" y="236274"/>
                      </a:lnTo>
                      <a:lnTo>
                        <a:pt x="96439" y="245222"/>
                      </a:lnTo>
                      <a:lnTo>
                        <a:pt x="100305" y="249679"/>
                      </a:lnTo>
                      <a:lnTo>
                        <a:pt x="100340" y="251682"/>
                      </a:lnTo>
                      <a:lnTo>
                        <a:pt x="100421" y="260931"/>
                      </a:lnTo>
                      <a:lnTo>
                        <a:pt x="99958" y="261787"/>
                      </a:lnTo>
                      <a:lnTo>
                        <a:pt x="96728" y="263686"/>
                      </a:lnTo>
                      <a:lnTo>
                        <a:pt x="98499" y="258326"/>
                      </a:lnTo>
                      <a:lnTo>
                        <a:pt x="97955" y="252075"/>
                      </a:lnTo>
                      <a:lnTo>
                        <a:pt x="95837" y="252538"/>
                      </a:lnTo>
                      <a:lnTo>
                        <a:pt x="94992" y="255907"/>
                      </a:lnTo>
                      <a:lnTo>
                        <a:pt x="90535" y="257898"/>
                      </a:lnTo>
                      <a:lnTo>
                        <a:pt x="90454" y="257933"/>
                      </a:lnTo>
                      <a:lnTo>
                        <a:pt x="90443" y="248139"/>
                      </a:lnTo>
                      <a:lnTo>
                        <a:pt x="89192" y="247653"/>
                      </a:lnTo>
                      <a:lnTo>
                        <a:pt x="86611" y="265943"/>
                      </a:lnTo>
                      <a:lnTo>
                        <a:pt x="88544" y="266719"/>
                      </a:lnTo>
                      <a:lnTo>
                        <a:pt x="88544" y="270157"/>
                      </a:lnTo>
                      <a:lnTo>
                        <a:pt x="82524" y="278653"/>
                      </a:lnTo>
                      <a:lnTo>
                        <a:pt x="82478" y="278271"/>
                      </a:lnTo>
                      <a:lnTo>
                        <a:pt x="82328" y="276419"/>
                      </a:lnTo>
                      <a:lnTo>
                        <a:pt x="82247" y="276466"/>
                      </a:lnTo>
                      <a:lnTo>
                        <a:pt x="82247" y="276419"/>
                      </a:lnTo>
                      <a:lnTo>
                        <a:pt x="80858" y="277415"/>
                      </a:lnTo>
                      <a:lnTo>
                        <a:pt x="78832" y="275979"/>
                      </a:lnTo>
                      <a:lnTo>
                        <a:pt x="79086" y="274023"/>
                      </a:lnTo>
                      <a:lnTo>
                        <a:pt x="79098" y="273954"/>
                      </a:lnTo>
                      <a:lnTo>
                        <a:pt x="77628" y="274336"/>
                      </a:lnTo>
                      <a:lnTo>
                        <a:pt x="77674" y="270145"/>
                      </a:lnTo>
                      <a:lnTo>
                        <a:pt x="79920" y="267309"/>
                      </a:lnTo>
                      <a:lnTo>
                        <a:pt x="77616" y="264519"/>
                      </a:lnTo>
                      <a:lnTo>
                        <a:pt x="77489" y="267645"/>
                      </a:lnTo>
                      <a:lnTo>
                        <a:pt x="75926" y="271615"/>
                      </a:lnTo>
                      <a:lnTo>
                        <a:pt x="75614" y="272078"/>
                      </a:lnTo>
                      <a:lnTo>
                        <a:pt x="73356" y="271893"/>
                      </a:lnTo>
                      <a:lnTo>
                        <a:pt x="73356" y="271962"/>
                      </a:lnTo>
                      <a:lnTo>
                        <a:pt x="73287" y="271939"/>
                      </a:lnTo>
                      <a:lnTo>
                        <a:pt x="73854" y="281640"/>
                      </a:lnTo>
                      <a:lnTo>
                        <a:pt x="74074" y="285715"/>
                      </a:lnTo>
                      <a:lnTo>
                        <a:pt x="72303" y="287856"/>
                      </a:lnTo>
                      <a:lnTo>
                        <a:pt x="70821" y="289431"/>
                      </a:lnTo>
                      <a:lnTo>
                        <a:pt x="71076" y="286444"/>
                      </a:lnTo>
                      <a:lnTo>
                        <a:pt x="68321" y="283782"/>
                      </a:lnTo>
                      <a:lnTo>
                        <a:pt x="68587" y="281489"/>
                      </a:lnTo>
                      <a:lnTo>
                        <a:pt x="68564" y="281478"/>
                      </a:lnTo>
                      <a:lnTo>
                        <a:pt x="68576" y="281397"/>
                      </a:lnTo>
                      <a:lnTo>
                        <a:pt x="63621" y="280378"/>
                      </a:lnTo>
                      <a:lnTo>
                        <a:pt x="62904" y="282242"/>
                      </a:lnTo>
                      <a:lnTo>
                        <a:pt x="63378" y="278885"/>
                      </a:lnTo>
                      <a:lnTo>
                        <a:pt x="63332" y="278827"/>
                      </a:lnTo>
                      <a:lnTo>
                        <a:pt x="63332" y="278734"/>
                      </a:lnTo>
                      <a:lnTo>
                        <a:pt x="62220" y="277704"/>
                      </a:lnTo>
                      <a:lnTo>
                        <a:pt x="61919" y="277392"/>
                      </a:lnTo>
                      <a:lnTo>
                        <a:pt x="59940" y="280367"/>
                      </a:lnTo>
                      <a:lnTo>
                        <a:pt x="56618" y="278966"/>
                      </a:lnTo>
                      <a:lnTo>
                        <a:pt x="56143" y="268085"/>
                      </a:lnTo>
                      <a:lnTo>
                        <a:pt x="54222" y="270064"/>
                      </a:lnTo>
                      <a:lnTo>
                        <a:pt x="52474" y="268953"/>
                      </a:lnTo>
                      <a:lnTo>
                        <a:pt x="51710" y="270122"/>
                      </a:lnTo>
                      <a:lnTo>
                        <a:pt x="51686" y="270145"/>
                      </a:lnTo>
                      <a:lnTo>
                        <a:pt x="51073" y="268524"/>
                      </a:lnTo>
                      <a:lnTo>
                        <a:pt x="51050" y="268432"/>
                      </a:lnTo>
                      <a:lnTo>
                        <a:pt x="51027" y="268397"/>
                      </a:lnTo>
                      <a:lnTo>
                        <a:pt x="50517" y="269798"/>
                      </a:lnTo>
                      <a:lnTo>
                        <a:pt x="50193" y="269404"/>
                      </a:lnTo>
                      <a:lnTo>
                        <a:pt x="50309" y="269740"/>
                      </a:lnTo>
                      <a:lnTo>
                        <a:pt x="50506" y="269821"/>
                      </a:lnTo>
                      <a:lnTo>
                        <a:pt x="50147" y="270770"/>
                      </a:lnTo>
                      <a:lnTo>
                        <a:pt x="47334" y="267726"/>
                      </a:lnTo>
                      <a:lnTo>
                        <a:pt x="46095" y="265029"/>
                      </a:lnTo>
                      <a:lnTo>
                        <a:pt x="46778" y="262065"/>
                      </a:lnTo>
                      <a:lnTo>
                        <a:pt x="45644" y="259912"/>
                      </a:lnTo>
                      <a:lnTo>
                        <a:pt x="48075" y="258141"/>
                      </a:lnTo>
                      <a:lnTo>
                        <a:pt x="46963" y="255617"/>
                      </a:lnTo>
                      <a:lnTo>
                        <a:pt x="48098" y="255235"/>
                      </a:lnTo>
                      <a:lnTo>
                        <a:pt x="55090" y="252943"/>
                      </a:lnTo>
                      <a:lnTo>
                        <a:pt x="59732" y="254344"/>
                      </a:lnTo>
                      <a:lnTo>
                        <a:pt x="59790" y="254402"/>
                      </a:lnTo>
                      <a:lnTo>
                        <a:pt x="59847" y="254379"/>
                      </a:lnTo>
                      <a:lnTo>
                        <a:pt x="64119" y="255687"/>
                      </a:lnTo>
                      <a:lnTo>
                        <a:pt x="65080" y="253395"/>
                      </a:lnTo>
                      <a:lnTo>
                        <a:pt x="63945" y="253603"/>
                      </a:lnTo>
                      <a:lnTo>
                        <a:pt x="64096" y="253105"/>
                      </a:lnTo>
                      <a:lnTo>
                        <a:pt x="60195" y="254275"/>
                      </a:lnTo>
                      <a:lnTo>
                        <a:pt x="59859" y="254332"/>
                      </a:lnTo>
                      <a:lnTo>
                        <a:pt x="59697" y="254286"/>
                      </a:lnTo>
                      <a:lnTo>
                        <a:pt x="58354" y="252897"/>
                      </a:lnTo>
                      <a:lnTo>
                        <a:pt x="60415" y="250269"/>
                      </a:lnTo>
                      <a:lnTo>
                        <a:pt x="62521" y="249598"/>
                      </a:lnTo>
                      <a:lnTo>
                        <a:pt x="66527" y="248463"/>
                      </a:lnTo>
                      <a:lnTo>
                        <a:pt x="68147" y="245963"/>
                      </a:lnTo>
                      <a:lnTo>
                        <a:pt x="67997" y="246009"/>
                      </a:lnTo>
                      <a:lnTo>
                        <a:pt x="68078" y="245882"/>
                      </a:lnTo>
                      <a:lnTo>
                        <a:pt x="64617" y="247028"/>
                      </a:lnTo>
                      <a:lnTo>
                        <a:pt x="57532" y="249158"/>
                      </a:lnTo>
                      <a:lnTo>
                        <a:pt x="57798" y="241402"/>
                      </a:lnTo>
                      <a:lnTo>
                        <a:pt x="61931" y="239978"/>
                      </a:lnTo>
                      <a:lnTo>
                        <a:pt x="54800" y="239029"/>
                      </a:lnTo>
                      <a:lnTo>
                        <a:pt x="52960" y="235985"/>
                      </a:lnTo>
                      <a:lnTo>
                        <a:pt x="53909" y="235174"/>
                      </a:lnTo>
                      <a:lnTo>
                        <a:pt x="56051" y="233392"/>
                      </a:lnTo>
                      <a:lnTo>
                        <a:pt x="52670" y="233010"/>
                      </a:lnTo>
                      <a:lnTo>
                        <a:pt x="51779" y="232743"/>
                      </a:lnTo>
                      <a:lnTo>
                        <a:pt x="50332" y="231482"/>
                      </a:lnTo>
                      <a:lnTo>
                        <a:pt x="49881" y="230532"/>
                      </a:lnTo>
                      <a:lnTo>
                        <a:pt x="50309" y="231458"/>
                      </a:lnTo>
                      <a:lnTo>
                        <a:pt x="49348" y="230625"/>
                      </a:lnTo>
                      <a:lnTo>
                        <a:pt x="51027" y="233264"/>
                      </a:lnTo>
                      <a:lnTo>
                        <a:pt x="50494" y="238277"/>
                      </a:lnTo>
                      <a:lnTo>
                        <a:pt x="55125" y="240962"/>
                      </a:lnTo>
                      <a:lnTo>
                        <a:pt x="52936" y="244215"/>
                      </a:lnTo>
                      <a:lnTo>
                        <a:pt x="53110" y="247155"/>
                      </a:lnTo>
                      <a:lnTo>
                        <a:pt x="52474" y="247410"/>
                      </a:lnTo>
                      <a:lnTo>
                        <a:pt x="49348" y="248348"/>
                      </a:lnTo>
                      <a:lnTo>
                        <a:pt x="49163" y="248753"/>
                      </a:lnTo>
                      <a:lnTo>
                        <a:pt x="48457" y="249042"/>
                      </a:lnTo>
                      <a:lnTo>
                        <a:pt x="47565" y="252202"/>
                      </a:lnTo>
                      <a:lnTo>
                        <a:pt x="45968" y="251890"/>
                      </a:lnTo>
                      <a:lnTo>
                        <a:pt x="45042" y="253325"/>
                      </a:lnTo>
                      <a:lnTo>
                        <a:pt x="45007" y="253348"/>
                      </a:lnTo>
                      <a:lnTo>
                        <a:pt x="45007" y="253395"/>
                      </a:lnTo>
                      <a:lnTo>
                        <a:pt x="44683" y="253893"/>
                      </a:lnTo>
                      <a:lnTo>
                        <a:pt x="44845" y="255872"/>
                      </a:lnTo>
                      <a:lnTo>
                        <a:pt x="44741" y="257516"/>
                      </a:lnTo>
                      <a:lnTo>
                        <a:pt x="43340" y="256798"/>
                      </a:lnTo>
                      <a:lnTo>
                        <a:pt x="42657" y="258789"/>
                      </a:lnTo>
                      <a:lnTo>
                        <a:pt x="40678" y="256092"/>
                      </a:lnTo>
                      <a:lnTo>
                        <a:pt x="43514" y="248764"/>
                      </a:lnTo>
                      <a:lnTo>
                        <a:pt x="42460" y="246368"/>
                      </a:lnTo>
                      <a:lnTo>
                        <a:pt x="42854" y="246287"/>
                      </a:lnTo>
                      <a:lnTo>
                        <a:pt x="44301" y="246102"/>
                      </a:lnTo>
                      <a:lnTo>
                        <a:pt x="44023" y="246033"/>
                      </a:lnTo>
                      <a:lnTo>
                        <a:pt x="44567" y="245928"/>
                      </a:lnTo>
                      <a:lnTo>
                        <a:pt x="41025" y="245338"/>
                      </a:lnTo>
                      <a:lnTo>
                        <a:pt x="40712" y="241275"/>
                      </a:lnTo>
                      <a:lnTo>
                        <a:pt x="40354" y="241923"/>
                      </a:lnTo>
                      <a:lnTo>
                        <a:pt x="40284" y="241553"/>
                      </a:lnTo>
                      <a:lnTo>
                        <a:pt x="39092" y="244146"/>
                      </a:lnTo>
                      <a:lnTo>
                        <a:pt x="37552" y="246866"/>
                      </a:lnTo>
                      <a:lnTo>
                        <a:pt x="33524" y="245153"/>
                      </a:lnTo>
                      <a:lnTo>
                        <a:pt x="32065" y="244458"/>
                      </a:lnTo>
                      <a:lnTo>
                        <a:pt x="33559" y="246889"/>
                      </a:lnTo>
                      <a:lnTo>
                        <a:pt x="33744" y="247213"/>
                      </a:lnTo>
                      <a:lnTo>
                        <a:pt x="26648" y="246472"/>
                      </a:lnTo>
                      <a:lnTo>
                        <a:pt x="26891" y="246669"/>
                      </a:lnTo>
                      <a:lnTo>
                        <a:pt x="26798" y="246658"/>
                      </a:lnTo>
                      <a:lnTo>
                        <a:pt x="27632" y="247271"/>
                      </a:lnTo>
                      <a:lnTo>
                        <a:pt x="30966" y="250003"/>
                      </a:lnTo>
                      <a:lnTo>
                        <a:pt x="30861" y="252052"/>
                      </a:lnTo>
                      <a:lnTo>
                        <a:pt x="29414" y="252527"/>
                      </a:lnTo>
                      <a:lnTo>
                        <a:pt x="23210" y="253927"/>
                      </a:lnTo>
                      <a:lnTo>
                        <a:pt x="22446" y="250987"/>
                      </a:lnTo>
                      <a:lnTo>
                        <a:pt x="22041" y="250975"/>
                      </a:lnTo>
                      <a:lnTo>
                        <a:pt x="20767" y="250628"/>
                      </a:lnTo>
                      <a:lnTo>
                        <a:pt x="21045" y="250929"/>
                      </a:lnTo>
                      <a:lnTo>
                        <a:pt x="19309" y="250860"/>
                      </a:lnTo>
                      <a:lnTo>
                        <a:pt x="18985" y="250721"/>
                      </a:lnTo>
                      <a:lnTo>
                        <a:pt x="18209" y="249934"/>
                      </a:lnTo>
                      <a:lnTo>
                        <a:pt x="15014" y="246681"/>
                      </a:lnTo>
                      <a:lnTo>
                        <a:pt x="18209" y="242409"/>
                      </a:lnTo>
                      <a:lnTo>
                        <a:pt x="18880" y="241506"/>
                      </a:lnTo>
                      <a:lnTo>
                        <a:pt x="19181" y="241124"/>
                      </a:lnTo>
                      <a:lnTo>
                        <a:pt x="19239" y="241032"/>
                      </a:lnTo>
                      <a:lnTo>
                        <a:pt x="18209" y="241391"/>
                      </a:lnTo>
                      <a:lnTo>
                        <a:pt x="14053" y="242826"/>
                      </a:lnTo>
                      <a:lnTo>
                        <a:pt x="7027" y="237362"/>
                      </a:lnTo>
                      <a:lnTo>
                        <a:pt x="6911" y="237397"/>
                      </a:lnTo>
                      <a:lnTo>
                        <a:pt x="3867" y="237756"/>
                      </a:lnTo>
                      <a:lnTo>
                        <a:pt x="3577" y="230683"/>
                      </a:lnTo>
                      <a:lnTo>
                        <a:pt x="1424" y="230660"/>
                      </a:lnTo>
                      <a:lnTo>
                        <a:pt x="4665" y="228738"/>
                      </a:lnTo>
                      <a:lnTo>
                        <a:pt x="4758" y="226793"/>
                      </a:lnTo>
                      <a:lnTo>
                        <a:pt x="4677" y="226793"/>
                      </a:lnTo>
                      <a:lnTo>
                        <a:pt x="4677" y="226770"/>
                      </a:lnTo>
                      <a:lnTo>
                        <a:pt x="266" y="226191"/>
                      </a:lnTo>
                      <a:lnTo>
                        <a:pt x="1980" y="224166"/>
                      </a:lnTo>
                      <a:lnTo>
                        <a:pt x="3369" y="222881"/>
                      </a:lnTo>
                      <a:lnTo>
                        <a:pt x="3241" y="222672"/>
                      </a:lnTo>
                      <a:lnTo>
                        <a:pt x="3832" y="221978"/>
                      </a:lnTo>
                      <a:lnTo>
                        <a:pt x="1760" y="220241"/>
                      </a:lnTo>
                      <a:lnTo>
                        <a:pt x="1725" y="220172"/>
                      </a:lnTo>
                      <a:lnTo>
                        <a:pt x="3797" y="220681"/>
                      </a:lnTo>
                      <a:lnTo>
                        <a:pt x="3936" y="220392"/>
                      </a:lnTo>
                      <a:lnTo>
                        <a:pt x="4017" y="220403"/>
                      </a:lnTo>
                      <a:lnTo>
                        <a:pt x="4631" y="218945"/>
                      </a:lnTo>
                      <a:lnTo>
                        <a:pt x="5383" y="217382"/>
                      </a:lnTo>
                      <a:lnTo>
                        <a:pt x="4121" y="214210"/>
                      </a:lnTo>
                      <a:lnTo>
                        <a:pt x="4156" y="214187"/>
                      </a:lnTo>
                      <a:lnTo>
                        <a:pt x="6529" y="213064"/>
                      </a:lnTo>
                      <a:lnTo>
                        <a:pt x="6286" y="212659"/>
                      </a:lnTo>
                      <a:lnTo>
                        <a:pt x="6425" y="212555"/>
                      </a:lnTo>
                      <a:lnTo>
                        <a:pt x="5834" y="211930"/>
                      </a:lnTo>
                      <a:lnTo>
                        <a:pt x="5082" y="210703"/>
                      </a:lnTo>
                      <a:lnTo>
                        <a:pt x="4688" y="210726"/>
                      </a:lnTo>
                      <a:lnTo>
                        <a:pt x="4306" y="210333"/>
                      </a:lnTo>
                      <a:lnTo>
                        <a:pt x="2558" y="210865"/>
                      </a:lnTo>
                      <a:lnTo>
                        <a:pt x="3230" y="209592"/>
                      </a:lnTo>
                      <a:lnTo>
                        <a:pt x="3126" y="209626"/>
                      </a:lnTo>
                      <a:lnTo>
                        <a:pt x="3195" y="209487"/>
                      </a:lnTo>
                      <a:lnTo>
                        <a:pt x="1563" y="210032"/>
                      </a:lnTo>
                      <a:lnTo>
                        <a:pt x="579" y="210298"/>
                      </a:lnTo>
                      <a:lnTo>
                        <a:pt x="0" y="205887"/>
                      </a:lnTo>
                      <a:lnTo>
                        <a:pt x="3751" y="200215"/>
                      </a:lnTo>
                      <a:lnTo>
                        <a:pt x="9712" y="198490"/>
                      </a:lnTo>
                      <a:lnTo>
                        <a:pt x="9735" y="198409"/>
                      </a:lnTo>
                      <a:lnTo>
                        <a:pt x="9759" y="198409"/>
                      </a:lnTo>
                      <a:lnTo>
                        <a:pt x="11009" y="196303"/>
                      </a:lnTo>
                      <a:lnTo>
                        <a:pt x="11472" y="196430"/>
                      </a:lnTo>
                      <a:lnTo>
                        <a:pt x="11669" y="197194"/>
                      </a:lnTo>
                      <a:lnTo>
                        <a:pt x="14412" y="197240"/>
                      </a:lnTo>
                      <a:lnTo>
                        <a:pt x="15164" y="197449"/>
                      </a:lnTo>
                      <a:lnTo>
                        <a:pt x="15327" y="197263"/>
                      </a:lnTo>
                      <a:lnTo>
                        <a:pt x="15628" y="197263"/>
                      </a:lnTo>
                      <a:lnTo>
                        <a:pt x="16669" y="195631"/>
                      </a:lnTo>
                      <a:lnTo>
                        <a:pt x="17387" y="194763"/>
                      </a:lnTo>
                      <a:lnTo>
                        <a:pt x="18209" y="195295"/>
                      </a:lnTo>
                      <a:lnTo>
                        <a:pt x="20177" y="196557"/>
                      </a:lnTo>
                      <a:lnTo>
                        <a:pt x="21636" y="196360"/>
                      </a:lnTo>
                      <a:lnTo>
                        <a:pt x="25838" y="196233"/>
                      </a:lnTo>
                      <a:lnTo>
                        <a:pt x="26139" y="195758"/>
                      </a:lnTo>
                      <a:lnTo>
                        <a:pt x="29380" y="195319"/>
                      </a:lnTo>
                      <a:lnTo>
                        <a:pt x="29426" y="195342"/>
                      </a:lnTo>
                      <a:lnTo>
                        <a:pt x="29461" y="195515"/>
                      </a:lnTo>
                      <a:lnTo>
                        <a:pt x="28882" y="196441"/>
                      </a:lnTo>
                      <a:lnTo>
                        <a:pt x="29611" y="196268"/>
                      </a:lnTo>
                      <a:lnTo>
                        <a:pt x="29935" y="197958"/>
                      </a:lnTo>
                      <a:lnTo>
                        <a:pt x="32065" y="199104"/>
                      </a:lnTo>
                      <a:lnTo>
                        <a:pt x="31243" y="201431"/>
                      </a:lnTo>
                      <a:lnTo>
                        <a:pt x="32690" y="202553"/>
                      </a:lnTo>
                      <a:lnTo>
                        <a:pt x="33987" y="201546"/>
                      </a:lnTo>
                      <a:lnTo>
                        <a:pt x="37772" y="206721"/>
                      </a:lnTo>
                      <a:lnTo>
                        <a:pt x="37842" y="206478"/>
                      </a:lnTo>
                      <a:lnTo>
                        <a:pt x="38062" y="206767"/>
                      </a:lnTo>
                      <a:lnTo>
                        <a:pt x="38976" y="203456"/>
                      </a:lnTo>
                      <a:lnTo>
                        <a:pt x="38803" y="203283"/>
                      </a:lnTo>
                      <a:lnTo>
                        <a:pt x="38826" y="203225"/>
                      </a:lnTo>
                      <a:lnTo>
                        <a:pt x="38710" y="203190"/>
                      </a:lnTo>
                      <a:lnTo>
                        <a:pt x="36858" y="201315"/>
                      </a:lnTo>
                      <a:lnTo>
                        <a:pt x="37020" y="200725"/>
                      </a:lnTo>
                      <a:lnTo>
                        <a:pt x="35307" y="199764"/>
                      </a:lnTo>
                      <a:lnTo>
                        <a:pt x="35272" y="199729"/>
                      </a:lnTo>
                      <a:lnTo>
                        <a:pt x="35769" y="199092"/>
                      </a:lnTo>
                      <a:lnTo>
                        <a:pt x="36476" y="198259"/>
                      </a:lnTo>
                      <a:lnTo>
                        <a:pt x="37193" y="198722"/>
                      </a:lnTo>
                      <a:lnTo>
                        <a:pt x="38710" y="202033"/>
                      </a:lnTo>
                      <a:lnTo>
                        <a:pt x="38745" y="202461"/>
                      </a:lnTo>
                      <a:lnTo>
                        <a:pt x="38872" y="202391"/>
                      </a:lnTo>
                      <a:lnTo>
                        <a:pt x="38883" y="202415"/>
                      </a:lnTo>
                      <a:lnTo>
                        <a:pt x="41720" y="200782"/>
                      </a:lnTo>
                      <a:lnTo>
                        <a:pt x="44544" y="202253"/>
                      </a:lnTo>
                      <a:lnTo>
                        <a:pt x="45806" y="201072"/>
                      </a:lnTo>
                      <a:lnTo>
                        <a:pt x="48596" y="203873"/>
                      </a:lnTo>
                      <a:lnTo>
                        <a:pt x="48376" y="199822"/>
                      </a:lnTo>
                      <a:lnTo>
                        <a:pt x="48237" y="199822"/>
                      </a:lnTo>
                      <a:lnTo>
                        <a:pt x="48237" y="199787"/>
                      </a:lnTo>
                      <a:lnTo>
                        <a:pt x="47114" y="199810"/>
                      </a:lnTo>
                      <a:lnTo>
                        <a:pt x="44834" y="199787"/>
                      </a:lnTo>
                      <a:lnTo>
                        <a:pt x="44278" y="195828"/>
                      </a:lnTo>
                      <a:lnTo>
                        <a:pt x="46142" y="193547"/>
                      </a:lnTo>
                      <a:lnTo>
                        <a:pt x="48492" y="194659"/>
                      </a:lnTo>
                      <a:lnTo>
                        <a:pt x="50332" y="191823"/>
                      </a:lnTo>
                      <a:lnTo>
                        <a:pt x="57486" y="187760"/>
                      </a:lnTo>
                      <a:lnTo>
                        <a:pt x="60090" y="189276"/>
                      </a:lnTo>
                      <a:lnTo>
                        <a:pt x="63644" y="207427"/>
                      </a:lnTo>
                      <a:lnTo>
                        <a:pt x="65288" y="208006"/>
                      </a:lnTo>
                      <a:lnTo>
                        <a:pt x="64698" y="208816"/>
                      </a:lnTo>
                      <a:lnTo>
                        <a:pt x="64536" y="208886"/>
                      </a:lnTo>
                      <a:lnTo>
                        <a:pt x="65114" y="214338"/>
                      </a:lnTo>
                      <a:lnTo>
                        <a:pt x="65601" y="213921"/>
                      </a:lnTo>
                      <a:lnTo>
                        <a:pt x="65647" y="214153"/>
                      </a:lnTo>
                      <a:lnTo>
                        <a:pt x="65647" y="213875"/>
                      </a:lnTo>
                      <a:lnTo>
                        <a:pt x="67580" y="212208"/>
                      </a:lnTo>
                      <a:lnTo>
                        <a:pt x="66284" y="209985"/>
                      </a:lnTo>
                      <a:lnTo>
                        <a:pt x="65670" y="210506"/>
                      </a:lnTo>
                      <a:lnTo>
                        <a:pt x="65670" y="209742"/>
                      </a:lnTo>
                      <a:lnTo>
                        <a:pt x="65878" y="209221"/>
                      </a:lnTo>
                      <a:lnTo>
                        <a:pt x="66596" y="209001"/>
                      </a:lnTo>
                      <a:lnTo>
                        <a:pt x="68228" y="208642"/>
                      </a:lnTo>
                      <a:lnTo>
                        <a:pt x="68020" y="206512"/>
                      </a:lnTo>
                      <a:lnTo>
                        <a:pt x="68275" y="206177"/>
                      </a:lnTo>
                      <a:lnTo>
                        <a:pt x="71064" y="205737"/>
                      </a:lnTo>
                      <a:lnTo>
                        <a:pt x="70243" y="203526"/>
                      </a:lnTo>
                      <a:lnTo>
                        <a:pt x="67013" y="206281"/>
                      </a:lnTo>
                      <a:lnTo>
                        <a:pt x="65554" y="205818"/>
                      </a:lnTo>
                      <a:lnTo>
                        <a:pt x="64547" y="197391"/>
                      </a:lnTo>
                      <a:lnTo>
                        <a:pt x="62556" y="195249"/>
                      </a:lnTo>
                      <a:lnTo>
                        <a:pt x="66480" y="194821"/>
                      </a:lnTo>
                      <a:lnTo>
                        <a:pt x="68819" y="199729"/>
                      </a:lnTo>
                      <a:lnTo>
                        <a:pt x="72975" y="199764"/>
                      </a:lnTo>
                      <a:lnTo>
                        <a:pt x="72662" y="201234"/>
                      </a:lnTo>
                      <a:lnTo>
                        <a:pt x="72373" y="202067"/>
                      </a:lnTo>
                      <a:lnTo>
                        <a:pt x="72488" y="202021"/>
                      </a:lnTo>
                      <a:lnTo>
                        <a:pt x="72836" y="201859"/>
                      </a:lnTo>
                      <a:lnTo>
                        <a:pt x="75336" y="200725"/>
                      </a:lnTo>
                      <a:lnTo>
                        <a:pt x="75486" y="198849"/>
                      </a:lnTo>
                      <a:lnTo>
                        <a:pt x="69814" y="198189"/>
                      </a:lnTo>
                      <a:lnTo>
                        <a:pt x="68958" y="195955"/>
                      </a:lnTo>
                      <a:lnTo>
                        <a:pt x="70277" y="195608"/>
                      </a:lnTo>
                      <a:lnTo>
                        <a:pt x="70277" y="195585"/>
                      </a:lnTo>
                      <a:lnTo>
                        <a:pt x="70405" y="195550"/>
                      </a:lnTo>
                      <a:lnTo>
                        <a:pt x="70382" y="195585"/>
                      </a:lnTo>
                      <a:lnTo>
                        <a:pt x="77119" y="193779"/>
                      </a:lnTo>
                      <a:lnTo>
                        <a:pt x="69942" y="192795"/>
                      </a:lnTo>
                      <a:lnTo>
                        <a:pt x="69398" y="192679"/>
                      </a:lnTo>
                      <a:lnTo>
                        <a:pt x="72118" y="188813"/>
                      </a:lnTo>
                      <a:lnTo>
                        <a:pt x="75324" y="188072"/>
                      </a:lnTo>
                      <a:lnTo>
                        <a:pt x="74143" y="185769"/>
                      </a:lnTo>
                      <a:lnTo>
                        <a:pt x="74190" y="185780"/>
                      </a:lnTo>
                      <a:lnTo>
                        <a:pt x="75776" y="187042"/>
                      </a:lnTo>
                      <a:lnTo>
                        <a:pt x="75718" y="186139"/>
                      </a:lnTo>
                      <a:lnTo>
                        <a:pt x="77420" y="186533"/>
                      </a:lnTo>
                      <a:lnTo>
                        <a:pt x="77709" y="186046"/>
                      </a:lnTo>
                      <a:lnTo>
                        <a:pt x="78183" y="186081"/>
                      </a:lnTo>
                      <a:lnTo>
                        <a:pt x="78380" y="185618"/>
                      </a:lnTo>
                      <a:lnTo>
                        <a:pt x="79318" y="183361"/>
                      </a:lnTo>
                      <a:lnTo>
                        <a:pt x="79955" y="182307"/>
                      </a:lnTo>
                      <a:lnTo>
                        <a:pt x="80406" y="182585"/>
                      </a:lnTo>
                      <a:lnTo>
                        <a:pt x="81031" y="184634"/>
                      </a:lnTo>
                      <a:lnTo>
                        <a:pt x="80788" y="185618"/>
                      </a:lnTo>
                      <a:lnTo>
                        <a:pt x="80673" y="186116"/>
                      </a:lnTo>
                      <a:lnTo>
                        <a:pt x="82698" y="190190"/>
                      </a:lnTo>
                      <a:lnTo>
                        <a:pt x="84909" y="187077"/>
                      </a:lnTo>
                      <a:lnTo>
                        <a:pt x="91843" y="190885"/>
                      </a:lnTo>
                      <a:lnTo>
                        <a:pt x="91970" y="191452"/>
                      </a:lnTo>
                      <a:lnTo>
                        <a:pt x="92642" y="194751"/>
                      </a:lnTo>
                      <a:lnTo>
                        <a:pt x="91253" y="195886"/>
                      </a:lnTo>
                      <a:lnTo>
                        <a:pt x="91600" y="196360"/>
                      </a:lnTo>
                      <a:lnTo>
                        <a:pt x="91589" y="196372"/>
                      </a:lnTo>
                      <a:lnTo>
                        <a:pt x="91785" y="196615"/>
                      </a:lnTo>
                      <a:lnTo>
                        <a:pt x="94448" y="200273"/>
                      </a:lnTo>
                      <a:lnTo>
                        <a:pt x="94170" y="205853"/>
                      </a:lnTo>
                      <a:lnTo>
                        <a:pt x="94158" y="206096"/>
                      </a:lnTo>
                      <a:lnTo>
                        <a:pt x="94147" y="206385"/>
                      </a:lnTo>
                      <a:lnTo>
                        <a:pt x="95814" y="208156"/>
                      </a:lnTo>
                      <a:lnTo>
                        <a:pt x="97353" y="207265"/>
                      </a:lnTo>
                      <a:lnTo>
                        <a:pt x="98164" y="199220"/>
                      </a:lnTo>
                      <a:lnTo>
                        <a:pt x="99912" y="198178"/>
                      </a:lnTo>
                      <a:lnTo>
                        <a:pt x="102273" y="197043"/>
                      </a:lnTo>
                      <a:lnTo>
                        <a:pt x="106197" y="197217"/>
                      </a:lnTo>
                      <a:lnTo>
                        <a:pt x="103129" y="196638"/>
                      </a:lnTo>
                      <a:lnTo>
                        <a:pt x="103986" y="196222"/>
                      </a:lnTo>
                      <a:lnTo>
                        <a:pt x="102041" y="196430"/>
                      </a:lnTo>
                      <a:lnTo>
                        <a:pt x="98627" y="195782"/>
                      </a:lnTo>
                      <a:lnTo>
                        <a:pt x="97527" y="187933"/>
                      </a:lnTo>
                      <a:lnTo>
                        <a:pt x="97446" y="187181"/>
                      </a:lnTo>
                      <a:lnTo>
                        <a:pt x="95501" y="185618"/>
                      </a:lnTo>
                      <a:lnTo>
                        <a:pt x="95165" y="185352"/>
                      </a:lnTo>
                      <a:lnTo>
                        <a:pt x="96034" y="185618"/>
                      </a:lnTo>
                      <a:lnTo>
                        <a:pt x="96855" y="185873"/>
                      </a:lnTo>
                      <a:lnTo>
                        <a:pt x="96925" y="185618"/>
                      </a:lnTo>
                      <a:lnTo>
                        <a:pt x="97724" y="182759"/>
                      </a:lnTo>
                      <a:lnTo>
                        <a:pt x="97851" y="182631"/>
                      </a:lnTo>
                      <a:lnTo>
                        <a:pt x="97816" y="182435"/>
                      </a:lnTo>
                      <a:lnTo>
                        <a:pt x="97921" y="182064"/>
                      </a:lnTo>
                      <a:lnTo>
                        <a:pt x="96821" y="177307"/>
                      </a:lnTo>
                      <a:lnTo>
                        <a:pt x="100930" y="172352"/>
                      </a:lnTo>
                      <a:lnTo>
                        <a:pt x="103118" y="172560"/>
                      </a:lnTo>
                      <a:lnTo>
                        <a:pt x="103905" y="174355"/>
                      </a:lnTo>
                      <a:lnTo>
                        <a:pt x="105306" y="178047"/>
                      </a:lnTo>
                      <a:lnTo>
                        <a:pt x="105491" y="177978"/>
                      </a:lnTo>
                      <a:lnTo>
                        <a:pt x="105885" y="178869"/>
                      </a:lnTo>
                      <a:lnTo>
                        <a:pt x="108362" y="176774"/>
                      </a:lnTo>
                      <a:lnTo>
                        <a:pt x="106116" y="173695"/>
                      </a:lnTo>
                      <a:lnTo>
                        <a:pt x="107309" y="167641"/>
                      </a:lnTo>
                      <a:lnTo>
                        <a:pt x="107181" y="167479"/>
                      </a:lnTo>
                      <a:lnTo>
                        <a:pt x="105607" y="164029"/>
                      </a:lnTo>
                      <a:lnTo>
                        <a:pt x="105688" y="163821"/>
                      </a:lnTo>
                      <a:lnTo>
                        <a:pt x="107818" y="164515"/>
                      </a:lnTo>
                      <a:lnTo>
                        <a:pt x="108964" y="165071"/>
                      </a:lnTo>
                      <a:lnTo>
                        <a:pt x="116974" y="163010"/>
                      </a:lnTo>
                      <a:lnTo>
                        <a:pt x="123908" y="168613"/>
                      </a:lnTo>
                      <a:lnTo>
                        <a:pt x="125668" y="170025"/>
                      </a:lnTo>
                      <a:lnTo>
                        <a:pt x="128423" y="168393"/>
                      </a:lnTo>
                      <a:lnTo>
                        <a:pt x="125761" y="165627"/>
                      </a:lnTo>
                      <a:lnTo>
                        <a:pt x="123908" y="165430"/>
                      </a:lnTo>
                      <a:lnTo>
                        <a:pt x="121570" y="165175"/>
                      </a:lnTo>
                      <a:lnTo>
                        <a:pt x="120829" y="161424"/>
                      </a:lnTo>
                      <a:lnTo>
                        <a:pt x="116535" y="157651"/>
                      </a:lnTo>
                      <a:lnTo>
                        <a:pt x="107829" y="158426"/>
                      </a:lnTo>
                      <a:lnTo>
                        <a:pt x="104542" y="160429"/>
                      </a:lnTo>
                      <a:lnTo>
                        <a:pt x="98372" y="158102"/>
                      </a:lnTo>
                      <a:lnTo>
                        <a:pt x="98731" y="157384"/>
                      </a:lnTo>
                      <a:lnTo>
                        <a:pt x="99541" y="155914"/>
                      </a:lnTo>
                      <a:lnTo>
                        <a:pt x="101752" y="155636"/>
                      </a:lnTo>
                      <a:lnTo>
                        <a:pt x="101995" y="154132"/>
                      </a:lnTo>
                      <a:lnTo>
                        <a:pt x="102678" y="151678"/>
                      </a:lnTo>
                      <a:lnTo>
                        <a:pt x="102516" y="150844"/>
                      </a:lnTo>
                      <a:lnTo>
                        <a:pt x="102551" y="150659"/>
                      </a:lnTo>
                      <a:lnTo>
                        <a:pt x="104287" y="150184"/>
                      </a:lnTo>
                      <a:lnTo>
                        <a:pt x="102146" y="148969"/>
                      </a:lnTo>
                      <a:lnTo>
                        <a:pt x="102018" y="148332"/>
                      </a:lnTo>
                      <a:lnTo>
                        <a:pt x="101416" y="143250"/>
                      </a:lnTo>
                      <a:lnTo>
                        <a:pt x="101058" y="143401"/>
                      </a:lnTo>
                      <a:lnTo>
                        <a:pt x="101034" y="143308"/>
                      </a:lnTo>
                      <a:lnTo>
                        <a:pt x="100421" y="143655"/>
                      </a:lnTo>
                      <a:lnTo>
                        <a:pt x="97677" y="144778"/>
                      </a:lnTo>
                      <a:lnTo>
                        <a:pt x="94425" y="153715"/>
                      </a:lnTo>
                      <a:lnTo>
                        <a:pt x="86426" y="149733"/>
                      </a:lnTo>
                      <a:lnTo>
                        <a:pt x="84272" y="146630"/>
                      </a:lnTo>
                      <a:lnTo>
                        <a:pt x="84828" y="143540"/>
                      </a:lnTo>
                      <a:lnTo>
                        <a:pt x="84863" y="143343"/>
                      </a:lnTo>
                      <a:lnTo>
                        <a:pt x="84990" y="142695"/>
                      </a:lnTo>
                      <a:lnTo>
                        <a:pt x="92051" y="141444"/>
                      </a:lnTo>
                      <a:lnTo>
                        <a:pt x="90165" y="139523"/>
                      </a:lnTo>
                      <a:lnTo>
                        <a:pt x="87549" y="141734"/>
                      </a:lnTo>
                      <a:lnTo>
                        <a:pt x="83173" y="137555"/>
                      </a:lnTo>
                      <a:lnTo>
                        <a:pt x="85442" y="131918"/>
                      </a:lnTo>
                      <a:lnTo>
                        <a:pt x="88648" y="133943"/>
                      </a:lnTo>
                      <a:lnTo>
                        <a:pt x="90547" y="135193"/>
                      </a:lnTo>
                      <a:lnTo>
                        <a:pt x="88949" y="131339"/>
                      </a:lnTo>
                      <a:lnTo>
                        <a:pt x="87977" y="128977"/>
                      </a:lnTo>
                      <a:lnTo>
                        <a:pt x="87873" y="128734"/>
                      </a:lnTo>
                      <a:lnTo>
                        <a:pt x="84666" y="130193"/>
                      </a:lnTo>
                      <a:lnTo>
                        <a:pt x="81888" y="131223"/>
                      </a:lnTo>
                      <a:lnTo>
                        <a:pt x="79665" y="130818"/>
                      </a:lnTo>
                      <a:lnTo>
                        <a:pt x="78925" y="132323"/>
                      </a:lnTo>
                      <a:lnTo>
                        <a:pt x="72338" y="130841"/>
                      </a:lnTo>
                      <a:lnTo>
                        <a:pt x="73669" y="126419"/>
                      </a:lnTo>
                      <a:lnTo>
                        <a:pt x="72789" y="126315"/>
                      </a:lnTo>
                      <a:lnTo>
                        <a:pt x="71771" y="126164"/>
                      </a:lnTo>
                      <a:lnTo>
                        <a:pt x="71574" y="125400"/>
                      </a:lnTo>
                      <a:lnTo>
                        <a:pt x="70833" y="122066"/>
                      </a:lnTo>
                      <a:lnTo>
                        <a:pt x="73368" y="118814"/>
                      </a:lnTo>
                      <a:lnTo>
                        <a:pt x="73183" y="114195"/>
                      </a:lnTo>
                      <a:lnTo>
                        <a:pt x="76158" y="112655"/>
                      </a:lnTo>
                      <a:lnTo>
                        <a:pt x="76760" y="113014"/>
                      </a:lnTo>
                      <a:lnTo>
                        <a:pt x="81066" y="110224"/>
                      </a:lnTo>
                      <a:lnTo>
                        <a:pt x="80800" y="110271"/>
                      </a:lnTo>
                      <a:lnTo>
                        <a:pt x="81159" y="110085"/>
                      </a:lnTo>
                      <a:lnTo>
                        <a:pt x="74190" y="111359"/>
                      </a:lnTo>
                      <a:lnTo>
                        <a:pt x="68529" y="109645"/>
                      </a:lnTo>
                      <a:lnTo>
                        <a:pt x="67221" y="104772"/>
                      </a:lnTo>
                      <a:lnTo>
                        <a:pt x="68703" y="102283"/>
                      </a:lnTo>
                      <a:lnTo>
                        <a:pt x="70254" y="102214"/>
                      </a:lnTo>
                      <a:lnTo>
                        <a:pt x="74919" y="102040"/>
                      </a:lnTo>
                      <a:lnTo>
                        <a:pt x="75568" y="98521"/>
                      </a:lnTo>
                      <a:lnTo>
                        <a:pt x="78577" y="98417"/>
                      </a:lnTo>
                      <a:lnTo>
                        <a:pt x="76413" y="96947"/>
                      </a:lnTo>
                      <a:lnTo>
                        <a:pt x="75590" y="97676"/>
                      </a:lnTo>
                      <a:lnTo>
                        <a:pt x="71493" y="100639"/>
                      </a:lnTo>
                      <a:lnTo>
                        <a:pt x="70092" y="100558"/>
                      </a:lnTo>
                      <a:lnTo>
                        <a:pt x="68379" y="99876"/>
                      </a:lnTo>
                      <a:lnTo>
                        <a:pt x="68391" y="96808"/>
                      </a:lnTo>
                      <a:lnTo>
                        <a:pt x="69398" y="92930"/>
                      </a:lnTo>
                      <a:lnTo>
                        <a:pt x="71493" y="87524"/>
                      </a:lnTo>
                      <a:lnTo>
                        <a:pt x="70798" y="87478"/>
                      </a:lnTo>
                      <a:lnTo>
                        <a:pt x="70868" y="87211"/>
                      </a:lnTo>
                      <a:lnTo>
                        <a:pt x="69872" y="87420"/>
                      </a:lnTo>
                      <a:lnTo>
                        <a:pt x="68958" y="87362"/>
                      </a:lnTo>
                      <a:lnTo>
                        <a:pt x="64987" y="94435"/>
                      </a:lnTo>
                      <a:lnTo>
                        <a:pt x="61630" y="95905"/>
                      </a:lnTo>
                      <a:lnTo>
                        <a:pt x="61723" y="96044"/>
                      </a:lnTo>
                      <a:lnTo>
                        <a:pt x="61630" y="96090"/>
                      </a:lnTo>
                      <a:lnTo>
                        <a:pt x="63910" y="99158"/>
                      </a:lnTo>
                      <a:lnTo>
                        <a:pt x="63945" y="99216"/>
                      </a:lnTo>
                      <a:lnTo>
                        <a:pt x="63841" y="99436"/>
                      </a:lnTo>
                      <a:lnTo>
                        <a:pt x="61410" y="103545"/>
                      </a:lnTo>
                      <a:lnTo>
                        <a:pt x="61480" y="104656"/>
                      </a:lnTo>
                      <a:lnTo>
                        <a:pt x="60612" y="106589"/>
                      </a:lnTo>
                      <a:lnTo>
                        <a:pt x="60102" y="106613"/>
                      </a:lnTo>
                      <a:lnTo>
                        <a:pt x="59165" y="108997"/>
                      </a:lnTo>
                      <a:lnTo>
                        <a:pt x="56271" y="104784"/>
                      </a:lnTo>
                      <a:lnTo>
                        <a:pt x="56432" y="104784"/>
                      </a:lnTo>
                      <a:lnTo>
                        <a:pt x="56247" y="104691"/>
                      </a:lnTo>
                      <a:lnTo>
                        <a:pt x="56247" y="104737"/>
                      </a:lnTo>
                      <a:lnTo>
                        <a:pt x="53955" y="101403"/>
                      </a:lnTo>
                      <a:lnTo>
                        <a:pt x="56618" y="99424"/>
                      </a:lnTo>
                      <a:lnTo>
                        <a:pt x="56618" y="99401"/>
                      </a:lnTo>
                      <a:lnTo>
                        <a:pt x="56641" y="99378"/>
                      </a:lnTo>
                      <a:lnTo>
                        <a:pt x="56479" y="98880"/>
                      </a:lnTo>
                      <a:lnTo>
                        <a:pt x="55993" y="97016"/>
                      </a:lnTo>
                      <a:lnTo>
                        <a:pt x="57162" y="96530"/>
                      </a:lnTo>
                      <a:lnTo>
                        <a:pt x="60114" y="95465"/>
                      </a:lnTo>
                      <a:lnTo>
                        <a:pt x="59361" y="90858"/>
                      </a:lnTo>
                      <a:lnTo>
                        <a:pt x="57578" y="90592"/>
                      </a:lnTo>
                      <a:lnTo>
                        <a:pt x="52775" y="94284"/>
                      </a:lnTo>
                      <a:lnTo>
                        <a:pt x="49568" y="92224"/>
                      </a:lnTo>
                      <a:lnTo>
                        <a:pt x="49441" y="92316"/>
                      </a:lnTo>
                      <a:lnTo>
                        <a:pt x="49383" y="92282"/>
                      </a:lnTo>
                      <a:lnTo>
                        <a:pt x="47392" y="93752"/>
                      </a:lnTo>
                      <a:lnTo>
                        <a:pt x="46547" y="92154"/>
                      </a:lnTo>
                      <a:lnTo>
                        <a:pt x="46558" y="92015"/>
                      </a:lnTo>
                      <a:lnTo>
                        <a:pt x="46512" y="92085"/>
                      </a:lnTo>
                      <a:lnTo>
                        <a:pt x="44278" y="87860"/>
                      </a:lnTo>
                      <a:lnTo>
                        <a:pt x="42437" y="87211"/>
                      </a:lnTo>
                      <a:lnTo>
                        <a:pt x="37321" y="93960"/>
                      </a:lnTo>
                      <a:lnTo>
                        <a:pt x="37552" y="95129"/>
                      </a:lnTo>
                      <a:lnTo>
                        <a:pt x="37610" y="95477"/>
                      </a:lnTo>
                      <a:lnTo>
                        <a:pt x="36429" y="93196"/>
                      </a:lnTo>
                      <a:lnTo>
                        <a:pt x="33755" y="92409"/>
                      </a:lnTo>
                      <a:lnTo>
                        <a:pt x="33640" y="92548"/>
                      </a:lnTo>
                      <a:lnTo>
                        <a:pt x="31197" y="95129"/>
                      </a:lnTo>
                      <a:lnTo>
                        <a:pt x="27516" y="94030"/>
                      </a:lnTo>
                      <a:lnTo>
                        <a:pt x="27516" y="94261"/>
                      </a:lnTo>
                      <a:lnTo>
                        <a:pt x="27435" y="94226"/>
                      </a:lnTo>
                      <a:lnTo>
                        <a:pt x="27528" y="95801"/>
                      </a:lnTo>
                      <a:lnTo>
                        <a:pt x="27528" y="96762"/>
                      </a:lnTo>
                      <a:lnTo>
                        <a:pt x="25409" y="97445"/>
                      </a:lnTo>
                      <a:lnTo>
                        <a:pt x="25652" y="95500"/>
                      </a:lnTo>
                      <a:lnTo>
                        <a:pt x="25676" y="95477"/>
                      </a:lnTo>
                      <a:lnTo>
                        <a:pt x="25664" y="95453"/>
                      </a:lnTo>
                      <a:lnTo>
                        <a:pt x="25698" y="95187"/>
                      </a:lnTo>
                      <a:lnTo>
                        <a:pt x="23950" y="93080"/>
                      </a:lnTo>
                      <a:lnTo>
                        <a:pt x="20374" y="92641"/>
                      </a:lnTo>
                      <a:lnTo>
                        <a:pt x="19633" y="89284"/>
                      </a:lnTo>
                      <a:lnTo>
                        <a:pt x="23430" y="87188"/>
                      </a:lnTo>
                      <a:lnTo>
                        <a:pt x="21879" y="86899"/>
                      </a:lnTo>
                      <a:lnTo>
                        <a:pt x="23997" y="81609"/>
                      </a:lnTo>
                      <a:lnTo>
                        <a:pt x="23939" y="81921"/>
                      </a:lnTo>
                      <a:lnTo>
                        <a:pt x="24472" y="81898"/>
                      </a:lnTo>
                      <a:lnTo>
                        <a:pt x="24008" y="81562"/>
                      </a:lnTo>
                      <a:lnTo>
                        <a:pt x="24680" y="79907"/>
                      </a:lnTo>
                      <a:lnTo>
                        <a:pt x="26034" y="76515"/>
                      </a:lnTo>
                      <a:lnTo>
                        <a:pt x="28697" y="76400"/>
                      </a:lnTo>
                      <a:lnTo>
                        <a:pt x="30364" y="78286"/>
                      </a:lnTo>
                      <a:lnTo>
                        <a:pt x="31058" y="77627"/>
                      </a:lnTo>
                      <a:lnTo>
                        <a:pt x="32274" y="78634"/>
                      </a:lnTo>
                      <a:lnTo>
                        <a:pt x="32528" y="79004"/>
                      </a:lnTo>
                      <a:lnTo>
                        <a:pt x="34033" y="76596"/>
                      </a:lnTo>
                      <a:lnTo>
                        <a:pt x="35862" y="79907"/>
                      </a:lnTo>
                      <a:lnTo>
                        <a:pt x="35967" y="80092"/>
                      </a:lnTo>
                      <a:lnTo>
                        <a:pt x="36522" y="81192"/>
                      </a:lnTo>
                      <a:lnTo>
                        <a:pt x="36568" y="81169"/>
                      </a:lnTo>
                      <a:lnTo>
                        <a:pt x="36788" y="81586"/>
                      </a:lnTo>
                      <a:lnTo>
                        <a:pt x="38999" y="79907"/>
                      </a:lnTo>
                      <a:lnTo>
                        <a:pt x="40284" y="78935"/>
                      </a:lnTo>
                      <a:lnTo>
                        <a:pt x="35365" y="76330"/>
                      </a:lnTo>
                      <a:lnTo>
                        <a:pt x="39104" y="72661"/>
                      </a:lnTo>
                      <a:lnTo>
                        <a:pt x="38756" y="59429"/>
                      </a:lnTo>
                      <a:lnTo>
                        <a:pt x="40539" y="59950"/>
                      </a:lnTo>
                      <a:lnTo>
                        <a:pt x="41858" y="53144"/>
                      </a:lnTo>
                      <a:lnTo>
                        <a:pt x="45725" y="52137"/>
                      </a:lnTo>
                      <a:lnTo>
                        <a:pt x="48272" y="48444"/>
                      </a:lnTo>
                      <a:lnTo>
                        <a:pt x="52369" y="53491"/>
                      </a:lnTo>
                      <a:lnTo>
                        <a:pt x="51501" y="59684"/>
                      </a:lnTo>
                      <a:lnTo>
                        <a:pt x="52786" y="62925"/>
                      </a:lnTo>
                      <a:lnTo>
                        <a:pt x="59847" y="67451"/>
                      </a:lnTo>
                      <a:lnTo>
                        <a:pt x="62001" y="69327"/>
                      </a:lnTo>
                      <a:lnTo>
                        <a:pt x="67534" y="75381"/>
                      </a:lnTo>
                      <a:lnTo>
                        <a:pt x="71585" y="77673"/>
                      </a:lnTo>
                      <a:lnTo>
                        <a:pt x="72743" y="78680"/>
                      </a:lnTo>
                      <a:lnTo>
                        <a:pt x="73148" y="78564"/>
                      </a:lnTo>
                      <a:lnTo>
                        <a:pt x="74213" y="79155"/>
                      </a:lnTo>
                      <a:lnTo>
                        <a:pt x="88926" y="74212"/>
                      </a:lnTo>
                      <a:lnTo>
                        <a:pt x="87942" y="72221"/>
                      </a:lnTo>
                      <a:lnTo>
                        <a:pt x="84180" y="74362"/>
                      </a:lnTo>
                      <a:lnTo>
                        <a:pt x="79052" y="73598"/>
                      </a:lnTo>
                      <a:lnTo>
                        <a:pt x="78438" y="73876"/>
                      </a:lnTo>
                      <a:lnTo>
                        <a:pt x="78357" y="73864"/>
                      </a:lnTo>
                      <a:lnTo>
                        <a:pt x="74109" y="75856"/>
                      </a:lnTo>
                      <a:lnTo>
                        <a:pt x="71099" y="74767"/>
                      </a:lnTo>
                      <a:lnTo>
                        <a:pt x="63239" y="63446"/>
                      </a:lnTo>
                      <a:lnTo>
                        <a:pt x="59419" y="60425"/>
                      </a:lnTo>
                      <a:lnTo>
                        <a:pt x="58782" y="59638"/>
                      </a:lnTo>
                      <a:lnTo>
                        <a:pt x="59222" y="54197"/>
                      </a:lnTo>
                      <a:lnTo>
                        <a:pt x="59245" y="53977"/>
                      </a:lnTo>
                      <a:lnTo>
                        <a:pt x="65520" y="50736"/>
                      </a:lnTo>
                      <a:lnTo>
                        <a:pt x="65763" y="50053"/>
                      </a:lnTo>
                      <a:lnTo>
                        <a:pt x="65798" y="50030"/>
                      </a:lnTo>
                      <a:lnTo>
                        <a:pt x="65798" y="49972"/>
                      </a:lnTo>
                      <a:lnTo>
                        <a:pt x="66561" y="47772"/>
                      </a:lnTo>
                      <a:lnTo>
                        <a:pt x="65798" y="47136"/>
                      </a:lnTo>
                      <a:lnTo>
                        <a:pt x="65798" y="46175"/>
                      </a:lnTo>
                      <a:lnTo>
                        <a:pt x="69710" y="43663"/>
                      </a:lnTo>
                      <a:lnTo>
                        <a:pt x="70011" y="43154"/>
                      </a:lnTo>
                      <a:lnTo>
                        <a:pt x="70057" y="43119"/>
                      </a:lnTo>
                      <a:lnTo>
                        <a:pt x="72361" y="39067"/>
                      </a:lnTo>
                      <a:lnTo>
                        <a:pt x="76841" y="37933"/>
                      </a:lnTo>
                      <a:lnTo>
                        <a:pt x="77003" y="33025"/>
                      </a:lnTo>
                      <a:lnTo>
                        <a:pt x="74132" y="31589"/>
                      </a:lnTo>
                      <a:lnTo>
                        <a:pt x="73993" y="30964"/>
                      </a:lnTo>
                      <a:lnTo>
                        <a:pt x="73900" y="29043"/>
                      </a:lnTo>
                      <a:lnTo>
                        <a:pt x="76054" y="24521"/>
                      </a:lnTo>
                      <a:lnTo>
                        <a:pt x="81159" y="21246"/>
                      </a:lnTo>
                      <a:lnTo>
                        <a:pt x="80568" y="21164"/>
                      </a:lnTo>
                      <a:lnTo>
                        <a:pt x="81321" y="20602"/>
                      </a:lnTo>
                      <a:lnTo>
                        <a:pt x="76621" y="20604"/>
                      </a:lnTo>
                      <a:lnTo>
                        <a:pt x="81147" y="15777"/>
                      </a:lnTo>
                      <a:lnTo>
                        <a:pt x="80916" y="15084"/>
                      </a:lnTo>
                      <a:lnTo>
                        <a:pt x="81182" y="14741"/>
                      </a:lnTo>
                      <a:lnTo>
                        <a:pt x="80788" y="13775"/>
                      </a:lnTo>
                      <a:lnTo>
                        <a:pt x="82154" y="13582"/>
                      </a:lnTo>
                      <a:lnTo>
                        <a:pt x="82189" y="13694"/>
                      </a:lnTo>
                      <a:lnTo>
                        <a:pt x="85025" y="13173"/>
                      </a:lnTo>
                      <a:lnTo>
                        <a:pt x="85627" y="15816"/>
                      </a:lnTo>
                      <a:lnTo>
                        <a:pt x="85939" y="15744"/>
                      </a:lnTo>
                      <a:lnTo>
                        <a:pt x="85986" y="15874"/>
                      </a:lnTo>
                      <a:lnTo>
                        <a:pt x="89493" y="14955"/>
                      </a:lnTo>
                      <a:lnTo>
                        <a:pt x="91021" y="17973"/>
                      </a:lnTo>
                      <a:lnTo>
                        <a:pt x="92526" y="16706"/>
                      </a:lnTo>
                      <a:lnTo>
                        <a:pt x="93857" y="18913"/>
                      </a:lnTo>
                      <a:lnTo>
                        <a:pt x="96879" y="16693"/>
                      </a:lnTo>
                      <a:lnTo>
                        <a:pt x="97550" y="18958"/>
                      </a:lnTo>
                      <a:lnTo>
                        <a:pt x="98719" y="16259"/>
                      </a:lnTo>
                      <a:lnTo>
                        <a:pt x="99923" y="17547"/>
                      </a:lnTo>
                      <a:lnTo>
                        <a:pt x="101231" y="16403"/>
                      </a:lnTo>
                      <a:lnTo>
                        <a:pt x="101694" y="19178"/>
                      </a:lnTo>
                      <a:lnTo>
                        <a:pt x="101775" y="19125"/>
                      </a:lnTo>
                      <a:lnTo>
                        <a:pt x="101810" y="19285"/>
                      </a:lnTo>
                      <a:lnTo>
                        <a:pt x="103095" y="18311"/>
                      </a:lnTo>
                      <a:lnTo>
                        <a:pt x="104623" y="19533"/>
                      </a:lnTo>
                      <a:lnTo>
                        <a:pt x="104692" y="19752"/>
                      </a:lnTo>
                      <a:lnTo>
                        <a:pt x="104484" y="22661"/>
                      </a:lnTo>
                      <a:lnTo>
                        <a:pt x="106012" y="22373"/>
                      </a:lnTo>
                      <a:lnTo>
                        <a:pt x="105838" y="21807"/>
                      </a:lnTo>
                      <a:lnTo>
                        <a:pt x="106417" y="21110"/>
                      </a:lnTo>
                      <a:lnTo>
                        <a:pt x="104021" y="15866"/>
                      </a:lnTo>
                      <a:lnTo>
                        <a:pt x="103824" y="15200"/>
                      </a:lnTo>
                      <a:lnTo>
                        <a:pt x="103454" y="15067"/>
                      </a:lnTo>
                      <a:lnTo>
                        <a:pt x="100907" y="13452"/>
                      </a:lnTo>
                      <a:lnTo>
                        <a:pt x="100953" y="12428"/>
                      </a:lnTo>
                      <a:lnTo>
                        <a:pt x="102643" y="6477"/>
                      </a:lnTo>
                      <a:lnTo>
                        <a:pt x="102829" y="6030"/>
                      </a:lnTo>
                      <a:lnTo>
                        <a:pt x="103766" y="7954"/>
                      </a:lnTo>
                      <a:lnTo>
                        <a:pt x="104009" y="6329"/>
                      </a:lnTo>
                      <a:lnTo>
                        <a:pt x="104264" y="7568"/>
                      </a:lnTo>
                      <a:lnTo>
                        <a:pt x="105433" y="7332"/>
                      </a:lnTo>
                      <a:lnTo>
                        <a:pt x="106568" y="8159"/>
                      </a:lnTo>
                      <a:lnTo>
                        <a:pt x="106996" y="9437"/>
                      </a:lnTo>
                      <a:lnTo>
                        <a:pt x="107401" y="8765"/>
                      </a:lnTo>
                      <a:lnTo>
                        <a:pt x="107656" y="8950"/>
                      </a:lnTo>
                      <a:lnTo>
                        <a:pt x="108130" y="7579"/>
                      </a:lnTo>
                      <a:lnTo>
                        <a:pt x="110261" y="40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9" name="Freeform: Shape 268">
                  <a:extLst>
                    <a:ext uri="{FF2B5EF4-FFF2-40B4-BE49-F238E27FC236}">
                      <a16:creationId xmlns:a16="http://schemas.microsoft.com/office/drawing/2014/main" id="{B6142972-22E8-D635-CFC6-F45A13A15AAF}"/>
                    </a:ext>
                  </a:extLst>
                </p:cNvPr>
                <p:cNvSpPr/>
                <p:nvPr/>
              </p:nvSpPr>
              <p:spPr>
                <a:xfrm>
                  <a:off x="8049041" y="3743551"/>
                  <a:ext cx="242954" cy="227442"/>
                </a:xfrm>
                <a:custGeom>
                  <a:avLst/>
                  <a:gdLst>
                    <a:gd name="connsiteX0" fmla="*/ 92329 w 242954"/>
                    <a:gd name="connsiteY0" fmla="*/ 2327 h 227442"/>
                    <a:gd name="connsiteX1" fmla="*/ 93498 w 242954"/>
                    <a:gd name="connsiteY1" fmla="*/ 0 h 227442"/>
                    <a:gd name="connsiteX2" fmla="*/ 96774 w 242954"/>
                    <a:gd name="connsiteY2" fmla="*/ 1875 h 227442"/>
                    <a:gd name="connsiteX3" fmla="*/ 97492 w 242954"/>
                    <a:gd name="connsiteY3" fmla="*/ 5221 h 227442"/>
                    <a:gd name="connsiteX4" fmla="*/ 97805 w 242954"/>
                    <a:gd name="connsiteY4" fmla="*/ 7084 h 227442"/>
                    <a:gd name="connsiteX5" fmla="*/ 97897 w 242954"/>
                    <a:gd name="connsiteY5" fmla="*/ 7131 h 227442"/>
                    <a:gd name="connsiteX6" fmla="*/ 97943 w 242954"/>
                    <a:gd name="connsiteY6" fmla="*/ 7351 h 227442"/>
                    <a:gd name="connsiteX7" fmla="*/ 106533 w 242954"/>
                    <a:gd name="connsiteY7" fmla="*/ 11044 h 227442"/>
                    <a:gd name="connsiteX8" fmla="*/ 112680 w 242954"/>
                    <a:gd name="connsiteY8" fmla="*/ 11356 h 227442"/>
                    <a:gd name="connsiteX9" fmla="*/ 114891 w 242954"/>
                    <a:gd name="connsiteY9" fmla="*/ 17341 h 227442"/>
                    <a:gd name="connsiteX10" fmla="*/ 115006 w 242954"/>
                    <a:gd name="connsiteY10" fmla="*/ 17688 h 227442"/>
                    <a:gd name="connsiteX11" fmla="*/ 111186 w 242954"/>
                    <a:gd name="connsiteY11" fmla="*/ 21948 h 227442"/>
                    <a:gd name="connsiteX12" fmla="*/ 116558 w 242954"/>
                    <a:gd name="connsiteY12" fmla="*/ 27400 h 227442"/>
                    <a:gd name="connsiteX13" fmla="*/ 118259 w 242954"/>
                    <a:gd name="connsiteY13" fmla="*/ 25305 h 227442"/>
                    <a:gd name="connsiteX14" fmla="*/ 122728 w 242954"/>
                    <a:gd name="connsiteY14" fmla="*/ 28674 h 227442"/>
                    <a:gd name="connsiteX15" fmla="*/ 128527 w 242954"/>
                    <a:gd name="connsiteY15" fmla="*/ 42148 h 227442"/>
                    <a:gd name="connsiteX16" fmla="*/ 132081 w 242954"/>
                    <a:gd name="connsiteY16" fmla="*/ 46604 h 227442"/>
                    <a:gd name="connsiteX17" fmla="*/ 135658 w 242954"/>
                    <a:gd name="connsiteY17" fmla="*/ 47450 h 227442"/>
                    <a:gd name="connsiteX18" fmla="*/ 137186 w 242954"/>
                    <a:gd name="connsiteY18" fmla="*/ 51617 h 227442"/>
                    <a:gd name="connsiteX19" fmla="*/ 135542 w 242954"/>
                    <a:gd name="connsiteY19" fmla="*/ 55622 h 227442"/>
                    <a:gd name="connsiteX20" fmla="*/ 138089 w 242954"/>
                    <a:gd name="connsiteY20" fmla="*/ 59928 h 227442"/>
                    <a:gd name="connsiteX21" fmla="*/ 138262 w 242954"/>
                    <a:gd name="connsiteY21" fmla="*/ 58227 h 227442"/>
                    <a:gd name="connsiteX22" fmla="*/ 140184 w 242954"/>
                    <a:gd name="connsiteY22" fmla="*/ 60623 h 227442"/>
                    <a:gd name="connsiteX23" fmla="*/ 140276 w 242954"/>
                    <a:gd name="connsiteY23" fmla="*/ 66944 h 227442"/>
                    <a:gd name="connsiteX24" fmla="*/ 143147 w 242954"/>
                    <a:gd name="connsiteY24" fmla="*/ 72592 h 227442"/>
                    <a:gd name="connsiteX25" fmla="*/ 142163 w 242954"/>
                    <a:gd name="connsiteY25" fmla="*/ 75417 h 227442"/>
                    <a:gd name="connsiteX26" fmla="*/ 138598 w 242954"/>
                    <a:gd name="connsiteY26" fmla="*/ 76019 h 227442"/>
                    <a:gd name="connsiteX27" fmla="*/ 142256 w 242954"/>
                    <a:gd name="connsiteY27" fmla="*/ 77142 h 227442"/>
                    <a:gd name="connsiteX28" fmla="*/ 145856 w 242954"/>
                    <a:gd name="connsiteY28" fmla="*/ 84388 h 227442"/>
                    <a:gd name="connsiteX29" fmla="*/ 148993 w 242954"/>
                    <a:gd name="connsiteY29" fmla="*/ 82802 h 227442"/>
                    <a:gd name="connsiteX30" fmla="*/ 149618 w 242954"/>
                    <a:gd name="connsiteY30" fmla="*/ 80753 h 227442"/>
                    <a:gd name="connsiteX31" fmla="*/ 149734 w 242954"/>
                    <a:gd name="connsiteY31" fmla="*/ 80615 h 227442"/>
                    <a:gd name="connsiteX32" fmla="*/ 152443 w 242954"/>
                    <a:gd name="connsiteY32" fmla="*/ 83242 h 227442"/>
                    <a:gd name="connsiteX33" fmla="*/ 155962 w 242954"/>
                    <a:gd name="connsiteY33" fmla="*/ 85905 h 227442"/>
                    <a:gd name="connsiteX34" fmla="*/ 161576 w 242954"/>
                    <a:gd name="connsiteY34" fmla="*/ 83717 h 227442"/>
                    <a:gd name="connsiteX35" fmla="*/ 162838 w 242954"/>
                    <a:gd name="connsiteY35" fmla="*/ 83231 h 227442"/>
                    <a:gd name="connsiteX36" fmla="*/ 166415 w 242954"/>
                    <a:gd name="connsiteY36" fmla="*/ 83439 h 227442"/>
                    <a:gd name="connsiteX37" fmla="*/ 170605 w 242954"/>
                    <a:gd name="connsiteY37" fmla="*/ 84330 h 227442"/>
                    <a:gd name="connsiteX38" fmla="*/ 173279 w 242954"/>
                    <a:gd name="connsiteY38" fmla="*/ 83856 h 227442"/>
                    <a:gd name="connsiteX39" fmla="*/ 174495 w 242954"/>
                    <a:gd name="connsiteY39" fmla="*/ 83925 h 227442"/>
                    <a:gd name="connsiteX40" fmla="*/ 179229 w 242954"/>
                    <a:gd name="connsiteY40" fmla="*/ 85708 h 227442"/>
                    <a:gd name="connsiteX41" fmla="*/ 182366 w 242954"/>
                    <a:gd name="connsiteY41" fmla="*/ 91693 h 227442"/>
                    <a:gd name="connsiteX42" fmla="*/ 186707 w 242954"/>
                    <a:gd name="connsiteY42" fmla="*/ 93672 h 227442"/>
                    <a:gd name="connsiteX43" fmla="*/ 187379 w 242954"/>
                    <a:gd name="connsiteY43" fmla="*/ 87294 h 227442"/>
                    <a:gd name="connsiteX44" fmla="*/ 188004 w 242954"/>
                    <a:gd name="connsiteY44" fmla="*/ 87641 h 227442"/>
                    <a:gd name="connsiteX45" fmla="*/ 190203 w 242954"/>
                    <a:gd name="connsiteY45" fmla="*/ 89111 h 227442"/>
                    <a:gd name="connsiteX46" fmla="*/ 193688 w 242954"/>
                    <a:gd name="connsiteY46" fmla="*/ 89019 h 227442"/>
                    <a:gd name="connsiteX47" fmla="*/ 196084 w 242954"/>
                    <a:gd name="connsiteY47" fmla="*/ 89111 h 227442"/>
                    <a:gd name="connsiteX48" fmla="*/ 198793 w 242954"/>
                    <a:gd name="connsiteY48" fmla="*/ 94575 h 227442"/>
                    <a:gd name="connsiteX49" fmla="*/ 203052 w 242954"/>
                    <a:gd name="connsiteY49" fmla="*/ 98187 h 227442"/>
                    <a:gd name="connsiteX50" fmla="*/ 202045 w 242954"/>
                    <a:gd name="connsiteY50" fmla="*/ 99703 h 227442"/>
                    <a:gd name="connsiteX51" fmla="*/ 202867 w 242954"/>
                    <a:gd name="connsiteY51" fmla="*/ 101416 h 227442"/>
                    <a:gd name="connsiteX52" fmla="*/ 204407 w 242954"/>
                    <a:gd name="connsiteY52" fmla="*/ 104646 h 227442"/>
                    <a:gd name="connsiteX53" fmla="*/ 212927 w 242954"/>
                    <a:gd name="connsiteY53" fmla="*/ 109461 h 227442"/>
                    <a:gd name="connsiteX54" fmla="*/ 220081 w 242954"/>
                    <a:gd name="connsiteY54" fmla="*/ 107922 h 227442"/>
                    <a:gd name="connsiteX55" fmla="*/ 222488 w 242954"/>
                    <a:gd name="connsiteY55" fmla="*/ 111082 h 227442"/>
                    <a:gd name="connsiteX56" fmla="*/ 223218 w 242954"/>
                    <a:gd name="connsiteY56" fmla="*/ 112321 h 227442"/>
                    <a:gd name="connsiteX57" fmla="*/ 222292 w 242954"/>
                    <a:gd name="connsiteY57" fmla="*/ 114613 h 227442"/>
                    <a:gd name="connsiteX58" fmla="*/ 223542 w 242954"/>
                    <a:gd name="connsiteY58" fmla="*/ 115898 h 227442"/>
                    <a:gd name="connsiteX59" fmla="*/ 223542 w 242954"/>
                    <a:gd name="connsiteY59" fmla="*/ 115909 h 227442"/>
                    <a:gd name="connsiteX60" fmla="*/ 223646 w 242954"/>
                    <a:gd name="connsiteY60" fmla="*/ 116002 h 227442"/>
                    <a:gd name="connsiteX61" fmla="*/ 225695 w 242954"/>
                    <a:gd name="connsiteY61" fmla="*/ 118086 h 227442"/>
                    <a:gd name="connsiteX62" fmla="*/ 226922 w 242954"/>
                    <a:gd name="connsiteY62" fmla="*/ 117681 h 227442"/>
                    <a:gd name="connsiteX63" fmla="*/ 231680 w 242954"/>
                    <a:gd name="connsiteY63" fmla="*/ 123052 h 227442"/>
                    <a:gd name="connsiteX64" fmla="*/ 232826 w 242954"/>
                    <a:gd name="connsiteY64" fmla="*/ 123017 h 227442"/>
                    <a:gd name="connsiteX65" fmla="*/ 230892 w 242954"/>
                    <a:gd name="connsiteY65" fmla="*/ 128157 h 227442"/>
                    <a:gd name="connsiteX66" fmla="*/ 233647 w 242954"/>
                    <a:gd name="connsiteY66" fmla="*/ 127092 h 227442"/>
                    <a:gd name="connsiteX67" fmla="*/ 233775 w 242954"/>
                    <a:gd name="connsiteY67" fmla="*/ 127265 h 227442"/>
                    <a:gd name="connsiteX68" fmla="*/ 233381 w 242954"/>
                    <a:gd name="connsiteY68" fmla="*/ 128608 h 227442"/>
                    <a:gd name="connsiteX69" fmla="*/ 237884 w 242954"/>
                    <a:gd name="connsiteY69" fmla="*/ 130692 h 227442"/>
                    <a:gd name="connsiteX70" fmla="*/ 238799 w 242954"/>
                    <a:gd name="connsiteY70" fmla="*/ 126490 h 227442"/>
                    <a:gd name="connsiteX71" fmla="*/ 238810 w 242954"/>
                    <a:gd name="connsiteY71" fmla="*/ 126455 h 227442"/>
                    <a:gd name="connsiteX72" fmla="*/ 241010 w 242954"/>
                    <a:gd name="connsiteY72" fmla="*/ 125876 h 227442"/>
                    <a:gd name="connsiteX73" fmla="*/ 241172 w 242954"/>
                    <a:gd name="connsiteY73" fmla="*/ 125946 h 227442"/>
                    <a:gd name="connsiteX74" fmla="*/ 242954 w 242954"/>
                    <a:gd name="connsiteY74" fmla="*/ 131548 h 227442"/>
                    <a:gd name="connsiteX75" fmla="*/ 242052 w 242954"/>
                    <a:gd name="connsiteY75" fmla="*/ 136596 h 227442"/>
                    <a:gd name="connsiteX76" fmla="*/ 240350 w 242954"/>
                    <a:gd name="connsiteY76" fmla="*/ 144756 h 227442"/>
                    <a:gd name="connsiteX77" fmla="*/ 239308 w 242954"/>
                    <a:gd name="connsiteY77" fmla="*/ 145254 h 227442"/>
                    <a:gd name="connsiteX78" fmla="*/ 237676 w 242954"/>
                    <a:gd name="connsiteY78" fmla="*/ 142870 h 227442"/>
                    <a:gd name="connsiteX79" fmla="*/ 236379 w 242954"/>
                    <a:gd name="connsiteY79" fmla="*/ 143819 h 227442"/>
                    <a:gd name="connsiteX80" fmla="*/ 234747 w 242954"/>
                    <a:gd name="connsiteY80" fmla="*/ 142302 h 227442"/>
                    <a:gd name="connsiteX81" fmla="*/ 234574 w 242954"/>
                    <a:gd name="connsiteY81" fmla="*/ 141770 h 227442"/>
                    <a:gd name="connsiteX82" fmla="*/ 236565 w 242954"/>
                    <a:gd name="connsiteY82" fmla="*/ 139813 h 227442"/>
                    <a:gd name="connsiteX83" fmla="*/ 232710 w 242954"/>
                    <a:gd name="connsiteY83" fmla="*/ 137359 h 227442"/>
                    <a:gd name="connsiteX84" fmla="*/ 231830 w 242954"/>
                    <a:gd name="connsiteY84" fmla="*/ 134605 h 227442"/>
                    <a:gd name="connsiteX85" fmla="*/ 229376 w 242954"/>
                    <a:gd name="connsiteY85" fmla="*/ 138077 h 227442"/>
                    <a:gd name="connsiteX86" fmla="*/ 226702 w 242954"/>
                    <a:gd name="connsiteY86" fmla="*/ 142453 h 227442"/>
                    <a:gd name="connsiteX87" fmla="*/ 227038 w 242954"/>
                    <a:gd name="connsiteY87" fmla="*/ 143877 h 227442"/>
                    <a:gd name="connsiteX88" fmla="*/ 228820 w 242954"/>
                    <a:gd name="connsiteY88" fmla="*/ 142163 h 227442"/>
                    <a:gd name="connsiteX89" fmla="*/ 229492 w 242954"/>
                    <a:gd name="connsiteY89" fmla="*/ 138181 h 227442"/>
                    <a:gd name="connsiteX90" fmla="*/ 229515 w 242954"/>
                    <a:gd name="connsiteY90" fmla="*/ 138147 h 227442"/>
                    <a:gd name="connsiteX91" fmla="*/ 232895 w 242954"/>
                    <a:gd name="connsiteY91" fmla="*/ 138309 h 227442"/>
                    <a:gd name="connsiteX92" fmla="*/ 232513 w 242954"/>
                    <a:gd name="connsiteY92" fmla="*/ 147234 h 227442"/>
                    <a:gd name="connsiteX93" fmla="*/ 234967 w 242954"/>
                    <a:gd name="connsiteY93" fmla="*/ 145358 h 227442"/>
                    <a:gd name="connsiteX94" fmla="*/ 235164 w 242954"/>
                    <a:gd name="connsiteY94" fmla="*/ 146134 h 227442"/>
                    <a:gd name="connsiteX95" fmla="*/ 235361 w 242954"/>
                    <a:gd name="connsiteY95" fmla="*/ 148843 h 227442"/>
                    <a:gd name="connsiteX96" fmla="*/ 238475 w 242954"/>
                    <a:gd name="connsiteY96" fmla="*/ 147581 h 227442"/>
                    <a:gd name="connsiteX97" fmla="*/ 239760 w 242954"/>
                    <a:gd name="connsiteY97" fmla="*/ 150070 h 227442"/>
                    <a:gd name="connsiteX98" fmla="*/ 239088 w 242954"/>
                    <a:gd name="connsiteY98" fmla="*/ 151632 h 227442"/>
                    <a:gd name="connsiteX99" fmla="*/ 235291 w 242954"/>
                    <a:gd name="connsiteY99" fmla="*/ 158833 h 227442"/>
                    <a:gd name="connsiteX100" fmla="*/ 234493 w 242954"/>
                    <a:gd name="connsiteY100" fmla="*/ 159099 h 227442"/>
                    <a:gd name="connsiteX101" fmla="*/ 234365 w 242954"/>
                    <a:gd name="connsiteY101" fmla="*/ 164482 h 227442"/>
                    <a:gd name="connsiteX102" fmla="*/ 230013 w 242954"/>
                    <a:gd name="connsiteY102" fmla="*/ 168279 h 227442"/>
                    <a:gd name="connsiteX103" fmla="*/ 228936 w 242954"/>
                    <a:gd name="connsiteY103" fmla="*/ 167121 h 227442"/>
                    <a:gd name="connsiteX104" fmla="*/ 228427 w 242954"/>
                    <a:gd name="connsiteY104" fmla="*/ 166450 h 227442"/>
                    <a:gd name="connsiteX105" fmla="*/ 228288 w 242954"/>
                    <a:gd name="connsiteY105" fmla="*/ 166438 h 227442"/>
                    <a:gd name="connsiteX106" fmla="*/ 228056 w 242954"/>
                    <a:gd name="connsiteY106" fmla="*/ 166195 h 227442"/>
                    <a:gd name="connsiteX107" fmla="*/ 220416 w 242954"/>
                    <a:gd name="connsiteY107" fmla="*/ 165697 h 227442"/>
                    <a:gd name="connsiteX108" fmla="*/ 217835 w 242954"/>
                    <a:gd name="connsiteY108" fmla="*/ 163521 h 227442"/>
                    <a:gd name="connsiteX109" fmla="*/ 218344 w 242954"/>
                    <a:gd name="connsiteY109" fmla="*/ 155568 h 227442"/>
                    <a:gd name="connsiteX110" fmla="*/ 219282 w 242954"/>
                    <a:gd name="connsiteY110" fmla="*/ 154978 h 227442"/>
                    <a:gd name="connsiteX111" fmla="*/ 220393 w 242954"/>
                    <a:gd name="connsiteY111" fmla="*/ 154364 h 227442"/>
                    <a:gd name="connsiteX112" fmla="*/ 220636 w 242954"/>
                    <a:gd name="connsiteY112" fmla="*/ 150822 h 227442"/>
                    <a:gd name="connsiteX113" fmla="*/ 220798 w 242954"/>
                    <a:gd name="connsiteY113" fmla="*/ 149838 h 227442"/>
                    <a:gd name="connsiteX114" fmla="*/ 220706 w 242954"/>
                    <a:gd name="connsiteY114" fmla="*/ 149827 h 227442"/>
                    <a:gd name="connsiteX115" fmla="*/ 220717 w 242954"/>
                    <a:gd name="connsiteY115" fmla="*/ 149561 h 227442"/>
                    <a:gd name="connsiteX116" fmla="*/ 217036 w 242954"/>
                    <a:gd name="connsiteY116" fmla="*/ 149282 h 227442"/>
                    <a:gd name="connsiteX117" fmla="*/ 216330 w 242954"/>
                    <a:gd name="connsiteY117" fmla="*/ 152246 h 227442"/>
                    <a:gd name="connsiteX118" fmla="*/ 214652 w 242954"/>
                    <a:gd name="connsiteY118" fmla="*/ 149248 h 227442"/>
                    <a:gd name="connsiteX119" fmla="*/ 211688 w 242954"/>
                    <a:gd name="connsiteY119" fmla="*/ 150822 h 227442"/>
                    <a:gd name="connsiteX120" fmla="*/ 208563 w 242954"/>
                    <a:gd name="connsiteY120" fmla="*/ 149549 h 227442"/>
                    <a:gd name="connsiteX121" fmla="*/ 209303 w 242954"/>
                    <a:gd name="connsiteY121" fmla="*/ 152339 h 227442"/>
                    <a:gd name="connsiteX122" fmla="*/ 213517 w 242954"/>
                    <a:gd name="connsiteY122" fmla="*/ 155754 h 227442"/>
                    <a:gd name="connsiteX123" fmla="*/ 213506 w 242954"/>
                    <a:gd name="connsiteY123" fmla="*/ 156772 h 227442"/>
                    <a:gd name="connsiteX124" fmla="*/ 213355 w 242954"/>
                    <a:gd name="connsiteY124" fmla="*/ 160095 h 227442"/>
                    <a:gd name="connsiteX125" fmla="*/ 209813 w 242954"/>
                    <a:gd name="connsiteY125" fmla="*/ 162641 h 227442"/>
                    <a:gd name="connsiteX126" fmla="*/ 205993 w 242954"/>
                    <a:gd name="connsiteY126" fmla="*/ 160662 h 227442"/>
                    <a:gd name="connsiteX127" fmla="*/ 204280 w 242954"/>
                    <a:gd name="connsiteY127" fmla="*/ 168348 h 227442"/>
                    <a:gd name="connsiteX128" fmla="*/ 203863 w 242954"/>
                    <a:gd name="connsiteY128" fmla="*/ 168799 h 227442"/>
                    <a:gd name="connsiteX129" fmla="*/ 196605 w 242954"/>
                    <a:gd name="connsiteY129" fmla="*/ 174124 h 227442"/>
                    <a:gd name="connsiteX130" fmla="*/ 192113 w 242954"/>
                    <a:gd name="connsiteY130" fmla="*/ 176393 h 227442"/>
                    <a:gd name="connsiteX131" fmla="*/ 193062 w 242954"/>
                    <a:gd name="connsiteY131" fmla="*/ 176729 h 227442"/>
                    <a:gd name="connsiteX132" fmla="*/ 192982 w 242954"/>
                    <a:gd name="connsiteY132" fmla="*/ 176787 h 227442"/>
                    <a:gd name="connsiteX133" fmla="*/ 193155 w 242954"/>
                    <a:gd name="connsiteY133" fmla="*/ 176752 h 227442"/>
                    <a:gd name="connsiteX134" fmla="*/ 194799 w 242954"/>
                    <a:gd name="connsiteY134" fmla="*/ 177331 h 227442"/>
                    <a:gd name="connsiteX135" fmla="*/ 204557 w 242954"/>
                    <a:gd name="connsiteY135" fmla="*/ 174935 h 227442"/>
                    <a:gd name="connsiteX136" fmla="*/ 205703 w 242954"/>
                    <a:gd name="connsiteY136" fmla="*/ 174055 h 227442"/>
                    <a:gd name="connsiteX137" fmla="*/ 212718 w 242954"/>
                    <a:gd name="connsiteY137" fmla="*/ 168892 h 227442"/>
                    <a:gd name="connsiteX138" fmla="*/ 220324 w 242954"/>
                    <a:gd name="connsiteY138" fmla="*/ 167723 h 227442"/>
                    <a:gd name="connsiteX139" fmla="*/ 225406 w 242954"/>
                    <a:gd name="connsiteY139" fmla="*/ 168568 h 227442"/>
                    <a:gd name="connsiteX140" fmla="*/ 226123 w 242954"/>
                    <a:gd name="connsiteY140" fmla="*/ 168730 h 227442"/>
                    <a:gd name="connsiteX141" fmla="*/ 224398 w 242954"/>
                    <a:gd name="connsiteY141" fmla="*/ 175710 h 227442"/>
                    <a:gd name="connsiteX142" fmla="*/ 220636 w 242954"/>
                    <a:gd name="connsiteY142" fmla="*/ 181105 h 227442"/>
                    <a:gd name="connsiteX143" fmla="*/ 213239 w 242954"/>
                    <a:gd name="connsiteY143" fmla="*/ 184832 h 227442"/>
                    <a:gd name="connsiteX144" fmla="*/ 207046 w 242954"/>
                    <a:gd name="connsiteY144" fmla="*/ 191766 h 227442"/>
                    <a:gd name="connsiteX145" fmla="*/ 206190 w 242954"/>
                    <a:gd name="connsiteY145" fmla="*/ 192241 h 227442"/>
                    <a:gd name="connsiteX146" fmla="*/ 197045 w 242954"/>
                    <a:gd name="connsiteY146" fmla="*/ 196431 h 227442"/>
                    <a:gd name="connsiteX147" fmla="*/ 194926 w 242954"/>
                    <a:gd name="connsiteY147" fmla="*/ 198526 h 227442"/>
                    <a:gd name="connsiteX148" fmla="*/ 188860 w 242954"/>
                    <a:gd name="connsiteY148" fmla="*/ 201918 h 227442"/>
                    <a:gd name="connsiteX149" fmla="*/ 180179 w 242954"/>
                    <a:gd name="connsiteY149" fmla="*/ 204859 h 227442"/>
                    <a:gd name="connsiteX150" fmla="*/ 178419 w 242954"/>
                    <a:gd name="connsiteY150" fmla="*/ 205217 h 227442"/>
                    <a:gd name="connsiteX151" fmla="*/ 179125 w 242954"/>
                    <a:gd name="connsiteY151" fmla="*/ 207116 h 227442"/>
                    <a:gd name="connsiteX152" fmla="*/ 179125 w 242954"/>
                    <a:gd name="connsiteY152" fmla="*/ 207139 h 227442"/>
                    <a:gd name="connsiteX153" fmla="*/ 177192 w 242954"/>
                    <a:gd name="connsiteY153" fmla="*/ 208331 h 227442"/>
                    <a:gd name="connsiteX154" fmla="*/ 172214 w 242954"/>
                    <a:gd name="connsiteY154" fmla="*/ 207116 h 227442"/>
                    <a:gd name="connsiteX155" fmla="*/ 164123 w 242954"/>
                    <a:gd name="connsiteY155" fmla="*/ 205148 h 227442"/>
                    <a:gd name="connsiteX156" fmla="*/ 161576 w 242954"/>
                    <a:gd name="connsiteY156" fmla="*/ 202775 h 227442"/>
                    <a:gd name="connsiteX157" fmla="*/ 159643 w 242954"/>
                    <a:gd name="connsiteY157" fmla="*/ 200969 h 227442"/>
                    <a:gd name="connsiteX158" fmla="*/ 161576 w 242954"/>
                    <a:gd name="connsiteY158" fmla="*/ 200170 h 227442"/>
                    <a:gd name="connsiteX159" fmla="*/ 163822 w 242954"/>
                    <a:gd name="connsiteY159" fmla="*/ 199232 h 227442"/>
                    <a:gd name="connsiteX160" fmla="*/ 168359 w 242954"/>
                    <a:gd name="connsiteY160" fmla="*/ 194845 h 227442"/>
                    <a:gd name="connsiteX161" fmla="*/ 168522 w 242954"/>
                    <a:gd name="connsiteY161" fmla="*/ 194185 h 227442"/>
                    <a:gd name="connsiteX162" fmla="*/ 169841 w 242954"/>
                    <a:gd name="connsiteY162" fmla="*/ 191338 h 227442"/>
                    <a:gd name="connsiteX163" fmla="*/ 169286 w 242954"/>
                    <a:gd name="connsiteY163" fmla="*/ 191072 h 227442"/>
                    <a:gd name="connsiteX164" fmla="*/ 169413 w 242954"/>
                    <a:gd name="connsiteY164" fmla="*/ 190551 h 227442"/>
                    <a:gd name="connsiteX165" fmla="*/ 171821 w 242954"/>
                    <a:gd name="connsiteY165" fmla="*/ 189185 h 227442"/>
                    <a:gd name="connsiteX166" fmla="*/ 173337 w 242954"/>
                    <a:gd name="connsiteY166" fmla="*/ 188583 h 227442"/>
                    <a:gd name="connsiteX167" fmla="*/ 173291 w 242954"/>
                    <a:gd name="connsiteY167" fmla="*/ 188351 h 227442"/>
                    <a:gd name="connsiteX168" fmla="*/ 174402 w 242954"/>
                    <a:gd name="connsiteY168" fmla="*/ 187726 h 227442"/>
                    <a:gd name="connsiteX169" fmla="*/ 172654 w 242954"/>
                    <a:gd name="connsiteY169" fmla="*/ 182702 h 227442"/>
                    <a:gd name="connsiteX170" fmla="*/ 170397 w 242954"/>
                    <a:gd name="connsiteY170" fmla="*/ 181834 h 227442"/>
                    <a:gd name="connsiteX171" fmla="*/ 168024 w 242954"/>
                    <a:gd name="connsiteY171" fmla="*/ 183154 h 227442"/>
                    <a:gd name="connsiteX172" fmla="*/ 164794 w 242954"/>
                    <a:gd name="connsiteY172" fmla="*/ 180885 h 227442"/>
                    <a:gd name="connsiteX173" fmla="*/ 163995 w 242954"/>
                    <a:gd name="connsiteY173" fmla="*/ 181915 h 227442"/>
                    <a:gd name="connsiteX174" fmla="*/ 160974 w 242954"/>
                    <a:gd name="connsiteY174" fmla="*/ 182494 h 227442"/>
                    <a:gd name="connsiteX175" fmla="*/ 160071 w 242954"/>
                    <a:gd name="connsiteY175" fmla="*/ 182378 h 227442"/>
                    <a:gd name="connsiteX176" fmla="*/ 159562 w 242954"/>
                    <a:gd name="connsiteY176" fmla="*/ 184577 h 227442"/>
                    <a:gd name="connsiteX177" fmla="*/ 156147 w 242954"/>
                    <a:gd name="connsiteY177" fmla="*/ 185920 h 227442"/>
                    <a:gd name="connsiteX178" fmla="*/ 144791 w 242954"/>
                    <a:gd name="connsiteY178" fmla="*/ 200205 h 227442"/>
                    <a:gd name="connsiteX179" fmla="*/ 137765 w 242954"/>
                    <a:gd name="connsiteY179" fmla="*/ 201640 h 227442"/>
                    <a:gd name="connsiteX180" fmla="*/ 127728 w 242954"/>
                    <a:gd name="connsiteY180" fmla="*/ 198445 h 227442"/>
                    <a:gd name="connsiteX181" fmla="*/ 121338 w 242954"/>
                    <a:gd name="connsiteY181" fmla="*/ 205865 h 227442"/>
                    <a:gd name="connsiteX182" fmla="*/ 119498 w 242954"/>
                    <a:gd name="connsiteY182" fmla="*/ 207116 h 227442"/>
                    <a:gd name="connsiteX183" fmla="*/ 107690 w 242954"/>
                    <a:gd name="connsiteY183" fmla="*/ 215103 h 227442"/>
                    <a:gd name="connsiteX184" fmla="*/ 105271 w 242954"/>
                    <a:gd name="connsiteY184" fmla="*/ 215184 h 227442"/>
                    <a:gd name="connsiteX185" fmla="*/ 103639 w 242954"/>
                    <a:gd name="connsiteY185" fmla="*/ 215184 h 227442"/>
                    <a:gd name="connsiteX186" fmla="*/ 97365 w 242954"/>
                    <a:gd name="connsiteY186" fmla="*/ 209153 h 227442"/>
                    <a:gd name="connsiteX187" fmla="*/ 97087 w 242954"/>
                    <a:gd name="connsiteY187" fmla="*/ 208887 h 227442"/>
                    <a:gd name="connsiteX188" fmla="*/ 96913 w 242954"/>
                    <a:gd name="connsiteY188" fmla="*/ 208713 h 227442"/>
                    <a:gd name="connsiteX189" fmla="*/ 91368 w 242954"/>
                    <a:gd name="connsiteY189" fmla="*/ 211549 h 227442"/>
                    <a:gd name="connsiteX190" fmla="*/ 87838 w 242954"/>
                    <a:gd name="connsiteY190" fmla="*/ 211514 h 227442"/>
                    <a:gd name="connsiteX191" fmla="*/ 81147 w 242954"/>
                    <a:gd name="connsiteY191" fmla="*/ 211109 h 227442"/>
                    <a:gd name="connsiteX192" fmla="*/ 75405 w 242954"/>
                    <a:gd name="connsiteY192" fmla="*/ 218020 h 227442"/>
                    <a:gd name="connsiteX193" fmla="*/ 75394 w 242954"/>
                    <a:gd name="connsiteY193" fmla="*/ 217974 h 227442"/>
                    <a:gd name="connsiteX194" fmla="*/ 75208 w 242954"/>
                    <a:gd name="connsiteY194" fmla="*/ 215323 h 227442"/>
                    <a:gd name="connsiteX195" fmla="*/ 71030 w 242954"/>
                    <a:gd name="connsiteY195" fmla="*/ 218067 h 227442"/>
                    <a:gd name="connsiteX196" fmla="*/ 70196 w 242954"/>
                    <a:gd name="connsiteY196" fmla="*/ 217059 h 227442"/>
                    <a:gd name="connsiteX197" fmla="*/ 69652 w 242954"/>
                    <a:gd name="connsiteY197" fmla="*/ 216747 h 227442"/>
                    <a:gd name="connsiteX198" fmla="*/ 70694 w 242954"/>
                    <a:gd name="connsiteY198" fmla="*/ 215659 h 227442"/>
                    <a:gd name="connsiteX199" fmla="*/ 68657 w 242954"/>
                    <a:gd name="connsiteY199" fmla="*/ 216110 h 227442"/>
                    <a:gd name="connsiteX200" fmla="*/ 67812 w 242954"/>
                    <a:gd name="connsiteY200" fmla="*/ 214189 h 227442"/>
                    <a:gd name="connsiteX201" fmla="*/ 63598 w 242954"/>
                    <a:gd name="connsiteY201" fmla="*/ 216469 h 227442"/>
                    <a:gd name="connsiteX202" fmla="*/ 61757 w 242954"/>
                    <a:gd name="connsiteY202" fmla="*/ 214246 h 227442"/>
                    <a:gd name="connsiteX203" fmla="*/ 61063 w 242954"/>
                    <a:gd name="connsiteY203" fmla="*/ 215346 h 227442"/>
                    <a:gd name="connsiteX204" fmla="*/ 60808 w 242954"/>
                    <a:gd name="connsiteY204" fmla="*/ 215508 h 227442"/>
                    <a:gd name="connsiteX205" fmla="*/ 61456 w 242954"/>
                    <a:gd name="connsiteY205" fmla="*/ 213448 h 227442"/>
                    <a:gd name="connsiteX206" fmla="*/ 58412 w 242954"/>
                    <a:gd name="connsiteY206" fmla="*/ 212973 h 227442"/>
                    <a:gd name="connsiteX207" fmla="*/ 57266 w 242954"/>
                    <a:gd name="connsiteY207" fmla="*/ 214339 h 227442"/>
                    <a:gd name="connsiteX208" fmla="*/ 57231 w 242954"/>
                    <a:gd name="connsiteY208" fmla="*/ 214351 h 227442"/>
                    <a:gd name="connsiteX209" fmla="*/ 57451 w 242954"/>
                    <a:gd name="connsiteY209" fmla="*/ 212429 h 227442"/>
                    <a:gd name="connsiteX210" fmla="*/ 55993 w 242954"/>
                    <a:gd name="connsiteY210" fmla="*/ 214501 h 227442"/>
                    <a:gd name="connsiteX211" fmla="*/ 56664 w 242954"/>
                    <a:gd name="connsiteY211" fmla="*/ 212603 h 227442"/>
                    <a:gd name="connsiteX212" fmla="*/ 55912 w 242954"/>
                    <a:gd name="connsiteY212" fmla="*/ 213182 h 227442"/>
                    <a:gd name="connsiteX213" fmla="*/ 55912 w 242954"/>
                    <a:gd name="connsiteY213" fmla="*/ 212973 h 227442"/>
                    <a:gd name="connsiteX214" fmla="*/ 55599 w 242954"/>
                    <a:gd name="connsiteY214" fmla="*/ 213401 h 227442"/>
                    <a:gd name="connsiteX215" fmla="*/ 54719 w 242954"/>
                    <a:gd name="connsiteY215" fmla="*/ 214073 h 227442"/>
                    <a:gd name="connsiteX216" fmla="*/ 51258 w 242954"/>
                    <a:gd name="connsiteY216" fmla="*/ 213274 h 227442"/>
                    <a:gd name="connsiteX217" fmla="*/ 48364 w 242954"/>
                    <a:gd name="connsiteY217" fmla="*/ 216990 h 227442"/>
                    <a:gd name="connsiteX218" fmla="*/ 48167 w 242954"/>
                    <a:gd name="connsiteY218" fmla="*/ 215450 h 227442"/>
                    <a:gd name="connsiteX219" fmla="*/ 46222 w 242954"/>
                    <a:gd name="connsiteY219" fmla="*/ 216076 h 227442"/>
                    <a:gd name="connsiteX220" fmla="*/ 43942 w 242954"/>
                    <a:gd name="connsiteY220" fmla="*/ 214640 h 227442"/>
                    <a:gd name="connsiteX221" fmla="*/ 43815 w 242954"/>
                    <a:gd name="connsiteY221" fmla="*/ 214652 h 227442"/>
                    <a:gd name="connsiteX222" fmla="*/ 42032 w 242954"/>
                    <a:gd name="connsiteY222" fmla="*/ 213529 h 227442"/>
                    <a:gd name="connsiteX223" fmla="*/ 39786 w 242954"/>
                    <a:gd name="connsiteY223" fmla="*/ 214860 h 227442"/>
                    <a:gd name="connsiteX224" fmla="*/ 34855 w 242954"/>
                    <a:gd name="connsiteY224" fmla="*/ 227443 h 227442"/>
                    <a:gd name="connsiteX225" fmla="*/ 33975 w 242954"/>
                    <a:gd name="connsiteY225" fmla="*/ 227223 h 227442"/>
                    <a:gd name="connsiteX226" fmla="*/ 32285 w 242954"/>
                    <a:gd name="connsiteY226" fmla="*/ 226737 h 227442"/>
                    <a:gd name="connsiteX227" fmla="*/ 33153 w 242954"/>
                    <a:gd name="connsiteY227" fmla="*/ 223438 h 227442"/>
                    <a:gd name="connsiteX228" fmla="*/ 33767 w 242954"/>
                    <a:gd name="connsiteY228" fmla="*/ 223160 h 227442"/>
                    <a:gd name="connsiteX229" fmla="*/ 33211 w 242954"/>
                    <a:gd name="connsiteY229" fmla="*/ 223218 h 227442"/>
                    <a:gd name="connsiteX230" fmla="*/ 33639 w 242954"/>
                    <a:gd name="connsiteY230" fmla="*/ 221609 h 227442"/>
                    <a:gd name="connsiteX231" fmla="*/ 32540 w 242954"/>
                    <a:gd name="connsiteY231" fmla="*/ 222199 h 227442"/>
                    <a:gd name="connsiteX232" fmla="*/ 32841 w 242954"/>
                    <a:gd name="connsiteY232" fmla="*/ 221782 h 227442"/>
                    <a:gd name="connsiteX233" fmla="*/ 30884 w 242954"/>
                    <a:gd name="connsiteY233" fmla="*/ 223090 h 227442"/>
                    <a:gd name="connsiteX234" fmla="*/ 29900 w 242954"/>
                    <a:gd name="connsiteY234" fmla="*/ 221771 h 227442"/>
                    <a:gd name="connsiteX235" fmla="*/ 28291 w 242954"/>
                    <a:gd name="connsiteY235" fmla="*/ 223866 h 227442"/>
                    <a:gd name="connsiteX236" fmla="*/ 23754 w 242954"/>
                    <a:gd name="connsiteY236" fmla="*/ 220879 h 227442"/>
                    <a:gd name="connsiteX237" fmla="*/ 21705 w 242954"/>
                    <a:gd name="connsiteY237" fmla="*/ 224954 h 227442"/>
                    <a:gd name="connsiteX238" fmla="*/ 19679 w 242954"/>
                    <a:gd name="connsiteY238" fmla="*/ 222419 h 227442"/>
                    <a:gd name="connsiteX239" fmla="*/ 19552 w 242954"/>
                    <a:gd name="connsiteY239" fmla="*/ 222755 h 227442"/>
                    <a:gd name="connsiteX240" fmla="*/ 15986 w 242954"/>
                    <a:gd name="connsiteY240" fmla="*/ 223275 h 227442"/>
                    <a:gd name="connsiteX241" fmla="*/ 15766 w 242954"/>
                    <a:gd name="connsiteY241" fmla="*/ 223241 h 227442"/>
                    <a:gd name="connsiteX242" fmla="*/ 13729 w 242954"/>
                    <a:gd name="connsiteY242" fmla="*/ 220961 h 227442"/>
                    <a:gd name="connsiteX243" fmla="*/ 13741 w 242954"/>
                    <a:gd name="connsiteY243" fmla="*/ 220115 h 227442"/>
                    <a:gd name="connsiteX244" fmla="*/ 15141 w 242954"/>
                    <a:gd name="connsiteY244" fmla="*/ 216515 h 227442"/>
                    <a:gd name="connsiteX245" fmla="*/ 16438 w 242954"/>
                    <a:gd name="connsiteY245" fmla="*/ 215439 h 227442"/>
                    <a:gd name="connsiteX246" fmla="*/ 14574 w 242954"/>
                    <a:gd name="connsiteY246" fmla="*/ 214200 h 227442"/>
                    <a:gd name="connsiteX247" fmla="*/ 14516 w 242954"/>
                    <a:gd name="connsiteY247" fmla="*/ 214096 h 227442"/>
                    <a:gd name="connsiteX248" fmla="*/ 14447 w 242954"/>
                    <a:gd name="connsiteY248" fmla="*/ 214119 h 227442"/>
                    <a:gd name="connsiteX249" fmla="*/ 13613 w 242954"/>
                    <a:gd name="connsiteY249" fmla="*/ 213563 h 227442"/>
                    <a:gd name="connsiteX250" fmla="*/ 12502 w 242954"/>
                    <a:gd name="connsiteY250" fmla="*/ 214663 h 227442"/>
                    <a:gd name="connsiteX251" fmla="*/ 9874 w 242954"/>
                    <a:gd name="connsiteY251" fmla="*/ 215404 h 227442"/>
                    <a:gd name="connsiteX252" fmla="*/ 7675 w 242954"/>
                    <a:gd name="connsiteY252" fmla="*/ 214767 h 227442"/>
                    <a:gd name="connsiteX253" fmla="*/ 8578 w 242954"/>
                    <a:gd name="connsiteY253" fmla="*/ 209153 h 227442"/>
                    <a:gd name="connsiteX254" fmla="*/ 7443 w 242954"/>
                    <a:gd name="connsiteY254" fmla="*/ 207116 h 227442"/>
                    <a:gd name="connsiteX255" fmla="*/ 7003 w 242954"/>
                    <a:gd name="connsiteY255" fmla="*/ 206352 h 227442"/>
                    <a:gd name="connsiteX256" fmla="*/ 9539 w 242954"/>
                    <a:gd name="connsiteY256" fmla="*/ 201223 h 227442"/>
                    <a:gd name="connsiteX257" fmla="*/ 8381 w 242954"/>
                    <a:gd name="connsiteY257" fmla="*/ 200402 h 227442"/>
                    <a:gd name="connsiteX258" fmla="*/ 3704 w 242954"/>
                    <a:gd name="connsiteY258" fmla="*/ 202555 h 227442"/>
                    <a:gd name="connsiteX259" fmla="*/ 2581 w 242954"/>
                    <a:gd name="connsiteY259" fmla="*/ 201432 h 227442"/>
                    <a:gd name="connsiteX260" fmla="*/ 4098 w 242954"/>
                    <a:gd name="connsiteY260" fmla="*/ 199198 h 227442"/>
                    <a:gd name="connsiteX261" fmla="*/ 2593 w 242954"/>
                    <a:gd name="connsiteY261" fmla="*/ 198931 h 227442"/>
                    <a:gd name="connsiteX262" fmla="*/ 3913 w 242954"/>
                    <a:gd name="connsiteY262" fmla="*/ 197832 h 227442"/>
                    <a:gd name="connsiteX263" fmla="*/ 590 w 242954"/>
                    <a:gd name="connsiteY263" fmla="*/ 198735 h 227442"/>
                    <a:gd name="connsiteX264" fmla="*/ 0 w 242954"/>
                    <a:gd name="connsiteY264" fmla="*/ 198770 h 227442"/>
                    <a:gd name="connsiteX265" fmla="*/ 2616 w 242954"/>
                    <a:gd name="connsiteY265" fmla="*/ 196304 h 227442"/>
                    <a:gd name="connsiteX266" fmla="*/ 1308 w 242954"/>
                    <a:gd name="connsiteY266" fmla="*/ 192113 h 227442"/>
                    <a:gd name="connsiteX267" fmla="*/ 1458 w 242954"/>
                    <a:gd name="connsiteY267" fmla="*/ 191558 h 227442"/>
                    <a:gd name="connsiteX268" fmla="*/ 2385 w 242954"/>
                    <a:gd name="connsiteY268" fmla="*/ 189034 h 227442"/>
                    <a:gd name="connsiteX269" fmla="*/ 3971 w 242954"/>
                    <a:gd name="connsiteY269" fmla="*/ 189092 h 227442"/>
                    <a:gd name="connsiteX270" fmla="*/ 4549 w 242954"/>
                    <a:gd name="connsiteY270" fmla="*/ 183038 h 227442"/>
                    <a:gd name="connsiteX271" fmla="*/ 6228 w 242954"/>
                    <a:gd name="connsiteY271" fmla="*/ 180468 h 227442"/>
                    <a:gd name="connsiteX272" fmla="*/ 7524 w 242954"/>
                    <a:gd name="connsiteY272" fmla="*/ 178859 h 227442"/>
                    <a:gd name="connsiteX273" fmla="*/ 8636 w 242954"/>
                    <a:gd name="connsiteY273" fmla="*/ 179241 h 227442"/>
                    <a:gd name="connsiteX274" fmla="*/ 9203 w 242954"/>
                    <a:gd name="connsiteY274" fmla="*/ 179148 h 227442"/>
                    <a:gd name="connsiteX275" fmla="*/ 8774 w 242954"/>
                    <a:gd name="connsiteY275" fmla="*/ 178014 h 227442"/>
                    <a:gd name="connsiteX276" fmla="*/ 10430 w 242954"/>
                    <a:gd name="connsiteY276" fmla="*/ 178627 h 227442"/>
                    <a:gd name="connsiteX277" fmla="*/ 10708 w 242954"/>
                    <a:gd name="connsiteY277" fmla="*/ 178720 h 227442"/>
                    <a:gd name="connsiteX278" fmla="*/ 10210 w 242954"/>
                    <a:gd name="connsiteY278" fmla="*/ 177586 h 227442"/>
                    <a:gd name="connsiteX279" fmla="*/ 11032 w 242954"/>
                    <a:gd name="connsiteY279" fmla="*/ 177817 h 227442"/>
                    <a:gd name="connsiteX280" fmla="*/ 11958 w 242954"/>
                    <a:gd name="connsiteY280" fmla="*/ 178685 h 227442"/>
                    <a:gd name="connsiteX281" fmla="*/ 12722 w 242954"/>
                    <a:gd name="connsiteY281" fmla="*/ 177759 h 227442"/>
                    <a:gd name="connsiteX282" fmla="*/ 13764 w 242954"/>
                    <a:gd name="connsiteY282" fmla="*/ 176926 h 227442"/>
                    <a:gd name="connsiteX283" fmla="*/ 20721 w 242954"/>
                    <a:gd name="connsiteY283" fmla="*/ 180387 h 227442"/>
                    <a:gd name="connsiteX284" fmla="*/ 21693 w 242954"/>
                    <a:gd name="connsiteY284" fmla="*/ 179669 h 227442"/>
                    <a:gd name="connsiteX285" fmla="*/ 23684 w 242954"/>
                    <a:gd name="connsiteY285" fmla="*/ 180537 h 227442"/>
                    <a:gd name="connsiteX286" fmla="*/ 24645 w 242954"/>
                    <a:gd name="connsiteY286" fmla="*/ 181359 h 227442"/>
                    <a:gd name="connsiteX287" fmla="*/ 25305 w 242954"/>
                    <a:gd name="connsiteY287" fmla="*/ 179241 h 227442"/>
                    <a:gd name="connsiteX288" fmla="*/ 28037 w 242954"/>
                    <a:gd name="connsiteY288" fmla="*/ 179843 h 227442"/>
                    <a:gd name="connsiteX289" fmla="*/ 29414 w 242954"/>
                    <a:gd name="connsiteY289" fmla="*/ 184462 h 227442"/>
                    <a:gd name="connsiteX290" fmla="*/ 30213 w 242954"/>
                    <a:gd name="connsiteY290" fmla="*/ 186638 h 227442"/>
                    <a:gd name="connsiteX291" fmla="*/ 30977 w 242954"/>
                    <a:gd name="connsiteY291" fmla="*/ 182205 h 227442"/>
                    <a:gd name="connsiteX292" fmla="*/ 32725 w 242954"/>
                    <a:gd name="connsiteY292" fmla="*/ 183038 h 227442"/>
                    <a:gd name="connsiteX293" fmla="*/ 34774 w 242954"/>
                    <a:gd name="connsiteY293" fmla="*/ 184300 h 227442"/>
                    <a:gd name="connsiteX294" fmla="*/ 34959 w 242954"/>
                    <a:gd name="connsiteY294" fmla="*/ 185318 h 227442"/>
                    <a:gd name="connsiteX295" fmla="*/ 34461 w 242954"/>
                    <a:gd name="connsiteY295" fmla="*/ 186105 h 227442"/>
                    <a:gd name="connsiteX296" fmla="*/ 36105 w 242954"/>
                    <a:gd name="connsiteY296" fmla="*/ 191812 h 227442"/>
                    <a:gd name="connsiteX297" fmla="*/ 36151 w 242954"/>
                    <a:gd name="connsiteY297" fmla="*/ 192102 h 227442"/>
                    <a:gd name="connsiteX298" fmla="*/ 32065 w 242954"/>
                    <a:gd name="connsiteY298" fmla="*/ 191778 h 227442"/>
                    <a:gd name="connsiteX299" fmla="*/ 30178 w 242954"/>
                    <a:gd name="connsiteY299" fmla="*/ 189972 h 227442"/>
                    <a:gd name="connsiteX300" fmla="*/ 28812 w 242954"/>
                    <a:gd name="connsiteY300" fmla="*/ 191604 h 227442"/>
                    <a:gd name="connsiteX301" fmla="*/ 26208 w 242954"/>
                    <a:gd name="connsiteY301" fmla="*/ 191431 h 227442"/>
                    <a:gd name="connsiteX302" fmla="*/ 33165 w 242954"/>
                    <a:gd name="connsiteY302" fmla="*/ 192681 h 227442"/>
                    <a:gd name="connsiteX303" fmla="*/ 33524 w 242954"/>
                    <a:gd name="connsiteY303" fmla="*/ 192785 h 227442"/>
                    <a:gd name="connsiteX304" fmla="*/ 35665 w 242954"/>
                    <a:gd name="connsiteY304" fmla="*/ 195771 h 227442"/>
                    <a:gd name="connsiteX305" fmla="*/ 43491 w 242954"/>
                    <a:gd name="connsiteY305" fmla="*/ 195621 h 227442"/>
                    <a:gd name="connsiteX306" fmla="*/ 43664 w 242954"/>
                    <a:gd name="connsiteY306" fmla="*/ 195679 h 227442"/>
                    <a:gd name="connsiteX307" fmla="*/ 45945 w 242954"/>
                    <a:gd name="connsiteY307" fmla="*/ 197774 h 227442"/>
                    <a:gd name="connsiteX308" fmla="*/ 47658 w 242954"/>
                    <a:gd name="connsiteY308" fmla="*/ 196952 h 227442"/>
                    <a:gd name="connsiteX309" fmla="*/ 44648 w 242954"/>
                    <a:gd name="connsiteY309" fmla="*/ 193723 h 227442"/>
                    <a:gd name="connsiteX310" fmla="*/ 44949 w 242954"/>
                    <a:gd name="connsiteY310" fmla="*/ 191396 h 227442"/>
                    <a:gd name="connsiteX311" fmla="*/ 46304 w 242954"/>
                    <a:gd name="connsiteY311" fmla="*/ 189150 h 227442"/>
                    <a:gd name="connsiteX312" fmla="*/ 45377 w 242954"/>
                    <a:gd name="connsiteY312" fmla="*/ 187413 h 227442"/>
                    <a:gd name="connsiteX313" fmla="*/ 42727 w 242954"/>
                    <a:gd name="connsiteY313" fmla="*/ 189277 h 227442"/>
                    <a:gd name="connsiteX314" fmla="*/ 43965 w 242954"/>
                    <a:gd name="connsiteY314" fmla="*/ 187911 h 227442"/>
                    <a:gd name="connsiteX315" fmla="*/ 41222 w 242954"/>
                    <a:gd name="connsiteY315" fmla="*/ 184045 h 227442"/>
                    <a:gd name="connsiteX316" fmla="*/ 41847 w 242954"/>
                    <a:gd name="connsiteY316" fmla="*/ 183050 h 227442"/>
                    <a:gd name="connsiteX317" fmla="*/ 42981 w 242954"/>
                    <a:gd name="connsiteY317" fmla="*/ 181440 h 227442"/>
                    <a:gd name="connsiteX318" fmla="*/ 49765 w 242954"/>
                    <a:gd name="connsiteY318" fmla="*/ 182285 h 227442"/>
                    <a:gd name="connsiteX319" fmla="*/ 51015 w 242954"/>
                    <a:gd name="connsiteY319" fmla="*/ 183686 h 227442"/>
                    <a:gd name="connsiteX320" fmla="*/ 53955 w 242954"/>
                    <a:gd name="connsiteY320" fmla="*/ 188004 h 227442"/>
                    <a:gd name="connsiteX321" fmla="*/ 55877 w 242954"/>
                    <a:gd name="connsiteY321" fmla="*/ 186916 h 227442"/>
                    <a:gd name="connsiteX322" fmla="*/ 58099 w 242954"/>
                    <a:gd name="connsiteY322" fmla="*/ 185643 h 227442"/>
                    <a:gd name="connsiteX323" fmla="*/ 58122 w 242954"/>
                    <a:gd name="connsiteY323" fmla="*/ 185631 h 227442"/>
                    <a:gd name="connsiteX324" fmla="*/ 58331 w 242954"/>
                    <a:gd name="connsiteY324" fmla="*/ 187321 h 227442"/>
                    <a:gd name="connsiteX325" fmla="*/ 61607 w 242954"/>
                    <a:gd name="connsiteY325" fmla="*/ 188999 h 227442"/>
                    <a:gd name="connsiteX326" fmla="*/ 61966 w 242954"/>
                    <a:gd name="connsiteY326" fmla="*/ 188502 h 227442"/>
                    <a:gd name="connsiteX327" fmla="*/ 64640 w 242954"/>
                    <a:gd name="connsiteY327" fmla="*/ 187819 h 227442"/>
                    <a:gd name="connsiteX328" fmla="*/ 66168 w 242954"/>
                    <a:gd name="connsiteY328" fmla="*/ 188027 h 227442"/>
                    <a:gd name="connsiteX329" fmla="*/ 63366 w 242954"/>
                    <a:gd name="connsiteY329" fmla="*/ 185723 h 227442"/>
                    <a:gd name="connsiteX330" fmla="*/ 66017 w 242954"/>
                    <a:gd name="connsiteY330" fmla="*/ 184056 h 227442"/>
                    <a:gd name="connsiteX331" fmla="*/ 72465 w 242954"/>
                    <a:gd name="connsiteY331" fmla="*/ 186950 h 227442"/>
                    <a:gd name="connsiteX332" fmla="*/ 77581 w 242954"/>
                    <a:gd name="connsiteY332" fmla="*/ 186962 h 227442"/>
                    <a:gd name="connsiteX333" fmla="*/ 77581 w 242954"/>
                    <a:gd name="connsiteY333" fmla="*/ 185515 h 227442"/>
                    <a:gd name="connsiteX334" fmla="*/ 81876 w 242954"/>
                    <a:gd name="connsiteY334" fmla="*/ 184658 h 227442"/>
                    <a:gd name="connsiteX335" fmla="*/ 81703 w 242954"/>
                    <a:gd name="connsiteY335" fmla="*/ 181637 h 227442"/>
                    <a:gd name="connsiteX336" fmla="*/ 90419 w 242954"/>
                    <a:gd name="connsiteY336" fmla="*/ 184798 h 227442"/>
                    <a:gd name="connsiteX337" fmla="*/ 91438 w 242954"/>
                    <a:gd name="connsiteY337" fmla="*/ 182691 h 227442"/>
                    <a:gd name="connsiteX338" fmla="*/ 93498 w 242954"/>
                    <a:gd name="connsiteY338" fmla="*/ 182540 h 227442"/>
                    <a:gd name="connsiteX339" fmla="*/ 94390 w 242954"/>
                    <a:gd name="connsiteY339" fmla="*/ 182633 h 227442"/>
                    <a:gd name="connsiteX340" fmla="*/ 94459 w 242954"/>
                    <a:gd name="connsiteY340" fmla="*/ 182471 h 227442"/>
                    <a:gd name="connsiteX341" fmla="*/ 94945 w 242954"/>
                    <a:gd name="connsiteY341" fmla="*/ 182436 h 227442"/>
                    <a:gd name="connsiteX342" fmla="*/ 95165 w 242954"/>
                    <a:gd name="connsiteY342" fmla="*/ 180896 h 227442"/>
                    <a:gd name="connsiteX343" fmla="*/ 95756 w 242954"/>
                    <a:gd name="connsiteY343" fmla="*/ 179554 h 227442"/>
                    <a:gd name="connsiteX344" fmla="*/ 99275 w 242954"/>
                    <a:gd name="connsiteY344" fmla="*/ 178025 h 227442"/>
                    <a:gd name="connsiteX345" fmla="*/ 103500 w 242954"/>
                    <a:gd name="connsiteY345" fmla="*/ 176949 h 227442"/>
                    <a:gd name="connsiteX346" fmla="*/ 103465 w 242954"/>
                    <a:gd name="connsiteY346" fmla="*/ 176636 h 227442"/>
                    <a:gd name="connsiteX347" fmla="*/ 105063 w 242954"/>
                    <a:gd name="connsiteY347" fmla="*/ 176289 h 227442"/>
                    <a:gd name="connsiteX348" fmla="*/ 107135 w 242954"/>
                    <a:gd name="connsiteY348" fmla="*/ 176139 h 227442"/>
                    <a:gd name="connsiteX349" fmla="*/ 109346 w 242954"/>
                    <a:gd name="connsiteY349" fmla="*/ 175374 h 227442"/>
                    <a:gd name="connsiteX350" fmla="*/ 118757 w 242954"/>
                    <a:gd name="connsiteY350" fmla="*/ 173361 h 227442"/>
                    <a:gd name="connsiteX351" fmla="*/ 124244 w 242954"/>
                    <a:gd name="connsiteY351" fmla="*/ 165477 h 227442"/>
                    <a:gd name="connsiteX352" fmla="*/ 124035 w 242954"/>
                    <a:gd name="connsiteY352" fmla="*/ 164100 h 227442"/>
                    <a:gd name="connsiteX353" fmla="*/ 121338 w 242954"/>
                    <a:gd name="connsiteY353" fmla="*/ 165257 h 227442"/>
                    <a:gd name="connsiteX354" fmla="*/ 120771 w 242954"/>
                    <a:gd name="connsiteY354" fmla="*/ 159620 h 227442"/>
                    <a:gd name="connsiteX355" fmla="*/ 120806 w 242954"/>
                    <a:gd name="connsiteY355" fmla="*/ 159585 h 227442"/>
                    <a:gd name="connsiteX356" fmla="*/ 124626 w 242954"/>
                    <a:gd name="connsiteY356" fmla="*/ 161761 h 227442"/>
                    <a:gd name="connsiteX357" fmla="*/ 125471 w 242954"/>
                    <a:gd name="connsiteY357" fmla="*/ 160847 h 227442"/>
                    <a:gd name="connsiteX358" fmla="*/ 126397 w 242954"/>
                    <a:gd name="connsiteY358" fmla="*/ 163012 h 227442"/>
                    <a:gd name="connsiteX359" fmla="*/ 132197 w 242954"/>
                    <a:gd name="connsiteY359" fmla="*/ 161565 h 227442"/>
                    <a:gd name="connsiteX360" fmla="*/ 130877 w 242954"/>
                    <a:gd name="connsiteY360" fmla="*/ 160523 h 227442"/>
                    <a:gd name="connsiteX361" fmla="*/ 132393 w 242954"/>
                    <a:gd name="connsiteY361" fmla="*/ 159041 h 227442"/>
                    <a:gd name="connsiteX362" fmla="*/ 130634 w 242954"/>
                    <a:gd name="connsiteY362" fmla="*/ 160210 h 227442"/>
                    <a:gd name="connsiteX363" fmla="*/ 129303 w 242954"/>
                    <a:gd name="connsiteY363" fmla="*/ 158705 h 227442"/>
                    <a:gd name="connsiteX364" fmla="*/ 127219 w 242954"/>
                    <a:gd name="connsiteY364" fmla="*/ 160835 h 227442"/>
                    <a:gd name="connsiteX365" fmla="*/ 124788 w 242954"/>
                    <a:gd name="connsiteY365" fmla="*/ 156494 h 227442"/>
                    <a:gd name="connsiteX366" fmla="*/ 120806 w 242954"/>
                    <a:gd name="connsiteY366" fmla="*/ 157640 h 227442"/>
                    <a:gd name="connsiteX367" fmla="*/ 118467 w 242954"/>
                    <a:gd name="connsiteY367" fmla="*/ 155568 h 227442"/>
                    <a:gd name="connsiteX368" fmla="*/ 112668 w 242954"/>
                    <a:gd name="connsiteY368" fmla="*/ 158289 h 227442"/>
                    <a:gd name="connsiteX369" fmla="*/ 107401 w 242954"/>
                    <a:gd name="connsiteY369" fmla="*/ 163810 h 227442"/>
                    <a:gd name="connsiteX370" fmla="*/ 105850 w 242954"/>
                    <a:gd name="connsiteY370" fmla="*/ 165917 h 227442"/>
                    <a:gd name="connsiteX371" fmla="*/ 104171 w 242954"/>
                    <a:gd name="connsiteY371" fmla="*/ 165628 h 227442"/>
                    <a:gd name="connsiteX372" fmla="*/ 105815 w 242954"/>
                    <a:gd name="connsiteY372" fmla="*/ 162849 h 227442"/>
                    <a:gd name="connsiteX373" fmla="*/ 101856 w 242954"/>
                    <a:gd name="connsiteY373" fmla="*/ 160951 h 227442"/>
                    <a:gd name="connsiteX374" fmla="*/ 98997 w 242954"/>
                    <a:gd name="connsiteY374" fmla="*/ 167017 h 227442"/>
                    <a:gd name="connsiteX375" fmla="*/ 96497 w 242954"/>
                    <a:gd name="connsiteY375" fmla="*/ 168128 h 227442"/>
                    <a:gd name="connsiteX376" fmla="*/ 95050 w 242954"/>
                    <a:gd name="connsiteY376" fmla="*/ 168093 h 227442"/>
                    <a:gd name="connsiteX377" fmla="*/ 90500 w 242954"/>
                    <a:gd name="connsiteY377" fmla="*/ 170316 h 227442"/>
                    <a:gd name="connsiteX378" fmla="*/ 87560 w 242954"/>
                    <a:gd name="connsiteY378" fmla="*/ 170710 h 227442"/>
                    <a:gd name="connsiteX379" fmla="*/ 85233 w 242954"/>
                    <a:gd name="connsiteY379" fmla="*/ 170559 h 227442"/>
                    <a:gd name="connsiteX380" fmla="*/ 77790 w 242954"/>
                    <a:gd name="connsiteY380" fmla="*/ 169135 h 227442"/>
                    <a:gd name="connsiteX381" fmla="*/ 72442 w 242954"/>
                    <a:gd name="connsiteY381" fmla="*/ 172076 h 227442"/>
                    <a:gd name="connsiteX382" fmla="*/ 68460 w 242954"/>
                    <a:gd name="connsiteY382" fmla="*/ 174148 h 227442"/>
                    <a:gd name="connsiteX383" fmla="*/ 61074 w 242954"/>
                    <a:gd name="connsiteY383" fmla="*/ 173256 h 227442"/>
                    <a:gd name="connsiteX384" fmla="*/ 56826 w 242954"/>
                    <a:gd name="connsiteY384" fmla="*/ 165060 h 227442"/>
                    <a:gd name="connsiteX385" fmla="*/ 58389 w 242954"/>
                    <a:gd name="connsiteY385" fmla="*/ 157525 h 227442"/>
                    <a:gd name="connsiteX386" fmla="*/ 65311 w 242954"/>
                    <a:gd name="connsiteY386" fmla="*/ 150185 h 227442"/>
                    <a:gd name="connsiteX387" fmla="*/ 71203 w 242954"/>
                    <a:gd name="connsiteY387" fmla="*/ 147558 h 227442"/>
                    <a:gd name="connsiteX388" fmla="*/ 77257 w 242954"/>
                    <a:gd name="connsiteY388" fmla="*/ 142244 h 227442"/>
                    <a:gd name="connsiteX389" fmla="*/ 78658 w 242954"/>
                    <a:gd name="connsiteY389" fmla="*/ 137614 h 227442"/>
                    <a:gd name="connsiteX390" fmla="*/ 79411 w 242954"/>
                    <a:gd name="connsiteY390" fmla="*/ 135600 h 227442"/>
                    <a:gd name="connsiteX391" fmla="*/ 79329 w 242954"/>
                    <a:gd name="connsiteY391" fmla="*/ 135380 h 227442"/>
                    <a:gd name="connsiteX392" fmla="*/ 79804 w 242954"/>
                    <a:gd name="connsiteY392" fmla="*/ 133829 h 227442"/>
                    <a:gd name="connsiteX393" fmla="*/ 82189 w 242954"/>
                    <a:gd name="connsiteY393" fmla="*/ 132127 h 227442"/>
                    <a:gd name="connsiteX394" fmla="*/ 81784 w 242954"/>
                    <a:gd name="connsiteY394" fmla="*/ 127497 h 227442"/>
                    <a:gd name="connsiteX395" fmla="*/ 84377 w 242954"/>
                    <a:gd name="connsiteY395" fmla="*/ 126744 h 227442"/>
                    <a:gd name="connsiteX396" fmla="*/ 85696 w 242954"/>
                    <a:gd name="connsiteY396" fmla="*/ 121906 h 227442"/>
                    <a:gd name="connsiteX397" fmla="*/ 89285 w 242954"/>
                    <a:gd name="connsiteY397" fmla="*/ 120389 h 227442"/>
                    <a:gd name="connsiteX398" fmla="*/ 92375 w 242954"/>
                    <a:gd name="connsiteY398" fmla="*/ 121003 h 227442"/>
                    <a:gd name="connsiteX399" fmla="*/ 100455 w 242954"/>
                    <a:gd name="connsiteY399" fmla="*/ 122889 h 227442"/>
                    <a:gd name="connsiteX400" fmla="*/ 101185 w 242954"/>
                    <a:gd name="connsiteY400" fmla="*/ 122751 h 227442"/>
                    <a:gd name="connsiteX401" fmla="*/ 104241 w 242954"/>
                    <a:gd name="connsiteY401" fmla="*/ 123353 h 227442"/>
                    <a:gd name="connsiteX402" fmla="*/ 109994 w 242954"/>
                    <a:gd name="connsiteY402" fmla="*/ 121616 h 227442"/>
                    <a:gd name="connsiteX403" fmla="*/ 114624 w 242954"/>
                    <a:gd name="connsiteY403" fmla="*/ 114845 h 227442"/>
                    <a:gd name="connsiteX404" fmla="*/ 122542 w 242954"/>
                    <a:gd name="connsiteY404" fmla="*/ 112680 h 227442"/>
                    <a:gd name="connsiteX405" fmla="*/ 124834 w 242954"/>
                    <a:gd name="connsiteY405" fmla="*/ 108813 h 227442"/>
                    <a:gd name="connsiteX406" fmla="*/ 125054 w 242954"/>
                    <a:gd name="connsiteY406" fmla="*/ 108501 h 227442"/>
                    <a:gd name="connsiteX407" fmla="*/ 125043 w 242954"/>
                    <a:gd name="connsiteY407" fmla="*/ 108466 h 227442"/>
                    <a:gd name="connsiteX408" fmla="*/ 125911 w 242954"/>
                    <a:gd name="connsiteY408" fmla="*/ 107008 h 227442"/>
                    <a:gd name="connsiteX409" fmla="*/ 128133 w 242954"/>
                    <a:gd name="connsiteY409" fmla="*/ 106996 h 227442"/>
                    <a:gd name="connsiteX410" fmla="*/ 129916 w 242954"/>
                    <a:gd name="connsiteY410" fmla="*/ 104438 h 227442"/>
                    <a:gd name="connsiteX411" fmla="*/ 130090 w 242954"/>
                    <a:gd name="connsiteY411" fmla="*/ 101416 h 227442"/>
                    <a:gd name="connsiteX412" fmla="*/ 130124 w 242954"/>
                    <a:gd name="connsiteY412" fmla="*/ 100699 h 227442"/>
                    <a:gd name="connsiteX413" fmla="*/ 129187 w 242954"/>
                    <a:gd name="connsiteY413" fmla="*/ 98661 h 227442"/>
                    <a:gd name="connsiteX414" fmla="*/ 129198 w 242954"/>
                    <a:gd name="connsiteY414" fmla="*/ 98383 h 227442"/>
                    <a:gd name="connsiteX415" fmla="*/ 129025 w 242954"/>
                    <a:gd name="connsiteY415" fmla="*/ 98314 h 227442"/>
                    <a:gd name="connsiteX416" fmla="*/ 127115 w 242954"/>
                    <a:gd name="connsiteY416" fmla="*/ 94147 h 227442"/>
                    <a:gd name="connsiteX417" fmla="*/ 130773 w 242954"/>
                    <a:gd name="connsiteY417" fmla="*/ 98175 h 227442"/>
                    <a:gd name="connsiteX418" fmla="*/ 129117 w 242954"/>
                    <a:gd name="connsiteY418" fmla="*/ 95061 h 227442"/>
                    <a:gd name="connsiteX419" fmla="*/ 127011 w 242954"/>
                    <a:gd name="connsiteY419" fmla="*/ 93881 h 227442"/>
                    <a:gd name="connsiteX420" fmla="*/ 125170 w 242954"/>
                    <a:gd name="connsiteY420" fmla="*/ 93881 h 227442"/>
                    <a:gd name="connsiteX421" fmla="*/ 118537 w 242954"/>
                    <a:gd name="connsiteY421" fmla="*/ 99553 h 227442"/>
                    <a:gd name="connsiteX422" fmla="*/ 117484 w 242954"/>
                    <a:gd name="connsiteY422" fmla="*/ 100293 h 227442"/>
                    <a:gd name="connsiteX423" fmla="*/ 111186 w 242954"/>
                    <a:gd name="connsiteY423" fmla="*/ 100571 h 227442"/>
                    <a:gd name="connsiteX424" fmla="*/ 109427 w 242954"/>
                    <a:gd name="connsiteY424" fmla="*/ 101416 h 227442"/>
                    <a:gd name="connsiteX425" fmla="*/ 102574 w 242954"/>
                    <a:gd name="connsiteY425" fmla="*/ 104692 h 227442"/>
                    <a:gd name="connsiteX426" fmla="*/ 95640 w 242954"/>
                    <a:gd name="connsiteY426" fmla="*/ 104322 h 227442"/>
                    <a:gd name="connsiteX427" fmla="*/ 89053 w 242954"/>
                    <a:gd name="connsiteY427" fmla="*/ 108049 h 227442"/>
                    <a:gd name="connsiteX428" fmla="*/ 86402 w 242954"/>
                    <a:gd name="connsiteY428" fmla="*/ 105815 h 227442"/>
                    <a:gd name="connsiteX429" fmla="*/ 86391 w 242954"/>
                    <a:gd name="connsiteY429" fmla="*/ 106023 h 227442"/>
                    <a:gd name="connsiteX430" fmla="*/ 85268 w 242954"/>
                    <a:gd name="connsiteY430" fmla="*/ 105086 h 227442"/>
                    <a:gd name="connsiteX431" fmla="*/ 84863 w 242954"/>
                    <a:gd name="connsiteY431" fmla="*/ 103894 h 227442"/>
                    <a:gd name="connsiteX432" fmla="*/ 84666 w 242954"/>
                    <a:gd name="connsiteY432" fmla="*/ 102065 h 227442"/>
                    <a:gd name="connsiteX433" fmla="*/ 83358 w 242954"/>
                    <a:gd name="connsiteY433" fmla="*/ 103164 h 227442"/>
                    <a:gd name="connsiteX434" fmla="*/ 82293 w 242954"/>
                    <a:gd name="connsiteY434" fmla="*/ 101960 h 227442"/>
                    <a:gd name="connsiteX435" fmla="*/ 82223 w 242954"/>
                    <a:gd name="connsiteY435" fmla="*/ 103280 h 227442"/>
                    <a:gd name="connsiteX436" fmla="*/ 80800 w 242954"/>
                    <a:gd name="connsiteY436" fmla="*/ 102609 h 227442"/>
                    <a:gd name="connsiteX437" fmla="*/ 80151 w 242954"/>
                    <a:gd name="connsiteY437" fmla="*/ 102111 h 227442"/>
                    <a:gd name="connsiteX438" fmla="*/ 80047 w 242954"/>
                    <a:gd name="connsiteY438" fmla="*/ 101416 h 227442"/>
                    <a:gd name="connsiteX439" fmla="*/ 79793 w 242954"/>
                    <a:gd name="connsiteY439" fmla="*/ 99761 h 227442"/>
                    <a:gd name="connsiteX440" fmla="*/ 80290 w 242954"/>
                    <a:gd name="connsiteY440" fmla="*/ 99529 h 227442"/>
                    <a:gd name="connsiteX441" fmla="*/ 80591 w 242954"/>
                    <a:gd name="connsiteY441" fmla="*/ 99703 h 227442"/>
                    <a:gd name="connsiteX442" fmla="*/ 81101 w 242954"/>
                    <a:gd name="connsiteY442" fmla="*/ 99159 h 227442"/>
                    <a:gd name="connsiteX443" fmla="*/ 81320 w 242954"/>
                    <a:gd name="connsiteY443" fmla="*/ 99055 h 227442"/>
                    <a:gd name="connsiteX444" fmla="*/ 81992 w 242954"/>
                    <a:gd name="connsiteY444" fmla="*/ 100861 h 227442"/>
                    <a:gd name="connsiteX445" fmla="*/ 81598 w 242954"/>
                    <a:gd name="connsiteY445" fmla="*/ 98777 h 227442"/>
                    <a:gd name="connsiteX446" fmla="*/ 84353 w 242954"/>
                    <a:gd name="connsiteY446" fmla="*/ 96462 h 227442"/>
                    <a:gd name="connsiteX447" fmla="*/ 80730 w 242954"/>
                    <a:gd name="connsiteY447" fmla="*/ 93638 h 227442"/>
                    <a:gd name="connsiteX448" fmla="*/ 81147 w 242954"/>
                    <a:gd name="connsiteY448" fmla="*/ 91102 h 227442"/>
                    <a:gd name="connsiteX449" fmla="*/ 73113 w 242954"/>
                    <a:gd name="connsiteY449" fmla="*/ 87317 h 227442"/>
                    <a:gd name="connsiteX450" fmla="*/ 73981 w 242954"/>
                    <a:gd name="connsiteY450" fmla="*/ 84840 h 227442"/>
                    <a:gd name="connsiteX451" fmla="*/ 71041 w 242954"/>
                    <a:gd name="connsiteY451" fmla="*/ 82849 h 227442"/>
                    <a:gd name="connsiteX452" fmla="*/ 70566 w 242954"/>
                    <a:gd name="connsiteY452" fmla="*/ 85199 h 227442"/>
                    <a:gd name="connsiteX453" fmla="*/ 69143 w 242954"/>
                    <a:gd name="connsiteY453" fmla="*/ 84736 h 227442"/>
                    <a:gd name="connsiteX454" fmla="*/ 67649 w 242954"/>
                    <a:gd name="connsiteY454" fmla="*/ 81077 h 227442"/>
                    <a:gd name="connsiteX455" fmla="*/ 66920 w 242954"/>
                    <a:gd name="connsiteY455" fmla="*/ 81332 h 227442"/>
                    <a:gd name="connsiteX456" fmla="*/ 65901 w 242954"/>
                    <a:gd name="connsiteY456" fmla="*/ 81483 h 227442"/>
                    <a:gd name="connsiteX457" fmla="*/ 62973 w 242954"/>
                    <a:gd name="connsiteY457" fmla="*/ 77686 h 227442"/>
                    <a:gd name="connsiteX458" fmla="*/ 58447 w 242954"/>
                    <a:gd name="connsiteY458" fmla="*/ 76250 h 227442"/>
                    <a:gd name="connsiteX459" fmla="*/ 57277 w 242954"/>
                    <a:gd name="connsiteY459" fmla="*/ 72731 h 227442"/>
                    <a:gd name="connsiteX460" fmla="*/ 55923 w 242954"/>
                    <a:gd name="connsiteY460" fmla="*/ 72859 h 227442"/>
                    <a:gd name="connsiteX461" fmla="*/ 55784 w 242954"/>
                    <a:gd name="connsiteY461" fmla="*/ 72662 h 227442"/>
                    <a:gd name="connsiteX462" fmla="*/ 51050 w 242954"/>
                    <a:gd name="connsiteY462" fmla="*/ 73287 h 227442"/>
                    <a:gd name="connsiteX463" fmla="*/ 45539 w 242954"/>
                    <a:gd name="connsiteY463" fmla="*/ 73773 h 227442"/>
                    <a:gd name="connsiteX464" fmla="*/ 44521 w 242954"/>
                    <a:gd name="connsiteY464" fmla="*/ 75255 h 227442"/>
                    <a:gd name="connsiteX465" fmla="*/ 37124 w 242954"/>
                    <a:gd name="connsiteY465" fmla="*/ 74665 h 227442"/>
                    <a:gd name="connsiteX466" fmla="*/ 34542 w 242954"/>
                    <a:gd name="connsiteY466" fmla="*/ 71157 h 227442"/>
                    <a:gd name="connsiteX467" fmla="*/ 30144 w 242954"/>
                    <a:gd name="connsiteY467" fmla="*/ 71250 h 227442"/>
                    <a:gd name="connsiteX468" fmla="*/ 28326 w 242954"/>
                    <a:gd name="connsiteY468" fmla="*/ 68935 h 227442"/>
                    <a:gd name="connsiteX469" fmla="*/ 22492 w 242954"/>
                    <a:gd name="connsiteY469" fmla="*/ 67916 h 227442"/>
                    <a:gd name="connsiteX470" fmla="*/ 20200 w 242954"/>
                    <a:gd name="connsiteY470" fmla="*/ 65485 h 227442"/>
                    <a:gd name="connsiteX471" fmla="*/ 20941 w 242954"/>
                    <a:gd name="connsiteY471" fmla="*/ 59812 h 227442"/>
                    <a:gd name="connsiteX472" fmla="*/ 21300 w 242954"/>
                    <a:gd name="connsiteY472" fmla="*/ 57555 h 227442"/>
                    <a:gd name="connsiteX473" fmla="*/ 23105 w 242954"/>
                    <a:gd name="connsiteY473" fmla="*/ 55078 h 227442"/>
                    <a:gd name="connsiteX474" fmla="*/ 32436 w 242954"/>
                    <a:gd name="connsiteY474" fmla="*/ 53735 h 227442"/>
                    <a:gd name="connsiteX475" fmla="*/ 36059 w 242954"/>
                    <a:gd name="connsiteY475" fmla="*/ 47241 h 227442"/>
                    <a:gd name="connsiteX476" fmla="*/ 36962 w 242954"/>
                    <a:gd name="connsiteY476" fmla="*/ 46234 h 227442"/>
                    <a:gd name="connsiteX477" fmla="*/ 41395 w 242954"/>
                    <a:gd name="connsiteY477" fmla="*/ 43144 h 227442"/>
                    <a:gd name="connsiteX478" fmla="*/ 39207 w 242954"/>
                    <a:gd name="connsiteY478" fmla="*/ 40805 h 227442"/>
                    <a:gd name="connsiteX479" fmla="*/ 32875 w 242954"/>
                    <a:gd name="connsiteY479" fmla="*/ 43363 h 227442"/>
                    <a:gd name="connsiteX480" fmla="*/ 29877 w 242954"/>
                    <a:gd name="connsiteY480" fmla="*/ 42576 h 227442"/>
                    <a:gd name="connsiteX481" fmla="*/ 28187 w 242954"/>
                    <a:gd name="connsiteY481" fmla="*/ 25317 h 227442"/>
                    <a:gd name="connsiteX482" fmla="*/ 31857 w 242954"/>
                    <a:gd name="connsiteY482" fmla="*/ 28349 h 227442"/>
                    <a:gd name="connsiteX483" fmla="*/ 38004 w 242954"/>
                    <a:gd name="connsiteY483" fmla="*/ 25409 h 227442"/>
                    <a:gd name="connsiteX484" fmla="*/ 41766 w 242954"/>
                    <a:gd name="connsiteY484" fmla="*/ 25814 h 227442"/>
                    <a:gd name="connsiteX485" fmla="*/ 44000 w 242954"/>
                    <a:gd name="connsiteY485" fmla="*/ 28326 h 227442"/>
                    <a:gd name="connsiteX486" fmla="*/ 47866 w 242954"/>
                    <a:gd name="connsiteY486" fmla="*/ 27377 h 227442"/>
                    <a:gd name="connsiteX487" fmla="*/ 48005 w 242954"/>
                    <a:gd name="connsiteY487" fmla="*/ 25039 h 227442"/>
                    <a:gd name="connsiteX488" fmla="*/ 48040 w 242954"/>
                    <a:gd name="connsiteY488" fmla="*/ 25004 h 227442"/>
                    <a:gd name="connsiteX489" fmla="*/ 48051 w 242954"/>
                    <a:gd name="connsiteY489" fmla="*/ 24263 h 227442"/>
                    <a:gd name="connsiteX490" fmla="*/ 48190 w 242954"/>
                    <a:gd name="connsiteY490" fmla="*/ 22017 h 227442"/>
                    <a:gd name="connsiteX491" fmla="*/ 50656 w 242954"/>
                    <a:gd name="connsiteY491" fmla="*/ 23569 h 227442"/>
                    <a:gd name="connsiteX492" fmla="*/ 51027 w 242954"/>
                    <a:gd name="connsiteY492" fmla="*/ 22677 h 227442"/>
                    <a:gd name="connsiteX493" fmla="*/ 51987 w 242954"/>
                    <a:gd name="connsiteY493" fmla="*/ 23684 h 227442"/>
                    <a:gd name="connsiteX494" fmla="*/ 53376 w 242954"/>
                    <a:gd name="connsiteY494" fmla="*/ 25490 h 227442"/>
                    <a:gd name="connsiteX495" fmla="*/ 55877 w 242954"/>
                    <a:gd name="connsiteY495" fmla="*/ 25837 h 227442"/>
                    <a:gd name="connsiteX496" fmla="*/ 56421 w 242954"/>
                    <a:gd name="connsiteY496" fmla="*/ 25919 h 227442"/>
                    <a:gd name="connsiteX497" fmla="*/ 56687 w 242954"/>
                    <a:gd name="connsiteY497" fmla="*/ 26543 h 227442"/>
                    <a:gd name="connsiteX498" fmla="*/ 57532 w 242954"/>
                    <a:gd name="connsiteY498" fmla="*/ 29877 h 227442"/>
                    <a:gd name="connsiteX499" fmla="*/ 57914 w 242954"/>
                    <a:gd name="connsiteY499" fmla="*/ 26798 h 227442"/>
                    <a:gd name="connsiteX500" fmla="*/ 58099 w 242954"/>
                    <a:gd name="connsiteY500" fmla="*/ 26300 h 227442"/>
                    <a:gd name="connsiteX501" fmla="*/ 59940 w 242954"/>
                    <a:gd name="connsiteY501" fmla="*/ 29368 h 227442"/>
                    <a:gd name="connsiteX502" fmla="*/ 66712 w 242954"/>
                    <a:gd name="connsiteY502" fmla="*/ 39370 h 227442"/>
                    <a:gd name="connsiteX503" fmla="*/ 69397 w 242954"/>
                    <a:gd name="connsiteY503" fmla="*/ 40689 h 227442"/>
                    <a:gd name="connsiteX504" fmla="*/ 70138 w 242954"/>
                    <a:gd name="connsiteY504" fmla="*/ 39694 h 227442"/>
                    <a:gd name="connsiteX505" fmla="*/ 70208 w 242954"/>
                    <a:gd name="connsiteY505" fmla="*/ 39728 h 227442"/>
                    <a:gd name="connsiteX506" fmla="*/ 71238 w 242954"/>
                    <a:gd name="connsiteY506" fmla="*/ 42009 h 227442"/>
                    <a:gd name="connsiteX507" fmla="*/ 71701 w 242954"/>
                    <a:gd name="connsiteY507" fmla="*/ 39335 h 227442"/>
                    <a:gd name="connsiteX508" fmla="*/ 67962 w 242954"/>
                    <a:gd name="connsiteY508" fmla="*/ 36614 h 227442"/>
                    <a:gd name="connsiteX509" fmla="*/ 60414 w 242954"/>
                    <a:gd name="connsiteY509" fmla="*/ 28002 h 227442"/>
                    <a:gd name="connsiteX510" fmla="*/ 60854 w 242954"/>
                    <a:gd name="connsiteY510" fmla="*/ 26972 h 227442"/>
                    <a:gd name="connsiteX511" fmla="*/ 60982 w 242954"/>
                    <a:gd name="connsiteY511" fmla="*/ 26902 h 227442"/>
                    <a:gd name="connsiteX512" fmla="*/ 62000 w 242954"/>
                    <a:gd name="connsiteY512" fmla="*/ 27643 h 227442"/>
                    <a:gd name="connsiteX513" fmla="*/ 63297 w 242954"/>
                    <a:gd name="connsiteY513" fmla="*/ 28824 h 227442"/>
                    <a:gd name="connsiteX514" fmla="*/ 62869 w 242954"/>
                    <a:gd name="connsiteY514" fmla="*/ 28280 h 227442"/>
                    <a:gd name="connsiteX515" fmla="*/ 64327 w 242954"/>
                    <a:gd name="connsiteY515" fmla="*/ 29345 h 227442"/>
                    <a:gd name="connsiteX516" fmla="*/ 59847 w 242954"/>
                    <a:gd name="connsiteY516" fmla="*/ 22561 h 227442"/>
                    <a:gd name="connsiteX517" fmla="*/ 60530 w 242954"/>
                    <a:gd name="connsiteY517" fmla="*/ 11240 h 227442"/>
                    <a:gd name="connsiteX518" fmla="*/ 60831 w 242954"/>
                    <a:gd name="connsiteY518" fmla="*/ 11206 h 227442"/>
                    <a:gd name="connsiteX519" fmla="*/ 61595 w 242954"/>
                    <a:gd name="connsiteY519" fmla="*/ 11819 h 227442"/>
                    <a:gd name="connsiteX520" fmla="*/ 63505 w 242954"/>
                    <a:gd name="connsiteY520" fmla="*/ 10916 h 227442"/>
                    <a:gd name="connsiteX521" fmla="*/ 70682 w 242954"/>
                    <a:gd name="connsiteY521" fmla="*/ 17584 h 227442"/>
                    <a:gd name="connsiteX522" fmla="*/ 66712 w 242954"/>
                    <a:gd name="connsiteY522" fmla="*/ 10395 h 227442"/>
                    <a:gd name="connsiteX523" fmla="*/ 68379 w 242954"/>
                    <a:gd name="connsiteY523" fmla="*/ 11634 h 227442"/>
                    <a:gd name="connsiteX524" fmla="*/ 69189 w 242954"/>
                    <a:gd name="connsiteY524" fmla="*/ 12340 h 227442"/>
                    <a:gd name="connsiteX525" fmla="*/ 69096 w 242954"/>
                    <a:gd name="connsiteY525" fmla="*/ 12178 h 227442"/>
                    <a:gd name="connsiteX526" fmla="*/ 69710 w 242954"/>
                    <a:gd name="connsiteY526" fmla="*/ 12629 h 227442"/>
                    <a:gd name="connsiteX527" fmla="*/ 68610 w 242954"/>
                    <a:gd name="connsiteY527" fmla="*/ 11240 h 227442"/>
                    <a:gd name="connsiteX528" fmla="*/ 68286 w 242954"/>
                    <a:gd name="connsiteY528" fmla="*/ 10627 h 227442"/>
                    <a:gd name="connsiteX529" fmla="*/ 69814 w 242954"/>
                    <a:gd name="connsiteY529" fmla="*/ 8161 h 227442"/>
                    <a:gd name="connsiteX530" fmla="*/ 70161 w 242954"/>
                    <a:gd name="connsiteY530" fmla="*/ 6587 h 227442"/>
                    <a:gd name="connsiteX531" fmla="*/ 80533 w 242954"/>
                    <a:gd name="connsiteY531" fmla="*/ 7559 h 227442"/>
                    <a:gd name="connsiteX532" fmla="*/ 81066 w 242954"/>
                    <a:gd name="connsiteY532" fmla="*/ 5626 h 227442"/>
                    <a:gd name="connsiteX533" fmla="*/ 81135 w 242954"/>
                    <a:gd name="connsiteY533" fmla="*/ 5441 h 227442"/>
                    <a:gd name="connsiteX534" fmla="*/ 87247 w 242954"/>
                    <a:gd name="connsiteY534" fmla="*/ 1181 h 227442"/>
                    <a:gd name="connsiteX535" fmla="*/ 92144 w 242954"/>
                    <a:gd name="connsiteY535" fmla="*/ 3033 h 227442"/>
                    <a:gd name="connsiteX536" fmla="*/ 92329 w 242954"/>
                    <a:gd name="connsiteY536" fmla="*/ 2327 h 2274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</a:cxnLst>
                  <a:rect l="l" t="t" r="r" b="b"/>
                  <a:pathLst>
                    <a:path w="242954" h="227442">
                      <a:moveTo>
                        <a:pt x="92329" y="2327"/>
                      </a:moveTo>
                      <a:lnTo>
                        <a:pt x="93498" y="0"/>
                      </a:lnTo>
                      <a:lnTo>
                        <a:pt x="96774" y="1875"/>
                      </a:lnTo>
                      <a:lnTo>
                        <a:pt x="97492" y="5221"/>
                      </a:lnTo>
                      <a:lnTo>
                        <a:pt x="97805" y="7084"/>
                      </a:lnTo>
                      <a:lnTo>
                        <a:pt x="97897" y="7131"/>
                      </a:lnTo>
                      <a:lnTo>
                        <a:pt x="97943" y="7351"/>
                      </a:lnTo>
                      <a:lnTo>
                        <a:pt x="106533" y="11044"/>
                      </a:lnTo>
                      <a:lnTo>
                        <a:pt x="112680" y="11356"/>
                      </a:lnTo>
                      <a:lnTo>
                        <a:pt x="114891" y="17341"/>
                      </a:lnTo>
                      <a:lnTo>
                        <a:pt x="115006" y="17688"/>
                      </a:lnTo>
                      <a:lnTo>
                        <a:pt x="111186" y="21948"/>
                      </a:lnTo>
                      <a:lnTo>
                        <a:pt x="116558" y="27400"/>
                      </a:lnTo>
                      <a:lnTo>
                        <a:pt x="118259" y="25305"/>
                      </a:lnTo>
                      <a:lnTo>
                        <a:pt x="122728" y="28674"/>
                      </a:lnTo>
                      <a:lnTo>
                        <a:pt x="128527" y="42148"/>
                      </a:lnTo>
                      <a:lnTo>
                        <a:pt x="132081" y="46604"/>
                      </a:lnTo>
                      <a:lnTo>
                        <a:pt x="135658" y="47450"/>
                      </a:lnTo>
                      <a:lnTo>
                        <a:pt x="137186" y="51617"/>
                      </a:lnTo>
                      <a:lnTo>
                        <a:pt x="135542" y="55622"/>
                      </a:lnTo>
                      <a:lnTo>
                        <a:pt x="138089" y="59928"/>
                      </a:lnTo>
                      <a:lnTo>
                        <a:pt x="138262" y="58227"/>
                      </a:lnTo>
                      <a:lnTo>
                        <a:pt x="140184" y="60623"/>
                      </a:lnTo>
                      <a:lnTo>
                        <a:pt x="140276" y="66944"/>
                      </a:lnTo>
                      <a:lnTo>
                        <a:pt x="143147" y="72592"/>
                      </a:lnTo>
                      <a:lnTo>
                        <a:pt x="142163" y="75417"/>
                      </a:lnTo>
                      <a:lnTo>
                        <a:pt x="138598" y="76019"/>
                      </a:lnTo>
                      <a:lnTo>
                        <a:pt x="142256" y="77142"/>
                      </a:lnTo>
                      <a:lnTo>
                        <a:pt x="145856" y="84388"/>
                      </a:lnTo>
                      <a:lnTo>
                        <a:pt x="148993" y="82802"/>
                      </a:lnTo>
                      <a:lnTo>
                        <a:pt x="149618" y="80753"/>
                      </a:lnTo>
                      <a:lnTo>
                        <a:pt x="149734" y="80615"/>
                      </a:lnTo>
                      <a:lnTo>
                        <a:pt x="152443" y="83242"/>
                      </a:lnTo>
                      <a:lnTo>
                        <a:pt x="155962" y="85905"/>
                      </a:lnTo>
                      <a:lnTo>
                        <a:pt x="161576" y="83717"/>
                      </a:lnTo>
                      <a:lnTo>
                        <a:pt x="162838" y="83231"/>
                      </a:lnTo>
                      <a:lnTo>
                        <a:pt x="166415" y="83439"/>
                      </a:lnTo>
                      <a:lnTo>
                        <a:pt x="170605" y="84330"/>
                      </a:lnTo>
                      <a:lnTo>
                        <a:pt x="173279" y="83856"/>
                      </a:lnTo>
                      <a:lnTo>
                        <a:pt x="174495" y="83925"/>
                      </a:lnTo>
                      <a:lnTo>
                        <a:pt x="179229" y="85708"/>
                      </a:lnTo>
                      <a:lnTo>
                        <a:pt x="182366" y="91693"/>
                      </a:lnTo>
                      <a:lnTo>
                        <a:pt x="186707" y="93672"/>
                      </a:lnTo>
                      <a:lnTo>
                        <a:pt x="187379" y="87294"/>
                      </a:lnTo>
                      <a:lnTo>
                        <a:pt x="188004" y="87641"/>
                      </a:lnTo>
                      <a:lnTo>
                        <a:pt x="190203" y="89111"/>
                      </a:lnTo>
                      <a:lnTo>
                        <a:pt x="193688" y="89019"/>
                      </a:lnTo>
                      <a:lnTo>
                        <a:pt x="196084" y="89111"/>
                      </a:lnTo>
                      <a:lnTo>
                        <a:pt x="198793" y="94575"/>
                      </a:lnTo>
                      <a:lnTo>
                        <a:pt x="203052" y="98187"/>
                      </a:lnTo>
                      <a:lnTo>
                        <a:pt x="202045" y="99703"/>
                      </a:lnTo>
                      <a:lnTo>
                        <a:pt x="202867" y="101416"/>
                      </a:lnTo>
                      <a:lnTo>
                        <a:pt x="204407" y="104646"/>
                      </a:lnTo>
                      <a:lnTo>
                        <a:pt x="212927" y="109461"/>
                      </a:lnTo>
                      <a:lnTo>
                        <a:pt x="220081" y="107922"/>
                      </a:lnTo>
                      <a:lnTo>
                        <a:pt x="222488" y="111082"/>
                      </a:lnTo>
                      <a:lnTo>
                        <a:pt x="223218" y="112321"/>
                      </a:lnTo>
                      <a:lnTo>
                        <a:pt x="222292" y="114613"/>
                      </a:lnTo>
                      <a:lnTo>
                        <a:pt x="223542" y="115898"/>
                      </a:lnTo>
                      <a:lnTo>
                        <a:pt x="223542" y="115909"/>
                      </a:lnTo>
                      <a:lnTo>
                        <a:pt x="223646" y="116002"/>
                      </a:lnTo>
                      <a:lnTo>
                        <a:pt x="225695" y="118086"/>
                      </a:lnTo>
                      <a:lnTo>
                        <a:pt x="226922" y="117681"/>
                      </a:lnTo>
                      <a:lnTo>
                        <a:pt x="231680" y="123052"/>
                      </a:lnTo>
                      <a:lnTo>
                        <a:pt x="232826" y="123017"/>
                      </a:lnTo>
                      <a:lnTo>
                        <a:pt x="230892" y="128157"/>
                      </a:lnTo>
                      <a:lnTo>
                        <a:pt x="233647" y="127092"/>
                      </a:lnTo>
                      <a:lnTo>
                        <a:pt x="233775" y="127265"/>
                      </a:lnTo>
                      <a:lnTo>
                        <a:pt x="233381" y="128608"/>
                      </a:lnTo>
                      <a:lnTo>
                        <a:pt x="237884" y="130692"/>
                      </a:lnTo>
                      <a:lnTo>
                        <a:pt x="238799" y="126490"/>
                      </a:lnTo>
                      <a:lnTo>
                        <a:pt x="238810" y="126455"/>
                      </a:lnTo>
                      <a:lnTo>
                        <a:pt x="241010" y="125876"/>
                      </a:lnTo>
                      <a:lnTo>
                        <a:pt x="241172" y="125946"/>
                      </a:lnTo>
                      <a:lnTo>
                        <a:pt x="242954" y="131548"/>
                      </a:lnTo>
                      <a:lnTo>
                        <a:pt x="242052" y="136596"/>
                      </a:lnTo>
                      <a:lnTo>
                        <a:pt x="240350" y="144756"/>
                      </a:lnTo>
                      <a:lnTo>
                        <a:pt x="239308" y="145254"/>
                      </a:lnTo>
                      <a:lnTo>
                        <a:pt x="237676" y="142870"/>
                      </a:lnTo>
                      <a:lnTo>
                        <a:pt x="236379" y="143819"/>
                      </a:lnTo>
                      <a:lnTo>
                        <a:pt x="234747" y="142302"/>
                      </a:lnTo>
                      <a:lnTo>
                        <a:pt x="234574" y="141770"/>
                      </a:lnTo>
                      <a:lnTo>
                        <a:pt x="236565" y="139813"/>
                      </a:lnTo>
                      <a:lnTo>
                        <a:pt x="232710" y="137359"/>
                      </a:lnTo>
                      <a:lnTo>
                        <a:pt x="231830" y="134605"/>
                      </a:lnTo>
                      <a:lnTo>
                        <a:pt x="229376" y="138077"/>
                      </a:lnTo>
                      <a:lnTo>
                        <a:pt x="226702" y="142453"/>
                      </a:lnTo>
                      <a:lnTo>
                        <a:pt x="227038" y="143877"/>
                      </a:lnTo>
                      <a:lnTo>
                        <a:pt x="228820" y="142163"/>
                      </a:lnTo>
                      <a:lnTo>
                        <a:pt x="229492" y="138181"/>
                      </a:lnTo>
                      <a:lnTo>
                        <a:pt x="229515" y="138147"/>
                      </a:lnTo>
                      <a:lnTo>
                        <a:pt x="232895" y="138309"/>
                      </a:lnTo>
                      <a:lnTo>
                        <a:pt x="232513" y="147234"/>
                      </a:lnTo>
                      <a:lnTo>
                        <a:pt x="234967" y="145358"/>
                      </a:lnTo>
                      <a:lnTo>
                        <a:pt x="235164" y="146134"/>
                      </a:lnTo>
                      <a:lnTo>
                        <a:pt x="235361" y="148843"/>
                      </a:lnTo>
                      <a:lnTo>
                        <a:pt x="238475" y="147581"/>
                      </a:lnTo>
                      <a:lnTo>
                        <a:pt x="239760" y="150070"/>
                      </a:lnTo>
                      <a:lnTo>
                        <a:pt x="239088" y="151632"/>
                      </a:lnTo>
                      <a:lnTo>
                        <a:pt x="235291" y="158833"/>
                      </a:lnTo>
                      <a:lnTo>
                        <a:pt x="234493" y="159099"/>
                      </a:lnTo>
                      <a:lnTo>
                        <a:pt x="234365" y="164482"/>
                      </a:lnTo>
                      <a:lnTo>
                        <a:pt x="230013" y="168279"/>
                      </a:lnTo>
                      <a:lnTo>
                        <a:pt x="228936" y="167121"/>
                      </a:lnTo>
                      <a:lnTo>
                        <a:pt x="228427" y="166450"/>
                      </a:lnTo>
                      <a:lnTo>
                        <a:pt x="228288" y="166438"/>
                      </a:lnTo>
                      <a:lnTo>
                        <a:pt x="228056" y="166195"/>
                      </a:lnTo>
                      <a:lnTo>
                        <a:pt x="220416" y="165697"/>
                      </a:lnTo>
                      <a:lnTo>
                        <a:pt x="217835" y="163521"/>
                      </a:lnTo>
                      <a:lnTo>
                        <a:pt x="218344" y="155568"/>
                      </a:lnTo>
                      <a:lnTo>
                        <a:pt x="219282" y="154978"/>
                      </a:lnTo>
                      <a:lnTo>
                        <a:pt x="220393" y="154364"/>
                      </a:lnTo>
                      <a:lnTo>
                        <a:pt x="220636" y="150822"/>
                      </a:lnTo>
                      <a:lnTo>
                        <a:pt x="220798" y="149838"/>
                      </a:lnTo>
                      <a:lnTo>
                        <a:pt x="220706" y="149827"/>
                      </a:lnTo>
                      <a:lnTo>
                        <a:pt x="220717" y="149561"/>
                      </a:lnTo>
                      <a:lnTo>
                        <a:pt x="217036" y="149282"/>
                      </a:lnTo>
                      <a:lnTo>
                        <a:pt x="216330" y="152246"/>
                      </a:lnTo>
                      <a:lnTo>
                        <a:pt x="214652" y="149248"/>
                      </a:lnTo>
                      <a:lnTo>
                        <a:pt x="211688" y="150822"/>
                      </a:lnTo>
                      <a:lnTo>
                        <a:pt x="208563" y="149549"/>
                      </a:lnTo>
                      <a:lnTo>
                        <a:pt x="209303" y="152339"/>
                      </a:lnTo>
                      <a:lnTo>
                        <a:pt x="213517" y="155754"/>
                      </a:lnTo>
                      <a:lnTo>
                        <a:pt x="213506" y="156772"/>
                      </a:lnTo>
                      <a:lnTo>
                        <a:pt x="213355" y="160095"/>
                      </a:lnTo>
                      <a:lnTo>
                        <a:pt x="209813" y="162641"/>
                      </a:lnTo>
                      <a:lnTo>
                        <a:pt x="205993" y="160662"/>
                      </a:lnTo>
                      <a:lnTo>
                        <a:pt x="204280" y="168348"/>
                      </a:lnTo>
                      <a:lnTo>
                        <a:pt x="203863" y="168799"/>
                      </a:lnTo>
                      <a:lnTo>
                        <a:pt x="196605" y="174124"/>
                      </a:lnTo>
                      <a:lnTo>
                        <a:pt x="192113" y="176393"/>
                      </a:lnTo>
                      <a:lnTo>
                        <a:pt x="193062" y="176729"/>
                      </a:lnTo>
                      <a:lnTo>
                        <a:pt x="192982" y="176787"/>
                      </a:lnTo>
                      <a:lnTo>
                        <a:pt x="193155" y="176752"/>
                      </a:lnTo>
                      <a:lnTo>
                        <a:pt x="194799" y="177331"/>
                      </a:lnTo>
                      <a:lnTo>
                        <a:pt x="204557" y="174935"/>
                      </a:lnTo>
                      <a:lnTo>
                        <a:pt x="205703" y="174055"/>
                      </a:lnTo>
                      <a:lnTo>
                        <a:pt x="212718" y="168892"/>
                      </a:lnTo>
                      <a:lnTo>
                        <a:pt x="220324" y="167723"/>
                      </a:lnTo>
                      <a:lnTo>
                        <a:pt x="225406" y="168568"/>
                      </a:lnTo>
                      <a:lnTo>
                        <a:pt x="226123" y="168730"/>
                      </a:lnTo>
                      <a:lnTo>
                        <a:pt x="224398" y="175710"/>
                      </a:lnTo>
                      <a:lnTo>
                        <a:pt x="220636" y="181105"/>
                      </a:lnTo>
                      <a:lnTo>
                        <a:pt x="213239" y="184832"/>
                      </a:lnTo>
                      <a:lnTo>
                        <a:pt x="207046" y="191766"/>
                      </a:lnTo>
                      <a:lnTo>
                        <a:pt x="206190" y="192241"/>
                      </a:lnTo>
                      <a:lnTo>
                        <a:pt x="197045" y="196431"/>
                      </a:lnTo>
                      <a:lnTo>
                        <a:pt x="194926" y="198526"/>
                      </a:lnTo>
                      <a:lnTo>
                        <a:pt x="188860" y="201918"/>
                      </a:lnTo>
                      <a:lnTo>
                        <a:pt x="180179" y="204859"/>
                      </a:lnTo>
                      <a:lnTo>
                        <a:pt x="178419" y="205217"/>
                      </a:lnTo>
                      <a:lnTo>
                        <a:pt x="179125" y="207116"/>
                      </a:lnTo>
                      <a:lnTo>
                        <a:pt x="179125" y="207139"/>
                      </a:lnTo>
                      <a:lnTo>
                        <a:pt x="177192" y="208331"/>
                      </a:lnTo>
                      <a:lnTo>
                        <a:pt x="172214" y="207116"/>
                      </a:lnTo>
                      <a:lnTo>
                        <a:pt x="164123" y="205148"/>
                      </a:lnTo>
                      <a:lnTo>
                        <a:pt x="161576" y="202775"/>
                      </a:lnTo>
                      <a:lnTo>
                        <a:pt x="159643" y="200969"/>
                      </a:lnTo>
                      <a:lnTo>
                        <a:pt x="161576" y="200170"/>
                      </a:lnTo>
                      <a:lnTo>
                        <a:pt x="163822" y="199232"/>
                      </a:lnTo>
                      <a:lnTo>
                        <a:pt x="168359" y="194845"/>
                      </a:lnTo>
                      <a:lnTo>
                        <a:pt x="168522" y="194185"/>
                      </a:lnTo>
                      <a:lnTo>
                        <a:pt x="169841" y="191338"/>
                      </a:lnTo>
                      <a:lnTo>
                        <a:pt x="169286" y="191072"/>
                      </a:lnTo>
                      <a:lnTo>
                        <a:pt x="169413" y="190551"/>
                      </a:lnTo>
                      <a:lnTo>
                        <a:pt x="171821" y="189185"/>
                      </a:lnTo>
                      <a:lnTo>
                        <a:pt x="173337" y="188583"/>
                      </a:lnTo>
                      <a:lnTo>
                        <a:pt x="173291" y="188351"/>
                      </a:lnTo>
                      <a:lnTo>
                        <a:pt x="174402" y="187726"/>
                      </a:lnTo>
                      <a:lnTo>
                        <a:pt x="172654" y="182702"/>
                      </a:lnTo>
                      <a:lnTo>
                        <a:pt x="170397" y="181834"/>
                      </a:lnTo>
                      <a:lnTo>
                        <a:pt x="168024" y="183154"/>
                      </a:lnTo>
                      <a:lnTo>
                        <a:pt x="164794" y="180885"/>
                      </a:lnTo>
                      <a:lnTo>
                        <a:pt x="163995" y="181915"/>
                      </a:lnTo>
                      <a:lnTo>
                        <a:pt x="160974" y="182494"/>
                      </a:lnTo>
                      <a:lnTo>
                        <a:pt x="160071" y="182378"/>
                      </a:lnTo>
                      <a:lnTo>
                        <a:pt x="159562" y="184577"/>
                      </a:lnTo>
                      <a:lnTo>
                        <a:pt x="156147" y="185920"/>
                      </a:lnTo>
                      <a:lnTo>
                        <a:pt x="144791" y="200205"/>
                      </a:lnTo>
                      <a:lnTo>
                        <a:pt x="137765" y="201640"/>
                      </a:lnTo>
                      <a:lnTo>
                        <a:pt x="127728" y="198445"/>
                      </a:lnTo>
                      <a:lnTo>
                        <a:pt x="121338" y="205865"/>
                      </a:lnTo>
                      <a:lnTo>
                        <a:pt x="119498" y="207116"/>
                      </a:lnTo>
                      <a:lnTo>
                        <a:pt x="107690" y="215103"/>
                      </a:lnTo>
                      <a:lnTo>
                        <a:pt x="105271" y="215184"/>
                      </a:lnTo>
                      <a:lnTo>
                        <a:pt x="103639" y="215184"/>
                      </a:lnTo>
                      <a:lnTo>
                        <a:pt x="97365" y="209153"/>
                      </a:lnTo>
                      <a:lnTo>
                        <a:pt x="97087" y="208887"/>
                      </a:lnTo>
                      <a:lnTo>
                        <a:pt x="96913" y="208713"/>
                      </a:lnTo>
                      <a:lnTo>
                        <a:pt x="91368" y="211549"/>
                      </a:lnTo>
                      <a:lnTo>
                        <a:pt x="87838" y="211514"/>
                      </a:lnTo>
                      <a:lnTo>
                        <a:pt x="81147" y="211109"/>
                      </a:lnTo>
                      <a:lnTo>
                        <a:pt x="75405" y="218020"/>
                      </a:lnTo>
                      <a:lnTo>
                        <a:pt x="75394" y="217974"/>
                      </a:lnTo>
                      <a:lnTo>
                        <a:pt x="75208" y="215323"/>
                      </a:lnTo>
                      <a:lnTo>
                        <a:pt x="71030" y="218067"/>
                      </a:lnTo>
                      <a:lnTo>
                        <a:pt x="70196" y="217059"/>
                      </a:lnTo>
                      <a:lnTo>
                        <a:pt x="69652" y="216747"/>
                      </a:lnTo>
                      <a:lnTo>
                        <a:pt x="70694" y="215659"/>
                      </a:lnTo>
                      <a:lnTo>
                        <a:pt x="68657" y="216110"/>
                      </a:lnTo>
                      <a:lnTo>
                        <a:pt x="67812" y="214189"/>
                      </a:lnTo>
                      <a:lnTo>
                        <a:pt x="63598" y="216469"/>
                      </a:lnTo>
                      <a:lnTo>
                        <a:pt x="61757" y="214246"/>
                      </a:lnTo>
                      <a:lnTo>
                        <a:pt x="61063" y="215346"/>
                      </a:lnTo>
                      <a:lnTo>
                        <a:pt x="60808" y="215508"/>
                      </a:lnTo>
                      <a:lnTo>
                        <a:pt x="61456" y="213448"/>
                      </a:lnTo>
                      <a:lnTo>
                        <a:pt x="58412" y="212973"/>
                      </a:lnTo>
                      <a:lnTo>
                        <a:pt x="57266" y="214339"/>
                      </a:lnTo>
                      <a:lnTo>
                        <a:pt x="57231" y="214351"/>
                      </a:lnTo>
                      <a:lnTo>
                        <a:pt x="57451" y="212429"/>
                      </a:lnTo>
                      <a:lnTo>
                        <a:pt x="55993" y="214501"/>
                      </a:lnTo>
                      <a:lnTo>
                        <a:pt x="56664" y="212603"/>
                      </a:lnTo>
                      <a:lnTo>
                        <a:pt x="55912" y="213182"/>
                      </a:lnTo>
                      <a:lnTo>
                        <a:pt x="55912" y="212973"/>
                      </a:lnTo>
                      <a:lnTo>
                        <a:pt x="55599" y="213401"/>
                      </a:lnTo>
                      <a:lnTo>
                        <a:pt x="54719" y="214073"/>
                      </a:lnTo>
                      <a:lnTo>
                        <a:pt x="51258" y="213274"/>
                      </a:lnTo>
                      <a:lnTo>
                        <a:pt x="48364" y="216990"/>
                      </a:lnTo>
                      <a:lnTo>
                        <a:pt x="48167" y="215450"/>
                      </a:lnTo>
                      <a:lnTo>
                        <a:pt x="46222" y="216076"/>
                      </a:lnTo>
                      <a:lnTo>
                        <a:pt x="43942" y="214640"/>
                      </a:lnTo>
                      <a:lnTo>
                        <a:pt x="43815" y="214652"/>
                      </a:lnTo>
                      <a:lnTo>
                        <a:pt x="42032" y="213529"/>
                      </a:lnTo>
                      <a:lnTo>
                        <a:pt x="39786" y="214860"/>
                      </a:lnTo>
                      <a:lnTo>
                        <a:pt x="34855" y="227443"/>
                      </a:lnTo>
                      <a:lnTo>
                        <a:pt x="33975" y="227223"/>
                      </a:lnTo>
                      <a:lnTo>
                        <a:pt x="32285" y="226737"/>
                      </a:lnTo>
                      <a:lnTo>
                        <a:pt x="33153" y="223438"/>
                      </a:lnTo>
                      <a:lnTo>
                        <a:pt x="33767" y="223160"/>
                      </a:lnTo>
                      <a:lnTo>
                        <a:pt x="33211" y="223218"/>
                      </a:lnTo>
                      <a:lnTo>
                        <a:pt x="33639" y="221609"/>
                      </a:lnTo>
                      <a:lnTo>
                        <a:pt x="32540" y="222199"/>
                      </a:lnTo>
                      <a:lnTo>
                        <a:pt x="32841" y="221782"/>
                      </a:lnTo>
                      <a:lnTo>
                        <a:pt x="30884" y="223090"/>
                      </a:lnTo>
                      <a:lnTo>
                        <a:pt x="29900" y="221771"/>
                      </a:lnTo>
                      <a:lnTo>
                        <a:pt x="28291" y="223866"/>
                      </a:lnTo>
                      <a:lnTo>
                        <a:pt x="23754" y="220879"/>
                      </a:lnTo>
                      <a:lnTo>
                        <a:pt x="21705" y="224954"/>
                      </a:lnTo>
                      <a:lnTo>
                        <a:pt x="19679" y="222419"/>
                      </a:lnTo>
                      <a:lnTo>
                        <a:pt x="19552" y="222755"/>
                      </a:lnTo>
                      <a:lnTo>
                        <a:pt x="15986" y="223275"/>
                      </a:lnTo>
                      <a:lnTo>
                        <a:pt x="15766" y="223241"/>
                      </a:lnTo>
                      <a:lnTo>
                        <a:pt x="13729" y="220961"/>
                      </a:lnTo>
                      <a:lnTo>
                        <a:pt x="13741" y="220115"/>
                      </a:lnTo>
                      <a:lnTo>
                        <a:pt x="15141" y="216515"/>
                      </a:lnTo>
                      <a:lnTo>
                        <a:pt x="16438" y="215439"/>
                      </a:lnTo>
                      <a:lnTo>
                        <a:pt x="14574" y="214200"/>
                      </a:lnTo>
                      <a:lnTo>
                        <a:pt x="14516" y="214096"/>
                      </a:lnTo>
                      <a:lnTo>
                        <a:pt x="14447" y="214119"/>
                      </a:lnTo>
                      <a:lnTo>
                        <a:pt x="13613" y="213563"/>
                      </a:lnTo>
                      <a:lnTo>
                        <a:pt x="12502" y="214663"/>
                      </a:lnTo>
                      <a:lnTo>
                        <a:pt x="9874" y="215404"/>
                      </a:lnTo>
                      <a:lnTo>
                        <a:pt x="7675" y="214767"/>
                      </a:lnTo>
                      <a:lnTo>
                        <a:pt x="8578" y="209153"/>
                      </a:lnTo>
                      <a:lnTo>
                        <a:pt x="7443" y="207116"/>
                      </a:lnTo>
                      <a:lnTo>
                        <a:pt x="7003" y="206352"/>
                      </a:lnTo>
                      <a:lnTo>
                        <a:pt x="9539" y="201223"/>
                      </a:lnTo>
                      <a:lnTo>
                        <a:pt x="8381" y="200402"/>
                      </a:lnTo>
                      <a:lnTo>
                        <a:pt x="3704" y="202555"/>
                      </a:lnTo>
                      <a:lnTo>
                        <a:pt x="2581" y="201432"/>
                      </a:lnTo>
                      <a:lnTo>
                        <a:pt x="4098" y="199198"/>
                      </a:lnTo>
                      <a:lnTo>
                        <a:pt x="2593" y="198931"/>
                      </a:lnTo>
                      <a:lnTo>
                        <a:pt x="3913" y="197832"/>
                      </a:lnTo>
                      <a:lnTo>
                        <a:pt x="590" y="198735"/>
                      </a:lnTo>
                      <a:lnTo>
                        <a:pt x="0" y="198770"/>
                      </a:lnTo>
                      <a:lnTo>
                        <a:pt x="2616" y="196304"/>
                      </a:lnTo>
                      <a:lnTo>
                        <a:pt x="1308" y="192113"/>
                      </a:lnTo>
                      <a:lnTo>
                        <a:pt x="1458" y="191558"/>
                      </a:lnTo>
                      <a:lnTo>
                        <a:pt x="2385" y="189034"/>
                      </a:lnTo>
                      <a:lnTo>
                        <a:pt x="3971" y="189092"/>
                      </a:lnTo>
                      <a:lnTo>
                        <a:pt x="4549" y="183038"/>
                      </a:lnTo>
                      <a:lnTo>
                        <a:pt x="6228" y="180468"/>
                      </a:lnTo>
                      <a:lnTo>
                        <a:pt x="7524" y="178859"/>
                      </a:lnTo>
                      <a:lnTo>
                        <a:pt x="8636" y="179241"/>
                      </a:lnTo>
                      <a:lnTo>
                        <a:pt x="9203" y="179148"/>
                      </a:lnTo>
                      <a:lnTo>
                        <a:pt x="8774" y="178014"/>
                      </a:lnTo>
                      <a:lnTo>
                        <a:pt x="10430" y="178627"/>
                      </a:lnTo>
                      <a:lnTo>
                        <a:pt x="10708" y="178720"/>
                      </a:lnTo>
                      <a:lnTo>
                        <a:pt x="10210" y="177586"/>
                      </a:lnTo>
                      <a:lnTo>
                        <a:pt x="11032" y="177817"/>
                      </a:lnTo>
                      <a:lnTo>
                        <a:pt x="11958" y="178685"/>
                      </a:lnTo>
                      <a:lnTo>
                        <a:pt x="12722" y="177759"/>
                      </a:lnTo>
                      <a:lnTo>
                        <a:pt x="13764" y="176926"/>
                      </a:lnTo>
                      <a:lnTo>
                        <a:pt x="20721" y="180387"/>
                      </a:lnTo>
                      <a:lnTo>
                        <a:pt x="21693" y="179669"/>
                      </a:lnTo>
                      <a:lnTo>
                        <a:pt x="23684" y="180537"/>
                      </a:lnTo>
                      <a:lnTo>
                        <a:pt x="24645" y="181359"/>
                      </a:lnTo>
                      <a:lnTo>
                        <a:pt x="25305" y="179241"/>
                      </a:lnTo>
                      <a:lnTo>
                        <a:pt x="28037" y="179843"/>
                      </a:lnTo>
                      <a:lnTo>
                        <a:pt x="29414" y="184462"/>
                      </a:lnTo>
                      <a:lnTo>
                        <a:pt x="30213" y="186638"/>
                      </a:lnTo>
                      <a:lnTo>
                        <a:pt x="30977" y="182205"/>
                      </a:lnTo>
                      <a:lnTo>
                        <a:pt x="32725" y="183038"/>
                      </a:lnTo>
                      <a:lnTo>
                        <a:pt x="34774" y="184300"/>
                      </a:lnTo>
                      <a:lnTo>
                        <a:pt x="34959" y="185318"/>
                      </a:lnTo>
                      <a:lnTo>
                        <a:pt x="34461" y="186105"/>
                      </a:lnTo>
                      <a:lnTo>
                        <a:pt x="36105" y="191812"/>
                      </a:lnTo>
                      <a:lnTo>
                        <a:pt x="36151" y="192102"/>
                      </a:lnTo>
                      <a:lnTo>
                        <a:pt x="32065" y="191778"/>
                      </a:lnTo>
                      <a:lnTo>
                        <a:pt x="30178" y="189972"/>
                      </a:lnTo>
                      <a:lnTo>
                        <a:pt x="28812" y="191604"/>
                      </a:lnTo>
                      <a:lnTo>
                        <a:pt x="26208" y="191431"/>
                      </a:lnTo>
                      <a:lnTo>
                        <a:pt x="33165" y="192681"/>
                      </a:lnTo>
                      <a:lnTo>
                        <a:pt x="33524" y="192785"/>
                      </a:lnTo>
                      <a:lnTo>
                        <a:pt x="35665" y="195771"/>
                      </a:lnTo>
                      <a:lnTo>
                        <a:pt x="43491" y="195621"/>
                      </a:lnTo>
                      <a:lnTo>
                        <a:pt x="43664" y="195679"/>
                      </a:lnTo>
                      <a:lnTo>
                        <a:pt x="45945" y="197774"/>
                      </a:lnTo>
                      <a:lnTo>
                        <a:pt x="47658" y="196952"/>
                      </a:lnTo>
                      <a:lnTo>
                        <a:pt x="44648" y="193723"/>
                      </a:lnTo>
                      <a:lnTo>
                        <a:pt x="44949" y="191396"/>
                      </a:lnTo>
                      <a:lnTo>
                        <a:pt x="46304" y="189150"/>
                      </a:lnTo>
                      <a:lnTo>
                        <a:pt x="45377" y="187413"/>
                      </a:lnTo>
                      <a:lnTo>
                        <a:pt x="42727" y="189277"/>
                      </a:lnTo>
                      <a:lnTo>
                        <a:pt x="43965" y="187911"/>
                      </a:lnTo>
                      <a:lnTo>
                        <a:pt x="41222" y="184045"/>
                      </a:lnTo>
                      <a:lnTo>
                        <a:pt x="41847" y="183050"/>
                      </a:lnTo>
                      <a:lnTo>
                        <a:pt x="42981" y="181440"/>
                      </a:lnTo>
                      <a:lnTo>
                        <a:pt x="49765" y="182285"/>
                      </a:lnTo>
                      <a:lnTo>
                        <a:pt x="51015" y="183686"/>
                      </a:lnTo>
                      <a:lnTo>
                        <a:pt x="53955" y="188004"/>
                      </a:lnTo>
                      <a:lnTo>
                        <a:pt x="55877" y="186916"/>
                      </a:lnTo>
                      <a:lnTo>
                        <a:pt x="58099" y="185643"/>
                      </a:lnTo>
                      <a:lnTo>
                        <a:pt x="58122" y="185631"/>
                      </a:lnTo>
                      <a:lnTo>
                        <a:pt x="58331" y="187321"/>
                      </a:lnTo>
                      <a:lnTo>
                        <a:pt x="61607" y="188999"/>
                      </a:lnTo>
                      <a:lnTo>
                        <a:pt x="61966" y="188502"/>
                      </a:lnTo>
                      <a:lnTo>
                        <a:pt x="64640" y="187819"/>
                      </a:lnTo>
                      <a:lnTo>
                        <a:pt x="66168" y="188027"/>
                      </a:lnTo>
                      <a:lnTo>
                        <a:pt x="63366" y="185723"/>
                      </a:lnTo>
                      <a:lnTo>
                        <a:pt x="66017" y="184056"/>
                      </a:lnTo>
                      <a:lnTo>
                        <a:pt x="72465" y="186950"/>
                      </a:lnTo>
                      <a:lnTo>
                        <a:pt x="77581" y="186962"/>
                      </a:lnTo>
                      <a:lnTo>
                        <a:pt x="77581" y="185515"/>
                      </a:lnTo>
                      <a:lnTo>
                        <a:pt x="81876" y="184658"/>
                      </a:lnTo>
                      <a:lnTo>
                        <a:pt x="81703" y="181637"/>
                      </a:lnTo>
                      <a:lnTo>
                        <a:pt x="90419" y="184798"/>
                      </a:lnTo>
                      <a:lnTo>
                        <a:pt x="91438" y="182691"/>
                      </a:lnTo>
                      <a:lnTo>
                        <a:pt x="93498" y="182540"/>
                      </a:lnTo>
                      <a:lnTo>
                        <a:pt x="94390" y="182633"/>
                      </a:lnTo>
                      <a:lnTo>
                        <a:pt x="94459" y="182471"/>
                      </a:lnTo>
                      <a:lnTo>
                        <a:pt x="94945" y="182436"/>
                      </a:lnTo>
                      <a:lnTo>
                        <a:pt x="95165" y="180896"/>
                      </a:lnTo>
                      <a:lnTo>
                        <a:pt x="95756" y="179554"/>
                      </a:lnTo>
                      <a:lnTo>
                        <a:pt x="99275" y="178025"/>
                      </a:lnTo>
                      <a:lnTo>
                        <a:pt x="103500" y="176949"/>
                      </a:lnTo>
                      <a:lnTo>
                        <a:pt x="103465" y="176636"/>
                      </a:lnTo>
                      <a:lnTo>
                        <a:pt x="105063" y="176289"/>
                      </a:lnTo>
                      <a:lnTo>
                        <a:pt x="107135" y="176139"/>
                      </a:lnTo>
                      <a:lnTo>
                        <a:pt x="109346" y="175374"/>
                      </a:lnTo>
                      <a:lnTo>
                        <a:pt x="118757" y="173361"/>
                      </a:lnTo>
                      <a:lnTo>
                        <a:pt x="124244" y="165477"/>
                      </a:lnTo>
                      <a:lnTo>
                        <a:pt x="124035" y="164100"/>
                      </a:lnTo>
                      <a:lnTo>
                        <a:pt x="121338" y="165257"/>
                      </a:lnTo>
                      <a:lnTo>
                        <a:pt x="120771" y="159620"/>
                      </a:lnTo>
                      <a:lnTo>
                        <a:pt x="120806" y="159585"/>
                      </a:lnTo>
                      <a:lnTo>
                        <a:pt x="124626" y="161761"/>
                      </a:lnTo>
                      <a:lnTo>
                        <a:pt x="125471" y="160847"/>
                      </a:lnTo>
                      <a:lnTo>
                        <a:pt x="126397" y="163012"/>
                      </a:lnTo>
                      <a:lnTo>
                        <a:pt x="132197" y="161565"/>
                      </a:lnTo>
                      <a:lnTo>
                        <a:pt x="130877" y="160523"/>
                      </a:lnTo>
                      <a:lnTo>
                        <a:pt x="132393" y="159041"/>
                      </a:lnTo>
                      <a:lnTo>
                        <a:pt x="130634" y="160210"/>
                      </a:lnTo>
                      <a:lnTo>
                        <a:pt x="129303" y="158705"/>
                      </a:lnTo>
                      <a:lnTo>
                        <a:pt x="127219" y="160835"/>
                      </a:lnTo>
                      <a:lnTo>
                        <a:pt x="124788" y="156494"/>
                      </a:lnTo>
                      <a:lnTo>
                        <a:pt x="120806" y="157640"/>
                      </a:lnTo>
                      <a:lnTo>
                        <a:pt x="118467" y="155568"/>
                      </a:lnTo>
                      <a:lnTo>
                        <a:pt x="112668" y="158289"/>
                      </a:lnTo>
                      <a:lnTo>
                        <a:pt x="107401" y="163810"/>
                      </a:lnTo>
                      <a:lnTo>
                        <a:pt x="105850" y="165917"/>
                      </a:lnTo>
                      <a:lnTo>
                        <a:pt x="104171" y="165628"/>
                      </a:lnTo>
                      <a:lnTo>
                        <a:pt x="105815" y="162849"/>
                      </a:lnTo>
                      <a:lnTo>
                        <a:pt x="101856" y="160951"/>
                      </a:lnTo>
                      <a:lnTo>
                        <a:pt x="98997" y="167017"/>
                      </a:lnTo>
                      <a:lnTo>
                        <a:pt x="96497" y="168128"/>
                      </a:lnTo>
                      <a:lnTo>
                        <a:pt x="95050" y="168093"/>
                      </a:lnTo>
                      <a:lnTo>
                        <a:pt x="90500" y="170316"/>
                      </a:lnTo>
                      <a:lnTo>
                        <a:pt x="87560" y="170710"/>
                      </a:lnTo>
                      <a:lnTo>
                        <a:pt x="85233" y="170559"/>
                      </a:lnTo>
                      <a:lnTo>
                        <a:pt x="77790" y="169135"/>
                      </a:lnTo>
                      <a:lnTo>
                        <a:pt x="72442" y="172076"/>
                      </a:lnTo>
                      <a:lnTo>
                        <a:pt x="68460" y="174148"/>
                      </a:lnTo>
                      <a:lnTo>
                        <a:pt x="61074" y="173256"/>
                      </a:lnTo>
                      <a:lnTo>
                        <a:pt x="56826" y="165060"/>
                      </a:lnTo>
                      <a:lnTo>
                        <a:pt x="58389" y="157525"/>
                      </a:lnTo>
                      <a:lnTo>
                        <a:pt x="65311" y="150185"/>
                      </a:lnTo>
                      <a:lnTo>
                        <a:pt x="71203" y="147558"/>
                      </a:lnTo>
                      <a:lnTo>
                        <a:pt x="77257" y="142244"/>
                      </a:lnTo>
                      <a:lnTo>
                        <a:pt x="78658" y="137614"/>
                      </a:lnTo>
                      <a:lnTo>
                        <a:pt x="79411" y="135600"/>
                      </a:lnTo>
                      <a:lnTo>
                        <a:pt x="79329" y="135380"/>
                      </a:lnTo>
                      <a:lnTo>
                        <a:pt x="79804" y="133829"/>
                      </a:lnTo>
                      <a:lnTo>
                        <a:pt x="82189" y="132127"/>
                      </a:lnTo>
                      <a:lnTo>
                        <a:pt x="81784" y="127497"/>
                      </a:lnTo>
                      <a:lnTo>
                        <a:pt x="84377" y="126744"/>
                      </a:lnTo>
                      <a:lnTo>
                        <a:pt x="85696" y="121906"/>
                      </a:lnTo>
                      <a:lnTo>
                        <a:pt x="89285" y="120389"/>
                      </a:lnTo>
                      <a:lnTo>
                        <a:pt x="92375" y="121003"/>
                      </a:lnTo>
                      <a:lnTo>
                        <a:pt x="100455" y="122889"/>
                      </a:lnTo>
                      <a:lnTo>
                        <a:pt x="101185" y="122751"/>
                      </a:lnTo>
                      <a:lnTo>
                        <a:pt x="104241" y="123353"/>
                      </a:lnTo>
                      <a:lnTo>
                        <a:pt x="109994" y="121616"/>
                      </a:lnTo>
                      <a:lnTo>
                        <a:pt x="114624" y="114845"/>
                      </a:lnTo>
                      <a:lnTo>
                        <a:pt x="122542" y="112680"/>
                      </a:lnTo>
                      <a:lnTo>
                        <a:pt x="124834" y="108813"/>
                      </a:lnTo>
                      <a:lnTo>
                        <a:pt x="125054" y="108501"/>
                      </a:lnTo>
                      <a:lnTo>
                        <a:pt x="125043" y="108466"/>
                      </a:lnTo>
                      <a:lnTo>
                        <a:pt x="125911" y="107008"/>
                      </a:lnTo>
                      <a:lnTo>
                        <a:pt x="128133" y="106996"/>
                      </a:lnTo>
                      <a:lnTo>
                        <a:pt x="129916" y="104438"/>
                      </a:lnTo>
                      <a:lnTo>
                        <a:pt x="130090" y="101416"/>
                      </a:lnTo>
                      <a:lnTo>
                        <a:pt x="130124" y="100699"/>
                      </a:lnTo>
                      <a:lnTo>
                        <a:pt x="129187" y="98661"/>
                      </a:lnTo>
                      <a:lnTo>
                        <a:pt x="129198" y="98383"/>
                      </a:lnTo>
                      <a:lnTo>
                        <a:pt x="129025" y="98314"/>
                      </a:lnTo>
                      <a:lnTo>
                        <a:pt x="127115" y="94147"/>
                      </a:lnTo>
                      <a:lnTo>
                        <a:pt x="130773" y="98175"/>
                      </a:lnTo>
                      <a:lnTo>
                        <a:pt x="129117" y="95061"/>
                      </a:lnTo>
                      <a:lnTo>
                        <a:pt x="127011" y="93881"/>
                      </a:lnTo>
                      <a:lnTo>
                        <a:pt x="125170" y="93881"/>
                      </a:lnTo>
                      <a:lnTo>
                        <a:pt x="118537" y="99553"/>
                      </a:lnTo>
                      <a:lnTo>
                        <a:pt x="117484" y="100293"/>
                      </a:lnTo>
                      <a:lnTo>
                        <a:pt x="111186" y="100571"/>
                      </a:lnTo>
                      <a:lnTo>
                        <a:pt x="109427" y="101416"/>
                      </a:lnTo>
                      <a:lnTo>
                        <a:pt x="102574" y="104692"/>
                      </a:lnTo>
                      <a:lnTo>
                        <a:pt x="95640" y="104322"/>
                      </a:lnTo>
                      <a:lnTo>
                        <a:pt x="89053" y="108049"/>
                      </a:lnTo>
                      <a:lnTo>
                        <a:pt x="86402" y="105815"/>
                      </a:lnTo>
                      <a:lnTo>
                        <a:pt x="86391" y="106023"/>
                      </a:lnTo>
                      <a:lnTo>
                        <a:pt x="85268" y="105086"/>
                      </a:lnTo>
                      <a:lnTo>
                        <a:pt x="84863" y="103894"/>
                      </a:lnTo>
                      <a:lnTo>
                        <a:pt x="84666" y="102065"/>
                      </a:lnTo>
                      <a:lnTo>
                        <a:pt x="83358" y="103164"/>
                      </a:lnTo>
                      <a:lnTo>
                        <a:pt x="82293" y="101960"/>
                      </a:lnTo>
                      <a:lnTo>
                        <a:pt x="82223" y="103280"/>
                      </a:lnTo>
                      <a:lnTo>
                        <a:pt x="80800" y="102609"/>
                      </a:lnTo>
                      <a:lnTo>
                        <a:pt x="80151" y="102111"/>
                      </a:lnTo>
                      <a:lnTo>
                        <a:pt x="80047" y="101416"/>
                      </a:lnTo>
                      <a:lnTo>
                        <a:pt x="79793" y="99761"/>
                      </a:lnTo>
                      <a:lnTo>
                        <a:pt x="80290" y="99529"/>
                      </a:lnTo>
                      <a:lnTo>
                        <a:pt x="80591" y="99703"/>
                      </a:lnTo>
                      <a:lnTo>
                        <a:pt x="81101" y="99159"/>
                      </a:lnTo>
                      <a:lnTo>
                        <a:pt x="81320" y="99055"/>
                      </a:lnTo>
                      <a:lnTo>
                        <a:pt x="81992" y="100861"/>
                      </a:lnTo>
                      <a:lnTo>
                        <a:pt x="81598" y="98777"/>
                      </a:lnTo>
                      <a:lnTo>
                        <a:pt x="84353" y="96462"/>
                      </a:lnTo>
                      <a:lnTo>
                        <a:pt x="80730" y="93638"/>
                      </a:lnTo>
                      <a:lnTo>
                        <a:pt x="81147" y="91102"/>
                      </a:lnTo>
                      <a:lnTo>
                        <a:pt x="73113" y="87317"/>
                      </a:lnTo>
                      <a:lnTo>
                        <a:pt x="73981" y="84840"/>
                      </a:lnTo>
                      <a:lnTo>
                        <a:pt x="71041" y="82849"/>
                      </a:lnTo>
                      <a:lnTo>
                        <a:pt x="70566" y="85199"/>
                      </a:lnTo>
                      <a:lnTo>
                        <a:pt x="69143" y="84736"/>
                      </a:lnTo>
                      <a:lnTo>
                        <a:pt x="67649" y="81077"/>
                      </a:lnTo>
                      <a:lnTo>
                        <a:pt x="66920" y="81332"/>
                      </a:lnTo>
                      <a:lnTo>
                        <a:pt x="65901" y="81483"/>
                      </a:lnTo>
                      <a:lnTo>
                        <a:pt x="62973" y="77686"/>
                      </a:lnTo>
                      <a:lnTo>
                        <a:pt x="58447" y="76250"/>
                      </a:lnTo>
                      <a:lnTo>
                        <a:pt x="57277" y="72731"/>
                      </a:lnTo>
                      <a:lnTo>
                        <a:pt x="55923" y="72859"/>
                      </a:lnTo>
                      <a:lnTo>
                        <a:pt x="55784" y="72662"/>
                      </a:lnTo>
                      <a:lnTo>
                        <a:pt x="51050" y="73287"/>
                      </a:lnTo>
                      <a:lnTo>
                        <a:pt x="45539" y="73773"/>
                      </a:lnTo>
                      <a:lnTo>
                        <a:pt x="44521" y="75255"/>
                      </a:lnTo>
                      <a:lnTo>
                        <a:pt x="37124" y="74665"/>
                      </a:lnTo>
                      <a:lnTo>
                        <a:pt x="34542" y="71157"/>
                      </a:lnTo>
                      <a:lnTo>
                        <a:pt x="30144" y="71250"/>
                      </a:lnTo>
                      <a:lnTo>
                        <a:pt x="28326" y="68935"/>
                      </a:lnTo>
                      <a:lnTo>
                        <a:pt x="22492" y="67916"/>
                      </a:lnTo>
                      <a:lnTo>
                        <a:pt x="20200" y="65485"/>
                      </a:lnTo>
                      <a:lnTo>
                        <a:pt x="20941" y="59812"/>
                      </a:lnTo>
                      <a:lnTo>
                        <a:pt x="21300" y="57555"/>
                      </a:lnTo>
                      <a:lnTo>
                        <a:pt x="23105" y="55078"/>
                      </a:lnTo>
                      <a:lnTo>
                        <a:pt x="32436" y="53735"/>
                      </a:lnTo>
                      <a:lnTo>
                        <a:pt x="36059" y="47241"/>
                      </a:lnTo>
                      <a:lnTo>
                        <a:pt x="36962" y="46234"/>
                      </a:lnTo>
                      <a:lnTo>
                        <a:pt x="41395" y="43144"/>
                      </a:lnTo>
                      <a:lnTo>
                        <a:pt x="39207" y="40805"/>
                      </a:lnTo>
                      <a:lnTo>
                        <a:pt x="32875" y="43363"/>
                      </a:lnTo>
                      <a:lnTo>
                        <a:pt x="29877" y="42576"/>
                      </a:lnTo>
                      <a:lnTo>
                        <a:pt x="28187" y="25317"/>
                      </a:lnTo>
                      <a:lnTo>
                        <a:pt x="31857" y="28349"/>
                      </a:lnTo>
                      <a:lnTo>
                        <a:pt x="38004" y="25409"/>
                      </a:lnTo>
                      <a:lnTo>
                        <a:pt x="41766" y="25814"/>
                      </a:lnTo>
                      <a:lnTo>
                        <a:pt x="44000" y="28326"/>
                      </a:lnTo>
                      <a:lnTo>
                        <a:pt x="47866" y="27377"/>
                      </a:lnTo>
                      <a:lnTo>
                        <a:pt x="48005" y="25039"/>
                      </a:lnTo>
                      <a:lnTo>
                        <a:pt x="48040" y="25004"/>
                      </a:lnTo>
                      <a:lnTo>
                        <a:pt x="48051" y="24263"/>
                      </a:lnTo>
                      <a:lnTo>
                        <a:pt x="48190" y="22017"/>
                      </a:lnTo>
                      <a:lnTo>
                        <a:pt x="50656" y="23569"/>
                      </a:lnTo>
                      <a:lnTo>
                        <a:pt x="51027" y="22677"/>
                      </a:lnTo>
                      <a:lnTo>
                        <a:pt x="51987" y="23684"/>
                      </a:lnTo>
                      <a:lnTo>
                        <a:pt x="53376" y="25490"/>
                      </a:lnTo>
                      <a:lnTo>
                        <a:pt x="55877" y="25837"/>
                      </a:lnTo>
                      <a:lnTo>
                        <a:pt x="56421" y="25919"/>
                      </a:lnTo>
                      <a:lnTo>
                        <a:pt x="56687" y="26543"/>
                      </a:lnTo>
                      <a:lnTo>
                        <a:pt x="57532" y="29877"/>
                      </a:lnTo>
                      <a:lnTo>
                        <a:pt x="57914" y="26798"/>
                      </a:lnTo>
                      <a:lnTo>
                        <a:pt x="58099" y="26300"/>
                      </a:lnTo>
                      <a:lnTo>
                        <a:pt x="59940" y="29368"/>
                      </a:lnTo>
                      <a:lnTo>
                        <a:pt x="66712" y="39370"/>
                      </a:lnTo>
                      <a:lnTo>
                        <a:pt x="69397" y="40689"/>
                      </a:lnTo>
                      <a:lnTo>
                        <a:pt x="70138" y="39694"/>
                      </a:lnTo>
                      <a:lnTo>
                        <a:pt x="70208" y="39728"/>
                      </a:lnTo>
                      <a:lnTo>
                        <a:pt x="71238" y="42009"/>
                      </a:lnTo>
                      <a:lnTo>
                        <a:pt x="71701" y="39335"/>
                      </a:lnTo>
                      <a:lnTo>
                        <a:pt x="67962" y="36614"/>
                      </a:lnTo>
                      <a:lnTo>
                        <a:pt x="60414" y="28002"/>
                      </a:lnTo>
                      <a:lnTo>
                        <a:pt x="60854" y="26972"/>
                      </a:lnTo>
                      <a:lnTo>
                        <a:pt x="60982" y="26902"/>
                      </a:lnTo>
                      <a:lnTo>
                        <a:pt x="62000" y="27643"/>
                      </a:lnTo>
                      <a:lnTo>
                        <a:pt x="63297" y="28824"/>
                      </a:lnTo>
                      <a:lnTo>
                        <a:pt x="62869" y="28280"/>
                      </a:lnTo>
                      <a:lnTo>
                        <a:pt x="64327" y="29345"/>
                      </a:lnTo>
                      <a:lnTo>
                        <a:pt x="59847" y="22561"/>
                      </a:lnTo>
                      <a:lnTo>
                        <a:pt x="60530" y="11240"/>
                      </a:lnTo>
                      <a:lnTo>
                        <a:pt x="60831" y="11206"/>
                      </a:lnTo>
                      <a:lnTo>
                        <a:pt x="61595" y="11819"/>
                      </a:lnTo>
                      <a:lnTo>
                        <a:pt x="63505" y="10916"/>
                      </a:lnTo>
                      <a:lnTo>
                        <a:pt x="70682" y="17584"/>
                      </a:lnTo>
                      <a:lnTo>
                        <a:pt x="66712" y="10395"/>
                      </a:lnTo>
                      <a:lnTo>
                        <a:pt x="68379" y="11634"/>
                      </a:lnTo>
                      <a:lnTo>
                        <a:pt x="69189" y="12340"/>
                      </a:lnTo>
                      <a:lnTo>
                        <a:pt x="69096" y="12178"/>
                      </a:lnTo>
                      <a:lnTo>
                        <a:pt x="69710" y="12629"/>
                      </a:lnTo>
                      <a:lnTo>
                        <a:pt x="68610" y="11240"/>
                      </a:lnTo>
                      <a:lnTo>
                        <a:pt x="68286" y="10627"/>
                      </a:lnTo>
                      <a:lnTo>
                        <a:pt x="69814" y="8161"/>
                      </a:lnTo>
                      <a:lnTo>
                        <a:pt x="70161" y="6587"/>
                      </a:lnTo>
                      <a:lnTo>
                        <a:pt x="80533" y="7559"/>
                      </a:lnTo>
                      <a:lnTo>
                        <a:pt x="81066" y="5626"/>
                      </a:lnTo>
                      <a:lnTo>
                        <a:pt x="81135" y="5441"/>
                      </a:lnTo>
                      <a:lnTo>
                        <a:pt x="87247" y="1181"/>
                      </a:lnTo>
                      <a:lnTo>
                        <a:pt x="92144" y="3033"/>
                      </a:lnTo>
                      <a:lnTo>
                        <a:pt x="92329" y="23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0" name="Freeform: Shape 269">
                  <a:extLst>
                    <a:ext uri="{FF2B5EF4-FFF2-40B4-BE49-F238E27FC236}">
                      <a16:creationId xmlns:a16="http://schemas.microsoft.com/office/drawing/2014/main" id="{DCD1175E-DE16-8BDF-23E8-9552439BCD60}"/>
                    </a:ext>
                  </a:extLst>
                </p:cNvPr>
                <p:cNvSpPr/>
                <p:nvPr/>
              </p:nvSpPr>
              <p:spPr>
                <a:xfrm>
                  <a:off x="7976506" y="4165399"/>
                  <a:ext cx="167549" cy="208169"/>
                </a:xfrm>
                <a:custGeom>
                  <a:avLst/>
                  <a:gdLst>
                    <a:gd name="connsiteX0" fmla="*/ 135774 w 167549"/>
                    <a:gd name="connsiteY0" fmla="*/ 2454 h 208169"/>
                    <a:gd name="connsiteX1" fmla="*/ 140890 w 167549"/>
                    <a:gd name="connsiteY1" fmla="*/ 0 h 208169"/>
                    <a:gd name="connsiteX2" fmla="*/ 143066 w 167549"/>
                    <a:gd name="connsiteY2" fmla="*/ 2269 h 208169"/>
                    <a:gd name="connsiteX3" fmla="*/ 142522 w 167549"/>
                    <a:gd name="connsiteY3" fmla="*/ 9828 h 208169"/>
                    <a:gd name="connsiteX4" fmla="*/ 138054 w 167549"/>
                    <a:gd name="connsiteY4" fmla="*/ 26439 h 208169"/>
                    <a:gd name="connsiteX5" fmla="*/ 137603 w 167549"/>
                    <a:gd name="connsiteY5" fmla="*/ 26995 h 208169"/>
                    <a:gd name="connsiteX6" fmla="*/ 137753 w 167549"/>
                    <a:gd name="connsiteY6" fmla="*/ 27585 h 208169"/>
                    <a:gd name="connsiteX7" fmla="*/ 137545 w 167549"/>
                    <a:gd name="connsiteY7" fmla="*/ 28338 h 208169"/>
                    <a:gd name="connsiteX8" fmla="*/ 138691 w 167549"/>
                    <a:gd name="connsiteY8" fmla="*/ 31637 h 208169"/>
                    <a:gd name="connsiteX9" fmla="*/ 141249 w 167549"/>
                    <a:gd name="connsiteY9" fmla="*/ 32945 h 208169"/>
                    <a:gd name="connsiteX10" fmla="*/ 144212 w 167549"/>
                    <a:gd name="connsiteY10" fmla="*/ 47797 h 208169"/>
                    <a:gd name="connsiteX11" fmla="*/ 145544 w 167549"/>
                    <a:gd name="connsiteY11" fmla="*/ 55113 h 208169"/>
                    <a:gd name="connsiteX12" fmla="*/ 145231 w 167549"/>
                    <a:gd name="connsiteY12" fmla="*/ 59396 h 208169"/>
                    <a:gd name="connsiteX13" fmla="*/ 144652 w 167549"/>
                    <a:gd name="connsiteY13" fmla="*/ 60484 h 208169"/>
                    <a:gd name="connsiteX14" fmla="*/ 144421 w 167549"/>
                    <a:gd name="connsiteY14" fmla="*/ 70196 h 208169"/>
                    <a:gd name="connsiteX15" fmla="*/ 144131 w 167549"/>
                    <a:gd name="connsiteY15" fmla="*/ 74051 h 208169"/>
                    <a:gd name="connsiteX16" fmla="*/ 149699 w 167549"/>
                    <a:gd name="connsiteY16" fmla="*/ 92225 h 208169"/>
                    <a:gd name="connsiteX17" fmla="*/ 150209 w 167549"/>
                    <a:gd name="connsiteY17" fmla="*/ 92607 h 208169"/>
                    <a:gd name="connsiteX18" fmla="*/ 159597 w 167549"/>
                    <a:gd name="connsiteY18" fmla="*/ 101659 h 208169"/>
                    <a:gd name="connsiteX19" fmla="*/ 160106 w 167549"/>
                    <a:gd name="connsiteY19" fmla="*/ 102377 h 208169"/>
                    <a:gd name="connsiteX20" fmla="*/ 161333 w 167549"/>
                    <a:gd name="connsiteY20" fmla="*/ 104102 h 208169"/>
                    <a:gd name="connsiteX21" fmla="*/ 158624 w 167549"/>
                    <a:gd name="connsiteY21" fmla="*/ 116731 h 208169"/>
                    <a:gd name="connsiteX22" fmla="*/ 160118 w 167549"/>
                    <a:gd name="connsiteY22" fmla="*/ 121304 h 208169"/>
                    <a:gd name="connsiteX23" fmla="*/ 164551 w 167549"/>
                    <a:gd name="connsiteY23" fmla="*/ 123723 h 208169"/>
                    <a:gd name="connsiteX24" fmla="*/ 165987 w 167549"/>
                    <a:gd name="connsiteY24" fmla="*/ 127948 h 208169"/>
                    <a:gd name="connsiteX25" fmla="*/ 161680 w 167549"/>
                    <a:gd name="connsiteY25" fmla="*/ 135959 h 208169"/>
                    <a:gd name="connsiteX26" fmla="*/ 161808 w 167549"/>
                    <a:gd name="connsiteY26" fmla="*/ 139466 h 208169"/>
                    <a:gd name="connsiteX27" fmla="*/ 164621 w 167549"/>
                    <a:gd name="connsiteY27" fmla="*/ 141064 h 208169"/>
                    <a:gd name="connsiteX28" fmla="*/ 162525 w 167549"/>
                    <a:gd name="connsiteY28" fmla="*/ 146759 h 208169"/>
                    <a:gd name="connsiteX29" fmla="*/ 166334 w 167549"/>
                    <a:gd name="connsiteY29" fmla="*/ 144397 h 208169"/>
                    <a:gd name="connsiteX30" fmla="*/ 166704 w 167549"/>
                    <a:gd name="connsiteY30" fmla="*/ 148761 h 208169"/>
                    <a:gd name="connsiteX31" fmla="*/ 163926 w 167549"/>
                    <a:gd name="connsiteY31" fmla="*/ 151436 h 208169"/>
                    <a:gd name="connsiteX32" fmla="*/ 167549 w 167549"/>
                    <a:gd name="connsiteY32" fmla="*/ 151331 h 208169"/>
                    <a:gd name="connsiteX33" fmla="*/ 166878 w 167549"/>
                    <a:gd name="connsiteY33" fmla="*/ 152119 h 208169"/>
                    <a:gd name="connsiteX34" fmla="*/ 161368 w 167549"/>
                    <a:gd name="connsiteY34" fmla="*/ 157119 h 208169"/>
                    <a:gd name="connsiteX35" fmla="*/ 161298 w 167549"/>
                    <a:gd name="connsiteY35" fmla="*/ 157142 h 208169"/>
                    <a:gd name="connsiteX36" fmla="*/ 161565 w 167549"/>
                    <a:gd name="connsiteY36" fmla="*/ 154631 h 208169"/>
                    <a:gd name="connsiteX37" fmla="*/ 157200 w 167549"/>
                    <a:gd name="connsiteY37" fmla="*/ 158150 h 208169"/>
                    <a:gd name="connsiteX38" fmla="*/ 154145 w 167549"/>
                    <a:gd name="connsiteY38" fmla="*/ 162062 h 208169"/>
                    <a:gd name="connsiteX39" fmla="*/ 154411 w 167549"/>
                    <a:gd name="connsiteY39" fmla="*/ 162039 h 208169"/>
                    <a:gd name="connsiteX40" fmla="*/ 154133 w 167549"/>
                    <a:gd name="connsiteY40" fmla="*/ 162421 h 208169"/>
                    <a:gd name="connsiteX41" fmla="*/ 155105 w 167549"/>
                    <a:gd name="connsiteY41" fmla="*/ 161981 h 208169"/>
                    <a:gd name="connsiteX42" fmla="*/ 156518 w 167549"/>
                    <a:gd name="connsiteY42" fmla="*/ 161842 h 208169"/>
                    <a:gd name="connsiteX43" fmla="*/ 154445 w 167549"/>
                    <a:gd name="connsiteY43" fmla="*/ 164702 h 208169"/>
                    <a:gd name="connsiteX44" fmla="*/ 153959 w 167549"/>
                    <a:gd name="connsiteY44" fmla="*/ 164933 h 208169"/>
                    <a:gd name="connsiteX45" fmla="*/ 153114 w 167549"/>
                    <a:gd name="connsiteY45" fmla="*/ 164180 h 208169"/>
                    <a:gd name="connsiteX46" fmla="*/ 151482 w 167549"/>
                    <a:gd name="connsiteY46" fmla="*/ 165894 h 208169"/>
                    <a:gd name="connsiteX47" fmla="*/ 151609 w 167549"/>
                    <a:gd name="connsiteY47" fmla="*/ 163220 h 208169"/>
                    <a:gd name="connsiteX48" fmla="*/ 149097 w 167549"/>
                    <a:gd name="connsiteY48" fmla="*/ 162548 h 208169"/>
                    <a:gd name="connsiteX49" fmla="*/ 149121 w 167549"/>
                    <a:gd name="connsiteY49" fmla="*/ 162629 h 208169"/>
                    <a:gd name="connsiteX50" fmla="*/ 149086 w 167549"/>
                    <a:gd name="connsiteY50" fmla="*/ 162618 h 208169"/>
                    <a:gd name="connsiteX51" fmla="*/ 149572 w 167549"/>
                    <a:gd name="connsiteY51" fmla="*/ 164227 h 208169"/>
                    <a:gd name="connsiteX52" fmla="*/ 147291 w 167549"/>
                    <a:gd name="connsiteY52" fmla="*/ 164875 h 208169"/>
                    <a:gd name="connsiteX53" fmla="*/ 149051 w 167549"/>
                    <a:gd name="connsiteY53" fmla="*/ 167422 h 208169"/>
                    <a:gd name="connsiteX54" fmla="*/ 148414 w 167549"/>
                    <a:gd name="connsiteY54" fmla="*/ 169262 h 208169"/>
                    <a:gd name="connsiteX55" fmla="*/ 149688 w 167549"/>
                    <a:gd name="connsiteY55" fmla="*/ 169355 h 208169"/>
                    <a:gd name="connsiteX56" fmla="*/ 148102 w 167549"/>
                    <a:gd name="connsiteY56" fmla="*/ 174877 h 208169"/>
                    <a:gd name="connsiteX57" fmla="*/ 145544 w 167549"/>
                    <a:gd name="connsiteY57" fmla="*/ 175236 h 208169"/>
                    <a:gd name="connsiteX58" fmla="*/ 145173 w 167549"/>
                    <a:gd name="connsiteY58" fmla="*/ 174749 h 208169"/>
                    <a:gd name="connsiteX59" fmla="*/ 145173 w 167549"/>
                    <a:gd name="connsiteY59" fmla="*/ 174773 h 208169"/>
                    <a:gd name="connsiteX60" fmla="*/ 144305 w 167549"/>
                    <a:gd name="connsiteY60" fmla="*/ 170721 h 208169"/>
                    <a:gd name="connsiteX61" fmla="*/ 132486 w 167549"/>
                    <a:gd name="connsiteY61" fmla="*/ 179125 h 208169"/>
                    <a:gd name="connsiteX62" fmla="*/ 131363 w 167549"/>
                    <a:gd name="connsiteY62" fmla="*/ 177794 h 208169"/>
                    <a:gd name="connsiteX63" fmla="*/ 128967 w 167549"/>
                    <a:gd name="connsiteY63" fmla="*/ 178708 h 208169"/>
                    <a:gd name="connsiteX64" fmla="*/ 129696 w 167549"/>
                    <a:gd name="connsiteY64" fmla="*/ 179901 h 208169"/>
                    <a:gd name="connsiteX65" fmla="*/ 128411 w 167549"/>
                    <a:gd name="connsiteY65" fmla="*/ 180491 h 208169"/>
                    <a:gd name="connsiteX66" fmla="*/ 122519 w 167549"/>
                    <a:gd name="connsiteY66" fmla="*/ 183234 h 208169"/>
                    <a:gd name="connsiteX67" fmla="*/ 122079 w 167549"/>
                    <a:gd name="connsiteY67" fmla="*/ 181000 h 208169"/>
                    <a:gd name="connsiteX68" fmla="*/ 119683 w 167549"/>
                    <a:gd name="connsiteY68" fmla="*/ 181683 h 208169"/>
                    <a:gd name="connsiteX69" fmla="*/ 117322 w 167549"/>
                    <a:gd name="connsiteY69" fmla="*/ 179831 h 208169"/>
                    <a:gd name="connsiteX70" fmla="*/ 110249 w 167549"/>
                    <a:gd name="connsiteY70" fmla="*/ 183802 h 208169"/>
                    <a:gd name="connsiteX71" fmla="*/ 108894 w 167549"/>
                    <a:gd name="connsiteY71" fmla="*/ 182922 h 208169"/>
                    <a:gd name="connsiteX72" fmla="*/ 111013 w 167549"/>
                    <a:gd name="connsiteY72" fmla="*/ 181243 h 208169"/>
                    <a:gd name="connsiteX73" fmla="*/ 110758 w 167549"/>
                    <a:gd name="connsiteY73" fmla="*/ 181255 h 208169"/>
                    <a:gd name="connsiteX74" fmla="*/ 111244 w 167549"/>
                    <a:gd name="connsiteY74" fmla="*/ 180827 h 208169"/>
                    <a:gd name="connsiteX75" fmla="*/ 109381 w 167549"/>
                    <a:gd name="connsiteY75" fmla="*/ 181348 h 208169"/>
                    <a:gd name="connsiteX76" fmla="*/ 109091 w 167549"/>
                    <a:gd name="connsiteY76" fmla="*/ 181371 h 208169"/>
                    <a:gd name="connsiteX77" fmla="*/ 107945 w 167549"/>
                    <a:gd name="connsiteY77" fmla="*/ 177990 h 208169"/>
                    <a:gd name="connsiteX78" fmla="*/ 99946 w 167549"/>
                    <a:gd name="connsiteY78" fmla="*/ 178963 h 208169"/>
                    <a:gd name="connsiteX79" fmla="*/ 99043 w 167549"/>
                    <a:gd name="connsiteY79" fmla="*/ 181209 h 208169"/>
                    <a:gd name="connsiteX80" fmla="*/ 101671 w 167549"/>
                    <a:gd name="connsiteY80" fmla="*/ 185110 h 208169"/>
                    <a:gd name="connsiteX81" fmla="*/ 94633 w 167549"/>
                    <a:gd name="connsiteY81" fmla="*/ 193768 h 208169"/>
                    <a:gd name="connsiteX82" fmla="*/ 93938 w 167549"/>
                    <a:gd name="connsiteY82" fmla="*/ 194093 h 208169"/>
                    <a:gd name="connsiteX83" fmla="*/ 93823 w 167549"/>
                    <a:gd name="connsiteY83" fmla="*/ 194764 h 208169"/>
                    <a:gd name="connsiteX84" fmla="*/ 93024 w 167549"/>
                    <a:gd name="connsiteY84" fmla="*/ 195759 h 208169"/>
                    <a:gd name="connsiteX85" fmla="*/ 93325 w 167549"/>
                    <a:gd name="connsiteY85" fmla="*/ 197890 h 208169"/>
                    <a:gd name="connsiteX86" fmla="*/ 93232 w 167549"/>
                    <a:gd name="connsiteY86" fmla="*/ 198526 h 208169"/>
                    <a:gd name="connsiteX87" fmla="*/ 90859 w 167549"/>
                    <a:gd name="connsiteY87" fmla="*/ 201258 h 208169"/>
                    <a:gd name="connsiteX88" fmla="*/ 84874 w 167549"/>
                    <a:gd name="connsiteY88" fmla="*/ 202254 h 208169"/>
                    <a:gd name="connsiteX89" fmla="*/ 81506 w 167549"/>
                    <a:gd name="connsiteY89" fmla="*/ 208088 h 208169"/>
                    <a:gd name="connsiteX90" fmla="*/ 81448 w 167549"/>
                    <a:gd name="connsiteY90" fmla="*/ 208169 h 208169"/>
                    <a:gd name="connsiteX91" fmla="*/ 80684 w 167549"/>
                    <a:gd name="connsiteY91" fmla="*/ 208088 h 208169"/>
                    <a:gd name="connsiteX92" fmla="*/ 72558 w 167549"/>
                    <a:gd name="connsiteY92" fmla="*/ 207220 h 208169"/>
                    <a:gd name="connsiteX93" fmla="*/ 69756 w 167549"/>
                    <a:gd name="connsiteY93" fmla="*/ 204372 h 208169"/>
                    <a:gd name="connsiteX94" fmla="*/ 66828 w 167549"/>
                    <a:gd name="connsiteY94" fmla="*/ 205472 h 208169"/>
                    <a:gd name="connsiteX95" fmla="*/ 66457 w 167549"/>
                    <a:gd name="connsiteY95" fmla="*/ 201987 h 208169"/>
                    <a:gd name="connsiteX96" fmla="*/ 66446 w 167549"/>
                    <a:gd name="connsiteY96" fmla="*/ 201779 h 208169"/>
                    <a:gd name="connsiteX97" fmla="*/ 66434 w 167549"/>
                    <a:gd name="connsiteY97" fmla="*/ 201779 h 208169"/>
                    <a:gd name="connsiteX98" fmla="*/ 66399 w 167549"/>
                    <a:gd name="connsiteY98" fmla="*/ 201432 h 208169"/>
                    <a:gd name="connsiteX99" fmla="*/ 62973 w 167549"/>
                    <a:gd name="connsiteY99" fmla="*/ 202068 h 208169"/>
                    <a:gd name="connsiteX100" fmla="*/ 58146 w 167549"/>
                    <a:gd name="connsiteY100" fmla="*/ 199626 h 208169"/>
                    <a:gd name="connsiteX101" fmla="*/ 60739 w 167549"/>
                    <a:gd name="connsiteY101" fmla="*/ 196223 h 208169"/>
                    <a:gd name="connsiteX102" fmla="*/ 60750 w 167549"/>
                    <a:gd name="connsiteY102" fmla="*/ 196199 h 208169"/>
                    <a:gd name="connsiteX103" fmla="*/ 60854 w 167549"/>
                    <a:gd name="connsiteY103" fmla="*/ 190921 h 208169"/>
                    <a:gd name="connsiteX104" fmla="*/ 60704 w 167549"/>
                    <a:gd name="connsiteY104" fmla="*/ 190643 h 208169"/>
                    <a:gd name="connsiteX105" fmla="*/ 60739 w 167549"/>
                    <a:gd name="connsiteY105" fmla="*/ 190608 h 208169"/>
                    <a:gd name="connsiteX106" fmla="*/ 62602 w 167549"/>
                    <a:gd name="connsiteY106" fmla="*/ 189150 h 208169"/>
                    <a:gd name="connsiteX107" fmla="*/ 61213 w 167549"/>
                    <a:gd name="connsiteY107" fmla="*/ 182957 h 208169"/>
                    <a:gd name="connsiteX108" fmla="*/ 63123 w 167549"/>
                    <a:gd name="connsiteY108" fmla="*/ 182228 h 208169"/>
                    <a:gd name="connsiteX109" fmla="*/ 64096 w 167549"/>
                    <a:gd name="connsiteY109" fmla="*/ 178940 h 208169"/>
                    <a:gd name="connsiteX110" fmla="*/ 65381 w 167549"/>
                    <a:gd name="connsiteY110" fmla="*/ 178072 h 208169"/>
                    <a:gd name="connsiteX111" fmla="*/ 65172 w 167549"/>
                    <a:gd name="connsiteY111" fmla="*/ 175849 h 208169"/>
                    <a:gd name="connsiteX112" fmla="*/ 69305 w 167549"/>
                    <a:gd name="connsiteY112" fmla="*/ 171994 h 208169"/>
                    <a:gd name="connsiteX113" fmla="*/ 71597 w 167549"/>
                    <a:gd name="connsiteY113" fmla="*/ 167225 h 208169"/>
                    <a:gd name="connsiteX114" fmla="*/ 72152 w 167549"/>
                    <a:gd name="connsiteY114" fmla="*/ 166484 h 208169"/>
                    <a:gd name="connsiteX115" fmla="*/ 76980 w 167549"/>
                    <a:gd name="connsiteY115" fmla="*/ 165709 h 208169"/>
                    <a:gd name="connsiteX116" fmla="*/ 81552 w 167549"/>
                    <a:gd name="connsiteY116" fmla="*/ 166403 h 208169"/>
                    <a:gd name="connsiteX117" fmla="*/ 82143 w 167549"/>
                    <a:gd name="connsiteY117" fmla="*/ 166646 h 208169"/>
                    <a:gd name="connsiteX118" fmla="*/ 82536 w 167549"/>
                    <a:gd name="connsiteY118" fmla="*/ 166172 h 208169"/>
                    <a:gd name="connsiteX119" fmla="*/ 84319 w 167549"/>
                    <a:gd name="connsiteY119" fmla="*/ 165199 h 208169"/>
                    <a:gd name="connsiteX120" fmla="*/ 84608 w 167549"/>
                    <a:gd name="connsiteY120" fmla="*/ 163694 h 208169"/>
                    <a:gd name="connsiteX121" fmla="*/ 86588 w 167549"/>
                    <a:gd name="connsiteY121" fmla="*/ 161321 h 208169"/>
                    <a:gd name="connsiteX122" fmla="*/ 87201 w 167549"/>
                    <a:gd name="connsiteY122" fmla="*/ 162201 h 208169"/>
                    <a:gd name="connsiteX123" fmla="*/ 84573 w 167549"/>
                    <a:gd name="connsiteY123" fmla="*/ 147569 h 208169"/>
                    <a:gd name="connsiteX124" fmla="*/ 79376 w 167549"/>
                    <a:gd name="connsiteY124" fmla="*/ 135403 h 208169"/>
                    <a:gd name="connsiteX125" fmla="*/ 71944 w 167549"/>
                    <a:gd name="connsiteY125" fmla="*/ 126802 h 208169"/>
                    <a:gd name="connsiteX126" fmla="*/ 72060 w 167549"/>
                    <a:gd name="connsiteY126" fmla="*/ 124788 h 208169"/>
                    <a:gd name="connsiteX127" fmla="*/ 71666 w 167549"/>
                    <a:gd name="connsiteY127" fmla="*/ 126605 h 208169"/>
                    <a:gd name="connsiteX128" fmla="*/ 66735 w 167549"/>
                    <a:gd name="connsiteY128" fmla="*/ 126490 h 208169"/>
                    <a:gd name="connsiteX129" fmla="*/ 65821 w 167549"/>
                    <a:gd name="connsiteY129" fmla="*/ 127937 h 208169"/>
                    <a:gd name="connsiteX130" fmla="*/ 62047 w 167549"/>
                    <a:gd name="connsiteY130" fmla="*/ 126107 h 208169"/>
                    <a:gd name="connsiteX131" fmla="*/ 64223 w 167549"/>
                    <a:gd name="connsiteY131" fmla="*/ 121755 h 208169"/>
                    <a:gd name="connsiteX132" fmla="*/ 62950 w 167549"/>
                    <a:gd name="connsiteY132" fmla="*/ 118224 h 208169"/>
                    <a:gd name="connsiteX133" fmla="*/ 63089 w 167549"/>
                    <a:gd name="connsiteY133" fmla="*/ 118085 h 208169"/>
                    <a:gd name="connsiteX134" fmla="*/ 65323 w 167549"/>
                    <a:gd name="connsiteY134" fmla="*/ 116569 h 208169"/>
                    <a:gd name="connsiteX135" fmla="*/ 66249 w 167549"/>
                    <a:gd name="connsiteY135" fmla="*/ 111117 h 208169"/>
                    <a:gd name="connsiteX136" fmla="*/ 71226 w 167549"/>
                    <a:gd name="connsiteY136" fmla="*/ 109624 h 208169"/>
                    <a:gd name="connsiteX137" fmla="*/ 72268 w 167549"/>
                    <a:gd name="connsiteY137" fmla="*/ 107111 h 208169"/>
                    <a:gd name="connsiteX138" fmla="*/ 75266 w 167549"/>
                    <a:gd name="connsiteY138" fmla="*/ 107933 h 208169"/>
                    <a:gd name="connsiteX139" fmla="*/ 80476 w 167549"/>
                    <a:gd name="connsiteY139" fmla="*/ 102771 h 208169"/>
                    <a:gd name="connsiteX140" fmla="*/ 85719 w 167549"/>
                    <a:gd name="connsiteY140" fmla="*/ 100884 h 208169"/>
                    <a:gd name="connsiteX141" fmla="*/ 90095 w 167549"/>
                    <a:gd name="connsiteY141" fmla="*/ 99680 h 208169"/>
                    <a:gd name="connsiteX142" fmla="*/ 90373 w 167549"/>
                    <a:gd name="connsiteY142" fmla="*/ 96890 h 208169"/>
                    <a:gd name="connsiteX143" fmla="*/ 93568 w 167549"/>
                    <a:gd name="connsiteY143" fmla="*/ 95686 h 208169"/>
                    <a:gd name="connsiteX144" fmla="*/ 93672 w 167549"/>
                    <a:gd name="connsiteY144" fmla="*/ 91010 h 208169"/>
                    <a:gd name="connsiteX145" fmla="*/ 91507 w 167549"/>
                    <a:gd name="connsiteY145" fmla="*/ 89887 h 208169"/>
                    <a:gd name="connsiteX146" fmla="*/ 91577 w 167549"/>
                    <a:gd name="connsiteY146" fmla="*/ 87733 h 208169"/>
                    <a:gd name="connsiteX147" fmla="*/ 84400 w 167549"/>
                    <a:gd name="connsiteY147" fmla="*/ 89122 h 208169"/>
                    <a:gd name="connsiteX148" fmla="*/ 79723 w 167549"/>
                    <a:gd name="connsiteY148" fmla="*/ 86680 h 208169"/>
                    <a:gd name="connsiteX149" fmla="*/ 76239 w 167549"/>
                    <a:gd name="connsiteY149" fmla="*/ 87873 h 208169"/>
                    <a:gd name="connsiteX150" fmla="*/ 69722 w 167549"/>
                    <a:gd name="connsiteY150" fmla="*/ 84839 h 208169"/>
                    <a:gd name="connsiteX151" fmla="*/ 62568 w 167549"/>
                    <a:gd name="connsiteY151" fmla="*/ 86009 h 208169"/>
                    <a:gd name="connsiteX152" fmla="*/ 61873 w 167549"/>
                    <a:gd name="connsiteY152" fmla="*/ 87340 h 208169"/>
                    <a:gd name="connsiteX153" fmla="*/ 61491 w 167549"/>
                    <a:gd name="connsiteY153" fmla="*/ 87490 h 208169"/>
                    <a:gd name="connsiteX154" fmla="*/ 61155 w 167549"/>
                    <a:gd name="connsiteY154" fmla="*/ 88694 h 208169"/>
                    <a:gd name="connsiteX155" fmla="*/ 54256 w 167549"/>
                    <a:gd name="connsiteY155" fmla="*/ 101787 h 208169"/>
                    <a:gd name="connsiteX156" fmla="*/ 54152 w 167549"/>
                    <a:gd name="connsiteY156" fmla="*/ 102377 h 208169"/>
                    <a:gd name="connsiteX157" fmla="*/ 53018 w 167549"/>
                    <a:gd name="connsiteY157" fmla="*/ 108721 h 208169"/>
                    <a:gd name="connsiteX158" fmla="*/ 37297 w 167549"/>
                    <a:gd name="connsiteY158" fmla="*/ 130495 h 208169"/>
                    <a:gd name="connsiteX159" fmla="*/ 28801 w 167549"/>
                    <a:gd name="connsiteY159" fmla="*/ 137788 h 208169"/>
                    <a:gd name="connsiteX160" fmla="*/ 22700 w 167549"/>
                    <a:gd name="connsiteY160" fmla="*/ 140832 h 208169"/>
                    <a:gd name="connsiteX161" fmla="*/ 16530 w 167549"/>
                    <a:gd name="connsiteY161" fmla="*/ 143934 h 208169"/>
                    <a:gd name="connsiteX162" fmla="*/ 15651 w 167549"/>
                    <a:gd name="connsiteY162" fmla="*/ 147037 h 208169"/>
                    <a:gd name="connsiteX163" fmla="*/ 11599 w 167549"/>
                    <a:gd name="connsiteY163" fmla="*/ 149514 h 208169"/>
                    <a:gd name="connsiteX164" fmla="*/ 4654 w 167549"/>
                    <a:gd name="connsiteY164" fmla="*/ 145624 h 208169"/>
                    <a:gd name="connsiteX165" fmla="*/ 5742 w 167549"/>
                    <a:gd name="connsiteY165" fmla="*/ 143796 h 208169"/>
                    <a:gd name="connsiteX166" fmla="*/ 5452 w 167549"/>
                    <a:gd name="connsiteY166" fmla="*/ 143645 h 208169"/>
                    <a:gd name="connsiteX167" fmla="*/ 3658 w 167549"/>
                    <a:gd name="connsiteY167" fmla="*/ 141098 h 208169"/>
                    <a:gd name="connsiteX168" fmla="*/ 3739 w 167549"/>
                    <a:gd name="connsiteY168" fmla="*/ 139570 h 208169"/>
                    <a:gd name="connsiteX169" fmla="*/ 4075 w 167549"/>
                    <a:gd name="connsiteY169" fmla="*/ 139420 h 208169"/>
                    <a:gd name="connsiteX170" fmla="*/ 3762 w 167549"/>
                    <a:gd name="connsiteY170" fmla="*/ 139304 h 208169"/>
                    <a:gd name="connsiteX171" fmla="*/ 3797 w 167549"/>
                    <a:gd name="connsiteY171" fmla="*/ 138783 h 208169"/>
                    <a:gd name="connsiteX172" fmla="*/ 1285 w 167549"/>
                    <a:gd name="connsiteY172" fmla="*/ 138378 h 208169"/>
                    <a:gd name="connsiteX173" fmla="*/ 0 w 167549"/>
                    <a:gd name="connsiteY173" fmla="*/ 135820 h 208169"/>
                    <a:gd name="connsiteX174" fmla="*/ 1551 w 167549"/>
                    <a:gd name="connsiteY174" fmla="*/ 134164 h 208169"/>
                    <a:gd name="connsiteX175" fmla="*/ 1980 w 167549"/>
                    <a:gd name="connsiteY175" fmla="*/ 135739 h 208169"/>
                    <a:gd name="connsiteX176" fmla="*/ 3461 w 167549"/>
                    <a:gd name="connsiteY176" fmla="*/ 135067 h 208169"/>
                    <a:gd name="connsiteX177" fmla="*/ 4538 w 167549"/>
                    <a:gd name="connsiteY177" fmla="*/ 131618 h 208169"/>
                    <a:gd name="connsiteX178" fmla="*/ 9597 w 167549"/>
                    <a:gd name="connsiteY178" fmla="*/ 128747 h 208169"/>
                    <a:gd name="connsiteX179" fmla="*/ 9353 w 167549"/>
                    <a:gd name="connsiteY179" fmla="*/ 128145 h 208169"/>
                    <a:gd name="connsiteX180" fmla="*/ 9967 w 167549"/>
                    <a:gd name="connsiteY180" fmla="*/ 125922 h 208169"/>
                    <a:gd name="connsiteX181" fmla="*/ 11576 w 167549"/>
                    <a:gd name="connsiteY181" fmla="*/ 124672 h 208169"/>
                    <a:gd name="connsiteX182" fmla="*/ 11321 w 167549"/>
                    <a:gd name="connsiteY182" fmla="*/ 123005 h 208169"/>
                    <a:gd name="connsiteX183" fmla="*/ 7432 w 167549"/>
                    <a:gd name="connsiteY183" fmla="*/ 121153 h 208169"/>
                    <a:gd name="connsiteX184" fmla="*/ 7189 w 167549"/>
                    <a:gd name="connsiteY184" fmla="*/ 120979 h 208169"/>
                    <a:gd name="connsiteX185" fmla="*/ 10893 w 167549"/>
                    <a:gd name="connsiteY185" fmla="*/ 111406 h 208169"/>
                    <a:gd name="connsiteX186" fmla="*/ 14852 w 167549"/>
                    <a:gd name="connsiteY186" fmla="*/ 109207 h 208169"/>
                    <a:gd name="connsiteX187" fmla="*/ 16311 w 167549"/>
                    <a:gd name="connsiteY187" fmla="*/ 105850 h 208169"/>
                    <a:gd name="connsiteX188" fmla="*/ 16426 w 167549"/>
                    <a:gd name="connsiteY188" fmla="*/ 105537 h 208169"/>
                    <a:gd name="connsiteX189" fmla="*/ 17225 w 167549"/>
                    <a:gd name="connsiteY189" fmla="*/ 104715 h 208169"/>
                    <a:gd name="connsiteX190" fmla="*/ 22700 w 167549"/>
                    <a:gd name="connsiteY190" fmla="*/ 102909 h 208169"/>
                    <a:gd name="connsiteX191" fmla="*/ 22758 w 167549"/>
                    <a:gd name="connsiteY191" fmla="*/ 102886 h 208169"/>
                    <a:gd name="connsiteX192" fmla="*/ 23163 w 167549"/>
                    <a:gd name="connsiteY192" fmla="*/ 102794 h 208169"/>
                    <a:gd name="connsiteX193" fmla="*/ 23105 w 167549"/>
                    <a:gd name="connsiteY193" fmla="*/ 102771 h 208169"/>
                    <a:gd name="connsiteX194" fmla="*/ 23592 w 167549"/>
                    <a:gd name="connsiteY194" fmla="*/ 102620 h 208169"/>
                    <a:gd name="connsiteX195" fmla="*/ 23244 w 167549"/>
                    <a:gd name="connsiteY195" fmla="*/ 102377 h 208169"/>
                    <a:gd name="connsiteX196" fmla="*/ 22700 w 167549"/>
                    <a:gd name="connsiteY196" fmla="*/ 102018 h 208169"/>
                    <a:gd name="connsiteX197" fmla="*/ 20547 w 167549"/>
                    <a:gd name="connsiteY197" fmla="*/ 100536 h 208169"/>
                    <a:gd name="connsiteX198" fmla="*/ 20918 w 167549"/>
                    <a:gd name="connsiteY198" fmla="*/ 100166 h 208169"/>
                    <a:gd name="connsiteX199" fmla="*/ 21033 w 167549"/>
                    <a:gd name="connsiteY199" fmla="*/ 99089 h 208169"/>
                    <a:gd name="connsiteX200" fmla="*/ 24634 w 167549"/>
                    <a:gd name="connsiteY200" fmla="*/ 92723 h 208169"/>
                    <a:gd name="connsiteX201" fmla="*/ 24784 w 167549"/>
                    <a:gd name="connsiteY201" fmla="*/ 92537 h 208169"/>
                    <a:gd name="connsiteX202" fmla="*/ 25085 w 167549"/>
                    <a:gd name="connsiteY202" fmla="*/ 92213 h 208169"/>
                    <a:gd name="connsiteX203" fmla="*/ 26150 w 167549"/>
                    <a:gd name="connsiteY203" fmla="*/ 90454 h 208169"/>
                    <a:gd name="connsiteX204" fmla="*/ 26324 w 167549"/>
                    <a:gd name="connsiteY204" fmla="*/ 84712 h 208169"/>
                    <a:gd name="connsiteX205" fmla="*/ 24576 w 167549"/>
                    <a:gd name="connsiteY205" fmla="*/ 81876 h 208169"/>
                    <a:gd name="connsiteX206" fmla="*/ 22700 w 167549"/>
                    <a:gd name="connsiteY206" fmla="*/ 82177 h 208169"/>
                    <a:gd name="connsiteX207" fmla="*/ 18880 w 167549"/>
                    <a:gd name="connsiteY207" fmla="*/ 81494 h 208169"/>
                    <a:gd name="connsiteX208" fmla="*/ 17399 w 167549"/>
                    <a:gd name="connsiteY208" fmla="*/ 80811 h 208169"/>
                    <a:gd name="connsiteX209" fmla="*/ 16658 w 167549"/>
                    <a:gd name="connsiteY209" fmla="*/ 78021 h 208169"/>
                    <a:gd name="connsiteX210" fmla="*/ 17966 w 167549"/>
                    <a:gd name="connsiteY210" fmla="*/ 78299 h 208169"/>
                    <a:gd name="connsiteX211" fmla="*/ 18452 w 167549"/>
                    <a:gd name="connsiteY211" fmla="*/ 74248 h 208169"/>
                    <a:gd name="connsiteX212" fmla="*/ 21971 w 167549"/>
                    <a:gd name="connsiteY212" fmla="*/ 72905 h 208169"/>
                    <a:gd name="connsiteX213" fmla="*/ 22399 w 167549"/>
                    <a:gd name="connsiteY213" fmla="*/ 71354 h 208169"/>
                    <a:gd name="connsiteX214" fmla="*/ 24448 w 167549"/>
                    <a:gd name="connsiteY214" fmla="*/ 70057 h 208169"/>
                    <a:gd name="connsiteX215" fmla="*/ 27354 w 167549"/>
                    <a:gd name="connsiteY215" fmla="*/ 68980 h 208169"/>
                    <a:gd name="connsiteX216" fmla="*/ 26868 w 167549"/>
                    <a:gd name="connsiteY216" fmla="*/ 65288 h 208169"/>
                    <a:gd name="connsiteX217" fmla="*/ 28326 w 167549"/>
                    <a:gd name="connsiteY217" fmla="*/ 64095 h 208169"/>
                    <a:gd name="connsiteX218" fmla="*/ 26682 w 167549"/>
                    <a:gd name="connsiteY218" fmla="*/ 62081 h 208169"/>
                    <a:gd name="connsiteX219" fmla="*/ 26798 w 167549"/>
                    <a:gd name="connsiteY219" fmla="*/ 61919 h 208169"/>
                    <a:gd name="connsiteX220" fmla="*/ 27990 w 167549"/>
                    <a:gd name="connsiteY220" fmla="*/ 60785 h 208169"/>
                    <a:gd name="connsiteX221" fmla="*/ 27724 w 167549"/>
                    <a:gd name="connsiteY221" fmla="*/ 60530 h 208169"/>
                    <a:gd name="connsiteX222" fmla="*/ 28349 w 167549"/>
                    <a:gd name="connsiteY222" fmla="*/ 59616 h 208169"/>
                    <a:gd name="connsiteX223" fmla="*/ 25270 w 167549"/>
                    <a:gd name="connsiteY223" fmla="*/ 57937 h 208169"/>
                    <a:gd name="connsiteX224" fmla="*/ 28118 w 167549"/>
                    <a:gd name="connsiteY224" fmla="*/ 56838 h 208169"/>
                    <a:gd name="connsiteX225" fmla="*/ 27782 w 167549"/>
                    <a:gd name="connsiteY225" fmla="*/ 56062 h 208169"/>
                    <a:gd name="connsiteX226" fmla="*/ 28465 w 167549"/>
                    <a:gd name="connsiteY226" fmla="*/ 55622 h 208169"/>
                    <a:gd name="connsiteX227" fmla="*/ 27192 w 167549"/>
                    <a:gd name="connsiteY227" fmla="*/ 54684 h 208169"/>
                    <a:gd name="connsiteX228" fmla="*/ 28743 w 167549"/>
                    <a:gd name="connsiteY228" fmla="*/ 54893 h 208169"/>
                    <a:gd name="connsiteX229" fmla="*/ 28222 w 167549"/>
                    <a:gd name="connsiteY229" fmla="*/ 52925 h 208169"/>
                    <a:gd name="connsiteX230" fmla="*/ 29252 w 167549"/>
                    <a:gd name="connsiteY230" fmla="*/ 51165 h 208169"/>
                    <a:gd name="connsiteX231" fmla="*/ 30317 w 167549"/>
                    <a:gd name="connsiteY231" fmla="*/ 49938 h 208169"/>
                    <a:gd name="connsiteX232" fmla="*/ 27724 w 167549"/>
                    <a:gd name="connsiteY232" fmla="*/ 50679 h 208169"/>
                    <a:gd name="connsiteX233" fmla="*/ 27747 w 167549"/>
                    <a:gd name="connsiteY233" fmla="*/ 50644 h 208169"/>
                    <a:gd name="connsiteX234" fmla="*/ 30421 w 167549"/>
                    <a:gd name="connsiteY234" fmla="*/ 48931 h 208169"/>
                    <a:gd name="connsiteX235" fmla="*/ 29866 w 167549"/>
                    <a:gd name="connsiteY235" fmla="*/ 45285 h 208169"/>
                    <a:gd name="connsiteX236" fmla="*/ 30364 w 167549"/>
                    <a:gd name="connsiteY236" fmla="*/ 45030 h 208169"/>
                    <a:gd name="connsiteX237" fmla="*/ 29692 w 167549"/>
                    <a:gd name="connsiteY237" fmla="*/ 44116 h 208169"/>
                    <a:gd name="connsiteX238" fmla="*/ 29611 w 167549"/>
                    <a:gd name="connsiteY238" fmla="*/ 43629 h 208169"/>
                    <a:gd name="connsiteX239" fmla="*/ 35943 w 167549"/>
                    <a:gd name="connsiteY239" fmla="*/ 42321 h 208169"/>
                    <a:gd name="connsiteX240" fmla="*/ 38606 w 167549"/>
                    <a:gd name="connsiteY240" fmla="*/ 39474 h 208169"/>
                    <a:gd name="connsiteX241" fmla="*/ 38802 w 167549"/>
                    <a:gd name="connsiteY241" fmla="*/ 39520 h 208169"/>
                    <a:gd name="connsiteX242" fmla="*/ 40134 w 167549"/>
                    <a:gd name="connsiteY242" fmla="*/ 41337 h 208169"/>
                    <a:gd name="connsiteX243" fmla="*/ 40064 w 167549"/>
                    <a:gd name="connsiteY243" fmla="*/ 41720 h 208169"/>
                    <a:gd name="connsiteX244" fmla="*/ 41534 w 167549"/>
                    <a:gd name="connsiteY244" fmla="*/ 43270 h 208169"/>
                    <a:gd name="connsiteX245" fmla="*/ 42680 w 167549"/>
                    <a:gd name="connsiteY245" fmla="*/ 44857 h 208169"/>
                    <a:gd name="connsiteX246" fmla="*/ 43028 w 167549"/>
                    <a:gd name="connsiteY246" fmla="*/ 44278 h 208169"/>
                    <a:gd name="connsiteX247" fmla="*/ 44787 w 167549"/>
                    <a:gd name="connsiteY247" fmla="*/ 42460 h 208169"/>
                    <a:gd name="connsiteX248" fmla="*/ 50506 w 167549"/>
                    <a:gd name="connsiteY248" fmla="*/ 41638 h 208169"/>
                    <a:gd name="connsiteX249" fmla="*/ 52207 w 167549"/>
                    <a:gd name="connsiteY249" fmla="*/ 37980 h 208169"/>
                    <a:gd name="connsiteX250" fmla="*/ 53168 w 167549"/>
                    <a:gd name="connsiteY250" fmla="*/ 36499 h 208169"/>
                    <a:gd name="connsiteX251" fmla="*/ 56560 w 167549"/>
                    <a:gd name="connsiteY251" fmla="*/ 35098 h 208169"/>
                    <a:gd name="connsiteX252" fmla="*/ 57370 w 167549"/>
                    <a:gd name="connsiteY252" fmla="*/ 33582 h 208169"/>
                    <a:gd name="connsiteX253" fmla="*/ 58667 w 167549"/>
                    <a:gd name="connsiteY253" fmla="*/ 32135 h 208169"/>
                    <a:gd name="connsiteX254" fmla="*/ 63008 w 167549"/>
                    <a:gd name="connsiteY254" fmla="*/ 32088 h 208169"/>
                    <a:gd name="connsiteX255" fmla="*/ 62718 w 167549"/>
                    <a:gd name="connsiteY255" fmla="*/ 30792 h 208169"/>
                    <a:gd name="connsiteX256" fmla="*/ 62649 w 167549"/>
                    <a:gd name="connsiteY256" fmla="*/ 30676 h 208169"/>
                    <a:gd name="connsiteX257" fmla="*/ 63170 w 167549"/>
                    <a:gd name="connsiteY257" fmla="*/ 29924 h 208169"/>
                    <a:gd name="connsiteX258" fmla="*/ 64860 w 167549"/>
                    <a:gd name="connsiteY258" fmla="*/ 29565 h 208169"/>
                    <a:gd name="connsiteX259" fmla="*/ 69097 w 167549"/>
                    <a:gd name="connsiteY259" fmla="*/ 25201 h 208169"/>
                    <a:gd name="connsiteX260" fmla="*/ 72963 w 167549"/>
                    <a:gd name="connsiteY260" fmla="*/ 23279 h 208169"/>
                    <a:gd name="connsiteX261" fmla="*/ 73055 w 167549"/>
                    <a:gd name="connsiteY261" fmla="*/ 23279 h 208169"/>
                    <a:gd name="connsiteX262" fmla="*/ 74803 w 167549"/>
                    <a:gd name="connsiteY262" fmla="*/ 26439 h 208169"/>
                    <a:gd name="connsiteX263" fmla="*/ 68784 w 167549"/>
                    <a:gd name="connsiteY263" fmla="*/ 36637 h 208169"/>
                    <a:gd name="connsiteX264" fmla="*/ 68691 w 167549"/>
                    <a:gd name="connsiteY264" fmla="*/ 44324 h 208169"/>
                    <a:gd name="connsiteX265" fmla="*/ 64836 w 167549"/>
                    <a:gd name="connsiteY265" fmla="*/ 56444 h 208169"/>
                    <a:gd name="connsiteX266" fmla="*/ 67406 w 167549"/>
                    <a:gd name="connsiteY266" fmla="*/ 62220 h 208169"/>
                    <a:gd name="connsiteX267" fmla="*/ 68772 w 167549"/>
                    <a:gd name="connsiteY267" fmla="*/ 62359 h 208169"/>
                    <a:gd name="connsiteX268" fmla="*/ 68205 w 167549"/>
                    <a:gd name="connsiteY268" fmla="*/ 63841 h 208169"/>
                    <a:gd name="connsiteX269" fmla="*/ 71759 w 167549"/>
                    <a:gd name="connsiteY269" fmla="*/ 62556 h 208169"/>
                    <a:gd name="connsiteX270" fmla="*/ 73391 w 167549"/>
                    <a:gd name="connsiteY270" fmla="*/ 64443 h 208169"/>
                    <a:gd name="connsiteX271" fmla="*/ 70740 w 167549"/>
                    <a:gd name="connsiteY271" fmla="*/ 56919 h 208169"/>
                    <a:gd name="connsiteX272" fmla="*/ 73900 w 167549"/>
                    <a:gd name="connsiteY272" fmla="*/ 52821 h 208169"/>
                    <a:gd name="connsiteX273" fmla="*/ 73785 w 167549"/>
                    <a:gd name="connsiteY273" fmla="*/ 48225 h 208169"/>
                    <a:gd name="connsiteX274" fmla="*/ 77663 w 167549"/>
                    <a:gd name="connsiteY274" fmla="*/ 44000 h 208169"/>
                    <a:gd name="connsiteX275" fmla="*/ 79480 w 167549"/>
                    <a:gd name="connsiteY275" fmla="*/ 38281 h 208169"/>
                    <a:gd name="connsiteX276" fmla="*/ 76111 w 167549"/>
                    <a:gd name="connsiteY276" fmla="*/ 34172 h 208169"/>
                    <a:gd name="connsiteX277" fmla="*/ 88336 w 167549"/>
                    <a:gd name="connsiteY277" fmla="*/ 33014 h 208169"/>
                    <a:gd name="connsiteX278" fmla="*/ 92318 w 167549"/>
                    <a:gd name="connsiteY278" fmla="*/ 30109 h 208169"/>
                    <a:gd name="connsiteX279" fmla="*/ 92318 w 167549"/>
                    <a:gd name="connsiteY279" fmla="*/ 26011 h 208169"/>
                    <a:gd name="connsiteX280" fmla="*/ 101590 w 167549"/>
                    <a:gd name="connsiteY280" fmla="*/ 21635 h 208169"/>
                    <a:gd name="connsiteX281" fmla="*/ 103512 w 167549"/>
                    <a:gd name="connsiteY281" fmla="*/ 19227 h 208169"/>
                    <a:gd name="connsiteX282" fmla="*/ 104183 w 167549"/>
                    <a:gd name="connsiteY282" fmla="*/ 18869 h 208169"/>
                    <a:gd name="connsiteX283" fmla="*/ 107227 w 167549"/>
                    <a:gd name="connsiteY283" fmla="*/ 14597 h 208169"/>
                    <a:gd name="connsiteX284" fmla="*/ 110561 w 167549"/>
                    <a:gd name="connsiteY284" fmla="*/ 13081 h 208169"/>
                    <a:gd name="connsiteX285" fmla="*/ 111082 w 167549"/>
                    <a:gd name="connsiteY285" fmla="*/ 13278 h 208169"/>
                    <a:gd name="connsiteX286" fmla="*/ 111487 w 167549"/>
                    <a:gd name="connsiteY286" fmla="*/ 12652 h 208169"/>
                    <a:gd name="connsiteX287" fmla="*/ 113316 w 167549"/>
                    <a:gd name="connsiteY287" fmla="*/ 11819 h 208169"/>
                    <a:gd name="connsiteX288" fmla="*/ 117472 w 167549"/>
                    <a:gd name="connsiteY288" fmla="*/ 5197 h 208169"/>
                    <a:gd name="connsiteX289" fmla="*/ 119428 w 167549"/>
                    <a:gd name="connsiteY289" fmla="*/ 6644 h 208169"/>
                    <a:gd name="connsiteX290" fmla="*/ 125089 w 167549"/>
                    <a:gd name="connsiteY290" fmla="*/ 6320 h 208169"/>
                    <a:gd name="connsiteX291" fmla="*/ 128411 w 167549"/>
                    <a:gd name="connsiteY291" fmla="*/ 2720 h 208169"/>
                    <a:gd name="connsiteX292" fmla="*/ 129036 w 167549"/>
                    <a:gd name="connsiteY292" fmla="*/ 2037 h 208169"/>
                    <a:gd name="connsiteX293" fmla="*/ 135774 w 167549"/>
                    <a:gd name="connsiteY293" fmla="*/ 2454 h 208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</a:cxnLst>
                  <a:rect l="l" t="t" r="r" b="b"/>
                  <a:pathLst>
                    <a:path w="167549" h="208169">
                      <a:moveTo>
                        <a:pt x="135774" y="2454"/>
                      </a:moveTo>
                      <a:lnTo>
                        <a:pt x="140890" y="0"/>
                      </a:lnTo>
                      <a:lnTo>
                        <a:pt x="143066" y="2269"/>
                      </a:lnTo>
                      <a:lnTo>
                        <a:pt x="142522" y="9828"/>
                      </a:lnTo>
                      <a:lnTo>
                        <a:pt x="138054" y="26439"/>
                      </a:lnTo>
                      <a:lnTo>
                        <a:pt x="137603" y="26995"/>
                      </a:lnTo>
                      <a:lnTo>
                        <a:pt x="137753" y="27585"/>
                      </a:lnTo>
                      <a:lnTo>
                        <a:pt x="137545" y="28338"/>
                      </a:lnTo>
                      <a:lnTo>
                        <a:pt x="138691" y="31637"/>
                      </a:lnTo>
                      <a:lnTo>
                        <a:pt x="141249" y="32945"/>
                      </a:lnTo>
                      <a:lnTo>
                        <a:pt x="144212" y="47797"/>
                      </a:lnTo>
                      <a:lnTo>
                        <a:pt x="145544" y="55113"/>
                      </a:lnTo>
                      <a:lnTo>
                        <a:pt x="145231" y="59396"/>
                      </a:lnTo>
                      <a:lnTo>
                        <a:pt x="144652" y="60484"/>
                      </a:lnTo>
                      <a:lnTo>
                        <a:pt x="144421" y="70196"/>
                      </a:lnTo>
                      <a:lnTo>
                        <a:pt x="144131" y="74051"/>
                      </a:lnTo>
                      <a:lnTo>
                        <a:pt x="149699" y="92225"/>
                      </a:lnTo>
                      <a:lnTo>
                        <a:pt x="150209" y="92607"/>
                      </a:lnTo>
                      <a:lnTo>
                        <a:pt x="159597" y="101659"/>
                      </a:lnTo>
                      <a:lnTo>
                        <a:pt x="160106" y="102377"/>
                      </a:lnTo>
                      <a:lnTo>
                        <a:pt x="161333" y="104102"/>
                      </a:lnTo>
                      <a:lnTo>
                        <a:pt x="158624" y="116731"/>
                      </a:lnTo>
                      <a:lnTo>
                        <a:pt x="160118" y="121304"/>
                      </a:lnTo>
                      <a:lnTo>
                        <a:pt x="164551" y="123723"/>
                      </a:lnTo>
                      <a:lnTo>
                        <a:pt x="165987" y="127948"/>
                      </a:lnTo>
                      <a:lnTo>
                        <a:pt x="161680" y="135959"/>
                      </a:lnTo>
                      <a:lnTo>
                        <a:pt x="161808" y="139466"/>
                      </a:lnTo>
                      <a:lnTo>
                        <a:pt x="164621" y="141064"/>
                      </a:lnTo>
                      <a:lnTo>
                        <a:pt x="162525" y="146759"/>
                      </a:lnTo>
                      <a:lnTo>
                        <a:pt x="166334" y="144397"/>
                      </a:lnTo>
                      <a:lnTo>
                        <a:pt x="166704" y="148761"/>
                      </a:lnTo>
                      <a:lnTo>
                        <a:pt x="163926" y="151436"/>
                      </a:lnTo>
                      <a:lnTo>
                        <a:pt x="167549" y="151331"/>
                      </a:lnTo>
                      <a:lnTo>
                        <a:pt x="166878" y="152119"/>
                      </a:lnTo>
                      <a:lnTo>
                        <a:pt x="161368" y="157119"/>
                      </a:lnTo>
                      <a:lnTo>
                        <a:pt x="161298" y="157142"/>
                      </a:lnTo>
                      <a:lnTo>
                        <a:pt x="161565" y="154631"/>
                      </a:lnTo>
                      <a:lnTo>
                        <a:pt x="157200" y="158150"/>
                      </a:lnTo>
                      <a:lnTo>
                        <a:pt x="154145" y="162062"/>
                      </a:lnTo>
                      <a:lnTo>
                        <a:pt x="154411" y="162039"/>
                      </a:lnTo>
                      <a:lnTo>
                        <a:pt x="154133" y="162421"/>
                      </a:lnTo>
                      <a:lnTo>
                        <a:pt x="155105" y="161981"/>
                      </a:lnTo>
                      <a:lnTo>
                        <a:pt x="156518" y="161842"/>
                      </a:lnTo>
                      <a:lnTo>
                        <a:pt x="154445" y="164702"/>
                      </a:lnTo>
                      <a:lnTo>
                        <a:pt x="153959" y="164933"/>
                      </a:lnTo>
                      <a:lnTo>
                        <a:pt x="153114" y="164180"/>
                      </a:lnTo>
                      <a:lnTo>
                        <a:pt x="151482" y="165894"/>
                      </a:lnTo>
                      <a:lnTo>
                        <a:pt x="151609" y="163220"/>
                      </a:lnTo>
                      <a:lnTo>
                        <a:pt x="149097" y="162548"/>
                      </a:lnTo>
                      <a:lnTo>
                        <a:pt x="149121" y="162629"/>
                      </a:lnTo>
                      <a:lnTo>
                        <a:pt x="149086" y="162618"/>
                      </a:lnTo>
                      <a:lnTo>
                        <a:pt x="149572" y="164227"/>
                      </a:lnTo>
                      <a:lnTo>
                        <a:pt x="147291" y="164875"/>
                      </a:lnTo>
                      <a:lnTo>
                        <a:pt x="149051" y="167422"/>
                      </a:lnTo>
                      <a:lnTo>
                        <a:pt x="148414" y="169262"/>
                      </a:lnTo>
                      <a:lnTo>
                        <a:pt x="149688" y="169355"/>
                      </a:lnTo>
                      <a:lnTo>
                        <a:pt x="148102" y="174877"/>
                      </a:lnTo>
                      <a:lnTo>
                        <a:pt x="145544" y="175236"/>
                      </a:lnTo>
                      <a:lnTo>
                        <a:pt x="145173" y="174749"/>
                      </a:lnTo>
                      <a:lnTo>
                        <a:pt x="145173" y="174773"/>
                      </a:lnTo>
                      <a:lnTo>
                        <a:pt x="144305" y="170721"/>
                      </a:lnTo>
                      <a:lnTo>
                        <a:pt x="132486" y="179125"/>
                      </a:lnTo>
                      <a:lnTo>
                        <a:pt x="131363" y="177794"/>
                      </a:lnTo>
                      <a:lnTo>
                        <a:pt x="128967" y="178708"/>
                      </a:lnTo>
                      <a:lnTo>
                        <a:pt x="129696" y="179901"/>
                      </a:lnTo>
                      <a:lnTo>
                        <a:pt x="128411" y="180491"/>
                      </a:lnTo>
                      <a:lnTo>
                        <a:pt x="122519" y="183234"/>
                      </a:lnTo>
                      <a:lnTo>
                        <a:pt x="122079" y="181000"/>
                      </a:lnTo>
                      <a:lnTo>
                        <a:pt x="119683" y="181683"/>
                      </a:lnTo>
                      <a:lnTo>
                        <a:pt x="117322" y="179831"/>
                      </a:lnTo>
                      <a:lnTo>
                        <a:pt x="110249" y="183802"/>
                      </a:lnTo>
                      <a:lnTo>
                        <a:pt x="108894" y="182922"/>
                      </a:lnTo>
                      <a:lnTo>
                        <a:pt x="111013" y="181243"/>
                      </a:lnTo>
                      <a:lnTo>
                        <a:pt x="110758" y="181255"/>
                      </a:lnTo>
                      <a:lnTo>
                        <a:pt x="111244" y="180827"/>
                      </a:lnTo>
                      <a:lnTo>
                        <a:pt x="109381" y="181348"/>
                      </a:lnTo>
                      <a:lnTo>
                        <a:pt x="109091" y="181371"/>
                      </a:lnTo>
                      <a:lnTo>
                        <a:pt x="107945" y="177990"/>
                      </a:lnTo>
                      <a:lnTo>
                        <a:pt x="99946" y="178963"/>
                      </a:lnTo>
                      <a:lnTo>
                        <a:pt x="99043" y="181209"/>
                      </a:lnTo>
                      <a:lnTo>
                        <a:pt x="101671" y="185110"/>
                      </a:lnTo>
                      <a:lnTo>
                        <a:pt x="94633" y="193768"/>
                      </a:lnTo>
                      <a:lnTo>
                        <a:pt x="93938" y="194093"/>
                      </a:lnTo>
                      <a:lnTo>
                        <a:pt x="93823" y="194764"/>
                      </a:lnTo>
                      <a:lnTo>
                        <a:pt x="93024" y="195759"/>
                      </a:lnTo>
                      <a:lnTo>
                        <a:pt x="93325" y="197890"/>
                      </a:lnTo>
                      <a:lnTo>
                        <a:pt x="93232" y="198526"/>
                      </a:lnTo>
                      <a:lnTo>
                        <a:pt x="90859" y="201258"/>
                      </a:lnTo>
                      <a:lnTo>
                        <a:pt x="84874" y="202254"/>
                      </a:lnTo>
                      <a:lnTo>
                        <a:pt x="81506" y="208088"/>
                      </a:lnTo>
                      <a:lnTo>
                        <a:pt x="81448" y="208169"/>
                      </a:lnTo>
                      <a:lnTo>
                        <a:pt x="80684" y="208088"/>
                      </a:lnTo>
                      <a:lnTo>
                        <a:pt x="72558" y="207220"/>
                      </a:lnTo>
                      <a:lnTo>
                        <a:pt x="69756" y="204372"/>
                      </a:lnTo>
                      <a:lnTo>
                        <a:pt x="66828" y="205472"/>
                      </a:lnTo>
                      <a:lnTo>
                        <a:pt x="66457" y="201987"/>
                      </a:lnTo>
                      <a:lnTo>
                        <a:pt x="66446" y="201779"/>
                      </a:lnTo>
                      <a:lnTo>
                        <a:pt x="66434" y="201779"/>
                      </a:lnTo>
                      <a:lnTo>
                        <a:pt x="66399" y="201432"/>
                      </a:lnTo>
                      <a:lnTo>
                        <a:pt x="62973" y="202068"/>
                      </a:lnTo>
                      <a:lnTo>
                        <a:pt x="58146" y="199626"/>
                      </a:lnTo>
                      <a:lnTo>
                        <a:pt x="60739" y="196223"/>
                      </a:lnTo>
                      <a:lnTo>
                        <a:pt x="60750" y="196199"/>
                      </a:lnTo>
                      <a:lnTo>
                        <a:pt x="60854" y="190921"/>
                      </a:lnTo>
                      <a:lnTo>
                        <a:pt x="60704" y="190643"/>
                      </a:lnTo>
                      <a:lnTo>
                        <a:pt x="60739" y="190608"/>
                      </a:lnTo>
                      <a:lnTo>
                        <a:pt x="62602" y="189150"/>
                      </a:lnTo>
                      <a:lnTo>
                        <a:pt x="61213" y="182957"/>
                      </a:lnTo>
                      <a:lnTo>
                        <a:pt x="63123" y="182228"/>
                      </a:lnTo>
                      <a:lnTo>
                        <a:pt x="64096" y="178940"/>
                      </a:lnTo>
                      <a:lnTo>
                        <a:pt x="65381" y="178072"/>
                      </a:lnTo>
                      <a:lnTo>
                        <a:pt x="65172" y="175849"/>
                      </a:lnTo>
                      <a:lnTo>
                        <a:pt x="69305" y="171994"/>
                      </a:lnTo>
                      <a:lnTo>
                        <a:pt x="71597" y="167225"/>
                      </a:lnTo>
                      <a:lnTo>
                        <a:pt x="72152" y="166484"/>
                      </a:lnTo>
                      <a:lnTo>
                        <a:pt x="76980" y="165709"/>
                      </a:lnTo>
                      <a:lnTo>
                        <a:pt x="81552" y="166403"/>
                      </a:lnTo>
                      <a:lnTo>
                        <a:pt x="82143" y="166646"/>
                      </a:lnTo>
                      <a:lnTo>
                        <a:pt x="82536" y="166172"/>
                      </a:lnTo>
                      <a:lnTo>
                        <a:pt x="84319" y="165199"/>
                      </a:lnTo>
                      <a:lnTo>
                        <a:pt x="84608" y="163694"/>
                      </a:lnTo>
                      <a:lnTo>
                        <a:pt x="86588" y="161321"/>
                      </a:lnTo>
                      <a:lnTo>
                        <a:pt x="87201" y="162201"/>
                      </a:lnTo>
                      <a:lnTo>
                        <a:pt x="84573" y="147569"/>
                      </a:lnTo>
                      <a:lnTo>
                        <a:pt x="79376" y="135403"/>
                      </a:lnTo>
                      <a:lnTo>
                        <a:pt x="71944" y="126802"/>
                      </a:lnTo>
                      <a:lnTo>
                        <a:pt x="72060" y="124788"/>
                      </a:lnTo>
                      <a:lnTo>
                        <a:pt x="71666" y="126605"/>
                      </a:lnTo>
                      <a:lnTo>
                        <a:pt x="66735" y="126490"/>
                      </a:lnTo>
                      <a:lnTo>
                        <a:pt x="65821" y="127937"/>
                      </a:lnTo>
                      <a:lnTo>
                        <a:pt x="62047" y="126107"/>
                      </a:lnTo>
                      <a:lnTo>
                        <a:pt x="64223" y="121755"/>
                      </a:lnTo>
                      <a:lnTo>
                        <a:pt x="62950" y="118224"/>
                      </a:lnTo>
                      <a:lnTo>
                        <a:pt x="63089" y="118085"/>
                      </a:lnTo>
                      <a:lnTo>
                        <a:pt x="65323" y="116569"/>
                      </a:lnTo>
                      <a:lnTo>
                        <a:pt x="66249" y="111117"/>
                      </a:lnTo>
                      <a:lnTo>
                        <a:pt x="71226" y="109624"/>
                      </a:lnTo>
                      <a:lnTo>
                        <a:pt x="72268" y="107111"/>
                      </a:lnTo>
                      <a:lnTo>
                        <a:pt x="75266" y="107933"/>
                      </a:lnTo>
                      <a:lnTo>
                        <a:pt x="80476" y="102771"/>
                      </a:lnTo>
                      <a:lnTo>
                        <a:pt x="85719" y="100884"/>
                      </a:lnTo>
                      <a:lnTo>
                        <a:pt x="90095" y="99680"/>
                      </a:lnTo>
                      <a:lnTo>
                        <a:pt x="90373" y="96890"/>
                      </a:lnTo>
                      <a:lnTo>
                        <a:pt x="93568" y="95686"/>
                      </a:lnTo>
                      <a:lnTo>
                        <a:pt x="93672" y="91010"/>
                      </a:lnTo>
                      <a:lnTo>
                        <a:pt x="91507" y="89887"/>
                      </a:lnTo>
                      <a:lnTo>
                        <a:pt x="91577" y="87733"/>
                      </a:lnTo>
                      <a:lnTo>
                        <a:pt x="84400" y="89122"/>
                      </a:lnTo>
                      <a:lnTo>
                        <a:pt x="79723" y="86680"/>
                      </a:lnTo>
                      <a:lnTo>
                        <a:pt x="76239" y="87873"/>
                      </a:lnTo>
                      <a:lnTo>
                        <a:pt x="69722" y="84839"/>
                      </a:lnTo>
                      <a:lnTo>
                        <a:pt x="62568" y="86009"/>
                      </a:lnTo>
                      <a:lnTo>
                        <a:pt x="61873" y="87340"/>
                      </a:lnTo>
                      <a:lnTo>
                        <a:pt x="61491" y="87490"/>
                      </a:lnTo>
                      <a:lnTo>
                        <a:pt x="61155" y="88694"/>
                      </a:lnTo>
                      <a:lnTo>
                        <a:pt x="54256" y="101787"/>
                      </a:lnTo>
                      <a:lnTo>
                        <a:pt x="54152" y="102377"/>
                      </a:lnTo>
                      <a:lnTo>
                        <a:pt x="53018" y="108721"/>
                      </a:lnTo>
                      <a:lnTo>
                        <a:pt x="37297" y="130495"/>
                      </a:lnTo>
                      <a:lnTo>
                        <a:pt x="28801" y="137788"/>
                      </a:lnTo>
                      <a:lnTo>
                        <a:pt x="22700" y="140832"/>
                      </a:lnTo>
                      <a:lnTo>
                        <a:pt x="16530" y="143934"/>
                      </a:lnTo>
                      <a:lnTo>
                        <a:pt x="15651" y="147037"/>
                      </a:lnTo>
                      <a:lnTo>
                        <a:pt x="11599" y="149514"/>
                      </a:lnTo>
                      <a:lnTo>
                        <a:pt x="4654" y="145624"/>
                      </a:lnTo>
                      <a:lnTo>
                        <a:pt x="5742" y="143796"/>
                      </a:lnTo>
                      <a:lnTo>
                        <a:pt x="5452" y="143645"/>
                      </a:lnTo>
                      <a:lnTo>
                        <a:pt x="3658" y="141098"/>
                      </a:lnTo>
                      <a:lnTo>
                        <a:pt x="3739" y="139570"/>
                      </a:lnTo>
                      <a:lnTo>
                        <a:pt x="4075" y="139420"/>
                      </a:lnTo>
                      <a:lnTo>
                        <a:pt x="3762" y="139304"/>
                      </a:lnTo>
                      <a:lnTo>
                        <a:pt x="3797" y="138783"/>
                      </a:lnTo>
                      <a:lnTo>
                        <a:pt x="1285" y="138378"/>
                      </a:lnTo>
                      <a:lnTo>
                        <a:pt x="0" y="135820"/>
                      </a:lnTo>
                      <a:lnTo>
                        <a:pt x="1551" y="134164"/>
                      </a:lnTo>
                      <a:lnTo>
                        <a:pt x="1980" y="135739"/>
                      </a:lnTo>
                      <a:lnTo>
                        <a:pt x="3461" y="135067"/>
                      </a:lnTo>
                      <a:lnTo>
                        <a:pt x="4538" y="131618"/>
                      </a:lnTo>
                      <a:lnTo>
                        <a:pt x="9597" y="128747"/>
                      </a:lnTo>
                      <a:lnTo>
                        <a:pt x="9353" y="128145"/>
                      </a:lnTo>
                      <a:lnTo>
                        <a:pt x="9967" y="125922"/>
                      </a:lnTo>
                      <a:lnTo>
                        <a:pt x="11576" y="124672"/>
                      </a:lnTo>
                      <a:lnTo>
                        <a:pt x="11321" y="123005"/>
                      </a:lnTo>
                      <a:lnTo>
                        <a:pt x="7432" y="121153"/>
                      </a:lnTo>
                      <a:lnTo>
                        <a:pt x="7189" y="120979"/>
                      </a:lnTo>
                      <a:lnTo>
                        <a:pt x="10893" y="111406"/>
                      </a:lnTo>
                      <a:lnTo>
                        <a:pt x="14852" y="109207"/>
                      </a:lnTo>
                      <a:lnTo>
                        <a:pt x="16311" y="105850"/>
                      </a:lnTo>
                      <a:lnTo>
                        <a:pt x="16426" y="105537"/>
                      </a:lnTo>
                      <a:lnTo>
                        <a:pt x="17225" y="104715"/>
                      </a:lnTo>
                      <a:lnTo>
                        <a:pt x="22700" y="102909"/>
                      </a:lnTo>
                      <a:lnTo>
                        <a:pt x="22758" y="102886"/>
                      </a:lnTo>
                      <a:lnTo>
                        <a:pt x="23163" y="102794"/>
                      </a:lnTo>
                      <a:lnTo>
                        <a:pt x="23105" y="102771"/>
                      </a:lnTo>
                      <a:lnTo>
                        <a:pt x="23592" y="102620"/>
                      </a:lnTo>
                      <a:lnTo>
                        <a:pt x="23244" y="102377"/>
                      </a:lnTo>
                      <a:lnTo>
                        <a:pt x="22700" y="102018"/>
                      </a:lnTo>
                      <a:lnTo>
                        <a:pt x="20547" y="100536"/>
                      </a:lnTo>
                      <a:lnTo>
                        <a:pt x="20918" y="100166"/>
                      </a:lnTo>
                      <a:lnTo>
                        <a:pt x="21033" y="99089"/>
                      </a:lnTo>
                      <a:lnTo>
                        <a:pt x="24634" y="92723"/>
                      </a:lnTo>
                      <a:lnTo>
                        <a:pt x="24784" y="92537"/>
                      </a:lnTo>
                      <a:lnTo>
                        <a:pt x="25085" y="92213"/>
                      </a:lnTo>
                      <a:lnTo>
                        <a:pt x="26150" y="90454"/>
                      </a:lnTo>
                      <a:lnTo>
                        <a:pt x="26324" y="84712"/>
                      </a:lnTo>
                      <a:lnTo>
                        <a:pt x="24576" y="81876"/>
                      </a:lnTo>
                      <a:lnTo>
                        <a:pt x="22700" y="82177"/>
                      </a:lnTo>
                      <a:lnTo>
                        <a:pt x="18880" y="81494"/>
                      </a:lnTo>
                      <a:lnTo>
                        <a:pt x="17399" y="80811"/>
                      </a:lnTo>
                      <a:lnTo>
                        <a:pt x="16658" y="78021"/>
                      </a:lnTo>
                      <a:lnTo>
                        <a:pt x="17966" y="78299"/>
                      </a:lnTo>
                      <a:lnTo>
                        <a:pt x="18452" y="74248"/>
                      </a:lnTo>
                      <a:lnTo>
                        <a:pt x="21971" y="72905"/>
                      </a:lnTo>
                      <a:lnTo>
                        <a:pt x="22399" y="71354"/>
                      </a:lnTo>
                      <a:lnTo>
                        <a:pt x="24448" y="70057"/>
                      </a:lnTo>
                      <a:lnTo>
                        <a:pt x="27354" y="68980"/>
                      </a:lnTo>
                      <a:lnTo>
                        <a:pt x="26868" y="65288"/>
                      </a:lnTo>
                      <a:lnTo>
                        <a:pt x="28326" y="64095"/>
                      </a:lnTo>
                      <a:lnTo>
                        <a:pt x="26682" y="62081"/>
                      </a:lnTo>
                      <a:lnTo>
                        <a:pt x="26798" y="61919"/>
                      </a:lnTo>
                      <a:lnTo>
                        <a:pt x="27990" y="60785"/>
                      </a:lnTo>
                      <a:lnTo>
                        <a:pt x="27724" y="60530"/>
                      </a:lnTo>
                      <a:lnTo>
                        <a:pt x="28349" y="59616"/>
                      </a:lnTo>
                      <a:lnTo>
                        <a:pt x="25270" y="57937"/>
                      </a:lnTo>
                      <a:lnTo>
                        <a:pt x="28118" y="56838"/>
                      </a:lnTo>
                      <a:lnTo>
                        <a:pt x="27782" y="56062"/>
                      </a:lnTo>
                      <a:lnTo>
                        <a:pt x="28465" y="55622"/>
                      </a:lnTo>
                      <a:lnTo>
                        <a:pt x="27192" y="54684"/>
                      </a:lnTo>
                      <a:lnTo>
                        <a:pt x="28743" y="54893"/>
                      </a:lnTo>
                      <a:lnTo>
                        <a:pt x="28222" y="52925"/>
                      </a:lnTo>
                      <a:lnTo>
                        <a:pt x="29252" y="51165"/>
                      </a:lnTo>
                      <a:lnTo>
                        <a:pt x="30317" y="49938"/>
                      </a:lnTo>
                      <a:lnTo>
                        <a:pt x="27724" y="50679"/>
                      </a:lnTo>
                      <a:lnTo>
                        <a:pt x="27747" y="50644"/>
                      </a:lnTo>
                      <a:lnTo>
                        <a:pt x="30421" y="48931"/>
                      </a:lnTo>
                      <a:lnTo>
                        <a:pt x="29866" y="45285"/>
                      </a:lnTo>
                      <a:lnTo>
                        <a:pt x="30364" y="45030"/>
                      </a:lnTo>
                      <a:lnTo>
                        <a:pt x="29692" y="44116"/>
                      </a:lnTo>
                      <a:lnTo>
                        <a:pt x="29611" y="43629"/>
                      </a:lnTo>
                      <a:lnTo>
                        <a:pt x="35943" y="42321"/>
                      </a:lnTo>
                      <a:lnTo>
                        <a:pt x="38606" y="39474"/>
                      </a:lnTo>
                      <a:lnTo>
                        <a:pt x="38802" y="39520"/>
                      </a:lnTo>
                      <a:lnTo>
                        <a:pt x="40134" y="41337"/>
                      </a:lnTo>
                      <a:lnTo>
                        <a:pt x="40064" y="41720"/>
                      </a:lnTo>
                      <a:lnTo>
                        <a:pt x="41534" y="43270"/>
                      </a:lnTo>
                      <a:lnTo>
                        <a:pt x="42680" y="44857"/>
                      </a:lnTo>
                      <a:lnTo>
                        <a:pt x="43028" y="44278"/>
                      </a:lnTo>
                      <a:lnTo>
                        <a:pt x="44787" y="42460"/>
                      </a:lnTo>
                      <a:lnTo>
                        <a:pt x="50506" y="41638"/>
                      </a:lnTo>
                      <a:lnTo>
                        <a:pt x="52207" y="37980"/>
                      </a:lnTo>
                      <a:lnTo>
                        <a:pt x="53168" y="36499"/>
                      </a:lnTo>
                      <a:lnTo>
                        <a:pt x="56560" y="35098"/>
                      </a:lnTo>
                      <a:lnTo>
                        <a:pt x="57370" y="33582"/>
                      </a:lnTo>
                      <a:lnTo>
                        <a:pt x="58667" y="32135"/>
                      </a:lnTo>
                      <a:lnTo>
                        <a:pt x="63008" y="32088"/>
                      </a:lnTo>
                      <a:lnTo>
                        <a:pt x="62718" y="30792"/>
                      </a:lnTo>
                      <a:lnTo>
                        <a:pt x="62649" y="30676"/>
                      </a:lnTo>
                      <a:lnTo>
                        <a:pt x="63170" y="29924"/>
                      </a:lnTo>
                      <a:lnTo>
                        <a:pt x="64860" y="29565"/>
                      </a:lnTo>
                      <a:lnTo>
                        <a:pt x="69097" y="25201"/>
                      </a:lnTo>
                      <a:lnTo>
                        <a:pt x="72963" y="23279"/>
                      </a:lnTo>
                      <a:lnTo>
                        <a:pt x="73055" y="23279"/>
                      </a:lnTo>
                      <a:lnTo>
                        <a:pt x="74803" y="26439"/>
                      </a:lnTo>
                      <a:lnTo>
                        <a:pt x="68784" y="36637"/>
                      </a:lnTo>
                      <a:lnTo>
                        <a:pt x="68691" y="44324"/>
                      </a:lnTo>
                      <a:lnTo>
                        <a:pt x="64836" y="56444"/>
                      </a:lnTo>
                      <a:lnTo>
                        <a:pt x="67406" y="62220"/>
                      </a:lnTo>
                      <a:lnTo>
                        <a:pt x="68772" y="62359"/>
                      </a:lnTo>
                      <a:lnTo>
                        <a:pt x="68205" y="63841"/>
                      </a:lnTo>
                      <a:lnTo>
                        <a:pt x="71759" y="62556"/>
                      </a:lnTo>
                      <a:lnTo>
                        <a:pt x="73391" y="64443"/>
                      </a:lnTo>
                      <a:lnTo>
                        <a:pt x="70740" y="56919"/>
                      </a:lnTo>
                      <a:lnTo>
                        <a:pt x="73900" y="52821"/>
                      </a:lnTo>
                      <a:lnTo>
                        <a:pt x="73785" y="48225"/>
                      </a:lnTo>
                      <a:lnTo>
                        <a:pt x="77663" y="44000"/>
                      </a:lnTo>
                      <a:lnTo>
                        <a:pt x="79480" y="38281"/>
                      </a:lnTo>
                      <a:lnTo>
                        <a:pt x="76111" y="34172"/>
                      </a:lnTo>
                      <a:lnTo>
                        <a:pt x="88336" y="33014"/>
                      </a:lnTo>
                      <a:lnTo>
                        <a:pt x="92318" y="30109"/>
                      </a:lnTo>
                      <a:lnTo>
                        <a:pt x="92318" y="26011"/>
                      </a:lnTo>
                      <a:lnTo>
                        <a:pt x="101590" y="21635"/>
                      </a:lnTo>
                      <a:lnTo>
                        <a:pt x="103512" y="19227"/>
                      </a:lnTo>
                      <a:lnTo>
                        <a:pt x="104183" y="18869"/>
                      </a:lnTo>
                      <a:lnTo>
                        <a:pt x="107227" y="14597"/>
                      </a:lnTo>
                      <a:lnTo>
                        <a:pt x="110561" y="13081"/>
                      </a:lnTo>
                      <a:lnTo>
                        <a:pt x="111082" y="13278"/>
                      </a:lnTo>
                      <a:lnTo>
                        <a:pt x="111487" y="12652"/>
                      </a:lnTo>
                      <a:lnTo>
                        <a:pt x="113316" y="11819"/>
                      </a:lnTo>
                      <a:lnTo>
                        <a:pt x="117472" y="5197"/>
                      </a:lnTo>
                      <a:lnTo>
                        <a:pt x="119428" y="6644"/>
                      </a:lnTo>
                      <a:lnTo>
                        <a:pt x="125089" y="6320"/>
                      </a:lnTo>
                      <a:lnTo>
                        <a:pt x="128411" y="2720"/>
                      </a:lnTo>
                      <a:lnTo>
                        <a:pt x="129036" y="2037"/>
                      </a:lnTo>
                      <a:lnTo>
                        <a:pt x="135774" y="245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1" name="Freeform: Shape 270">
                  <a:extLst>
                    <a:ext uri="{FF2B5EF4-FFF2-40B4-BE49-F238E27FC236}">
                      <a16:creationId xmlns:a16="http://schemas.microsoft.com/office/drawing/2014/main" id="{35C2ACAD-2634-9501-53F8-A878C7A9C2EB}"/>
                    </a:ext>
                  </a:extLst>
                </p:cNvPr>
                <p:cNvSpPr/>
                <p:nvPr/>
              </p:nvSpPr>
              <p:spPr>
                <a:xfrm>
                  <a:off x="9064199" y="2310527"/>
                  <a:ext cx="201350" cy="250756"/>
                </a:xfrm>
                <a:custGeom>
                  <a:avLst/>
                  <a:gdLst>
                    <a:gd name="connsiteX0" fmla="*/ 43896 w 201350"/>
                    <a:gd name="connsiteY0" fmla="*/ 1841 h 250756"/>
                    <a:gd name="connsiteX1" fmla="*/ 46118 w 201350"/>
                    <a:gd name="connsiteY1" fmla="*/ 58 h 250756"/>
                    <a:gd name="connsiteX2" fmla="*/ 53180 w 201350"/>
                    <a:gd name="connsiteY2" fmla="*/ 0 h 250756"/>
                    <a:gd name="connsiteX3" fmla="*/ 59107 w 201350"/>
                    <a:gd name="connsiteY3" fmla="*/ 7084 h 250756"/>
                    <a:gd name="connsiteX4" fmla="*/ 64466 w 201350"/>
                    <a:gd name="connsiteY4" fmla="*/ 8172 h 250756"/>
                    <a:gd name="connsiteX5" fmla="*/ 68055 w 201350"/>
                    <a:gd name="connsiteY5" fmla="*/ 12363 h 250756"/>
                    <a:gd name="connsiteX6" fmla="*/ 68495 w 201350"/>
                    <a:gd name="connsiteY6" fmla="*/ 12502 h 250756"/>
                    <a:gd name="connsiteX7" fmla="*/ 68668 w 201350"/>
                    <a:gd name="connsiteY7" fmla="*/ 12699 h 250756"/>
                    <a:gd name="connsiteX8" fmla="*/ 69490 w 201350"/>
                    <a:gd name="connsiteY8" fmla="*/ 12803 h 250756"/>
                    <a:gd name="connsiteX9" fmla="*/ 72836 w 201350"/>
                    <a:gd name="connsiteY9" fmla="*/ 13845 h 250756"/>
                    <a:gd name="connsiteX10" fmla="*/ 83948 w 201350"/>
                    <a:gd name="connsiteY10" fmla="*/ 21670 h 250756"/>
                    <a:gd name="connsiteX11" fmla="*/ 86576 w 201350"/>
                    <a:gd name="connsiteY11" fmla="*/ 20698 h 250756"/>
                    <a:gd name="connsiteX12" fmla="*/ 86461 w 201350"/>
                    <a:gd name="connsiteY12" fmla="*/ 21832 h 250756"/>
                    <a:gd name="connsiteX13" fmla="*/ 87352 w 201350"/>
                    <a:gd name="connsiteY13" fmla="*/ 18336 h 250756"/>
                    <a:gd name="connsiteX14" fmla="*/ 90686 w 201350"/>
                    <a:gd name="connsiteY14" fmla="*/ 18683 h 250756"/>
                    <a:gd name="connsiteX15" fmla="*/ 91669 w 201350"/>
                    <a:gd name="connsiteY15" fmla="*/ 24529 h 250756"/>
                    <a:gd name="connsiteX16" fmla="*/ 97133 w 201350"/>
                    <a:gd name="connsiteY16" fmla="*/ 26242 h 250756"/>
                    <a:gd name="connsiteX17" fmla="*/ 97758 w 201350"/>
                    <a:gd name="connsiteY17" fmla="*/ 27493 h 250756"/>
                    <a:gd name="connsiteX18" fmla="*/ 98835 w 201350"/>
                    <a:gd name="connsiteY18" fmla="*/ 29692 h 250756"/>
                    <a:gd name="connsiteX19" fmla="*/ 98846 w 201350"/>
                    <a:gd name="connsiteY19" fmla="*/ 31533 h 250756"/>
                    <a:gd name="connsiteX20" fmla="*/ 97758 w 201350"/>
                    <a:gd name="connsiteY20" fmla="*/ 31764 h 250756"/>
                    <a:gd name="connsiteX21" fmla="*/ 93857 w 201350"/>
                    <a:gd name="connsiteY21" fmla="*/ 32586 h 250756"/>
                    <a:gd name="connsiteX22" fmla="*/ 93649 w 201350"/>
                    <a:gd name="connsiteY22" fmla="*/ 35029 h 250756"/>
                    <a:gd name="connsiteX23" fmla="*/ 97758 w 201350"/>
                    <a:gd name="connsiteY23" fmla="*/ 35526 h 250756"/>
                    <a:gd name="connsiteX24" fmla="*/ 98106 w 201350"/>
                    <a:gd name="connsiteY24" fmla="*/ 35561 h 250756"/>
                    <a:gd name="connsiteX25" fmla="*/ 99124 w 201350"/>
                    <a:gd name="connsiteY25" fmla="*/ 39150 h 250756"/>
                    <a:gd name="connsiteX26" fmla="*/ 104021 w 201350"/>
                    <a:gd name="connsiteY26" fmla="*/ 43838 h 250756"/>
                    <a:gd name="connsiteX27" fmla="*/ 107806 w 201350"/>
                    <a:gd name="connsiteY27" fmla="*/ 44092 h 250756"/>
                    <a:gd name="connsiteX28" fmla="*/ 109508 w 201350"/>
                    <a:gd name="connsiteY28" fmla="*/ 45609 h 250756"/>
                    <a:gd name="connsiteX29" fmla="*/ 110121 w 201350"/>
                    <a:gd name="connsiteY29" fmla="*/ 46709 h 250756"/>
                    <a:gd name="connsiteX30" fmla="*/ 111001 w 201350"/>
                    <a:gd name="connsiteY30" fmla="*/ 49985 h 250756"/>
                    <a:gd name="connsiteX31" fmla="*/ 110596 w 201350"/>
                    <a:gd name="connsiteY31" fmla="*/ 50355 h 250756"/>
                    <a:gd name="connsiteX32" fmla="*/ 111974 w 201350"/>
                    <a:gd name="connsiteY32" fmla="*/ 53666 h 250756"/>
                    <a:gd name="connsiteX33" fmla="*/ 111464 w 201350"/>
                    <a:gd name="connsiteY33" fmla="*/ 54580 h 250756"/>
                    <a:gd name="connsiteX34" fmla="*/ 110098 w 201350"/>
                    <a:gd name="connsiteY34" fmla="*/ 57046 h 250756"/>
                    <a:gd name="connsiteX35" fmla="*/ 111476 w 201350"/>
                    <a:gd name="connsiteY35" fmla="*/ 59743 h 250756"/>
                    <a:gd name="connsiteX36" fmla="*/ 111429 w 201350"/>
                    <a:gd name="connsiteY36" fmla="*/ 59789 h 250756"/>
                    <a:gd name="connsiteX37" fmla="*/ 108779 w 201350"/>
                    <a:gd name="connsiteY37" fmla="*/ 61873 h 250756"/>
                    <a:gd name="connsiteX38" fmla="*/ 108431 w 201350"/>
                    <a:gd name="connsiteY38" fmla="*/ 63077 h 250756"/>
                    <a:gd name="connsiteX39" fmla="*/ 107517 w 201350"/>
                    <a:gd name="connsiteY39" fmla="*/ 64084 h 250756"/>
                    <a:gd name="connsiteX40" fmla="*/ 107760 w 201350"/>
                    <a:gd name="connsiteY40" fmla="*/ 65415 h 250756"/>
                    <a:gd name="connsiteX41" fmla="*/ 107586 w 201350"/>
                    <a:gd name="connsiteY41" fmla="*/ 65982 h 250756"/>
                    <a:gd name="connsiteX42" fmla="*/ 108061 w 201350"/>
                    <a:gd name="connsiteY42" fmla="*/ 67094 h 250756"/>
                    <a:gd name="connsiteX43" fmla="*/ 108362 w 201350"/>
                    <a:gd name="connsiteY43" fmla="*/ 68819 h 250756"/>
                    <a:gd name="connsiteX44" fmla="*/ 105595 w 201350"/>
                    <a:gd name="connsiteY44" fmla="*/ 69259 h 250756"/>
                    <a:gd name="connsiteX45" fmla="*/ 101891 w 201350"/>
                    <a:gd name="connsiteY45" fmla="*/ 64871 h 250756"/>
                    <a:gd name="connsiteX46" fmla="*/ 101081 w 201350"/>
                    <a:gd name="connsiteY46" fmla="*/ 63748 h 250756"/>
                    <a:gd name="connsiteX47" fmla="*/ 100930 w 201350"/>
                    <a:gd name="connsiteY47" fmla="*/ 63737 h 250756"/>
                    <a:gd name="connsiteX48" fmla="*/ 100456 w 201350"/>
                    <a:gd name="connsiteY48" fmla="*/ 63158 h 250756"/>
                    <a:gd name="connsiteX49" fmla="*/ 97758 w 201350"/>
                    <a:gd name="connsiteY49" fmla="*/ 62973 h 250756"/>
                    <a:gd name="connsiteX50" fmla="*/ 95165 w 201350"/>
                    <a:gd name="connsiteY50" fmla="*/ 62788 h 250756"/>
                    <a:gd name="connsiteX51" fmla="*/ 93371 w 201350"/>
                    <a:gd name="connsiteY51" fmla="*/ 64825 h 250756"/>
                    <a:gd name="connsiteX52" fmla="*/ 94066 w 201350"/>
                    <a:gd name="connsiteY52" fmla="*/ 63170 h 250756"/>
                    <a:gd name="connsiteX53" fmla="*/ 92283 w 201350"/>
                    <a:gd name="connsiteY53" fmla="*/ 62927 h 250756"/>
                    <a:gd name="connsiteX54" fmla="*/ 95941 w 201350"/>
                    <a:gd name="connsiteY54" fmla="*/ 70265 h 250756"/>
                    <a:gd name="connsiteX55" fmla="*/ 92109 w 201350"/>
                    <a:gd name="connsiteY55" fmla="*/ 74028 h 250756"/>
                    <a:gd name="connsiteX56" fmla="*/ 93359 w 201350"/>
                    <a:gd name="connsiteY56" fmla="*/ 77616 h 250756"/>
                    <a:gd name="connsiteX57" fmla="*/ 87340 w 201350"/>
                    <a:gd name="connsiteY57" fmla="*/ 77385 h 250756"/>
                    <a:gd name="connsiteX58" fmla="*/ 82143 w 201350"/>
                    <a:gd name="connsiteY58" fmla="*/ 81946 h 250756"/>
                    <a:gd name="connsiteX59" fmla="*/ 80881 w 201350"/>
                    <a:gd name="connsiteY59" fmla="*/ 85523 h 250756"/>
                    <a:gd name="connsiteX60" fmla="*/ 76528 w 201350"/>
                    <a:gd name="connsiteY60" fmla="*/ 83717 h 250756"/>
                    <a:gd name="connsiteX61" fmla="*/ 74283 w 201350"/>
                    <a:gd name="connsiteY61" fmla="*/ 85048 h 250756"/>
                    <a:gd name="connsiteX62" fmla="*/ 76274 w 201350"/>
                    <a:gd name="connsiteY62" fmla="*/ 86148 h 250756"/>
                    <a:gd name="connsiteX63" fmla="*/ 77385 w 201350"/>
                    <a:gd name="connsiteY63" fmla="*/ 85013 h 250756"/>
                    <a:gd name="connsiteX64" fmla="*/ 77536 w 201350"/>
                    <a:gd name="connsiteY64" fmla="*/ 85210 h 250756"/>
                    <a:gd name="connsiteX65" fmla="*/ 77547 w 201350"/>
                    <a:gd name="connsiteY65" fmla="*/ 85291 h 250756"/>
                    <a:gd name="connsiteX66" fmla="*/ 77478 w 201350"/>
                    <a:gd name="connsiteY66" fmla="*/ 87398 h 250756"/>
                    <a:gd name="connsiteX67" fmla="*/ 77813 w 201350"/>
                    <a:gd name="connsiteY67" fmla="*/ 87652 h 250756"/>
                    <a:gd name="connsiteX68" fmla="*/ 77906 w 201350"/>
                    <a:gd name="connsiteY68" fmla="*/ 88498 h 250756"/>
                    <a:gd name="connsiteX69" fmla="*/ 79480 w 201350"/>
                    <a:gd name="connsiteY69" fmla="*/ 88926 h 250756"/>
                    <a:gd name="connsiteX70" fmla="*/ 80059 w 201350"/>
                    <a:gd name="connsiteY70" fmla="*/ 89377 h 250756"/>
                    <a:gd name="connsiteX71" fmla="*/ 83752 w 201350"/>
                    <a:gd name="connsiteY71" fmla="*/ 90107 h 250756"/>
                    <a:gd name="connsiteX72" fmla="*/ 84319 w 201350"/>
                    <a:gd name="connsiteY72" fmla="*/ 90269 h 250756"/>
                    <a:gd name="connsiteX73" fmla="*/ 85337 w 201350"/>
                    <a:gd name="connsiteY73" fmla="*/ 92399 h 250756"/>
                    <a:gd name="connsiteX74" fmla="*/ 91311 w 201350"/>
                    <a:gd name="connsiteY74" fmla="*/ 94112 h 250756"/>
                    <a:gd name="connsiteX75" fmla="*/ 92619 w 201350"/>
                    <a:gd name="connsiteY75" fmla="*/ 92700 h 250756"/>
                    <a:gd name="connsiteX76" fmla="*/ 95351 w 201350"/>
                    <a:gd name="connsiteY76" fmla="*/ 95293 h 250756"/>
                    <a:gd name="connsiteX77" fmla="*/ 97758 w 201350"/>
                    <a:gd name="connsiteY77" fmla="*/ 90535 h 250756"/>
                    <a:gd name="connsiteX78" fmla="*/ 100016 w 201350"/>
                    <a:gd name="connsiteY78" fmla="*/ 86055 h 250756"/>
                    <a:gd name="connsiteX79" fmla="*/ 111395 w 201350"/>
                    <a:gd name="connsiteY79" fmla="*/ 86368 h 250756"/>
                    <a:gd name="connsiteX80" fmla="*/ 111684 w 201350"/>
                    <a:gd name="connsiteY80" fmla="*/ 87456 h 250756"/>
                    <a:gd name="connsiteX81" fmla="*/ 111487 w 201350"/>
                    <a:gd name="connsiteY81" fmla="*/ 88312 h 250756"/>
                    <a:gd name="connsiteX82" fmla="*/ 112043 w 201350"/>
                    <a:gd name="connsiteY82" fmla="*/ 88822 h 250756"/>
                    <a:gd name="connsiteX83" fmla="*/ 112228 w 201350"/>
                    <a:gd name="connsiteY83" fmla="*/ 89516 h 250756"/>
                    <a:gd name="connsiteX84" fmla="*/ 113756 w 201350"/>
                    <a:gd name="connsiteY84" fmla="*/ 90384 h 250756"/>
                    <a:gd name="connsiteX85" fmla="*/ 114648 w 201350"/>
                    <a:gd name="connsiteY85" fmla="*/ 91206 h 250756"/>
                    <a:gd name="connsiteX86" fmla="*/ 115226 w 201350"/>
                    <a:gd name="connsiteY86" fmla="*/ 91229 h 250756"/>
                    <a:gd name="connsiteX87" fmla="*/ 120760 w 201350"/>
                    <a:gd name="connsiteY87" fmla="*/ 94401 h 250756"/>
                    <a:gd name="connsiteX88" fmla="*/ 121107 w 201350"/>
                    <a:gd name="connsiteY88" fmla="*/ 98488 h 250756"/>
                    <a:gd name="connsiteX89" fmla="*/ 121153 w 201350"/>
                    <a:gd name="connsiteY89" fmla="*/ 100062 h 250756"/>
                    <a:gd name="connsiteX90" fmla="*/ 121234 w 201350"/>
                    <a:gd name="connsiteY90" fmla="*/ 100097 h 250756"/>
                    <a:gd name="connsiteX91" fmla="*/ 121269 w 201350"/>
                    <a:gd name="connsiteY91" fmla="*/ 100398 h 250756"/>
                    <a:gd name="connsiteX92" fmla="*/ 123133 w 201350"/>
                    <a:gd name="connsiteY92" fmla="*/ 100675 h 250756"/>
                    <a:gd name="connsiteX93" fmla="*/ 123781 w 201350"/>
                    <a:gd name="connsiteY93" fmla="*/ 100884 h 250756"/>
                    <a:gd name="connsiteX94" fmla="*/ 123758 w 201350"/>
                    <a:gd name="connsiteY94" fmla="*/ 100768 h 250756"/>
                    <a:gd name="connsiteX95" fmla="*/ 124093 w 201350"/>
                    <a:gd name="connsiteY95" fmla="*/ 100826 h 250756"/>
                    <a:gd name="connsiteX96" fmla="*/ 123955 w 201350"/>
                    <a:gd name="connsiteY96" fmla="*/ 99599 h 250756"/>
                    <a:gd name="connsiteX97" fmla="*/ 124221 w 201350"/>
                    <a:gd name="connsiteY97" fmla="*/ 99888 h 250756"/>
                    <a:gd name="connsiteX98" fmla="*/ 124267 w 201350"/>
                    <a:gd name="connsiteY98" fmla="*/ 100027 h 250756"/>
                    <a:gd name="connsiteX99" fmla="*/ 124314 w 201350"/>
                    <a:gd name="connsiteY99" fmla="*/ 99992 h 250756"/>
                    <a:gd name="connsiteX100" fmla="*/ 124337 w 201350"/>
                    <a:gd name="connsiteY100" fmla="*/ 100004 h 250756"/>
                    <a:gd name="connsiteX101" fmla="*/ 124626 w 201350"/>
                    <a:gd name="connsiteY101" fmla="*/ 99749 h 250756"/>
                    <a:gd name="connsiteX102" fmla="*/ 128018 w 201350"/>
                    <a:gd name="connsiteY102" fmla="*/ 97098 h 250756"/>
                    <a:gd name="connsiteX103" fmla="*/ 128828 w 201350"/>
                    <a:gd name="connsiteY103" fmla="*/ 88104 h 250756"/>
                    <a:gd name="connsiteX104" fmla="*/ 132417 w 201350"/>
                    <a:gd name="connsiteY104" fmla="*/ 83485 h 250756"/>
                    <a:gd name="connsiteX105" fmla="*/ 134153 w 201350"/>
                    <a:gd name="connsiteY105" fmla="*/ 84214 h 250756"/>
                    <a:gd name="connsiteX106" fmla="*/ 132556 w 201350"/>
                    <a:gd name="connsiteY106" fmla="*/ 87282 h 250756"/>
                    <a:gd name="connsiteX107" fmla="*/ 133783 w 201350"/>
                    <a:gd name="connsiteY107" fmla="*/ 88567 h 250756"/>
                    <a:gd name="connsiteX108" fmla="*/ 138286 w 201350"/>
                    <a:gd name="connsiteY108" fmla="*/ 85824 h 250756"/>
                    <a:gd name="connsiteX109" fmla="*/ 139165 w 201350"/>
                    <a:gd name="connsiteY109" fmla="*/ 85986 h 250756"/>
                    <a:gd name="connsiteX110" fmla="*/ 142384 w 201350"/>
                    <a:gd name="connsiteY110" fmla="*/ 86889 h 250756"/>
                    <a:gd name="connsiteX111" fmla="*/ 142245 w 201350"/>
                    <a:gd name="connsiteY111" fmla="*/ 88440 h 250756"/>
                    <a:gd name="connsiteX112" fmla="*/ 140798 w 201350"/>
                    <a:gd name="connsiteY112" fmla="*/ 87444 h 250756"/>
                    <a:gd name="connsiteX113" fmla="*/ 138517 w 201350"/>
                    <a:gd name="connsiteY113" fmla="*/ 88636 h 250756"/>
                    <a:gd name="connsiteX114" fmla="*/ 139814 w 201350"/>
                    <a:gd name="connsiteY114" fmla="*/ 92931 h 250756"/>
                    <a:gd name="connsiteX115" fmla="*/ 137360 w 201350"/>
                    <a:gd name="connsiteY115" fmla="*/ 96265 h 250756"/>
                    <a:gd name="connsiteX116" fmla="*/ 139397 w 201350"/>
                    <a:gd name="connsiteY116" fmla="*/ 98163 h 250756"/>
                    <a:gd name="connsiteX117" fmla="*/ 142384 w 201350"/>
                    <a:gd name="connsiteY117" fmla="*/ 98105 h 250756"/>
                    <a:gd name="connsiteX118" fmla="*/ 142765 w 201350"/>
                    <a:gd name="connsiteY118" fmla="*/ 97631 h 250756"/>
                    <a:gd name="connsiteX119" fmla="*/ 143136 w 201350"/>
                    <a:gd name="connsiteY119" fmla="*/ 97712 h 250756"/>
                    <a:gd name="connsiteX120" fmla="*/ 144212 w 201350"/>
                    <a:gd name="connsiteY120" fmla="*/ 95779 h 250756"/>
                    <a:gd name="connsiteX121" fmla="*/ 144884 w 201350"/>
                    <a:gd name="connsiteY121" fmla="*/ 94911 h 250756"/>
                    <a:gd name="connsiteX122" fmla="*/ 145555 w 201350"/>
                    <a:gd name="connsiteY122" fmla="*/ 97145 h 250756"/>
                    <a:gd name="connsiteX123" fmla="*/ 143680 w 201350"/>
                    <a:gd name="connsiteY123" fmla="*/ 99159 h 250756"/>
                    <a:gd name="connsiteX124" fmla="*/ 141550 w 201350"/>
                    <a:gd name="connsiteY124" fmla="*/ 100895 h 250756"/>
                    <a:gd name="connsiteX125" fmla="*/ 140080 w 201350"/>
                    <a:gd name="connsiteY125" fmla="*/ 101358 h 250756"/>
                    <a:gd name="connsiteX126" fmla="*/ 136028 w 201350"/>
                    <a:gd name="connsiteY126" fmla="*/ 102354 h 250756"/>
                    <a:gd name="connsiteX127" fmla="*/ 135704 w 201350"/>
                    <a:gd name="connsiteY127" fmla="*/ 105063 h 250756"/>
                    <a:gd name="connsiteX128" fmla="*/ 137637 w 201350"/>
                    <a:gd name="connsiteY128" fmla="*/ 107459 h 250756"/>
                    <a:gd name="connsiteX129" fmla="*/ 136075 w 201350"/>
                    <a:gd name="connsiteY129" fmla="*/ 112691 h 250756"/>
                    <a:gd name="connsiteX130" fmla="*/ 138170 w 201350"/>
                    <a:gd name="connsiteY130" fmla="*/ 114636 h 250756"/>
                    <a:gd name="connsiteX131" fmla="*/ 144004 w 201350"/>
                    <a:gd name="connsiteY131" fmla="*/ 114057 h 250756"/>
                    <a:gd name="connsiteX132" fmla="*/ 145856 w 201350"/>
                    <a:gd name="connsiteY132" fmla="*/ 114972 h 250756"/>
                    <a:gd name="connsiteX133" fmla="*/ 146088 w 201350"/>
                    <a:gd name="connsiteY133" fmla="*/ 115365 h 250756"/>
                    <a:gd name="connsiteX134" fmla="*/ 146285 w 201350"/>
                    <a:gd name="connsiteY134" fmla="*/ 115180 h 250756"/>
                    <a:gd name="connsiteX135" fmla="*/ 146759 w 201350"/>
                    <a:gd name="connsiteY135" fmla="*/ 115412 h 250756"/>
                    <a:gd name="connsiteX136" fmla="*/ 146782 w 201350"/>
                    <a:gd name="connsiteY136" fmla="*/ 114717 h 250756"/>
                    <a:gd name="connsiteX137" fmla="*/ 147523 w 201350"/>
                    <a:gd name="connsiteY137" fmla="*/ 114022 h 250756"/>
                    <a:gd name="connsiteX138" fmla="*/ 146863 w 201350"/>
                    <a:gd name="connsiteY138" fmla="*/ 111939 h 250756"/>
                    <a:gd name="connsiteX139" fmla="*/ 146887 w 201350"/>
                    <a:gd name="connsiteY139" fmla="*/ 110897 h 250756"/>
                    <a:gd name="connsiteX140" fmla="*/ 147407 w 201350"/>
                    <a:gd name="connsiteY140" fmla="*/ 110376 h 250756"/>
                    <a:gd name="connsiteX141" fmla="*/ 148993 w 201350"/>
                    <a:gd name="connsiteY141" fmla="*/ 109427 h 250756"/>
                    <a:gd name="connsiteX142" fmla="*/ 150822 w 201350"/>
                    <a:gd name="connsiteY142" fmla="*/ 110353 h 250756"/>
                    <a:gd name="connsiteX143" fmla="*/ 151853 w 201350"/>
                    <a:gd name="connsiteY143" fmla="*/ 108061 h 250756"/>
                    <a:gd name="connsiteX144" fmla="*/ 150695 w 201350"/>
                    <a:gd name="connsiteY144" fmla="*/ 108420 h 250756"/>
                    <a:gd name="connsiteX145" fmla="*/ 151609 w 201350"/>
                    <a:gd name="connsiteY145" fmla="*/ 107876 h 250756"/>
                    <a:gd name="connsiteX146" fmla="*/ 152304 w 201350"/>
                    <a:gd name="connsiteY146" fmla="*/ 107598 h 250756"/>
                    <a:gd name="connsiteX147" fmla="*/ 155557 w 201350"/>
                    <a:gd name="connsiteY147" fmla="*/ 100571 h 250756"/>
                    <a:gd name="connsiteX148" fmla="*/ 155742 w 201350"/>
                    <a:gd name="connsiteY148" fmla="*/ 100548 h 250756"/>
                    <a:gd name="connsiteX149" fmla="*/ 159377 w 201350"/>
                    <a:gd name="connsiteY149" fmla="*/ 103720 h 250756"/>
                    <a:gd name="connsiteX150" fmla="*/ 164644 w 201350"/>
                    <a:gd name="connsiteY150" fmla="*/ 103789 h 250756"/>
                    <a:gd name="connsiteX151" fmla="*/ 165778 w 201350"/>
                    <a:gd name="connsiteY151" fmla="*/ 102875 h 250756"/>
                    <a:gd name="connsiteX152" fmla="*/ 169077 w 201350"/>
                    <a:gd name="connsiteY152" fmla="*/ 101057 h 250756"/>
                    <a:gd name="connsiteX153" fmla="*/ 169772 w 201350"/>
                    <a:gd name="connsiteY153" fmla="*/ 99645 h 250756"/>
                    <a:gd name="connsiteX154" fmla="*/ 172180 w 201350"/>
                    <a:gd name="connsiteY154" fmla="*/ 97700 h 250756"/>
                    <a:gd name="connsiteX155" fmla="*/ 173048 w 201350"/>
                    <a:gd name="connsiteY155" fmla="*/ 99691 h 250756"/>
                    <a:gd name="connsiteX156" fmla="*/ 174680 w 201350"/>
                    <a:gd name="connsiteY156" fmla="*/ 112923 h 250756"/>
                    <a:gd name="connsiteX157" fmla="*/ 171856 w 201350"/>
                    <a:gd name="connsiteY157" fmla="*/ 110793 h 250756"/>
                    <a:gd name="connsiteX158" fmla="*/ 166160 w 201350"/>
                    <a:gd name="connsiteY158" fmla="*/ 111974 h 250756"/>
                    <a:gd name="connsiteX159" fmla="*/ 164273 w 201350"/>
                    <a:gd name="connsiteY159" fmla="*/ 113814 h 250756"/>
                    <a:gd name="connsiteX160" fmla="*/ 162456 w 201350"/>
                    <a:gd name="connsiteY160" fmla="*/ 115157 h 250756"/>
                    <a:gd name="connsiteX161" fmla="*/ 161403 w 201350"/>
                    <a:gd name="connsiteY161" fmla="*/ 114647 h 250756"/>
                    <a:gd name="connsiteX162" fmla="*/ 159168 w 201350"/>
                    <a:gd name="connsiteY162" fmla="*/ 118444 h 250756"/>
                    <a:gd name="connsiteX163" fmla="*/ 159238 w 201350"/>
                    <a:gd name="connsiteY163" fmla="*/ 115898 h 250756"/>
                    <a:gd name="connsiteX164" fmla="*/ 158277 w 201350"/>
                    <a:gd name="connsiteY164" fmla="*/ 115215 h 250756"/>
                    <a:gd name="connsiteX165" fmla="*/ 157467 w 201350"/>
                    <a:gd name="connsiteY165" fmla="*/ 117032 h 250756"/>
                    <a:gd name="connsiteX166" fmla="*/ 158763 w 201350"/>
                    <a:gd name="connsiteY166" fmla="*/ 121037 h 250756"/>
                    <a:gd name="connsiteX167" fmla="*/ 163475 w 201350"/>
                    <a:gd name="connsiteY167" fmla="*/ 123897 h 250756"/>
                    <a:gd name="connsiteX168" fmla="*/ 162479 w 201350"/>
                    <a:gd name="connsiteY168" fmla="*/ 128920 h 250756"/>
                    <a:gd name="connsiteX169" fmla="*/ 164389 w 201350"/>
                    <a:gd name="connsiteY169" fmla="*/ 131039 h 250756"/>
                    <a:gd name="connsiteX170" fmla="*/ 162549 w 201350"/>
                    <a:gd name="connsiteY170" fmla="*/ 136642 h 250756"/>
                    <a:gd name="connsiteX171" fmla="*/ 158810 w 201350"/>
                    <a:gd name="connsiteY171" fmla="*/ 135739 h 250756"/>
                    <a:gd name="connsiteX172" fmla="*/ 164331 w 201350"/>
                    <a:gd name="connsiteY172" fmla="*/ 139130 h 250756"/>
                    <a:gd name="connsiteX173" fmla="*/ 163949 w 201350"/>
                    <a:gd name="connsiteY173" fmla="*/ 136271 h 250756"/>
                    <a:gd name="connsiteX174" fmla="*/ 166311 w 201350"/>
                    <a:gd name="connsiteY174" fmla="*/ 134523 h 250756"/>
                    <a:gd name="connsiteX175" fmla="*/ 171543 w 201350"/>
                    <a:gd name="connsiteY175" fmla="*/ 134558 h 250756"/>
                    <a:gd name="connsiteX176" fmla="*/ 171508 w 201350"/>
                    <a:gd name="connsiteY176" fmla="*/ 134674 h 250756"/>
                    <a:gd name="connsiteX177" fmla="*/ 170166 w 201350"/>
                    <a:gd name="connsiteY177" fmla="*/ 138019 h 250756"/>
                    <a:gd name="connsiteX178" fmla="*/ 171867 w 201350"/>
                    <a:gd name="connsiteY178" fmla="*/ 138575 h 250756"/>
                    <a:gd name="connsiteX179" fmla="*/ 172226 w 201350"/>
                    <a:gd name="connsiteY179" fmla="*/ 140983 h 250756"/>
                    <a:gd name="connsiteX180" fmla="*/ 176104 w 201350"/>
                    <a:gd name="connsiteY180" fmla="*/ 142267 h 250756"/>
                    <a:gd name="connsiteX181" fmla="*/ 178604 w 201350"/>
                    <a:gd name="connsiteY181" fmla="*/ 136572 h 250756"/>
                    <a:gd name="connsiteX182" fmla="*/ 177563 w 201350"/>
                    <a:gd name="connsiteY182" fmla="*/ 134535 h 250756"/>
                    <a:gd name="connsiteX183" fmla="*/ 174402 w 201350"/>
                    <a:gd name="connsiteY183" fmla="*/ 135542 h 250756"/>
                    <a:gd name="connsiteX184" fmla="*/ 176289 w 201350"/>
                    <a:gd name="connsiteY184" fmla="*/ 127751 h 250756"/>
                    <a:gd name="connsiteX185" fmla="*/ 171207 w 201350"/>
                    <a:gd name="connsiteY185" fmla="*/ 124232 h 250756"/>
                    <a:gd name="connsiteX186" fmla="*/ 169853 w 201350"/>
                    <a:gd name="connsiteY186" fmla="*/ 124938 h 250756"/>
                    <a:gd name="connsiteX187" fmla="*/ 170374 w 201350"/>
                    <a:gd name="connsiteY187" fmla="*/ 123549 h 250756"/>
                    <a:gd name="connsiteX188" fmla="*/ 171497 w 201350"/>
                    <a:gd name="connsiteY188" fmla="*/ 122693 h 250756"/>
                    <a:gd name="connsiteX189" fmla="*/ 174518 w 201350"/>
                    <a:gd name="connsiteY189" fmla="*/ 121130 h 250756"/>
                    <a:gd name="connsiteX190" fmla="*/ 178743 w 201350"/>
                    <a:gd name="connsiteY190" fmla="*/ 121419 h 250756"/>
                    <a:gd name="connsiteX191" fmla="*/ 179797 w 201350"/>
                    <a:gd name="connsiteY191" fmla="*/ 118873 h 250756"/>
                    <a:gd name="connsiteX192" fmla="*/ 188548 w 201350"/>
                    <a:gd name="connsiteY192" fmla="*/ 113594 h 250756"/>
                    <a:gd name="connsiteX193" fmla="*/ 193642 w 201350"/>
                    <a:gd name="connsiteY193" fmla="*/ 113154 h 250756"/>
                    <a:gd name="connsiteX194" fmla="*/ 197959 w 201350"/>
                    <a:gd name="connsiteY194" fmla="*/ 108721 h 250756"/>
                    <a:gd name="connsiteX195" fmla="*/ 200228 w 201350"/>
                    <a:gd name="connsiteY195" fmla="*/ 108871 h 250756"/>
                    <a:gd name="connsiteX196" fmla="*/ 199186 w 201350"/>
                    <a:gd name="connsiteY196" fmla="*/ 112494 h 250756"/>
                    <a:gd name="connsiteX197" fmla="*/ 199545 w 201350"/>
                    <a:gd name="connsiteY197" fmla="*/ 112680 h 250756"/>
                    <a:gd name="connsiteX198" fmla="*/ 201351 w 201350"/>
                    <a:gd name="connsiteY198" fmla="*/ 114231 h 250756"/>
                    <a:gd name="connsiteX199" fmla="*/ 199233 w 201350"/>
                    <a:gd name="connsiteY199" fmla="*/ 120759 h 250756"/>
                    <a:gd name="connsiteX200" fmla="*/ 200344 w 201350"/>
                    <a:gd name="connsiteY200" fmla="*/ 123272 h 250756"/>
                    <a:gd name="connsiteX201" fmla="*/ 200135 w 201350"/>
                    <a:gd name="connsiteY201" fmla="*/ 123457 h 250756"/>
                    <a:gd name="connsiteX202" fmla="*/ 197658 w 201350"/>
                    <a:gd name="connsiteY202" fmla="*/ 124117 h 250756"/>
                    <a:gd name="connsiteX203" fmla="*/ 196616 w 201350"/>
                    <a:gd name="connsiteY203" fmla="*/ 129731 h 250756"/>
                    <a:gd name="connsiteX204" fmla="*/ 198376 w 201350"/>
                    <a:gd name="connsiteY204" fmla="*/ 132289 h 250756"/>
                    <a:gd name="connsiteX205" fmla="*/ 198550 w 201350"/>
                    <a:gd name="connsiteY205" fmla="*/ 139524 h 250756"/>
                    <a:gd name="connsiteX206" fmla="*/ 195551 w 201350"/>
                    <a:gd name="connsiteY206" fmla="*/ 140114 h 250756"/>
                    <a:gd name="connsiteX207" fmla="*/ 187958 w 201350"/>
                    <a:gd name="connsiteY207" fmla="*/ 137510 h 250756"/>
                    <a:gd name="connsiteX208" fmla="*/ 183385 w 201350"/>
                    <a:gd name="connsiteY208" fmla="*/ 143796 h 250756"/>
                    <a:gd name="connsiteX209" fmla="*/ 178269 w 201350"/>
                    <a:gd name="connsiteY209" fmla="*/ 141874 h 250756"/>
                    <a:gd name="connsiteX210" fmla="*/ 176081 w 201350"/>
                    <a:gd name="connsiteY210" fmla="*/ 142881 h 250756"/>
                    <a:gd name="connsiteX211" fmla="*/ 172191 w 201350"/>
                    <a:gd name="connsiteY211" fmla="*/ 148194 h 250756"/>
                    <a:gd name="connsiteX212" fmla="*/ 171381 w 201350"/>
                    <a:gd name="connsiteY212" fmla="*/ 152651 h 250756"/>
                    <a:gd name="connsiteX213" fmla="*/ 170964 w 201350"/>
                    <a:gd name="connsiteY213" fmla="*/ 154237 h 250756"/>
                    <a:gd name="connsiteX214" fmla="*/ 165038 w 201350"/>
                    <a:gd name="connsiteY214" fmla="*/ 158972 h 250756"/>
                    <a:gd name="connsiteX215" fmla="*/ 165489 w 201350"/>
                    <a:gd name="connsiteY215" fmla="*/ 160291 h 250756"/>
                    <a:gd name="connsiteX216" fmla="*/ 166137 w 201350"/>
                    <a:gd name="connsiteY216" fmla="*/ 162213 h 250756"/>
                    <a:gd name="connsiteX217" fmla="*/ 163440 w 201350"/>
                    <a:gd name="connsiteY217" fmla="*/ 166600 h 250756"/>
                    <a:gd name="connsiteX218" fmla="*/ 162734 w 201350"/>
                    <a:gd name="connsiteY218" fmla="*/ 167086 h 250756"/>
                    <a:gd name="connsiteX219" fmla="*/ 160859 w 201350"/>
                    <a:gd name="connsiteY219" fmla="*/ 167352 h 250756"/>
                    <a:gd name="connsiteX220" fmla="*/ 160581 w 201350"/>
                    <a:gd name="connsiteY220" fmla="*/ 167133 h 250756"/>
                    <a:gd name="connsiteX221" fmla="*/ 161785 w 201350"/>
                    <a:gd name="connsiteY221" fmla="*/ 162548 h 250756"/>
                    <a:gd name="connsiteX222" fmla="*/ 159435 w 201350"/>
                    <a:gd name="connsiteY222" fmla="*/ 160291 h 250756"/>
                    <a:gd name="connsiteX223" fmla="*/ 154932 w 201350"/>
                    <a:gd name="connsiteY223" fmla="*/ 155939 h 250756"/>
                    <a:gd name="connsiteX224" fmla="*/ 146192 w 201350"/>
                    <a:gd name="connsiteY224" fmla="*/ 150892 h 250756"/>
                    <a:gd name="connsiteX225" fmla="*/ 142187 w 201350"/>
                    <a:gd name="connsiteY225" fmla="*/ 153600 h 250756"/>
                    <a:gd name="connsiteX226" fmla="*/ 142210 w 201350"/>
                    <a:gd name="connsiteY226" fmla="*/ 153739 h 250756"/>
                    <a:gd name="connsiteX227" fmla="*/ 142187 w 201350"/>
                    <a:gd name="connsiteY227" fmla="*/ 153751 h 250756"/>
                    <a:gd name="connsiteX228" fmla="*/ 142372 w 201350"/>
                    <a:gd name="connsiteY228" fmla="*/ 154550 h 250756"/>
                    <a:gd name="connsiteX229" fmla="*/ 142835 w 201350"/>
                    <a:gd name="connsiteY229" fmla="*/ 156760 h 250756"/>
                    <a:gd name="connsiteX230" fmla="*/ 146215 w 201350"/>
                    <a:gd name="connsiteY230" fmla="*/ 157119 h 250756"/>
                    <a:gd name="connsiteX231" fmla="*/ 141434 w 201350"/>
                    <a:gd name="connsiteY231" fmla="*/ 160291 h 250756"/>
                    <a:gd name="connsiteX232" fmla="*/ 141133 w 201350"/>
                    <a:gd name="connsiteY232" fmla="*/ 160488 h 250756"/>
                    <a:gd name="connsiteX233" fmla="*/ 136433 w 201350"/>
                    <a:gd name="connsiteY233" fmla="*/ 166994 h 250756"/>
                    <a:gd name="connsiteX234" fmla="*/ 136468 w 201350"/>
                    <a:gd name="connsiteY234" fmla="*/ 167109 h 250756"/>
                    <a:gd name="connsiteX235" fmla="*/ 136387 w 201350"/>
                    <a:gd name="connsiteY235" fmla="*/ 167213 h 250756"/>
                    <a:gd name="connsiteX236" fmla="*/ 137024 w 201350"/>
                    <a:gd name="connsiteY236" fmla="*/ 168904 h 250756"/>
                    <a:gd name="connsiteX237" fmla="*/ 137093 w 201350"/>
                    <a:gd name="connsiteY237" fmla="*/ 169112 h 250756"/>
                    <a:gd name="connsiteX238" fmla="*/ 137348 w 201350"/>
                    <a:gd name="connsiteY238" fmla="*/ 168938 h 250756"/>
                    <a:gd name="connsiteX239" fmla="*/ 138506 w 201350"/>
                    <a:gd name="connsiteY239" fmla="*/ 169043 h 250756"/>
                    <a:gd name="connsiteX240" fmla="*/ 139073 w 201350"/>
                    <a:gd name="connsiteY240" fmla="*/ 167700 h 250756"/>
                    <a:gd name="connsiteX241" fmla="*/ 139837 w 201350"/>
                    <a:gd name="connsiteY241" fmla="*/ 167156 h 250756"/>
                    <a:gd name="connsiteX242" fmla="*/ 145521 w 201350"/>
                    <a:gd name="connsiteY242" fmla="*/ 166588 h 250756"/>
                    <a:gd name="connsiteX243" fmla="*/ 145127 w 201350"/>
                    <a:gd name="connsiteY243" fmla="*/ 168510 h 250756"/>
                    <a:gd name="connsiteX244" fmla="*/ 143715 w 201350"/>
                    <a:gd name="connsiteY244" fmla="*/ 173025 h 250756"/>
                    <a:gd name="connsiteX245" fmla="*/ 143935 w 201350"/>
                    <a:gd name="connsiteY245" fmla="*/ 174344 h 250756"/>
                    <a:gd name="connsiteX246" fmla="*/ 143900 w 201350"/>
                    <a:gd name="connsiteY246" fmla="*/ 174541 h 250756"/>
                    <a:gd name="connsiteX247" fmla="*/ 144050 w 201350"/>
                    <a:gd name="connsiteY247" fmla="*/ 175074 h 250756"/>
                    <a:gd name="connsiteX248" fmla="*/ 144444 w 201350"/>
                    <a:gd name="connsiteY248" fmla="*/ 177458 h 250756"/>
                    <a:gd name="connsiteX249" fmla="*/ 146771 w 201350"/>
                    <a:gd name="connsiteY249" fmla="*/ 179160 h 250756"/>
                    <a:gd name="connsiteX250" fmla="*/ 153786 w 201350"/>
                    <a:gd name="connsiteY250" fmla="*/ 178755 h 250756"/>
                    <a:gd name="connsiteX251" fmla="*/ 147905 w 201350"/>
                    <a:gd name="connsiteY251" fmla="*/ 183489 h 250756"/>
                    <a:gd name="connsiteX252" fmla="*/ 140578 w 201350"/>
                    <a:gd name="connsiteY252" fmla="*/ 184716 h 250756"/>
                    <a:gd name="connsiteX253" fmla="*/ 138911 w 201350"/>
                    <a:gd name="connsiteY253" fmla="*/ 186383 h 250756"/>
                    <a:gd name="connsiteX254" fmla="*/ 144201 w 201350"/>
                    <a:gd name="connsiteY254" fmla="*/ 189914 h 250756"/>
                    <a:gd name="connsiteX255" fmla="*/ 144050 w 201350"/>
                    <a:gd name="connsiteY255" fmla="*/ 196176 h 250756"/>
                    <a:gd name="connsiteX256" fmla="*/ 147454 w 201350"/>
                    <a:gd name="connsiteY256" fmla="*/ 198630 h 250756"/>
                    <a:gd name="connsiteX257" fmla="*/ 145254 w 201350"/>
                    <a:gd name="connsiteY257" fmla="*/ 199962 h 250756"/>
                    <a:gd name="connsiteX258" fmla="*/ 144120 w 201350"/>
                    <a:gd name="connsiteY258" fmla="*/ 197785 h 250756"/>
                    <a:gd name="connsiteX259" fmla="*/ 141805 w 201350"/>
                    <a:gd name="connsiteY259" fmla="*/ 198677 h 250756"/>
                    <a:gd name="connsiteX260" fmla="*/ 137278 w 201350"/>
                    <a:gd name="connsiteY260" fmla="*/ 203909 h 250756"/>
                    <a:gd name="connsiteX261" fmla="*/ 138008 w 201350"/>
                    <a:gd name="connsiteY261" fmla="*/ 206143 h 250756"/>
                    <a:gd name="connsiteX262" fmla="*/ 136109 w 201350"/>
                    <a:gd name="connsiteY262" fmla="*/ 209049 h 250756"/>
                    <a:gd name="connsiteX263" fmla="*/ 133539 w 201350"/>
                    <a:gd name="connsiteY263" fmla="*/ 209130 h 250756"/>
                    <a:gd name="connsiteX264" fmla="*/ 131132 w 201350"/>
                    <a:gd name="connsiteY264" fmla="*/ 213077 h 250756"/>
                    <a:gd name="connsiteX265" fmla="*/ 133852 w 201350"/>
                    <a:gd name="connsiteY265" fmla="*/ 215323 h 250756"/>
                    <a:gd name="connsiteX266" fmla="*/ 133979 w 201350"/>
                    <a:gd name="connsiteY266" fmla="*/ 219745 h 250756"/>
                    <a:gd name="connsiteX267" fmla="*/ 132127 w 201350"/>
                    <a:gd name="connsiteY267" fmla="*/ 225301 h 250756"/>
                    <a:gd name="connsiteX268" fmla="*/ 128110 w 201350"/>
                    <a:gd name="connsiteY268" fmla="*/ 228948 h 250756"/>
                    <a:gd name="connsiteX269" fmla="*/ 137371 w 201350"/>
                    <a:gd name="connsiteY269" fmla="*/ 237005 h 250756"/>
                    <a:gd name="connsiteX270" fmla="*/ 134871 w 201350"/>
                    <a:gd name="connsiteY270" fmla="*/ 244251 h 250756"/>
                    <a:gd name="connsiteX271" fmla="*/ 132822 w 201350"/>
                    <a:gd name="connsiteY271" fmla="*/ 245467 h 250756"/>
                    <a:gd name="connsiteX272" fmla="*/ 132937 w 201350"/>
                    <a:gd name="connsiteY272" fmla="*/ 245478 h 250756"/>
                    <a:gd name="connsiteX273" fmla="*/ 132857 w 201350"/>
                    <a:gd name="connsiteY273" fmla="*/ 245536 h 250756"/>
                    <a:gd name="connsiteX274" fmla="*/ 133655 w 201350"/>
                    <a:gd name="connsiteY274" fmla="*/ 245536 h 250756"/>
                    <a:gd name="connsiteX275" fmla="*/ 135091 w 201350"/>
                    <a:gd name="connsiteY275" fmla="*/ 245663 h 250756"/>
                    <a:gd name="connsiteX276" fmla="*/ 134952 w 201350"/>
                    <a:gd name="connsiteY276" fmla="*/ 247770 h 250756"/>
                    <a:gd name="connsiteX277" fmla="*/ 134790 w 201350"/>
                    <a:gd name="connsiteY277" fmla="*/ 247932 h 250756"/>
                    <a:gd name="connsiteX278" fmla="*/ 132694 w 201350"/>
                    <a:gd name="connsiteY278" fmla="*/ 249009 h 250756"/>
                    <a:gd name="connsiteX279" fmla="*/ 127624 w 201350"/>
                    <a:gd name="connsiteY279" fmla="*/ 248372 h 250756"/>
                    <a:gd name="connsiteX280" fmla="*/ 120910 w 201350"/>
                    <a:gd name="connsiteY280" fmla="*/ 250757 h 250756"/>
                    <a:gd name="connsiteX281" fmla="*/ 120852 w 201350"/>
                    <a:gd name="connsiteY281" fmla="*/ 250710 h 250756"/>
                    <a:gd name="connsiteX282" fmla="*/ 120065 w 201350"/>
                    <a:gd name="connsiteY282" fmla="*/ 244100 h 250756"/>
                    <a:gd name="connsiteX283" fmla="*/ 119660 w 201350"/>
                    <a:gd name="connsiteY283" fmla="*/ 244274 h 250756"/>
                    <a:gd name="connsiteX284" fmla="*/ 119660 w 201350"/>
                    <a:gd name="connsiteY284" fmla="*/ 244216 h 250756"/>
                    <a:gd name="connsiteX285" fmla="*/ 119475 w 201350"/>
                    <a:gd name="connsiteY285" fmla="*/ 244355 h 250756"/>
                    <a:gd name="connsiteX286" fmla="*/ 116662 w 201350"/>
                    <a:gd name="connsiteY286" fmla="*/ 245536 h 250756"/>
                    <a:gd name="connsiteX287" fmla="*/ 116720 w 201350"/>
                    <a:gd name="connsiteY287" fmla="*/ 241670 h 250756"/>
                    <a:gd name="connsiteX288" fmla="*/ 111904 w 201350"/>
                    <a:gd name="connsiteY288" fmla="*/ 236611 h 250756"/>
                    <a:gd name="connsiteX289" fmla="*/ 112888 w 201350"/>
                    <a:gd name="connsiteY289" fmla="*/ 232837 h 250756"/>
                    <a:gd name="connsiteX290" fmla="*/ 115805 w 201350"/>
                    <a:gd name="connsiteY290" fmla="*/ 232421 h 250756"/>
                    <a:gd name="connsiteX291" fmla="*/ 115770 w 201350"/>
                    <a:gd name="connsiteY291" fmla="*/ 231668 h 250756"/>
                    <a:gd name="connsiteX292" fmla="*/ 115944 w 201350"/>
                    <a:gd name="connsiteY292" fmla="*/ 222407 h 250756"/>
                    <a:gd name="connsiteX293" fmla="*/ 115250 w 201350"/>
                    <a:gd name="connsiteY293" fmla="*/ 221377 h 250756"/>
                    <a:gd name="connsiteX294" fmla="*/ 115146 w 201350"/>
                    <a:gd name="connsiteY294" fmla="*/ 219444 h 250756"/>
                    <a:gd name="connsiteX295" fmla="*/ 115342 w 201350"/>
                    <a:gd name="connsiteY295" fmla="*/ 218992 h 250756"/>
                    <a:gd name="connsiteX296" fmla="*/ 116268 w 201350"/>
                    <a:gd name="connsiteY296" fmla="*/ 217800 h 250756"/>
                    <a:gd name="connsiteX297" fmla="*/ 115886 w 201350"/>
                    <a:gd name="connsiteY297" fmla="*/ 217742 h 250756"/>
                    <a:gd name="connsiteX298" fmla="*/ 115909 w 201350"/>
                    <a:gd name="connsiteY298" fmla="*/ 217673 h 250756"/>
                    <a:gd name="connsiteX299" fmla="*/ 114995 w 201350"/>
                    <a:gd name="connsiteY299" fmla="*/ 217603 h 250756"/>
                    <a:gd name="connsiteX300" fmla="*/ 111684 w 201350"/>
                    <a:gd name="connsiteY300" fmla="*/ 217094 h 250756"/>
                    <a:gd name="connsiteX301" fmla="*/ 108559 w 201350"/>
                    <a:gd name="connsiteY301" fmla="*/ 210959 h 250756"/>
                    <a:gd name="connsiteX302" fmla="*/ 105920 w 201350"/>
                    <a:gd name="connsiteY302" fmla="*/ 210345 h 250756"/>
                    <a:gd name="connsiteX303" fmla="*/ 105144 w 201350"/>
                    <a:gd name="connsiteY303" fmla="*/ 210114 h 250756"/>
                    <a:gd name="connsiteX304" fmla="*/ 103350 w 201350"/>
                    <a:gd name="connsiteY304" fmla="*/ 205078 h 250756"/>
                    <a:gd name="connsiteX305" fmla="*/ 103477 w 201350"/>
                    <a:gd name="connsiteY305" fmla="*/ 204916 h 250756"/>
                    <a:gd name="connsiteX306" fmla="*/ 107146 w 201350"/>
                    <a:gd name="connsiteY306" fmla="*/ 201663 h 250756"/>
                    <a:gd name="connsiteX307" fmla="*/ 110330 w 201350"/>
                    <a:gd name="connsiteY307" fmla="*/ 205645 h 250756"/>
                    <a:gd name="connsiteX308" fmla="*/ 108906 w 201350"/>
                    <a:gd name="connsiteY308" fmla="*/ 207729 h 250756"/>
                    <a:gd name="connsiteX309" fmla="*/ 110191 w 201350"/>
                    <a:gd name="connsiteY309" fmla="*/ 209570 h 250756"/>
                    <a:gd name="connsiteX310" fmla="*/ 115446 w 201350"/>
                    <a:gd name="connsiteY310" fmla="*/ 205946 h 250756"/>
                    <a:gd name="connsiteX311" fmla="*/ 117993 w 201350"/>
                    <a:gd name="connsiteY311" fmla="*/ 198816 h 250756"/>
                    <a:gd name="connsiteX312" fmla="*/ 115168 w 201350"/>
                    <a:gd name="connsiteY312" fmla="*/ 202323 h 250756"/>
                    <a:gd name="connsiteX313" fmla="*/ 111129 w 201350"/>
                    <a:gd name="connsiteY313" fmla="*/ 198584 h 250756"/>
                    <a:gd name="connsiteX314" fmla="*/ 109115 w 201350"/>
                    <a:gd name="connsiteY314" fmla="*/ 193630 h 250756"/>
                    <a:gd name="connsiteX315" fmla="*/ 102076 w 201350"/>
                    <a:gd name="connsiteY315" fmla="*/ 199186 h 250756"/>
                    <a:gd name="connsiteX316" fmla="*/ 99622 w 201350"/>
                    <a:gd name="connsiteY316" fmla="*/ 199846 h 250756"/>
                    <a:gd name="connsiteX317" fmla="*/ 98939 w 201350"/>
                    <a:gd name="connsiteY317" fmla="*/ 197878 h 250756"/>
                    <a:gd name="connsiteX318" fmla="*/ 106105 w 201350"/>
                    <a:gd name="connsiteY318" fmla="*/ 190018 h 250756"/>
                    <a:gd name="connsiteX319" fmla="*/ 108918 w 201350"/>
                    <a:gd name="connsiteY319" fmla="*/ 191095 h 250756"/>
                    <a:gd name="connsiteX320" fmla="*/ 113062 w 201350"/>
                    <a:gd name="connsiteY320" fmla="*/ 193016 h 250756"/>
                    <a:gd name="connsiteX321" fmla="*/ 113201 w 201350"/>
                    <a:gd name="connsiteY321" fmla="*/ 192727 h 250756"/>
                    <a:gd name="connsiteX322" fmla="*/ 113259 w 201350"/>
                    <a:gd name="connsiteY322" fmla="*/ 192750 h 250756"/>
                    <a:gd name="connsiteX323" fmla="*/ 113571 w 201350"/>
                    <a:gd name="connsiteY323" fmla="*/ 191997 h 250756"/>
                    <a:gd name="connsiteX324" fmla="*/ 114300 w 201350"/>
                    <a:gd name="connsiteY324" fmla="*/ 190539 h 250756"/>
                    <a:gd name="connsiteX325" fmla="*/ 120505 w 201350"/>
                    <a:gd name="connsiteY325" fmla="*/ 188490 h 250756"/>
                    <a:gd name="connsiteX326" fmla="*/ 121292 w 201350"/>
                    <a:gd name="connsiteY326" fmla="*/ 188259 h 250756"/>
                    <a:gd name="connsiteX327" fmla="*/ 121709 w 201350"/>
                    <a:gd name="connsiteY327" fmla="*/ 193769 h 250756"/>
                    <a:gd name="connsiteX328" fmla="*/ 123052 w 201350"/>
                    <a:gd name="connsiteY328" fmla="*/ 194290 h 250756"/>
                    <a:gd name="connsiteX329" fmla="*/ 123411 w 201350"/>
                    <a:gd name="connsiteY329" fmla="*/ 193827 h 250756"/>
                    <a:gd name="connsiteX330" fmla="*/ 123677 w 201350"/>
                    <a:gd name="connsiteY330" fmla="*/ 193444 h 250756"/>
                    <a:gd name="connsiteX331" fmla="*/ 126142 w 201350"/>
                    <a:gd name="connsiteY331" fmla="*/ 190122 h 250756"/>
                    <a:gd name="connsiteX332" fmla="*/ 137649 w 201350"/>
                    <a:gd name="connsiteY332" fmla="*/ 187483 h 250756"/>
                    <a:gd name="connsiteX333" fmla="*/ 139709 w 201350"/>
                    <a:gd name="connsiteY333" fmla="*/ 184878 h 250756"/>
                    <a:gd name="connsiteX334" fmla="*/ 140045 w 201350"/>
                    <a:gd name="connsiteY334" fmla="*/ 184520 h 250756"/>
                    <a:gd name="connsiteX335" fmla="*/ 140022 w 201350"/>
                    <a:gd name="connsiteY335" fmla="*/ 184485 h 250756"/>
                    <a:gd name="connsiteX336" fmla="*/ 140092 w 201350"/>
                    <a:gd name="connsiteY336" fmla="*/ 184404 h 250756"/>
                    <a:gd name="connsiteX337" fmla="*/ 138691 w 201350"/>
                    <a:gd name="connsiteY337" fmla="*/ 183026 h 250756"/>
                    <a:gd name="connsiteX338" fmla="*/ 130692 w 201350"/>
                    <a:gd name="connsiteY338" fmla="*/ 184763 h 250756"/>
                    <a:gd name="connsiteX339" fmla="*/ 121605 w 201350"/>
                    <a:gd name="connsiteY339" fmla="*/ 180375 h 250756"/>
                    <a:gd name="connsiteX340" fmla="*/ 121813 w 201350"/>
                    <a:gd name="connsiteY340" fmla="*/ 178720 h 250756"/>
                    <a:gd name="connsiteX341" fmla="*/ 129141 w 201350"/>
                    <a:gd name="connsiteY341" fmla="*/ 173928 h 250756"/>
                    <a:gd name="connsiteX342" fmla="*/ 135392 w 201350"/>
                    <a:gd name="connsiteY342" fmla="*/ 177713 h 250756"/>
                    <a:gd name="connsiteX343" fmla="*/ 136920 w 201350"/>
                    <a:gd name="connsiteY343" fmla="*/ 176729 h 250756"/>
                    <a:gd name="connsiteX344" fmla="*/ 136977 w 201350"/>
                    <a:gd name="connsiteY344" fmla="*/ 169100 h 250756"/>
                    <a:gd name="connsiteX345" fmla="*/ 136897 w 201350"/>
                    <a:gd name="connsiteY345" fmla="*/ 168985 h 250756"/>
                    <a:gd name="connsiteX346" fmla="*/ 136908 w 201350"/>
                    <a:gd name="connsiteY346" fmla="*/ 168938 h 250756"/>
                    <a:gd name="connsiteX347" fmla="*/ 136827 w 201350"/>
                    <a:gd name="connsiteY347" fmla="*/ 168881 h 250756"/>
                    <a:gd name="connsiteX348" fmla="*/ 133794 w 201350"/>
                    <a:gd name="connsiteY348" fmla="*/ 164250 h 250756"/>
                    <a:gd name="connsiteX349" fmla="*/ 139258 w 201350"/>
                    <a:gd name="connsiteY349" fmla="*/ 162803 h 250756"/>
                    <a:gd name="connsiteX350" fmla="*/ 139490 w 201350"/>
                    <a:gd name="connsiteY350" fmla="*/ 162386 h 250756"/>
                    <a:gd name="connsiteX351" fmla="*/ 139628 w 201350"/>
                    <a:gd name="connsiteY351" fmla="*/ 162340 h 250756"/>
                    <a:gd name="connsiteX352" fmla="*/ 141180 w 201350"/>
                    <a:gd name="connsiteY352" fmla="*/ 159157 h 250756"/>
                    <a:gd name="connsiteX353" fmla="*/ 142522 w 201350"/>
                    <a:gd name="connsiteY353" fmla="*/ 156622 h 250756"/>
                    <a:gd name="connsiteX354" fmla="*/ 142499 w 201350"/>
                    <a:gd name="connsiteY354" fmla="*/ 156471 h 250756"/>
                    <a:gd name="connsiteX355" fmla="*/ 142106 w 201350"/>
                    <a:gd name="connsiteY355" fmla="*/ 153820 h 250756"/>
                    <a:gd name="connsiteX356" fmla="*/ 142083 w 201350"/>
                    <a:gd name="connsiteY356" fmla="*/ 153820 h 250756"/>
                    <a:gd name="connsiteX357" fmla="*/ 142059 w 201350"/>
                    <a:gd name="connsiteY357" fmla="*/ 153681 h 250756"/>
                    <a:gd name="connsiteX358" fmla="*/ 138239 w 201350"/>
                    <a:gd name="connsiteY358" fmla="*/ 153103 h 250756"/>
                    <a:gd name="connsiteX359" fmla="*/ 135994 w 201350"/>
                    <a:gd name="connsiteY359" fmla="*/ 153982 h 250756"/>
                    <a:gd name="connsiteX360" fmla="*/ 135878 w 201350"/>
                    <a:gd name="connsiteY360" fmla="*/ 153982 h 250756"/>
                    <a:gd name="connsiteX361" fmla="*/ 135878 w 201350"/>
                    <a:gd name="connsiteY361" fmla="*/ 154029 h 250756"/>
                    <a:gd name="connsiteX362" fmla="*/ 135276 w 201350"/>
                    <a:gd name="connsiteY362" fmla="*/ 154260 h 250756"/>
                    <a:gd name="connsiteX363" fmla="*/ 135878 w 201350"/>
                    <a:gd name="connsiteY363" fmla="*/ 156274 h 250756"/>
                    <a:gd name="connsiteX364" fmla="*/ 135878 w 201350"/>
                    <a:gd name="connsiteY364" fmla="*/ 156946 h 250756"/>
                    <a:gd name="connsiteX365" fmla="*/ 131687 w 201350"/>
                    <a:gd name="connsiteY365" fmla="*/ 156332 h 250756"/>
                    <a:gd name="connsiteX366" fmla="*/ 131363 w 201350"/>
                    <a:gd name="connsiteY366" fmla="*/ 149364 h 250756"/>
                    <a:gd name="connsiteX367" fmla="*/ 124892 w 201350"/>
                    <a:gd name="connsiteY367" fmla="*/ 137267 h 250756"/>
                    <a:gd name="connsiteX368" fmla="*/ 124753 w 201350"/>
                    <a:gd name="connsiteY368" fmla="*/ 136653 h 250756"/>
                    <a:gd name="connsiteX369" fmla="*/ 120667 w 201350"/>
                    <a:gd name="connsiteY369" fmla="*/ 129372 h 250756"/>
                    <a:gd name="connsiteX370" fmla="*/ 119440 w 201350"/>
                    <a:gd name="connsiteY370" fmla="*/ 127080 h 250756"/>
                    <a:gd name="connsiteX371" fmla="*/ 120470 w 201350"/>
                    <a:gd name="connsiteY371" fmla="*/ 117819 h 250756"/>
                    <a:gd name="connsiteX372" fmla="*/ 120482 w 201350"/>
                    <a:gd name="connsiteY372" fmla="*/ 116534 h 250756"/>
                    <a:gd name="connsiteX373" fmla="*/ 120563 w 201350"/>
                    <a:gd name="connsiteY373" fmla="*/ 115817 h 250756"/>
                    <a:gd name="connsiteX374" fmla="*/ 120482 w 201350"/>
                    <a:gd name="connsiteY374" fmla="*/ 115805 h 250756"/>
                    <a:gd name="connsiteX375" fmla="*/ 120494 w 201350"/>
                    <a:gd name="connsiteY375" fmla="*/ 115018 h 250756"/>
                    <a:gd name="connsiteX376" fmla="*/ 116442 w 201350"/>
                    <a:gd name="connsiteY376" fmla="*/ 113791 h 250756"/>
                    <a:gd name="connsiteX377" fmla="*/ 115886 w 201350"/>
                    <a:gd name="connsiteY377" fmla="*/ 114497 h 250756"/>
                    <a:gd name="connsiteX378" fmla="*/ 115759 w 201350"/>
                    <a:gd name="connsiteY378" fmla="*/ 114462 h 250756"/>
                    <a:gd name="connsiteX379" fmla="*/ 115377 w 201350"/>
                    <a:gd name="connsiteY379" fmla="*/ 115157 h 250756"/>
                    <a:gd name="connsiteX380" fmla="*/ 109948 w 201350"/>
                    <a:gd name="connsiteY380" fmla="*/ 122114 h 250756"/>
                    <a:gd name="connsiteX381" fmla="*/ 103940 w 201350"/>
                    <a:gd name="connsiteY381" fmla="*/ 125934 h 250756"/>
                    <a:gd name="connsiteX382" fmla="*/ 99588 w 201350"/>
                    <a:gd name="connsiteY382" fmla="*/ 127728 h 250756"/>
                    <a:gd name="connsiteX383" fmla="*/ 94772 w 201350"/>
                    <a:gd name="connsiteY383" fmla="*/ 128619 h 250756"/>
                    <a:gd name="connsiteX384" fmla="*/ 91056 w 201350"/>
                    <a:gd name="connsiteY384" fmla="*/ 129071 h 250756"/>
                    <a:gd name="connsiteX385" fmla="*/ 87178 w 201350"/>
                    <a:gd name="connsiteY385" fmla="*/ 125378 h 250756"/>
                    <a:gd name="connsiteX386" fmla="*/ 85175 w 201350"/>
                    <a:gd name="connsiteY386" fmla="*/ 126467 h 250756"/>
                    <a:gd name="connsiteX387" fmla="*/ 83613 w 201350"/>
                    <a:gd name="connsiteY387" fmla="*/ 124811 h 250756"/>
                    <a:gd name="connsiteX388" fmla="*/ 87132 w 201350"/>
                    <a:gd name="connsiteY388" fmla="*/ 128816 h 250756"/>
                    <a:gd name="connsiteX389" fmla="*/ 87016 w 201350"/>
                    <a:gd name="connsiteY389" fmla="*/ 131548 h 250756"/>
                    <a:gd name="connsiteX390" fmla="*/ 86680 w 201350"/>
                    <a:gd name="connsiteY390" fmla="*/ 132926 h 250756"/>
                    <a:gd name="connsiteX391" fmla="*/ 82455 w 201350"/>
                    <a:gd name="connsiteY391" fmla="*/ 132162 h 250756"/>
                    <a:gd name="connsiteX392" fmla="*/ 81135 w 201350"/>
                    <a:gd name="connsiteY392" fmla="*/ 131433 h 250756"/>
                    <a:gd name="connsiteX393" fmla="*/ 79712 w 201350"/>
                    <a:gd name="connsiteY393" fmla="*/ 131664 h 250756"/>
                    <a:gd name="connsiteX394" fmla="*/ 77570 w 201350"/>
                    <a:gd name="connsiteY394" fmla="*/ 131270 h 250756"/>
                    <a:gd name="connsiteX395" fmla="*/ 72130 w 201350"/>
                    <a:gd name="connsiteY395" fmla="*/ 134419 h 250756"/>
                    <a:gd name="connsiteX396" fmla="*/ 74653 w 201350"/>
                    <a:gd name="connsiteY396" fmla="*/ 137973 h 250756"/>
                    <a:gd name="connsiteX397" fmla="*/ 71412 w 201350"/>
                    <a:gd name="connsiteY397" fmla="*/ 139929 h 250756"/>
                    <a:gd name="connsiteX398" fmla="*/ 63274 w 201350"/>
                    <a:gd name="connsiteY398" fmla="*/ 137649 h 250756"/>
                    <a:gd name="connsiteX399" fmla="*/ 60947 w 201350"/>
                    <a:gd name="connsiteY399" fmla="*/ 140068 h 250756"/>
                    <a:gd name="connsiteX400" fmla="*/ 58088 w 201350"/>
                    <a:gd name="connsiteY400" fmla="*/ 139177 h 250756"/>
                    <a:gd name="connsiteX401" fmla="*/ 55970 w 201350"/>
                    <a:gd name="connsiteY401" fmla="*/ 142568 h 250756"/>
                    <a:gd name="connsiteX402" fmla="*/ 54036 w 201350"/>
                    <a:gd name="connsiteY402" fmla="*/ 138656 h 250756"/>
                    <a:gd name="connsiteX403" fmla="*/ 49325 w 201350"/>
                    <a:gd name="connsiteY403" fmla="*/ 142395 h 250756"/>
                    <a:gd name="connsiteX404" fmla="*/ 43340 w 201350"/>
                    <a:gd name="connsiteY404" fmla="*/ 134141 h 250756"/>
                    <a:gd name="connsiteX405" fmla="*/ 39706 w 201350"/>
                    <a:gd name="connsiteY405" fmla="*/ 123954 h 250756"/>
                    <a:gd name="connsiteX406" fmla="*/ 40516 w 201350"/>
                    <a:gd name="connsiteY406" fmla="*/ 118861 h 250756"/>
                    <a:gd name="connsiteX407" fmla="*/ 41454 w 201350"/>
                    <a:gd name="connsiteY407" fmla="*/ 109948 h 250756"/>
                    <a:gd name="connsiteX408" fmla="*/ 35666 w 201350"/>
                    <a:gd name="connsiteY408" fmla="*/ 105641 h 250756"/>
                    <a:gd name="connsiteX409" fmla="*/ 34751 w 201350"/>
                    <a:gd name="connsiteY409" fmla="*/ 104310 h 250756"/>
                    <a:gd name="connsiteX410" fmla="*/ 36395 w 201350"/>
                    <a:gd name="connsiteY410" fmla="*/ 104877 h 250756"/>
                    <a:gd name="connsiteX411" fmla="*/ 36534 w 201350"/>
                    <a:gd name="connsiteY411" fmla="*/ 101590 h 250756"/>
                    <a:gd name="connsiteX412" fmla="*/ 36094 w 201350"/>
                    <a:gd name="connsiteY412" fmla="*/ 101393 h 250756"/>
                    <a:gd name="connsiteX413" fmla="*/ 35469 w 201350"/>
                    <a:gd name="connsiteY413" fmla="*/ 100641 h 250756"/>
                    <a:gd name="connsiteX414" fmla="*/ 35260 w 201350"/>
                    <a:gd name="connsiteY414" fmla="*/ 101034 h 250756"/>
                    <a:gd name="connsiteX415" fmla="*/ 33709 w 201350"/>
                    <a:gd name="connsiteY415" fmla="*/ 100363 h 250756"/>
                    <a:gd name="connsiteX416" fmla="*/ 34832 w 201350"/>
                    <a:gd name="connsiteY416" fmla="*/ 101868 h 250756"/>
                    <a:gd name="connsiteX417" fmla="*/ 33593 w 201350"/>
                    <a:gd name="connsiteY417" fmla="*/ 104252 h 250756"/>
                    <a:gd name="connsiteX418" fmla="*/ 30641 w 201350"/>
                    <a:gd name="connsiteY418" fmla="*/ 108385 h 250756"/>
                    <a:gd name="connsiteX419" fmla="*/ 31290 w 201350"/>
                    <a:gd name="connsiteY419" fmla="*/ 112436 h 250756"/>
                    <a:gd name="connsiteX420" fmla="*/ 27887 w 201350"/>
                    <a:gd name="connsiteY420" fmla="*/ 111383 h 250756"/>
                    <a:gd name="connsiteX421" fmla="*/ 26428 w 201350"/>
                    <a:gd name="connsiteY421" fmla="*/ 113351 h 250756"/>
                    <a:gd name="connsiteX422" fmla="*/ 23256 w 201350"/>
                    <a:gd name="connsiteY422" fmla="*/ 112749 h 250756"/>
                    <a:gd name="connsiteX423" fmla="*/ 23198 w 201350"/>
                    <a:gd name="connsiteY423" fmla="*/ 108616 h 250756"/>
                    <a:gd name="connsiteX424" fmla="*/ 20050 w 201350"/>
                    <a:gd name="connsiteY424" fmla="*/ 113907 h 250756"/>
                    <a:gd name="connsiteX425" fmla="*/ 21415 w 201350"/>
                    <a:gd name="connsiteY425" fmla="*/ 118850 h 250756"/>
                    <a:gd name="connsiteX426" fmla="*/ 18441 w 201350"/>
                    <a:gd name="connsiteY426" fmla="*/ 119683 h 250756"/>
                    <a:gd name="connsiteX427" fmla="*/ 17399 w 201350"/>
                    <a:gd name="connsiteY427" fmla="*/ 119428 h 250756"/>
                    <a:gd name="connsiteX428" fmla="*/ 12456 w 201350"/>
                    <a:gd name="connsiteY428" fmla="*/ 117622 h 250756"/>
                    <a:gd name="connsiteX429" fmla="*/ 9967 w 201350"/>
                    <a:gd name="connsiteY429" fmla="*/ 113281 h 250756"/>
                    <a:gd name="connsiteX430" fmla="*/ 7895 w 201350"/>
                    <a:gd name="connsiteY430" fmla="*/ 112413 h 250756"/>
                    <a:gd name="connsiteX431" fmla="*/ 6344 w 201350"/>
                    <a:gd name="connsiteY431" fmla="*/ 111314 h 250756"/>
                    <a:gd name="connsiteX432" fmla="*/ 5707 w 201350"/>
                    <a:gd name="connsiteY432" fmla="*/ 111499 h 250756"/>
                    <a:gd name="connsiteX433" fmla="*/ 3299 w 201350"/>
                    <a:gd name="connsiteY433" fmla="*/ 110492 h 250756"/>
                    <a:gd name="connsiteX434" fmla="*/ 4712 w 201350"/>
                    <a:gd name="connsiteY434" fmla="*/ 106058 h 250756"/>
                    <a:gd name="connsiteX435" fmla="*/ 1852 w 201350"/>
                    <a:gd name="connsiteY435" fmla="*/ 101891 h 250756"/>
                    <a:gd name="connsiteX436" fmla="*/ 2396 w 201350"/>
                    <a:gd name="connsiteY436" fmla="*/ 97295 h 250756"/>
                    <a:gd name="connsiteX437" fmla="*/ 1898 w 201350"/>
                    <a:gd name="connsiteY437" fmla="*/ 95906 h 250756"/>
                    <a:gd name="connsiteX438" fmla="*/ 1910 w 201350"/>
                    <a:gd name="connsiteY438" fmla="*/ 93915 h 250756"/>
                    <a:gd name="connsiteX439" fmla="*/ 0 w 201350"/>
                    <a:gd name="connsiteY439" fmla="*/ 90581 h 250756"/>
                    <a:gd name="connsiteX440" fmla="*/ 197 w 201350"/>
                    <a:gd name="connsiteY440" fmla="*/ 90095 h 250756"/>
                    <a:gd name="connsiteX441" fmla="*/ 2512 w 201350"/>
                    <a:gd name="connsiteY441" fmla="*/ 86298 h 250756"/>
                    <a:gd name="connsiteX442" fmla="*/ 2107 w 201350"/>
                    <a:gd name="connsiteY442" fmla="*/ 85349 h 250756"/>
                    <a:gd name="connsiteX443" fmla="*/ 2130 w 201350"/>
                    <a:gd name="connsiteY443" fmla="*/ 85291 h 250756"/>
                    <a:gd name="connsiteX444" fmla="*/ 3380 w 201350"/>
                    <a:gd name="connsiteY444" fmla="*/ 84191 h 250756"/>
                    <a:gd name="connsiteX445" fmla="*/ 1354 w 201350"/>
                    <a:gd name="connsiteY445" fmla="*/ 81610 h 250756"/>
                    <a:gd name="connsiteX446" fmla="*/ 1285 w 201350"/>
                    <a:gd name="connsiteY446" fmla="*/ 81726 h 250756"/>
                    <a:gd name="connsiteX447" fmla="*/ 1204 w 201350"/>
                    <a:gd name="connsiteY447" fmla="*/ 81610 h 250756"/>
                    <a:gd name="connsiteX448" fmla="*/ 1169 w 201350"/>
                    <a:gd name="connsiteY448" fmla="*/ 81552 h 250756"/>
                    <a:gd name="connsiteX449" fmla="*/ 1320 w 201350"/>
                    <a:gd name="connsiteY449" fmla="*/ 81564 h 250756"/>
                    <a:gd name="connsiteX450" fmla="*/ 741 w 201350"/>
                    <a:gd name="connsiteY450" fmla="*/ 80823 h 250756"/>
                    <a:gd name="connsiteX451" fmla="*/ 3114 w 201350"/>
                    <a:gd name="connsiteY451" fmla="*/ 79897 h 250756"/>
                    <a:gd name="connsiteX452" fmla="*/ 1980 w 201350"/>
                    <a:gd name="connsiteY452" fmla="*/ 79202 h 250756"/>
                    <a:gd name="connsiteX453" fmla="*/ 2014 w 201350"/>
                    <a:gd name="connsiteY453" fmla="*/ 79052 h 250756"/>
                    <a:gd name="connsiteX454" fmla="*/ 1887 w 201350"/>
                    <a:gd name="connsiteY454" fmla="*/ 79110 h 250756"/>
                    <a:gd name="connsiteX455" fmla="*/ 1922 w 201350"/>
                    <a:gd name="connsiteY455" fmla="*/ 79167 h 250756"/>
                    <a:gd name="connsiteX456" fmla="*/ 1447 w 201350"/>
                    <a:gd name="connsiteY456" fmla="*/ 78878 h 250756"/>
                    <a:gd name="connsiteX457" fmla="*/ 2049 w 201350"/>
                    <a:gd name="connsiteY457" fmla="*/ 76980 h 250756"/>
                    <a:gd name="connsiteX458" fmla="*/ 2790 w 201350"/>
                    <a:gd name="connsiteY458" fmla="*/ 76933 h 250756"/>
                    <a:gd name="connsiteX459" fmla="*/ 3102 w 201350"/>
                    <a:gd name="connsiteY459" fmla="*/ 77223 h 250756"/>
                    <a:gd name="connsiteX460" fmla="*/ 3044 w 201350"/>
                    <a:gd name="connsiteY460" fmla="*/ 76922 h 250756"/>
                    <a:gd name="connsiteX461" fmla="*/ 3392 w 201350"/>
                    <a:gd name="connsiteY461" fmla="*/ 76898 h 250756"/>
                    <a:gd name="connsiteX462" fmla="*/ 2512 w 201350"/>
                    <a:gd name="connsiteY462" fmla="*/ 72106 h 250756"/>
                    <a:gd name="connsiteX463" fmla="*/ 4827 w 201350"/>
                    <a:gd name="connsiteY463" fmla="*/ 72384 h 250756"/>
                    <a:gd name="connsiteX464" fmla="*/ 6575 w 201350"/>
                    <a:gd name="connsiteY464" fmla="*/ 67719 h 250756"/>
                    <a:gd name="connsiteX465" fmla="*/ 5753 w 201350"/>
                    <a:gd name="connsiteY465" fmla="*/ 68494 h 250756"/>
                    <a:gd name="connsiteX466" fmla="*/ 5707 w 201350"/>
                    <a:gd name="connsiteY466" fmla="*/ 68379 h 250756"/>
                    <a:gd name="connsiteX467" fmla="*/ 3751 w 201350"/>
                    <a:gd name="connsiteY467" fmla="*/ 62602 h 250756"/>
                    <a:gd name="connsiteX468" fmla="*/ 3809 w 201350"/>
                    <a:gd name="connsiteY468" fmla="*/ 62116 h 250756"/>
                    <a:gd name="connsiteX469" fmla="*/ 4978 w 201350"/>
                    <a:gd name="connsiteY469" fmla="*/ 60472 h 250756"/>
                    <a:gd name="connsiteX470" fmla="*/ 5765 w 201350"/>
                    <a:gd name="connsiteY470" fmla="*/ 59905 h 250756"/>
                    <a:gd name="connsiteX471" fmla="*/ 9273 w 201350"/>
                    <a:gd name="connsiteY471" fmla="*/ 60704 h 250756"/>
                    <a:gd name="connsiteX472" fmla="*/ 10881 w 201350"/>
                    <a:gd name="connsiteY472" fmla="*/ 57833 h 250756"/>
                    <a:gd name="connsiteX473" fmla="*/ 7478 w 201350"/>
                    <a:gd name="connsiteY473" fmla="*/ 54580 h 250756"/>
                    <a:gd name="connsiteX474" fmla="*/ 6413 w 201350"/>
                    <a:gd name="connsiteY474" fmla="*/ 53562 h 250756"/>
                    <a:gd name="connsiteX475" fmla="*/ 7559 w 201350"/>
                    <a:gd name="connsiteY475" fmla="*/ 45620 h 250756"/>
                    <a:gd name="connsiteX476" fmla="*/ 7293 w 201350"/>
                    <a:gd name="connsiteY476" fmla="*/ 44972 h 250756"/>
                    <a:gd name="connsiteX477" fmla="*/ 7328 w 201350"/>
                    <a:gd name="connsiteY477" fmla="*/ 44694 h 250756"/>
                    <a:gd name="connsiteX478" fmla="*/ 6899 w 201350"/>
                    <a:gd name="connsiteY478" fmla="*/ 44035 h 250756"/>
                    <a:gd name="connsiteX479" fmla="*/ 5510 w 201350"/>
                    <a:gd name="connsiteY479" fmla="*/ 40724 h 250756"/>
                    <a:gd name="connsiteX480" fmla="*/ 6506 w 201350"/>
                    <a:gd name="connsiteY480" fmla="*/ 36649 h 250756"/>
                    <a:gd name="connsiteX481" fmla="*/ 6610 w 201350"/>
                    <a:gd name="connsiteY481" fmla="*/ 36360 h 250756"/>
                    <a:gd name="connsiteX482" fmla="*/ 6587 w 201350"/>
                    <a:gd name="connsiteY482" fmla="*/ 36279 h 250756"/>
                    <a:gd name="connsiteX483" fmla="*/ 7617 w 201350"/>
                    <a:gd name="connsiteY483" fmla="*/ 32054 h 250756"/>
                    <a:gd name="connsiteX484" fmla="*/ 7004 w 201350"/>
                    <a:gd name="connsiteY484" fmla="*/ 31452 h 250756"/>
                    <a:gd name="connsiteX485" fmla="*/ 7258 w 201350"/>
                    <a:gd name="connsiteY485" fmla="*/ 32679 h 250756"/>
                    <a:gd name="connsiteX486" fmla="*/ 6413 w 201350"/>
                    <a:gd name="connsiteY486" fmla="*/ 31892 h 250756"/>
                    <a:gd name="connsiteX487" fmla="*/ 6923 w 201350"/>
                    <a:gd name="connsiteY487" fmla="*/ 31371 h 250756"/>
                    <a:gd name="connsiteX488" fmla="*/ 4341 w 201350"/>
                    <a:gd name="connsiteY488" fmla="*/ 28835 h 250756"/>
                    <a:gd name="connsiteX489" fmla="*/ 9018 w 201350"/>
                    <a:gd name="connsiteY489" fmla="*/ 22087 h 250756"/>
                    <a:gd name="connsiteX490" fmla="*/ 16010 w 201350"/>
                    <a:gd name="connsiteY490" fmla="*/ 17757 h 250756"/>
                    <a:gd name="connsiteX491" fmla="*/ 16889 w 201350"/>
                    <a:gd name="connsiteY491" fmla="*/ 12699 h 250756"/>
                    <a:gd name="connsiteX492" fmla="*/ 14620 w 201350"/>
                    <a:gd name="connsiteY492" fmla="*/ 9978 h 250756"/>
                    <a:gd name="connsiteX493" fmla="*/ 17572 w 201350"/>
                    <a:gd name="connsiteY493" fmla="*/ 10708 h 250756"/>
                    <a:gd name="connsiteX494" fmla="*/ 18765 w 201350"/>
                    <a:gd name="connsiteY494" fmla="*/ 10326 h 250756"/>
                    <a:gd name="connsiteX495" fmla="*/ 18186 w 201350"/>
                    <a:gd name="connsiteY495" fmla="*/ 8230 h 250756"/>
                    <a:gd name="connsiteX496" fmla="*/ 18626 w 201350"/>
                    <a:gd name="connsiteY496" fmla="*/ 8184 h 250756"/>
                    <a:gd name="connsiteX497" fmla="*/ 18637 w 201350"/>
                    <a:gd name="connsiteY497" fmla="*/ 8172 h 250756"/>
                    <a:gd name="connsiteX498" fmla="*/ 22272 w 201350"/>
                    <a:gd name="connsiteY498" fmla="*/ 7744 h 250756"/>
                    <a:gd name="connsiteX499" fmla="*/ 22156 w 201350"/>
                    <a:gd name="connsiteY499" fmla="*/ 7791 h 250756"/>
                    <a:gd name="connsiteX500" fmla="*/ 22689 w 201350"/>
                    <a:gd name="connsiteY500" fmla="*/ 7883 h 250756"/>
                    <a:gd name="connsiteX501" fmla="*/ 22643 w 201350"/>
                    <a:gd name="connsiteY501" fmla="*/ 7710 h 250756"/>
                    <a:gd name="connsiteX502" fmla="*/ 24356 w 201350"/>
                    <a:gd name="connsiteY502" fmla="*/ 7501 h 250756"/>
                    <a:gd name="connsiteX503" fmla="*/ 24275 w 201350"/>
                    <a:gd name="connsiteY503" fmla="*/ 9052 h 250756"/>
                    <a:gd name="connsiteX504" fmla="*/ 28975 w 201350"/>
                    <a:gd name="connsiteY504" fmla="*/ 7582 h 250756"/>
                    <a:gd name="connsiteX505" fmla="*/ 32320 w 201350"/>
                    <a:gd name="connsiteY505" fmla="*/ 4931 h 250756"/>
                    <a:gd name="connsiteX506" fmla="*/ 34230 w 201350"/>
                    <a:gd name="connsiteY506" fmla="*/ 3959 h 250756"/>
                    <a:gd name="connsiteX507" fmla="*/ 38640 w 201350"/>
                    <a:gd name="connsiteY507" fmla="*/ 3126 h 250756"/>
                    <a:gd name="connsiteX508" fmla="*/ 40180 w 201350"/>
                    <a:gd name="connsiteY508" fmla="*/ 961 h 250756"/>
                    <a:gd name="connsiteX509" fmla="*/ 43896 w 201350"/>
                    <a:gd name="connsiteY509" fmla="*/ 1841 h 250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</a:cxnLst>
                  <a:rect l="l" t="t" r="r" b="b"/>
                  <a:pathLst>
                    <a:path w="201350" h="250756">
                      <a:moveTo>
                        <a:pt x="43896" y="1841"/>
                      </a:moveTo>
                      <a:lnTo>
                        <a:pt x="46118" y="58"/>
                      </a:lnTo>
                      <a:lnTo>
                        <a:pt x="53180" y="0"/>
                      </a:lnTo>
                      <a:lnTo>
                        <a:pt x="59107" y="7084"/>
                      </a:lnTo>
                      <a:lnTo>
                        <a:pt x="64466" y="8172"/>
                      </a:lnTo>
                      <a:lnTo>
                        <a:pt x="68055" y="12363"/>
                      </a:lnTo>
                      <a:lnTo>
                        <a:pt x="68495" y="12502"/>
                      </a:lnTo>
                      <a:lnTo>
                        <a:pt x="68668" y="12699"/>
                      </a:lnTo>
                      <a:lnTo>
                        <a:pt x="69490" y="12803"/>
                      </a:lnTo>
                      <a:lnTo>
                        <a:pt x="72836" y="13845"/>
                      </a:lnTo>
                      <a:lnTo>
                        <a:pt x="83948" y="21670"/>
                      </a:lnTo>
                      <a:lnTo>
                        <a:pt x="86576" y="20698"/>
                      </a:lnTo>
                      <a:lnTo>
                        <a:pt x="86461" y="21832"/>
                      </a:lnTo>
                      <a:lnTo>
                        <a:pt x="87352" y="18336"/>
                      </a:lnTo>
                      <a:lnTo>
                        <a:pt x="90686" y="18683"/>
                      </a:lnTo>
                      <a:lnTo>
                        <a:pt x="91669" y="24529"/>
                      </a:lnTo>
                      <a:lnTo>
                        <a:pt x="97133" y="26242"/>
                      </a:lnTo>
                      <a:lnTo>
                        <a:pt x="97758" y="27493"/>
                      </a:lnTo>
                      <a:lnTo>
                        <a:pt x="98835" y="29692"/>
                      </a:lnTo>
                      <a:lnTo>
                        <a:pt x="98846" y="31533"/>
                      </a:lnTo>
                      <a:lnTo>
                        <a:pt x="97758" y="31764"/>
                      </a:lnTo>
                      <a:lnTo>
                        <a:pt x="93857" y="32586"/>
                      </a:lnTo>
                      <a:lnTo>
                        <a:pt x="93649" y="35029"/>
                      </a:lnTo>
                      <a:lnTo>
                        <a:pt x="97758" y="35526"/>
                      </a:lnTo>
                      <a:lnTo>
                        <a:pt x="98106" y="35561"/>
                      </a:lnTo>
                      <a:lnTo>
                        <a:pt x="99124" y="39150"/>
                      </a:lnTo>
                      <a:lnTo>
                        <a:pt x="104021" y="43838"/>
                      </a:lnTo>
                      <a:lnTo>
                        <a:pt x="107806" y="44092"/>
                      </a:lnTo>
                      <a:lnTo>
                        <a:pt x="109508" y="45609"/>
                      </a:lnTo>
                      <a:lnTo>
                        <a:pt x="110121" y="46709"/>
                      </a:lnTo>
                      <a:lnTo>
                        <a:pt x="111001" y="49985"/>
                      </a:lnTo>
                      <a:lnTo>
                        <a:pt x="110596" y="50355"/>
                      </a:lnTo>
                      <a:lnTo>
                        <a:pt x="111974" y="53666"/>
                      </a:lnTo>
                      <a:lnTo>
                        <a:pt x="111464" y="54580"/>
                      </a:lnTo>
                      <a:lnTo>
                        <a:pt x="110098" y="57046"/>
                      </a:lnTo>
                      <a:lnTo>
                        <a:pt x="111476" y="59743"/>
                      </a:lnTo>
                      <a:lnTo>
                        <a:pt x="111429" y="59789"/>
                      </a:lnTo>
                      <a:lnTo>
                        <a:pt x="108779" y="61873"/>
                      </a:lnTo>
                      <a:lnTo>
                        <a:pt x="108431" y="63077"/>
                      </a:lnTo>
                      <a:lnTo>
                        <a:pt x="107517" y="64084"/>
                      </a:lnTo>
                      <a:lnTo>
                        <a:pt x="107760" y="65415"/>
                      </a:lnTo>
                      <a:lnTo>
                        <a:pt x="107586" y="65982"/>
                      </a:lnTo>
                      <a:lnTo>
                        <a:pt x="108061" y="67094"/>
                      </a:lnTo>
                      <a:lnTo>
                        <a:pt x="108362" y="68819"/>
                      </a:lnTo>
                      <a:lnTo>
                        <a:pt x="105595" y="69259"/>
                      </a:lnTo>
                      <a:lnTo>
                        <a:pt x="101891" y="64871"/>
                      </a:lnTo>
                      <a:lnTo>
                        <a:pt x="101081" y="63748"/>
                      </a:lnTo>
                      <a:lnTo>
                        <a:pt x="100930" y="63737"/>
                      </a:lnTo>
                      <a:lnTo>
                        <a:pt x="100456" y="63158"/>
                      </a:lnTo>
                      <a:lnTo>
                        <a:pt x="97758" y="62973"/>
                      </a:lnTo>
                      <a:lnTo>
                        <a:pt x="95165" y="62788"/>
                      </a:lnTo>
                      <a:lnTo>
                        <a:pt x="93371" y="64825"/>
                      </a:lnTo>
                      <a:lnTo>
                        <a:pt x="94066" y="63170"/>
                      </a:lnTo>
                      <a:lnTo>
                        <a:pt x="92283" y="62927"/>
                      </a:lnTo>
                      <a:lnTo>
                        <a:pt x="95941" y="70265"/>
                      </a:lnTo>
                      <a:lnTo>
                        <a:pt x="92109" y="74028"/>
                      </a:lnTo>
                      <a:lnTo>
                        <a:pt x="93359" y="77616"/>
                      </a:lnTo>
                      <a:lnTo>
                        <a:pt x="87340" y="77385"/>
                      </a:lnTo>
                      <a:lnTo>
                        <a:pt x="82143" y="81946"/>
                      </a:lnTo>
                      <a:lnTo>
                        <a:pt x="80881" y="85523"/>
                      </a:lnTo>
                      <a:lnTo>
                        <a:pt x="76528" y="83717"/>
                      </a:lnTo>
                      <a:lnTo>
                        <a:pt x="74283" y="85048"/>
                      </a:lnTo>
                      <a:lnTo>
                        <a:pt x="76274" y="86148"/>
                      </a:lnTo>
                      <a:lnTo>
                        <a:pt x="77385" y="85013"/>
                      </a:lnTo>
                      <a:lnTo>
                        <a:pt x="77536" y="85210"/>
                      </a:lnTo>
                      <a:lnTo>
                        <a:pt x="77547" y="85291"/>
                      </a:lnTo>
                      <a:lnTo>
                        <a:pt x="77478" y="87398"/>
                      </a:lnTo>
                      <a:lnTo>
                        <a:pt x="77813" y="87652"/>
                      </a:lnTo>
                      <a:lnTo>
                        <a:pt x="77906" y="88498"/>
                      </a:lnTo>
                      <a:lnTo>
                        <a:pt x="79480" y="88926"/>
                      </a:lnTo>
                      <a:lnTo>
                        <a:pt x="80059" y="89377"/>
                      </a:lnTo>
                      <a:lnTo>
                        <a:pt x="83752" y="90107"/>
                      </a:lnTo>
                      <a:lnTo>
                        <a:pt x="84319" y="90269"/>
                      </a:lnTo>
                      <a:lnTo>
                        <a:pt x="85337" y="92399"/>
                      </a:lnTo>
                      <a:lnTo>
                        <a:pt x="91311" y="94112"/>
                      </a:lnTo>
                      <a:lnTo>
                        <a:pt x="92619" y="92700"/>
                      </a:lnTo>
                      <a:lnTo>
                        <a:pt x="95351" y="95293"/>
                      </a:lnTo>
                      <a:lnTo>
                        <a:pt x="97758" y="90535"/>
                      </a:lnTo>
                      <a:lnTo>
                        <a:pt x="100016" y="86055"/>
                      </a:lnTo>
                      <a:lnTo>
                        <a:pt x="111395" y="86368"/>
                      </a:lnTo>
                      <a:lnTo>
                        <a:pt x="111684" y="87456"/>
                      </a:lnTo>
                      <a:lnTo>
                        <a:pt x="111487" y="88312"/>
                      </a:lnTo>
                      <a:lnTo>
                        <a:pt x="112043" y="88822"/>
                      </a:lnTo>
                      <a:lnTo>
                        <a:pt x="112228" y="89516"/>
                      </a:lnTo>
                      <a:lnTo>
                        <a:pt x="113756" y="90384"/>
                      </a:lnTo>
                      <a:lnTo>
                        <a:pt x="114648" y="91206"/>
                      </a:lnTo>
                      <a:lnTo>
                        <a:pt x="115226" y="91229"/>
                      </a:lnTo>
                      <a:lnTo>
                        <a:pt x="120760" y="94401"/>
                      </a:lnTo>
                      <a:lnTo>
                        <a:pt x="121107" y="98488"/>
                      </a:lnTo>
                      <a:lnTo>
                        <a:pt x="121153" y="100062"/>
                      </a:lnTo>
                      <a:lnTo>
                        <a:pt x="121234" y="100097"/>
                      </a:lnTo>
                      <a:lnTo>
                        <a:pt x="121269" y="100398"/>
                      </a:lnTo>
                      <a:lnTo>
                        <a:pt x="123133" y="100675"/>
                      </a:lnTo>
                      <a:lnTo>
                        <a:pt x="123781" y="100884"/>
                      </a:lnTo>
                      <a:lnTo>
                        <a:pt x="123758" y="100768"/>
                      </a:lnTo>
                      <a:lnTo>
                        <a:pt x="124093" y="100826"/>
                      </a:lnTo>
                      <a:lnTo>
                        <a:pt x="123955" y="99599"/>
                      </a:lnTo>
                      <a:lnTo>
                        <a:pt x="124221" y="99888"/>
                      </a:lnTo>
                      <a:lnTo>
                        <a:pt x="124267" y="100027"/>
                      </a:lnTo>
                      <a:lnTo>
                        <a:pt x="124314" y="99992"/>
                      </a:lnTo>
                      <a:lnTo>
                        <a:pt x="124337" y="100004"/>
                      </a:lnTo>
                      <a:lnTo>
                        <a:pt x="124626" y="99749"/>
                      </a:lnTo>
                      <a:lnTo>
                        <a:pt x="128018" y="97098"/>
                      </a:lnTo>
                      <a:lnTo>
                        <a:pt x="128828" y="88104"/>
                      </a:lnTo>
                      <a:lnTo>
                        <a:pt x="132417" y="83485"/>
                      </a:lnTo>
                      <a:lnTo>
                        <a:pt x="134153" y="84214"/>
                      </a:lnTo>
                      <a:lnTo>
                        <a:pt x="132556" y="87282"/>
                      </a:lnTo>
                      <a:lnTo>
                        <a:pt x="133783" y="88567"/>
                      </a:lnTo>
                      <a:lnTo>
                        <a:pt x="138286" y="85824"/>
                      </a:lnTo>
                      <a:lnTo>
                        <a:pt x="139165" y="85986"/>
                      </a:lnTo>
                      <a:lnTo>
                        <a:pt x="142384" y="86889"/>
                      </a:lnTo>
                      <a:lnTo>
                        <a:pt x="142245" y="88440"/>
                      </a:lnTo>
                      <a:lnTo>
                        <a:pt x="140798" y="87444"/>
                      </a:lnTo>
                      <a:lnTo>
                        <a:pt x="138517" y="88636"/>
                      </a:lnTo>
                      <a:lnTo>
                        <a:pt x="139814" y="92931"/>
                      </a:lnTo>
                      <a:lnTo>
                        <a:pt x="137360" y="96265"/>
                      </a:lnTo>
                      <a:lnTo>
                        <a:pt x="139397" y="98163"/>
                      </a:lnTo>
                      <a:lnTo>
                        <a:pt x="142384" y="98105"/>
                      </a:lnTo>
                      <a:lnTo>
                        <a:pt x="142765" y="97631"/>
                      </a:lnTo>
                      <a:lnTo>
                        <a:pt x="143136" y="97712"/>
                      </a:lnTo>
                      <a:lnTo>
                        <a:pt x="144212" y="95779"/>
                      </a:lnTo>
                      <a:lnTo>
                        <a:pt x="144884" y="94911"/>
                      </a:lnTo>
                      <a:lnTo>
                        <a:pt x="145555" y="97145"/>
                      </a:lnTo>
                      <a:lnTo>
                        <a:pt x="143680" y="99159"/>
                      </a:lnTo>
                      <a:lnTo>
                        <a:pt x="141550" y="100895"/>
                      </a:lnTo>
                      <a:lnTo>
                        <a:pt x="140080" y="101358"/>
                      </a:lnTo>
                      <a:lnTo>
                        <a:pt x="136028" y="102354"/>
                      </a:lnTo>
                      <a:lnTo>
                        <a:pt x="135704" y="105063"/>
                      </a:lnTo>
                      <a:lnTo>
                        <a:pt x="137637" y="107459"/>
                      </a:lnTo>
                      <a:lnTo>
                        <a:pt x="136075" y="112691"/>
                      </a:lnTo>
                      <a:lnTo>
                        <a:pt x="138170" y="114636"/>
                      </a:lnTo>
                      <a:lnTo>
                        <a:pt x="144004" y="114057"/>
                      </a:lnTo>
                      <a:lnTo>
                        <a:pt x="145856" y="114972"/>
                      </a:lnTo>
                      <a:lnTo>
                        <a:pt x="146088" y="115365"/>
                      </a:lnTo>
                      <a:lnTo>
                        <a:pt x="146285" y="115180"/>
                      </a:lnTo>
                      <a:lnTo>
                        <a:pt x="146759" y="115412"/>
                      </a:lnTo>
                      <a:lnTo>
                        <a:pt x="146782" y="114717"/>
                      </a:lnTo>
                      <a:lnTo>
                        <a:pt x="147523" y="114022"/>
                      </a:lnTo>
                      <a:lnTo>
                        <a:pt x="146863" y="111939"/>
                      </a:lnTo>
                      <a:lnTo>
                        <a:pt x="146887" y="110897"/>
                      </a:lnTo>
                      <a:lnTo>
                        <a:pt x="147407" y="110376"/>
                      </a:lnTo>
                      <a:lnTo>
                        <a:pt x="148993" y="109427"/>
                      </a:lnTo>
                      <a:lnTo>
                        <a:pt x="150822" y="110353"/>
                      </a:lnTo>
                      <a:lnTo>
                        <a:pt x="151853" y="108061"/>
                      </a:lnTo>
                      <a:lnTo>
                        <a:pt x="150695" y="108420"/>
                      </a:lnTo>
                      <a:lnTo>
                        <a:pt x="151609" y="107876"/>
                      </a:lnTo>
                      <a:lnTo>
                        <a:pt x="152304" y="107598"/>
                      </a:lnTo>
                      <a:lnTo>
                        <a:pt x="155557" y="100571"/>
                      </a:lnTo>
                      <a:lnTo>
                        <a:pt x="155742" y="100548"/>
                      </a:lnTo>
                      <a:lnTo>
                        <a:pt x="159377" y="103720"/>
                      </a:lnTo>
                      <a:lnTo>
                        <a:pt x="164644" y="103789"/>
                      </a:lnTo>
                      <a:lnTo>
                        <a:pt x="165778" y="102875"/>
                      </a:lnTo>
                      <a:lnTo>
                        <a:pt x="169077" y="101057"/>
                      </a:lnTo>
                      <a:lnTo>
                        <a:pt x="169772" y="99645"/>
                      </a:lnTo>
                      <a:lnTo>
                        <a:pt x="172180" y="97700"/>
                      </a:lnTo>
                      <a:lnTo>
                        <a:pt x="173048" y="99691"/>
                      </a:lnTo>
                      <a:lnTo>
                        <a:pt x="174680" y="112923"/>
                      </a:lnTo>
                      <a:lnTo>
                        <a:pt x="171856" y="110793"/>
                      </a:lnTo>
                      <a:lnTo>
                        <a:pt x="166160" y="111974"/>
                      </a:lnTo>
                      <a:lnTo>
                        <a:pt x="164273" y="113814"/>
                      </a:lnTo>
                      <a:lnTo>
                        <a:pt x="162456" y="115157"/>
                      </a:lnTo>
                      <a:lnTo>
                        <a:pt x="161403" y="114647"/>
                      </a:lnTo>
                      <a:lnTo>
                        <a:pt x="159168" y="118444"/>
                      </a:lnTo>
                      <a:lnTo>
                        <a:pt x="159238" y="115898"/>
                      </a:lnTo>
                      <a:lnTo>
                        <a:pt x="158277" y="115215"/>
                      </a:lnTo>
                      <a:lnTo>
                        <a:pt x="157467" y="117032"/>
                      </a:lnTo>
                      <a:lnTo>
                        <a:pt x="158763" y="121037"/>
                      </a:lnTo>
                      <a:lnTo>
                        <a:pt x="163475" y="123897"/>
                      </a:lnTo>
                      <a:lnTo>
                        <a:pt x="162479" y="128920"/>
                      </a:lnTo>
                      <a:lnTo>
                        <a:pt x="164389" y="131039"/>
                      </a:lnTo>
                      <a:lnTo>
                        <a:pt x="162549" y="136642"/>
                      </a:lnTo>
                      <a:lnTo>
                        <a:pt x="158810" y="135739"/>
                      </a:lnTo>
                      <a:lnTo>
                        <a:pt x="164331" y="139130"/>
                      </a:lnTo>
                      <a:lnTo>
                        <a:pt x="163949" y="136271"/>
                      </a:lnTo>
                      <a:lnTo>
                        <a:pt x="166311" y="134523"/>
                      </a:lnTo>
                      <a:lnTo>
                        <a:pt x="171543" y="134558"/>
                      </a:lnTo>
                      <a:lnTo>
                        <a:pt x="171508" y="134674"/>
                      </a:lnTo>
                      <a:lnTo>
                        <a:pt x="170166" y="138019"/>
                      </a:lnTo>
                      <a:lnTo>
                        <a:pt x="171867" y="138575"/>
                      </a:lnTo>
                      <a:lnTo>
                        <a:pt x="172226" y="140983"/>
                      </a:lnTo>
                      <a:lnTo>
                        <a:pt x="176104" y="142267"/>
                      </a:lnTo>
                      <a:lnTo>
                        <a:pt x="178604" y="136572"/>
                      </a:lnTo>
                      <a:lnTo>
                        <a:pt x="177563" y="134535"/>
                      </a:lnTo>
                      <a:lnTo>
                        <a:pt x="174402" y="135542"/>
                      </a:lnTo>
                      <a:lnTo>
                        <a:pt x="176289" y="127751"/>
                      </a:lnTo>
                      <a:lnTo>
                        <a:pt x="171207" y="124232"/>
                      </a:lnTo>
                      <a:lnTo>
                        <a:pt x="169853" y="124938"/>
                      </a:lnTo>
                      <a:lnTo>
                        <a:pt x="170374" y="123549"/>
                      </a:lnTo>
                      <a:lnTo>
                        <a:pt x="171497" y="122693"/>
                      </a:lnTo>
                      <a:lnTo>
                        <a:pt x="174518" y="121130"/>
                      </a:lnTo>
                      <a:lnTo>
                        <a:pt x="178743" y="121419"/>
                      </a:lnTo>
                      <a:lnTo>
                        <a:pt x="179797" y="118873"/>
                      </a:lnTo>
                      <a:lnTo>
                        <a:pt x="188548" y="113594"/>
                      </a:lnTo>
                      <a:lnTo>
                        <a:pt x="193642" y="113154"/>
                      </a:lnTo>
                      <a:lnTo>
                        <a:pt x="197959" y="108721"/>
                      </a:lnTo>
                      <a:lnTo>
                        <a:pt x="200228" y="108871"/>
                      </a:lnTo>
                      <a:lnTo>
                        <a:pt x="199186" y="112494"/>
                      </a:lnTo>
                      <a:lnTo>
                        <a:pt x="199545" y="112680"/>
                      </a:lnTo>
                      <a:lnTo>
                        <a:pt x="201351" y="114231"/>
                      </a:lnTo>
                      <a:lnTo>
                        <a:pt x="199233" y="120759"/>
                      </a:lnTo>
                      <a:lnTo>
                        <a:pt x="200344" y="123272"/>
                      </a:lnTo>
                      <a:lnTo>
                        <a:pt x="200135" y="123457"/>
                      </a:lnTo>
                      <a:lnTo>
                        <a:pt x="197658" y="124117"/>
                      </a:lnTo>
                      <a:lnTo>
                        <a:pt x="196616" y="129731"/>
                      </a:lnTo>
                      <a:lnTo>
                        <a:pt x="198376" y="132289"/>
                      </a:lnTo>
                      <a:lnTo>
                        <a:pt x="198550" y="139524"/>
                      </a:lnTo>
                      <a:lnTo>
                        <a:pt x="195551" y="140114"/>
                      </a:lnTo>
                      <a:lnTo>
                        <a:pt x="187958" y="137510"/>
                      </a:lnTo>
                      <a:lnTo>
                        <a:pt x="183385" y="143796"/>
                      </a:lnTo>
                      <a:lnTo>
                        <a:pt x="178269" y="141874"/>
                      </a:lnTo>
                      <a:lnTo>
                        <a:pt x="176081" y="142881"/>
                      </a:lnTo>
                      <a:lnTo>
                        <a:pt x="172191" y="148194"/>
                      </a:lnTo>
                      <a:lnTo>
                        <a:pt x="171381" y="152651"/>
                      </a:lnTo>
                      <a:lnTo>
                        <a:pt x="170964" y="154237"/>
                      </a:lnTo>
                      <a:lnTo>
                        <a:pt x="165038" y="158972"/>
                      </a:lnTo>
                      <a:lnTo>
                        <a:pt x="165489" y="160291"/>
                      </a:lnTo>
                      <a:lnTo>
                        <a:pt x="166137" y="162213"/>
                      </a:lnTo>
                      <a:lnTo>
                        <a:pt x="163440" y="166600"/>
                      </a:lnTo>
                      <a:lnTo>
                        <a:pt x="162734" y="167086"/>
                      </a:lnTo>
                      <a:lnTo>
                        <a:pt x="160859" y="167352"/>
                      </a:lnTo>
                      <a:lnTo>
                        <a:pt x="160581" y="167133"/>
                      </a:lnTo>
                      <a:lnTo>
                        <a:pt x="161785" y="162548"/>
                      </a:lnTo>
                      <a:lnTo>
                        <a:pt x="159435" y="160291"/>
                      </a:lnTo>
                      <a:lnTo>
                        <a:pt x="154932" y="155939"/>
                      </a:lnTo>
                      <a:lnTo>
                        <a:pt x="146192" y="150892"/>
                      </a:lnTo>
                      <a:lnTo>
                        <a:pt x="142187" y="153600"/>
                      </a:lnTo>
                      <a:lnTo>
                        <a:pt x="142210" y="153739"/>
                      </a:lnTo>
                      <a:lnTo>
                        <a:pt x="142187" y="153751"/>
                      </a:lnTo>
                      <a:lnTo>
                        <a:pt x="142372" y="154550"/>
                      </a:lnTo>
                      <a:lnTo>
                        <a:pt x="142835" y="156760"/>
                      </a:lnTo>
                      <a:lnTo>
                        <a:pt x="146215" y="157119"/>
                      </a:lnTo>
                      <a:lnTo>
                        <a:pt x="141434" y="160291"/>
                      </a:lnTo>
                      <a:lnTo>
                        <a:pt x="141133" y="160488"/>
                      </a:lnTo>
                      <a:lnTo>
                        <a:pt x="136433" y="166994"/>
                      </a:lnTo>
                      <a:lnTo>
                        <a:pt x="136468" y="167109"/>
                      </a:lnTo>
                      <a:lnTo>
                        <a:pt x="136387" y="167213"/>
                      </a:lnTo>
                      <a:lnTo>
                        <a:pt x="137024" y="168904"/>
                      </a:lnTo>
                      <a:lnTo>
                        <a:pt x="137093" y="169112"/>
                      </a:lnTo>
                      <a:lnTo>
                        <a:pt x="137348" y="168938"/>
                      </a:lnTo>
                      <a:lnTo>
                        <a:pt x="138506" y="169043"/>
                      </a:lnTo>
                      <a:lnTo>
                        <a:pt x="139073" y="167700"/>
                      </a:lnTo>
                      <a:lnTo>
                        <a:pt x="139837" y="167156"/>
                      </a:lnTo>
                      <a:lnTo>
                        <a:pt x="145521" y="166588"/>
                      </a:lnTo>
                      <a:lnTo>
                        <a:pt x="145127" y="168510"/>
                      </a:lnTo>
                      <a:lnTo>
                        <a:pt x="143715" y="173025"/>
                      </a:lnTo>
                      <a:lnTo>
                        <a:pt x="143935" y="174344"/>
                      </a:lnTo>
                      <a:lnTo>
                        <a:pt x="143900" y="174541"/>
                      </a:lnTo>
                      <a:lnTo>
                        <a:pt x="144050" y="175074"/>
                      </a:lnTo>
                      <a:lnTo>
                        <a:pt x="144444" y="177458"/>
                      </a:lnTo>
                      <a:lnTo>
                        <a:pt x="146771" y="179160"/>
                      </a:lnTo>
                      <a:lnTo>
                        <a:pt x="153786" y="178755"/>
                      </a:lnTo>
                      <a:lnTo>
                        <a:pt x="147905" y="183489"/>
                      </a:lnTo>
                      <a:lnTo>
                        <a:pt x="140578" y="184716"/>
                      </a:lnTo>
                      <a:lnTo>
                        <a:pt x="138911" y="186383"/>
                      </a:lnTo>
                      <a:lnTo>
                        <a:pt x="144201" y="189914"/>
                      </a:lnTo>
                      <a:lnTo>
                        <a:pt x="144050" y="196176"/>
                      </a:lnTo>
                      <a:lnTo>
                        <a:pt x="147454" y="198630"/>
                      </a:lnTo>
                      <a:lnTo>
                        <a:pt x="145254" y="199962"/>
                      </a:lnTo>
                      <a:lnTo>
                        <a:pt x="144120" y="197785"/>
                      </a:lnTo>
                      <a:lnTo>
                        <a:pt x="141805" y="198677"/>
                      </a:lnTo>
                      <a:lnTo>
                        <a:pt x="137278" y="203909"/>
                      </a:lnTo>
                      <a:lnTo>
                        <a:pt x="138008" y="206143"/>
                      </a:lnTo>
                      <a:lnTo>
                        <a:pt x="136109" y="209049"/>
                      </a:lnTo>
                      <a:lnTo>
                        <a:pt x="133539" y="209130"/>
                      </a:lnTo>
                      <a:lnTo>
                        <a:pt x="131132" y="213077"/>
                      </a:lnTo>
                      <a:lnTo>
                        <a:pt x="133852" y="215323"/>
                      </a:lnTo>
                      <a:lnTo>
                        <a:pt x="133979" y="219745"/>
                      </a:lnTo>
                      <a:lnTo>
                        <a:pt x="132127" y="225301"/>
                      </a:lnTo>
                      <a:lnTo>
                        <a:pt x="128110" y="228948"/>
                      </a:lnTo>
                      <a:lnTo>
                        <a:pt x="137371" y="237005"/>
                      </a:lnTo>
                      <a:lnTo>
                        <a:pt x="134871" y="244251"/>
                      </a:lnTo>
                      <a:lnTo>
                        <a:pt x="132822" y="245467"/>
                      </a:lnTo>
                      <a:lnTo>
                        <a:pt x="132937" y="245478"/>
                      </a:lnTo>
                      <a:lnTo>
                        <a:pt x="132857" y="245536"/>
                      </a:lnTo>
                      <a:lnTo>
                        <a:pt x="133655" y="245536"/>
                      </a:lnTo>
                      <a:lnTo>
                        <a:pt x="135091" y="245663"/>
                      </a:lnTo>
                      <a:lnTo>
                        <a:pt x="134952" y="247770"/>
                      </a:lnTo>
                      <a:lnTo>
                        <a:pt x="134790" y="247932"/>
                      </a:lnTo>
                      <a:lnTo>
                        <a:pt x="132694" y="249009"/>
                      </a:lnTo>
                      <a:lnTo>
                        <a:pt x="127624" y="248372"/>
                      </a:lnTo>
                      <a:lnTo>
                        <a:pt x="120910" y="250757"/>
                      </a:lnTo>
                      <a:lnTo>
                        <a:pt x="120852" y="250710"/>
                      </a:lnTo>
                      <a:lnTo>
                        <a:pt x="120065" y="244100"/>
                      </a:lnTo>
                      <a:lnTo>
                        <a:pt x="119660" y="244274"/>
                      </a:lnTo>
                      <a:lnTo>
                        <a:pt x="119660" y="244216"/>
                      </a:lnTo>
                      <a:lnTo>
                        <a:pt x="119475" y="244355"/>
                      </a:lnTo>
                      <a:lnTo>
                        <a:pt x="116662" y="245536"/>
                      </a:lnTo>
                      <a:lnTo>
                        <a:pt x="116720" y="241670"/>
                      </a:lnTo>
                      <a:lnTo>
                        <a:pt x="111904" y="236611"/>
                      </a:lnTo>
                      <a:lnTo>
                        <a:pt x="112888" y="232837"/>
                      </a:lnTo>
                      <a:lnTo>
                        <a:pt x="115805" y="232421"/>
                      </a:lnTo>
                      <a:lnTo>
                        <a:pt x="115770" y="231668"/>
                      </a:lnTo>
                      <a:lnTo>
                        <a:pt x="115944" y="222407"/>
                      </a:lnTo>
                      <a:lnTo>
                        <a:pt x="115250" y="221377"/>
                      </a:lnTo>
                      <a:lnTo>
                        <a:pt x="115146" y="219444"/>
                      </a:lnTo>
                      <a:lnTo>
                        <a:pt x="115342" y="218992"/>
                      </a:lnTo>
                      <a:lnTo>
                        <a:pt x="116268" y="217800"/>
                      </a:lnTo>
                      <a:lnTo>
                        <a:pt x="115886" y="217742"/>
                      </a:lnTo>
                      <a:lnTo>
                        <a:pt x="115909" y="217673"/>
                      </a:lnTo>
                      <a:lnTo>
                        <a:pt x="114995" y="217603"/>
                      </a:lnTo>
                      <a:lnTo>
                        <a:pt x="111684" y="217094"/>
                      </a:lnTo>
                      <a:lnTo>
                        <a:pt x="108559" y="210959"/>
                      </a:lnTo>
                      <a:lnTo>
                        <a:pt x="105920" y="210345"/>
                      </a:lnTo>
                      <a:lnTo>
                        <a:pt x="105144" y="210114"/>
                      </a:lnTo>
                      <a:lnTo>
                        <a:pt x="103350" y="205078"/>
                      </a:lnTo>
                      <a:lnTo>
                        <a:pt x="103477" y="204916"/>
                      </a:lnTo>
                      <a:lnTo>
                        <a:pt x="107146" y="201663"/>
                      </a:lnTo>
                      <a:lnTo>
                        <a:pt x="110330" y="205645"/>
                      </a:lnTo>
                      <a:lnTo>
                        <a:pt x="108906" y="207729"/>
                      </a:lnTo>
                      <a:lnTo>
                        <a:pt x="110191" y="209570"/>
                      </a:lnTo>
                      <a:lnTo>
                        <a:pt x="115446" y="205946"/>
                      </a:lnTo>
                      <a:lnTo>
                        <a:pt x="117993" y="198816"/>
                      </a:lnTo>
                      <a:lnTo>
                        <a:pt x="115168" y="202323"/>
                      </a:lnTo>
                      <a:lnTo>
                        <a:pt x="111129" y="198584"/>
                      </a:lnTo>
                      <a:lnTo>
                        <a:pt x="109115" y="193630"/>
                      </a:lnTo>
                      <a:lnTo>
                        <a:pt x="102076" y="199186"/>
                      </a:lnTo>
                      <a:lnTo>
                        <a:pt x="99622" y="199846"/>
                      </a:lnTo>
                      <a:lnTo>
                        <a:pt x="98939" y="197878"/>
                      </a:lnTo>
                      <a:lnTo>
                        <a:pt x="106105" y="190018"/>
                      </a:lnTo>
                      <a:lnTo>
                        <a:pt x="108918" y="191095"/>
                      </a:lnTo>
                      <a:lnTo>
                        <a:pt x="113062" y="193016"/>
                      </a:lnTo>
                      <a:lnTo>
                        <a:pt x="113201" y="192727"/>
                      </a:lnTo>
                      <a:lnTo>
                        <a:pt x="113259" y="192750"/>
                      </a:lnTo>
                      <a:lnTo>
                        <a:pt x="113571" y="191997"/>
                      </a:lnTo>
                      <a:lnTo>
                        <a:pt x="114300" y="190539"/>
                      </a:lnTo>
                      <a:lnTo>
                        <a:pt x="120505" y="188490"/>
                      </a:lnTo>
                      <a:lnTo>
                        <a:pt x="121292" y="188259"/>
                      </a:lnTo>
                      <a:lnTo>
                        <a:pt x="121709" y="193769"/>
                      </a:lnTo>
                      <a:lnTo>
                        <a:pt x="123052" y="194290"/>
                      </a:lnTo>
                      <a:lnTo>
                        <a:pt x="123411" y="193827"/>
                      </a:lnTo>
                      <a:lnTo>
                        <a:pt x="123677" y="193444"/>
                      </a:lnTo>
                      <a:lnTo>
                        <a:pt x="126142" y="190122"/>
                      </a:lnTo>
                      <a:lnTo>
                        <a:pt x="137649" y="187483"/>
                      </a:lnTo>
                      <a:lnTo>
                        <a:pt x="139709" y="184878"/>
                      </a:lnTo>
                      <a:lnTo>
                        <a:pt x="140045" y="184520"/>
                      </a:lnTo>
                      <a:lnTo>
                        <a:pt x="140022" y="184485"/>
                      </a:lnTo>
                      <a:lnTo>
                        <a:pt x="140092" y="184404"/>
                      </a:lnTo>
                      <a:lnTo>
                        <a:pt x="138691" y="183026"/>
                      </a:lnTo>
                      <a:lnTo>
                        <a:pt x="130692" y="184763"/>
                      </a:lnTo>
                      <a:lnTo>
                        <a:pt x="121605" y="180375"/>
                      </a:lnTo>
                      <a:lnTo>
                        <a:pt x="121813" y="178720"/>
                      </a:lnTo>
                      <a:lnTo>
                        <a:pt x="129141" y="173928"/>
                      </a:lnTo>
                      <a:lnTo>
                        <a:pt x="135392" y="177713"/>
                      </a:lnTo>
                      <a:lnTo>
                        <a:pt x="136920" y="176729"/>
                      </a:lnTo>
                      <a:lnTo>
                        <a:pt x="136977" y="169100"/>
                      </a:lnTo>
                      <a:lnTo>
                        <a:pt x="136897" y="168985"/>
                      </a:lnTo>
                      <a:lnTo>
                        <a:pt x="136908" y="168938"/>
                      </a:lnTo>
                      <a:lnTo>
                        <a:pt x="136827" y="168881"/>
                      </a:lnTo>
                      <a:lnTo>
                        <a:pt x="133794" y="164250"/>
                      </a:lnTo>
                      <a:lnTo>
                        <a:pt x="139258" y="162803"/>
                      </a:lnTo>
                      <a:lnTo>
                        <a:pt x="139490" y="162386"/>
                      </a:lnTo>
                      <a:lnTo>
                        <a:pt x="139628" y="162340"/>
                      </a:lnTo>
                      <a:lnTo>
                        <a:pt x="141180" y="159157"/>
                      </a:lnTo>
                      <a:lnTo>
                        <a:pt x="142522" y="156622"/>
                      </a:lnTo>
                      <a:lnTo>
                        <a:pt x="142499" y="156471"/>
                      </a:lnTo>
                      <a:lnTo>
                        <a:pt x="142106" y="153820"/>
                      </a:lnTo>
                      <a:lnTo>
                        <a:pt x="142083" y="153820"/>
                      </a:lnTo>
                      <a:lnTo>
                        <a:pt x="142059" y="153681"/>
                      </a:lnTo>
                      <a:lnTo>
                        <a:pt x="138239" y="153103"/>
                      </a:lnTo>
                      <a:lnTo>
                        <a:pt x="135994" y="153982"/>
                      </a:lnTo>
                      <a:lnTo>
                        <a:pt x="135878" y="153982"/>
                      </a:lnTo>
                      <a:lnTo>
                        <a:pt x="135878" y="154029"/>
                      </a:lnTo>
                      <a:lnTo>
                        <a:pt x="135276" y="154260"/>
                      </a:lnTo>
                      <a:lnTo>
                        <a:pt x="135878" y="156274"/>
                      </a:lnTo>
                      <a:lnTo>
                        <a:pt x="135878" y="156946"/>
                      </a:lnTo>
                      <a:lnTo>
                        <a:pt x="131687" y="156332"/>
                      </a:lnTo>
                      <a:lnTo>
                        <a:pt x="131363" y="149364"/>
                      </a:lnTo>
                      <a:lnTo>
                        <a:pt x="124892" y="137267"/>
                      </a:lnTo>
                      <a:lnTo>
                        <a:pt x="124753" y="136653"/>
                      </a:lnTo>
                      <a:lnTo>
                        <a:pt x="120667" y="129372"/>
                      </a:lnTo>
                      <a:lnTo>
                        <a:pt x="119440" y="127080"/>
                      </a:lnTo>
                      <a:lnTo>
                        <a:pt x="120470" y="117819"/>
                      </a:lnTo>
                      <a:lnTo>
                        <a:pt x="120482" y="116534"/>
                      </a:lnTo>
                      <a:lnTo>
                        <a:pt x="120563" y="115817"/>
                      </a:lnTo>
                      <a:lnTo>
                        <a:pt x="120482" y="115805"/>
                      </a:lnTo>
                      <a:lnTo>
                        <a:pt x="120494" y="115018"/>
                      </a:lnTo>
                      <a:lnTo>
                        <a:pt x="116442" y="113791"/>
                      </a:lnTo>
                      <a:lnTo>
                        <a:pt x="115886" y="114497"/>
                      </a:lnTo>
                      <a:lnTo>
                        <a:pt x="115759" y="114462"/>
                      </a:lnTo>
                      <a:lnTo>
                        <a:pt x="115377" y="115157"/>
                      </a:lnTo>
                      <a:lnTo>
                        <a:pt x="109948" y="122114"/>
                      </a:lnTo>
                      <a:lnTo>
                        <a:pt x="103940" y="125934"/>
                      </a:lnTo>
                      <a:lnTo>
                        <a:pt x="99588" y="127728"/>
                      </a:lnTo>
                      <a:lnTo>
                        <a:pt x="94772" y="128619"/>
                      </a:lnTo>
                      <a:lnTo>
                        <a:pt x="91056" y="129071"/>
                      </a:lnTo>
                      <a:lnTo>
                        <a:pt x="87178" y="125378"/>
                      </a:lnTo>
                      <a:lnTo>
                        <a:pt x="85175" y="126467"/>
                      </a:lnTo>
                      <a:lnTo>
                        <a:pt x="83613" y="124811"/>
                      </a:lnTo>
                      <a:lnTo>
                        <a:pt x="87132" y="128816"/>
                      </a:lnTo>
                      <a:lnTo>
                        <a:pt x="87016" y="131548"/>
                      </a:lnTo>
                      <a:lnTo>
                        <a:pt x="86680" y="132926"/>
                      </a:lnTo>
                      <a:lnTo>
                        <a:pt x="82455" y="132162"/>
                      </a:lnTo>
                      <a:lnTo>
                        <a:pt x="81135" y="131433"/>
                      </a:lnTo>
                      <a:lnTo>
                        <a:pt x="79712" y="131664"/>
                      </a:lnTo>
                      <a:lnTo>
                        <a:pt x="77570" y="131270"/>
                      </a:lnTo>
                      <a:lnTo>
                        <a:pt x="72130" y="134419"/>
                      </a:lnTo>
                      <a:lnTo>
                        <a:pt x="74653" y="137973"/>
                      </a:lnTo>
                      <a:lnTo>
                        <a:pt x="71412" y="139929"/>
                      </a:lnTo>
                      <a:lnTo>
                        <a:pt x="63274" y="137649"/>
                      </a:lnTo>
                      <a:lnTo>
                        <a:pt x="60947" y="140068"/>
                      </a:lnTo>
                      <a:lnTo>
                        <a:pt x="58088" y="139177"/>
                      </a:lnTo>
                      <a:lnTo>
                        <a:pt x="55970" y="142568"/>
                      </a:lnTo>
                      <a:lnTo>
                        <a:pt x="54036" y="138656"/>
                      </a:lnTo>
                      <a:lnTo>
                        <a:pt x="49325" y="142395"/>
                      </a:lnTo>
                      <a:lnTo>
                        <a:pt x="43340" y="134141"/>
                      </a:lnTo>
                      <a:lnTo>
                        <a:pt x="39706" y="123954"/>
                      </a:lnTo>
                      <a:lnTo>
                        <a:pt x="40516" y="118861"/>
                      </a:lnTo>
                      <a:lnTo>
                        <a:pt x="41454" y="109948"/>
                      </a:lnTo>
                      <a:lnTo>
                        <a:pt x="35666" y="105641"/>
                      </a:lnTo>
                      <a:lnTo>
                        <a:pt x="34751" y="104310"/>
                      </a:lnTo>
                      <a:lnTo>
                        <a:pt x="36395" y="104877"/>
                      </a:lnTo>
                      <a:lnTo>
                        <a:pt x="36534" y="101590"/>
                      </a:lnTo>
                      <a:lnTo>
                        <a:pt x="36094" y="101393"/>
                      </a:lnTo>
                      <a:lnTo>
                        <a:pt x="35469" y="100641"/>
                      </a:lnTo>
                      <a:lnTo>
                        <a:pt x="35260" y="101034"/>
                      </a:lnTo>
                      <a:lnTo>
                        <a:pt x="33709" y="100363"/>
                      </a:lnTo>
                      <a:lnTo>
                        <a:pt x="34832" y="101868"/>
                      </a:lnTo>
                      <a:lnTo>
                        <a:pt x="33593" y="104252"/>
                      </a:lnTo>
                      <a:lnTo>
                        <a:pt x="30641" y="108385"/>
                      </a:lnTo>
                      <a:lnTo>
                        <a:pt x="31290" y="112436"/>
                      </a:lnTo>
                      <a:lnTo>
                        <a:pt x="27887" y="111383"/>
                      </a:lnTo>
                      <a:lnTo>
                        <a:pt x="26428" y="113351"/>
                      </a:lnTo>
                      <a:lnTo>
                        <a:pt x="23256" y="112749"/>
                      </a:lnTo>
                      <a:lnTo>
                        <a:pt x="23198" y="108616"/>
                      </a:lnTo>
                      <a:lnTo>
                        <a:pt x="20050" y="113907"/>
                      </a:lnTo>
                      <a:lnTo>
                        <a:pt x="21415" y="118850"/>
                      </a:lnTo>
                      <a:lnTo>
                        <a:pt x="18441" y="119683"/>
                      </a:lnTo>
                      <a:lnTo>
                        <a:pt x="17399" y="119428"/>
                      </a:lnTo>
                      <a:lnTo>
                        <a:pt x="12456" y="117622"/>
                      </a:lnTo>
                      <a:lnTo>
                        <a:pt x="9967" y="113281"/>
                      </a:lnTo>
                      <a:lnTo>
                        <a:pt x="7895" y="112413"/>
                      </a:lnTo>
                      <a:lnTo>
                        <a:pt x="6344" y="111314"/>
                      </a:lnTo>
                      <a:lnTo>
                        <a:pt x="5707" y="111499"/>
                      </a:lnTo>
                      <a:lnTo>
                        <a:pt x="3299" y="110492"/>
                      </a:lnTo>
                      <a:lnTo>
                        <a:pt x="4712" y="106058"/>
                      </a:lnTo>
                      <a:lnTo>
                        <a:pt x="1852" y="101891"/>
                      </a:lnTo>
                      <a:lnTo>
                        <a:pt x="2396" y="97295"/>
                      </a:lnTo>
                      <a:lnTo>
                        <a:pt x="1898" y="95906"/>
                      </a:lnTo>
                      <a:lnTo>
                        <a:pt x="1910" y="93915"/>
                      </a:lnTo>
                      <a:lnTo>
                        <a:pt x="0" y="90581"/>
                      </a:lnTo>
                      <a:lnTo>
                        <a:pt x="197" y="90095"/>
                      </a:lnTo>
                      <a:lnTo>
                        <a:pt x="2512" y="86298"/>
                      </a:lnTo>
                      <a:lnTo>
                        <a:pt x="2107" y="85349"/>
                      </a:lnTo>
                      <a:lnTo>
                        <a:pt x="2130" y="85291"/>
                      </a:lnTo>
                      <a:lnTo>
                        <a:pt x="3380" y="84191"/>
                      </a:lnTo>
                      <a:lnTo>
                        <a:pt x="1354" y="81610"/>
                      </a:lnTo>
                      <a:lnTo>
                        <a:pt x="1285" y="81726"/>
                      </a:lnTo>
                      <a:lnTo>
                        <a:pt x="1204" y="81610"/>
                      </a:lnTo>
                      <a:lnTo>
                        <a:pt x="1169" y="81552"/>
                      </a:lnTo>
                      <a:lnTo>
                        <a:pt x="1320" y="81564"/>
                      </a:lnTo>
                      <a:lnTo>
                        <a:pt x="741" y="80823"/>
                      </a:lnTo>
                      <a:lnTo>
                        <a:pt x="3114" y="79897"/>
                      </a:lnTo>
                      <a:lnTo>
                        <a:pt x="1980" y="79202"/>
                      </a:lnTo>
                      <a:lnTo>
                        <a:pt x="2014" y="79052"/>
                      </a:lnTo>
                      <a:lnTo>
                        <a:pt x="1887" y="79110"/>
                      </a:lnTo>
                      <a:lnTo>
                        <a:pt x="1922" y="79167"/>
                      </a:lnTo>
                      <a:lnTo>
                        <a:pt x="1447" y="78878"/>
                      </a:lnTo>
                      <a:lnTo>
                        <a:pt x="2049" y="76980"/>
                      </a:lnTo>
                      <a:lnTo>
                        <a:pt x="2790" y="76933"/>
                      </a:lnTo>
                      <a:lnTo>
                        <a:pt x="3102" y="77223"/>
                      </a:lnTo>
                      <a:lnTo>
                        <a:pt x="3044" y="76922"/>
                      </a:lnTo>
                      <a:lnTo>
                        <a:pt x="3392" y="76898"/>
                      </a:lnTo>
                      <a:lnTo>
                        <a:pt x="2512" y="72106"/>
                      </a:lnTo>
                      <a:lnTo>
                        <a:pt x="4827" y="72384"/>
                      </a:lnTo>
                      <a:lnTo>
                        <a:pt x="6575" y="67719"/>
                      </a:lnTo>
                      <a:lnTo>
                        <a:pt x="5753" y="68494"/>
                      </a:lnTo>
                      <a:lnTo>
                        <a:pt x="5707" y="68379"/>
                      </a:lnTo>
                      <a:lnTo>
                        <a:pt x="3751" y="62602"/>
                      </a:lnTo>
                      <a:lnTo>
                        <a:pt x="3809" y="62116"/>
                      </a:lnTo>
                      <a:lnTo>
                        <a:pt x="4978" y="60472"/>
                      </a:lnTo>
                      <a:lnTo>
                        <a:pt x="5765" y="59905"/>
                      </a:lnTo>
                      <a:lnTo>
                        <a:pt x="9273" y="60704"/>
                      </a:lnTo>
                      <a:lnTo>
                        <a:pt x="10881" y="57833"/>
                      </a:lnTo>
                      <a:lnTo>
                        <a:pt x="7478" y="54580"/>
                      </a:lnTo>
                      <a:lnTo>
                        <a:pt x="6413" y="53562"/>
                      </a:lnTo>
                      <a:lnTo>
                        <a:pt x="7559" y="45620"/>
                      </a:lnTo>
                      <a:lnTo>
                        <a:pt x="7293" y="44972"/>
                      </a:lnTo>
                      <a:lnTo>
                        <a:pt x="7328" y="44694"/>
                      </a:lnTo>
                      <a:lnTo>
                        <a:pt x="6899" y="44035"/>
                      </a:lnTo>
                      <a:lnTo>
                        <a:pt x="5510" y="40724"/>
                      </a:lnTo>
                      <a:lnTo>
                        <a:pt x="6506" y="36649"/>
                      </a:lnTo>
                      <a:lnTo>
                        <a:pt x="6610" y="36360"/>
                      </a:lnTo>
                      <a:lnTo>
                        <a:pt x="6587" y="36279"/>
                      </a:lnTo>
                      <a:lnTo>
                        <a:pt x="7617" y="32054"/>
                      </a:lnTo>
                      <a:lnTo>
                        <a:pt x="7004" y="31452"/>
                      </a:lnTo>
                      <a:lnTo>
                        <a:pt x="7258" y="32679"/>
                      </a:lnTo>
                      <a:lnTo>
                        <a:pt x="6413" y="31892"/>
                      </a:lnTo>
                      <a:lnTo>
                        <a:pt x="6923" y="31371"/>
                      </a:lnTo>
                      <a:lnTo>
                        <a:pt x="4341" y="28835"/>
                      </a:lnTo>
                      <a:lnTo>
                        <a:pt x="9018" y="22087"/>
                      </a:lnTo>
                      <a:lnTo>
                        <a:pt x="16010" y="17757"/>
                      </a:lnTo>
                      <a:lnTo>
                        <a:pt x="16889" y="12699"/>
                      </a:lnTo>
                      <a:lnTo>
                        <a:pt x="14620" y="9978"/>
                      </a:lnTo>
                      <a:lnTo>
                        <a:pt x="17572" y="10708"/>
                      </a:lnTo>
                      <a:lnTo>
                        <a:pt x="18765" y="10326"/>
                      </a:lnTo>
                      <a:lnTo>
                        <a:pt x="18186" y="8230"/>
                      </a:lnTo>
                      <a:lnTo>
                        <a:pt x="18626" y="8184"/>
                      </a:lnTo>
                      <a:lnTo>
                        <a:pt x="18637" y="8172"/>
                      </a:lnTo>
                      <a:lnTo>
                        <a:pt x="22272" y="7744"/>
                      </a:lnTo>
                      <a:lnTo>
                        <a:pt x="22156" y="7791"/>
                      </a:lnTo>
                      <a:lnTo>
                        <a:pt x="22689" y="7883"/>
                      </a:lnTo>
                      <a:lnTo>
                        <a:pt x="22643" y="7710"/>
                      </a:lnTo>
                      <a:lnTo>
                        <a:pt x="24356" y="7501"/>
                      </a:lnTo>
                      <a:lnTo>
                        <a:pt x="24275" y="9052"/>
                      </a:lnTo>
                      <a:lnTo>
                        <a:pt x="28975" y="7582"/>
                      </a:lnTo>
                      <a:lnTo>
                        <a:pt x="32320" y="4931"/>
                      </a:lnTo>
                      <a:lnTo>
                        <a:pt x="34230" y="3959"/>
                      </a:lnTo>
                      <a:lnTo>
                        <a:pt x="38640" y="3126"/>
                      </a:lnTo>
                      <a:lnTo>
                        <a:pt x="40180" y="961"/>
                      </a:lnTo>
                      <a:lnTo>
                        <a:pt x="43896" y="184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2" name="Freeform: Shape 271">
                  <a:extLst>
                    <a:ext uri="{FF2B5EF4-FFF2-40B4-BE49-F238E27FC236}">
                      <a16:creationId xmlns:a16="http://schemas.microsoft.com/office/drawing/2014/main" id="{0209AB5C-AE3E-6982-CD1F-AF8A560011B3}"/>
                    </a:ext>
                  </a:extLst>
                </p:cNvPr>
                <p:cNvSpPr/>
                <p:nvPr/>
              </p:nvSpPr>
              <p:spPr>
                <a:xfrm>
                  <a:off x="8349400" y="4308210"/>
                  <a:ext cx="102504" cy="169934"/>
                </a:xfrm>
                <a:custGeom>
                  <a:avLst/>
                  <a:gdLst>
                    <a:gd name="connsiteX0" fmla="*/ 46037 w 102504"/>
                    <a:gd name="connsiteY0" fmla="*/ 0 h 169934"/>
                    <a:gd name="connsiteX1" fmla="*/ 48260 w 102504"/>
                    <a:gd name="connsiteY1" fmla="*/ 371 h 169934"/>
                    <a:gd name="connsiteX2" fmla="*/ 63633 w 102504"/>
                    <a:gd name="connsiteY2" fmla="*/ 9782 h 169934"/>
                    <a:gd name="connsiteX3" fmla="*/ 66967 w 102504"/>
                    <a:gd name="connsiteY3" fmla="*/ 11981 h 169934"/>
                    <a:gd name="connsiteX4" fmla="*/ 72627 w 102504"/>
                    <a:gd name="connsiteY4" fmla="*/ 18383 h 169934"/>
                    <a:gd name="connsiteX5" fmla="*/ 79723 w 102504"/>
                    <a:gd name="connsiteY5" fmla="*/ 26416 h 169934"/>
                    <a:gd name="connsiteX6" fmla="*/ 80163 w 102504"/>
                    <a:gd name="connsiteY6" fmla="*/ 27643 h 169934"/>
                    <a:gd name="connsiteX7" fmla="*/ 82432 w 102504"/>
                    <a:gd name="connsiteY7" fmla="*/ 34763 h 169934"/>
                    <a:gd name="connsiteX8" fmla="*/ 80985 w 102504"/>
                    <a:gd name="connsiteY8" fmla="*/ 36314 h 169934"/>
                    <a:gd name="connsiteX9" fmla="*/ 86275 w 102504"/>
                    <a:gd name="connsiteY9" fmla="*/ 47068 h 169934"/>
                    <a:gd name="connsiteX10" fmla="*/ 88590 w 102504"/>
                    <a:gd name="connsiteY10" fmla="*/ 65276 h 169934"/>
                    <a:gd name="connsiteX11" fmla="*/ 88880 w 102504"/>
                    <a:gd name="connsiteY11" fmla="*/ 67499 h 169934"/>
                    <a:gd name="connsiteX12" fmla="*/ 87120 w 102504"/>
                    <a:gd name="connsiteY12" fmla="*/ 71921 h 169934"/>
                    <a:gd name="connsiteX13" fmla="*/ 79932 w 102504"/>
                    <a:gd name="connsiteY13" fmla="*/ 77917 h 169934"/>
                    <a:gd name="connsiteX14" fmla="*/ 79341 w 102504"/>
                    <a:gd name="connsiteY14" fmla="*/ 82941 h 169934"/>
                    <a:gd name="connsiteX15" fmla="*/ 79399 w 102504"/>
                    <a:gd name="connsiteY15" fmla="*/ 81124 h 169934"/>
                    <a:gd name="connsiteX16" fmla="*/ 79295 w 102504"/>
                    <a:gd name="connsiteY16" fmla="*/ 82617 h 169934"/>
                    <a:gd name="connsiteX17" fmla="*/ 77443 w 102504"/>
                    <a:gd name="connsiteY17" fmla="*/ 82363 h 169934"/>
                    <a:gd name="connsiteX18" fmla="*/ 79526 w 102504"/>
                    <a:gd name="connsiteY18" fmla="*/ 85569 h 169934"/>
                    <a:gd name="connsiteX19" fmla="*/ 79746 w 102504"/>
                    <a:gd name="connsiteY19" fmla="*/ 84053 h 169934"/>
                    <a:gd name="connsiteX20" fmla="*/ 79688 w 102504"/>
                    <a:gd name="connsiteY20" fmla="*/ 84076 h 169934"/>
                    <a:gd name="connsiteX21" fmla="*/ 79700 w 102504"/>
                    <a:gd name="connsiteY21" fmla="*/ 83983 h 169934"/>
                    <a:gd name="connsiteX22" fmla="*/ 79746 w 102504"/>
                    <a:gd name="connsiteY22" fmla="*/ 84041 h 169934"/>
                    <a:gd name="connsiteX23" fmla="*/ 79851 w 102504"/>
                    <a:gd name="connsiteY23" fmla="*/ 83312 h 169934"/>
                    <a:gd name="connsiteX24" fmla="*/ 80939 w 102504"/>
                    <a:gd name="connsiteY24" fmla="*/ 86032 h 169934"/>
                    <a:gd name="connsiteX25" fmla="*/ 94228 w 102504"/>
                    <a:gd name="connsiteY25" fmla="*/ 90142 h 169934"/>
                    <a:gd name="connsiteX26" fmla="*/ 99877 w 102504"/>
                    <a:gd name="connsiteY26" fmla="*/ 98164 h 169934"/>
                    <a:gd name="connsiteX27" fmla="*/ 102412 w 102504"/>
                    <a:gd name="connsiteY27" fmla="*/ 101787 h 169934"/>
                    <a:gd name="connsiteX28" fmla="*/ 102435 w 102504"/>
                    <a:gd name="connsiteY28" fmla="*/ 103338 h 169934"/>
                    <a:gd name="connsiteX29" fmla="*/ 99229 w 102504"/>
                    <a:gd name="connsiteY29" fmla="*/ 103477 h 169934"/>
                    <a:gd name="connsiteX30" fmla="*/ 95837 w 102504"/>
                    <a:gd name="connsiteY30" fmla="*/ 106707 h 169934"/>
                    <a:gd name="connsiteX31" fmla="*/ 90593 w 102504"/>
                    <a:gd name="connsiteY31" fmla="*/ 108270 h 169934"/>
                    <a:gd name="connsiteX32" fmla="*/ 86530 w 102504"/>
                    <a:gd name="connsiteY32" fmla="*/ 113826 h 169934"/>
                    <a:gd name="connsiteX33" fmla="*/ 87560 w 102504"/>
                    <a:gd name="connsiteY33" fmla="*/ 117901 h 169934"/>
                    <a:gd name="connsiteX34" fmla="*/ 98326 w 102504"/>
                    <a:gd name="connsiteY34" fmla="*/ 125853 h 169934"/>
                    <a:gd name="connsiteX35" fmla="*/ 102458 w 102504"/>
                    <a:gd name="connsiteY35" fmla="*/ 126987 h 169934"/>
                    <a:gd name="connsiteX36" fmla="*/ 102505 w 102504"/>
                    <a:gd name="connsiteY36" fmla="*/ 127022 h 169934"/>
                    <a:gd name="connsiteX37" fmla="*/ 97735 w 102504"/>
                    <a:gd name="connsiteY37" fmla="*/ 133308 h 169934"/>
                    <a:gd name="connsiteX38" fmla="*/ 96855 w 102504"/>
                    <a:gd name="connsiteY38" fmla="*/ 137464 h 169934"/>
                    <a:gd name="connsiteX39" fmla="*/ 97272 w 102504"/>
                    <a:gd name="connsiteY39" fmla="*/ 142928 h 169934"/>
                    <a:gd name="connsiteX40" fmla="*/ 101393 w 102504"/>
                    <a:gd name="connsiteY40" fmla="*/ 153230 h 169934"/>
                    <a:gd name="connsiteX41" fmla="*/ 99622 w 102504"/>
                    <a:gd name="connsiteY41" fmla="*/ 159481 h 169934"/>
                    <a:gd name="connsiteX42" fmla="*/ 98580 w 102504"/>
                    <a:gd name="connsiteY42" fmla="*/ 160338 h 169934"/>
                    <a:gd name="connsiteX43" fmla="*/ 95571 w 102504"/>
                    <a:gd name="connsiteY43" fmla="*/ 162317 h 169934"/>
                    <a:gd name="connsiteX44" fmla="*/ 94969 w 102504"/>
                    <a:gd name="connsiteY44" fmla="*/ 163290 h 169934"/>
                    <a:gd name="connsiteX45" fmla="*/ 89621 w 102504"/>
                    <a:gd name="connsiteY45" fmla="*/ 167665 h 169934"/>
                    <a:gd name="connsiteX46" fmla="*/ 81193 w 102504"/>
                    <a:gd name="connsiteY46" fmla="*/ 164899 h 169934"/>
                    <a:gd name="connsiteX47" fmla="*/ 74144 w 102504"/>
                    <a:gd name="connsiteY47" fmla="*/ 165535 h 169934"/>
                    <a:gd name="connsiteX48" fmla="*/ 72627 w 102504"/>
                    <a:gd name="connsiteY48" fmla="*/ 166785 h 169934"/>
                    <a:gd name="connsiteX49" fmla="*/ 69259 w 102504"/>
                    <a:gd name="connsiteY49" fmla="*/ 169564 h 169934"/>
                    <a:gd name="connsiteX50" fmla="*/ 61364 w 102504"/>
                    <a:gd name="connsiteY50" fmla="*/ 169934 h 169934"/>
                    <a:gd name="connsiteX51" fmla="*/ 43132 w 102504"/>
                    <a:gd name="connsiteY51" fmla="*/ 165790 h 169934"/>
                    <a:gd name="connsiteX52" fmla="*/ 39671 w 102504"/>
                    <a:gd name="connsiteY52" fmla="*/ 161414 h 169934"/>
                    <a:gd name="connsiteX53" fmla="*/ 31406 w 102504"/>
                    <a:gd name="connsiteY53" fmla="*/ 157259 h 169934"/>
                    <a:gd name="connsiteX54" fmla="*/ 29901 w 102504"/>
                    <a:gd name="connsiteY54" fmla="*/ 155892 h 169934"/>
                    <a:gd name="connsiteX55" fmla="*/ 29634 w 102504"/>
                    <a:gd name="connsiteY55" fmla="*/ 155302 h 169934"/>
                    <a:gd name="connsiteX56" fmla="*/ 27620 w 102504"/>
                    <a:gd name="connsiteY56" fmla="*/ 153809 h 169934"/>
                    <a:gd name="connsiteX57" fmla="*/ 23210 w 102504"/>
                    <a:gd name="connsiteY57" fmla="*/ 149781 h 169934"/>
                    <a:gd name="connsiteX58" fmla="*/ 19320 w 102504"/>
                    <a:gd name="connsiteY58" fmla="*/ 138818 h 169934"/>
                    <a:gd name="connsiteX59" fmla="*/ 19436 w 102504"/>
                    <a:gd name="connsiteY59" fmla="*/ 130090 h 169934"/>
                    <a:gd name="connsiteX60" fmla="*/ 17700 w 102504"/>
                    <a:gd name="connsiteY60" fmla="*/ 127636 h 169934"/>
                    <a:gd name="connsiteX61" fmla="*/ 13683 w 102504"/>
                    <a:gd name="connsiteY61" fmla="*/ 125992 h 169934"/>
                    <a:gd name="connsiteX62" fmla="*/ 13220 w 102504"/>
                    <a:gd name="connsiteY62" fmla="*/ 125598 h 169934"/>
                    <a:gd name="connsiteX63" fmla="*/ 12537 w 102504"/>
                    <a:gd name="connsiteY63" fmla="*/ 125517 h 169934"/>
                    <a:gd name="connsiteX64" fmla="*/ 10314 w 102504"/>
                    <a:gd name="connsiteY64" fmla="*/ 124603 h 169934"/>
                    <a:gd name="connsiteX65" fmla="*/ 12294 w 102504"/>
                    <a:gd name="connsiteY65" fmla="*/ 120563 h 169934"/>
                    <a:gd name="connsiteX66" fmla="*/ 11946 w 102504"/>
                    <a:gd name="connsiteY66" fmla="*/ 110098 h 169934"/>
                    <a:gd name="connsiteX67" fmla="*/ 13266 w 102504"/>
                    <a:gd name="connsiteY67" fmla="*/ 106926 h 169934"/>
                    <a:gd name="connsiteX68" fmla="*/ 15535 w 102504"/>
                    <a:gd name="connsiteY68" fmla="*/ 103280 h 169934"/>
                    <a:gd name="connsiteX69" fmla="*/ 15245 w 102504"/>
                    <a:gd name="connsiteY69" fmla="*/ 100502 h 169934"/>
                    <a:gd name="connsiteX70" fmla="*/ 15280 w 102504"/>
                    <a:gd name="connsiteY70" fmla="*/ 99182 h 169934"/>
                    <a:gd name="connsiteX71" fmla="*/ 15373 w 102504"/>
                    <a:gd name="connsiteY71" fmla="*/ 99205 h 169934"/>
                    <a:gd name="connsiteX72" fmla="*/ 15303 w 102504"/>
                    <a:gd name="connsiteY72" fmla="*/ 98465 h 169934"/>
                    <a:gd name="connsiteX73" fmla="*/ 15373 w 102504"/>
                    <a:gd name="connsiteY73" fmla="*/ 95571 h 169934"/>
                    <a:gd name="connsiteX74" fmla="*/ 14458 w 102504"/>
                    <a:gd name="connsiteY74" fmla="*/ 89505 h 169934"/>
                    <a:gd name="connsiteX75" fmla="*/ 14227 w 102504"/>
                    <a:gd name="connsiteY75" fmla="*/ 86958 h 169934"/>
                    <a:gd name="connsiteX76" fmla="*/ 7154 w 102504"/>
                    <a:gd name="connsiteY76" fmla="*/ 77987 h 169934"/>
                    <a:gd name="connsiteX77" fmla="*/ 1308 w 102504"/>
                    <a:gd name="connsiteY77" fmla="*/ 65276 h 169934"/>
                    <a:gd name="connsiteX78" fmla="*/ 0 w 102504"/>
                    <a:gd name="connsiteY78" fmla="*/ 62452 h 169934"/>
                    <a:gd name="connsiteX79" fmla="*/ 486 w 102504"/>
                    <a:gd name="connsiteY79" fmla="*/ 53226 h 169934"/>
                    <a:gd name="connsiteX80" fmla="*/ 3751 w 102504"/>
                    <a:gd name="connsiteY80" fmla="*/ 48480 h 169934"/>
                    <a:gd name="connsiteX81" fmla="*/ 5915 w 102504"/>
                    <a:gd name="connsiteY81" fmla="*/ 37055 h 169934"/>
                    <a:gd name="connsiteX82" fmla="*/ 12050 w 102504"/>
                    <a:gd name="connsiteY82" fmla="*/ 23557 h 169934"/>
                    <a:gd name="connsiteX83" fmla="*/ 24599 w 102504"/>
                    <a:gd name="connsiteY83" fmla="*/ 17804 h 169934"/>
                    <a:gd name="connsiteX84" fmla="*/ 25895 w 102504"/>
                    <a:gd name="connsiteY84" fmla="*/ 12004 h 169934"/>
                    <a:gd name="connsiteX85" fmla="*/ 28998 w 102504"/>
                    <a:gd name="connsiteY85" fmla="*/ 8138 h 169934"/>
                    <a:gd name="connsiteX86" fmla="*/ 33941 w 102504"/>
                    <a:gd name="connsiteY86" fmla="*/ 6807 h 169934"/>
                    <a:gd name="connsiteX87" fmla="*/ 38733 w 102504"/>
                    <a:gd name="connsiteY87" fmla="*/ 10650 h 169934"/>
                    <a:gd name="connsiteX88" fmla="*/ 39555 w 102504"/>
                    <a:gd name="connsiteY88" fmla="*/ 8497 h 169934"/>
                    <a:gd name="connsiteX89" fmla="*/ 36499 w 102504"/>
                    <a:gd name="connsiteY89" fmla="*/ 4225 h 169934"/>
                    <a:gd name="connsiteX90" fmla="*/ 37251 w 102504"/>
                    <a:gd name="connsiteY90" fmla="*/ 3137 h 169934"/>
                    <a:gd name="connsiteX91" fmla="*/ 39543 w 102504"/>
                    <a:gd name="connsiteY91" fmla="*/ 1169 h 169934"/>
                    <a:gd name="connsiteX92" fmla="*/ 46037 w 102504"/>
                    <a:gd name="connsiteY92" fmla="*/ 0 h 169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</a:cxnLst>
                  <a:rect l="l" t="t" r="r" b="b"/>
                  <a:pathLst>
                    <a:path w="102504" h="169934">
                      <a:moveTo>
                        <a:pt x="46037" y="0"/>
                      </a:moveTo>
                      <a:lnTo>
                        <a:pt x="48260" y="371"/>
                      </a:lnTo>
                      <a:lnTo>
                        <a:pt x="63633" y="9782"/>
                      </a:lnTo>
                      <a:lnTo>
                        <a:pt x="66967" y="11981"/>
                      </a:lnTo>
                      <a:lnTo>
                        <a:pt x="72627" y="18383"/>
                      </a:lnTo>
                      <a:lnTo>
                        <a:pt x="79723" y="26416"/>
                      </a:lnTo>
                      <a:lnTo>
                        <a:pt x="80163" y="27643"/>
                      </a:lnTo>
                      <a:lnTo>
                        <a:pt x="82432" y="34763"/>
                      </a:lnTo>
                      <a:lnTo>
                        <a:pt x="80985" y="36314"/>
                      </a:lnTo>
                      <a:lnTo>
                        <a:pt x="86275" y="47068"/>
                      </a:lnTo>
                      <a:lnTo>
                        <a:pt x="88590" y="65276"/>
                      </a:lnTo>
                      <a:lnTo>
                        <a:pt x="88880" y="67499"/>
                      </a:lnTo>
                      <a:lnTo>
                        <a:pt x="87120" y="71921"/>
                      </a:lnTo>
                      <a:lnTo>
                        <a:pt x="79932" y="77917"/>
                      </a:lnTo>
                      <a:lnTo>
                        <a:pt x="79341" y="82941"/>
                      </a:lnTo>
                      <a:lnTo>
                        <a:pt x="79399" y="81124"/>
                      </a:lnTo>
                      <a:lnTo>
                        <a:pt x="79295" y="82617"/>
                      </a:lnTo>
                      <a:lnTo>
                        <a:pt x="77443" y="82363"/>
                      </a:lnTo>
                      <a:lnTo>
                        <a:pt x="79526" y="85569"/>
                      </a:lnTo>
                      <a:lnTo>
                        <a:pt x="79746" y="84053"/>
                      </a:lnTo>
                      <a:lnTo>
                        <a:pt x="79688" y="84076"/>
                      </a:lnTo>
                      <a:lnTo>
                        <a:pt x="79700" y="83983"/>
                      </a:lnTo>
                      <a:lnTo>
                        <a:pt x="79746" y="84041"/>
                      </a:lnTo>
                      <a:lnTo>
                        <a:pt x="79851" y="83312"/>
                      </a:lnTo>
                      <a:lnTo>
                        <a:pt x="80939" y="86032"/>
                      </a:lnTo>
                      <a:lnTo>
                        <a:pt x="94228" y="90142"/>
                      </a:lnTo>
                      <a:lnTo>
                        <a:pt x="99877" y="98164"/>
                      </a:lnTo>
                      <a:lnTo>
                        <a:pt x="102412" y="101787"/>
                      </a:lnTo>
                      <a:lnTo>
                        <a:pt x="102435" y="103338"/>
                      </a:lnTo>
                      <a:lnTo>
                        <a:pt x="99229" y="103477"/>
                      </a:lnTo>
                      <a:lnTo>
                        <a:pt x="95837" y="106707"/>
                      </a:lnTo>
                      <a:lnTo>
                        <a:pt x="90593" y="108270"/>
                      </a:lnTo>
                      <a:lnTo>
                        <a:pt x="86530" y="113826"/>
                      </a:lnTo>
                      <a:lnTo>
                        <a:pt x="87560" y="117901"/>
                      </a:lnTo>
                      <a:lnTo>
                        <a:pt x="98326" y="125853"/>
                      </a:lnTo>
                      <a:lnTo>
                        <a:pt x="102458" y="126987"/>
                      </a:lnTo>
                      <a:lnTo>
                        <a:pt x="102505" y="127022"/>
                      </a:lnTo>
                      <a:lnTo>
                        <a:pt x="97735" y="133308"/>
                      </a:lnTo>
                      <a:lnTo>
                        <a:pt x="96855" y="137464"/>
                      </a:lnTo>
                      <a:lnTo>
                        <a:pt x="97272" y="142928"/>
                      </a:lnTo>
                      <a:lnTo>
                        <a:pt x="101393" y="153230"/>
                      </a:lnTo>
                      <a:lnTo>
                        <a:pt x="99622" y="159481"/>
                      </a:lnTo>
                      <a:lnTo>
                        <a:pt x="98580" y="160338"/>
                      </a:lnTo>
                      <a:lnTo>
                        <a:pt x="95571" y="162317"/>
                      </a:lnTo>
                      <a:lnTo>
                        <a:pt x="94969" y="163290"/>
                      </a:lnTo>
                      <a:lnTo>
                        <a:pt x="89621" y="167665"/>
                      </a:lnTo>
                      <a:lnTo>
                        <a:pt x="81193" y="164899"/>
                      </a:lnTo>
                      <a:lnTo>
                        <a:pt x="74144" y="165535"/>
                      </a:lnTo>
                      <a:lnTo>
                        <a:pt x="72627" y="166785"/>
                      </a:lnTo>
                      <a:lnTo>
                        <a:pt x="69259" y="169564"/>
                      </a:lnTo>
                      <a:lnTo>
                        <a:pt x="61364" y="169934"/>
                      </a:lnTo>
                      <a:lnTo>
                        <a:pt x="43132" y="165790"/>
                      </a:lnTo>
                      <a:lnTo>
                        <a:pt x="39671" y="161414"/>
                      </a:lnTo>
                      <a:lnTo>
                        <a:pt x="31406" y="157259"/>
                      </a:lnTo>
                      <a:lnTo>
                        <a:pt x="29901" y="155892"/>
                      </a:lnTo>
                      <a:lnTo>
                        <a:pt x="29634" y="155302"/>
                      </a:lnTo>
                      <a:lnTo>
                        <a:pt x="27620" y="153809"/>
                      </a:lnTo>
                      <a:lnTo>
                        <a:pt x="23210" y="149781"/>
                      </a:lnTo>
                      <a:lnTo>
                        <a:pt x="19320" y="138818"/>
                      </a:lnTo>
                      <a:lnTo>
                        <a:pt x="19436" y="130090"/>
                      </a:lnTo>
                      <a:lnTo>
                        <a:pt x="17700" y="127636"/>
                      </a:lnTo>
                      <a:lnTo>
                        <a:pt x="13683" y="125992"/>
                      </a:lnTo>
                      <a:lnTo>
                        <a:pt x="13220" y="125598"/>
                      </a:lnTo>
                      <a:lnTo>
                        <a:pt x="12537" y="125517"/>
                      </a:lnTo>
                      <a:lnTo>
                        <a:pt x="10314" y="124603"/>
                      </a:lnTo>
                      <a:lnTo>
                        <a:pt x="12294" y="120563"/>
                      </a:lnTo>
                      <a:lnTo>
                        <a:pt x="11946" y="110098"/>
                      </a:lnTo>
                      <a:lnTo>
                        <a:pt x="13266" y="106926"/>
                      </a:lnTo>
                      <a:lnTo>
                        <a:pt x="15535" y="103280"/>
                      </a:lnTo>
                      <a:lnTo>
                        <a:pt x="15245" y="100502"/>
                      </a:lnTo>
                      <a:lnTo>
                        <a:pt x="15280" y="99182"/>
                      </a:lnTo>
                      <a:lnTo>
                        <a:pt x="15373" y="99205"/>
                      </a:lnTo>
                      <a:lnTo>
                        <a:pt x="15303" y="98465"/>
                      </a:lnTo>
                      <a:lnTo>
                        <a:pt x="15373" y="95571"/>
                      </a:lnTo>
                      <a:lnTo>
                        <a:pt x="14458" y="89505"/>
                      </a:lnTo>
                      <a:lnTo>
                        <a:pt x="14227" y="86958"/>
                      </a:lnTo>
                      <a:lnTo>
                        <a:pt x="7154" y="77987"/>
                      </a:lnTo>
                      <a:lnTo>
                        <a:pt x="1308" y="65276"/>
                      </a:lnTo>
                      <a:lnTo>
                        <a:pt x="0" y="62452"/>
                      </a:lnTo>
                      <a:lnTo>
                        <a:pt x="486" y="53226"/>
                      </a:lnTo>
                      <a:lnTo>
                        <a:pt x="3751" y="48480"/>
                      </a:lnTo>
                      <a:lnTo>
                        <a:pt x="5915" y="37055"/>
                      </a:lnTo>
                      <a:lnTo>
                        <a:pt x="12050" y="23557"/>
                      </a:lnTo>
                      <a:lnTo>
                        <a:pt x="24599" y="17804"/>
                      </a:lnTo>
                      <a:lnTo>
                        <a:pt x="25895" y="12004"/>
                      </a:lnTo>
                      <a:lnTo>
                        <a:pt x="28998" y="8138"/>
                      </a:lnTo>
                      <a:lnTo>
                        <a:pt x="33941" y="6807"/>
                      </a:lnTo>
                      <a:lnTo>
                        <a:pt x="38733" y="10650"/>
                      </a:lnTo>
                      <a:lnTo>
                        <a:pt x="39555" y="8497"/>
                      </a:lnTo>
                      <a:lnTo>
                        <a:pt x="36499" y="4225"/>
                      </a:lnTo>
                      <a:lnTo>
                        <a:pt x="37251" y="3137"/>
                      </a:lnTo>
                      <a:lnTo>
                        <a:pt x="39543" y="1169"/>
                      </a:lnTo>
                      <a:lnTo>
                        <a:pt x="4603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3" name="Freeform: Shape 272">
                  <a:extLst>
                    <a:ext uri="{FF2B5EF4-FFF2-40B4-BE49-F238E27FC236}">
                      <a16:creationId xmlns:a16="http://schemas.microsoft.com/office/drawing/2014/main" id="{02819BAA-938D-1055-0A5D-2A3601993709}"/>
                    </a:ext>
                  </a:extLst>
                </p:cNvPr>
                <p:cNvSpPr/>
                <p:nvPr/>
              </p:nvSpPr>
              <p:spPr>
                <a:xfrm>
                  <a:off x="8125164" y="4048842"/>
                  <a:ext cx="143286" cy="205448"/>
                </a:xfrm>
                <a:custGeom>
                  <a:avLst/>
                  <a:gdLst>
                    <a:gd name="connsiteX0" fmla="*/ 136549 w 143286"/>
                    <a:gd name="connsiteY0" fmla="*/ 46 h 205448"/>
                    <a:gd name="connsiteX1" fmla="*/ 136688 w 143286"/>
                    <a:gd name="connsiteY1" fmla="*/ 0 h 205448"/>
                    <a:gd name="connsiteX2" fmla="*/ 140473 w 143286"/>
                    <a:gd name="connsiteY2" fmla="*/ 3496 h 205448"/>
                    <a:gd name="connsiteX3" fmla="*/ 141087 w 143286"/>
                    <a:gd name="connsiteY3" fmla="*/ 7524 h 205448"/>
                    <a:gd name="connsiteX4" fmla="*/ 141828 w 143286"/>
                    <a:gd name="connsiteY4" fmla="*/ 12317 h 205448"/>
                    <a:gd name="connsiteX5" fmla="*/ 143286 w 143286"/>
                    <a:gd name="connsiteY5" fmla="*/ 12456 h 205448"/>
                    <a:gd name="connsiteX6" fmla="*/ 142846 w 143286"/>
                    <a:gd name="connsiteY6" fmla="*/ 15338 h 205448"/>
                    <a:gd name="connsiteX7" fmla="*/ 141179 w 143286"/>
                    <a:gd name="connsiteY7" fmla="*/ 15245 h 205448"/>
                    <a:gd name="connsiteX8" fmla="*/ 140624 w 143286"/>
                    <a:gd name="connsiteY8" fmla="*/ 16959 h 205448"/>
                    <a:gd name="connsiteX9" fmla="*/ 142684 w 143286"/>
                    <a:gd name="connsiteY9" fmla="*/ 22885 h 205448"/>
                    <a:gd name="connsiteX10" fmla="*/ 139478 w 143286"/>
                    <a:gd name="connsiteY10" fmla="*/ 25525 h 205448"/>
                    <a:gd name="connsiteX11" fmla="*/ 139003 w 143286"/>
                    <a:gd name="connsiteY11" fmla="*/ 28604 h 205448"/>
                    <a:gd name="connsiteX12" fmla="*/ 118317 w 143286"/>
                    <a:gd name="connsiteY12" fmla="*/ 59130 h 205448"/>
                    <a:gd name="connsiteX13" fmla="*/ 117900 w 143286"/>
                    <a:gd name="connsiteY13" fmla="*/ 64200 h 205448"/>
                    <a:gd name="connsiteX14" fmla="*/ 115226 w 143286"/>
                    <a:gd name="connsiteY14" fmla="*/ 66191 h 205448"/>
                    <a:gd name="connsiteX15" fmla="*/ 110179 w 143286"/>
                    <a:gd name="connsiteY15" fmla="*/ 77257 h 205448"/>
                    <a:gd name="connsiteX16" fmla="*/ 108454 w 143286"/>
                    <a:gd name="connsiteY16" fmla="*/ 78658 h 205448"/>
                    <a:gd name="connsiteX17" fmla="*/ 108339 w 143286"/>
                    <a:gd name="connsiteY17" fmla="*/ 76389 h 205448"/>
                    <a:gd name="connsiteX18" fmla="*/ 104854 w 143286"/>
                    <a:gd name="connsiteY18" fmla="*/ 78739 h 205448"/>
                    <a:gd name="connsiteX19" fmla="*/ 94552 w 143286"/>
                    <a:gd name="connsiteY19" fmla="*/ 101833 h 205448"/>
                    <a:gd name="connsiteX20" fmla="*/ 91635 w 143286"/>
                    <a:gd name="connsiteY20" fmla="*/ 104507 h 205448"/>
                    <a:gd name="connsiteX21" fmla="*/ 89829 w 143286"/>
                    <a:gd name="connsiteY21" fmla="*/ 103303 h 205448"/>
                    <a:gd name="connsiteX22" fmla="*/ 89528 w 143286"/>
                    <a:gd name="connsiteY22" fmla="*/ 103002 h 205448"/>
                    <a:gd name="connsiteX23" fmla="*/ 89516 w 143286"/>
                    <a:gd name="connsiteY23" fmla="*/ 103094 h 205448"/>
                    <a:gd name="connsiteX24" fmla="*/ 89181 w 143286"/>
                    <a:gd name="connsiteY24" fmla="*/ 102875 h 205448"/>
                    <a:gd name="connsiteX25" fmla="*/ 88011 w 143286"/>
                    <a:gd name="connsiteY25" fmla="*/ 112147 h 205448"/>
                    <a:gd name="connsiteX26" fmla="*/ 87340 w 143286"/>
                    <a:gd name="connsiteY26" fmla="*/ 113235 h 205448"/>
                    <a:gd name="connsiteX27" fmla="*/ 85453 w 143286"/>
                    <a:gd name="connsiteY27" fmla="*/ 116326 h 205448"/>
                    <a:gd name="connsiteX28" fmla="*/ 84214 w 143286"/>
                    <a:gd name="connsiteY28" fmla="*/ 118352 h 205448"/>
                    <a:gd name="connsiteX29" fmla="*/ 83647 w 143286"/>
                    <a:gd name="connsiteY29" fmla="*/ 119266 h 205448"/>
                    <a:gd name="connsiteX30" fmla="*/ 83647 w 143286"/>
                    <a:gd name="connsiteY30" fmla="*/ 119289 h 205448"/>
                    <a:gd name="connsiteX31" fmla="*/ 83578 w 143286"/>
                    <a:gd name="connsiteY31" fmla="*/ 119394 h 205448"/>
                    <a:gd name="connsiteX32" fmla="*/ 83589 w 143286"/>
                    <a:gd name="connsiteY32" fmla="*/ 121547 h 205448"/>
                    <a:gd name="connsiteX33" fmla="*/ 85349 w 143286"/>
                    <a:gd name="connsiteY33" fmla="*/ 120620 h 205448"/>
                    <a:gd name="connsiteX34" fmla="*/ 73924 w 143286"/>
                    <a:gd name="connsiteY34" fmla="*/ 140693 h 205448"/>
                    <a:gd name="connsiteX35" fmla="*/ 72847 w 143286"/>
                    <a:gd name="connsiteY35" fmla="*/ 147905 h 205448"/>
                    <a:gd name="connsiteX36" fmla="*/ 73009 w 143286"/>
                    <a:gd name="connsiteY36" fmla="*/ 148079 h 205448"/>
                    <a:gd name="connsiteX37" fmla="*/ 72997 w 143286"/>
                    <a:gd name="connsiteY37" fmla="*/ 148183 h 205448"/>
                    <a:gd name="connsiteX38" fmla="*/ 74502 w 143286"/>
                    <a:gd name="connsiteY38" fmla="*/ 149815 h 205448"/>
                    <a:gd name="connsiteX39" fmla="*/ 69502 w 143286"/>
                    <a:gd name="connsiteY39" fmla="*/ 155892 h 205448"/>
                    <a:gd name="connsiteX40" fmla="*/ 71655 w 143286"/>
                    <a:gd name="connsiteY40" fmla="*/ 148657 h 205448"/>
                    <a:gd name="connsiteX41" fmla="*/ 69536 w 143286"/>
                    <a:gd name="connsiteY41" fmla="*/ 147743 h 205448"/>
                    <a:gd name="connsiteX42" fmla="*/ 66411 w 143286"/>
                    <a:gd name="connsiteY42" fmla="*/ 149305 h 205448"/>
                    <a:gd name="connsiteX43" fmla="*/ 65566 w 143286"/>
                    <a:gd name="connsiteY43" fmla="*/ 152848 h 205448"/>
                    <a:gd name="connsiteX44" fmla="*/ 65276 w 143286"/>
                    <a:gd name="connsiteY44" fmla="*/ 153542 h 205448"/>
                    <a:gd name="connsiteX45" fmla="*/ 65357 w 143286"/>
                    <a:gd name="connsiteY45" fmla="*/ 153728 h 205448"/>
                    <a:gd name="connsiteX46" fmla="*/ 65218 w 143286"/>
                    <a:gd name="connsiteY46" fmla="*/ 154283 h 205448"/>
                    <a:gd name="connsiteX47" fmla="*/ 66885 w 143286"/>
                    <a:gd name="connsiteY47" fmla="*/ 157200 h 205448"/>
                    <a:gd name="connsiteX48" fmla="*/ 65392 w 143286"/>
                    <a:gd name="connsiteY48" fmla="*/ 159296 h 205448"/>
                    <a:gd name="connsiteX49" fmla="*/ 66955 w 143286"/>
                    <a:gd name="connsiteY49" fmla="*/ 159817 h 205448"/>
                    <a:gd name="connsiteX50" fmla="*/ 64095 w 143286"/>
                    <a:gd name="connsiteY50" fmla="*/ 162629 h 205448"/>
                    <a:gd name="connsiteX51" fmla="*/ 62730 w 143286"/>
                    <a:gd name="connsiteY51" fmla="*/ 160222 h 205448"/>
                    <a:gd name="connsiteX52" fmla="*/ 59303 w 143286"/>
                    <a:gd name="connsiteY52" fmla="*/ 159122 h 205448"/>
                    <a:gd name="connsiteX53" fmla="*/ 57926 w 143286"/>
                    <a:gd name="connsiteY53" fmla="*/ 159677 h 205448"/>
                    <a:gd name="connsiteX54" fmla="*/ 57150 w 143286"/>
                    <a:gd name="connsiteY54" fmla="*/ 159562 h 205448"/>
                    <a:gd name="connsiteX55" fmla="*/ 55113 w 143286"/>
                    <a:gd name="connsiteY55" fmla="*/ 160823 h 205448"/>
                    <a:gd name="connsiteX56" fmla="*/ 52728 w 143286"/>
                    <a:gd name="connsiteY56" fmla="*/ 161796 h 205448"/>
                    <a:gd name="connsiteX57" fmla="*/ 46801 w 143286"/>
                    <a:gd name="connsiteY57" fmla="*/ 180781 h 205448"/>
                    <a:gd name="connsiteX58" fmla="*/ 46871 w 143286"/>
                    <a:gd name="connsiteY58" fmla="*/ 180884 h 205448"/>
                    <a:gd name="connsiteX59" fmla="*/ 46859 w 143286"/>
                    <a:gd name="connsiteY59" fmla="*/ 180942 h 205448"/>
                    <a:gd name="connsiteX60" fmla="*/ 46963 w 143286"/>
                    <a:gd name="connsiteY60" fmla="*/ 181024 h 205448"/>
                    <a:gd name="connsiteX61" fmla="*/ 50309 w 143286"/>
                    <a:gd name="connsiteY61" fmla="*/ 186105 h 205448"/>
                    <a:gd name="connsiteX62" fmla="*/ 45690 w 143286"/>
                    <a:gd name="connsiteY62" fmla="*/ 190944 h 205448"/>
                    <a:gd name="connsiteX63" fmla="*/ 46037 w 143286"/>
                    <a:gd name="connsiteY63" fmla="*/ 193942 h 205448"/>
                    <a:gd name="connsiteX64" fmla="*/ 41071 w 143286"/>
                    <a:gd name="connsiteY64" fmla="*/ 205449 h 205448"/>
                    <a:gd name="connsiteX65" fmla="*/ 36429 w 143286"/>
                    <a:gd name="connsiteY65" fmla="*/ 205217 h 205448"/>
                    <a:gd name="connsiteX66" fmla="*/ 34589 w 143286"/>
                    <a:gd name="connsiteY66" fmla="*/ 202659 h 205448"/>
                    <a:gd name="connsiteX67" fmla="*/ 32401 w 143286"/>
                    <a:gd name="connsiteY67" fmla="*/ 204418 h 205448"/>
                    <a:gd name="connsiteX68" fmla="*/ 26821 w 143286"/>
                    <a:gd name="connsiteY68" fmla="*/ 201536 h 205448"/>
                    <a:gd name="connsiteX69" fmla="*/ 26277 w 143286"/>
                    <a:gd name="connsiteY69" fmla="*/ 201223 h 205448"/>
                    <a:gd name="connsiteX70" fmla="*/ 26231 w 143286"/>
                    <a:gd name="connsiteY70" fmla="*/ 201235 h 205448"/>
                    <a:gd name="connsiteX71" fmla="*/ 26103 w 143286"/>
                    <a:gd name="connsiteY71" fmla="*/ 201166 h 205448"/>
                    <a:gd name="connsiteX72" fmla="*/ 17445 w 143286"/>
                    <a:gd name="connsiteY72" fmla="*/ 202207 h 205448"/>
                    <a:gd name="connsiteX73" fmla="*/ 17028 w 143286"/>
                    <a:gd name="connsiteY73" fmla="*/ 201304 h 205448"/>
                    <a:gd name="connsiteX74" fmla="*/ 16357 w 143286"/>
                    <a:gd name="connsiteY74" fmla="*/ 199094 h 205448"/>
                    <a:gd name="connsiteX75" fmla="*/ 15928 w 143286"/>
                    <a:gd name="connsiteY75" fmla="*/ 198908 h 205448"/>
                    <a:gd name="connsiteX76" fmla="*/ 15662 w 143286"/>
                    <a:gd name="connsiteY76" fmla="*/ 198341 h 205448"/>
                    <a:gd name="connsiteX77" fmla="*/ 8265 w 143286"/>
                    <a:gd name="connsiteY77" fmla="*/ 195366 h 205448"/>
                    <a:gd name="connsiteX78" fmla="*/ 1632 w 143286"/>
                    <a:gd name="connsiteY78" fmla="*/ 180121 h 205448"/>
                    <a:gd name="connsiteX79" fmla="*/ 2269 w 143286"/>
                    <a:gd name="connsiteY79" fmla="*/ 175004 h 205448"/>
                    <a:gd name="connsiteX80" fmla="*/ 799 w 143286"/>
                    <a:gd name="connsiteY80" fmla="*/ 170906 h 205448"/>
                    <a:gd name="connsiteX81" fmla="*/ 3091 w 143286"/>
                    <a:gd name="connsiteY81" fmla="*/ 161229 h 205448"/>
                    <a:gd name="connsiteX82" fmla="*/ 0 w 143286"/>
                    <a:gd name="connsiteY82" fmla="*/ 156078 h 205448"/>
                    <a:gd name="connsiteX83" fmla="*/ 58 w 143286"/>
                    <a:gd name="connsiteY83" fmla="*/ 155834 h 205448"/>
                    <a:gd name="connsiteX84" fmla="*/ 1678 w 143286"/>
                    <a:gd name="connsiteY84" fmla="*/ 152269 h 205448"/>
                    <a:gd name="connsiteX85" fmla="*/ 1586 w 143286"/>
                    <a:gd name="connsiteY85" fmla="*/ 149630 h 205448"/>
                    <a:gd name="connsiteX86" fmla="*/ 3982 w 143286"/>
                    <a:gd name="connsiteY86" fmla="*/ 139894 h 205448"/>
                    <a:gd name="connsiteX87" fmla="*/ 8763 w 143286"/>
                    <a:gd name="connsiteY87" fmla="*/ 136572 h 205448"/>
                    <a:gd name="connsiteX88" fmla="*/ 11969 w 143286"/>
                    <a:gd name="connsiteY88" fmla="*/ 127867 h 205448"/>
                    <a:gd name="connsiteX89" fmla="*/ 20165 w 143286"/>
                    <a:gd name="connsiteY89" fmla="*/ 116731 h 205448"/>
                    <a:gd name="connsiteX90" fmla="*/ 23302 w 143286"/>
                    <a:gd name="connsiteY90" fmla="*/ 116106 h 205448"/>
                    <a:gd name="connsiteX91" fmla="*/ 25559 w 143286"/>
                    <a:gd name="connsiteY91" fmla="*/ 113305 h 205448"/>
                    <a:gd name="connsiteX92" fmla="*/ 28928 w 143286"/>
                    <a:gd name="connsiteY92" fmla="*/ 113768 h 205448"/>
                    <a:gd name="connsiteX93" fmla="*/ 29785 w 143286"/>
                    <a:gd name="connsiteY93" fmla="*/ 113235 h 205448"/>
                    <a:gd name="connsiteX94" fmla="*/ 34531 w 143286"/>
                    <a:gd name="connsiteY94" fmla="*/ 110249 h 205448"/>
                    <a:gd name="connsiteX95" fmla="*/ 35607 w 143286"/>
                    <a:gd name="connsiteY95" fmla="*/ 112077 h 205448"/>
                    <a:gd name="connsiteX96" fmla="*/ 36186 w 143286"/>
                    <a:gd name="connsiteY96" fmla="*/ 111927 h 205448"/>
                    <a:gd name="connsiteX97" fmla="*/ 36232 w 143286"/>
                    <a:gd name="connsiteY97" fmla="*/ 111974 h 205448"/>
                    <a:gd name="connsiteX98" fmla="*/ 40145 w 143286"/>
                    <a:gd name="connsiteY98" fmla="*/ 111811 h 205448"/>
                    <a:gd name="connsiteX99" fmla="*/ 41430 w 143286"/>
                    <a:gd name="connsiteY99" fmla="*/ 112853 h 205448"/>
                    <a:gd name="connsiteX100" fmla="*/ 43560 w 143286"/>
                    <a:gd name="connsiteY100" fmla="*/ 111673 h 205448"/>
                    <a:gd name="connsiteX101" fmla="*/ 44382 w 143286"/>
                    <a:gd name="connsiteY101" fmla="*/ 111638 h 205448"/>
                    <a:gd name="connsiteX102" fmla="*/ 47114 w 143286"/>
                    <a:gd name="connsiteY102" fmla="*/ 109716 h 205448"/>
                    <a:gd name="connsiteX103" fmla="*/ 48248 w 143286"/>
                    <a:gd name="connsiteY103" fmla="*/ 109080 h 205448"/>
                    <a:gd name="connsiteX104" fmla="*/ 48954 w 143286"/>
                    <a:gd name="connsiteY104" fmla="*/ 109230 h 205448"/>
                    <a:gd name="connsiteX105" fmla="*/ 52821 w 143286"/>
                    <a:gd name="connsiteY105" fmla="*/ 110318 h 205448"/>
                    <a:gd name="connsiteX106" fmla="*/ 53249 w 143286"/>
                    <a:gd name="connsiteY106" fmla="*/ 110133 h 205448"/>
                    <a:gd name="connsiteX107" fmla="*/ 54569 w 143286"/>
                    <a:gd name="connsiteY107" fmla="*/ 110411 h 205448"/>
                    <a:gd name="connsiteX108" fmla="*/ 58956 w 143286"/>
                    <a:gd name="connsiteY108" fmla="*/ 107667 h 205448"/>
                    <a:gd name="connsiteX109" fmla="*/ 62822 w 143286"/>
                    <a:gd name="connsiteY109" fmla="*/ 109936 h 205448"/>
                    <a:gd name="connsiteX110" fmla="*/ 69131 w 143286"/>
                    <a:gd name="connsiteY110" fmla="*/ 105792 h 205448"/>
                    <a:gd name="connsiteX111" fmla="*/ 70613 w 143286"/>
                    <a:gd name="connsiteY111" fmla="*/ 105016 h 205448"/>
                    <a:gd name="connsiteX112" fmla="*/ 70752 w 143286"/>
                    <a:gd name="connsiteY112" fmla="*/ 104646 h 205448"/>
                    <a:gd name="connsiteX113" fmla="*/ 72465 w 143286"/>
                    <a:gd name="connsiteY113" fmla="*/ 103083 h 205448"/>
                    <a:gd name="connsiteX114" fmla="*/ 72627 w 143286"/>
                    <a:gd name="connsiteY114" fmla="*/ 103257 h 205448"/>
                    <a:gd name="connsiteX115" fmla="*/ 73125 w 143286"/>
                    <a:gd name="connsiteY115" fmla="*/ 105364 h 205448"/>
                    <a:gd name="connsiteX116" fmla="*/ 75336 w 143286"/>
                    <a:gd name="connsiteY116" fmla="*/ 101324 h 205448"/>
                    <a:gd name="connsiteX117" fmla="*/ 76748 w 143286"/>
                    <a:gd name="connsiteY117" fmla="*/ 101243 h 205448"/>
                    <a:gd name="connsiteX118" fmla="*/ 76922 w 143286"/>
                    <a:gd name="connsiteY118" fmla="*/ 101358 h 205448"/>
                    <a:gd name="connsiteX119" fmla="*/ 77431 w 143286"/>
                    <a:gd name="connsiteY119" fmla="*/ 101069 h 205448"/>
                    <a:gd name="connsiteX120" fmla="*/ 85384 w 143286"/>
                    <a:gd name="connsiteY120" fmla="*/ 98383 h 205448"/>
                    <a:gd name="connsiteX121" fmla="*/ 83543 w 143286"/>
                    <a:gd name="connsiteY121" fmla="*/ 96138 h 205448"/>
                    <a:gd name="connsiteX122" fmla="*/ 84805 w 143286"/>
                    <a:gd name="connsiteY122" fmla="*/ 92526 h 205448"/>
                    <a:gd name="connsiteX123" fmla="*/ 83775 w 143286"/>
                    <a:gd name="connsiteY123" fmla="*/ 91067 h 205448"/>
                    <a:gd name="connsiteX124" fmla="*/ 79584 w 143286"/>
                    <a:gd name="connsiteY124" fmla="*/ 98244 h 205448"/>
                    <a:gd name="connsiteX125" fmla="*/ 79468 w 143286"/>
                    <a:gd name="connsiteY125" fmla="*/ 98349 h 205448"/>
                    <a:gd name="connsiteX126" fmla="*/ 76100 w 143286"/>
                    <a:gd name="connsiteY126" fmla="*/ 98881 h 205448"/>
                    <a:gd name="connsiteX127" fmla="*/ 75718 w 143286"/>
                    <a:gd name="connsiteY127" fmla="*/ 99541 h 205448"/>
                    <a:gd name="connsiteX128" fmla="*/ 75602 w 143286"/>
                    <a:gd name="connsiteY128" fmla="*/ 99552 h 205448"/>
                    <a:gd name="connsiteX129" fmla="*/ 74236 w 143286"/>
                    <a:gd name="connsiteY129" fmla="*/ 102122 h 205448"/>
                    <a:gd name="connsiteX130" fmla="*/ 73981 w 143286"/>
                    <a:gd name="connsiteY130" fmla="*/ 102562 h 205448"/>
                    <a:gd name="connsiteX131" fmla="*/ 71886 w 143286"/>
                    <a:gd name="connsiteY131" fmla="*/ 101810 h 205448"/>
                    <a:gd name="connsiteX132" fmla="*/ 73854 w 143286"/>
                    <a:gd name="connsiteY132" fmla="*/ 99888 h 205448"/>
                    <a:gd name="connsiteX133" fmla="*/ 73565 w 143286"/>
                    <a:gd name="connsiteY133" fmla="*/ 99842 h 205448"/>
                    <a:gd name="connsiteX134" fmla="*/ 72176 w 143286"/>
                    <a:gd name="connsiteY134" fmla="*/ 99645 h 205448"/>
                    <a:gd name="connsiteX135" fmla="*/ 73449 w 143286"/>
                    <a:gd name="connsiteY135" fmla="*/ 96300 h 205448"/>
                    <a:gd name="connsiteX136" fmla="*/ 71736 w 143286"/>
                    <a:gd name="connsiteY136" fmla="*/ 97538 h 205448"/>
                    <a:gd name="connsiteX137" fmla="*/ 71238 w 143286"/>
                    <a:gd name="connsiteY137" fmla="*/ 97480 h 205448"/>
                    <a:gd name="connsiteX138" fmla="*/ 72106 w 143286"/>
                    <a:gd name="connsiteY138" fmla="*/ 96126 h 205448"/>
                    <a:gd name="connsiteX139" fmla="*/ 70752 w 143286"/>
                    <a:gd name="connsiteY139" fmla="*/ 95015 h 205448"/>
                    <a:gd name="connsiteX140" fmla="*/ 70347 w 143286"/>
                    <a:gd name="connsiteY140" fmla="*/ 97376 h 205448"/>
                    <a:gd name="connsiteX141" fmla="*/ 70208 w 143286"/>
                    <a:gd name="connsiteY141" fmla="*/ 97364 h 205448"/>
                    <a:gd name="connsiteX142" fmla="*/ 70057 w 143286"/>
                    <a:gd name="connsiteY142" fmla="*/ 99136 h 205448"/>
                    <a:gd name="connsiteX143" fmla="*/ 69953 w 143286"/>
                    <a:gd name="connsiteY143" fmla="*/ 99761 h 205448"/>
                    <a:gd name="connsiteX144" fmla="*/ 67892 w 143286"/>
                    <a:gd name="connsiteY144" fmla="*/ 98198 h 205448"/>
                    <a:gd name="connsiteX145" fmla="*/ 67325 w 143286"/>
                    <a:gd name="connsiteY145" fmla="*/ 98916 h 205448"/>
                    <a:gd name="connsiteX146" fmla="*/ 66214 w 143286"/>
                    <a:gd name="connsiteY146" fmla="*/ 99228 h 205448"/>
                    <a:gd name="connsiteX147" fmla="*/ 66087 w 143286"/>
                    <a:gd name="connsiteY147" fmla="*/ 98510 h 205448"/>
                    <a:gd name="connsiteX148" fmla="*/ 65381 w 143286"/>
                    <a:gd name="connsiteY148" fmla="*/ 99460 h 205448"/>
                    <a:gd name="connsiteX149" fmla="*/ 64119 w 143286"/>
                    <a:gd name="connsiteY149" fmla="*/ 99819 h 205448"/>
                    <a:gd name="connsiteX150" fmla="*/ 63667 w 143286"/>
                    <a:gd name="connsiteY150" fmla="*/ 99263 h 205448"/>
                    <a:gd name="connsiteX151" fmla="*/ 62822 w 143286"/>
                    <a:gd name="connsiteY151" fmla="*/ 100802 h 205448"/>
                    <a:gd name="connsiteX152" fmla="*/ 60901 w 143286"/>
                    <a:gd name="connsiteY152" fmla="*/ 103442 h 205448"/>
                    <a:gd name="connsiteX153" fmla="*/ 61086 w 143286"/>
                    <a:gd name="connsiteY153" fmla="*/ 103974 h 205448"/>
                    <a:gd name="connsiteX154" fmla="*/ 60808 w 143286"/>
                    <a:gd name="connsiteY154" fmla="*/ 104484 h 205448"/>
                    <a:gd name="connsiteX155" fmla="*/ 60646 w 143286"/>
                    <a:gd name="connsiteY155" fmla="*/ 104275 h 205448"/>
                    <a:gd name="connsiteX156" fmla="*/ 60021 w 143286"/>
                    <a:gd name="connsiteY156" fmla="*/ 105942 h 205448"/>
                    <a:gd name="connsiteX157" fmla="*/ 59847 w 143286"/>
                    <a:gd name="connsiteY157" fmla="*/ 106243 h 205448"/>
                    <a:gd name="connsiteX158" fmla="*/ 58053 w 143286"/>
                    <a:gd name="connsiteY158" fmla="*/ 106949 h 205448"/>
                    <a:gd name="connsiteX159" fmla="*/ 58458 w 143286"/>
                    <a:gd name="connsiteY159" fmla="*/ 104854 h 205448"/>
                    <a:gd name="connsiteX160" fmla="*/ 57613 w 143286"/>
                    <a:gd name="connsiteY160" fmla="*/ 105340 h 205448"/>
                    <a:gd name="connsiteX161" fmla="*/ 57602 w 143286"/>
                    <a:gd name="connsiteY161" fmla="*/ 105294 h 205448"/>
                    <a:gd name="connsiteX162" fmla="*/ 56085 w 143286"/>
                    <a:gd name="connsiteY162" fmla="*/ 106209 h 205448"/>
                    <a:gd name="connsiteX163" fmla="*/ 54580 w 143286"/>
                    <a:gd name="connsiteY163" fmla="*/ 107077 h 205448"/>
                    <a:gd name="connsiteX164" fmla="*/ 55205 w 143286"/>
                    <a:gd name="connsiteY164" fmla="*/ 106023 h 205448"/>
                    <a:gd name="connsiteX165" fmla="*/ 54117 w 143286"/>
                    <a:gd name="connsiteY165" fmla="*/ 105965 h 205448"/>
                    <a:gd name="connsiteX166" fmla="*/ 53967 w 143286"/>
                    <a:gd name="connsiteY166" fmla="*/ 105584 h 205448"/>
                    <a:gd name="connsiteX167" fmla="*/ 51339 w 143286"/>
                    <a:gd name="connsiteY167" fmla="*/ 105792 h 205448"/>
                    <a:gd name="connsiteX168" fmla="*/ 48734 w 143286"/>
                    <a:gd name="connsiteY168" fmla="*/ 102169 h 205448"/>
                    <a:gd name="connsiteX169" fmla="*/ 47380 w 143286"/>
                    <a:gd name="connsiteY169" fmla="*/ 103002 h 205448"/>
                    <a:gd name="connsiteX170" fmla="*/ 45748 w 143286"/>
                    <a:gd name="connsiteY170" fmla="*/ 103905 h 205448"/>
                    <a:gd name="connsiteX171" fmla="*/ 44046 w 143286"/>
                    <a:gd name="connsiteY171" fmla="*/ 100316 h 205448"/>
                    <a:gd name="connsiteX172" fmla="*/ 41997 w 143286"/>
                    <a:gd name="connsiteY172" fmla="*/ 100212 h 205448"/>
                    <a:gd name="connsiteX173" fmla="*/ 40122 w 143286"/>
                    <a:gd name="connsiteY173" fmla="*/ 99911 h 205448"/>
                    <a:gd name="connsiteX174" fmla="*/ 37297 w 143286"/>
                    <a:gd name="connsiteY174" fmla="*/ 97029 h 205448"/>
                    <a:gd name="connsiteX175" fmla="*/ 33338 w 143286"/>
                    <a:gd name="connsiteY175" fmla="*/ 98360 h 205448"/>
                    <a:gd name="connsiteX176" fmla="*/ 34820 w 143286"/>
                    <a:gd name="connsiteY176" fmla="*/ 95674 h 205448"/>
                    <a:gd name="connsiteX177" fmla="*/ 36383 w 143286"/>
                    <a:gd name="connsiteY177" fmla="*/ 92954 h 205448"/>
                    <a:gd name="connsiteX178" fmla="*/ 35411 w 143286"/>
                    <a:gd name="connsiteY178" fmla="*/ 89701 h 205448"/>
                    <a:gd name="connsiteX179" fmla="*/ 35596 w 143286"/>
                    <a:gd name="connsiteY179" fmla="*/ 89157 h 205448"/>
                    <a:gd name="connsiteX180" fmla="*/ 44880 w 143286"/>
                    <a:gd name="connsiteY180" fmla="*/ 75648 h 205448"/>
                    <a:gd name="connsiteX181" fmla="*/ 46593 w 143286"/>
                    <a:gd name="connsiteY181" fmla="*/ 74873 h 205448"/>
                    <a:gd name="connsiteX182" fmla="*/ 48433 w 143286"/>
                    <a:gd name="connsiteY182" fmla="*/ 74317 h 205448"/>
                    <a:gd name="connsiteX183" fmla="*/ 48989 w 143286"/>
                    <a:gd name="connsiteY183" fmla="*/ 67314 h 205448"/>
                    <a:gd name="connsiteX184" fmla="*/ 54001 w 143286"/>
                    <a:gd name="connsiteY184" fmla="*/ 61549 h 205448"/>
                    <a:gd name="connsiteX185" fmla="*/ 54013 w 143286"/>
                    <a:gd name="connsiteY185" fmla="*/ 61537 h 205448"/>
                    <a:gd name="connsiteX186" fmla="*/ 65450 w 143286"/>
                    <a:gd name="connsiteY186" fmla="*/ 55228 h 205448"/>
                    <a:gd name="connsiteX187" fmla="*/ 67059 w 143286"/>
                    <a:gd name="connsiteY187" fmla="*/ 53330 h 205448"/>
                    <a:gd name="connsiteX188" fmla="*/ 69212 w 143286"/>
                    <a:gd name="connsiteY188" fmla="*/ 51489 h 205448"/>
                    <a:gd name="connsiteX189" fmla="*/ 69316 w 143286"/>
                    <a:gd name="connsiteY189" fmla="*/ 50656 h 205448"/>
                    <a:gd name="connsiteX190" fmla="*/ 73217 w 143286"/>
                    <a:gd name="connsiteY190" fmla="*/ 46037 h 205448"/>
                    <a:gd name="connsiteX191" fmla="*/ 74421 w 143286"/>
                    <a:gd name="connsiteY191" fmla="*/ 45215 h 205448"/>
                    <a:gd name="connsiteX192" fmla="*/ 78056 w 143286"/>
                    <a:gd name="connsiteY192" fmla="*/ 44162 h 205448"/>
                    <a:gd name="connsiteX193" fmla="*/ 85453 w 143286"/>
                    <a:gd name="connsiteY193" fmla="*/ 38328 h 205448"/>
                    <a:gd name="connsiteX194" fmla="*/ 85696 w 143286"/>
                    <a:gd name="connsiteY194" fmla="*/ 38142 h 205448"/>
                    <a:gd name="connsiteX195" fmla="*/ 88694 w 143286"/>
                    <a:gd name="connsiteY195" fmla="*/ 37031 h 205448"/>
                    <a:gd name="connsiteX196" fmla="*/ 90014 w 143286"/>
                    <a:gd name="connsiteY196" fmla="*/ 36823 h 205448"/>
                    <a:gd name="connsiteX197" fmla="*/ 92781 w 143286"/>
                    <a:gd name="connsiteY197" fmla="*/ 33396 h 205448"/>
                    <a:gd name="connsiteX198" fmla="*/ 98024 w 143286"/>
                    <a:gd name="connsiteY198" fmla="*/ 33327 h 205448"/>
                    <a:gd name="connsiteX199" fmla="*/ 97839 w 143286"/>
                    <a:gd name="connsiteY199" fmla="*/ 29217 h 205448"/>
                    <a:gd name="connsiteX200" fmla="*/ 100004 w 143286"/>
                    <a:gd name="connsiteY200" fmla="*/ 26185 h 205448"/>
                    <a:gd name="connsiteX201" fmla="*/ 104495 w 143286"/>
                    <a:gd name="connsiteY201" fmla="*/ 25247 h 205448"/>
                    <a:gd name="connsiteX202" fmla="*/ 104437 w 143286"/>
                    <a:gd name="connsiteY202" fmla="*/ 24807 h 205448"/>
                    <a:gd name="connsiteX203" fmla="*/ 105630 w 143286"/>
                    <a:gd name="connsiteY203" fmla="*/ 20663 h 205448"/>
                    <a:gd name="connsiteX204" fmla="*/ 107470 w 143286"/>
                    <a:gd name="connsiteY204" fmla="*/ 19702 h 205448"/>
                    <a:gd name="connsiteX205" fmla="*/ 108188 w 143286"/>
                    <a:gd name="connsiteY205" fmla="*/ 20732 h 205448"/>
                    <a:gd name="connsiteX206" fmla="*/ 109033 w 143286"/>
                    <a:gd name="connsiteY206" fmla="*/ 22318 h 205448"/>
                    <a:gd name="connsiteX207" fmla="*/ 109276 w 143286"/>
                    <a:gd name="connsiteY207" fmla="*/ 22318 h 205448"/>
                    <a:gd name="connsiteX208" fmla="*/ 109612 w 143286"/>
                    <a:gd name="connsiteY208" fmla="*/ 22793 h 205448"/>
                    <a:gd name="connsiteX209" fmla="*/ 110515 w 143286"/>
                    <a:gd name="connsiteY209" fmla="*/ 22909 h 205448"/>
                    <a:gd name="connsiteX210" fmla="*/ 110793 w 143286"/>
                    <a:gd name="connsiteY210" fmla="*/ 22307 h 205448"/>
                    <a:gd name="connsiteX211" fmla="*/ 110804 w 143286"/>
                    <a:gd name="connsiteY211" fmla="*/ 22307 h 205448"/>
                    <a:gd name="connsiteX212" fmla="*/ 113108 w 143286"/>
                    <a:gd name="connsiteY212" fmla="*/ 17815 h 205448"/>
                    <a:gd name="connsiteX213" fmla="*/ 114022 w 143286"/>
                    <a:gd name="connsiteY213" fmla="*/ 17225 h 205448"/>
                    <a:gd name="connsiteX214" fmla="*/ 114462 w 143286"/>
                    <a:gd name="connsiteY214" fmla="*/ 17966 h 205448"/>
                    <a:gd name="connsiteX215" fmla="*/ 115168 w 143286"/>
                    <a:gd name="connsiteY215" fmla="*/ 16473 h 205448"/>
                    <a:gd name="connsiteX216" fmla="*/ 119278 w 143286"/>
                    <a:gd name="connsiteY216" fmla="*/ 13775 h 205448"/>
                    <a:gd name="connsiteX217" fmla="*/ 120285 w 143286"/>
                    <a:gd name="connsiteY217" fmla="*/ 15396 h 205448"/>
                    <a:gd name="connsiteX218" fmla="*/ 121570 w 143286"/>
                    <a:gd name="connsiteY218" fmla="*/ 11934 h 205448"/>
                    <a:gd name="connsiteX219" fmla="*/ 124221 w 143286"/>
                    <a:gd name="connsiteY219" fmla="*/ 11171 h 205448"/>
                    <a:gd name="connsiteX220" fmla="*/ 123422 w 143286"/>
                    <a:gd name="connsiteY220" fmla="*/ 8821 h 205448"/>
                    <a:gd name="connsiteX221" fmla="*/ 123179 w 143286"/>
                    <a:gd name="connsiteY221" fmla="*/ 8068 h 205448"/>
                    <a:gd name="connsiteX222" fmla="*/ 123572 w 143286"/>
                    <a:gd name="connsiteY222" fmla="*/ 7524 h 205448"/>
                    <a:gd name="connsiteX223" fmla="*/ 124336 w 143286"/>
                    <a:gd name="connsiteY223" fmla="*/ 6459 h 205448"/>
                    <a:gd name="connsiteX224" fmla="*/ 127589 w 143286"/>
                    <a:gd name="connsiteY224" fmla="*/ 7119 h 205448"/>
                    <a:gd name="connsiteX225" fmla="*/ 127531 w 143286"/>
                    <a:gd name="connsiteY225" fmla="*/ 6888 h 205448"/>
                    <a:gd name="connsiteX226" fmla="*/ 127578 w 143286"/>
                    <a:gd name="connsiteY226" fmla="*/ 6899 h 205448"/>
                    <a:gd name="connsiteX227" fmla="*/ 126929 w 143286"/>
                    <a:gd name="connsiteY227" fmla="*/ 4480 h 205448"/>
                    <a:gd name="connsiteX228" fmla="*/ 129546 w 143286"/>
                    <a:gd name="connsiteY228" fmla="*/ 4202 h 205448"/>
                    <a:gd name="connsiteX229" fmla="*/ 132139 w 143286"/>
                    <a:gd name="connsiteY229" fmla="*/ 6714 h 205448"/>
                    <a:gd name="connsiteX230" fmla="*/ 133667 w 143286"/>
                    <a:gd name="connsiteY230" fmla="*/ 5336 h 205448"/>
                    <a:gd name="connsiteX231" fmla="*/ 132092 w 143286"/>
                    <a:gd name="connsiteY231" fmla="*/ 2419 h 205448"/>
                    <a:gd name="connsiteX232" fmla="*/ 131791 w 143286"/>
                    <a:gd name="connsiteY232" fmla="*/ 1771 h 205448"/>
                    <a:gd name="connsiteX233" fmla="*/ 136549 w 143286"/>
                    <a:gd name="connsiteY233" fmla="*/ 46 h 205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</a:cxnLst>
                  <a:rect l="l" t="t" r="r" b="b"/>
                  <a:pathLst>
                    <a:path w="143286" h="205448">
                      <a:moveTo>
                        <a:pt x="136549" y="46"/>
                      </a:moveTo>
                      <a:lnTo>
                        <a:pt x="136688" y="0"/>
                      </a:lnTo>
                      <a:lnTo>
                        <a:pt x="140473" y="3496"/>
                      </a:lnTo>
                      <a:lnTo>
                        <a:pt x="141087" y="7524"/>
                      </a:lnTo>
                      <a:lnTo>
                        <a:pt x="141828" y="12317"/>
                      </a:lnTo>
                      <a:lnTo>
                        <a:pt x="143286" y="12456"/>
                      </a:lnTo>
                      <a:lnTo>
                        <a:pt x="142846" y="15338"/>
                      </a:lnTo>
                      <a:lnTo>
                        <a:pt x="141179" y="15245"/>
                      </a:lnTo>
                      <a:lnTo>
                        <a:pt x="140624" y="16959"/>
                      </a:lnTo>
                      <a:lnTo>
                        <a:pt x="142684" y="22885"/>
                      </a:lnTo>
                      <a:lnTo>
                        <a:pt x="139478" y="25525"/>
                      </a:lnTo>
                      <a:lnTo>
                        <a:pt x="139003" y="28604"/>
                      </a:lnTo>
                      <a:lnTo>
                        <a:pt x="118317" y="59130"/>
                      </a:lnTo>
                      <a:lnTo>
                        <a:pt x="117900" y="64200"/>
                      </a:lnTo>
                      <a:lnTo>
                        <a:pt x="115226" y="66191"/>
                      </a:lnTo>
                      <a:lnTo>
                        <a:pt x="110179" y="77257"/>
                      </a:lnTo>
                      <a:lnTo>
                        <a:pt x="108454" y="78658"/>
                      </a:lnTo>
                      <a:lnTo>
                        <a:pt x="108339" y="76389"/>
                      </a:lnTo>
                      <a:lnTo>
                        <a:pt x="104854" y="78739"/>
                      </a:lnTo>
                      <a:lnTo>
                        <a:pt x="94552" y="101833"/>
                      </a:lnTo>
                      <a:lnTo>
                        <a:pt x="91635" y="104507"/>
                      </a:lnTo>
                      <a:lnTo>
                        <a:pt x="89829" y="103303"/>
                      </a:lnTo>
                      <a:lnTo>
                        <a:pt x="89528" y="103002"/>
                      </a:lnTo>
                      <a:lnTo>
                        <a:pt x="89516" y="103094"/>
                      </a:lnTo>
                      <a:lnTo>
                        <a:pt x="89181" y="102875"/>
                      </a:lnTo>
                      <a:lnTo>
                        <a:pt x="88011" y="112147"/>
                      </a:lnTo>
                      <a:lnTo>
                        <a:pt x="87340" y="113235"/>
                      </a:lnTo>
                      <a:lnTo>
                        <a:pt x="85453" y="116326"/>
                      </a:lnTo>
                      <a:lnTo>
                        <a:pt x="84214" y="118352"/>
                      </a:lnTo>
                      <a:lnTo>
                        <a:pt x="83647" y="119266"/>
                      </a:lnTo>
                      <a:lnTo>
                        <a:pt x="83647" y="119289"/>
                      </a:lnTo>
                      <a:lnTo>
                        <a:pt x="83578" y="119394"/>
                      </a:lnTo>
                      <a:lnTo>
                        <a:pt x="83589" y="121547"/>
                      </a:lnTo>
                      <a:lnTo>
                        <a:pt x="85349" y="120620"/>
                      </a:lnTo>
                      <a:lnTo>
                        <a:pt x="73924" y="140693"/>
                      </a:lnTo>
                      <a:lnTo>
                        <a:pt x="72847" y="147905"/>
                      </a:lnTo>
                      <a:lnTo>
                        <a:pt x="73009" y="148079"/>
                      </a:lnTo>
                      <a:lnTo>
                        <a:pt x="72997" y="148183"/>
                      </a:lnTo>
                      <a:lnTo>
                        <a:pt x="74502" y="149815"/>
                      </a:lnTo>
                      <a:lnTo>
                        <a:pt x="69502" y="155892"/>
                      </a:lnTo>
                      <a:lnTo>
                        <a:pt x="71655" y="148657"/>
                      </a:lnTo>
                      <a:lnTo>
                        <a:pt x="69536" y="147743"/>
                      </a:lnTo>
                      <a:lnTo>
                        <a:pt x="66411" y="149305"/>
                      </a:lnTo>
                      <a:lnTo>
                        <a:pt x="65566" y="152848"/>
                      </a:lnTo>
                      <a:lnTo>
                        <a:pt x="65276" y="153542"/>
                      </a:lnTo>
                      <a:lnTo>
                        <a:pt x="65357" y="153728"/>
                      </a:lnTo>
                      <a:lnTo>
                        <a:pt x="65218" y="154283"/>
                      </a:lnTo>
                      <a:lnTo>
                        <a:pt x="66885" y="157200"/>
                      </a:lnTo>
                      <a:lnTo>
                        <a:pt x="65392" y="159296"/>
                      </a:lnTo>
                      <a:lnTo>
                        <a:pt x="66955" y="159817"/>
                      </a:lnTo>
                      <a:lnTo>
                        <a:pt x="64095" y="162629"/>
                      </a:lnTo>
                      <a:lnTo>
                        <a:pt x="62730" y="160222"/>
                      </a:lnTo>
                      <a:lnTo>
                        <a:pt x="59303" y="159122"/>
                      </a:lnTo>
                      <a:lnTo>
                        <a:pt x="57926" y="159677"/>
                      </a:lnTo>
                      <a:lnTo>
                        <a:pt x="57150" y="159562"/>
                      </a:lnTo>
                      <a:lnTo>
                        <a:pt x="55113" y="160823"/>
                      </a:lnTo>
                      <a:lnTo>
                        <a:pt x="52728" y="161796"/>
                      </a:lnTo>
                      <a:lnTo>
                        <a:pt x="46801" y="180781"/>
                      </a:lnTo>
                      <a:lnTo>
                        <a:pt x="46871" y="180884"/>
                      </a:lnTo>
                      <a:lnTo>
                        <a:pt x="46859" y="180942"/>
                      </a:lnTo>
                      <a:lnTo>
                        <a:pt x="46963" y="181024"/>
                      </a:lnTo>
                      <a:lnTo>
                        <a:pt x="50309" y="186105"/>
                      </a:lnTo>
                      <a:lnTo>
                        <a:pt x="45690" y="190944"/>
                      </a:lnTo>
                      <a:lnTo>
                        <a:pt x="46037" y="193942"/>
                      </a:lnTo>
                      <a:lnTo>
                        <a:pt x="41071" y="205449"/>
                      </a:lnTo>
                      <a:lnTo>
                        <a:pt x="36429" y="205217"/>
                      </a:lnTo>
                      <a:lnTo>
                        <a:pt x="34589" y="202659"/>
                      </a:lnTo>
                      <a:lnTo>
                        <a:pt x="32401" y="204418"/>
                      </a:lnTo>
                      <a:lnTo>
                        <a:pt x="26821" y="201536"/>
                      </a:lnTo>
                      <a:lnTo>
                        <a:pt x="26277" y="201223"/>
                      </a:lnTo>
                      <a:lnTo>
                        <a:pt x="26231" y="201235"/>
                      </a:lnTo>
                      <a:lnTo>
                        <a:pt x="26103" y="201166"/>
                      </a:lnTo>
                      <a:lnTo>
                        <a:pt x="17445" y="202207"/>
                      </a:lnTo>
                      <a:lnTo>
                        <a:pt x="17028" y="201304"/>
                      </a:lnTo>
                      <a:lnTo>
                        <a:pt x="16357" y="199094"/>
                      </a:lnTo>
                      <a:lnTo>
                        <a:pt x="15928" y="198908"/>
                      </a:lnTo>
                      <a:lnTo>
                        <a:pt x="15662" y="198341"/>
                      </a:lnTo>
                      <a:lnTo>
                        <a:pt x="8265" y="195366"/>
                      </a:lnTo>
                      <a:lnTo>
                        <a:pt x="1632" y="180121"/>
                      </a:lnTo>
                      <a:lnTo>
                        <a:pt x="2269" y="175004"/>
                      </a:lnTo>
                      <a:lnTo>
                        <a:pt x="799" y="170906"/>
                      </a:lnTo>
                      <a:lnTo>
                        <a:pt x="3091" y="161229"/>
                      </a:lnTo>
                      <a:lnTo>
                        <a:pt x="0" y="156078"/>
                      </a:lnTo>
                      <a:lnTo>
                        <a:pt x="58" y="155834"/>
                      </a:lnTo>
                      <a:lnTo>
                        <a:pt x="1678" y="152269"/>
                      </a:lnTo>
                      <a:lnTo>
                        <a:pt x="1586" y="149630"/>
                      </a:lnTo>
                      <a:lnTo>
                        <a:pt x="3982" y="139894"/>
                      </a:lnTo>
                      <a:lnTo>
                        <a:pt x="8763" y="136572"/>
                      </a:lnTo>
                      <a:lnTo>
                        <a:pt x="11969" y="127867"/>
                      </a:lnTo>
                      <a:lnTo>
                        <a:pt x="20165" y="116731"/>
                      </a:lnTo>
                      <a:lnTo>
                        <a:pt x="23302" y="116106"/>
                      </a:lnTo>
                      <a:lnTo>
                        <a:pt x="25559" y="113305"/>
                      </a:lnTo>
                      <a:lnTo>
                        <a:pt x="28928" y="113768"/>
                      </a:lnTo>
                      <a:lnTo>
                        <a:pt x="29785" y="113235"/>
                      </a:lnTo>
                      <a:lnTo>
                        <a:pt x="34531" y="110249"/>
                      </a:lnTo>
                      <a:lnTo>
                        <a:pt x="35607" y="112077"/>
                      </a:lnTo>
                      <a:lnTo>
                        <a:pt x="36186" y="111927"/>
                      </a:lnTo>
                      <a:lnTo>
                        <a:pt x="36232" y="111974"/>
                      </a:lnTo>
                      <a:lnTo>
                        <a:pt x="40145" y="111811"/>
                      </a:lnTo>
                      <a:lnTo>
                        <a:pt x="41430" y="112853"/>
                      </a:lnTo>
                      <a:lnTo>
                        <a:pt x="43560" y="111673"/>
                      </a:lnTo>
                      <a:lnTo>
                        <a:pt x="44382" y="111638"/>
                      </a:lnTo>
                      <a:lnTo>
                        <a:pt x="47114" y="109716"/>
                      </a:lnTo>
                      <a:lnTo>
                        <a:pt x="48248" y="109080"/>
                      </a:lnTo>
                      <a:lnTo>
                        <a:pt x="48954" y="109230"/>
                      </a:lnTo>
                      <a:lnTo>
                        <a:pt x="52821" y="110318"/>
                      </a:lnTo>
                      <a:lnTo>
                        <a:pt x="53249" y="110133"/>
                      </a:lnTo>
                      <a:lnTo>
                        <a:pt x="54569" y="110411"/>
                      </a:lnTo>
                      <a:lnTo>
                        <a:pt x="58956" y="107667"/>
                      </a:lnTo>
                      <a:lnTo>
                        <a:pt x="62822" y="109936"/>
                      </a:lnTo>
                      <a:lnTo>
                        <a:pt x="69131" y="105792"/>
                      </a:lnTo>
                      <a:lnTo>
                        <a:pt x="70613" y="105016"/>
                      </a:lnTo>
                      <a:lnTo>
                        <a:pt x="70752" y="104646"/>
                      </a:lnTo>
                      <a:lnTo>
                        <a:pt x="72465" y="103083"/>
                      </a:lnTo>
                      <a:lnTo>
                        <a:pt x="72627" y="103257"/>
                      </a:lnTo>
                      <a:lnTo>
                        <a:pt x="73125" y="105364"/>
                      </a:lnTo>
                      <a:lnTo>
                        <a:pt x="75336" y="101324"/>
                      </a:lnTo>
                      <a:lnTo>
                        <a:pt x="76748" y="101243"/>
                      </a:lnTo>
                      <a:lnTo>
                        <a:pt x="76922" y="101358"/>
                      </a:lnTo>
                      <a:lnTo>
                        <a:pt x="77431" y="101069"/>
                      </a:lnTo>
                      <a:lnTo>
                        <a:pt x="85384" y="98383"/>
                      </a:lnTo>
                      <a:lnTo>
                        <a:pt x="83543" y="96138"/>
                      </a:lnTo>
                      <a:lnTo>
                        <a:pt x="84805" y="92526"/>
                      </a:lnTo>
                      <a:lnTo>
                        <a:pt x="83775" y="91067"/>
                      </a:lnTo>
                      <a:lnTo>
                        <a:pt x="79584" y="98244"/>
                      </a:lnTo>
                      <a:lnTo>
                        <a:pt x="79468" y="98349"/>
                      </a:lnTo>
                      <a:lnTo>
                        <a:pt x="76100" y="98881"/>
                      </a:lnTo>
                      <a:lnTo>
                        <a:pt x="75718" y="99541"/>
                      </a:lnTo>
                      <a:lnTo>
                        <a:pt x="75602" y="99552"/>
                      </a:lnTo>
                      <a:lnTo>
                        <a:pt x="74236" y="102122"/>
                      </a:lnTo>
                      <a:lnTo>
                        <a:pt x="73981" y="102562"/>
                      </a:lnTo>
                      <a:lnTo>
                        <a:pt x="71886" y="101810"/>
                      </a:lnTo>
                      <a:lnTo>
                        <a:pt x="73854" y="99888"/>
                      </a:lnTo>
                      <a:lnTo>
                        <a:pt x="73565" y="99842"/>
                      </a:lnTo>
                      <a:lnTo>
                        <a:pt x="72176" y="99645"/>
                      </a:lnTo>
                      <a:lnTo>
                        <a:pt x="73449" y="96300"/>
                      </a:lnTo>
                      <a:lnTo>
                        <a:pt x="71736" y="97538"/>
                      </a:lnTo>
                      <a:lnTo>
                        <a:pt x="71238" y="97480"/>
                      </a:lnTo>
                      <a:lnTo>
                        <a:pt x="72106" y="96126"/>
                      </a:lnTo>
                      <a:lnTo>
                        <a:pt x="70752" y="95015"/>
                      </a:lnTo>
                      <a:lnTo>
                        <a:pt x="70347" y="97376"/>
                      </a:lnTo>
                      <a:lnTo>
                        <a:pt x="70208" y="97364"/>
                      </a:lnTo>
                      <a:lnTo>
                        <a:pt x="70057" y="99136"/>
                      </a:lnTo>
                      <a:lnTo>
                        <a:pt x="69953" y="99761"/>
                      </a:lnTo>
                      <a:lnTo>
                        <a:pt x="67892" y="98198"/>
                      </a:lnTo>
                      <a:lnTo>
                        <a:pt x="67325" y="98916"/>
                      </a:lnTo>
                      <a:lnTo>
                        <a:pt x="66214" y="99228"/>
                      </a:lnTo>
                      <a:lnTo>
                        <a:pt x="66087" y="98510"/>
                      </a:lnTo>
                      <a:lnTo>
                        <a:pt x="65381" y="99460"/>
                      </a:lnTo>
                      <a:lnTo>
                        <a:pt x="64119" y="99819"/>
                      </a:lnTo>
                      <a:lnTo>
                        <a:pt x="63667" y="99263"/>
                      </a:lnTo>
                      <a:lnTo>
                        <a:pt x="62822" y="100802"/>
                      </a:lnTo>
                      <a:lnTo>
                        <a:pt x="60901" y="103442"/>
                      </a:lnTo>
                      <a:lnTo>
                        <a:pt x="61086" y="103974"/>
                      </a:lnTo>
                      <a:lnTo>
                        <a:pt x="60808" y="104484"/>
                      </a:lnTo>
                      <a:lnTo>
                        <a:pt x="60646" y="104275"/>
                      </a:lnTo>
                      <a:lnTo>
                        <a:pt x="60021" y="105942"/>
                      </a:lnTo>
                      <a:lnTo>
                        <a:pt x="59847" y="106243"/>
                      </a:lnTo>
                      <a:lnTo>
                        <a:pt x="58053" y="106949"/>
                      </a:lnTo>
                      <a:lnTo>
                        <a:pt x="58458" y="104854"/>
                      </a:lnTo>
                      <a:lnTo>
                        <a:pt x="57613" y="105340"/>
                      </a:lnTo>
                      <a:lnTo>
                        <a:pt x="57602" y="105294"/>
                      </a:lnTo>
                      <a:lnTo>
                        <a:pt x="56085" y="106209"/>
                      </a:lnTo>
                      <a:lnTo>
                        <a:pt x="54580" y="107077"/>
                      </a:lnTo>
                      <a:lnTo>
                        <a:pt x="55205" y="106023"/>
                      </a:lnTo>
                      <a:lnTo>
                        <a:pt x="54117" y="105965"/>
                      </a:lnTo>
                      <a:lnTo>
                        <a:pt x="53967" y="105584"/>
                      </a:lnTo>
                      <a:lnTo>
                        <a:pt x="51339" y="105792"/>
                      </a:lnTo>
                      <a:lnTo>
                        <a:pt x="48734" y="102169"/>
                      </a:lnTo>
                      <a:lnTo>
                        <a:pt x="47380" y="103002"/>
                      </a:lnTo>
                      <a:lnTo>
                        <a:pt x="45748" y="103905"/>
                      </a:lnTo>
                      <a:lnTo>
                        <a:pt x="44046" y="100316"/>
                      </a:lnTo>
                      <a:lnTo>
                        <a:pt x="41997" y="100212"/>
                      </a:lnTo>
                      <a:lnTo>
                        <a:pt x="40122" y="99911"/>
                      </a:lnTo>
                      <a:lnTo>
                        <a:pt x="37297" y="97029"/>
                      </a:lnTo>
                      <a:lnTo>
                        <a:pt x="33338" y="98360"/>
                      </a:lnTo>
                      <a:lnTo>
                        <a:pt x="34820" y="95674"/>
                      </a:lnTo>
                      <a:lnTo>
                        <a:pt x="36383" y="92954"/>
                      </a:lnTo>
                      <a:lnTo>
                        <a:pt x="35411" y="89701"/>
                      </a:lnTo>
                      <a:lnTo>
                        <a:pt x="35596" y="89157"/>
                      </a:lnTo>
                      <a:lnTo>
                        <a:pt x="44880" y="75648"/>
                      </a:lnTo>
                      <a:lnTo>
                        <a:pt x="46593" y="74873"/>
                      </a:lnTo>
                      <a:lnTo>
                        <a:pt x="48433" y="74317"/>
                      </a:lnTo>
                      <a:lnTo>
                        <a:pt x="48989" y="67314"/>
                      </a:lnTo>
                      <a:lnTo>
                        <a:pt x="54001" y="61549"/>
                      </a:lnTo>
                      <a:lnTo>
                        <a:pt x="54013" y="61537"/>
                      </a:lnTo>
                      <a:lnTo>
                        <a:pt x="65450" y="55228"/>
                      </a:lnTo>
                      <a:lnTo>
                        <a:pt x="67059" y="53330"/>
                      </a:lnTo>
                      <a:lnTo>
                        <a:pt x="69212" y="51489"/>
                      </a:lnTo>
                      <a:lnTo>
                        <a:pt x="69316" y="50656"/>
                      </a:lnTo>
                      <a:lnTo>
                        <a:pt x="73217" y="46037"/>
                      </a:lnTo>
                      <a:lnTo>
                        <a:pt x="74421" y="45215"/>
                      </a:lnTo>
                      <a:lnTo>
                        <a:pt x="78056" y="44162"/>
                      </a:lnTo>
                      <a:lnTo>
                        <a:pt x="85453" y="38328"/>
                      </a:lnTo>
                      <a:lnTo>
                        <a:pt x="85696" y="38142"/>
                      </a:lnTo>
                      <a:lnTo>
                        <a:pt x="88694" y="37031"/>
                      </a:lnTo>
                      <a:lnTo>
                        <a:pt x="90014" y="36823"/>
                      </a:lnTo>
                      <a:lnTo>
                        <a:pt x="92781" y="33396"/>
                      </a:lnTo>
                      <a:lnTo>
                        <a:pt x="98024" y="33327"/>
                      </a:lnTo>
                      <a:lnTo>
                        <a:pt x="97839" y="29217"/>
                      </a:lnTo>
                      <a:lnTo>
                        <a:pt x="100004" y="26185"/>
                      </a:lnTo>
                      <a:lnTo>
                        <a:pt x="104495" y="25247"/>
                      </a:lnTo>
                      <a:lnTo>
                        <a:pt x="104437" y="24807"/>
                      </a:lnTo>
                      <a:lnTo>
                        <a:pt x="105630" y="20663"/>
                      </a:lnTo>
                      <a:lnTo>
                        <a:pt x="107470" y="19702"/>
                      </a:lnTo>
                      <a:lnTo>
                        <a:pt x="108188" y="20732"/>
                      </a:lnTo>
                      <a:lnTo>
                        <a:pt x="109033" y="22318"/>
                      </a:lnTo>
                      <a:lnTo>
                        <a:pt x="109276" y="22318"/>
                      </a:lnTo>
                      <a:lnTo>
                        <a:pt x="109612" y="22793"/>
                      </a:lnTo>
                      <a:lnTo>
                        <a:pt x="110515" y="22909"/>
                      </a:lnTo>
                      <a:lnTo>
                        <a:pt x="110793" y="22307"/>
                      </a:lnTo>
                      <a:lnTo>
                        <a:pt x="110804" y="22307"/>
                      </a:lnTo>
                      <a:lnTo>
                        <a:pt x="113108" y="17815"/>
                      </a:lnTo>
                      <a:lnTo>
                        <a:pt x="114022" y="17225"/>
                      </a:lnTo>
                      <a:lnTo>
                        <a:pt x="114462" y="17966"/>
                      </a:lnTo>
                      <a:lnTo>
                        <a:pt x="115168" y="16473"/>
                      </a:lnTo>
                      <a:lnTo>
                        <a:pt x="119278" y="13775"/>
                      </a:lnTo>
                      <a:lnTo>
                        <a:pt x="120285" y="15396"/>
                      </a:lnTo>
                      <a:lnTo>
                        <a:pt x="121570" y="11934"/>
                      </a:lnTo>
                      <a:lnTo>
                        <a:pt x="124221" y="11171"/>
                      </a:lnTo>
                      <a:lnTo>
                        <a:pt x="123422" y="8821"/>
                      </a:lnTo>
                      <a:lnTo>
                        <a:pt x="123179" y="8068"/>
                      </a:lnTo>
                      <a:lnTo>
                        <a:pt x="123572" y="7524"/>
                      </a:lnTo>
                      <a:lnTo>
                        <a:pt x="124336" y="6459"/>
                      </a:lnTo>
                      <a:lnTo>
                        <a:pt x="127589" y="7119"/>
                      </a:lnTo>
                      <a:lnTo>
                        <a:pt x="127531" y="6888"/>
                      </a:lnTo>
                      <a:lnTo>
                        <a:pt x="127578" y="6899"/>
                      </a:lnTo>
                      <a:lnTo>
                        <a:pt x="126929" y="4480"/>
                      </a:lnTo>
                      <a:lnTo>
                        <a:pt x="129546" y="4202"/>
                      </a:lnTo>
                      <a:lnTo>
                        <a:pt x="132139" y="6714"/>
                      </a:lnTo>
                      <a:lnTo>
                        <a:pt x="133667" y="5336"/>
                      </a:lnTo>
                      <a:lnTo>
                        <a:pt x="132092" y="2419"/>
                      </a:lnTo>
                      <a:lnTo>
                        <a:pt x="131791" y="1771"/>
                      </a:lnTo>
                      <a:lnTo>
                        <a:pt x="136549" y="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4" name="Freeform: Shape 273">
                  <a:extLst>
                    <a:ext uri="{FF2B5EF4-FFF2-40B4-BE49-F238E27FC236}">
                      <a16:creationId xmlns:a16="http://schemas.microsoft.com/office/drawing/2014/main" id="{C3885BFC-E911-DEFE-8241-96ABD82E788F}"/>
                    </a:ext>
                  </a:extLst>
                </p:cNvPr>
                <p:cNvSpPr/>
                <p:nvPr/>
              </p:nvSpPr>
              <p:spPr>
                <a:xfrm>
                  <a:off x="7739525" y="3276557"/>
                  <a:ext cx="87247" cy="184171"/>
                </a:xfrm>
                <a:custGeom>
                  <a:avLst/>
                  <a:gdLst>
                    <a:gd name="connsiteX0" fmla="*/ 48318 w 87247"/>
                    <a:gd name="connsiteY0" fmla="*/ 3519 h 184171"/>
                    <a:gd name="connsiteX1" fmla="*/ 49684 w 87247"/>
                    <a:gd name="connsiteY1" fmla="*/ 0 h 184171"/>
                    <a:gd name="connsiteX2" fmla="*/ 49707 w 87247"/>
                    <a:gd name="connsiteY2" fmla="*/ 23 h 184171"/>
                    <a:gd name="connsiteX3" fmla="*/ 48283 w 87247"/>
                    <a:gd name="connsiteY3" fmla="*/ 4422 h 184171"/>
                    <a:gd name="connsiteX4" fmla="*/ 47693 w 87247"/>
                    <a:gd name="connsiteY4" fmla="*/ 6216 h 184171"/>
                    <a:gd name="connsiteX5" fmla="*/ 48283 w 87247"/>
                    <a:gd name="connsiteY5" fmla="*/ 6552 h 184171"/>
                    <a:gd name="connsiteX6" fmla="*/ 49059 w 87247"/>
                    <a:gd name="connsiteY6" fmla="*/ 6992 h 184171"/>
                    <a:gd name="connsiteX7" fmla="*/ 48283 w 87247"/>
                    <a:gd name="connsiteY7" fmla="*/ 6911 h 184171"/>
                    <a:gd name="connsiteX8" fmla="*/ 47172 w 87247"/>
                    <a:gd name="connsiteY8" fmla="*/ 6795 h 184171"/>
                    <a:gd name="connsiteX9" fmla="*/ 48283 w 87247"/>
                    <a:gd name="connsiteY9" fmla="*/ 7107 h 184171"/>
                    <a:gd name="connsiteX10" fmla="*/ 51513 w 87247"/>
                    <a:gd name="connsiteY10" fmla="*/ 7987 h 184171"/>
                    <a:gd name="connsiteX11" fmla="*/ 51501 w 87247"/>
                    <a:gd name="connsiteY11" fmla="*/ 9909 h 184171"/>
                    <a:gd name="connsiteX12" fmla="*/ 49533 w 87247"/>
                    <a:gd name="connsiteY12" fmla="*/ 9619 h 184171"/>
                    <a:gd name="connsiteX13" fmla="*/ 51270 w 87247"/>
                    <a:gd name="connsiteY13" fmla="*/ 10545 h 184171"/>
                    <a:gd name="connsiteX14" fmla="*/ 49788 w 87247"/>
                    <a:gd name="connsiteY14" fmla="*/ 11113 h 184171"/>
                    <a:gd name="connsiteX15" fmla="*/ 50818 w 87247"/>
                    <a:gd name="connsiteY15" fmla="*/ 13590 h 184171"/>
                    <a:gd name="connsiteX16" fmla="*/ 51906 w 87247"/>
                    <a:gd name="connsiteY16" fmla="*/ 11136 h 184171"/>
                    <a:gd name="connsiteX17" fmla="*/ 53770 w 87247"/>
                    <a:gd name="connsiteY17" fmla="*/ 10928 h 184171"/>
                    <a:gd name="connsiteX18" fmla="*/ 58030 w 87247"/>
                    <a:gd name="connsiteY18" fmla="*/ 12942 h 184171"/>
                    <a:gd name="connsiteX19" fmla="*/ 58539 w 87247"/>
                    <a:gd name="connsiteY19" fmla="*/ 13624 h 184171"/>
                    <a:gd name="connsiteX20" fmla="*/ 58030 w 87247"/>
                    <a:gd name="connsiteY20" fmla="*/ 14944 h 184171"/>
                    <a:gd name="connsiteX21" fmla="*/ 59396 w 87247"/>
                    <a:gd name="connsiteY21" fmla="*/ 15836 h 184171"/>
                    <a:gd name="connsiteX22" fmla="*/ 59570 w 87247"/>
                    <a:gd name="connsiteY22" fmla="*/ 14088 h 184171"/>
                    <a:gd name="connsiteX23" fmla="*/ 60658 w 87247"/>
                    <a:gd name="connsiteY23" fmla="*/ 13023 h 184171"/>
                    <a:gd name="connsiteX24" fmla="*/ 62556 w 87247"/>
                    <a:gd name="connsiteY24" fmla="*/ 13624 h 184171"/>
                    <a:gd name="connsiteX25" fmla="*/ 66272 w 87247"/>
                    <a:gd name="connsiteY25" fmla="*/ 16877 h 184171"/>
                    <a:gd name="connsiteX26" fmla="*/ 67059 w 87247"/>
                    <a:gd name="connsiteY26" fmla="*/ 20917 h 184171"/>
                    <a:gd name="connsiteX27" fmla="*/ 63772 w 87247"/>
                    <a:gd name="connsiteY27" fmla="*/ 20501 h 184171"/>
                    <a:gd name="connsiteX28" fmla="*/ 63528 w 87247"/>
                    <a:gd name="connsiteY28" fmla="*/ 20304 h 184171"/>
                    <a:gd name="connsiteX29" fmla="*/ 63575 w 87247"/>
                    <a:gd name="connsiteY29" fmla="*/ 20478 h 184171"/>
                    <a:gd name="connsiteX30" fmla="*/ 61561 w 87247"/>
                    <a:gd name="connsiteY30" fmla="*/ 20223 h 184171"/>
                    <a:gd name="connsiteX31" fmla="*/ 59546 w 87247"/>
                    <a:gd name="connsiteY31" fmla="*/ 18012 h 184171"/>
                    <a:gd name="connsiteX32" fmla="*/ 58817 w 87247"/>
                    <a:gd name="connsiteY32" fmla="*/ 18984 h 184171"/>
                    <a:gd name="connsiteX33" fmla="*/ 62000 w 87247"/>
                    <a:gd name="connsiteY33" fmla="*/ 21438 h 184171"/>
                    <a:gd name="connsiteX34" fmla="*/ 56247 w 87247"/>
                    <a:gd name="connsiteY34" fmla="*/ 20304 h 184171"/>
                    <a:gd name="connsiteX35" fmla="*/ 65450 w 87247"/>
                    <a:gd name="connsiteY35" fmla="*/ 24309 h 184171"/>
                    <a:gd name="connsiteX36" fmla="*/ 65612 w 87247"/>
                    <a:gd name="connsiteY36" fmla="*/ 23997 h 184171"/>
                    <a:gd name="connsiteX37" fmla="*/ 66006 w 87247"/>
                    <a:gd name="connsiteY37" fmla="*/ 24552 h 184171"/>
                    <a:gd name="connsiteX38" fmla="*/ 66457 w 87247"/>
                    <a:gd name="connsiteY38" fmla="*/ 24749 h 184171"/>
                    <a:gd name="connsiteX39" fmla="*/ 67059 w 87247"/>
                    <a:gd name="connsiteY39" fmla="*/ 25559 h 184171"/>
                    <a:gd name="connsiteX40" fmla="*/ 67592 w 87247"/>
                    <a:gd name="connsiteY40" fmla="*/ 26752 h 184171"/>
                    <a:gd name="connsiteX41" fmla="*/ 66689 w 87247"/>
                    <a:gd name="connsiteY41" fmla="*/ 26532 h 184171"/>
                    <a:gd name="connsiteX42" fmla="*/ 65844 w 87247"/>
                    <a:gd name="connsiteY42" fmla="*/ 26011 h 184171"/>
                    <a:gd name="connsiteX43" fmla="*/ 65705 w 87247"/>
                    <a:gd name="connsiteY43" fmla="*/ 27122 h 184171"/>
                    <a:gd name="connsiteX44" fmla="*/ 71574 w 87247"/>
                    <a:gd name="connsiteY44" fmla="*/ 30676 h 184171"/>
                    <a:gd name="connsiteX45" fmla="*/ 70381 w 87247"/>
                    <a:gd name="connsiteY45" fmla="*/ 32459 h 184171"/>
                    <a:gd name="connsiteX46" fmla="*/ 71516 w 87247"/>
                    <a:gd name="connsiteY46" fmla="*/ 32551 h 184171"/>
                    <a:gd name="connsiteX47" fmla="*/ 71226 w 87247"/>
                    <a:gd name="connsiteY47" fmla="*/ 32910 h 184171"/>
                    <a:gd name="connsiteX48" fmla="*/ 72349 w 87247"/>
                    <a:gd name="connsiteY48" fmla="*/ 32621 h 184171"/>
                    <a:gd name="connsiteX49" fmla="*/ 73958 w 87247"/>
                    <a:gd name="connsiteY49" fmla="*/ 32760 h 184171"/>
                    <a:gd name="connsiteX50" fmla="*/ 74225 w 87247"/>
                    <a:gd name="connsiteY50" fmla="*/ 33072 h 184171"/>
                    <a:gd name="connsiteX51" fmla="*/ 73472 w 87247"/>
                    <a:gd name="connsiteY51" fmla="*/ 36128 h 184171"/>
                    <a:gd name="connsiteX52" fmla="*/ 66538 w 87247"/>
                    <a:gd name="connsiteY52" fmla="*/ 33234 h 184171"/>
                    <a:gd name="connsiteX53" fmla="*/ 66828 w 87247"/>
                    <a:gd name="connsiteY53" fmla="*/ 34357 h 184171"/>
                    <a:gd name="connsiteX54" fmla="*/ 63748 w 87247"/>
                    <a:gd name="connsiteY54" fmla="*/ 33825 h 184171"/>
                    <a:gd name="connsiteX55" fmla="*/ 64478 w 87247"/>
                    <a:gd name="connsiteY55" fmla="*/ 34600 h 184171"/>
                    <a:gd name="connsiteX56" fmla="*/ 65821 w 87247"/>
                    <a:gd name="connsiteY56" fmla="*/ 36429 h 184171"/>
                    <a:gd name="connsiteX57" fmla="*/ 64640 w 87247"/>
                    <a:gd name="connsiteY57" fmla="*/ 37054 h 184171"/>
                    <a:gd name="connsiteX58" fmla="*/ 66168 w 87247"/>
                    <a:gd name="connsiteY58" fmla="*/ 36927 h 184171"/>
                    <a:gd name="connsiteX59" fmla="*/ 66110 w 87247"/>
                    <a:gd name="connsiteY59" fmla="*/ 38293 h 184171"/>
                    <a:gd name="connsiteX60" fmla="*/ 67800 w 87247"/>
                    <a:gd name="connsiteY60" fmla="*/ 37089 h 184171"/>
                    <a:gd name="connsiteX61" fmla="*/ 67881 w 87247"/>
                    <a:gd name="connsiteY61" fmla="*/ 37101 h 184171"/>
                    <a:gd name="connsiteX62" fmla="*/ 66885 w 87247"/>
                    <a:gd name="connsiteY62" fmla="*/ 38756 h 184171"/>
                    <a:gd name="connsiteX63" fmla="*/ 67395 w 87247"/>
                    <a:gd name="connsiteY63" fmla="*/ 38976 h 184171"/>
                    <a:gd name="connsiteX64" fmla="*/ 67383 w 87247"/>
                    <a:gd name="connsiteY64" fmla="*/ 38987 h 184171"/>
                    <a:gd name="connsiteX65" fmla="*/ 67406 w 87247"/>
                    <a:gd name="connsiteY65" fmla="*/ 38987 h 184171"/>
                    <a:gd name="connsiteX66" fmla="*/ 68159 w 87247"/>
                    <a:gd name="connsiteY66" fmla="*/ 39312 h 184171"/>
                    <a:gd name="connsiteX67" fmla="*/ 74097 w 87247"/>
                    <a:gd name="connsiteY67" fmla="*/ 36707 h 184171"/>
                    <a:gd name="connsiteX68" fmla="*/ 73681 w 87247"/>
                    <a:gd name="connsiteY68" fmla="*/ 38987 h 184171"/>
                    <a:gd name="connsiteX69" fmla="*/ 73588 w 87247"/>
                    <a:gd name="connsiteY69" fmla="*/ 39439 h 184171"/>
                    <a:gd name="connsiteX70" fmla="*/ 71400 w 87247"/>
                    <a:gd name="connsiteY70" fmla="*/ 39427 h 184171"/>
                    <a:gd name="connsiteX71" fmla="*/ 73565 w 87247"/>
                    <a:gd name="connsiteY71" fmla="*/ 39543 h 184171"/>
                    <a:gd name="connsiteX72" fmla="*/ 73565 w 87247"/>
                    <a:gd name="connsiteY72" fmla="*/ 39566 h 184171"/>
                    <a:gd name="connsiteX73" fmla="*/ 73982 w 87247"/>
                    <a:gd name="connsiteY73" fmla="*/ 39566 h 184171"/>
                    <a:gd name="connsiteX74" fmla="*/ 76007 w 87247"/>
                    <a:gd name="connsiteY74" fmla="*/ 39682 h 184171"/>
                    <a:gd name="connsiteX75" fmla="*/ 77026 w 87247"/>
                    <a:gd name="connsiteY75" fmla="*/ 38744 h 184171"/>
                    <a:gd name="connsiteX76" fmla="*/ 75868 w 87247"/>
                    <a:gd name="connsiteY76" fmla="*/ 37888 h 184171"/>
                    <a:gd name="connsiteX77" fmla="*/ 78241 w 87247"/>
                    <a:gd name="connsiteY77" fmla="*/ 39011 h 184171"/>
                    <a:gd name="connsiteX78" fmla="*/ 76378 w 87247"/>
                    <a:gd name="connsiteY78" fmla="*/ 36823 h 184171"/>
                    <a:gd name="connsiteX79" fmla="*/ 80499 w 87247"/>
                    <a:gd name="connsiteY79" fmla="*/ 35723 h 184171"/>
                    <a:gd name="connsiteX80" fmla="*/ 79017 w 87247"/>
                    <a:gd name="connsiteY80" fmla="*/ 39890 h 184171"/>
                    <a:gd name="connsiteX81" fmla="*/ 78924 w 87247"/>
                    <a:gd name="connsiteY81" fmla="*/ 40145 h 184171"/>
                    <a:gd name="connsiteX82" fmla="*/ 76262 w 87247"/>
                    <a:gd name="connsiteY82" fmla="*/ 40400 h 184171"/>
                    <a:gd name="connsiteX83" fmla="*/ 75209 w 87247"/>
                    <a:gd name="connsiteY83" fmla="*/ 40041 h 184171"/>
                    <a:gd name="connsiteX84" fmla="*/ 76690 w 87247"/>
                    <a:gd name="connsiteY84" fmla="*/ 43317 h 184171"/>
                    <a:gd name="connsiteX85" fmla="*/ 76470 w 87247"/>
                    <a:gd name="connsiteY85" fmla="*/ 43282 h 184171"/>
                    <a:gd name="connsiteX86" fmla="*/ 72419 w 87247"/>
                    <a:gd name="connsiteY86" fmla="*/ 42541 h 184171"/>
                    <a:gd name="connsiteX87" fmla="*/ 68911 w 87247"/>
                    <a:gd name="connsiteY87" fmla="*/ 46326 h 184171"/>
                    <a:gd name="connsiteX88" fmla="*/ 66538 w 87247"/>
                    <a:gd name="connsiteY88" fmla="*/ 44579 h 184171"/>
                    <a:gd name="connsiteX89" fmla="*/ 67140 w 87247"/>
                    <a:gd name="connsiteY89" fmla="*/ 44463 h 184171"/>
                    <a:gd name="connsiteX90" fmla="*/ 68668 w 87247"/>
                    <a:gd name="connsiteY90" fmla="*/ 44266 h 184171"/>
                    <a:gd name="connsiteX91" fmla="*/ 68217 w 87247"/>
                    <a:gd name="connsiteY91" fmla="*/ 44243 h 184171"/>
                    <a:gd name="connsiteX92" fmla="*/ 68379 w 87247"/>
                    <a:gd name="connsiteY92" fmla="*/ 44208 h 184171"/>
                    <a:gd name="connsiteX93" fmla="*/ 67765 w 87247"/>
                    <a:gd name="connsiteY93" fmla="*/ 44208 h 184171"/>
                    <a:gd name="connsiteX94" fmla="*/ 65716 w 87247"/>
                    <a:gd name="connsiteY94" fmla="*/ 44081 h 184171"/>
                    <a:gd name="connsiteX95" fmla="*/ 65936 w 87247"/>
                    <a:gd name="connsiteY95" fmla="*/ 46986 h 184171"/>
                    <a:gd name="connsiteX96" fmla="*/ 63146 w 87247"/>
                    <a:gd name="connsiteY96" fmla="*/ 46442 h 184171"/>
                    <a:gd name="connsiteX97" fmla="*/ 64038 w 87247"/>
                    <a:gd name="connsiteY97" fmla="*/ 44474 h 184171"/>
                    <a:gd name="connsiteX98" fmla="*/ 62776 w 87247"/>
                    <a:gd name="connsiteY98" fmla="*/ 43595 h 184171"/>
                    <a:gd name="connsiteX99" fmla="*/ 62243 w 87247"/>
                    <a:gd name="connsiteY99" fmla="*/ 43224 h 184171"/>
                    <a:gd name="connsiteX100" fmla="*/ 57995 w 87247"/>
                    <a:gd name="connsiteY100" fmla="*/ 40295 h 184171"/>
                    <a:gd name="connsiteX101" fmla="*/ 57370 w 87247"/>
                    <a:gd name="connsiteY101" fmla="*/ 39890 h 184171"/>
                    <a:gd name="connsiteX102" fmla="*/ 55680 w 87247"/>
                    <a:gd name="connsiteY102" fmla="*/ 38814 h 184171"/>
                    <a:gd name="connsiteX103" fmla="*/ 56189 w 87247"/>
                    <a:gd name="connsiteY103" fmla="*/ 39890 h 184171"/>
                    <a:gd name="connsiteX104" fmla="*/ 56664 w 87247"/>
                    <a:gd name="connsiteY104" fmla="*/ 40897 h 184171"/>
                    <a:gd name="connsiteX105" fmla="*/ 62961 w 87247"/>
                    <a:gd name="connsiteY105" fmla="*/ 46593 h 184171"/>
                    <a:gd name="connsiteX106" fmla="*/ 63899 w 87247"/>
                    <a:gd name="connsiteY106" fmla="*/ 47091 h 184171"/>
                    <a:gd name="connsiteX107" fmla="*/ 63089 w 87247"/>
                    <a:gd name="connsiteY107" fmla="*/ 49730 h 184171"/>
                    <a:gd name="connsiteX108" fmla="*/ 67927 w 87247"/>
                    <a:gd name="connsiteY108" fmla="*/ 48433 h 184171"/>
                    <a:gd name="connsiteX109" fmla="*/ 68830 w 87247"/>
                    <a:gd name="connsiteY109" fmla="*/ 51466 h 184171"/>
                    <a:gd name="connsiteX110" fmla="*/ 69131 w 87247"/>
                    <a:gd name="connsiteY110" fmla="*/ 51304 h 184171"/>
                    <a:gd name="connsiteX111" fmla="*/ 69282 w 87247"/>
                    <a:gd name="connsiteY111" fmla="*/ 51211 h 184171"/>
                    <a:gd name="connsiteX112" fmla="*/ 70694 w 87247"/>
                    <a:gd name="connsiteY112" fmla="*/ 50401 h 184171"/>
                    <a:gd name="connsiteX113" fmla="*/ 73553 w 87247"/>
                    <a:gd name="connsiteY113" fmla="*/ 52624 h 184171"/>
                    <a:gd name="connsiteX114" fmla="*/ 74884 w 87247"/>
                    <a:gd name="connsiteY114" fmla="*/ 49394 h 184171"/>
                    <a:gd name="connsiteX115" fmla="*/ 77037 w 87247"/>
                    <a:gd name="connsiteY115" fmla="*/ 50216 h 184171"/>
                    <a:gd name="connsiteX116" fmla="*/ 78774 w 87247"/>
                    <a:gd name="connsiteY116" fmla="*/ 52427 h 184171"/>
                    <a:gd name="connsiteX117" fmla="*/ 77964 w 87247"/>
                    <a:gd name="connsiteY117" fmla="*/ 52578 h 184171"/>
                    <a:gd name="connsiteX118" fmla="*/ 77061 w 87247"/>
                    <a:gd name="connsiteY118" fmla="*/ 52670 h 184171"/>
                    <a:gd name="connsiteX119" fmla="*/ 78056 w 87247"/>
                    <a:gd name="connsiteY119" fmla="*/ 54430 h 184171"/>
                    <a:gd name="connsiteX120" fmla="*/ 76621 w 87247"/>
                    <a:gd name="connsiteY120" fmla="*/ 54985 h 184171"/>
                    <a:gd name="connsiteX121" fmla="*/ 77049 w 87247"/>
                    <a:gd name="connsiteY121" fmla="*/ 55078 h 184171"/>
                    <a:gd name="connsiteX122" fmla="*/ 76470 w 87247"/>
                    <a:gd name="connsiteY122" fmla="*/ 55251 h 184171"/>
                    <a:gd name="connsiteX123" fmla="*/ 79387 w 87247"/>
                    <a:gd name="connsiteY123" fmla="*/ 58319 h 184171"/>
                    <a:gd name="connsiteX124" fmla="*/ 79086 w 87247"/>
                    <a:gd name="connsiteY124" fmla="*/ 60611 h 184171"/>
                    <a:gd name="connsiteX125" fmla="*/ 78380 w 87247"/>
                    <a:gd name="connsiteY125" fmla="*/ 64061 h 184171"/>
                    <a:gd name="connsiteX126" fmla="*/ 84909 w 87247"/>
                    <a:gd name="connsiteY126" fmla="*/ 61583 h 184171"/>
                    <a:gd name="connsiteX127" fmla="*/ 85604 w 87247"/>
                    <a:gd name="connsiteY127" fmla="*/ 61375 h 184171"/>
                    <a:gd name="connsiteX128" fmla="*/ 87247 w 87247"/>
                    <a:gd name="connsiteY128" fmla="*/ 65809 h 184171"/>
                    <a:gd name="connsiteX129" fmla="*/ 84018 w 87247"/>
                    <a:gd name="connsiteY129" fmla="*/ 67950 h 184171"/>
                    <a:gd name="connsiteX130" fmla="*/ 84052 w 87247"/>
                    <a:gd name="connsiteY130" fmla="*/ 68008 h 184171"/>
                    <a:gd name="connsiteX131" fmla="*/ 83833 w 87247"/>
                    <a:gd name="connsiteY131" fmla="*/ 68124 h 184171"/>
                    <a:gd name="connsiteX132" fmla="*/ 85372 w 87247"/>
                    <a:gd name="connsiteY132" fmla="*/ 70231 h 184171"/>
                    <a:gd name="connsiteX133" fmla="*/ 83705 w 87247"/>
                    <a:gd name="connsiteY133" fmla="*/ 71504 h 184171"/>
                    <a:gd name="connsiteX134" fmla="*/ 82976 w 87247"/>
                    <a:gd name="connsiteY134" fmla="*/ 76169 h 184171"/>
                    <a:gd name="connsiteX135" fmla="*/ 78207 w 87247"/>
                    <a:gd name="connsiteY135" fmla="*/ 76829 h 184171"/>
                    <a:gd name="connsiteX136" fmla="*/ 77524 w 87247"/>
                    <a:gd name="connsiteY136" fmla="*/ 76331 h 184171"/>
                    <a:gd name="connsiteX137" fmla="*/ 75729 w 87247"/>
                    <a:gd name="connsiteY137" fmla="*/ 74919 h 184171"/>
                    <a:gd name="connsiteX138" fmla="*/ 75706 w 87247"/>
                    <a:gd name="connsiteY138" fmla="*/ 75000 h 184171"/>
                    <a:gd name="connsiteX139" fmla="*/ 75452 w 87247"/>
                    <a:gd name="connsiteY139" fmla="*/ 74815 h 184171"/>
                    <a:gd name="connsiteX140" fmla="*/ 73958 w 87247"/>
                    <a:gd name="connsiteY140" fmla="*/ 78704 h 184171"/>
                    <a:gd name="connsiteX141" fmla="*/ 71794 w 87247"/>
                    <a:gd name="connsiteY141" fmla="*/ 79653 h 184171"/>
                    <a:gd name="connsiteX142" fmla="*/ 72338 w 87247"/>
                    <a:gd name="connsiteY142" fmla="*/ 81367 h 184171"/>
                    <a:gd name="connsiteX143" fmla="*/ 70937 w 87247"/>
                    <a:gd name="connsiteY143" fmla="*/ 80857 h 184171"/>
                    <a:gd name="connsiteX144" fmla="*/ 66179 w 87247"/>
                    <a:gd name="connsiteY144" fmla="*/ 87004 h 184171"/>
                    <a:gd name="connsiteX145" fmla="*/ 66260 w 87247"/>
                    <a:gd name="connsiteY145" fmla="*/ 87050 h 184171"/>
                    <a:gd name="connsiteX146" fmla="*/ 66214 w 87247"/>
                    <a:gd name="connsiteY146" fmla="*/ 87108 h 184171"/>
                    <a:gd name="connsiteX147" fmla="*/ 69652 w 87247"/>
                    <a:gd name="connsiteY147" fmla="*/ 89262 h 184171"/>
                    <a:gd name="connsiteX148" fmla="*/ 67117 w 87247"/>
                    <a:gd name="connsiteY148" fmla="*/ 90685 h 184171"/>
                    <a:gd name="connsiteX149" fmla="*/ 68992 w 87247"/>
                    <a:gd name="connsiteY149" fmla="*/ 94019 h 184171"/>
                    <a:gd name="connsiteX150" fmla="*/ 64026 w 87247"/>
                    <a:gd name="connsiteY150" fmla="*/ 96820 h 184171"/>
                    <a:gd name="connsiteX151" fmla="*/ 63135 w 87247"/>
                    <a:gd name="connsiteY151" fmla="*/ 100490 h 184171"/>
                    <a:gd name="connsiteX152" fmla="*/ 64026 w 87247"/>
                    <a:gd name="connsiteY152" fmla="*/ 101555 h 184171"/>
                    <a:gd name="connsiteX153" fmla="*/ 61966 w 87247"/>
                    <a:gd name="connsiteY153" fmla="*/ 102111 h 184171"/>
                    <a:gd name="connsiteX154" fmla="*/ 62961 w 87247"/>
                    <a:gd name="connsiteY154" fmla="*/ 105294 h 184171"/>
                    <a:gd name="connsiteX155" fmla="*/ 59940 w 87247"/>
                    <a:gd name="connsiteY155" fmla="*/ 107922 h 184171"/>
                    <a:gd name="connsiteX156" fmla="*/ 55784 w 87247"/>
                    <a:gd name="connsiteY156" fmla="*/ 105850 h 184171"/>
                    <a:gd name="connsiteX157" fmla="*/ 55032 w 87247"/>
                    <a:gd name="connsiteY157" fmla="*/ 109022 h 184171"/>
                    <a:gd name="connsiteX158" fmla="*/ 50691 w 87247"/>
                    <a:gd name="connsiteY158" fmla="*/ 107204 h 184171"/>
                    <a:gd name="connsiteX159" fmla="*/ 48746 w 87247"/>
                    <a:gd name="connsiteY159" fmla="*/ 106336 h 184171"/>
                    <a:gd name="connsiteX160" fmla="*/ 48283 w 87247"/>
                    <a:gd name="connsiteY160" fmla="*/ 104055 h 184171"/>
                    <a:gd name="connsiteX161" fmla="*/ 48248 w 87247"/>
                    <a:gd name="connsiteY161" fmla="*/ 103905 h 184171"/>
                    <a:gd name="connsiteX162" fmla="*/ 48283 w 87247"/>
                    <a:gd name="connsiteY162" fmla="*/ 103917 h 184171"/>
                    <a:gd name="connsiteX163" fmla="*/ 50170 w 87247"/>
                    <a:gd name="connsiteY163" fmla="*/ 105190 h 184171"/>
                    <a:gd name="connsiteX164" fmla="*/ 49695 w 87247"/>
                    <a:gd name="connsiteY164" fmla="*/ 101277 h 184171"/>
                    <a:gd name="connsiteX165" fmla="*/ 52578 w 87247"/>
                    <a:gd name="connsiteY165" fmla="*/ 105306 h 184171"/>
                    <a:gd name="connsiteX166" fmla="*/ 55124 w 87247"/>
                    <a:gd name="connsiteY166" fmla="*/ 105375 h 184171"/>
                    <a:gd name="connsiteX167" fmla="*/ 48422 w 87247"/>
                    <a:gd name="connsiteY167" fmla="*/ 97909 h 184171"/>
                    <a:gd name="connsiteX168" fmla="*/ 48283 w 87247"/>
                    <a:gd name="connsiteY168" fmla="*/ 98395 h 184171"/>
                    <a:gd name="connsiteX169" fmla="*/ 47519 w 87247"/>
                    <a:gd name="connsiteY169" fmla="*/ 100965 h 184171"/>
                    <a:gd name="connsiteX170" fmla="*/ 46500 w 87247"/>
                    <a:gd name="connsiteY170" fmla="*/ 100953 h 184171"/>
                    <a:gd name="connsiteX171" fmla="*/ 45181 w 87247"/>
                    <a:gd name="connsiteY171" fmla="*/ 100050 h 184171"/>
                    <a:gd name="connsiteX172" fmla="*/ 44567 w 87247"/>
                    <a:gd name="connsiteY172" fmla="*/ 100918 h 184171"/>
                    <a:gd name="connsiteX173" fmla="*/ 44289 w 87247"/>
                    <a:gd name="connsiteY173" fmla="*/ 100907 h 184171"/>
                    <a:gd name="connsiteX174" fmla="*/ 43803 w 87247"/>
                    <a:gd name="connsiteY174" fmla="*/ 101983 h 184171"/>
                    <a:gd name="connsiteX175" fmla="*/ 43525 w 87247"/>
                    <a:gd name="connsiteY175" fmla="*/ 102365 h 184171"/>
                    <a:gd name="connsiteX176" fmla="*/ 38617 w 87247"/>
                    <a:gd name="connsiteY176" fmla="*/ 102458 h 184171"/>
                    <a:gd name="connsiteX177" fmla="*/ 36302 w 87247"/>
                    <a:gd name="connsiteY177" fmla="*/ 95003 h 184171"/>
                    <a:gd name="connsiteX178" fmla="*/ 34079 w 87247"/>
                    <a:gd name="connsiteY178" fmla="*/ 95732 h 184171"/>
                    <a:gd name="connsiteX179" fmla="*/ 36175 w 87247"/>
                    <a:gd name="connsiteY179" fmla="*/ 97735 h 184171"/>
                    <a:gd name="connsiteX180" fmla="*/ 35341 w 87247"/>
                    <a:gd name="connsiteY180" fmla="*/ 98754 h 184171"/>
                    <a:gd name="connsiteX181" fmla="*/ 35052 w 87247"/>
                    <a:gd name="connsiteY181" fmla="*/ 98580 h 184171"/>
                    <a:gd name="connsiteX182" fmla="*/ 31857 w 87247"/>
                    <a:gd name="connsiteY182" fmla="*/ 96809 h 184171"/>
                    <a:gd name="connsiteX183" fmla="*/ 30549 w 87247"/>
                    <a:gd name="connsiteY183" fmla="*/ 92815 h 184171"/>
                    <a:gd name="connsiteX184" fmla="*/ 29750 w 87247"/>
                    <a:gd name="connsiteY184" fmla="*/ 94459 h 184171"/>
                    <a:gd name="connsiteX185" fmla="*/ 32158 w 87247"/>
                    <a:gd name="connsiteY185" fmla="*/ 98626 h 184171"/>
                    <a:gd name="connsiteX186" fmla="*/ 32378 w 87247"/>
                    <a:gd name="connsiteY186" fmla="*/ 99321 h 184171"/>
                    <a:gd name="connsiteX187" fmla="*/ 30711 w 87247"/>
                    <a:gd name="connsiteY187" fmla="*/ 99703 h 184171"/>
                    <a:gd name="connsiteX188" fmla="*/ 33859 w 87247"/>
                    <a:gd name="connsiteY188" fmla="*/ 105155 h 184171"/>
                    <a:gd name="connsiteX189" fmla="*/ 35804 w 87247"/>
                    <a:gd name="connsiteY189" fmla="*/ 105526 h 184171"/>
                    <a:gd name="connsiteX190" fmla="*/ 35712 w 87247"/>
                    <a:gd name="connsiteY190" fmla="*/ 104472 h 184171"/>
                    <a:gd name="connsiteX191" fmla="*/ 36140 w 87247"/>
                    <a:gd name="connsiteY191" fmla="*/ 104611 h 184171"/>
                    <a:gd name="connsiteX192" fmla="*/ 37286 w 87247"/>
                    <a:gd name="connsiteY192" fmla="*/ 106799 h 184171"/>
                    <a:gd name="connsiteX193" fmla="*/ 39173 w 87247"/>
                    <a:gd name="connsiteY193" fmla="*/ 105549 h 184171"/>
                    <a:gd name="connsiteX194" fmla="*/ 42646 w 87247"/>
                    <a:gd name="connsiteY194" fmla="*/ 106637 h 184171"/>
                    <a:gd name="connsiteX195" fmla="*/ 43676 w 87247"/>
                    <a:gd name="connsiteY195" fmla="*/ 107169 h 184171"/>
                    <a:gd name="connsiteX196" fmla="*/ 42217 w 87247"/>
                    <a:gd name="connsiteY196" fmla="*/ 105155 h 184171"/>
                    <a:gd name="connsiteX197" fmla="*/ 41997 w 87247"/>
                    <a:gd name="connsiteY197" fmla="*/ 104681 h 184171"/>
                    <a:gd name="connsiteX198" fmla="*/ 47137 w 87247"/>
                    <a:gd name="connsiteY198" fmla="*/ 103616 h 184171"/>
                    <a:gd name="connsiteX199" fmla="*/ 47183 w 87247"/>
                    <a:gd name="connsiteY199" fmla="*/ 103951 h 184171"/>
                    <a:gd name="connsiteX200" fmla="*/ 47172 w 87247"/>
                    <a:gd name="connsiteY200" fmla="*/ 105433 h 184171"/>
                    <a:gd name="connsiteX201" fmla="*/ 45215 w 87247"/>
                    <a:gd name="connsiteY201" fmla="*/ 105317 h 184171"/>
                    <a:gd name="connsiteX202" fmla="*/ 46998 w 87247"/>
                    <a:gd name="connsiteY202" fmla="*/ 106266 h 184171"/>
                    <a:gd name="connsiteX203" fmla="*/ 46616 w 87247"/>
                    <a:gd name="connsiteY203" fmla="*/ 107899 h 184171"/>
                    <a:gd name="connsiteX204" fmla="*/ 48283 w 87247"/>
                    <a:gd name="connsiteY204" fmla="*/ 108037 h 184171"/>
                    <a:gd name="connsiteX205" fmla="*/ 49510 w 87247"/>
                    <a:gd name="connsiteY205" fmla="*/ 108142 h 184171"/>
                    <a:gd name="connsiteX206" fmla="*/ 49614 w 87247"/>
                    <a:gd name="connsiteY206" fmla="*/ 108177 h 184171"/>
                    <a:gd name="connsiteX207" fmla="*/ 48352 w 87247"/>
                    <a:gd name="connsiteY207" fmla="*/ 108431 h 184171"/>
                    <a:gd name="connsiteX208" fmla="*/ 48538 w 87247"/>
                    <a:gd name="connsiteY208" fmla="*/ 109566 h 184171"/>
                    <a:gd name="connsiteX209" fmla="*/ 48364 w 87247"/>
                    <a:gd name="connsiteY209" fmla="*/ 109751 h 184171"/>
                    <a:gd name="connsiteX210" fmla="*/ 48711 w 87247"/>
                    <a:gd name="connsiteY210" fmla="*/ 110561 h 184171"/>
                    <a:gd name="connsiteX211" fmla="*/ 48978 w 87247"/>
                    <a:gd name="connsiteY211" fmla="*/ 112124 h 184171"/>
                    <a:gd name="connsiteX212" fmla="*/ 52103 w 87247"/>
                    <a:gd name="connsiteY212" fmla="*/ 113907 h 184171"/>
                    <a:gd name="connsiteX213" fmla="*/ 54928 w 87247"/>
                    <a:gd name="connsiteY213" fmla="*/ 113235 h 184171"/>
                    <a:gd name="connsiteX214" fmla="*/ 57069 w 87247"/>
                    <a:gd name="connsiteY214" fmla="*/ 112830 h 184171"/>
                    <a:gd name="connsiteX215" fmla="*/ 58238 w 87247"/>
                    <a:gd name="connsiteY215" fmla="*/ 116476 h 184171"/>
                    <a:gd name="connsiteX216" fmla="*/ 60241 w 87247"/>
                    <a:gd name="connsiteY216" fmla="*/ 117669 h 184171"/>
                    <a:gd name="connsiteX217" fmla="*/ 60287 w 87247"/>
                    <a:gd name="connsiteY217" fmla="*/ 117622 h 184171"/>
                    <a:gd name="connsiteX218" fmla="*/ 60982 w 87247"/>
                    <a:gd name="connsiteY218" fmla="*/ 118016 h 184171"/>
                    <a:gd name="connsiteX219" fmla="*/ 60241 w 87247"/>
                    <a:gd name="connsiteY219" fmla="*/ 121002 h 184171"/>
                    <a:gd name="connsiteX220" fmla="*/ 58724 w 87247"/>
                    <a:gd name="connsiteY220" fmla="*/ 126027 h 184171"/>
                    <a:gd name="connsiteX221" fmla="*/ 60588 w 87247"/>
                    <a:gd name="connsiteY221" fmla="*/ 126571 h 184171"/>
                    <a:gd name="connsiteX222" fmla="*/ 63482 w 87247"/>
                    <a:gd name="connsiteY222" fmla="*/ 132127 h 184171"/>
                    <a:gd name="connsiteX223" fmla="*/ 64339 w 87247"/>
                    <a:gd name="connsiteY223" fmla="*/ 139663 h 184171"/>
                    <a:gd name="connsiteX224" fmla="*/ 62950 w 87247"/>
                    <a:gd name="connsiteY224" fmla="*/ 142267 h 184171"/>
                    <a:gd name="connsiteX225" fmla="*/ 64512 w 87247"/>
                    <a:gd name="connsiteY225" fmla="*/ 144004 h 184171"/>
                    <a:gd name="connsiteX226" fmla="*/ 62012 w 87247"/>
                    <a:gd name="connsiteY226" fmla="*/ 145590 h 184171"/>
                    <a:gd name="connsiteX227" fmla="*/ 60009 w 87247"/>
                    <a:gd name="connsiteY227" fmla="*/ 146863 h 184171"/>
                    <a:gd name="connsiteX228" fmla="*/ 60252 w 87247"/>
                    <a:gd name="connsiteY228" fmla="*/ 149977 h 184171"/>
                    <a:gd name="connsiteX229" fmla="*/ 56305 w 87247"/>
                    <a:gd name="connsiteY229" fmla="*/ 151621 h 184171"/>
                    <a:gd name="connsiteX230" fmla="*/ 51189 w 87247"/>
                    <a:gd name="connsiteY230" fmla="*/ 151146 h 184171"/>
                    <a:gd name="connsiteX231" fmla="*/ 48283 w 87247"/>
                    <a:gd name="connsiteY231" fmla="*/ 147801 h 184171"/>
                    <a:gd name="connsiteX232" fmla="*/ 46350 w 87247"/>
                    <a:gd name="connsiteY232" fmla="*/ 145590 h 184171"/>
                    <a:gd name="connsiteX233" fmla="*/ 43954 w 87247"/>
                    <a:gd name="connsiteY233" fmla="*/ 142835 h 184171"/>
                    <a:gd name="connsiteX234" fmla="*/ 40099 w 87247"/>
                    <a:gd name="connsiteY234" fmla="*/ 141851 h 184171"/>
                    <a:gd name="connsiteX235" fmla="*/ 44220 w 87247"/>
                    <a:gd name="connsiteY235" fmla="*/ 145590 h 184171"/>
                    <a:gd name="connsiteX236" fmla="*/ 44463 w 87247"/>
                    <a:gd name="connsiteY236" fmla="*/ 145810 h 184171"/>
                    <a:gd name="connsiteX237" fmla="*/ 41824 w 87247"/>
                    <a:gd name="connsiteY237" fmla="*/ 146678 h 184171"/>
                    <a:gd name="connsiteX238" fmla="*/ 44266 w 87247"/>
                    <a:gd name="connsiteY238" fmla="*/ 147824 h 184171"/>
                    <a:gd name="connsiteX239" fmla="*/ 45458 w 87247"/>
                    <a:gd name="connsiteY239" fmla="*/ 148495 h 184171"/>
                    <a:gd name="connsiteX240" fmla="*/ 43398 w 87247"/>
                    <a:gd name="connsiteY240" fmla="*/ 149734 h 184171"/>
                    <a:gd name="connsiteX241" fmla="*/ 46118 w 87247"/>
                    <a:gd name="connsiteY241" fmla="*/ 151829 h 184171"/>
                    <a:gd name="connsiteX242" fmla="*/ 39312 w 87247"/>
                    <a:gd name="connsiteY242" fmla="*/ 149317 h 184171"/>
                    <a:gd name="connsiteX243" fmla="*/ 38339 w 87247"/>
                    <a:gd name="connsiteY243" fmla="*/ 146921 h 184171"/>
                    <a:gd name="connsiteX244" fmla="*/ 40562 w 87247"/>
                    <a:gd name="connsiteY244" fmla="*/ 147465 h 184171"/>
                    <a:gd name="connsiteX245" fmla="*/ 38258 w 87247"/>
                    <a:gd name="connsiteY245" fmla="*/ 145590 h 184171"/>
                    <a:gd name="connsiteX246" fmla="*/ 37460 w 87247"/>
                    <a:gd name="connsiteY246" fmla="*/ 144942 h 184171"/>
                    <a:gd name="connsiteX247" fmla="*/ 37622 w 87247"/>
                    <a:gd name="connsiteY247" fmla="*/ 145590 h 184171"/>
                    <a:gd name="connsiteX248" fmla="*/ 38675 w 87247"/>
                    <a:gd name="connsiteY248" fmla="*/ 149572 h 184171"/>
                    <a:gd name="connsiteX249" fmla="*/ 35191 w 87247"/>
                    <a:gd name="connsiteY249" fmla="*/ 148889 h 184171"/>
                    <a:gd name="connsiteX250" fmla="*/ 35225 w 87247"/>
                    <a:gd name="connsiteY250" fmla="*/ 146574 h 184171"/>
                    <a:gd name="connsiteX251" fmla="*/ 32852 w 87247"/>
                    <a:gd name="connsiteY251" fmla="*/ 147940 h 184171"/>
                    <a:gd name="connsiteX252" fmla="*/ 29796 w 87247"/>
                    <a:gd name="connsiteY252" fmla="*/ 147152 h 184171"/>
                    <a:gd name="connsiteX253" fmla="*/ 30468 w 87247"/>
                    <a:gd name="connsiteY253" fmla="*/ 147511 h 184171"/>
                    <a:gd name="connsiteX254" fmla="*/ 28500 w 87247"/>
                    <a:gd name="connsiteY254" fmla="*/ 147152 h 184171"/>
                    <a:gd name="connsiteX255" fmla="*/ 31105 w 87247"/>
                    <a:gd name="connsiteY255" fmla="*/ 147847 h 184171"/>
                    <a:gd name="connsiteX256" fmla="*/ 31533 w 87247"/>
                    <a:gd name="connsiteY256" fmla="*/ 148079 h 184171"/>
                    <a:gd name="connsiteX257" fmla="*/ 28974 w 87247"/>
                    <a:gd name="connsiteY257" fmla="*/ 149004 h 184171"/>
                    <a:gd name="connsiteX258" fmla="*/ 33616 w 87247"/>
                    <a:gd name="connsiteY258" fmla="*/ 151783 h 184171"/>
                    <a:gd name="connsiteX259" fmla="*/ 31463 w 87247"/>
                    <a:gd name="connsiteY259" fmla="*/ 153554 h 184171"/>
                    <a:gd name="connsiteX260" fmla="*/ 34438 w 87247"/>
                    <a:gd name="connsiteY260" fmla="*/ 157524 h 184171"/>
                    <a:gd name="connsiteX261" fmla="*/ 34415 w 87247"/>
                    <a:gd name="connsiteY261" fmla="*/ 157686 h 184171"/>
                    <a:gd name="connsiteX262" fmla="*/ 34485 w 87247"/>
                    <a:gd name="connsiteY262" fmla="*/ 157582 h 184171"/>
                    <a:gd name="connsiteX263" fmla="*/ 34878 w 87247"/>
                    <a:gd name="connsiteY263" fmla="*/ 158115 h 184171"/>
                    <a:gd name="connsiteX264" fmla="*/ 36290 w 87247"/>
                    <a:gd name="connsiteY264" fmla="*/ 155869 h 184171"/>
                    <a:gd name="connsiteX265" fmla="*/ 37066 w 87247"/>
                    <a:gd name="connsiteY265" fmla="*/ 156147 h 184171"/>
                    <a:gd name="connsiteX266" fmla="*/ 40735 w 87247"/>
                    <a:gd name="connsiteY266" fmla="*/ 157791 h 184171"/>
                    <a:gd name="connsiteX267" fmla="*/ 41222 w 87247"/>
                    <a:gd name="connsiteY267" fmla="*/ 157640 h 184171"/>
                    <a:gd name="connsiteX268" fmla="*/ 43190 w 87247"/>
                    <a:gd name="connsiteY268" fmla="*/ 158346 h 184171"/>
                    <a:gd name="connsiteX269" fmla="*/ 44880 w 87247"/>
                    <a:gd name="connsiteY269" fmla="*/ 156471 h 184171"/>
                    <a:gd name="connsiteX270" fmla="*/ 48133 w 87247"/>
                    <a:gd name="connsiteY270" fmla="*/ 155429 h 184171"/>
                    <a:gd name="connsiteX271" fmla="*/ 48283 w 87247"/>
                    <a:gd name="connsiteY271" fmla="*/ 155429 h 184171"/>
                    <a:gd name="connsiteX272" fmla="*/ 50482 w 87247"/>
                    <a:gd name="connsiteY272" fmla="*/ 155302 h 184171"/>
                    <a:gd name="connsiteX273" fmla="*/ 59813 w 87247"/>
                    <a:gd name="connsiteY273" fmla="*/ 159006 h 184171"/>
                    <a:gd name="connsiteX274" fmla="*/ 62707 w 87247"/>
                    <a:gd name="connsiteY274" fmla="*/ 160337 h 184171"/>
                    <a:gd name="connsiteX275" fmla="*/ 62788 w 87247"/>
                    <a:gd name="connsiteY275" fmla="*/ 162896 h 184171"/>
                    <a:gd name="connsiteX276" fmla="*/ 60669 w 87247"/>
                    <a:gd name="connsiteY276" fmla="*/ 164725 h 184171"/>
                    <a:gd name="connsiteX277" fmla="*/ 60808 w 87247"/>
                    <a:gd name="connsiteY277" fmla="*/ 164736 h 184171"/>
                    <a:gd name="connsiteX278" fmla="*/ 60762 w 87247"/>
                    <a:gd name="connsiteY278" fmla="*/ 164771 h 184171"/>
                    <a:gd name="connsiteX279" fmla="*/ 63841 w 87247"/>
                    <a:gd name="connsiteY279" fmla="*/ 166461 h 184171"/>
                    <a:gd name="connsiteX280" fmla="*/ 64258 w 87247"/>
                    <a:gd name="connsiteY280" fmla="*/ 167132 h 184171"/>
                    <a:gd name="connsiteX281" fmla="*/ 64038 w 87247"/>
                    <a:gd name="connsiteY281" fmla="*/ 168255 h 184171"/>
                    <a:gd name="connsiteX282" fmla="*/ 62683 w 87247"/>
                    <a:gd name="connsiteY282" fmla="*/ 170350 h 184171"/>
                    <a:gd name="connsiteX283" fmla="*/ 63505 w 87247"/>
                    <a:gd name="connsiteY283" fmla="*/ 170524 h 184171"/>
                    <a:gd name="connsiteX284" fmla="*/ 63725 w 87247"/>
                    <a:gd name="connsiteY284" fmla="*/ 170107 h 184171"/>
                    <a:gd name="connsiteX285" fmla="*/ 63922 w 87247"/>
                    <a:gd name="connsiteY285" fmla="*/ 170547 h 184171"/>
                    <a:gd name="connsiteX286" fmla="*/ 63702 w 87247"/>
                    <a:gd name="connsiteY286" fmla="*/ 170559 h 184171"/>
                    <a:gd name="connsiteX287" fmla="*/ 64292 w 87247"/>
                    <a:gd name="connsiteY287" fmla="*/ 170686 h 184171"/>
                    <a:gd name="connsiteX288" fmla="*/ 66619 w 87247"/>
                    <a:gd name="connsiteY288" fmla="*/ 166241 h 184171"/>
                    <a:gd name="connsiteX289" fmla="*/ 66816 w 87247"/>
                    <a:gd name="connsiteY289" fmla="*/ 166264 h 184171"/>
                    <a:gd name="connsiteX290" fmla="*/ 68055 w 87247"/>
                    <a:gd name="connsiteY290" fmla="*/ 166797 h 184171"/>
                    <a:gd name="connsiteX291" fmla="*/ 68321 w 87247"/>
                    <a:gd name="connsiteY291" fmla="*/ 170906 h 184171"/>
                    <a:gd name="connsiteX292" fmla="*/ 72882 w 87247"/>
                    <a:gd name="connsiteY292" fmla="*/ 171959 h 184171"/>
                    <a:gd name="connsiteX293" fmla="*/ 71412 w 87247"/>
                    <a:gd name="connsiteY293" fmla="*/ 175895 h 184171"/>
                    <a:gd name="connsiteX294" fmla="*/ 69849 w 87247"/>
                    <a:gd name="connsiteY294" fmla="*/ 174437 h 184171"/>
                    <a:gd name="connsiteX295" fmla="*/ 66758 w 87247"/>
                    <a:gd name="connsiteY295" fmla="*/ 174865 h 184171"/>
                    <a:gd name="connsiteX296" fmla="*/ 70532 w 87247"/>
                    <a:gd name="connsiteY296" fmla="*/ 175756 h 184171"/>
                    <a:gd name="connsiteX297" fmla="*/ 68437 w 87247"/>
                    <a:gd name="connsiteY297" fmla="*/ 176752 h 184171"/>
                    <a:gd name="connsiteX298" fmla="*/ 69698 w 87247"/>
                    <a:gd name="connsiteY298" fmla="*/ 177597 h 184171"/>
                    <a:gd name="connsiteX299" fmla="*/ 68448 w 87247"/>
                    <a:gd name="connsiteY299" fmla="*/ 179241 h 184171"/>
                    <a:gd name="connsiteX300" fmla="*/ 65207 w 87247"/>
                    <a:gd name="connsiteY300" fmla="*/ 179264 h 184171"/>
                    <a:gd name="connsiteX301" fmla="*/ 66318 w 87247"/>
                    <a:gd name="connsiteY301" fmla="*/ 184172 h 184171"/>
                    <a:gd name="connsiteX302" fmla="*/ 57231 w 87247"/>
                    <a:gd name="connsiteY302" fmla="*/ 181521 h 184171"/>
                    <a:gd name="connsiteX303" fmla="*/ 50992 w 87247"/>
                    <a:gd name="connsiteY303" fmla="*/ 175745 h 184171"/>
                    <a:gd name="connsiteX304" fmla="*/ 48283 w 87247"/>
                    <a:gd name="connsiteY304" fmla="*/ 175780 h 184171"/>
                    <a:gd name="connsiteX305" fmla="*/ 45088 w 87247"/>
                    <a:gd name="connsiteY305" fmla="*/ 175814 h 184171"/>
                    <a:gd name="connsiteX306" fmla="*/ 43930 w 87247"/>
                    <a:gd name="connsiteY306" fmla="*/ 173534 h 184171"/>
                    <a:gd name="connsiteX307" fmla="*/ 43085 w 87247"/>
                    <a:gd name="connsiteY307" fmla="*/ 175861 h 184171"/>
                    <a:gd name="connsiteX308" fmla="*/ 38907 w 87247"/>
                    <a:gd name="connsiteY308" fmla="*/ 177076 h 184171"/>
                    <a:gd name="connsiteX309" fmla="*/ 38652 w 87247"/>
                    <a:gd name="connsiteY309" fmla="*/ 178396 h 184171"/>
                    <a:gd name="connsiteX310" fmla="*/ 37506 w 87247"/>
                    <a:gd name="connsiteY310" fmla="*/ 178257 h 184171"/>
                    <a:gd name="connsiteX311" fmla="*/ 37066 w 87247"/>
                    <a:gd name="connsiteY311" fmla="*/ 178083 h 184171"/>
                    <a:gd name="connsiteX312" fmla="*/ 37413 w 87247"/>
                    <a:gd name="connsiteY312" fmla="*/ 178014 h 184171"/>
                    <a:gd name="connsiteX313" fmla="*/ 36707 w 87247"/>
                    <a:gd name="connsiteY313" fmla="*/ 176231 h 184171"/>
                    <a:gd name="connsiteX314" fmla="*/ 36418 w 87247"/>
                    <a:gd name="connsiteY314" fmla="*/ 177562 h 184171"/>
                    <a:gd name="connsiteX315" fmla="*/ 33952 w 87247"/>
                    <a:gd name="connsiteY315" fmla="*/ 177817 h 184171"/>
                    <a:gd name="connsiteX316" fmla="*/ 23939 w 87247"/>
                    <a:gd name="connsiteY316" fmla="*/ 176590 h 184171"/>
                    <a:gd name="connsiteX317" fmla="*/ 20617 w 87247"/>
                    <a:gd name="connsiteY317" fmla="*/ 175884 h 184171"/>
                    <a:gd name="connsiteX318" fmla="*/ 18683 w 87247"/>
                    <a:gd name="connsiteY318" fmla="*/ 171902 h 184171"/>
                    <a:gd name="connsiteX319" fmla="*/ 15222 w 87247"/>
                    <a:gd name="connsiteY319" fmla="*/ 169772 h 184171"/>
                    <a:gd name="connsiteX320" fmla="*/ 16033 w 87247"/>
                    <a:gd name="connsiteY320" fmla="*/ 162410 h 184171"/>
                    <a:gd name="connsiteX321" fmla="*/ 12120 w 87247"/>
                    <a:gd name="connsiteY321" fmla="*/ 159203 h 184171"/>
                    <a:gd name="connsiteX322" fmla="*/ 12826 w 87247"/>
                    <a:gd name="connsiteY322" fmla="*/ 154908 h 184171"/>
                    <a:gd name="connsiteX323" fmla="*/ 10314 w 87247"/>
                    <a:gd name="connsiteY323" fmla="*/ 148044 h 184171"/>
                    <a:gd name="connsiteX324" fmla="*/ 11078 w 87247"/>
                    <a:gd name="connsiteY324" fmla="*/ 145590 h 184171"/>
                    <a:gd name="connsiteX325" fmla="*/ 12351 w 87247"/>
                    <a:gd name="connsiteY325" fmla="*/ 141526 h 184171"/>
                    <a:gd name="connsiteX326" fmla="*/ 8439 w 87247"/>
                    <a:gd name="connsiteY326" fmla="*/ 123491 h 184171"/>
                    <a:gd name="connsiteX327" fmla="*/ 9840 w 87247"/>
                    <a:gd name="connsiteY327" fmla="*/ 107852 h 184171"/>
                    <a:gd name="connsiteX328" fmla="*/ 7316 w 87247"/>
                    <a:gd name="connsiteY328" fmla="*/ 105271 h 184171"/>
                    <a:gd name="connsiteX329" fmla="*/ 7027 w 87247"/>
                    <a:gd name="connsiteY329" fmla="*/ 96450 h 184171"/>
                    <a:gd name="connsiteX330" fmla="*/ 2894 w 87247"/>
                    <a:gd name="connsiteY330" fmla="*/ 93822 h 184171"/>
                    <a:gd name="connsiteX331" fmla="*/ 1111 w 87247"/>
                    <a:gd name="connsiteY331" fmla="*/ 95026 h 184171"/>
                    <a:gd name="connsiteX332" fmla="*/ 0 w 87247"/>
                    <a:gd name="connsiteY332" fmla="*/ 93290 h 184171"/>
                    <a:gd name="connsiteX333" fmla="*/ 2084 w 87247"/>
                    <a:gd name="connsiteY333" fmla="*/ 91785 h 184171"/>
                    <a:gd name="connsiteX334" fmla="*/ 5614 w 87247"/>
                    <a:gd name="connsiteY334" fmla="*/ 93475 h 184171"/>
                    <a:gd name="connsiteX335" fmla="*/ 9191 w 87247"/>
                    <a:gd name="connsiteY335" fmla="*/ 90882 h 184171"/>
                    <a:gd name="connsiteX336" fmla="*/ 10222 w 87247"/>
                    <a:gd name="connsiteY336" fmla="*/ 87004 h 184171"/>
                    <a:gd name="connsiteX337" fmla="*/ 10638 w 87247"/>
                    <a:gd name="connsiteY337" fmla="*/ 86425 h 184171"/>
                    <a:gd name="connsiteX338" fmla="*/ 10916 w 87247"/>
                    <a:gd name="connsiteY338" fmla="*/ 84365 h 184171"/>
                    <a:gd name="connsiteX339" fmla="*/ 12595 w 87247"/>
                    <a:gd name="connsiteY339" fmla="*/ 78033 h 184171"/>
                    <a:gd name="connsiteX340" fmla="*/ 11970 w 87247"/>
                    <a:gd name="connsiteY340" fmla="*/ 76806 h 184171"/>
                    <a:gd name="connsiteX341" fmla="*/ 12016 w 87247"/>
                    <a:gd name="connsiteY341" fmla="*/ 76447 h 184171"/>
                    <a:gd name="connsiteX342" fmla="*/ 11460 w 87247"/>
                    <a:gd name="connsiteY342" fmla="*/ 75787 h 184171"/>
                    <a:gd name="connsiteX343" fmla="*/ 10673 w 87247"/>
                    <a:gd name="connsiteY343" fmla="*/ 74248 h 184171"/>
                    <a:gd name="connsiteX344" fmla="*/ 10974 w 87247"/>
                    <a:gd name="connsiteY344" fmla="*/ 74201 h 184171"/>
                    <a:gd name="connsiteX345" fmla="*/ 12676 w 87247"/>
                    <a:gd name="connsiteY345" fmla="*/ 74537 h 184171"/>
                    <a:gd name="connsiteX346" fmla="*/ 14076 w 87247"/>
                    <a:gd name="connsiteY346" fmla="*/ 72095 h 184171"/>
                    <a:gd name="connsiteX347" fmla="*/ 14227 w 87247"/>
                    <a:gd name="connsiteY347" fmla="*/ 66214 h 184171"/>
                    <a:gd name="connsiteX348" fmla="*/ 18834 w 87247"/>
                    <a:gd name="connsiteY348" fmla="*/ 63922 h 184171"/>
                    <a:gd name="connsiteX349" fmla="*/ 22411 w 87247"/>
                    <a:gd name="connsiteY349" fmla="*/ 59291 h 184171"/>
                    <a:gd name="connsiteX350" fmla="*/ 23812 w 87247"/>
                    <a:gd name="connsiteY350" fmla="*/ 59905 h 184171"/>
                    <a:gd name="connsiteX351" fmla="*/ 24414 w 87247"/>
                    <a:gd name="connsiteY351" fmla="*/ 62683 h 184171"/>
                    <a:gd name="connsiteX352" fmla="*/ 24900 w 87247"/>
                    <a:gd name="connsiteY352" fmla="*/ 61653 h 184171"/>
                    <a:gd name="connsiteX353" fmla="*/ 24043 w 87247"/>
                    <a:gd name="connsiteY353" fmla="*/ 60009 h 184171"/>
                    <a:gd name="connsiteX354" fmla="*/ 21751 w 87247"/>
                    <a:gd name="connsiteY354" fmla="*/ 55599 h 184171"/>
                    <a:gd name="connsiteX355" fmla="*/ 24251 w 87247"/>
                    <a:gd name="connsiteY355" fmla="*/ 41742 h 184171"/>
                    <a:gd name="connsiteX356" fmla="*/ 24101 w 87247"/>
                    <a:gd name="connsiteY356" fmla="*/ 39890 h 184171"/>
                    <a:gd name="connsiteX357" fmla="*/ 22874 w 87247"/>
                    <a:gd name="connsiteY357" fmla="*/ 25143 h 184171"/>
                    <a:gd name="connsiteX358" fmla="*/ 15986 w 87247"/>
                    <a:gd name="connsiteY358" fmla="*/ 7432 h 184171"/>
                    <a:gd name="connsiteX359" fmla="*/ 17399 w 87247"/>
                    <a:gd name="connsiteY359" fmla="*/ 6147 h 184171"/>
                    <a:gd name="connsiteX360" fmla="*/ 21439 w 87247"/>
                    <a:gd name="connsiteY360" fmla="*/ 8554 h 184171"/>
                    <a:gd name="connsiteX361" fmla="*/ 26382 w 87247"/>
                    <a:gd name="connsiteY361" fmla="*/ 1516 h 184171"/>
                    <a:gd name="connsiteX362" fmla="*/ 32725 w 87247"/>
                    <a:gd name="connsiteY362" fmla="*/ 4642 h 184171"/>
                    <a:gd name="connsiteX363" fmla="*/ 30607 w 87247"/>
                    <a:gd name="connsiteY363" fmla="*/ 3820 h 184171"/>
                    <a:gd name="connsiteX364" fmla="*/ 29264 w 87247"/>
                    <a:gd name="connsiteY364" fmla="*/ 5938 h 184171"/>
                    <a:gd name="connsiteX365" fmla="*/ 30387 w 87247"/>
                    <a:gd name="connsiteY365" fmla="*/ 6204 h 184171"/>
                    <a:gd name="connsiteX366" fmla="*/ 33362 w 87247"/>
                    <a:gd name="connsiteY366" fmla="*/ 4700 h 184171"/>
                    <a:gd name="connsiteX367" fmla="*/ 36499 w 87247"/>
                    <a:gd name="connsiteY367" fmla="*/ 5811 h 184171"/>
                    <a:gd name="connsiteX368" fmla="*/ 33859 w 87247"/>
                    <a:gd name="connsiteY368" fmla="*/ 4665 h 184171"/>
                    <a:gd name="connsiteX369" fmla="*/ 35827 w 87247"/>
                    <a:gd name="connsiteY369" fmla="*/ 3160 h 184171"/>
                    <a:gd name="connsiteX370" fmla="*/ 44984 w 87247"/>
                    <a:gd name="connsiteY370" fmla="*/ 1285 h 184171"/>
                    <a:gd name="connsiteX371" fmla="*/ 48283 w 87247"/>
                    <a:gd name="connsiteY371" fmla="*/ 3496 h 184171"/>
                    <a:gd name="connsiteX372" fmla="*/ 48318 w 87247"/>
                    <a:gd name="connsiteY372" fmla="*/ 3519 h 184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</a:cxnLst>
                  <a:rect l="l" t="t" r="r" b="b"/>
                  <a:pathLst>
                    <a:path w="87247" h="184171">
                      <a:moveTo>
                        <a:pt x="48318" y="3519"/>
                      </a:moveTo>
                      <a:lnTo>
                        <a:pt x="49684" y="0"/>
                      </a:lnTo>
                      <a:lnTo>
                        <a:pt x="49707" y="23"/>
                      </a:lnTo>
                      <a:lnTo>
                        <a:pt x="48283" y="4422"/>
                      </a:lnTo>
                      <a:lnTo>
                        <a:pt x="47693" y="6216"/>
                      </a:lnTo>
                      <a:lnTo>
                        <a:pt x="48283" y="6552"/>
                      </a:lnTo>
                      <a:lnTo>
                        <a:pt x="49059" y="6992"/>
                      </a:lnTo>
                      <a:lnTo>
                        <a:pt x="48283" y="6911"/>
                      </a:lnTo>
                      <a:lnTo>
                        <a:pt x="47172" y="6795"/>
                      </a:lnTo>
                      <a:lnTo>
                        <a:pt x="48283" y="7107"/>
                      </a:lnTo>
                      <a:lnTo>
                        <a:pt x="51513" y="7987"/>
                      </a:lnTo>
                      <a:lnTo>
                        <a:pt x="51501" y="9909"/>
                      </a:lnTo>
                      <a:lnTo>
                        <a:pt x="49533" y="9619"/>
                      </a:lnTo>
                      <a:lnTo>
                        <a:pt x="51270" y="10545"/>
                      </a:lnTo>
                      <a:lnTo>
                        <a:pt x="49788" y="11113"/>
                      </a:lnTo>
                      <a:lnTo>
                        <a:pt x="50818" y="13590"/>
                      </a:lnTo>
                      <a:lnTo>
                        <a:pt x="51906" y="11136"/>
                      </a:lnTo>
                      <a:lnTo>
                        <a:pt x="53770" y="10928"/>
                      </a:lnTo>
                      <a:lnTo>
                        <a:pt x="58030" y="12942"/>
                      </a:lnTo>
                      <a:lnTo>
                        <a:pt x="58539" y="13624"/>
                      </a:lnTo>
                      <a:lnTo>
                        <a:pt x="58030" y="14944"/>
                      </a:lnTo>
                      <a:lnTo>
                        <a:pt x="59396" y="15836"/>
                      </a:lnTo>
                      <a:lnTo>
                        <a:pt x="59570" y="14088"/>
                      </a:lnTo>
                      <a:lnTo>
                        <a:pt x="60658" y="13023"/>
                      </a:lnTo>
                      <a:lnTo>
                        <a:pt x="62556" y="13624"/>
                      </a:lnTo>
                      <a:lnTo>
                        <a:pt x="66272" y="16877"/>
                      </a:lnTo>
                      <a:lnTo>
                        <a:pt x="67059" y="20917"/>
                      </a:lnTo>
                      <a:lnTo>
                        <a:pt x="63772" y="20501"/>
                      </a:lnTo>
                      <a:lnTo>
                        <a:pt x="63528" y="20304"/>
                      </a:lnTo>
                      <a:lnTo>
                        <a:pt x="63575" y="20478"/>
                      </a:lnTo>
                      <a:lnTo>
                        <a:pt x="61561" y="20223"/>
                      </a:lnTo>
                      <a:lnTo>
                        <a:pt x="59546" y="18012"/>
                      </a:lnTo>
                      <a:lnTo>
                        <a:pt x="58817" y="18984"/>
                      </a:lnTo>
                      <a:lnTo>
                        <a:pt x="62000" y="21438"/>
                      </a:lnTo>
                      <a:lnTo>
                        <a:pt x="56247" y="20304"/>
                      </a:lnTo>
                      <a:lnTo>
                        <a:pt x="65450" y="24309"/>
                      </a:lnTo>
                      <a:lnTo>
                        <a:pt x="65612" y="23997"/>
                      </a:lnTo>
                      <a:lnTo>
                        <a:pt x="66006" y="24552"/>
                      </a:lnTo>
                      <a:lnTo>
                        <a:pt x="66457" y="24749"/>
                      </a:lnTo>
                      <a:lnTo>
                        <a:pt x="67059" y="25559"/>
                      </a:lnTo>
                      <a:lnTo>
                        <a:pt x="67592" y="26752"/>
                      </a:lnTo>
                      <a:lnTo>
                        <a:pt x="66689" y="26532"/>
                      </a:lnTo>
                      <a:lnTo>
                        <a:pt x="65844" y="26011"/>
                      </a:lnTo>
                      <a:lnTo>
                        <a:pt x="65705" y="27122"/>
                      </a:lnTo>
                      <a:lnTo>
                        <a:pt x="71574" y="30676"/>
                      </a:lnTo>
                      <a:lnTo>
                        <a:pt x="70381" y="32459"/>
                      </a:lnTo>
                      <a:lnTo>
                        <a:pt x="71516" y="32551"/>
                      </a:lnTo>
                      <a:lnTo>
                        <a:pt x="71226" y="32910"/>
                      </a:lnTo>
                      <a:lnTo>
                        <a:pt x="72349" y="32621"/>
                      </a:lnTo>
                      <a:lnTo>
                        <a:pt x="73958" y="32760"/>
                      </a:lnTo>
                      <a:lnTo>
                        <a:pt x="74225" y="33072"/>
                      </a:lnTo>
                      <a:lnTo>
                        <a:pt x="73472" y="36128"/>
                      </a:lnTo>
                      <a:lnTo>
                        <a:pt x="66538" y="33234"/>
                      </a:lnTo>
                      <a:lnTo>
                        <a:pt x="66828" y="34357"/>
                      </a:lnTo>
                      <a:lnTo>
                        <a:pt x="63748" y="33825"/>
                      </a:lnTo>
                      <a:lnTo>
                        <a:pt x="64478" y="34600"/>
                      </a:lnTo>
                      <a:lnTo>
                        <a:pt x="65821" y="36429"/>
                      </a:lnTo>
                      <a:lnTo>
                        <a:pt x="64640" y="37054"/>
                      </a:lnTo>
                      <a:lnTo>
                        <a:pt x="66168" y="36927"/>
                      </a:lnTo>
                      <a:lnTo>
                        <a:pt x="66110" y="38293"/>
                      </a:lnTo>
                      <a:lnTo>
                        <a:pt x="67800" y="37089"/>
                      </a:lnTo>
                      <a:lnTo>
                        <a:pt x="67881" y="37101"/>
                      </a:lnTo>
                      <a:lnTo>
                        <a:pt x="66885" y="38756"/>
                      </a:lnTo>
                      <a:lnTo>
                        <a:pt x="67395" y="38976"/>
                      </a:lnTo>
                      <a:lnTo>
                        <a:pt x="67383" y="38987"/>
                      </a:lnTo>
                      <a:lnTo>
                        <a:pt x="67406" y="38987"/>
                      </a:lnTo>
                      <a:lnTo>
                        <a:pt x="68159" y="39312"/>
                      </a:lnTo>
                      <a:lnTo>
                        <a:pt x="74097" y="36707"/>
                      </a:lnTo>
                      <a:lnTo>
                        <a:pt x="73681" y="38987"/>
                      </a:lnTo>
                      <a:lnTo>
                        <a:pt x="73588" y="39439"/>
                      </a:lnTo>
                      <a:lnTo>
                        <a:pt x="71400" y="39427"/>
                      </a:lnTo>
                      <a:lnTo>
                        <a:pt x="73565" y="39543"/>
                      </a:lnTo>
                      <a:lnTo>
                        <a:pt x="73565" y="39566"/>
                      </a:lnTo>
                      <a:lnTo>
                        <a:pt x="73982" y="39566"/>
                      </a:lnTo>
                      <a:lnTo>
                        <a:pt x="76007" y="39682"/>
                      </a:lnTo>
                      <a:lnTo>
                        <a:pt x="77026" y="38744"/>
                      </a:lnTo>
                      <a:lnTo>
                        <a:pt x="75868" y="37888"/>
                      </a:lnTo>
                      <a:lnTo>
                        <a:pt x="78241" y="39011"/>
                      </a:lnTo>
                      <a:lnTo>
                        <a:pt x="76378" y="36823"/>
                      </a:lnTo>
                      <a:lnTo>
                        <a:pt x="80499" y="35723"/>
                      </a:lnTo>
                      <a:lnTo>
                        <a:pt x="79017" y="39890"/>
                      </a:lnTo>
                      <a:lnTo>
                        <a:pt x="78924" y="40145"/>
                      </a:lnTo>
                      <a:lnTo>
                        <a:pt x="76262" y="40400"/>
                      </a:lnTo>
                      <a:lnTo>
                        <a:pt x="75209" y="40041"/>
                      </a:lnTo>
                      <a:lnTo>
                        <a:pt x="76690" y="43317"/>
                      </a:lnTo>
                      <a:lnTo>
                        <a:pt x="76470" y="43282"/>
                      </a:lnTo>
                      <a:lnTo>
                        <a:pt x="72419" y="42541"/>
                      </a:lnTo>
                      <a:lnTo>
                        <a:pt x="68911" y="46326"/>
                      </a:lnTo>
                      <a:lnTo>
                        <a:pt x="66538" y="44579"/>
                      </a:lnTo>
                      <a:lnTo>
                        <a:pt x="67140" y="44463"/>
                      </a:lnTo>
                      <a:lnTo>
                        <a:pt x="68668" y="44266"/>
                      </a:lnTo>
                      <a:lnTo>
                        <a:pt x="68217" y="44243"/>
                      </a:lnTo>
                      <a:lnTo>
                        <a:pt x="68379" y="44208"/>
                      </a:lnTo>
                      <a:lnTo>
                        <a:pt x="67765" y="44208"/>
                      </a:lnTo>
                      <a:lnTo>
                        <a:pt x="65716" y="44081"/>
                      </a:lnTo>
                      <a:lnTo>
                        <a:pt x="65936" y="46986"/>
                      </a:lnTo>
                      <a:lnTo>
                        <a:pt x="63146" y="46442"/>
                      </a:lnTo>
                      <a:lnTo>
                        <a:pt x="64038" y="44474"/>
                      </a:lnTo>
                      <a:lnTo>
                        <a:pt x="62776" y="43595"/>
                      </a:lnTo>
                      <a:lnTo>
                        <a:pt x="62243" y="43224"/>
                      </a:lnTo>
                      <a:lnTo>
                        <a:pt x="57995" y="40295"/>
                      </a:lnTo>
                      <a:lnTo>
                        <a:pt x="57370" y="39890"/>
                      </a:lnTo>
                      <a:lnTo>
                        <a:pt x="55680" y="38814"/>
                      </a:lnTo>
                      <a:lnTo>
                        <a:pt x="56189" y="39890"/>
                      </a:lnTo>
                      <a:lnTo>
                        <a:pt x="56664" y="40897"/>
                      </a:lnTo>
                      <a:lnTo>
                        <a:pt x="62961" y="46593"/>
                      </a:lnTo>
                      <a:lnTo>
                        <a:pt x="63899" y="47091"/>
                      </a:lnTo>
                      <a:lnTo>
                        <a:pt x="63089" y="49730"/>
                      </a:lnTo>
                      <a:lnTo>
                        <a:pt x="67927" y="48433"/>
                      </a:lnTo>
                      <a:lnTo>
                        <a:pt x="68830" y="51466"/>
                      </a:lnTo>
                      <a:lnTo>
                        <a:pt x="69131" y="51304"/>
                      </a:lnTo>
                      <a:lnTo>
                        <a:pt x="69282" y="51211"/>
                      </a:lnTo>
                      <a:lnTo>
                        <a:pt x="70694" y="50401"/>
                      </a:lnTo>
                      <a:lnTo>
                        <a:pt x="73553" y="52624"/>
                      </a:lnTo>
                      <a:lnTo>
                        <a:pt x="74884" y="49394"/>
                      </a:lnTo>
                      <a:lnTo>
                        <a:pt x="77037" y="50216"/>
                      </a:lnTo>
                      <a:lnTo>
                        <a:pt x="78774" y="52427"/>
                      </a:lnTo>
                      <a:lnTo>
                        <a:pt x="77964" y="52578"/>
                      </a:lnTo>
                      <a:lnTo>
                        <a:pt x="77061" y="52670"/>
                      </a:lnTo>
                      <a:lnTo>
                        <a:pt x="78056" y="54430"/>
                      </a:lnTo>
                      <a:lnTo>
                        <a:pt x="76621" y="54985"/>
                      </a:lnTo>
                      <a:lnTo>
                        <a:pt x="77049" y="55078"/>
                      </a:lnTo>
                      <a:lnTo>
                        <a:pt x="76470" y="55251"/>
                      </a:lnTo>
                      <a:lnTo>
                        <a:pt x="79387" y="58319"/>
                      </a:lnTo>
                      <a:lnTo>
                        <a:pt x="79086" y="60611"/>
                      </a:lnTo>
                      <a:lnTo>
                        <a:pt x="78380" y="64061"/>
                      </a:lnTo>
                      <a:lnTo>
                        <a:pt x="84909" y="61583"/>
                      </a:lnTo>
                      <a:lnTo>
                        <a:pt x="85604" y="61375"/>
                      </a:lnTo>
                      <a:lnTo>
                        <a:pt x="87247" y="65809"/>
                      </a:lnTo>
                      <a:lnTo>
                        <a:pt x="84018" y="67950"/>
                      </a:lnTo>
                      <a:lnTo>
                        <a:pt x="84052" y="68008"/>
                      </a:lnTo>
                      <a:lnTo>
                        <a:pt x="83833" y="68124"/>
                      </a:lnTo>
                      <a:lnTo>
                        <a:pt x="85372" y="70231"/>
                      </a:lnTo>
                      <a:lnTo>
                        <a:pt x="83705" y="71504"/>
                      </a:lnTo>
                      <a:lnTo>
                        <a:pt x="82976" y="76169"/>
                      </a:lnTo>
                      <a:lnTo>
                        <a:pt x="78207" y="76829"/>
                      </a:lnTo>
                      <a:lnTo>
                        <a:pt x="77524" y="76331"/>
                      </a:lnTo>
                      <a:lnTo>
                        <a:pt x="75729" y="74919"/>
                      </a:lnTo>
                      <a:lnTo>
                        <a:pt x="75706" y="75000"/>
                      </a:lnTo>
                      <a:lnTo>
                        <a:pt x="75452" y="74815"/>
                      </a:lnTo>
                      <a:lnTo>
                        <a:pt x="73958" y="78704"/>
                      </a:lnTo>
                      <a:lnTo>
                        <a:pt x="71794" y="79653"/>
                      </a:lnTo>
                      <a:lnTo>
                        <a:pt x="72338" y="81367"/>
                      </a:lnTo>
                      <a:lnTo>
                        <a:pt x="70937" y="80857"/>
                      </a:lnTo>
                      <a:lnTo>
                        <a:pt x="66179" y="87004"/>
                      </a:lnTo>
                      <a:lnTo>
                        <a:pt x="66260" y="87050"/>
                      </a:lnTo>
                      <a:lnTo>
                        <a:pt x="66214" y="87108"/>
                      </a:lnTo>
                      <a:lnTo>
                        <a:pt x="69652" y="89262"/>
                      </a:lnTo>
                      <a:lnTo>
                        <a:pt x="67117" y="90685"/>
                      </a:lnTo>
                      <a:lnTo>
                        <a:pt x="68992" y="94019"/>
                      </a:lnTo>
                      <a:lnTo>
                        <a:pt x="64026" y="96820"/>
                      </a:lnTo>
                      <a:lnTo>
                        <a:pt x="63135" y="100490"/>
                      </a:lnTo>
                      <a:lnTo>
                        <a:pt x="64026" y="101555"/>
                      </a:lnTo>
                      <a:lnTo>
                        <a:pt x="61966" y="102111"/>
                      </a:lnTo>
                      <a:lnTo>
                        <a:pt x="62961" y="105294"/>
                      </a:lnTo>
                      <a:lnTo>
                        <a:pt x="59940" y="107922"/>
                      </a:lnTo>
                      <a:lnTo>
                        <a:pt x="55784" y="105850"/>
                      </a:lnTo>
                      <a:lnTo>
                        <a:pt x="55032" y="109022"/>
                      </a:lnTo>
                      <a:lnTo>
                        <a:pt x="50691" y="107204"/>
                      </a:lnTo>
                      <a:lnTo>
                        <a:pt x="48746" y="106336"/>
                      </a:lnTo>
                      <a:lnTo>
                        <a:pt x="48283" y="104055"/>
                      </a:lnTo>
                      <a:lnTo>
                        <a:pt x="48248" y="103905"/>
                      </a:lnTo>
                      <a:lnTo>
                        <a:pt x="48283" y="103917"/>
                      </a:lnTo>
                      <a:lnTo>
                        <a:pt x="50170" y="105190"/>
                      </a:lnTo>
                      <a:lnTo>
                        <a:pt x="49695" y="101277"/>
                      </a:lnTo>
                      <a:lnTo>
                        <a:pt x="52578" y="105306"/>
                      </a:lnTo>
                      <a:lnTo>
                        <a:pt x="55124" y="105375"/>
                      </a:lnTo>
                      <a:lnTo>
                        <a:pt x="48422" y="97909"/>
                      </a:lnTo>
                      <a:lnTo>
                        <a:pt x="48283" y="98395"/>
                      </a:lnTo>
                      <a:lnTo>
                        <a:pt x="47519" y="100965"/>
                      </a:lnTo>
                      <a:lnTo>
                        <a:pt x="46500" y="100953"/>
                      </a:lnTo>
                      <a:lnTo>
                        <a:pt x="45181" y="100050"/>
                      </a:lnTo>
                      <a:lnTo>
                        <a:pt x="44567" y="100918"/>
                      </a:lnTo>
                      <a:lnTo>
                        <a:pt x="44289" y="100907"/>
                      </a:lnTo>
                      <a:lnTo>
                        <a:pt x="43803" y="101983"/>
                      </a:lnTo>
                      <a:lnTo>
                        <a:pt x="43525" y="102365"/>
                      </a:lnTo>
                      <a:lnTo>
                        <a:pt x="38617" y="102458"/>
                      </a:lnTo>
                      <a:lnTo>
                        <a:pt x="36302" y="95003"/>
                      </a:lnTo>
                      <a:lnTo>
                        <a:pt x="34079" y="95732"/>
                      </a:lnTo>
                      <a:lnTo>
                        <a:pt x="36175" y="97735"/>
                      </a:lnTo>
                      <a:lnTo>
                        <a:pt x="35341" y="98754"/>
                      </a:lnTo>
                      <a:lnTo>
                        <a:pt x="35052" y="98580"/>
                      </a:lnTo>
                      <a:lnTo>
                        <a:pt x="31857" y="96809"/>
                      </a:lnTo>
                      <a:lnTo>
                        <a:pt x="30549" y="92815"/>
                      </a:lnTo>
                      <a:lnTo>
                        <a:pt x="29750" y="94459"/>
                      </a:lnTo>
                      <a:lnTo>
                        <a:pt x="32158" y="98626"/>
                      </a:lnTo>
                      <a:lnTo>
                        <a:pt x="32378" y="99321"/>
                      </a:lnTo>
                      <a:lnTo>
                        <a:pt x="30711" y="99703"/>
                      </a:lnTo>
                      <a:lnTo>
                        <a:pt x="33859" y="105155"/>
                      </a:lnTo>
                      <a:lnTo>
                        <a:pt x="35804" y="105526"/>
                      </a:lnTo>
                      <a:lnTo>
                        <a:pt x="35712" y="104472"/>
                      </a:lnTo>
                      <a:lnTo>
                        <a:pt x="36140" y="104611"/>
                      </a:lnTo>
                      <a:lnTo>
                        <a:pt x="37286" y="106799"/>
                      </a:lnTo>
                      <a:lnTo>
                        <a:pt x="39173" y="105549"/>
                      </a:lnTo>
                      <a:lnTo>
                        <a:pt x="42646" y="106637"/>
                      </a:lnTo>
                      <a:lnTo>
                        <a:pt x="43676" y="107169"/>
                      </a:lnTo>
                      <a:lnTo>
                        <a:pt x="42217" y="105155"/>
                      </a:lnTo>
                      <a:lnTo>
                        <a:pt x="41997" y="104681"/>
                      </a:lnTo>
                      <a:lnTo>
                        <a:pt x="47137" y="103616"/>
                      </a:lnTo>
                      <a:lnTo>
                        <a:pt x="47183" y="103951"/>
                      </a:lnTo>
                      <a:lnTo>
                        <a:pt x="47172" y="105433"/>
                      </a:lnTo>
                      <a:lnTo>
                        <a:pt x="45215" y="105317"/>
                      </a:lnTo>
                      <a:lnTo>
                        <a:pt x="46998" y="106266"/>
                      </a:lnTo>
                      <a:lnTo>
                        <a:pt x="46616" y="107899"/>
                      </a:lnTo>
                      <a:lnTo>
                        <a:pt x="48283" y="108037"/>
                      </a:lnTo>
                      <a:lnTo>
                        <a:pt x="49510" y="108142"/>
                      </a:lnTo>
                      <a:lnTo>
                        <a:pt x="49614" y="108177"/>
                      </a:lnTo>
                      <a:lnTo>
                        <a:pt x="48352" y="108431"/>
                      </a:lnTo>
                      <a:lnTo>
                        <a:pt x="48538" y="109566"/>
                      </a:lnTo>
                      <a:lnTo>
                        <a:pt x="48364" y="109751"/>
                      </a:lnTo>
                      <a:lnTo>
                        <a:pt x="48711" y="110561"/>
                      </a:lnTo>
                      <a:lnTo>
                        <a:pt x="48978" y="112124"/>
                      </a:lnTo>
                      <a:lnTo>
                        <a:pt x="52103" y="113907"/>
                      </a:lnTo>
                      <a:lnTo>
                        <a:pt x="54928" y="113235"/>
                      </a:lnTo>
                      <a:lnTo>
                        <a:pt x="57069" y="112830"/>
                      </a:lnTo>
                      <a:lnTo>
                        <a:pt x="58238" y="116476"/>
                      </a:lnTo>
                      <a:lnTo>
                        <a:pt x="60241" y="117669"/>
                      </a:lnTo>
                      <a:lnTo>
                        <a:pt x="60287" y="117622"/>
                      </a:lnTo>
                      <a:lnTo>
                        <a:pt x="60982" y="118016"/>
                      </a:lnTo>
                      <a:lnTo>
                        <a:pt x="60241" y="121002"/>
                      </a:lnTo>
                      <a:lnTo>
                        <a:pt x="58724" y="126027"/>
                      </a:lnTo>
                      <a:lnTo>
                        <a:pt x="60588" y="126571"/>
                      </a:lnTo>
                      <a:lnTo>
                        <a:pt x="63482" y="132127"/>
                      </a:lnTo>
                      <a:lnTo>
                        <a:pt x="64339" y="139663"/>
                      </a:lnTo>
                      <a:lnTo>
                        <a:pt x="62950" y="142267"/>
                      </a:lnTo>
                      <a:lnTo>
                        <a:pt x="64512" y="144004"/>
                      </a:lnTo>
                      <a:lnTo>
                        <a:pt x="62012" y="145590"/>
                      </a:lnTo>
                      <a:lnTo>
                        <a:pt x="60009" y="146863"/>
                      </a:lnTo>
                      <a:lnTo>
                        <a:pt x="60252" y="149977"/>
                      </a:lnTo>
                      <a:lnTo>
                        <a:pt x="56305" y="151621"/>
                      </a:lnTo>
                      <a:lnTo>
                        <a:pt x="51189" y="151146"/>
                      </a:lnTo>
                      <a:lnTo>
                        <a:pt x="48283" y="147801"/>
                      </a:lnTo>
                      <a:lnTo>
                        <a:pt x="46350" y="145590"/>
                      </a:lnTo>
                      <a:lnTo>
                        <a:pt x="43954" y="142835"/>
                      </a:lnTo>
                      <a:lnTo>
                        <a:pt x="40099" y="141851"/>
                      </a:lnTo>
                      <a:lnTo>
                        <a:pt x="44220" y="145590"/>
                      </a:lnTo>
                      <a:lnTo>
                        <a:pt x="44463" y="145810"/>
                      </a:lnTo>
                      <a:lnTo>
                        <a:pt x="41824" y="146678"/>
                      </a:lnTo>
                      <a:lnTo>
                        <a:pt x="44266" y="147824"/>
                      </a:lnTo>
                      <a:lnTo>
                        <a:pt x="45458" y="148495"/>
                      </a:lnTo>
                      <a:lnTo>
                        <a:pt x="43398" y="149734"/>
                      </a:lnTo>
                      <a:lnTo>
                        <a:pt x="46118" y="151829"/>
                      </a:lnTo>
                      <a:lnTo>
                        <a:pt x="39312" y="149317"/>
                      </a:lnTo>
                      <a:lnTo>
                        <a:pt x="38339" y="146921"/>
                      </a:lnTo>
                      <a:lnTo>
                        <a:pt x="40562" y="147465"/>
                      </a:lnTo>
                      <a:lnTo>
                        <a:pt x="38258" y="145590"/>
                      </a:lnTo>
                      <a:lnTo>
                        <a:pt x="37460" y="144942"/>
                      </a:lnTo>
                      <a:lnTo>
                        <a:pt x="37622" y="145590"/>
                      </a:lnTo>
                      <a:lnTo>
                        <a:pt x="38675" y="149572"/>
                      </a:lnTo>
                      <a:lnTo>
                        <a:pt x="35191" y="148889"/>
                      </a:lnTo>
                      <a:lnTo>
                        <a:pt x="35225" y="146574"/>
                      </a:lnTo>
                      <a:lnTo>
                        <a:pt x="32852" y="147940"/>
                      </a:lnTo>
                      <a:lnTo>
                        <a:pt x="29796" y="147152"/>
                      </a:lnTo>
                      <a:lnTo>
                        <a:pt x="30468" y="147511"/>
                      </a:lnTo>
                      <a:lnTo>
                        <a:pt x="28500" y="147152"/>
                      </a:lnTo>
                      <a:lnTo>
                        <a:pt x="31105" y="147847"/>
                      </a:lnTo>
                      <a:lnTo>
                        <a:pt x="31533" y="148079"/>
                      </a:lnTo>
                      <a:lnTo>
                        <a:pt x="28974" y="149004"/>
                      </a:lnTo>
                      <a:lnTo>
                        <a:pt x="33616" y="151783"/>
                      </a:lnTo>
                      <a:lnTo>
                        <a:pt x="31463" y="153554"/>
                      </a:lnTo>
                      <a:lnTo>
                        <a:pt x="34438" y="157524"/>
                      </a:lnTo>
                      <a:lnTo>
                        <a:pt x="34415" y="157686"/>
                      </a:lnTo>
                      <a:lnTo>
                        <a:pt x="34485" y="157582"/>
                      </a:lnTo>
                      <a:lnTo>
                        <a:pt x="34878" y="158115"/>
                      </a:lnTo>
                      <a:lnTo>
                        <a:pt x="36290" y="155869"/>
                      </a:lnTo>
                      <a:lnTo>
                        <a:pt x="37066" y="156147"/>
                      </a:lnTo>
                      <a:lnTo>
                        <a:pt x="40735" y="157791"/>
                      </a:lnTo>
                      <a:lnTo>
                        <a:pt x="41222" y="157640"/>
                      </a:lnTo>
                      <a:lnTo>
                        <a:pt x="43190" y="158346"/>
                      </a:lnTo>
                      <a:lnTo>
                        <a:pt x="44880" y="156471"/>
                      </a:lnTo>
                      <a:lnTo>
                        <a:pt x="48133" y="155429"/>
                      </a:lnTo>
                      <a:lnTo>
                        <a:pt x="48283" y="155429"/>
                      </a:lnTo>
                      <a:lnTo>
                        <a:pt x="50482" y="155302"/>
                      </a:lnTo>
                      <a:lnTo>
                        <a:pt x="59813" y="159006"/>
                      </a:lnTo>
                      <a:lnTo>
                        <a:pt x="62707" y="160337"/>
                      </a:lnTo>
                      <a:lnTo>
                        <a:pt x="62788" y="162896"/>
                      </a:lnTo>
                      <a:lnTo>
                        <a:pt x="60669" y="164725"/>
                      </a:lnTo>
                      <a:lnTo>
                        <a:pt x="60808" y="164736"/>
                      </a:lnTo>
                      <a:lnTo>
                        <a:pt x="60762" y="164771"/>
                      </a:lnTo>
                      <a:lnTo>
                        <a:pt x="63841" y="166461"/>
                      </a:lnTo>
                      <a:lnTo>
                        <a:pt x="64258" y="167132"/>
                      </a:lnTo>
                      <a:lnTo>
                        <a:pt x="64038" y="168255"/>
                      </a:lnTo>
                      <a:lnTo>
                        <a:pt x="62683" y="170350"/>
                      </a:lnTo>
                      <a:lnTo>
                        <a:pt x="63505" y="170524"/>
                      </a:lnTo>
                      <a:lnTo>
                        <a:pt x="63725" y="170107"/>
                      </a:lnTo>
                      <a:lnTo>
                        <a:pt x="63922" y="170547"/>
                      </a:lnTo>
                      <a:lnTo>
                        <a:pt x="63702" y="170559"/>
                      </a:lnTo>
                      <a:lnTo>
                        <a:pt x="64292" y="170686"/>
                      </a:lnTo>
                      <a:lnTo>
                        <a:pt x="66619" y="166241"/>
                      </a:lnTo>
                      <a:lnTo>
                        <a:pt x="66816" y="166264"/>
                      </a:lnTo>
                      <a:lnTo>
                        <a:pt x="68055" y="166797"/>
                      </a:lnTo>
                      <a:lnTo>
                        <a:pt x="68321" y="170906"/>
                      </a:lnTo>
                      <a:lnTo>
                        <a:pt x="72882" y="171959"/>
                      </a:lnTo>
                      <a:lnTo>
                        <a:pt x="71412" y="175895"/>
                      </a:lnTo>
                      <a:lnTo>
                        <a:pt x="69849" y="174437"/>
                      </a:lnTo>
                      <a:lnTo>
                        <a:pt x="66758" y="174865"/>
                      </a:lnTo>
                      <a:lnTo>
                        <a:pt x="70532" y="175756"/>
                      </a:lnTo>
                      <a:lnTo>
                        <a:pt x="68437" y="176752"/>
                      </a:lnTo>
                      <a:lnTo>
                        <a:pt x="69698" y="177597"/>
                      </a:lnTo>
                      <a:lnTo>
                        <a:pt x="68448" y="179241"/>
                      </a:lnTo>
                      <a:lnTo>
                        <a:pt x="65207" y="179264"/>
                      </a:lnTo>
                      <a:lnTo>
                        <a:pt x="66318" y="184172"/>
                      </a:lnTo>
                      <a:lnTo>
                        <a:pt x="57231" y="181521"/>
                      </a:lnTo>
                      <a:lnTo>
                        <a:pt x="50992" y="175745"/>
                      </a:lnTo>
                      <a:lnTo>
                        <a:pt x="48283" y="175780"/>
                      </a:lnTo>
                      <a:lnTo>
                        <a:pt x="45088" y="175814"/>
                      </a:lnTo>
                      <a:lnTo>
                        <a:pt x="43930" y="173534"/>
                      </a:lnTo>
                      <a:lnTo>
                        <a:pt x="43085" y="175861"/>
                      </a:lnTo>
                      <a:lnTo>
                        <a:pt x="38907" y="177076"/>
                      </a:lnTo>
                      <a:lnTo>
                        <a:pt x="38652" y="178396"/>
                      </a:lnTo>
                      <a:lnTo>
                        <a:pt x="37506" y="178257"/>
                      </a:lnTo>
                      <a:lnTo>
                        <a:pt x="37066" y="178083"/>
                      </a:lnTo>
                      <a:lnTo>
                        <a:pt x="37413" y="178014"/>
                      </a:lnTo>
                      <a:lnTo>
                        <a:pt x="36707" y="176231"/>
                      </a:lnTo>
                      <a:lnTo>
                        <a:pt x="36418" y="177562"/>
                      </a:lnTo>
                      <a:lnTo>
                        <a:pt x="33952" y="177817"/>
                      </a:lnTo>
                      <a:lnTo>
                        <a:pt x="23939" y="176590"/>
                      </a:lnTo>
                      <a:lnTo>
                        <a:pt x="20617" y="175884"/>
                      </a:lnTo>
                      <a:lnTo>
                        <a:pt x="18683" y="171902"/>
                      </a:lnTo>
                      <a:lnTo>
                        <a:pt x="15222" y="169772"/>
                      </a:lnTo>
                      <a:lnTo>
                        <a:pt x="16033" y="162410"/>
                      </a:lnTo>
                      <a:lnTo>
                        <a:pt x="12120" y="159203"/>
                      </a:lnTo>
                      <a:lnTo>
                        <a:pt x="12826" y="154908"/>
                      </a:lnTo>
                      <a:lnTo>
                        <a:pt x="10314" y="148044"/>
                      </a:lnTo>
                      <a:lnTo>
                        <a:pt x="11078" y="145590"/>
                      </a:lnTo>
                      <a:lnTo>
                        <a:pt x="12351" y="141526"/>
                      </a:lnTo>
                      <a:lnTo>
                        <a:pt x="8439" y="123491"/>
                      </a:lnTo>
                      <a:lnTo>
                        <a:pt x="9840" y="107852"/>
                      </a:lnTo>
                      <a:lnTo>
                        <a:pt x="7316" y="105271"/>
                      </a:lnTo>
                      <a:lnTo>
                        <a:pt x="7027" y="96450"/>
                      </a:lnTo>
                      <a:lnTo>
                        <a:pt x="2894" y="93822"/>
                      </a:lnTo>
                      <a:lnTo>
                        <a:pt x="1111" y="95026"/>
                      </a:lnTo>
                      <a:lnTo>
                        <a:pt x="0" y="93290"/>
                      </a:lnTo>
                      <a:lnTo>
                        <a:pt x="2084" y="91785"/>
                      </a:lnTo>
                      <a:lnTo>
                        <a:pt x="5614" y="93475"/>
                      </a:lnTo>
                      <a:lnTo>
                        <a:pt x="9191" y="90882"/>
                      </a:lnTo>
                      <a:lnTo>
                        <a:pt x="10222" y="87004"/>
                      </a:lnTo>
                      <a:lnTo>
                        <a:pt x="10638" y="86425"/>
                      </a:lnTo>
                      <a:lnTo>
                        <a:pt x="10916" y="84365"/>
                      </a:lnTo>
                      <a:lnTo>
                        <a:pt x="12595" y="78033"/>
                      </a:lnTo>
                      <a:lnTo>
                        <a:pt x="11970" y="76806"/>
                      </a:lnTo>
                      <a:lnTo>
                        <a:pt x="12016" y="76447"/>
                      </a:lnTo>
                      <a:lnTo>
                        <a:pt x="11460" y="75787"/>
                      </a:lnTo>
                      <a:lnTo>
                        <a:pt x="10673" y="74248"/>
                      </a:lnTo>
                      <a:lnTo>
                        <a:pt x="10974" y="74201"/>
                      </a:lnTo>
                      <a:lnTo>
                        <a:pt x="12676" y="74537"/>
                      </a:lnTo>
                      <a:lnTo>
                        <a:pt x="14076" y="72095"/>
                      </a:lnTo>
                      <a:lnTo>
                        <a:pt x="14227" y="66214"/>
                      </a:lnTo>
                      <a:lnTo>
                        <a:pt x="18834" y="63922"/>
                      </a:lnTo>
                      <a:lnTo>
                        <a:pt x="22411" y="59291"/>
                      </a:lnTo>
                      <a:lnTo>
                        <a:pt x="23812" y="59905"/>
                      </a:lnTo>
                      <a:lnTo>
                        <a:pt x="24414" y="62683"/>
                      </a:lnTo>
                      <a:lnTo>
                        <a:pt x="24900" y="61653"/>
                      </a:lnTo>
                      <a:lnTo>
                        <a:pt x="24043" y="60009"/>
                      </a:lnTo>
                      <a:lnTo>
                        <a:pt x="21751" y="55599"/>
                      </a:lnTo>
                      <a:lnTo>
                        <a:pt x="24251" y="41742"/>
                      </a:lnTo>
                      <a:lnTo>
                        <a:pt x="24101" y="39890"/>
                      </a:lnTo>
                      <a:lnTo>
                        <a:pt x="22874" y="25143"/>
                      </a:lnTo>
                      <a:lnTo>
                        <a:pt x="15986" y="7432"/>
                      </a:lnTo>
                      <a:lnTo>
                        <a:pt x="17399" y="6147"/>
                      </a:lnTo>
                      <a:lnTo>
                        <a:pt x="21439" y="8554"/>
                      </a:lnTo>
                      <a:lnTo>
                        <a:pt x="26382" y="1516"/>
                      </a:lnTo>
                      <a:lnTo>
                        <a:pt x="32725" y="4642"/>
                      </a:lnTo>
                      <a:lnTo>
                        <a:pt x="30607" y="3820"/>
                      </a:lnTo>
                      <a:lnTo>
                        <a:pt x="29264" y="5938"/>
                      </a:lnTo>
                      <a:lnTo>
                        <a:pt x="30387" y="6204"/>
                      </a:lnTo>
                      <a:lnTo>
                        <a:pt x="33362" y="4700"/>
                      </a:lnTo>
                      <a:lnTo>
                        <a:pt x="36499" y="5811"/>
                      </a:lnTo>
                      <a:lnTo>
                        <a:pt x="33859" y="4665"/>
                      </a:lnTo>
                      <a:lnTo>
                        <a:pt x="35827" y="3160"/>
                      </a:lnTo>
                      <a:lnTo>
                        <a:pt x="44984" y="1285"/>
                      </a:lnTo>
                      <a:lnTo>
                        <a:pt x="48283" y="3496"/>
                      </a:lnTo>
                      <a:lnTo>
                        <a:pt x="48318" y="351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5" name="Freeform: Shape 274">
                  <a:extLst>
                    <a:ext uri="{FF2B5EF4-FFF2-40B4-BE49-F238E27FC236}">
                      <a16:creationId xmlns:a16="http://schemas.microsoft.com/office/drawing/2014/main" id="{63D92800-1A1D-C0C5-5DB5-AB014CF70D07}"/>
                    </a:ext>
                  </a:extLst>
                </p:cNvPr>
                <p:cNvSpPr/>
                <p:nvPr/>
              </p:nvSpPr>
              <p:spPr>
                <a:xfrm>
                  <a:off x="7728423" y="3107306"/>
                  <a:ext cx="154433" cy="114196"/>
                </a:xfrm>
                <a:custGeom>
                  <a:avLst/>
                  <a:gdLst>
                    <a:gd name="connsiteX0" fmla="*/ 78288 w 154433"/>
                    <a:gd name="connsiteY0" fmla="*/ 4700 h 114196"/>
                    <a:gd name="connsiteX1" fmla="*/ 74722 w 154433"/>
                    <a:gd name="connsiteY1" fmla="*/ 6274 h 114196"/>
                    <a:gd name="connsiteX2" fmla="*/ 74213 w 154433"/>
                    <a:gd name="connsiteY2" fmla="*/ 8531 h 114196"/>
                    <a:gd name="connsiteX3" fmla="*/ 77095 w 154433"/>
                    <a:gd name="connsiteY3" fmla="*/ 16183 h 114196"/>
                    <a:gd name="connsiteX4" fmla="*/ 74780 w 154433"/>
                    <a:gd name="connsiteY4" fmla="*/ 11530 h 114196"/>
                    <a:gd name="connsiteX5" fmla="*/ 70590 w 154433"/>
                    <a:gd name="connsiteY5" fmla="*/ 15685 h 114196"/>
                    <a:gd name="connsiteX6" fmla="*/ 68934 w 154433"/>
                    <a:gd name="connsiteY6" fmla="*/ 20570 h 114196"/>
                    <a:gd name="connsiteX7" fmla="*/ 71169 w 154433"/>
                    <a:gd name="connsiteY7" fmla="*/ 22122 h 114196"/>
                    <a:gd name="connsiteX8" fmla="*/ 76308 w 154433"/>
                    <a:gd name="connsiteY8" fmla="*/ 21253 h 114196"/>
                    <a:gd name="connsiteX9" fmla="*/ 77119 w 154433"/>
                    <a:gd name="connsiteY9" fmla="*/ 23244 h 114196"/>
                    <a:gd name="connsiteX10" fmla="*/ 74294 w 154433"/>
                    <a:gd name="connsiteY10" fmla="*/ 24263 h 114196"/>
                    <a:gd name="connsiteX11" fmla="*/ 75510 w 154433"/>
                    <a:gd name="connsiteY11" fmla="*/ 25096 h 114196"/>
                    <a:gd name="connsiteX12" fmla="*/ 77813 w 154433"/>
                    <a:gd name="connsiteY12" fmla="*/ 23488 h 114196"/>
                    <a:gd name="connsiteX13" fmla="*/ 82802 w 154433"/>
                    <a:gd name="connsiteY13" fmla="*/ 24506 h 114196"/>
                    <a:gd name="connsiteX14" fmla="*/ 83520 w 154433"/>
                    <a:gd name="connsiteY14" fmla="*/ 25988 h 114196"/>
                    <a:gd name="connsiteX15" fmla="*/ 83289 w 154433"/>
                    <a:gd name="connsiteY15" fmla="*/ 26787 h 114196"/>
                    <a:gd name="connsiteX16" fmla="*/ 81506 w 154433"/>
                    <a:gd name="connsiteY16" fmla="*/ 27319 h 114196"/>
                    <a:gd name="connsiteX17" fmla="*/ 82976 w 154433"/>
                    <a:gd name="connsiteY17" fmla="*/ 27863 h 114196"/>
                    <a:gd name="connsiteX18" fmla="*/ 82513 w 154433"/>
                    <a:gd name="connsiteY18" fmla="*/ 29437 h 114196"/>
                    <a:gd name="connsiteX19" fmla="*/ 83103 w 154433"/>
                    <a:gd name="connsiteY19" fmla="*/ 28604 h 114196"/>
                    <a:gd name="connsiteX20" fmla="*/ 82061 w 154433"/>
                    <a:gd name="connsiteY20" fmla="*/ 31035 h 114196"/>
                    <a:gd name="connsiteX21" fmla="*/ 84817 w 154433"/>
                    <a:gd name="connsiteY21" fmla="*/ 32274 h 114196"/>
                    <a:gd name="connsiteX22" fmla="*/ 85754 w 154433"/>
                    <a:gd name="connsiteY22" fmla="*/ 29866 h 114196"/>
                    <a:gd name="connsiteX23" fmla="*/ 84539 w 154433"/>
                    <a:gd name="connsiteY23" fmla="*/ 27655 h 114196"/>
                    <a:gd name="connsiteX24" fmla="*/ 86796 w 154433"/>
                    <a:gd name="connsiteY24" fmla="*/ 27666 h 114196"/>
                    <a:gd name="connsiteX25" fmla="*/ 84516 w 154433"/>
                    <a:gd name="connsiteY25" fmla="*/ 25096 h 114196"/>
                    <a:gd name="connsiteX26" fmla="*/ 87386 w 154433"/>
                    <a:gd name="connsiteY26" fmla="*/ 24761 h 114196"/>
                    <a:gd name="connsiteX27" fmla="*/ 90060 w 154433"/>
                    <a:gd name="connsiteY27" fmla="*/ 28488 h 114196"/>
                    <a:gd name="connsiteX28" fmla="*/ 94934 w 154433"/>
                    <a:gd name="connsiteY28" fmla="*/ 25849 h 114196"/>
                    <a:gd name="connsiteX29" fmla="*/ 91762 w 154433"/>
                    <a:gd name="connsiteY29" fmla="*/ 24865 h 114196"/>
                    <a:gd name="connsiteX30" fmla="*/ 91959 w 154433"/>
                    <a:gd name="connsiteY30" fmla="*/ 23638 h 114196"/>
                    <a:gd name="connsiteX31" fmla="*/ 94737 w 154433"/>
                    <a:gd name="connsiteY31" fmla="*/ 23406 h 114196"/>
                    <a:gd name="connsiteX32" fmla="*/ 97284 w 154433"/>
                    <a:gd name="connsiteY32" fmla="*/ 25606 h 114196"/>
                    <a:gd name="connsiteX33" fmla="*/ 97816 w 154433"/>
                    <a:gd name="connsiteY33" fmla="*/ 23430 h 114196"/>
                    <a:gd name="connsiteX34" fmla="*/ 91693 w 154433"/>
                    <a:gd name="connsiteY34" fmla="*/ 22411 h 114196"/>
                    <a:gd name="connsiteX35" fmla="*/ 87768 w 154433"/>
                    <a:gd name="connsiteY35" fmla="*/ 18394 h 114196"/>
                    <a:gd name="connsiteX36" fmla="*/ 93961 w 154433"/>
                    <a:gd name="connsiteY36" fmla="*/ 16403 h 114196"/>
                    <a:gd name="connsiteX37" fmla="*/ 94216 w 154433"/>
                    <a:gd name="connsiteY37" fmla="*/ 16519 h 114196"/>
                    <a:gd name="connsiteX38" fmla="*/ 94633 w 154433"/>
                    <a:gd name="connsiteY38" fmla="*/ 16195 h 114196"/>
                    <a:gd name="connsiteX39" fmla="*/ 99136 w 154433"/>
                    <a:gd name="connsiteY39" fmla="*/ 14748 h 114196"/>
                    <a:gd name="connsiteX40" fmla="*/ 101254 w 154433"/>
                    <a:gd name="connsiteY40" fmla="*/ 10233 h 114196"/>
                    <a:gd name="connsiteX41" fmla="*/ 106405 w 154433"/>
                    <a:gd name="connsiteY41" fmla="*/ 6656 h 114196"/>
                    <a:gd name="connsiteX42" fmla="*/ 106405 w 154433"/>
                    <a:gd name="connsiteY42" fmla="*/ 5070 h 114196"/>
                    <a:gd name="connsiteX43" fmla="*/ 106892 w 154433"/>
                    <a:gd name="connsiteY43" fmla="*/ 4804 h 114196"/>
                    <a:gd name="connsiteX44" fmla="*/ 108454 w 154433"/>
                    <a:gd name="connsiteY44" fmla="*/ 4630 h 114196"/>
                    <a:gd name="connsiteX45" fmla="*/ 108628 w 154433"/>
                    <a:gd name="connsiteY45" fmla="*/ 4769 h 114196"/>
                    <a:gd name="connsiteX46" fmla="*/ 110712 w 154433"/>
                    <a:gd name="connsiteY46" fmla="*/ 9133 h 114196"/>
                    <a:gd name="connsiteX47" fmla="*/ 111892 w 154433"/>
                    <a:gd name="connsiteY47" fmla="*/ 3936 h 114196"/>
                    <a:gd name="connsiteX48" fmla="*/ 112332 w 154433"/>
                    <a:gd name="connsiteY48" fmla="*/ 3264 h 114196"/>
                    <a:gd name="connsiteX49" fmla="*/ 115597 w 154433"/>
                    <a:gd name="connsiteY49" fmla="*/ 868 h 114196"/>
                    <a:gd name="connsiteX50" fmla="*/ 117414 w 154433"/>
                    <a:gd name="connsiteY50" fmla="*/ 2327 h 114196"/>
                    <a:gd name="connsiteX51" fmla="*/ 118109 w 154433"/>
                    <a:gd name="connsiteY51" fmla="*/ 3137 h 114196"/>
                    <a:gd name="connsiteX52" fmla="*/ 115678 w 154433"/>
                    <a:gd name="connsiteY52" fmla="*/ 3288 h 114196"/>
                    <a:gd name="connsiteX53" fmla="*/ 115168 w 154433"/>
                    <a:gd name="connsiteY53" fmla="*/ 4827 h 114196"/>
                    <a:gd name="connsiteX54" fmla="*/ 116095 w 154433"/>
                    <a:gd name="connsiteY54" fmla="*/ 5464 h 114196"/>
                    <a:gd name="connsiteX55" fmla="*/ 116106 w 154433"/>
                    <a:gd name="connsiteY55" fmla="*/ 5904 h 114196"/>
                    <a:gd name="connsiteX56" fmla="*/ 116986 w 154433"/>
                    <a:gd name="connsiteY56" fmla="*/ 6077 h 114196"/>
                    <a:gd name="connsiteX57" fmla="*/ 123630 w 154433"/>
                    <a:gd name="connsiteY57" fmla="*/ 10638 h 114196"/>
                    <a:gd name="connsiteX58" fmla="*/ 118606 w 154433"/>
                    <a:gd name="connsiteY58" fmla="*/ 10789 h 114196"/>
                    <a:gd name="connsiteX59" fmla="*/ 124232 w 154433"/>
                    <a:gd name="connsiteY59" fmla="*/ 12340 h 114196"/>
                    <a:gd name="connsiteX60" fmla="*/ 124394 w 154433"/>
                    <a:gd name="connsiteY60" fmla="*/ 12479 h 114196"/>
                    <a:gd name="connsiteX61" fmla="*/ 124105 w 154433"/>
                    <a:gd name="connsiteY61" fmla="*/ 14377 h 114196"/>
                    <a:gd name="connsiteX62" fmla="*/ 126571 w 154433"/>
                    <a:gd name="connsiteY62" fmla="*/ 14134 h 114196"/>
                    <a:gd name="connsiteX63" fmla="*/ 126767 w 154433"/>
                    <a:gd name="connsiteY63" fmla="*/ 14285 h 114196"/>
                    <a:gd name="connsiteX64" fmla="*/ 125922 w 154433"/>
                    <a:gd name="connsiteY64" fmla="*/ 17503 h 114196"/>
                    <a:gd name="connsiteX65" fmla="*/ 125008 w 154433"/>
                    <a:gd name="connsiteY65" fmla="*/ 19019 h 114196"/>
                    <a:gd name="connsiteX66" fmla="*/ 123989 w 154433"/>
                    <a:gd name="connsiteY66" fmla="*/ 19031 h 114196"/>
                    <a:gd name="connsiteX67" fmla="*/ 124672 w 154433"/>
                    <a:gd name="connsiteY67" fmla="*/ 21126 h 114196"/>
                    <a:gd name="connsiteX68" fmla="*/ 123005 w 154433"/>
                    <a:gd name="connsiteY68" fmla="*/ 21358 h 114196"/>
                    <a:gd name="connsiteX69" fmla="*/ 123040 w 154433"/>
                    <a:gd name="connsiteY69" fmla="*/ 18996 h 114196"/>
                    <a:gd name="connsiteX70" fmla="*/ 120991 w 154433"/>
                    <a:gd name="connsiteY70" fmla="*/ 17885 h 114196"/>
                    <a:gd name="connsiteX71" fmla="*/ 121570 w 154433"/>
                    <a:gd name="connsiteY71" fmla="*/ 19528 h 114196"/>
                    <a:gd name="connsiteX72" fmla="*/ 118583 w 154433"/>
                    <a:gd name="connsiteY72" fmla="*/ 21288 h 114196"/>
                    <a:gd name="connsiteX73" fmla="*/ 120933 w 154433"/>
                    <a:gd name="connsiteY73" fmla="*/ 23001 h 114196"/>
                    <a:gd name="connsiteX74" fmla="*/ 117125 w 154433"/>
                    <a:gd name="connsiteY74" fmla="*/ 22504 h 114196"/>
                    <a:gd name="connsiteX75" fmla="*/ 123353 w 154433"/>
                    <a:gd name="connsiteY75" fmla="*/ 24471 h 114196"/>
                    <a:gd name="connsiteX76" fmla="*/ 117831 w 154433"/>
                    <a:gd name="connsiteY76" fmla="*/ 25050 h 114196"/>
                    <a:gd name="connsiteX77" fmla="*/ 108593 w 154433"/>
                    <a:gd name="connsiteY77" fmla="*/ 22376 h 114196"/>
                    <a:gd name="connsiteX78" fmla="*/ 107702 w 154433"/>
                    <a:gd name="connsiteY78" fmla="*/ 24170 h 114196"/>
                    <a:gd name="connsiteX79" fmla="*/ 114439 w 154433"/>
                    <a:gd name="connsiteY79" fmla="*/ 24471 h 114196"/>
                    <a:gd name="connsiteX80" fmla="*/ 114729 w 154433"/>
                    <a:gd name="connsiteY80" fmla="*/ 24877 h 114196"/>
                    <a:gd name="connsiteX81" fmla="*/ 115203 w 154433"/>
                    <a:gd name="connsiteY81" fmla="*/ 24298 h 114196"/>
                    <a:gd name="connsiteX82" fmla="*/ 116581 w 154433"/>
                    <a:gd name="connsiteY82" fmla="*/ 26289 h 114196"/>
                    <a:gd name="connsiteX83" fmla="*/ 116453 w 154433"/>
                    <a:gd name="connsiteY83" fmla="*/ 26266 h 114196"/>
                    <a:gd name="connsiteX84" fmla="*/ 115111 w 154433"/>
                    <a:gd name="connsiteY84" fmla="*/ 25397 h 114196"/>
                    <a:gd name="connsiteX85" fmla="*/ 116233 w 154433"/>
                    <a:gd name="connsiteY85" fmla="*/ 26949 h 114196"/>
                    <a:gd name="connsiteX86" fmla="*/ 116257 w 154433"/>
                    <a:gd name="connsiteY86" fmla="*/ 27041 h 114196"/>
                    <a:gd name="connsiteX87" fmla="*/ 115134 w 154433"/>
                    <a:gd name="connsiteY87" fmla="*/ 30340 h 114196"/>
                    <a:gd name="connsiteX88" fmla="*/ 118931 w 154433"/>
                    <a:gd name="connsiteY88" fmla="*/ 31336 h 114196"/>
                    <a:gd name="connsiteX89" fmla="*/ 116650 w 154433"/>
                    <a:gd name="connsiteY89" fmla="*/ 30120 h 114196"/>
                    <a:gd name="connsiteX90" fmla="*/ 117588 w 154433"/>
                    <a:gd name="connsiteY90" fmla="*/ 29241 h 114196"/>
                    <a:gd name="connsiteX91" fmla="*/ 120308 w 154433"/>
                    <a:gd name="connsiteY91" fmla="*/ 32459 h 114196"/>
                    <a:gd name="connsiteX92" fmla="*/ 120181 w 154433"/>
                    <a:gd name="connsiteY92" fmla="*/ 30699 h 114196"/>
                    <a:gd name="connsiteX93" fmla="*/ 122241 w 154433"/>
                    <a:gd name="connsiteY93" fmla="*/ 31741 h 114196"/>
                    <a:gd name="connsiteX94" fmla="*/ 122508 w 154433"/>
                    <a:gd name="connsiteY94" fmla="*/ 30282 h 114196"/>
                    <a:gd name="connsiteX95" fmla="*/ 119185 w 154433"/>
                    <a:gd name="connsiteY95" fmla="*/ 29148 h 114196"/>
                    <a:gd name="connsiteX96" fmla="*/ 126594 w 154433"/>
                    <a:gd name="connsiteY96" fmla="*/ 29762 h 114196"/>
                    <a:gd name="connsiteX97" fmla="*/ 121964 w 154433"/>
                    <a:gd name="connsiteY97" fmla="*/ 28963 h 114196"/>
                    <a:gd name="connsiteX98" fmla="*/ 122403 w 154433"/>
                    <a:gd name="connsiteY98" fmla="*/ 28384 h 114196"/>
                    <a:gd name="connsiteX99" fmla="*/ 122531 w 154433"/>
                    <a:gd name="connsiteY99" fmla="*/ 28396 h 114196"/>
                    <a:gd name="connsiteX100" fmla="*/ 123712 w 154433"/>
                    <a:gd name="connsiteY100" fmla="*/ 27076 h 114196"/>
                    <a:gd name="connsiteX101" fmla="*/ 127462 w 154433"/>
                    <a:gd name="connsiteY101" fmla="*/ 30236 h 114196"/>
                    <a:gd name="connsiteX102" fmla="*/ 132359 w 154433"/>
                    <a:gd name="connsiteY102" fmla="*/ 29924 h 114196"/>
                    <a:gd name="connsiteX103" fmla="*/ 130217 w 154433"/>
                    <a:gd name="connsiteY103" fmla="*/ 30931 h 114196"/>
                    <a:gd name="connsiteX104" fmla="*/ 132185 w 154433"/>
                    <a:gd name="connsiteY104" fmla="*/ 35098 h 114196"/>
                    <a:gd name="connsiteX105" fmla="*/ 130865 w 154433"/>
                    <a:gd name="connsiteY105" fmla="*/ 36452 h 114196"/>
                    <a:gd name="connsiteX106" fmla="*/ 132625 w 154433"/>
                    <a:gd name="connsiteY106" fmla="*/ 35237 h 114196"/>
                    <a:gd name="connsiteX107" fmla="*/ 132775 w 154433"/>
                    <a:gd name="connsiteY107" fmla="*/ 35526 h 114196"/>
                    <a:gd name="connsiteX108" fmla="*/ 135461 w 154433"/>
                    <a:gd name="connsiteY108" fmla="*/ 33292 h 114196"/>
                    <a:gd name="connsiteX109" fmla="*/ 136468 w 154433"/>
                    <a:gd name="connsiteY109" fmla="*/ 32598 h 114196"/>
                    <a:gd name="connsiteX110" fmla="*/ 135195 w 154433"/>
                    <a:gd name="connsiteY110" fmla="*/ 32285 h 114196"/>
                    <a:gd name="connsiteX111" fmla="*/ 134130 w 154433"/>
                    <a:gd name="connsiteY111" fmla="*/ 31035 h 114196"/>
                    <a:gd name="connsiteX112" fmla="*/ 134153 w 154433"/>
                    <a:gd name="connsiteY112" fmla="*/ 30815 h 114196"/>
                    <a:gd name="connsiteX113" fmla="*/ 136514 w 154433"/>
                    <a:gd name="connsiteY113" fmla="*/ 31324 h 114196"/>
                    <a:gd name="connsiteX114" fmla="*/ 136607 w 154433"/>
                    <a:gd name="connsiteY114" fmla="*/ 32505 h 114196"/>
                    <a:gd name="connsiteX115" fmla="*/ 137498 w 154433"/>
                    <a:gd name="connsiteY115" fmla="*/ 31892 h 114196"/>
                    <a:gd name="connsiteX116" fmla="*/ 138980 w 154433"/>
                    <a:gd name="connsiteY116" fmla="*/ 31880 h 114196"/>
                    <a:gd name="connsiteX117" fmla="*/ 139999 w 154433"/>
                    <a:gd name="connsiteY117" fmla="*/ 32100 h 114196"/>
                    <a:gd name="connsiteX118" fmla="*/ 139767 w 154433"/>
                    <a:gd name="connsiteY118" fmla="*/ 31868 h 114196"/>
                    <a:gd name="connsiteX119" fmla="*/ 142291 w 154433"/>
                    <a:gd name="connsiteY119" fmla="*/ 31834 h 114196"/>
                    <a:gd name="connsiteX120" fmla="*/ 142499 w 154433"/>
                    <a:gd name="connsiteY120" fmla="*/ 31880 h 114196"/>
                    <a:gd name="connsiteX121" fmla="*/ 142464 w 154433"/>
                    <a:gd name="connsiteY121" fmla="*/ 31834 h 114196"/>
                    <a:gd name="connsiteX122" fmla="*/ 143194 w 154433"/>
                    <a:gd name="connsiteY122" fmla="*/ 31822 h 114196"/>
                    <a:gd name="connsiteX123" fmla="*/ 142245 w 154433"/>
                    <a:gd name="connsiteY123" fmla="*/ 30757 h 114196"/>
                    <a:gd name="connsiteX124" fmla="*/ 143564 w 154433"/>
                    <a:gd name="connsiteY124" fmla="*/ 30607 h 114196"/>
                    <a:gd name="connsiteX125" fmla="*/ 143066 w 154433"/>
                    <a:gd name="connsiteY125" fmla="*/ 30375 h 114196"/>
                    <a:gd name="connsiteX126" fmla="*/ 141423 w 154433"/>
                    <a:gd name="connsiteY126" fmla="*/ 29310 h 114196"/>
                    <a:gd name="connsiteX127" fmla="*/ 142268 w 154433"/>
                    <a:gd name="connsiteY127" fmla="*/ 28141 h 114196"/>
                    <a:gd name="connsiteX128" fmla="*/ 139895 w 154433"/>
                    <a:gd name="connsiteY128" fmla="*/ 28315 h 114196"/>
                    <a:gd name="connsiteX129" fmla="*/ 137927 w 154433"/>
                    <a:gd name="connsiteY129" fmla="*/ 27030 h 114196"/>
                    <a:gd name="connsiteX130" fmla="*/ 136364 w 154433"/>
                    <a:gd name="connsiteY130" fmla="*/ 25687 h 114196"/>
                    <a:gd name="connsiteX131" fmla="*/ 138783 w 154433"/>
                    <a:gd name="connsiteY131" fmla="*/ 23499 h 114196"/>
                    <a:gd name="connsiteX132" fmla="*/ 144212 w 154433"/>
                    <a:gd name="connsiteY132" fmla="*/ 27273 h 114196"/>
                    <a:gd name="connsiteX133" fmla="*/ 143043 w 154433"/>
                    <a:gd name="connsiteY133" fmla="*/ 28303 h 114196"/>
                    <a:gd name="connsiteX134" fmla="*/ 144444 w 154433"/>
                    <a:gd name="connsiteY134" fmla="*/ 29669 h 114196"/>
                    <a:gd name="connsiteX135" fmla="*/ 144455 w 154433"/>
                    <a:gd name="connsiteY135" fmla="*/ 30340 h 114196"/>
                    <a:gd name="connsiteX136" fmla="*/ 145277 w 154433"/>
                    <a:gd name="connsiteY136" fmla="*/ 30479 h 114196"/>
                    <a:gd name="connsiteX137" fmla="*/ 145474 w 154433"/>
                    <a:gd name="connsiteY137" fmla="*/ 30676 h 114196"/>
                    <a:gd name="connsiteX138" fmla="*/ 145115 w 154433"/>
                    <a:gd name="connsiteY138" fmla="*/ 33153 h 114196"/>
                    <a:gd name="connsiteX139" fmla="*/ 149074 w 154433"/>
                    <a:gd name="connsiteY139" fmla="*/ 33558 h 114196"/>
                    <a:gd name="connsiteX140" fmla="*/ 149109 w 154433"/>
                    <a:gd name="connsiteY140" fmla="*/ 33628 h 114196"/>
                    <a:gd name="connsiteX141" fmla="*/ 149213 w 154433"/>
                    <a:gd name="connsiteY141" fmla="*/ 33570 h 114196"/>
                    <a:gd name="connsiteX142" fmla="*/ 150209 w 154433"/>
                    <a:gd name="connsiteY142" fmla="*/ 33674 h 114196"/>
                    <a:gd name="connsiteX143" fmla="*/ 150880 w 154433"/>
                    <a:gd name="connsiteY143" fmla="*/ 32609 h 114196"/>
                    <a:gd name="connsiteX144" fmla="*/ 151135 w 154433"/>
                    <a:gd name="connsiteY144" fmla="*/ 32459 h 114196"/>
                    <a:gd name="connsiteX145" fmla="*/ 154434 w 154433"/>
                    <a:gd name="connsiteY145" fmla="*/ 37656 h 114196"/>
                    <a:gd name="connsiteX146" fmla="*/ 154017 w 154433"/>
                    <a:gd name="connsiteY146" fmla="*/ 38154 h 114196"/>
                    <a:gd name="connsiteX147" fmla="*/ 145173 w 154433"/>
                    <a:gd name="connsiteY147" fmla="*/ 48133 h 114196"/>
                    <a:gd name="connsiteX148" fmla="*/ 145011 w 154433"/>
                    <a:gd name="connsiteY148" fmla="*/ 49082 h 114196"/>
                    <a:gd name="connsiteX149" fmla="*/ 141307 w 154433"/>
                    <a:gd name="connsiteY149" fmla="*/ 55854 h 114196"/>
                    <a:gd name="connsiteX150" fmla="*/ 135218 w 154433"/>
                    <a:gd name="connsiteY150" fmla="*/ 48630 h 114196"/>
                    <a:gd name="connsiteX151" fmla="*/ 134963 w 154433"/>
                    <a:gd name="connsiteY151" fmla="*/ 46523 h 114196"/>
                    <a:gd name="connsiteX152" fmla="*/ 131930 w 154433"/>
                    <a:gd name="connsiteY152" fmla="*/ 44683 h 114196"/>
                    <a:gd name="connsiteX153" fmla="*/ 133273 w 154433"/>
                    <a:gd name="connsiteY153" fmla="*/ 44116 h 114196"/>
                    <a:gd name="connsiteX154" fmla="*/ 135623 w 154433"/>
                    <a:gd name="connsiteY154" fmla="*/ 43780 h 114196"/>
                    <a:gd name="connsiteX155" fmla="*/ 136665 w 154433"/>
                    <a:gd name="connsiteY155" fmla="*/ 42704 h 114196"/>
                    <a:gd name="connsiteX156" fmla="*/ 138610 w 154433"/>
                    <a:gd name="connsiteY156" fmla="*/ 41893 h 114196"/>
                    <a:gd name="connsiteX157" fmla="*/ 137371 w 154433"/>
                    <a:gd name="connsiteY157" fmla="*/ 40018 h 114196"/>
                    <a:gd name="connsiteX158" fmla="*/ 135542 w 154433"/>
                    <a:gd name="connsiteY158" fmla="*/ 39497 h 114196"/>
                    <a:gd name="connsiteX159" fmla="*/ 136121 w 154433"/>
                    <a:gd name="connsiteY159" fmla="*/ 40874 h 114196"/>
                    <a:gd name="connsiteX160" fmla="*/ 135299 w 154433"/>
                    <a:gd name="connsiteY160" fmla="*/ 41361 h 114196"/>
                    <a:gd name="connsiteX161" fmla="*/ 134790 w 154433"/>
                    <a:gd name="connsiteY161" fmla="*/ 41384 h 114196"/>
                    <a:gd name="connsiteX162" fmla="*/ 134697 w 154433"/>
                    <a:gd name="connsiteY162" fmla="*/ 41708 h 114196"/>
                    <a:gd name="connsiteX163" fmla="*/ 132521 w 154433"/>
                    <a:gd name="connsiteY163" fmla="*/ 42970 h 114196"/>
                    <a:gd name="connsiteX164" fmla="*/ 127196 w 154433"/>
                    <a:gd name="connsiteY164" fmla="*/ 42599 h 114196"/>
                    <a:gd name="connsiteX165" fmla="*/ 126571 w 154433"/>
                    <a:gd name="connsiteY165" fmla="*/ 42078 h 114196"/>
                    <a:gd name="connsiteX166" fmla="*/ 124383 w 154433"/>
                    <a:gd name="connsiteY166" fmla="*/ 39717 h 114196"/>
                    <a:gd name="connsiteX167" fmla="*/ 126281 w 154433"/>
                    <a:gd name="connsiteY167" fmla="*/ 39694 h 114196"/>
                    <a:gd name="connsiteX168" fmla="*/ 124082 w 154433"/>
                    <a:gd name="connsiteY168" fmla="*/ 39381 h 114196"/>
                    <a:gd name="connsiteX169" fmla="*/ 123804 w 154433"/>
                    <a:gd name="connsiteY169" fmla="*/ 39092 h 114196"/>
                    <a:gd name="connsiteX170" fmla="*/ 123723 w 154433"/>
                    <a:gd name="connsiteY170" fmla="*/ 39335 h 114196"/>
                    <a:gd name="connsiteX171" fmla="*/ 120563 w 154433"/>
                    <a:gd name="connsiteY171" fmla="*/ 38883 h 114196"/>
                    <a:gd name="connsiteX172" fmla="*/ 120794 w 154433"/>
                    <a:gd name="connsiteY172" fmla="*/ 38710 h 114196"/>
                    <a:gd name="connsiteX173" fmla="*/ 120829 w 154433"/>
                    <a:gd name="connsiteY173" fmla="*/ 38744 h 114196"/>
                    <a:gd name="connsiteX174" fmla="*/ 121153 w 154433"/>
                    <a:gd name="connsiteY174" fmla="*/ 38420 h 114196"/>
                    <a:gd name="connsiteX175" fmla="*/ 122010 w 154433"/>
                    <a:gd name="connsiteY175" fmla="*/ 37737 h 114196"/>
                    <a:gd name="connsiteX176" fmla="*/ 120146 w 154433"/>
                    <a:gd name="connsiteY176" fmla="*/ 36256 h 114196"/>
                    <a:gd name="connsiteX177" fmla="*/ 119405 w 154433"/>
                    <a:gd name="connsiteY177" fmla="*/ 35619 h 114196"/>
                    <a:gd name="connsiteX178" fmla="*/ 122044 w 154433"/>
                    <a:gd name="connsiteY178" fmla="*/ 37263 h 114196"/>
                    <a:gd name="connsiteX179" fmla="*/ 123434 w 154433"/>
                    <a:gd name="connsiteY179" fmla="*/ 35966 h 114196"/>
                    <a:gd name="connsiteX180" fmla="*/ 122554 w 154433"/>
                    <a:gd name="connsiteY180" fmla="*/ 33038 h 114196"/>
                    <a:gd name="connsiteX181" fmla="*/ 119834 w 154433"/>
                    <a:gd name="connsiteY181" fmla="*/ 34369 h 114196"/>
                    <a:gd name="connsiteX182" fmla="*/ 118919 w 154433"/>
                    <a:gd name="connsiteY182" fmla="*/ 33640 h 114196"/>
                    <a:gd name="connsiteX183" fmla="*/ 117947 w 154433"/>
                    <a:gd name="connsiteY183" fmla="*/ 34079 h 114196"/>
                    <a:gd name="connsiteX184" fmla="*/ 116998 w 154433"/>
                    <a:gd name="connsiteY184" fmla="*/ 32806 h 114196"/>
                    <a:gd name="connsiteX185" fmla="*/ 118479 w 154433"/>
                    <a:gd name="connsiteY185" fmla="*/ 33292 h 114196"/>
                    <a:gd name="connsiteX186" fmla="*/ 117993 w 154433"/>
                    <a:gd name="connsiteY186" fmla="*/ 32899 h 114196"/>
                    <a:gd name="connsiteX187" fmla="*/ 119845 w 154433"/>
                    <a:gd name="connsiteY187" fmla="*/ 33362 h 114196"/>
                    <a:gd name="connsiteX188" fmla="*/ 116835 w 154433"/>
                    <a:gd name="connsiteY188" fmla="*/ 31695 h 114196"/>
                    <a:gd name="connsiteX189" fmla="*/ 116650 w 154433"/>
                    <a:gd name="connsiteY189" fmla="*/ 31834 h 114196"/>
                    <a:gd name="connsiteX190" fmla="*/ 115852 w 154433"/>
                    <a:gd name="connsiteY190" fmla="*/ 31197 h 114196"/>
                    <a:gd name="connsiteX191" fmla="*/ 114995 w 154433"/>
                    <a:gd name="connsiteY191" fmla="*/ 32806 h 114196"/>
                    <a:gd name="connsiteX192" fmla="*/ 110353 w 154433"/>
                    <a:gd name="connsiteY192" fmla="*/ 31950 h 114196"/>
                    <a:gd name="connsiteX193" fmla="*/ 110191 w 154433"/>
                    <a:gd name="connsiteY193" fmla="*/ 31915 h 114196"/>
                    <a:gd name="connsiteX194" fmla="*/ 114462 w 154433"/>
                    <a:gd name="connsiteY194" fmla="*/ 33061 h 114196"/>
                    <a:gd name="connsiteX195" fmla="*/ 114381 w 154433"/>
                    <a:gd name="connsiteY195" fmla="*/ 33582 h 114196"/>
                    <a:gd name="connsiteX196" fmla="*/ 114069 w 154433"/>
                    <a:gd name="connsiteY196" fmla="*/ 34496 h 114196"/>
                    <a:gd name="connsiteX197" fmla="*/ 112575 w 154433"/>
                    <a:gd name="connsiteY197" fmla="*/ 34137 h 114196"/>
                    <a:gd name="connsiteX198" fmla="*/ 113212 w 154433"/>
                    <a:gd name="connsiteY198" fmla="*/ 33524 h 114196"/>
                    <a:gd name="connsiteX199" fmla="*/ 109033 w 154433"/>
                    <a:gd name="connsiteY199" fmla="*/ 33281 h 114196"/>
                    <a:gd name="connsiteX200" fmla="*/ 106649 w 154433"/>
                    <a:gd name="connsiteY200" fmla="*/ 32713 h 114196"/>
                    <a:gd name="connsiteX201" fmla="*/ 107297 w 154433"/>
                    <a:gd name="connsiteY201" fmla="*/ 33188 h 114196"/>
                    <a:gd name="connsiteX202" fmla="*/ 106649 w 154433"/>
                    <a:gd name="connsiteY202" fmla="*/ 33153 h 114196"/>
                    <a:gd name="connsiteX203" fmla="*/ 108153 w 154433"/>
                    <a:gd name="connsiteY203" fmla="*/ 33825 h 114196"/>
                    <a:gd name="connsiteX204" fmla="*/ 108952 w 154433"/>
                    <a:gd name="connsiteY204" fmla="*/ 34415 h 114196"/>
                    <a:gd name="connsiteX205" fmla="*/ 108790 w 154433"/>
                    <a:gd name="connsiteY205" fmla="*/ 34404 h 114196"/>
                    <a:gd name="connsiteX206" fmla="*/ 106371 w 154433"/>
                    <a:gd name="connsiteY206" fmla="*/ 33431 h 114196"/>
                    <a:gd name="connsiteX207" fmla="*/ 105653 w 154433"/>
                    <a:gd name="connsiteY207" fmla="*/ 34276 h 114196"/>
                    <a:gd name="connsiteX208" fmla="*/ 105329 w 154433"/>
                    <a:gd name="connsiteY208" fmla="*/ 34265 h 114196"/>
                    <a:gd name="connsiteX209" fmla="*/ 105584 w 154433"/>
                    <a:gd name="connsiteY209" fmla="*/ 34346 h 114196"/>
                    <a:gd name="connsiteX210" fmla="*/ 105236 w 154433"/>
                    <a:gd name="connsiteY210" fmla="*/ 34751 h 114196"/>
                    <a:gd name="connsiteX211" fmla="*/ 107563 w 154433"/>
                    <a:gd name="connsiteY211" fmla="*/ 35538 h 114196"/>
                    <a:gd name="connsiteX212" fmla="*/ 106220 w 154433"/>
                    <a:gd name="connsiteY212" fmla="*/ 36649 h 114196"/>
                    <a:gd name="connsiteX213" fmla="*/ 107390 w 154433"/>
                    <a:gd name="connsiteY213" fmla="*/ 37517 h 114196"/>
                    <a:gd name="connsiteX214" fmla="*/ 108269 w 154433"/>
                    <a:gd name="connsiteY214" fmla="*/ 37460 h 114196"/>
                    <a:gd name="connsiteX215" fmla="*/ 111186 w 154433"/>
                    <a:gd name="connsiteY215" fmla="*/ 37772 h 114196"/>
                    <a:gd name="connsiteX216" fmla="*/ 110978 w 154433"/>
                    <a:gd name="connsiteY216" fmla="*/ 38826 h 114196"/>
                    <a:gd name="connsiteX217" fmla="*/ 113154 w 154433"/>
                    <a:gd name="connsiteY217" fmla="*/ 38015 h 114196"/>
                    <a:gd name="connsiteX218" fmla="*/ 114161 w 154433"/>
                    <a:gd name="connsiteY218" fmla="*/ 39358 h 114196"/>
                    <a:gd name="connsiteX219" fmla="*/ 114532 w 154433"/>
                    <a:gd name="connsiteY219" fmla="*/ 39948 h 114196"/>
                    <a:gd name="connsiteX220" fmla="*/ 114092 w 154433"/>
                    <a:gd name="connsiteY220" fmla="*/ 40886 h 114196"/>
                    <a:gd name="connsiteX221" fmla="*/ 112969 w 154433"/>
                    <a:gd name="connsiteY221" fmla="*/ 41789 h 114196"/>
                    <a:gd name="connsiteX222" fmla="*/ 113432 w 154433"/>
                    <a:gd name="connsiteY222" fmla="*/ 42287 h 114196"/>
                    <a:gd name="connsiteX223" fmla="*/ 113015 w 154433"/>
                    <a:gd name="connsiteY223" fmla="*/ 43190 h 114196"/>
                    <a:gd name="connsiteX224" fmla="*/ 111129 w 154433"/>
                    <a:gd name="connsiteY224" fmla="*/ 44162 h 114196"/>
                    <a:gd name="connsiteX225" fmla="*/ 110677 w 154433"/>
                    <a:gd name="connsiteY225" fmla="*/ 43907 h 114196"/>
                    <a:gd name="connsiteX226" fmla="*/ 110608 w 154433"/>
                    <a:gd name="connsiteY226" fmla="*/ 44440 h 114196"/>
                    <a:gd name="connsiteX227" fmla="*/ 109126 w 154433"/>
                    <a:gd name="connsiteY227" fmla="*/ 45204 h 114196"/>
                    <a:gd name="connsiteX228" fmla="*/ 110388 w 154433"/>
                    <a:gd name="connsiteY228" fmla="*/ 45979 h 114196"/>
                    <a:gd name="connsiteX229" fmla="*/ 110353 w 154433"/>
                    <a:gd name="connsiteY229" fmla="*/ 46257 h 114196"/>
                    <a:gd name="connsiteX230" fmla="*/ 110897 w 154433"/>
                    <a:gd name="connsiteY230" fmla="*/ 46292 h 114196"/>
                    <a:gd name="connsiteX231" fmla="*/ 111047 w 154433"/>
                    <a:gd name="connsiteY231" fmla="*/ 46385 h 114196"/>
                    <a:gd name="connsiteX232" fmla="*/ 109959 w 154433"/>
                    <a:gd name="connsiteY232" fmla="*/ 47010 h 114196"/>
                    <a:gd name="connsiteX233" fmla="*/ 112367 w 154433"/>
                    <a:gd name="connsiteY233" fmla="*/ 46396 h 114196"/>
                    <a:gd name="connsiteX234" fmla="*/ 113386 w 154433"/>
                    <a:gd name="connsiteY234" fmla="*/ 46466 h 114196"/>
                    <a:gd name="connsiteX235" fmla="*/ 113814 w 154433"/>
                    <a:gd name="connsiteY235" fmla="*/ 46790 h 114196"/>
                    <a:gd name="connsiteX236" fmla="*/ 113814 w 154433"/>
                    <a:gd name="connsiteY236" fmla="*/ 46581 h 114196"/>
                    <a:gd name="connsiteX237" fmla="*/ 114266 w 154433"/>
                    <a:gd name="connsiteY237" fmla="*/ 46732 h 114196"/>
                    <a:gd name="connsiteX238" fmla="*/ 113837 w 154433"/>
                    <a:gd name="connsiteY238" fmla="*/ 46801 h 114196"/>
                    <a:gd name="connsiteX239" fmla="*/ 113988 w 154433"/>
                    <a:gd name="connsiteY239" fmla="*/ 46917 h 114196"/>
                    <a:gd name="connsiteX240" fmla="*/ 114729 w 154433"/>
                    <a:gd name="connsiteY240" fmla="*/ 47970 h 114196"/>
                    <a:gd name="connsiteX241" fmla="*/ 112483 w 154433"/>
                    <a:gd name="connsiteY241" fmla="*/ 47750 h 114196"/>
                    <a:gd name="connsiteX242" fmla="*/ 113803 w 154433"/>
                    <a:gd name="connsiteY242" fmla="*/ 48584 h 114196"/>
                    <a:gd name="connsiteX243" fmla="*/ 113004 w 154433"/>
                    <a:gd name="connsiteY243" fmla="*/ 49730 h 114196"/>
                    <a:gd name="connsiteX244" fmla="*/ 117206 w 154433"/>
                    <a:gd name="connsiteY244" fmla="*/ 48619 h 114196"/>
                    <a:gd name="connsiteX245" fmla="*/ 124985 w 154433"/>
                    <a:gd name="connsiteY245" fmla="*/ 51536 h 114196"/>
                    <a:gd name="connsiteX246" fmla="*/ 123943 w 154433"/>
                    <a:gd name="connsiteY246" fmla="*/ 53469 h 114196"/>
                    <a:gd name="connsiteX247" fmla="*/ 121987 w 154433"/>
                    <a:gd name="connsiteY247" fmla="*/ 53816 h 114196"/>
                    <a:gd name="connsiteX248" fmla="*/ 121743 w 154433"/>
                    <a:gd name="connsiteY248" fmla="*/ 53805 h 114196"/>
                    <a:gd name="connsiteX249" fmla="*/ 123607 w 154433"/>
                    <a:gd name="connsiteY249" fmla="*/ 52068 h 114196"/>
                    <a:gd name="connsiteX250" fmla="*/ 119197 w 154433"/>
                    <a:gd name="connsiteY250" fmla="*/ 50228 h 114196"/>
                    <a:gd name="connsiteX251" fmla="*/ 115539 w 154433"/>
                    <a:gd name="connsiteY251" fmla="*/ 51721 h 114196"/>
                    <a:gd name="connsiteX252" fmla="*/ 115794 w 154433"/>
                    <a:gd name="connsiteY252" fmla="*/ 51976 h 114196"/>
                    <a:gd name="connsiteX253" fmla="*/ 116974 w 154433"/>
                    <a:gd name="connsiteY253" fmla="*/ 53376 h 114196"/>
                    <a:gd name="connsiteX254" fmla="*/ 116998 w 154433"/>
                    <a:gd name="connsiteY254" fmla="*/ 53226 h 114196"/>
                    <a:gd name="connsiteX255" fmla="*/ 117843 w 154433"/>
                    <a:gd name="connsiteY255" fmla="*/ 54094 h 114196"/>
                    <a:gd name="connsiteX256" fmla="*/ 117322 w 154433"/>
                    <a:gd name="connsiteY256" fmla="*/ 51918 h 114196"/>
                    <a:gd name="connsiteX257" fmla="*/ 120424 w 154433"/>
                    <a:gd name="connsiteY257" fmla="*/ 54395 h 114196"/>
                    <a:gd name="connsiteX258" fmla="*/ 121883 w 154433"/>
                    <a:gd name="connsiteY258" fmla="*/ 54279 h 114196"/>
                    <a:gd name="connsiteX259" fmla="*/ 124302 w 154433"/>
                    <a:gd name="connsiteY259" fmla="*/ 54198 h 114196"/>
                    <a:gd name="connsiteX260" fmla="*/ 124244 w 154433"/>
                    <a:gd name="connsiteY260" fmla="*/ 56004 h 114196"/>
                    <a:gd name="connsiteX261" fmla="*/ 121246 w 154433"/>
                    <a:gd name="connsiteY261" fmla="*/ 57891 h 114196"/>
                    <a:gd name="connsiteX262" fmla="*/ 122299 w 154433"/>
                    <a:gd name="connsiteY262" fmla="*/ 59280 h 114196"/>
                    <a:gd name="connsiteX263" fmla="*/ 122241 w 154433"/>
                    <a:gd name="connsiteY263" fmla="*/ 59350 h 114196"/>
                    <a:gd name="connsiteX264" fmla="*/ 122878 w 154433"/>
                    <a:gd name="connsiteY264" fmla="*/ 60033 h 114196"/>
                    <a:gd name="connsiteX265" fmla="*/ 123549 w 154433"/>
                    <a:gd name="connsiteY265" fmla="*/ 60924 h 114196"/>
                    <a:gd name="connsiteX266" fmla="*/ 118884 w 154433"/>
                    <a:gd name="connsiteY266" fmla="*/ 58782 h 114196"/>
                    <a:gd name="connsiteX267" fmla="*/ 118340 w 154433"/>
                    <a:gd name="connsiteY267" fmla="*/ 56317 h 114196"/>
                    <a:gd name="connsiteX268" fmla="*/ 116847 w 154433"/>
                    <a:gd name="connsiteY268" fmla="*/ 57324 h 114196"/>
                    <a:gd name="connsiteX269" fmla="*/ 119162 w 154433"/>
                    <a:gd name="connsiteY269" fmla="*/ 59396 h 114196"/>
                    <a:gd name="connsiteX270" fmla="*/ 119127 w 154433"/>
                    <a:gd name="connsiteY270" fmla="*/ 59384 h 114196"/>
                    <a:gd name="connsiteX271" fmla="*/ 120169 w 154433"/>
                    <a:gd name="connsiteY271" fmla="*/ 60553 h 114196"/>
                    <a:gd name="connsiteX272" fmla="*/ 116430 w 154433"/>
                    <a:gd name="connsiteY272" fmla="*/ 59083 h 114196"/>
                    <a:gd name="connsiteX273" fmla="*/ 116928 w 154433"/>
                    <a:gd name="connsiteY273" fmla="*/ 60276 h 114196"/>
                    <a:gd name="connsiteX274" fmla="*/ 115134 w 154433"/>
                    <a:gd name="connsiteY274" fmla="*/ 60345 h 114196"/>
                    <a:gd name="connsiteX275" fmla="*/ 117021 w 154433"/>
                    <a:gd name="connsiteY275" fmla="*/ 62070 h 114196"/>
                    <a:gd name="connsiteX276" fmla="*/ 120748 w 154433"/>
                    <a:gd name="connsiteY276" fmla="*/ 61862 h 114196"/>
                    <a:gd name="connsiteX277" fmla="*/ 113339 w 154433"/>
                    <a:gd name="connsiteY277" fmla="*/ 62429 h 114196"/>
                    <a:gd name="connsiteX278" fmla="*/ 119243 w 154433"/>
                    <a:gd name="connsiteY278" fmla="*/ 63598 h 114196"/>
                    <a:gd name="connsiteX279" fmla="*/ 122681 w 154433"/>
                    <a:gd name="connsiteY279" fmla="*/ 62243 h 114196"/>
                    <a:gd name="connsiteX280" fmla="*/ 123260 w 154433"/>
                    <a:gd name="connsiteY280" fmla="*/ 63158 h 114196"/>
                    <a:gd name="connsiteX281" fmla="*/ 122889 w 154433"/>
                    <a:gd name="connsiteY281" fmla="*/ 63274 h 114196"/>
                    <a:gd name="connsiteX282" fmla="*/ 120563 w 154433"/>
                    <a:gd name="connsiteY282" fmla="*/ 63389 h 114196"/>
                    <a:gd name="connsiteX283" fmla="*/ 120574 w 154433"/>
                    <a:gd name="connsiteY283" fmla="*/ 66283 h 114196"/>
                    <a:gd name="connsiteX284" fmla="*/ 122230 w 154433"/>
                    <a:gd name="connsiteY284" fmla="*/ 65647 h 114196"/>
                    <a:gd name="connsiteX285" fmla="*/ 124186 w 154433"/>
                    <a:gd name="connsiteY285" fmla="*/ 67325 h 114196"/>
                    <a:gd name="connsiteX286" fmla="*/ 127485 w 154433"/>
                    <a:gd name="connsiteY286" fmla="*/ 64350 h 114196"/>
                    <a:gd name="connsiteX287" fmla="*/ 130287 w 154433"/>
                    <a:gd name="connsiteY287" fmla="*/ 65080 h 114196"/>
                    <a:gd name="connsiteX288" fmla="*/ 131826 w 154433"/>
                    <a:gd name="connsiteY288" fmla="*/ 65797 h 114196"/>
                    <a:gd name="connsiteX289" fmla="*/ 132069 w 154433"/>
                    <a:gd name="connsiteY289" fmla="*/ 65554 h 114196"/>
                    <a:gd name="connsiteX290" fmla="*/ 133146 w 154433"/>
                    <a:gd name="connsiteY290" fmla="*/ 65832 h 114196"/>
                    <a:gd name="connsiteX291" fmla="*/ 134245 w 154433"/>
                    <a:gd name="connsiteY291" fmla="*/ 63482 h 114196"/>
                    <a:gd name="connsiteX292" fmla="*/ 136445 w 154433"/>
                    <a:gd name="connsiteY292" fmla="*/ 64918 h 114196"/>
                    <a:gd name="connsiteX293" fmla="*/ 135172 w 154433"/>
                    <a:gd name="connsiteY293" fmla="*/ 63355 h 114196"/>
                    <a:gd name="connsiteX294" fmla="*/ 136804 w 154433"/>
                    <a:gd name="connsiteY294" fmla="*/ 62429 h 114196"/>
                    <a:gd name="connsiteX295" fmla="*/ 138285 w 154433"/>
                    <a:gd name="connsiteY295" fmla="*/ 62660 h 114196"/>
                    <a:gd name="connsiteX296" fmla="*/ 138274 w 154433"/>
                    <a:gd name="connsiteY296" fmla="*/ 63355 h 114196"/>
                    <a:gd name="connsiteX297" fmla="*/ 138158 w 154433"/>
                    <a:gd name="connsiteY297" fmla="*/ 64478 h 114196"/>
                    <a:gd name="connsiteX298" fmla="*/ 138274 w 154433"/>
                    <a:gd name="connsiteY298" fmla="*/ 64455 h 114196"/>
                    <a:gd name="connsiteX299" fmla="*/ 138262 w 154433"/>
                    <a:gd name="connsiteY299" fmla="*/ 64802 h 114196"/>
                    <a:gd name="connsiteX300" fmla="*/ 140415 w 154433"/>
                    <a:gd name="connsiteY300" fmla="*/ 64211 h 114196"/>
                    <a:gd name="connsiteX301" fmla="*/ 139466 w 154433"/>
                    <a:gd name="connsiteY301" fmla="*/ 68031 h 114196"/>
                    <a:gd name="connsiteX302" fmla="*/ 136827 w 154433"/>
                    <a:gd name="connsiteY302" fmla="*/ 69316 h 114196"/>
                    <a:gd name="connsiteX303" fmla="*/ 137383 w 154433"/>
                    <a:gd name="connsiteY303" fmla="*/ 71690 h 114196"/>
                    <a:gd name="connsiteX304" fmla="*/ 133979 w 154433"/>
                    <a:gd name="connsiteY304" fmla="*/ 79885 h 114196"/>
                    <a:gd name="connsiteX305" fmla="*/ 133701 w 154433"/>
                    <a:gd name="connsiteY305" fmla="*/ 79874 h 114196"/>
                    <a:gd name="connsiteX306" fmla="*/ 130669 w 154433"/>
                    <a:gd name="connsiteY306" fmla="*/ 79422 h 114196"/>
                    <a:gd name="connsiteX307" fmla="*/ 131166 w 154433"/>
                    <a:gd name="connsiteY307" fmla="*/ 80094 h 114196"/>
                    <a:gd name="connsiteX308" fmla="*/ 130912 w 154433"/>
                    <a:gd name="connsiteY308" fmla="*/ 81552 h 114196"/>
                    <a:gd name="connsiteX309" fmla="*/ 129476 w 154433"/>
                    <a:gd name="connsiteY309" fmla="*/ 82687 h 114196"/>
                    <a:gd name="connsiteX310" fmla="*/ 126467 w 154433"/>
                    <a:gd name="connsiteY310" fmla="*/ 83902 h 114196"/>
                    <a:gd name="connsiteX311" fmla="*/ 119521 w 154433"/>
                    <a:gd name="connsiteY311" fmla="*/ 84388 h 114196"/>
                    <a:gd name="connsiteX312" fmla="*/ 117704 w 154433"/>
                    <a:gd name="connsiteY312" fmla="*/ 81483 h 114196"/>
                    <a:gd name="connsiteX313" fmla="*/ 117241 w 154433"/>
                    <a:gd name="connsiteY313" fmla="*/ 79931 h 114196"/>
                    <a:gd name="connsiteX314" fmla="*/ 116650 w 154433"/>
                    <a:gd name="connsiteY314" fmla="*/ 79793 h 114196"/>
                    <a:gd name="connsiteX315" fmla="*/ 116187 w 154433"/>
                    <a:gd name="connsiteY315" fmla="*/ 79040 h 114196"/>
                    <a:gd name="connsiteX316" fmla="*/ 116013 w 154433"/>
                    <a:gd name="connsiteY316" fmla="*/ 79642 h 114196"/>
                    <a:gd name="connsiteX317" fmla="*/ 113177 w 154433"/>
                    <a:gd name="connsiteY317" fmla="*/ 78982 h 114196"/>
                    <a:gd name="connsiteX318" fmla="*/ 111939 w 154433"/>
                    <a:gd name="connsiteY318" fmla="*/ 78253 h 114196"/>
                    <a:gd name="connsiteX319" fmla="*/ 113733 w 154433"/>
                    <a:gd name="connsiteY319" fmla="*/ 80684 h 114196"/>
                    <a:gd name="connsiteX320" fmla="*/ 112031 w 154433"/>
                    <a:gd name="connsiteY320" fmla="*/ 81957 h 114196"/>
                    <a:gd name="connsiteX321" fmla="*/ 113895 w 154433"/>
                    <a:gd name="connsiteY321" fmla="*/ 82756 h 114196"/>
                    <a:gd name="connsiteX322" fmla="*/ 106892 w 154433"/>
                    <a:gd name="connsiteY322" fmla="*/ 80487 h 114196"/>
                    <a:gd name="connsiteX323" fmla="*/ 106869 w 154433"/>
                    <a:gd name="connsiteY323" fmla="*/ 80464 h 114196"/>
                    <a:gd name="connsiteX324" fmla="*/ 106845 w 154433"/>
                    <a:gd name="connsiteY324" fmla="*/ 80464 h 114196"/>
                    <a:gd name="connsiteX325" fmla="*/ 100803 w 154433"/>
                    <a:gd name="connsiteY325" fmla="*/ 78496 h 114196"/>
                    <a:gd name="connsiteX326" fmla="*/ 100282 w 154433"/>
                    <a:gd name="connsiteY326" fmla="*/ 79607 h 114196"/>
                    <a:gd name="connsiteX327" fmla="*/ 103998 w 154433"/>
                    <a:gd name="connsiteY327" fmla="*/ 80418 h 114196"/>
                    <a:gd name="connsiteX328" fmla="*/ 105283 w 154433"/>
                    <a:gd name="connsiteY328" fmla="*/ 82467 h 114196"/>
                    <a:gd name="connsiteX329" fmla="*/ 105422 w 154433"/>
                    <a:gd name="connsiteY329" fmla="*/ 82779 h 114196"/>
                    <a:gd name="connsiteX330" fmla="*/ 101023 w 154433"/>
                    <a:gd name="connsiteY330" fmla="*/ 83069 h 114196"/>
                    <a:gd name="connsiteX331" fmla="*/ 99784 w 154433"/>
                    <a:gd name="connsiteY331" fmla="*/ 81378 h 114196"/>
                    <a:gd name="connsiteX332" fmla="*/ 99946 w 154433"/>
                    <a:gd name="connsiteY332" fmla="*/ 82513 h 114196"/>
                    <a:gd name="connsiteX333" fmla="*/ 98985 w 154433"/>
                    <a:gd name="connsiteY333" fmla="*/ 83879 h 114196"/>
                    <a:gd name="connsiteX334" fmla="*/ 97677 w 154433"/>
                    <a:gd name="connsiteY334" fmla="*/ 84272 h 114196"/>
                    <a:gd name="connsiteX335" fmla="*/ 88752 w 154433"/>
                    <a:gd name="connsiteY335" fmla="*/ 83833 h 114196"/>
                    <a:gd name="connsiteX336" fmla="*/ 88035 w 154433"/>
                    <a:gd name="connsiteY336" fmla="*/ 83011 h 114196"/>
                    <a:gd name="connsiteX337" fmla="*/ 88035 w 154433"/>
                    <a:gd name="connsiteY337" fmla="*/ 83057 h 114196"/>
                    <a:gd name="connsiteX338" fmla="*/ 87757 w 154433"/>
                    <a:gd name="connsiteY338" fmla="*/ 82768 h 114196"/>
                    <a:gd name="connsiteX339" fmla="*/ 87826 w 154433"/>
                    <a:gd name="connsiteY339" fmla="*/ 82768 h 114196"/>
                    <a:gd name="connsiteX340" fmla="*/ 85766 w 154433"/>
                    <a:gd name="connsiteY340" fmla="*/ 80348 h 114196"/>
                    <a:gd name="connsiteX341" fmla="*/ 85743 w 154433"/>
                    <a:gd name="connsiteY341" fmla="*/ 80198 h 114196"/>
                    <a:gd name="connsiteX342" fmla="*/ 88185 w 154433"/>
                    <a:gd name="connsiteY342" fmla="*/ 80128 h 114196"/>
                    <a:gd name="connsiteX343" fmla="*/ 88775 w 154433"/>
                    <a:gd name="connsiteY343" fmla="*/ 79121 h 114196"/>
                    <a:gd name="connsiteX344" fmla="*/ 88613 w 154433"/>
                    <a:gd name="connsiteY344" fmla="*/ 79700 h 114196"/>
                    <a:gd name="connsiteX345" fmla="*/ 89100 w 154433"/>
                    <a:gd name="connsiteY345" fmla="*/ 79561 h 114196"/>
                    <a:gd name="connsiteX346" fmla="*/ 88984 w 154433"/>
                    <a:gd name="connsiteY346" fmla="*/ 81298 h 114196"/>
                    <a:gd name="connsiteX347" fmla="*/ 89134 w 154433"/>
                    <a:gd name="connsiteY347" fmla="*/ 81309 h 114196"/>
                    <a:gd name="connsiteX348" fmla="*/ 89123 w 154433"/>
                    <a:gd name="connsiteY348" fmla="*/ 81332 h 114196"/>
                    <a:gd name="connsiteX349" fmla="*/ 89227 w 154433"/>
                    <a:gd name="connsiteY349" fmla="*/ 81309 h 114196"/>
                    <a:gd name="connsiteX350" fmla="*/ 92121 w 154433"/>
                    <a:gd name="connsiteY350" fmla="*/ 81459 h 114196"/>
                    <a:gd name="connsiteX351" fmla="*/ 92341 w 154433"/>
                    <a:gd name="connsiteY351" fmla="*/ 80904 h 114196"/>
                    <a:gd name="connsiteX352" fmla="*/ 92642 w 154433"/>
                    <a:gd name="connsiteY352" fmla="*/ 80175 h 114196"/>
                    <a:gd name="connsiteX353" fmla="*/ 92815 w 154433"/>
                    <a:gd name="connsiteY353" fmla="*/ 80082 h 114196"/>
                    <a:gd name="connsiteX354" fmla="*/ 92711 w 154433"/>
                    <a:gd name="connsiteY354" fmla="*/ 80001 h 114196"/>
                    <a:gd name="connsiteX355" fmla="*/ 92989 w 154433"/>
                    <a:gd name="connsiteY355" fmla="*/ 79306 h 114196"/>
                    <a:gd name="connsiteX356" fmla="*/ 91623 w 154433"/>
                    <a:gd name="connsiteY356" fmla="*/ 77952 h 114196"/>
                    <a:gd name="connsiteX357" fmla="*/ 92271 w 154433"/>
                    <a:gd name="connsiteY357" fmla="*/ 76644 h 114196"/>
                    <a:gd name="connsiteX358" fmla="*/ 93244 w 154433"/>
                    <a:gd name="connsiteY358" fmla="*/ 75498 h 114196"/>
                    <a:gd name="connsiteX359" fmla="*/ 90570 w 154433"/>
                    <a:gd name="connsiteY359" fmla="*/ 71979 h 114196"/>
                    <a:gd name="connsiteX360" fmla="*/ 89354 w 154433"/>
                    <a:gd name="connsiteY360" fmla="*/ 74190 h 114196"/>
                    <a:gd name="connsiteX361" fmla="*/ 89713 w 154433"/>
                    <a:gd name="connsiteY361" fmla="*/ 75081 h 114196"/>
                    <a:gd name="connsiteX362" fmla="*/ 89644 w 154433"/>
                    <a:gd name="connsiteY362" fmla="*/ 75151 h 114196"/>
                    <a:gd name="connsiteX363" fmla="*/ 90581 w 154433"/>
                    <a:gd name="connsiteY363" fmla="*/ 77258 h 114196"/>
                    <a:gd name="connsiteX364" fmla="*/ 90813 w 154433"/>
                    <a:gd name="connsiteY364" fmla="*/ 77813 h 114196"/>
                    <a:gd name="connsiteX365" fmla="*/ 86993 w 154433"/>
                    <a:gd name="connsiteY365" fmla="*/ 75799 h 114196"/>
                    <a:gd name="connsiteX366" fmla="*/ 86819 w 154433"/>
                    <a:gd name="connsiteY366" fmla="*/ 76042 h 114196"/>
                    <a:gd name="connsiteX367" fmla="*/ 86738 w 154433"/>
                    <a:gd name="connsiteY367" fmla="*/ 76007 h 114196"/>
                    <a:gd name="connsiteX368" fmla="*/ 84944 w 154433"/>
                    <a:gd name="connsiteY368" fmla="*/ 78149 h 114196"/>
                    <a:gd name="connsiteX369" fmla="*/ 79411 w 154433"/>
                    <a:gd name="connsiteY369" fmla="*/ 77570 h 114196"/>
                    <a:gd name="connsiteX370" fmla="*/ 79712 w 154433"/>
                    <a:gd name="connsiteY370" fmla="*/ 77697 h 114196"/>
                    <a:gd name="connsiteX371" fmla="*/ 85002 w 154433"/>
                    <a:gd name="connsiteY371" fmla="*/ 79955 h 114196"/>
                    <a:gd name="connsiteX372" fmla="*/ 85025 w 154433"/>
                    <a:gd name="connsiteY372" fmla="*/ 79989 h 114196"/>
                    <a:gd name="connsiteX373" fmla="*/ 82559 w 154433"/>
                    <a:gd name="connsiteY373" fmla="*/ 80383 h 114196"/>
                    <a:gd name="connsiteX374" fmla="*/ 83682 w 154433"/>
                    <a:gd name="connsiteY374" fmla="*/ 80788 h 114196"/>
                    <a:gd name="connsiteX375" fmla="*/ 83126 w 154433"/>
                    <a:gd name="connsiteY375" fmla="*/ 80707 h 114196"/>
                    <a:gd name="connsiteX376" fmla="*/ 84330 w 154433"/>
                    <a:gd name="connsiteY376" fmla="*/ 81020 h 114196"/>
                    <a:gd name="connsiteX377" fmla="*/ 85198 w 154433"/>
                    <a:gd name="connsiteY377" fmla="*/ 81332 h 114196"/>
                    <a:gd name="connsiteX378" fmla="*/ 84654 w 154433"/>
                    <a:gd name="connsiteY378" fmla="*/ 82802 h 114196"/>
                    <a:gd name="connsiteX379" fmla="*/ 81760 w 154433"/>
                    <a:gd name="connsiteY379" fmla="*/ 81876 h 114196"/>
                    <a:gd name="connsiteX380" fmla="*/ 81251 w 154433"/>
                    <a:gd name="connsiteY380" fmla="*/ 80395 h 114196"/>
                    <a:gd name="connsiteX381" fmla="*/ 82582 w 154433"/>
                    <a:gd name="connsiteY381" fmla="*/ 79966 h 114196"/>
                    <a:gd name="connsiteX382" fmla="*/ 78681 w 154433"/>
                    <a:gd name="connsiteY382" fmla="*/ 79978 h 114196"/>
                    <a:gd name="connsiteX383" fmla="*/ 77014 w 154433"/>
                    <a:gd name="connsiteY383" fmla="*/ 74444 h 114196"/>
                    <a:gd name="connsiteX384" fmla="*/ 78253 w 154433"/>
                    <a:gd name="connsiteY384" fmla="*/ 79191 h 114196"/>
                    <a:gd name="connsiteX385" fmla="*/ 74190 w 154433"/>
                    <a:gd name="connsiteY385" fmla="*/ 80302 h 114196"/>
                    <a:gd name="connsiteX386" fmla="*/ 75336 w 154433"/>
                    <a:gd name="connsiteY386" fmla="*/ 82154 h 114196"/>
                    <a:gd name="connsiteX387" fmla="*/ 73808 w 154433"/>
                    <a:gd name="connsiteY387" fmla="*/ 82409 h 114196"/>
                    <a:gd name="connsiteX388" fmla="*/ 76158 w 154433"/>
                    <a:gd name="connsiteY388" fmla="*/ 83358 h 114196"/>
                    <a:gd name="connsiteX389" fmla="*/ 74421 w 154433"/>
                    <a:gd name="connsiteY389" fmla="*/ 85835 h 114196"/>
                    <a:gd name="connsiteX390" fmla="*/ 77987 w 154433"/>
                    <a:gd name="connsiteY390" fmla="*/ 84319 h 114196"/>
                    <a:gd name="connsiteX391" fmla="*/ 80429 w 154433"/>
                    <a:gd name="connsiteY391" fmla="*/ 87954 h 114196"/>
                    <a:gd name="connsiteX392" fmla="*/ 80684 w 154433"/>
                    <a:gd name="connsiteY392" fmla="*/ 83809 h 114196"/>
                    <a:gd name="connsiteX393" fmla="*/ 90616 w 154433"/>
                    <a:gd name="connsiteY393" fmla="*/ 85395 h 114196"/>
                    <a:gd name="connsiteX394" fmla="*/ 95513 w 154433"/>
                    <a:gd name="connsiteY394" fmla="*/ 86321 h 114196"/>
                    <a:gd name="connsiteX395" fmla="*/ 97793 w 154433"/>
                    <a:gd name="connsiteY395" fmla="*/ 86125 h 114196"/>
                    <a:gd name="connsiteX396" fmla="*/ 110874 w 154433"/>
                    <a:gd name="connsiteY396" fmla="*/ 86333 h 114196"/>
                    <a:gd name="connsiteX397" fmla="*/ 111105 w 154433"/>
                    <a:gd name="connsiteY397" fmla="*/ 86368 h 114196"/>
                    <a:gd name="connsiteX398" fmla="*/ 111059 w 154433"/>
                    <a:gd name="connsiteY398" fmla="*/ 87583 h 114196"/>
                    <a:gd name="connsiteX399" fmla="*/ 113397 w 154433"/>
                    <a:gd name="connsiteY399" fmla="*/ 86483 h 114196"/>
                    <a:gd name="connsiteX400" fmla="*/ 113953 w 154433"/>
                    <a:gd name="connsiteY400" fmla="*/ 89065 h 114196"/>
                    <a:gd name="connsiteX401" fmla="*/ 118028 w 154433"/>
                    <a:gd name="connsiteY401" fmla="*/ 89817 h 114196"/>
                    <a:gd name="connsiteX402" fmla="*/ 118062 w 154433"/>
                    <a:gd name="connsiteY402" fmla="*/ 89320 h 114196"/>
                    <a:gd name="connsiteX403" fmla="*/ 118468 w 154433"/>
                    <a:gd name="connsiteY403" fmla="*/ 87849 h 114196"/>
                    <a:gd name="connsiteX404" fmla="*/ 118155 w 154433"/>
                    <a:gd name="connsiteY404" fmla="*/ 87734 h 114196"/>
                    <a:gd name="connsiteX405" fmla="*/ 118271 w 154433"/>
                    <a:gd name="connsiteY405" fmla="*/ 85592 h 114196"/>
                    <a:gd name="connsiteX406" fmla="*/ 118641 w 154433"/>
                    <a:gd name="connsiteY406" fmla="*/ 85557 h 114196"/>
                    <a:gd name="connsiteX407" fmla="*/ 120621 w 154433"/>
                    <a:gd name="connsiteY407" fmla="*/ 85905 h 114196"/>
                    <a:gd name="connsiteX408" fmla="*/ 120297 w 154433"/>
                    <a:gd name="connsiteY408" fmla="*/ 85395 h 114196"/>
                    <a:gd name="connsiteX409" fmla="*/ 121338 w 154433"/>
                    <a:gd name="connsiteY409" fmla="*/ 85291 h 114196"/>
                    <a:gd name="connsiteX410" fmla="*/ 127589 w 154433"/>
                    <a:gd name="connsiteY410" fmla="*/ 87097 h 114196"/>
                    <a:gd name="connsiteX411" fmla="*/ 126235 w 154433"/>
                    <a:gd name="connsiteY411" fmla="*/ 89134 h 114196"/>
                    <a:gd name="connsiteX412" fmla="*/ 127913 w 154433"/>
                    <a:gd name="connsiteY412" fmla="*/ 88845 h 114196"/>
                    <a:gd name="connsiteX413" fmla="*/ 125980 w 154433"/>
                    <a:gd name="connsiteY413" fmla="*/ 94355 h 114196"/>
                    <a:gd name="connsiteX414" fmla="*/ 125621 w 154433"/>
                    <a:gd name="connsiteY414" fmla="*/ 94934 h 114196"/>
                    <a:gd name="connsiteX415" fmla="*/ 127763 w 154433"/>
                    <a:gd name="connsiteY415" fmla="*/ 96416 h 114196"/>
                    <a:gd name="connsiteX416" fmla="*/ 127705 w 154433"/>
                    <a:gd name="connsiteY416" fmla="*/ 97793 h 114196"/>
                    <a:gd name="connsiteX417" fmla="*/ 127092 w 154433"/>
                    <a:gd name="connsiteY417" fmla="*/ 99252 h 114196"/>
                    <a:gd name="connsiteX418" fmla="*/ 125205 w 154433"/>
                    <a:gd name="connsiteY418" fmla="*/ 101104 h 114196"/>
                    <a:gd name="connsiteX419" fmla="*/ 125506 w 154433"/>
                    <a:gd name="connsiteY419" fmla="*/ 102956 h 114196"/>
                    <a:gd name="connsiteX420" fmla="*/ 125425 w 154433"/>
                    <a:gd name="connsiteY420" fmla="*/ 103141 h 114196"/>
                    <a:gd name="connsiteX421" fmla="*/ 124557 w 154433"/>
                    <a:gd name="connsiteY421" fmla="*/ 103430 h 114196"/>
                    <a:gd name="connsiteX422" fmla="*/ 122716 w 154433"/>
                    <a:gd name="connsiteY422" fmla="*/ 104067 h 114196"/>
                    <a:gd name="connsiteX423" fmla="*/ 122693 w 154433"/>
                    <a:gd name="connsiteY423" fmla="*/ 104947 h 114196"/>
                    <a:gd name="connsiteX424" fmla="*/ 122357 w 154433"/>
                    <a:gd name="connsiteY424" fmla="*/ 108512 h 114196"/>
                    <a:gd name="connsiteX425" fmla="*/ 115226 w 154433"/>
                    <a:gd name="connsiteY425" fmla="*/ 109763 h 114196"/>
                    <a:gd name="connsiteX426" fmla="*/ 116569 w 154433"/>
                    <a:gd name="connsiteY426" fmla="*/ 111418 h 114196"/>
                    <a:gd name="connsiteX427" fmla="*/ 117229 w 154433"/>
                    <a:gd name="connsiteY427" fmla="*/ 111152 h 114196"/>
                    <a:gd name="connsiteX428" fmla="*/ 121651 w 154433"/>
                    <a:gd name="connsiteY428" fmla="*/ 109971 h 114196"/>
                    <a:gd name="connsiteX429" fmla="*/ 122010 w 154433"/>
                    <a:gd name="connsiteY429" fmla="*/ 110260 h 114196"/>
                    <a:gd name="connsiteX430" fmla="*/ 121651 w 154433"/>
                    <a:gd name="connsiteY430" fmla="*/ 112332 h 114196"/>
                    <a:gd name="connsiteX431" fmla="*/ 121535 w 154433"/>
                    <a:gd name="connsiteY431" fmla="*/ 112483 h 114196"/>
                    <a:gd name="connsiteX432" fmla="*/ 112703 w 154433"/>
                    <a:gd name="connsiteY432" fmla="*/ 112460 h 114196"/>
                    <a:gd name="connsiteX433" fmla="*/ 111001 w 154433"/>
                    <a:gd name="connsiteY433" fmla="*/ 111348 h 114196"/>
                    <a:gd name="connsiteX434" fmla="*/ 111036 w 154433"/>
                    <a:gd name="connsiteY434" fmla="*/ 111129 h 114196"/>
                    <a:gd name="connsiteX435" fmla="*/ 110723 w 154433"/>
                    <a:gd name="connsiteY435" fmla="*/ 111175 h 114196"/>
                    <a:gd name="connsiteX436" fmla="*/ 106047 w 154433"/>
                    <a:gd name="connsiteY436" fmla="*/ 108119 h 114196"/>
                    <a:gd name="connsiteX437" fmla="*/ 103986 w 154433"/>
                    <a:gd name="connsiteY437" fmla="*/ 108258 h 114196"/>
                    <a:gd name="connsiteX438" fmla="*/ 101486 w 154433"/>
                    <a:gd name="connsiteY438" fmla="*/ 107007 h 114196"/>
                    <a:gd name="connsiteX439" fmla="*/ 99194 w 154433"/>
                    <a:gd name="connsiteY439" fmla="*/ 104530 h 114196"/>
                    <a:gd name="connsiteX440" fmla="*/ 99066 w 154433"/>
                    <a:gd name="connsiteY440" fmla="*/ 105804 h 114196"/>
                    <a:gd name="connsiteX441" fmla="*/ 98164 w 154433"/>
                    <a:gd name="connsiteY441" fmla="*/ 105352 h 114196"/>
                    <a:gd name="connsiteX442" fmla="*/ 99055 w 154433"/>
                    <a:gd name="connsiteY442" fmla="*/ 105908 h 114196"/>
                    <a:gd name="connsiteX443" fmla="*/ 99043 w 154433"/>
                    <a:gd name="connsiteY443" fmla="*/ 106023 h 114196"/>
                    <a:gd name="connsiteX444" fmla="*/ 97654 w 154433"/>
                    <a:gd name="connsiteY444" fmla="*/ 105051 h 114196"/>
                    <a:gd name="connsiteX445" fmla="*/ 97573 w 154433"/>
                    <a:gd name="connsiteY445" fmla="*/ 107378 h 114196"/>
                    <a:gd name="connsiteX446" fmla="*/ 98858 w 154433"/>
                    <a:gd name="connsiteY446" fmla="*/ 106452 h 114196"/>
                    <a:gd name="connsiteX447" fmla="*/ 104970 w 154433"/>
                    <a:gd name="connsiteY447" fmla="*/ 109624 h 114196"/>
                    <a:gd name="connsiteX448" fmla="*/ 105178 w 154433"/>
                    <a:gd name="connsiteY448" fmla="*/ 109751 h 114196"/>
                    <a:gd name="connsiteX449" fmla="*/ 104993 w 154433"/>
                    <a:gd name="connsiteY449" fmla="*/ 111290 h 114196"/>
                    <a:gd name="connsiteX450" fmla="*/ 104611 w 154433"/>
                    <a:gd name="connsiteY450" fmla="*/ 111673 h 114196"/>
                    <a:gd name="connsiteX451" fmla="*/ 104924 w 154433"/>
                    <a:gd name="connsiteY451" fmla="*/ 111881 h 114196"/>
                    <a:gd name="connsiteX452" fmla="*/ 104831 w 154433"/>
                    <a:gd name="connsiteY452" fmla="*/ 112668 h 114196"/>
                    <a:gd name="connsiteX453" fmla="*/ 98870 w 154433"/>
                    <a:gd name="connsiteY453" fmla="*/ 110434 h 114196"/>
                    <a:gd name="connsiteX454" fmla="*/ 98383 w 154433"/>
                    <a:gd name="connsiteY454" fmla="*/ 111464 h 114196"/>
                    <a:gd name="connsiteX455" fmla="*/ 96508 w 154433"/>
                    <a:gd name="connsiteY455" fmla="*/ 107332 h 114196"/>
                    <a:gd name="connsiteX456" fmla="*/ 95860 w 154433"/>
                    <a:gd name="connsiteY456" fmla="*/ 109091 h 114196"/>
                    <a:gd name="connsiteX457" fmla="*/ 95327 w 154433"/>
                    <a:gd name="connsiteY457" fmla="*/ 108686 h 114196"/>
                    <a:gd name="connsiteX458" fmla="*/ 94205 w 154433"/>
                    <a:gd name="connsiteY458" fmla="*/ 107656 h 114196"/>
                    <a:gd name="connsiteX459" fmla="*/ 94170 w 154433"/>
                    <a:gd name="connsiteY459" fmla="*/ 107760 h 114196"/>
                    <a:gd name="connsiteX460" fmla="*/ 94401 w 154433"/>
                    <a:gd name="connsiteY460" fmla="*/ 107980 h 114196"/>
                    <a:gd name="connsiteX461" fmla="*/ 94147 w 154433"/>
                    <a:gd name="connsiteY461" fmla="*/ 107783 h 114196"/>
                    <a:gd name="connsiteX462" fmla="*/ 93452 w 154433"/>
                    <a:gd name="connsiteY462" fmla="*/ 107251 h 114196"/>
                    <a:gd name="connsiteX463" fmla="*/ 93128 w 154433"/>
                    <a:gd name="connsiteY463" fmla="*/ 109126 h 114196"/>
                    <a:gd name="connsiteX464" fmla="*/ 96902 w 154433"/>
                    <a:gd name="connsiteY464" fmla="*/ 110909 h 114196"/>
                    <a:gd name="connsiteX465" fmla="*/ 94795 w 154433"/>
                    <a:gd name="connsiteY465" fmla="*/ 111129 h 114196"/>
                    <a:gd name="connsiteX466" fmla="*/ 94818 w 154433"/>
                    <a:gd name="connsiteY466" fmla="*/ 111418 h 114196"/>
                    <a:gd name="connsiteX467" fmla="*/ 93799 w 154433"/>
                    <a:gd name="connsiteY467" fmla="*/ 111522 h 114196"/>
                    <a:gd name="connsiteX468" fmla="*/ 94505 w 154433"/>
                    <a:gd name="connsiteY468" fmla="*/ 111163 h 114196"/>
                    <a:gd name="connsiteX469" fmla="*/ 90801 w 154433"/>
                    <a:gd name="connsiteY469" fmla="*/ 111557 h 114196"/>
                    <a:gd name="connsiteX470" fmla="*/ 92017 w 154433"/>
                    <a:gd name="connsiteY470" fmla="*/ 109496 h 114196"/>
                    <a:gd name="connsiteX471" fmla="*/ 89655 w 154433"/>
                    <a:gd name="connsiteY471" fmla="*/ 109299 h 114196"/>
                    <a:gd name="connsiteX472" fmla="*/ 89702 w 154433"/>
                    <a:gd name="connsiteY472" fmla="*/ 111267 h 114196"/>
                    <a:gd name="connsiteX473" fmla="*/ 84955 w 154433"/>
                    <a:gd name="connsiteY473" fmla="*/ 108026 h 114196"/>
                    <a:gd name="connsiteX474" fmla="*/ 84041 w 154433"/>
                    <a:gd name="connsiteY474" fmla="*/ 107077 h 114196"/>
                    <a:gd name="connsiteX475" fmla="*/ 84330 w 154433"/>
                    <a:gd name="connsiteY475" fmla="*/ 105746 h 114196"/>
                    <a:gd name="connsiteX476" fmla="*/ 86958 w 154433"/>
                    <a:gd name="connsiteY476" fmla="*/ 105352 h 114196"/>
                    <a:gd name="connsiteX477" fmla="*/ 85812 w 154433"/>
                    <a:gd name="connsiteY477" fmla="*/ 103430 h 114196"/>
                    <a:gd name="connsiteX478" fmla="*/ 84828 w 154433"/>
                    <a:gd name="connsiteY478" fmla="*/ 101798 h 114196"/>
                    <a:gd name="connsiteX479" fmla="*/ 82501 w 154433"/>
                    <a:gd name="connsiteY479" fmla="*/ 102991 h 114196"/>
                    <a:gd name="connsiteX480" fmla="*/ 84365 w 154433"/>
                    <a:gd name="connsiteY480" fmla="*/ 102967 h 114196"/>
                    <a:gd name="connsiteX481" fmla="*/ 84365 w 154433"/>
                    <a:gd name="connsiteY481" fmla="*/ 103430 h 114196"/>
                    <a:gd name="connsiteX482" fmla="*/ 84388 w 154433"/>
                    <a:gd name="connsiteY482" fmla="*/ 105028 h 114196"/>
                    <a:gd name="connsiteX483" fmla="*/ 80186 w 154433"/>
                    <a:gd name="connsiteY483" fmla="*/ 103430 h 114196"/>
                    <a:gd name="connsiteX484" fmla="*/ 78901 w 154433"/>
                    <a:gd name="connsiteY484" fmla="*/ 102956 h 114196"/>
                    <a:gd name="connsiteX485" fmla="*/ 79353 w 154433"/>
                    <a:gd name="connsiteY485" fmla="*/ 103430 h 114196"/>
                    <a:gd name="connsiteX486" fmla="*/ 81309 w 154433"/>
                    <a:gd name="connsiteY486" fmla="*/ 105537 h 114196"/>
                    <a:gd name="connsiteX487" fmla="*/ 85141 w 154433"/>
                    <a:gd name="connsiteY487" fmla="*/ 109832 h 114196"/>
                    <a:gd name="connsiteX488" fmla="*/ 85106 w 154433"/>
                    <a:gd name="connsiteY488" fmla="*/ 113664 h 114196"/>
                    <a:gd name="connsiteX489" fmla="*/ 84631 w 154433"/>
                    <a:gd name="connsiteY489" fmla="*/ 112645 h 114196"/>
                    <a:gd name="connsiteX490" fmla="*/ 81286 w 154433"/>
                    <a:gd name="connsiteY490" fmla="*/ 105584 h 114196"/>
                    <a:gd name="connsiteX491" fmla="*/ 79179 w 154433"/>
                    <a:gd name="connsiteY491" fmla="*/ 106452 h 114196"/>
                    <a:gd name="connsiteX492" fmla="*/ 76794 w 154433"/>
                    <a:gd name="connsiteY492" fmla="*/ 105005 h 114196"/>
                    <a:gd name="connsiteX493" fmla="*/ 78519 w 154433"/>
                    <a:gd name="connsiteY493" fmla="*/ 106591 h 114196"/>
                    <a:gd name="connsiteX494" fmla="*/ 75891 w 154433"/>
                    <a:gd name="connsiteY494" fmla="*/ 107239 h 114196"/>
                    <a:gd name="connsiteX495" fmla="*/ 72523 w 154433"/>
                    <a:gd name="connsiteY495" fmla="*/ 103430 h 114196"/>
                    <a:gd name="connsiteX496" fmla="*/ 72477 w 154433"/>
                    <a:gd name="connsiteY496" fmla="*/ 103384 h 114196"/>
                    <a:gd name="connsiteX497" fmla="*/ 73646 w 154433"/>
                    <a:gd name="connsiteY497" fmla="*/ 102829 h 114196"/>
                    <a:gd name="connsiteX498" fmla="*/ 70393 w 154433"/>
                    <a:gd name="connsiteY498" fmla="*/ 101277 h 114196"/>
                    <a:gd name="connsiteX499" fmla="*/ 71817 w 154433"/>
                    <a:gd name="connsiteY499" fmla="*/ 103430 h 114196"/>
                    <a:gd name="connsiteX500" fmla="*/ 74676 w 154433"/>
                    <a:gd name="connsiteY500" fmla="*/ 107748 h 114196"/>
                    <a:gd name="connsiteX501" fmla="*/ 73542 w 154433"/>
                    <a:gd name="connsiteY501" fmla="*/ 106614 h 114196"/>
                    <a:gd name="connsiteX502" fmla="*/ 72754 w 154433"/>
                    <a:gd name="connsiteY502" fmla="*/ 109253 h 114196"/>
                    <a:gd name="connsiteX503" fmla="*/ 69652 w 154433"/>
                    <a:gd name="connsiteY503" fmla="*/ 109114 h 114196"/>
                    <a:gd name="connsiteX504" fmla="*/ 65288 w 154433"/>
                    <a:gd name="connsiteY504" fmla="*/ 106290 h 114196"/>
                    <a:gd name="connsiteX505" fmla="*/ 65589 w 154433"/>
                    <a:gd name="connsiteY505" fmla="*/ 103430 h 114196"/>
                    <a:gd name="connsiteX506" fmla="*/ 65658 w 154433"/>
                    <a:gd name="connsiteY506" fmla="*/ 102771 h 114196"/>
                    <a:gd name="connsiteX507" fmla="*/ 69143 w 154433"/>
                    <a:gd name="connsiteY507" fmla="*/ 99518 h 114196"/>
                    <a:gd name="connsiteX508" fmla="*/ 66318 w 154433"/>
                    <a:gd name="connsiteY508" fmla="*/ 95871 h 114196"/>
                    <a:gd name="connsiteX509" fmla="*/ 66828 w 154433"/>
                    <a:gd name="connsiteY509" fmla="*/ 93001 h 114196"/>
                    <a:gd name="connsiteX510" fmla="*/ 63517 w 154433"/>
                    <a:gd name="connsiteY510" fmla="*/ 92711 h 114196"/>
                    <a:gd name="connsiteX511" fmla="*/ 61017 w 154433"/>
                    <a:gd name="connsiteY511" fmla="*/ 88625 h 114196"/>
                    <a:gd name="connsiteX512" fmla="*/ 59384 w 154433"/>
                    <a:gd name="connsiteY512" fmla="*/ 89215 h 114196"/>
                    <a:gd name="connsiteX513" fmla="*/ 58458 w 154433"/>
                    <a:gd name="connsiteY513" fmla="*/ 89539 h 114196"/>
                    <a:gd name="connsiteX514" fmla="*/ 59384 w 154433"/>
                    <a:gd name="connsiteY514" fmla="*/ 91751 h 114196"/>
                    <a:gd name="connsiteX515" fmla="*/ 60889 w 154433"/>
                    <a:gd name="connsiteY515" fmla="*/ 95351 h 114196"/>
                    <a:gd name="connsiteX516" fmla="*/ 59384 w 154433"/>
                    <a:gd name="connsiteY516" fmla="*/ 94922 h 114196"/>
                    <a:gd name="connsiteX517" fmla="*/ 58597 w 154433"/>
                    <a:gd name="connsiteY517" fmla="*/ 94702 h 114196"/>
                    <a:gd name="connsiteX518" fmla="*/ 59060 w 154433"/>
                    <a:gd name="connsiteY518" fmla="*/ 96219 h 114196"/>
                    <a:gd name="connsiteX519" fmla="*/ 56051 w 154433"/>
                    <a:gd name="connsiteY519" fmla="*/ 98349 h 114196"/>
                    <a:gd name="connsiteX520" fmla="*/ 58447 w 154433"/>
                    <a:gd name="connsiteY520" fmla="*/ 103430 h 114196"/>
                    <a:gd name="connsiteX521" fmla="*/ 58921 w 154433"/>
                    <a:gd name="connsiteY521" fmla="*/ 104449 h 114196"/>
                    <a:gd name="connsiteX522" fmla="*/ 55819 w 154433"/>
                    <a:gd name="connsiteY522" fmla="*/ 111325 h 114196"/>
                    <a:gd name="connsiteX523" fmla="*/ 53353 w 154433"/>
                    <a:gd name="connsiteY523" fmla="*/ 112170 h 114196"/>
                    <a:gd name="connsiteX524" fmla="*/ 56537 w 154433"/>
                    <a:gd name="connsiteY524" fmla="*/ 111314 h 114196"/>
                    <a:gd name="connsiteX525" fmla="*/ 55055 w 154433"/>
                    <a:gd name="connsiteY525" fmla="*/ 114196 h 114196"/>
                    <a:gd name="connsiteX526" fmla="*/ 51559 w 154433"/>
                    <a:gd name="connsiteY526" fmla="*/ 111175 h 114196"/>
                    <a:gd name="connsiteX527" fmla="*/ 50749 w 154433"/>
                    <a:gd name="connsiteY527" fmla="*/ 103430 h 114196"/>
                    <a:gd name="connsiteX528" fmla="*/ 50494 w 154433"/>
                    <a:gd name="connsiteY528" fmla="*/ 101000 h 114196"/>
                    <a:gd name="connsiteX529" fmla="*/ 42321 w 154433"/>
                    <a:gd name="connsiteY529" fmla="*/ 86310 h 114196"/>
                    <a:gd name="connsiteX530" fmla="*/ 42773 w 154433"/>
                    <a:gd name="connsiteY530" fmla="*/ 82652 h 114196"/>
                    <a:gd name="connsiteX531" fmla="*/ 43988 w 154433"/>
                    <a:gd name="connsiteY531" fmla="*/ 82154 h 114196"/>
                    <a:gd name="connsiteX532" fmla="*/ 42553 w 154433"/>
                    <a:gd name="connsiteY532" fmla="*/ 85696 h 114196"/>
                    <a:gd name="connsiteX533" fmla="*/ 43711 w 154433"/>
                    <a:gd name="connsiteY533" fmla="*/ 88174 h 114196"/>
                    <a:gd name="connsiteX534" fmla="*/ 47716 w 154433"/>
                    <a:gd name="connsiteY534" fmla="*/ 90072 h 114196"/>
                    <a:gd name="connsiteX535" fmla="*/ 47658 w 154433"/>
                    <a:gd name="connsiteY535" fmla="*/ 91426 h 114196"/>
                    <a:gd name="connsiteX536" fmla="*/ 47878 w 154433"/>
                    <a:gd name="connsiteY536" fmla="*/ 88868 h 114196"/>
                    <a:gd name="connsiteX537" fmla="*/ 50239 w 154433"/>
                    <a:gd name="connsiteY537" fmla="*/ 89366 h 114196"/>
                    <a:gd name="connsiteX538" fmla="*/ 48816 w 154433"/>
                    <a:gd name="connsiteY538" fmla="*/ 88116 h 114196"/>
                    <a:gd name="connsiteX539" fmla="*/ 50274 w 154433"/>
                    <a:gd name="connsiteY539" fmla="*/ 87352 h 114196"/>
                    <a:gd name="connsiteX540" fmla="*/ 49533 w 154433"/>
                    <a:gd name="connsiteY540" fmla="*/ 85280 h 114196"/>
                    <a:gd name="connsiteX541" fmla="*/ 51165 w 154433"/>
                    <a:gd name="connsiteY541" fmla="*/ 87583 h 114196"/>
                    <a:gd name="connsiteX542" fmla="*/ 51640 w 154433"/>
                    <a:gd name="connsiteY542" fmla="*/ 85222 h 114196"/>
                    <a:gd name="connsiteX543" fmla="*/ 54453 w 154433"/>
                    <a:gd name="connsiteY543" fmla="*/ 83971 h 114196"/>
                    <a:gd name="connsiteX544" fmla="*/ 55124 w 154433"/>
                    <a:gd name="connsiteY544" fmla="*/ 86356 h 114196"/>
                    <a:gd name="connsiteX545" fmla="*/ 52427 w 154433"/>
                    <a:gd name="connsiteY545" fmla="*/ 88822 h 114196"/>
                    <a:gd name="connsiteX546" fmla="*/ 56143 w 154433"/>
                    <a:gd name="connsiteY546" fmla="*/ 87988 h 114196"/>
                    <a:gd name="connsiteX547" fmla="*/ 56525 w 154433"/>
                    <a:gd name="connsiteY547" fmla="*/ 89991 h 114196"/>
                    <a:gd name="connsiteX548" fmla="*/ 56907 w 154433"/>
                    <a:gd name="connsiteY548" fmla="*/ 87548 h 114196"/>
                    <a:gd name="connsiteX549" fmla="*/ 58412 w 154433"/>
                    <a:gd name="connsiteY549" fmla="*/ 89065 h 114196"/>
                    <a:gd name="connsiteX550" fmla="*/ 59384 w 154433"/>
                    <a:gd name="connsiteY550" fmla="*/ 88752 h 114196"/>
                    <a:gd name="connsiteX551" fmla="*/ 61375 w 154433"/>
                    <a:gd name="connsiteY551" fmla="*/ 88081 h 114196"/>
                    <a:gd name="connsiteX552" fmla="*/ 59384 w 154433"/>
                    <a:gd name="connsiteY552" fmla="*/ 86159 h 114196"/>
                    <a:gd name="connsiteX553" fmla="*/ 57995 w 154433"/>
                    <a:gd name="connsiteY553" fmla="*/ 84828 h 114196"/>
                    <a:gd name="connsiteX554" fmla="*/ 58238 w 154433"/>
                    <a:gd name="connsiteY554" fmla="*/ 83126 h 114196"/>
                    <a:gd name="connsiteX555" fmla="*/ 59384 w 154433"/>
                    <a:gd name="connsiteY555" fmla="*/ 82906 h 114196"/>
                    <a:gd name="connsiteX556" fmla="*/ 62845 w 154433"/>
                    <a:gd name="connsiteY556" fmla="*/ 82212 h 114196"/>
                    <a:gd name="connsiteX557" fmla="*/ 61526 w 154433"/>
                    <a:gd name="connsiteY557" fmla="*/ 83983 h 114196"/>
                    <a:gd name="connsiteX558" fmla="*/ 62753 w 154433"/>
                    <a:gd name="connsiteY558" fmla="*/ 84874 h 114196"/>
                    <a:gd name="connsiteX559" fmla="*/ 66110 w 154433"/>
                    <a:gd name="connsiteY559" fmla="*/ 84353 h 114196"/>
                    <a:gd name="connsiteX560" fmla="*/ 63644 w 154433"/>
                    <a:gd name="connsiteY560" fmla="*/ 83474 h 114196"/>
                    <a:gd name="connsiteX561" fmla="*/ 64698 w 154433"/>
                    <a:gd name="connsiteY561" fmla="*/ 82432 h 114196"/>
                    <a:gd name="connsiteX562" fmla="*/ 72291 w 154433"/>
                    <a:gd name="connsiteY562" fmla="*/ 82247 h 114196"/>
                    <a:gd name="connsiteX563" fmla="*/ 59384 w 154433"/>
                    <a:gd name="connsiteY563" fmla="*/ 80776 h 114196"/>
                    <a:gd name="connsiteX564" fmla="*/ 56629 w 154433"/>
                    <a:gd name="connsiteY564" fmla="*/ 80464 h 114196"/>
                    <a:gd name="connsiteX565" fmla="*/ 55680 w 154433"/>
                    <a:gd name="connsiteY565" fmla="*/ 79978 h 114196"/>
                    <a:gd name="connsiteX566" fmla="*/ 50644 w 154433"/>
                    <a:gd name="connsiteY566" fmla="*/ 74815 h 114196"/>
                    <a:gd name="connsiteX567" fmla="*/ 47068 w 154433"/>
                    <a:gd name="connsiteY567" fmla="*/ 74722 h 114196"/>
                    <a:gd name="connsiteX568" fmla="*/ 47774 w 154433"/>
                    <a:gd name="connsiteY568" fmla="*/ 72974 h 114196"/>
                    <a:gd name="connsiteX569" fmla="*/ 45158 w 154433"/>
                    <a:gd name="connsiteY569" fmla="*/ 73079 h 114196"/>
                    <a:gd name="connsiteX570" fmla="*/ 43606 w 154433"/>
                    <a:gd name="connsiteY570" fmla="*/ 69895 h 114196"/>
                    <a:gd name="connsiteX571" fmla="*/ 41974 w 154433"/>
                    <a:gd name="connsiteY571" fmla="*/ 69745 h 114196"/>
                    <a:gd name="connsiteX572" fmla="*/ 40631 w 154433"/>
                    <a:gd name="connsiteY572" fmla="*/ 66040 h 114196"/>
                    <a:gd name="connsiteX573" fmla="*/ 42831 w 154433"/>
                    <a:gd name="connsiteY573" fmla="*/ 64894 h 114196"/>
                    <a:gd name="connsiteX574" fmla="*/ 43143 w 154433"/>
                    <a:gd name="connsiteY574" fmla="*/ 62464 h 114196"/>
                    <a:gd name="connsiteX575" fmla="*/ 39265 w 154433"/>
                    <a:gd name="connsiteY575" fmla="*/ 65543 h 114196"/>
                    <a:gd name="connsiteX576" fmla="*/ 39798 w 154433"/>
                    <a:gd name="connsiteY576" fmla="*/ 62707 h 114196"/>
                    <a:gd name="connsiteX577" fmla="*/ 37355 w 154433"/>
                    <a:gd name="connsiteY577" fmla="*/ 62973 h 114196"/>
                    <a:gd name="connsiteX578" fmla="*/ 37274 w 154433"/>
                    <a:gd name="connsiteY578" fmla="*/ 61456 h 114196"/>
                    <a:gd name="connsiteX579" fmla="*/ 32679 w 154433"/>
                    <a:gd name="connsiteY579" fmla="*/ 59245 h 114196"/>
                    <a:gd name="connsiteX580" fmla="*/ 36047 w 154433"/>
                    <a:gd name="connsiteY580" fmla="*/ 65057 h 114196"/>
                    <a:gd name="connsiteX581" fmla="*/ 31255 w 154433"/>
                    <a:gd name="connsiteY581" fmla="*/ 69583 h 114196"/>
                    <a:gd name="connsiteX582" fmla="*/ 26995 w 154433"/>
                    <a:gd name="connsiteY582" fmla="*/ 69907 h 114196"/>
                    <a:gd name="connsiteX583" fmla="*/ 24425 w 154433"/>
                    <a:gd name="connsiteY583" fmla="*/ 71990 h 114196"/>
                    <a:gd name="connsiteX584" fmla="*/ 18683 w 154433"/>
                    <a:gd name="connsiteY584" fmla="*/ 69733 h 114196"/>
                    <a:gd name="connsiteX585" fmla="*/ 18024 w 154433"/>
                    <a:gd name="connsiteY585" fmla="*/ 67580 h 114196"/>
                    <a:gd name="connsiteX586" fmla="*/ 18139 w 154433"/>
                    <a:gd name="connsiteY586" fmla="*/ 66457 h 114196"/>
                    <a:gd name="connsiteX587" fmla="*/ 17584 w 154433"/>
                    <a:gd name="connsiteY587" fmla="*/ 66179 h 114196"/>
                    <a:gd name="connsiteX588" fmla="*/ 15998 w 154433"/>
                    <a:gd name="connsiteY588" fmla="*/ 61063 h 114196"/>
                    <a:gd name="connsiteX589" fmla="*/ 18984 w 154433"/>
                    <a:gd name="connsiteY589" fmla="*/ 59790 h 114196"/>
                    <a:gd name="connsiteX590" fmla="*/ 19911 w 154433"/>
                    <a:gd name="connsiteY590" fmla="*/ 56537 h 114196"/>
                    <a:gd name="connsiteX591" fmla="*/ 15431 w 154433"/>
                    <a:gd name="connsiteY591" fmla="*/ 53897 h 114196"/>
                    <a:gd name="connsiteX592" fmla="*/ 16831 w 154433"/>
                    <a:gd name="connsiteY592" fmla="*/ 54812 h 114196"/>
                    <a:gd name="connsiteX593" fmla="*/ 15500 w 154433"/>
                    <a:gd name="connsiteY593" fmla="*/ 55969 h 114196"/>
                    <a:gd name="connsiteX594" fmla="*/ 17098 w 154433"/>
                    <a:gd name="connsiteY594" fmla="*/ 59338 h 114196"/>
                    <a:gd name="connsiteX595" fmla="*/ 12780 w 154433"/>
                    <a:gd name="connsiteY595" fmla="*/ 60322 h 114196"/>
                    <a:gd name="connsiteX596" fmla="*/ 12201 w 154433"/>
                    <a:gd name="connsiteY596" fmla="*/ 59396 h 114196"/>
                    <a:gd name="connsiteX597" fmla="*/ 12294 w 154433"/>
                    <a:gd name="connsiteY597" fmla="*/ 58979 h 114196"/>
                    <a:gd name="connsiteX598" fmla="*/ 11344 w 154433"/>
                    <a:gd name="connsiteY598" fmla="*/ 58042 h 114196"/>
                    <a:gd name="connsiteX599" fmla="*/ 9898 w 154433"/>
                    <a:gd name="connsiteY599" fmla="*/ 55726 h 114196"/>
                    <a:gd name="connsiteX600" fmla="*/ 6587 w 154433"/>
                    <a:gd name="connsiteY600" fmla="*/ 56861 h 114196"/>
                    <a:gd name="connsiteX601" fmla="*/ 4688 w 154433"/>
                    <a:gd name="connsiteY601" fmla="*/ 50587 h 114196"/>
                    <a:gd name="connsiteX602" fmla="*/ 3068 w 154433"/>
                    <a:gd name="connsiteY602" fmla="*/ 49105 h 114196"/>
                    <a:gd name="connsiteX603" fmla="*/ 1331 w 154433"/>
                    <a:gd name="connsiteY603" fmla="*/ 49441 h 114196"/>
                    <a:gd name="connsiteX604" fmla="*/ 69 w 154433"/>
                    <a:gd name="connsiteY604" fmla="*/ 49001 h 114196"/>
                    <a:gd name="connsiteX605" fmla="*/ 0 w 154433"/>
                    <a:gd name="connsiteY605" fmla="*/ 46385 h 114196"/>
                    <a:gd name="connsiteX606" fmla="*/ 4052 w 154433"/>
                    <a:gd name="connsiteY606" fmla="*/ 43560 h 114196"/>
                    <a:gd name="connsiteX607" fmla="*/ 4434 w 154433"/>
                    <a:gd name="connsiteY607" fmla="*/ 43641 h 114196"/>
                    <a:gd name="connsiteX608" fmla="*/ 5290 w 154433"/>
                    <a:gd name="connsiteY608" fmla="*/ 48306 h 114196"/>
                    <a:gd name="connsiteX609" fmla="*/ 8659 w 154433"/>
                    <a:gd name="connsiteY609" fmla="*/ 47357 h 114196"/>
                    <a:gd name="connsiteX610" fmla="*/ 9504 w 154433"/>
                    <a:gd name="connsiteY610" fmla="*/ 45366 h 114196"/>
                    <a:gd name="connsiteX611" fmla="*/ 8462 w 154433"/>
                    <a:gd name="connsiteY611" fmla="*/ 44197 h 114196"/>
                    <a:gd name="connsiteX612" fmla="*/ 9214 w 154433"/>
                    <a:gd name="connsiteY612" fmla="*/ 43676 h 114196"/>
                    <a:gd name="connsiteX613" fmla="*/ 10465 w 154433"/>
                    <a:gd name="connsiteY613" fmla="*/ 43410 h 114196"/>
                    <a:gd name="connsiteX614" fmla="*/ 11321 w 154433"/>
                    <a:gd name="connsiteY614" fmla="*/ 38883 h 114196"/>
                    <a:gd name="connsiteX615" fmla="*/ 7582 w 154433"/>
                    <a:gd name="connsiteY615" fmla="*/ 36753 h 114196"/>
                    <a:gd name="connsiteX616" fmla="*/ 7594 w 154433"/>
                    <a:gd name="connsiteY616" fmla="*/ 36719 h 114196"/>
                    <a:gd name="connsiteX617" fmla="*/ 11588 w 154433"/>
                    <a:gd name="connsiteY617" fmla="*/ 36256 h 114196"/>
                    <a:gd name="connsiteX618" fmla="*/ 12467 w 154433"/>
                    <a:gd name="connsiteY618" fmla="*/ 33917 h 114196"/>
                    <a:gd name="connsiteX619" fmla="*/ 14099 w 154433"/>
                    <a:gd name="connsiteY619" fmla="*/ 35353 h 114196"/>
                    <a:gd name="connsiteX620" fmla="*/ 16183 w 154433"/>
                    <a:gd name="connsiteY620" fmla="*/ 34566 h 114196"/>
                    <a:gd name="connsiteX621" fmla="*/ 17202 w 154433"/>
                    <a:gd name="connsiteY621" fmla="*/ 31637 h 114196"/>
                    <a:gd name="connsiteX622" fmla="*/ 15628 w 154433"/>
                    <a:gd name="connsiteY622" fmla="*/ 27863 h 114196"/>
                    <a:gd name="connsiteX623" fmla="*/ 17792 w 154433"/>
                    <a:gd name="connsiteY623" fmla="*/ 27609 h 114196"/>
                    <a:gd name="connsiteX624" fmla="*/ 20397 w 154433"/>
                    <a:gd name="connsiteY624" fmla="*/ 23244 h 114196"/>
                    <a:gd name="connsiteX625" fmla="*/ 19749 w 154433"/>
                    <a:gd name="connsiteY625" fmla="*/ 20767 h 114196"/>
                    <a:gd name="connsiteX626" fmla="*/ 20895 w 154433"/>
                    <a:gd name="connsiteY626" fmla="*/ 20941 h 114196"/>
                    <a:gd name="connsiteX627" fmla="*/ 21844 w 154433"/>
                    <a:gd name="connsiteY627" fmla="*/ 21219 h 114196"/>
                    <a:gd name="connsiteX628" fmla="*/ 21091 w 154433"/>
                    <a:gd name="connsiteY628" fmla="*/ 19575 h 114196"/>
                    <a:gd name="connsiteX629" fmla="*/ 21172 w 154433"/>
                    <a:gd name="connsiteY629" fmla="*/ 19552 h 114196"/>
                    <a:gd name="connsiteX630" fmla="*/ 21045 w 154433"/>
                    <a:gd name="connsiteY630" fmla="*/ 19378 h 114196"/>
                    <a:gd name="connsiteX631" fmla="*/ 21045 w 154433"/>
                    <a:gd name="connsiteY631" fmla="*/ 19482 h 114196"/>
                    <a:gd name="connsiteX632" fmla="*/ 19424 w 154433"/>
                    <a:gd name="connsiteY632" fmla="*/ 15952 h 114196"/>
                    <a:gd name="connsiteX633" fmla="*/ 20050 w 154433"/>
                    <a:gd name="connsiteY633" fmla="*/ 15928 h 114196"/>
                    <a:gd name="connsiteX634" fmla="*/ 21369 w 154433"/>
                    <a:gd name="connsiteY634" fmla="*/ 16438 h 114196"/>
                    <a:gd name="connsiteX635" fmla="*/ 22666 w 154433"/>
                    <a:gd name="connsiteY635" fmla="*/ 15824 h 114196"/>
                    <a:gd name="connsiteX636" fmla="*/ 22747 w 154433"/>
                    <a:gd name="connsiteY636" fmla="*/ 15824 h 114196"/>
                    <a:gd name="connsiteX637" fmla="*/ 22747 w 154433"/>
                    <a:gd name="connsiteY637" fmla="*/ 15789 h 114196"/>
                    <a:gd name="connsiteX638" fmla="*/ 22851 w 154433"/>
                    <a:gd name="connsiteY638" fmla="*/ 15743 h 114196"/>
                    <a:gd name="connsiteX639" fmla="*/ 22781 w 154433"/>
                    <a:gd name="connsiteY639" fmla="*/ 15604 h 114196"/>
                    <a:gd name="connsiteX640" fmla="*/ 22851 w 154433"/>
                    <a:gd name="connsiteY640" fmla="*/ 15164 h 114196"/>
                    <a:gd name="connsiteX641" fmla="*/ 23187 w 154433"/>
                    <a:gd name="connsiteY641" fmla="*/ 15477 h 114196"/>
                    <a:gd name="connsiteX642" fmla="*/ 23001 w 154433"/>
                    <a:gd name="connsiteY642" fmla="*/ 14262 h 114196"/>
                    <a:gd name="connsiteX643" fmla="*/ 23036 w 154433"/>
                    <a:gd name="connsiteY643" fmla="*/ 14053 h 114196"/>
                    <a:gd name="connsiteX644" fmla="*/ 29982 w 154433"/>
                    <a:gd name="connsiteY644" fmla="*/ 17549 h 114196"/>
                    <a:gd name="connsiteX645" fmla="*/ 31139 w 154433"/>
                    <a:gd name="connsiteY645" fmla="*/ 16716 h 114196"/>
                    <a:gd name="connsiteX646" fmla="*/ 31903 w 154433"/>
                    <a:gd name="connsiteY646" fmla="*/ 16368 h 114196"/>
                    <a:gd name="connsiteX647" fmla="*/ 31799 w 154433"/>
                    <a:gd name="connsiteY647" fmla="*/ 16241 h 114196"/>
                    <a:gd name="connsiteX648" fmla="*/ 33825 w 154433"/>
                    <a:gd name="connsiteY648" fmla="*/ 14794 h 114196"/>
                    <a:gd name="connsiteX649" fmla="*/ 36279 w 154433"/>
                    <a:gd name="connsiteY649" fmla="*/ 20825 h 114196"/>
                    <a:gd name="connsiteX650" fmla="*/ 41314 w 154433"/>
                    <a:gd name="connsiteY650" fmla="*/ 23198 h 114196"/>
                    <a:gd name="connsiteX651" fmla="*/ 39914 w 154433"/>
                    <a:gd name="connsiteY651" fmla="*/ 21392 h 114196"/>
                    <a:gd name="connsiteX652" fmla="*/ 42275 w 154433"/>
                    <a:gd name="connsiteY652" fmla="*/ 21763 h 114196"/>
                    <a:gd name="connsiteX653" fmla="*/ 41974 w 154433"/>
                    <a:gd name="connsiteY653" fmla="*/ 24599 h 114196"/>
                    <a:gd name="connsiteX654" fmla="*/ 45551 w 154433"/>
                    <a:gd name="connsiteY654" fmla="*/ 27516 h 114196"/>
                    <a:gd name="connsiteX655" fmla="*/ 43780 w 154433"/>
                    <a:gd name="connsiteY655" fmla="*/ 27099 h 114196"/>
                    <a:gd name="connsiteX656" fmla="*/ 44127 w 154433"/>
                    <a:gd name="connsiteY656" fmla="*/ 30827 h 114196"/>
                    <a:gd name="connsiteX657" fmla="*/ 38849 w 154433"/>
                    <a:gd name="connsiteY657" fmla="*/ 28546 h 114196"/>
                    <a:gd name="connsiteX658" fmla="*/ 43213 w 154433"/>
                    <a:gd name="connsiteY658" fmla="*/ 31278 h 114196"/>
                    <a:gd name="connsiteX659" fmla="*/ 49950 w 154433"/>
                    <a:gd name="connsiteY659" fmla="*/ 31255 h 114196"/>
                    <a:gd name="connsiteX660" fmla="*/ 53353 w 154433"/>
                    <a:gd name="connsiteY660" fmla="*/ 35445 h 114196"/>
                    <a:gd name="connsiteX661" fmla="*/ 53504 w 154433"/>
                    <a:gd name="connsiteY661" fmla="*/ 33153 h 114196"/>
                    <a:gd name="connsiteX662" fmla="*/ 56467 w 154433"/>
                    <a:gd name="connsiteY662" fmla="*/ 30421 h 114196"/>
                    <a:gd name="connsiteX663" fmla="*/ 55414 w 154433"/>
                    <a:gd name="connsiteY663" fmla="*/ 27041 h 114196"/>
                    <a:gd name="connsiteX664" fmla="*/ 56942 w 154433"/>
                    <a:gd name="connsiteY664" fmla="*/ 27215 h 114196"/>
                    <a:gd name="connsiteX665" fmla="*/ 58157 w 154433"/>
                    <a:gd name="connsiteY665" fmla="*/ 24356 h 114196"/>
                    <a:gd name="connsiteX666" fmla="*/ 56780 w 154433"/>
                    <a:gd name="connsiteY666" fmla="*/ 19204 h 114196"/>
                    <a:gd name="connsiteX667" fmla="*/ 59384 w 154433"/>
                    <a:gd name="connsiteY667" fmla="*/ 18591 h 114196"/>
                    <a:gd name="connsiteX668" fmla="*/ 63737 w 154433"/>
                    <a:gd name="connsiteY668" fmla="*/ 17549 h 114196"/>
                    <a:gd name="connsiteX669" fmla="*/ 68657 w 154433"/>
                    <a:gd name="connsiteY669" fmla="*/ 14134 h 114196"/>
                    <a:gd name="connsiteX670" fmla="*/ 70231 w 154433"/>
                    <a:gd name="connsiteY670" fmla="*/ 10673 h 114196"/>
                    <a:gd name="connsiteX671" fmla="*/ 68946 w 154433"/>
                    <a:gd name="connsiteY671" fmla="*/ 8230 h 114196"/>
                    <a:gd name="connsiteX672" fmla="*/ 67163 w 154433"/>
                    <a:gd name="connsiteY672" fmla="*/ 8566 h 114196"/>
                    <a:gd name="connsiteX673" fmla="*/ 67557 w 154433"/>
                    <a:gd name="connsiteY673" fmla="*/ 7073 h 114196"/>
                    <a:gd name="connsiteX674" fmla="*/ 70567 w 154433"/>
                    <a:gd name="connsiteY674" fmla="*/ 7791 h 114196"/>
                    <a:gd name="connsiteX675" fmla="*/ 72836 w 154433"/>
                    <a:gd name="connsiteY675" fmla="*/ 5117 h 114196"/>
                    <a:gd name="connsiteX676" fmla="*/ 71690 w 154433"/>
                    <a:gd name="connsiteY676" fmla="*/ 4491 h 114196"/>
                    <a:gd name="connsiteX677" fmla="*/ 74560 w 154433"/>
                    <a:gd name="connsiteY677" fmla="*/ 4781 h 114196"/>
                    <a:gd name="connsiteX678" fmla="*/ 74630 w 154433"/>
                    <a:gd name="connsiteY678" fmla="*/ 3588 h 114196"/>
                    <a:gd name="connsiteX679" fmla="*/ 74827 w 154433"/>
                    <a:gd name="connsiteY679" fmla="*/ 3554 h 114196"/>
                    <a:gd name="connsiteX680" fmla="*/ 75185 w 154433"/>
                    <a:gd name="connsiteY680" fmla="*/ 2014 h 114196"/>
                    <a:gd name="connsiteX681" fmla="*/ 77628 w 154433"/>
                    <a:gd name="connsiteY681" fmla="*/ 0 h 114196"/>
                    <a:gd name="connsiteX682" fmla="*/ 78890 w 154433"/>
                    <a:gd name="connsiteY682" fmla="*/ 3982 h 114196"/>
                    <a:gd name="connsiteX683" fmla="*/ 78288 w 154433"/>
                    <a:gd name="connsiteY683" fmla="*/ 4700 h 114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</a:cxnLst>
                  <a:rect l="l" t="t" r="r" b="b"/>
                  <a:pathLst>
                    <a:path w="154433" h="114196">
                      <a:moveTo>
                        <a:pt x="78288" y="4700"/>
                      </a:moveTo>
                      <a:lnTo>
                        <a:pt x="74722" y="6274"/>
                      </a:lnTo>
                      <a:lnTo>
                        <a:pt x="74213" y="8531"/>
                      </a:lnTo>
                      <a:lnTo>
                        <a:pt x="77095" y="16183"/>
                      </a:lnTo>
                      <a:lnTo>
                        <a:pt x="74780" y="11530"/>
                      </a:lnTo>
                      <a:lnTo>
                        <a:pt x="70590" y="15685"/>
                      </a:lnTo>
                      <a:lnTo>
                        <a:pt x="68934" y="20570"/>
                      </a:lnTo>
                      <a:lnTo>
                        <a:pt x="71169" y="22122"/>
                      </a:lnTo>
                      <a:lnTo>
                        <a:pt x="76308" y="21253"/>
                      </a:lnTo>
                      <a:lnTo>
                        <a:pt x="77119" y="23244"/>
                      </a:lnTo>
                      <a:lnTo>
                        <a:pt x="74294" y="24263"/>
                      </a:lnTo>
                      <a:lnTo>
                        <a:pt x="75510" y="25096"/>
                      </a:lnTo>
                      <a:lnTo>
                        <a:pt x="77813" y="23488"/>
                      </a:lnTo>
                      <a:lnTo>
                        <a:pt x="82802" y="24506"/>
                      </a:lnTo>
                      <a:lnTo>
                        <a:pt x="83520" y="25988"/>
                      </a:lnTo>
                      <a:lnTo>
                        <a:pt x="83289" y="26787"/>
                      </a:lnTo>
                      <a:lnTo>
                        <a:pt x="81506" y="27319"/>
                      </a:lnTo>
                      <a:lnTo>
                        <a:pt x="82976" y="27863"/>
                      </a:lnTo>
                      <a:lnTo>
                        <a:pt x="82513" y="29437"/>
                      </a:lnTo>
                      <a:lnTo>
                        <a:pt x="83103" y="28604"/>
                      </a:lnTo>
                      <a:lnTo>
                        <a:pt x="82061" y="31035"/>
                      </a:lnTo>
                      <a:lnTo>
                        <a:pt x="84817" y="32274"/>
                      </a:lnTo>
                      <a:lnTo>
                        <a:pt x="85754" y="29866"/>
                      </a:lnTo>
                      <a:lnTo>
                        <a:pt x="84539" y="27655"/>
                      </a:lnTo>
                      <a:lnTo>
                        <a:pt x="86796" y="27666"/>
                      </a:lnTo>
                      <a:lnTo>
                        <a:pt x="84516" y="25096"/>
                      </a:lnTo>
                      <a:lnTo>
                        <a:pt x="87386" y="24761"/>
                      </a:lnTo>
                      <a:lnTo>
                        <a:pt x="90060" y="28488"/>
                      </a:lnTo>
                      <a:lnTo>
                        <a:pt x="94934" y="25849"/>
                      </a:lnTo>
                      <a:lnTo>
                        <a:pt x="91762" y="24865"/>
                      </a:lnTo>
                      <a:lnTo>
                        <a:pt x="91959" y="23638"/>
                      </a:lnTo>
                      <a:lnTo>
                        <a:pt x="94737" y="23406"/>
                      </a:lnTo>
                      <a:lnTo>
                        <a:pt x="97284" y="25606"/>
                      </a:lnTo>
                      <a:lnTo>
                        <a:pt x="97816" y="23430"/>
                      </a:lnTo>
                      <a:lnTo>
                        <a:pt x="91693" y="22411"/>
                      </a:lnTo>
                      <a:lnTo>
                        <a:pt x="87768" y="18394"/>
                      </a:lnTo>
                      <a:lnTo>
                        <a:pt x="93961" y="16403"/>
                      </a:lnTo>
                      <a:lnTo>
                        <a:pt x="94216" y="16519"/>
                      </a:lnTo>
                      <a:lnTo>
                        <a:pt x="94633" y="16195"/>
                      </a:lnTo>
                      <a:lnTo>
                        <a:pt x="99136" y="14748"/>
                      </a:lnTo>
                      <a:lnTo>
                        <a:pt x="101254" y="10233"/>
                      </a:lnTo>
                      <a:lnTo>
                        <a:pt x="106405" y="6656"/>
                      </a:lnTo>
                      <a:lnTo>
                        <a:pt x="106405" y="5070"/>
                      </a:lnTo>
                      <a:lnTo>
                        <a:pt x="106892" y="4804"/>
                      </a:lnTo>
                      <a:lnTo>
                        <a:pt x="108454" y="4630"/>
                      </a:lnTo>
                      <a:lnTo>
                        <a:pt x="108628" y="4769"/>
                      </a:lnTo>
                      <a:lnTo>
                        <a:pt x="110712" y="9133"/>
                      </a:lnTo>
                      <a:lnTo>
                        <a:pt x="111892" y="3936"/>
                      </a:lnTo>
                      <a:lnTo>
                        <a:pt x="112332" y="3264"/>
                      </a:lnTo>
                      <a:lnTo>
                        <a:pt x="115597" y="868"/>
                      </a:lnTo>
                      <a:lnTo>
                        <a:pt x="117414" y="2327"/>
                      </a:lnTo>
                      <a:lnTo>
                        <a:pt x="118109" y="3137"/>
                      </a:lnTo>
                      <a:lnTo>
                        <a:pt x="115678" y="3288"/>
                      </a:lnTo>
                      <a:lnTo>
                        <a:pt x="115168" y="4827"/>
                      </a:lnTo>
                      <a:lnTo>
                        <a:pt x="116095" y="5464"/>
                      </a:lnTo>
                      <a:lnTo>
                        <a:pt x="116106" y="5904"/>
                      </a:lnTo>
                      <a:lnTo>
                        <a:pt x="116986" y="6077"/>
                      </a:lnTo>
                      <a:lnTo>
                        <a:pt x="123630" y="10638"/>
                      </a:lnTo>
                      <a:lnTo>
                        <a:pt x="118606" y="10789"/>
                      </a:lnTo>
                      <a:lnTo>
                        <a:pt x="124232" y="12340"/>
                      </a:lnTo>
                      <a:lnTo>
                        <a:pt x="124394" y="12479"/>
                      </a:lnTo>
                      <a:lnTo>
                        <a:pt x="124105" y="14377"/>
                      </a:lnTo>
                      <a:lnTo>
                        <a:pt x="126571" y="14134"/>
                      </a:lnTo>
                      <a:lnTo>
                        <a:pt x="126767" y="14285"/>
                      </a:lnTo>
                      <a:lnTo>
                        <a:pt x="125922" y="17503"/>
                      </a:lnTo>
                      <a:lnTo>
                        <a:pt x="125008" y="19019"/>
                      </a:lnTo>
                      <a:lnTo>
                        <a:pt x="123989" y="19031"/>
                      </a:lnTo>
                      <a:lnTo>
                        <a:pt x="124672" y="21126"/>
                      </a:lnTo>
                      <a:lnTo>
                        <a:pt x="123005" y="21358"/>
                      </a:lnTo>
                      <a:lnTo>
                        <a:pt x="123040" y="18996"/>
                      </a:lnTo>
                      <a:lnTo>
                        <a:pt x="120991" y="17885"/>
                      </a:lnTo>
                      <a:lnTo>
                        <a:pt x="121570" y="19528"/>
                      </a:lnTo>
                      <a:lnTo>
                        <a:pt x="118583" y="21288"/>
                      </a:lnTo>
                      <a:lnTo>
                        <a:pt x="120933" y="23001"/>
                      </a:lnTo>
                      <a:lnTo>
                        <a:pt x="117125" y="22504"/>
                      </a:lnTo>
                      <a:lnTo>
                        <a:pt x="123353" y="24471"/>
                      </a:lnTo>
                      <a:lnTo>
                        <a:pt x="117831" y="25050"/>
                      </a:lnTo>
                      <a:lnTo>
                        <a:pt x="108593" y="22376"/>
                      </a:lnTo>
                      <a:lnTo>
                        <a:pt x="107702" y="24170"/>
                      </a:lnTo>
                      <a:lnTo>
                        <a:pt x="114439" y="24471"/>
                      </a:lnTo>
                      <a:lnTo>
                        <a:pt x="114729" y="24877"/>
                      </a:lnTo>
                      <a:lnTo>
                        <a:pt x="115203" y="24298"/>
                      </a:lnTo>
                      <a:lnTo>
                        <a:pt x="116581" y="26289"/>
                      </a:lnTo>
                      <a:lnTo>
                        <a:pt x="116453" y="26266"/>
                      </a:lnTo>
                      <a:lnTo>
                        <a:pt x="115111" y="25397"/>
                      </a:lnTo>
                      <a:lnTo>
                        <a:pt x="116233" y="26949"/>
                      </a:lnTo>
                      <a:lnTo>
                        <a:pt x="116257" y="27041"/>
                      </a:lnTo>
                      <a:lnTo>
                        <a:pt x="115134" y="30340"/>
                      </a:lnTo>
                      <a:lnTo>
                        <a:pt x="118931" y="31336"/>
                      </a:lnTo>
                      <a:lnTo>
                        <a:pt x="116650" y="30120"/>
                      </a:lnTo>
                      <a:lnTo>
                        <a:pt x="117588" y="29241"/>
                      </a:lnTo>
                      <a:lnTo>
                        <a:pt x="120308" y="32459"/>
                      </a:lnTo>
                      <a:lnTo>
                        <a:pt x="120181" y="30699"/>
                      </a:lnTo>
                      <a:lnTo>
                        <a:pt x="122241" y="31741"/>
                      </a:lnTo>
                      <a:lnTo>
                        <a:pt x="122508" y="30282"/>
                      </a:lnTo>
                      <a:lnTo>
                        <a:pt x="119185" y="29148"/>
                      </a:lnTo>
                      <a:lnTo>
                        <a:pt x="126594" y="29762"/>
                      </a:lnTo>
                      <a:lnTo>
                        <a:pt x="121964" y="28963"/>
                      </a:lnTo>
                      <a:lnTo>
                        <a:pt x="122403" y="28384"/>
                      </a:lnTo>
                      <a:lnTo>
                        <a:pt x="122531" y="28396"/>
                      </a:lnTo>
                      <a:lnTo>
                        <a:pt x="123712" y="27076"/>
                      </a:lnTo>
                      <a:lnTo>
                        <a:pt x="127462" y="30236"/>
                      </a:lnTo>
                      <a:lnTo>
                        <a:pt x="132359" y="29924"/>
                      </a:lnTo>
                      <a:lnTo>
                        <a:pt x="130217" y="30931"/>
                      </a:lnTo>
                      <a:lnTo>
                        <a:pt x="132185" y="35098"/>
                      </a:lnTo>
                      <a:lnTo>
                        <a:pt x="130865" y="36452"/>
                      </a:lnTo>
                      <a:lnTo>
                        <a:pt x="132625" y="35237"/>
                      </a:lnTo>
                      <a:lnTo>
                        <a:pt x="132775" y="35526"/>
                      </a:lnTo>
                      <a:lnTo>
                        <a:pt x="135461" y="33292"/>
                      </a:lnTo>
                      <a:lnTo>
                        <a:pt x="136468" y="32598"/>
                      </a:lnTo>
                      <a:lnTo>
                        <a:pt x="135195" y="32285"/>
                      </a:lnTo>
                      <a:lnTo>
                        <a:pt x="134130" y="31035"/>
                      </a:lnTo>
                      <a:lnTo>
                        <a:pt x="134153" y="30815"/>
                      </a:lnTo>
                      <a:lnTo>
                        <a:pt x="136514" y="31324"/>
                      </a:lnTo>
                      <a:lnTo>
                        <a:pt x="136607" y="32505"/>
                      </a:lnTo>
                      <a:lnTo>
                        <a:pt x="137498" y="31892"/>
                      </a:lnTo>
                      <a:lnTo>
                        <a:pt x="138980" y="31880"/>
                      </a:lnTo>
                      <a:lnTo>
                        <a:pt x="139999" y="32100"/>
                      </a:lnTo>
                      <a:lnTo>
                        <a:pt x="139767" y="31868"/>
                      </a:lnTo>
                      <a:lnTo>
                        <a:pt x="142291" y="31834"/>
                      </a:lnTo>
                      <a:lnTo>
                        <a:pt x="142499" y="31880"/>
                      </a:lnTo>
                      <a:lnTo>
                        <a:pt x="142464" y="31834"/>
                      </a:lnTo>
                      <a:lnTo>
                        <a:pt x="143194" y="31822"/>
                      </a:lnTo>
                      <a:lnTo>
                        <a:pt x="142245" y="30757"/>
                      </a:lnTo>
                      <a:lnTo>
                        <a:pt x="143564" y="30607"/>
                      </a:lnTo>
                      <a:lnTo>
                        <a:pt x="143066" y="30375"/>
                      </a:lnTo>
                      <a:lnTo>
                        <a:pt x="141423" y="29310"/>
                      </a:lnTo>
                      <a:lnTo>
                        <a:pt x="142268" y="28141"/>
                      </a:lnTo>
                      <a:lnTo>
                        <a:pt x="139895" y="28315"/>
                      </a:lnTo>
                      <a:lnTo>
                        <a:pt x="137927" y="27030"/>
                      </a:lnTo>
                      <a:lnTo>
                        <a:pt x="136364" y="25687"/>
                      </a:lnTo>
                      <a:lnTo>
                        <a:pt x="138783" y="23499"/>
                      </a:lnTo>
                      <a:lnTo>
                        <a:pt x="144212" y="27273"/>
                      </a:lnTo>
                      <a:lnTo>
                        <a:pt x="143043" y="28303"/>
                      </a:lnTo>
                      <a:lnTo>
                        <a:pt x="144444" y="29669"/>
                      </a:lnTo>
                      <a:lnTo>
                        <a:pt x="144455" y="30340"/>
                      </a:lnTo>
                      <a:lnTo>
                        <a:pt x="145277" y="30479"/>
                      </a:lnTo>
                      <a:lnTo>
                        <a:pt x="145474" y="30676"/>
                      </a:lnTo>
                      <a:lnTo>
                        <a:pt x="145115" y="33153"/>
                      </a:lnTo>
                      <a:lnTo>
                        <a:pt x="149074" y="33558"/>
                      </a:lnTo>
                      <a:lnTo>
                        <a:pt x="149109" y="33628"/>
                      </a:lnTo>
                      <a:lnTo>
                        <a:pt x="149213" y="33570"/>
                      </a:lnTo>
                      <a:lnTo>
                        <a:pt x="150209" y="33674"/>
                      </a:lnTo>
                      <a:lnTo>
                        <a:pt x="150880" y="32609"/>
                      </a:lnTo>
                      <a:lnTo>
                        <a:pt x="151135" y="32459"/>
                      </a:lnTo>
                      <a:lnTo>
                        <a:pt x="154434" y="37656"/>
                      </a:lnTo>
                      <a:lnTo>
                        <a:pt x="154017" y="38154"/>
                      </a:lnTo>
                      <a:lnTo>
                        <a:pt x="145173" y="48133"/>
                      </a:lnTo>
                      <a:lnTo>
                        <a:pt x="145011" y="49082"/>
                      </a:lnTo>
                      <a:lnTo>
                        <a:pt x="141307" y="55854"/>
                      </a:lnTo>
                      <a:lnTo>
                        <a:pt x="135218" y="48630"/>
                      </a:lnTo>
                      <a:lnTo>
                        <a:pt x="134963" y="46523"/>
                      </a:lnTo>
                      <a:lnTo>
                        <a:pt x="131930" y="44683"/>
                      </a:lnTo>
                      <a:lnTo>
                        <a:pt x="133273" y="44116"/>
                      </a:lnTo>
                      <a:lnTo>
                        <a:pt x="135623" y="43780"/>
                      </a:lnTo>
                      <a:lnTo>
                        <a:pt x="136665" y="42704"/>
                      </a:lnTo>
                      <a:lnTo>
                        <a:pt x="138610" y="41893"/>
                      </a:lnTo>
                      <a:lnTo>
                        <a:pt x="137371" y="40018"/>
                      </a:lnTo>
                      <a:lnTo>
                        <a:pt x="135542" y="39497"/>
                      </a:lnTo>
                      <a:lnTo>
                        <a:pt x="136121" y="40874"/>
                      </a:lnTo>
                      <a:lnTo>
                        <a:pt x="135299" y="41361"/>
                      </a:lnTo>
                      <a:lnTo>
                        <a:pt x="134790" y="41384"/>
                      </a:lnTo>
                      <a:lnTo>
                        <a:pt x="134697" y="41708"/>
                      </a:lnTo>
                      <a:lnTo>
                        <a:pt x="132521" y="42970"/>
                      </a:lnTo>
                      <a:lnTo>
                        <a:pt x="127196" y="42599"/>
                      </a:lnTo>
                      <a:lnTo>
                        <a:pt x="126571" y="42078"/>
                      </a:lnTo>
                      <a:lnTo>
                        <a:pt x="124383" y="39717"/>
                      </a:lnTo>
                      <a:lnTo>
                        <a:pt x="126281" y="39694"/>
                      </a:lnTo>
                      <a:lnTo>
                        <a:pt x="124082" y="39381"/>
                      </a:lnTo>
                      <a:lnTo>
                        <a:pt x="123804" y="39092"/>
                      </a:lnTo>
                      <a:lnTo>
                        <a:pt x="123723" y="39335"/>
                      </a:lnTo>
                      <a:lnTo>
                        <a:pt x="120563" y="38883"/>
                      </a:lnTo>
                      <a:lnTo>
                        <a:pt x="120794" y="38710"/>
                      </a:lnTo>
                      <a:lnTo>
                        <a:pt x="120829" y="38744"/>
                      </a:lnTo>
                      <a:lnTo>
                        <a:pt x="121153" y="38420"/>
                      </a:lnTo>
                      <a:lnTo>
                        <a:pt x="122010" y="37737"/>
                      </a:lnTo>
                      <a:lnTo>
                        <a:pt x="120146" y="36256"/>
                      </a:lnTo>
                      <a:lnTo>
                        <a:pt x="119405" y="35619"/>
                      </a:lnTo>
                      <a:lnTo>
                        <a:pt x="122044" y="37263"/>
                      </a:lnTo>
                      <a:lnTo>
                        <a:pt x="123434" y="35966"/>
                      </a:lnTo>
                      <a:lnTo>
                        <a:pt x="122554" y="33038"/>
                      </a:lnTo>
                      <a:lnTo>
                        <a:pt x="119834" y="34369"/>
                      </a:lnTo>
                      <a:lnTo>
                        <a:pt x="118919" y="33640"/>
                      </a:lnTo>
                      <a:lnTo>
                        <a:pt x="117947" y="34079"/>
                      </a:lnTo>
                      <a:lnTo>
                        <a:pt x="116998" y="32806"/>
                      </a:lnTo>
                      <a:lnTo>
                        <a:pt x="118479" y="33292"/>
                      </a:lnTo>
                      <a:lnTo>
                        <a:pt x="117993" y="32899"/>
                      </a:lnTo>
                      <a:lnTo>
                        <a:pt x="119845" y="33362"/>
                      </a:lnTo>
                      <a:lnTo>
                        <a:pt x="116835" y="31695"/>
                      </a:lnTo>
                      <a:lnTo>
                        <a:pt x="116650" y="31834"/>
                      </a:lnTo>
                      <a:lnTo>
                        <a:pt x="115852" y="31197"/>
                      </a:lnTo>
                      <a:lnTo>
                        <a:pt x="114995" y="32806"/>
                      </a:lnTo>
                      <a:lnTo>
                        <a:pt x="110353" y="31950"/>
                      </a:lnTo>
                      <a:lnTo>
                        <a:pt x="110191" y="31915"/>
                      </a:lnTo>
                      <a:lnTo>
                        <a:pt x="114462" y="33061"/>
                      </a:lnTo>
                      <a:lnTo>
                        <a:pt x="114381" y="33582"/>
                      </a:lnTo>
                      <a:lnTo>
                        <a:pt x="114069" y="34496"/>
                      </a:lnTo>
                      <a:lnTo>
                        <a:pt x="112575" y="34137"/>
                      </a:lnTo>
                      <a:lnTo>
                        <a:pt x="113212" y="33524"/>
                      </a:lnTo>
                      <a:lnTo>
                        <a:pt x="109033" y="33281"/>
                      </a:lnTo>
                      <a:lnTo>
                        <a:pt x="106649" y="32713"/>
                      </a:lnTo>
                      <a:lnTo>
                        <a:pt x="107297" y="33188"/>
                      </a:lnTo>
                      <a:lnTo>
                        <a:pt x="106649" y="33153"/>
                      </a:lnTo>
                      <a:lnTo>
                        <a:pt x="108153" y="33825"/>
                      </a:lnTo>
                      <a:lnTo>
                        <a:pt x="108952" y="34415"/>
                      </a:lnTo>
                      <a:lnTo>
                        <a:pt x="108790" y="34404"/>
                      </a:lnTo>
                      <a:lnTo>
                        <a:pt x="106371" y="33431"/>
                      </a:lnTo>
                      <a:lnTo>
                        <a:pt x="105653" y="34276"/>
                      </a:lnTo>
                      <a:lnTo>
                        <a:pt x="105329" y="34265"/>
                      </a:lnTo>
                      <a:lnTo>
                        <a:pt x="105584" y="34346"/>
                      </a:lnTo>
                      <a:lnTo>
                        <a:pt x="105236" y="34751"/>
                      </a:lnTo>
                      <a:lnTo>
                        <a:pt x="107563" y="35538"/>
                      </a:lnTo>
                      <a:lnTo>
                        <a:pt x="106220" y="36649"/>
                      </a:lnTo>
                      <a:lnTo>
                        <a:pt x="107390" y="37517"/>
                      </a:lnTo>
                      <a:lnTo>
                        <a:pt x="108269" y="37460"/>
                      </a:lnTo>
                      <a:lnTo>
                        <a:pt x="111186" y="37772"/>
                      </a:lnTo>
                      <a:lnTo>
                        <a:pt x="110978" y="38826"/>
                      </a:lnTo>
                      <a:lnTo>
                        <a:pt x="113154" y="38015"/>
                      </a:lnTo>
                      <a:lnTo>
                        <a:pt x="114161" y="39358"/>
                      </a:lnTo>
                      <a:lnTo>
                        <a:pt x="114532" y="39948"/>
                      </a:lnTo>
                      <a:lnTo>
                        <a:pt x="114092" y="40886"/>
                      </a:lnTo>
                      <a:lnTo>
                        <a:pt x="112969" y="41789"/>
                      </a:lnTo>
                      <a:lnTo>
                        <a:pt x="113432" y="42287"/>
                      </a:lnTo>
                      <a:lnTo>
                        <a:pt x="113015" y="43190"/>
                      </a:lnTo>
                      <a:lnTo>
                        <a:pt x="111129" y="44162"/>
                      </a:lnTo>
                      <a:lnTo>
                        <a:pt x="110677" y="43907"/>
                      </a:lnTo>
                      <a:lnTo>
                        <a:pt x="110608" y="44440"/>
                      </a:lnTo>
                      <a:lnTo>
                        <a:pt x="109126" y="45204"/>
                      </a:lnTo>
                      <a:lnTo>
                        <a:pt x="110388" y="45979"/>
                      </a:lnTo>
                      <a:lnTo>
                        <a:pt x="110353" y="46257"/>
                      </a:lnTo>
                      <a:lnTo>
                        <a:pt x="110897" y="46292"/>
                      </a:lnTo>
                      <a:lnTo>
                        <a:pt x="111047" y="46385"/>
                      </a:lnTo>
                      <a:lnTo>
                        <a:pt x="109959" y="47010"/>
                      </a:lnTo>
                      <a:lnTo>
                        <a:pt x="112367" y="46396"/>
                      </a:lnTo>
                      <a:lnTo>
                        <a:pt x="113386" y="46466"/>
                      </a:lnTo>
                      <a:lnTo>
                        <a:pt x="113814" y="46790"/>
                      </a:lnTo>
                      <a:lnTo>
                        <a:pt x="113814" y="46581"/>
                      </a:lnTo>
                      <a:lnTo>
                        <a:pt x="114266" y="46732"/>
                      </a:lnTo>
                      <a:lnTo>
                        <a:pt x="113837" y="46801"/>
                      </a:lnTo>
                      <a:lnTo>
                        <a:pt x="113988" y="46917"/>
                      </a:lnTo>
                      <a:lnTo>
                        <a:pt x="114729" y="47970"/>
                      </a:lnTo>
                      <a:lnTo>
                        <a:pt x="112483" y="47750"/>
                      </a:lnTo>
                      <a:lnTo>
                        <a:pt x="113803" y="48584"/>
                      </a:lnTo>
                      <a:lnTo>
                        <a:pt x="113004" y="49730"/>
                      </a:lnTo>
                      <a:lnTo>
                        <a:pt x="117206" y="48619"/>
                      </a:lnTo>
                      <a:lnTo>
                        <a:pt x="124985" y="51536"/>
                      </a:lnTo>
                      <a:lnTo>
                        <a:pt x="123943" y="53469"/>
                      </a:lnTo>
                      <a:lnTo>
                        <a:pt x="121987" y="53816"/>
                      </a:lnTo>
                      <a:lnTo>
                        <a:pt x="121743" y="53805"/>
                      </a:lnTo>
                      <a:lnTo>
                        <a:pt x="123607" y="52068"/>
                      </a:lnTo>
                      <a:lnTo>
                        <a:pt x="119197" y="50228"/>
                      </a:lnTo>
                      <a:lnTo>
                        <a:pt x="115539" y="51721"/>
                      </a:lnTo>
                      <a:lnTo>
                        <a:pt x="115794" y="51976"/>
                      </a:lnTo>
                      <a:lnTo>
                        <a:pt x="116974" y="53376"/>
                      </a:lnTo>
                      <a:lnTo>
                        <a:pt x="116998" y="53226"/>
                      </a:lnTo>
                      <a:lnTo>
                        <a:pt x="117843" y="54094"/>
                      </a:lnTo>
                      <a:lnTo>
                        <a:pt x="117322" y="51918"/>
                      </a:lnTo>
                      <a:lnTo>
                        <a:pt x="120424" y="54395"/>
                      </a:lnTo>
                      <a:lnTo>
                        <a:pt x="121883" y="54279"/>
                      </a:lnTo>
                      <a:lnTo>
                        <a:pt x="124302" y="54198"/>
                      </a:lnTo>
                      <a:lnTo>
                        <a:pt x="124244" y="56004"/>
                      </a:lnTo>
                      <a:lnTo>
                        <a:pt x="121246" y="57891"/>
                      </a:lnTo>
                      <a:lnTo>
                        <a:pt x="122299" y="59280"/>
                      </a:lnTo>
                      <a:lnTo>
                        <a:pt x="122241" y="59350"/>
                      </a:lnTo>
                      <a:lnTo>
                        <a:pt x="122878" y="60033"/>
                      </a:lnTo>
                      <a:lnTo>
                        <a:pt x="123549" y="60924"/>
                      </a:lnTo>
                      <a:lnTo>
                        <a:pt x="118884" y="58782"/>
                      </a:lnTo>
                      <a:lnTo>
                        <a:pt x="118340" y="56317"/>
                      </a:lnTo>
                      <a:lnTo>
                        <a:pt x="116847" y="57324"/>
                      </a:lnTo>
                      <a:lnTo>
                        <a:pt x="119162" y="59396"/>
                      </a:lnTo>
                      <a:lnTo>
                        <a:pt x="119127" y="59384"/>
                      </a:lnTo>
                      <a:lnTo>
                        <a:pt x="120169" y="60553"/>
                      </a:lnTo>
                      <a:lnTo>
                        <a:pt x="116430" y="59083"/>
                      </a:lnTo>
                      <a:lnTo>
                        <a:pt x="116928" y="60276"/>
                      </a:lnTo>
                      <a:lnTo>
                        <a:pt x="115134" y="60345"/>
                      </a:lnTo>
                      <a:lnTo>
                        <a:pt x="117021" y="62070"/>
                      </a:lnTo>
                      <a:lnTo>
                        <a:pt x="120748" y="61862"/>
                      </a:lnTo>
                      <a:lnTo>
                        <a:pt x="113339" y="62429"/>
                      </a:lnTo>
                      <a:lnTo>
                        <a:pt x="119243" y="63598"/>
                      </a:lnTo>
                      <a:lnTo>
                        <a:pt x="122681" y="62243"/>
                      </a:lnTo>
                      <a:lnTo>
                        <a:pt x="123260" y="63158"/>
                      </a:lnTo>
                      <a:lnTo>
                        <a:pt x="122889" y="63274"/>
                      </a:lnTo>
                      <a:lnTo>
                        <a:pt x="120563" y="63389"/>
                      </a:lnTo>
                      <a:lnTo>
                        <a:pt x="120574" y="66283"/>
                      </a:lnTo>
                      <a:lnTo>
                        <a:pt x="122230" y="65647"/>
                      </a:lnTo>
                      <a:lnTo>
                        <a:pt x="124186" y="67325"/>
                      </a:lnTo>
                      <a:lnTo>
                        <a:pt x="127485" y="64350"/>
                      </a:lnTo>
                      <a:lnTo>
                        <a:pt x="130287" y="65080"/>
                      </a:lnTo>
                      <a:lnTo>
                        <a:pt x="131826" y="65797"/>
                      </a:lnTo>
                      <a:lnTo>
                        <a:pt x="132069" y="65554"/>
                      </a:lnTo>
                      <a:lnTo>
                        <a:pt x="133146" y="65832"/>
                      </a:lnTo>
                      <a:lnTo>
                        <a:pt x="134245" y="63482"/>
                      </a:lnTo>
                      <a:lnTo>
                        <a:pt x="136445" y="64918"/>
                      </a:lnTo>
                      <a:lnTo>
                        <a:pt x="135172" y="63355"/>
                      </a:lnTo>
                      <a:lnTo>
                        <a:pt x="136804" y="62429"/>
                      </a:lnTo>
                      <a:lnTo>
                        <a:pt x="138285" y="62660"/>
                      </a:lnTo>
                      <a:lnTo>
                        <a:pt x="138274" y="63355"/>
                      </a:lnTo>
                      <a:lnTo>
                        <a:pt x="138158" y="64478"/>
                      </a:lnTo>
                      <a:lnTo>
                        <a:pt x="138274" y="64455"/>
                      </a:lnTo>
                      <a:lnTo>
                        <a:pt x="138262" y="64802"/>
                      </a:lnTo>
                      <a:lnTo>
                        <a:pt x="140415" y="64211"/>
                      </a:lnTo>
                      <a:lnTo>
                        <a:pt x="139466" y="68031"/>
                      </a:lnTo>
                      <a:lnTo>
                        <a:pt x="136827" y="69316"/>
                      </a:lnTo>
                      <a:lnTo>
                        <a:pt x="137383" y="71690"/>
                      </a:lnTo>
                      <a:lnTo>
                        <a:pt x="133979" y="79885"/>
                      </a:lnTo>
                      <a:lnTo>
                        <a:pt x="133701" y="79874"/>
                      </a:lnTo>
                      <a:lnTo>
                        <a:pt x="130669" y="79422"/>
                      </a:lnTo>
                      <a:lnTo>
                        <a:pt x="131166" y="80094"/>
                      </a:lnTo>
                      <a:lnTo>
                        <a:pt x="130912" y="81552"/>
                      </a:lnTo>
                      <a:lnTo>
                        <a:pt x="129476" y="82687"/>
                      </a:lnTo>
                      <a:lnTo>
                        <a:pt x="126467" y="83902"/>
                      </a:lnTo>
                      <a:lnTo>
                        <a:pt x="119521" y="84388"/>
                      </a:lnTo>
                      <a:lnTo>
                        <a:pt x="117704" y="81483"/>
                      </a:lnTo>
                      <a:lnTo>
                        <a:pt x="117241" y="79931"/>
                      </a:lnTo>
                      <a:lnTo>
                        <a:pt x="116650" y="79793"/>
                      </a:lnTo>
                      <a:lnTo>
                        <a:pt x="116187" y="79040"/>
                      </a:lnTo>
                      <a:lnTo>
                        <a:pt x="116013" y="79642"/>
                      </a:lnTo>
                      <a:lnTo>
                        <a:pt x="113177" y="78982"/>
                      </a:lnTo>
                      <a:lnTo>
                        <a:pt x="111939" y="78253"/>
                      </a:lnTo>
                      <a:lnTo>
                        <a:pt x="113733" y="80684"/>
                      </a:lnTo>
                      <a:lnTo>
                        <a:pt x="112031" y="81957"/>
                      </a:lnTo>
                      <a:lnTo>
                        <a:pt x="113895" y="82756"/>
                      </a:lnTo>
                      <a:lnTo>
                        <a:pt x="106892" y="80487"/>
                      </a:lnTo>
                      <a:lnTo>
                        <a:pt x="106869" y="80464"/>
                      </a:lnTo>
                      <a:lnTo>
                        <a:pt x="106845" y="80464"/>
                      </a:lnTo>
                      <a:lnTo>
                        <a:pt x="100803" y="78496"/>
                      </a:lnTo>
                      <a:lnTo>
                        <a:pt x="100282" y="79607"/>
                      </a:lnTo>
                      <a:lnTo>
                        <a:pt x="103998" y="80418"/>
                      </a:lnTo>
                      <a:lnTo>
                        <a:pt x="105283" y="82467"/>
                      </a:lnTo>
                      <a:lnTo>
                        <a:pt x="105422" y="82779"/>
                      </a:lnTo>
                      <a:lnTo>
                        <a:pt x="101023" y="83069"/>
                      </a:lnTo>
                      <a:lnTo>
                        <a:pt x="99784" y="81378"/>
                      </a:lnTo>
                      <a:lnTo>
                        <a:pt x="99946" y="82513"/>
                      </a:lnTo>
                      <a:lnTo>
                        <a:pt x="98985" y="83879"/>
                      </a:lnTo>
                      <a:lnTo>
                        <a:pt x="97677" y="84272"/>
                      </a:lnTo>
                      <a:lnTo>
                        <a:pt x="88752" y="83833"/>
                      </a:lnTo>
                      <a:lnTo>
                        <a:pt x="88035" y="83011"/>
                      </a:lnTo>
                      <a:lnTo>
                        <a:pt x="88035" y="83057"/>
                      </a:lnTo>
                      <a:lnTo>
                        <a:pt x="87757" y="82768"/>
                      </a:lnTo>
                      <a:lnTo>
                        <a:pt x="87826" y="82768"/>
                      </a:lnTo>
                      <a:lnTo>
                        <a:pt x="85766" y="80348"/>
                      </a:lnTo>
                      <a:lnTo>
                        <a:pt x="85743" y="80198"/>
                      </a:lnTo>
                      <a:lnTo>
                        <a:pt x="88185" y="80128"/>
                      </a:lnTo>
                      <a:lnTo>
                        <a:pt x="88775" y="79121"/>
                      </a:lnTo>
                      <a:lnTo>
                        <a:pt x="88613" y="79700"/>
                      </a:lnTo>
                      <a:lnTo>
                        <a:pt x="89100" y="79561"/>
                      </a:lnTo>
                      <a:lnTo>
                        <a:pt x="88984" y="81298"/>
                      </a:lnTo>
                      <a:lnTo>
                        <a:pt x="89134" y="81309"/>
                      </a:lnTo>
                      <a:lnTo>
                        <a:pt x="89123" y="81332"/>
                      </a:lnTo>
                      <a:lnTo>
                        <a:pt x="89227" y="81309"/>
                      </a:lnTo>
                      <a:lnTo>
                        <a:pt x="92121" y="81459"/>
                      </a:lnTo>
                      <a:lnTo>
                        <a:pt x="92341" y="80904"/>
                      </a:lnTo>
                      <a:lnTo>
                        <a:pt x="92642" y="80175"/>
                      </a:lnTo>
                      <a:lnTo>
                        <a:pt x="92815" y="80082"/>
                      </a:lnTo>
                      <a:lnTo>
                        <a:pt x="92711" y="80001"/>
                      </a:lnTo>
                      <a:lnTo>
                        <a:pt x="92989" y="79306"/>
                      </a:lnTo>
                      <a:lnTo>
                        <a:pt x="91623" y="77952"/>
                      </a:lnTo>
                      <a:lnTo>
                        <a:pt x="92271" y="76644"/>
                      </a:lnTo>
                      <a:lnTo>
                        <a:pt x="93244" y="75498"/>
                      </a:lnTo>
                      <a:lnTo>
                        <a:pt x="90570" y="71979"/>
                      </a:lnTo>
                      <a:lnTo>
                        <a:pt x="89354" y="74190"/>
                      </a:lnTo>
                      <a:lnTo>
                        <a:pt x="89713" y="75081"/>
                      </a:lnTo>
                      <a:lnTo>
                        <a:pt x="89644" y="75151"/>
                      </a:lnTo>
                      <a:lnTo>
                        <a:pt x="90581" y="77258"/>
                      </a:lnTo>
                      <a:lnTo>
                        <a:pt x="90813" y="77813"/>
                      </a:lnTo>
                      <a:lnTo>
                        <a:pt x="86993" y="75799"/>
                      </a:lnTo>
                      <a:lnTo>
                        <a:pt x="86819" y="76042"/>
                      </a:lnTo>
                      <a:lnTo>
                        <a:pt x="86738" y="76007"/>
                      </a:lnTo>
                      <a:lnTo>
                        <a:pt x="84944" y="78149"/>
                      </a:lnTo>
                      <a:lnTo>
                        <a:pt x="79411" y="77570"/>
                      </a:lnTo>
                      <a:lnTo>
                        <a:pt x="79712" y="77697"/>
                      </a:lnTo>
                      <a:lnTo>
                        <a:pt x="85002" y="79955"/>
                      </a:lnTo>
                      <a:lnTo>
                        <a:pt x="85025" y="79989"/>
                      </a:lnTo>
                      <a:lnTo>
                        <a:pt x="82559" y="80383"/>
                      </a:lnTo>
                      <a:lnTo>
                        <a:pt x="83682" y="80788"/>
                      </a:lnTo>
                      <a:lnTo>
                        <a:pt x="83126" y="80707"/>
                      </a:lnTo>
                      <a:lnTo>
                        <a:pt x="84330" y="81020"/>
                      </a:lnTo>
                      <a:lnTo>
                        <a:pt x="85198" y="81332"/>
                      </a:lnTo>
                      <a:lnTo>
                        <a:pt x="84654" y="82802"/>
                      </a:lnTo>
                      <a:lnTo>
                        <a:pt x="81760" y="81876"/>
                      </a:lnTo>
                      <a:lnTo>
                        <a:pt x="81251" y="80395"/>
                      </a:lnTo>
                      <a:lnTo>
                        <a:pt x="82582" y="79966"/>
                      </a:lnTo>
                      <a:lnTo>
                        <a:pt x="78681" y="79978"/>
                      </a:lnTo>
                      <a:lnTo>
                        <a:pt x="77014" y="74444"/>
                      </a:lnTo>
                      <a:lnTo>
                        <a:pt x="78253" y="79191"/>
                      </a:lnTo>
                      <a:lnTo>
                        <a:pt x="74190" y="80302"/>
                      </a:lnTo>
                      <a:lnTo>
                        <a:pt x="75336" y="82154"/>
                      </a:lnTo>
                      <a:lnTo>
                        <a:pt x="73808" y="82409"/>
                      </a:lnTo>
                      <a:lnTo>
                        <a:pt x="76158" y="83358"/>
                      </a:lnTo>
                      <a:lnTo>
                        <a:pt x="74421" y="85835"/>
                      </a:lnTo>
                      <a:lnTo>
                        <a:pt x="77987" y="84319"/>
                      </a:lnTo>
                      <a:lnTo>
                        <a:pt x="80429" y="87954"/>
                      </a:lnTo>
                      <a:lnTo>
                        <a:pt x="80684" y="83809"/>
                      </a:lnTo>
                      <a:lnTo>
                        <a:pt x="90616" y="85395"/>
                      </a:lnTo>
                      <a:lnTo>
                        <a:pt x="95513" y="86321"/>
                      </a:lnTo>
                      <a:lnTo>
                        <a:pt x="97793" y="86125"/>
                      </a:lnTo>
                      <a:lnTo>
                        <a:pt x="110874" y="86333"/>
                      </a:lnTo>
                      <a:lnTo>
                        <a:pt x="111105" y="86368"/>
                      </a:lnTo>
                      <a:lnTo>
                        <a:pt x="111059" y="87583"/>
                      </a:lnTo>
                      <a:lnTo>
                        <a:pt x="113397" y="86483"/>
                      </a:lnTo>
                      <a:lnTo>
                        <a:pt x="113953" y="89065"/>
                      </a:lnTo>
                      <a:lnTo>
                        <a:pt x="118028" y="89817"/>
                      </a:lnTo>
                      <a:lnTo>
                        <a:pt x="118062" y="89320"/>
                      </a:lnTo>
                      <a:lnTo>
                        <a:pt x="118468" y="87849"/>
                      </a:lnTo>
                      <a:lnTo>
                        <a:pt x="118155" y="87734"/>
                      </a:lnTo>
                      <a:lnTo>
                        <a:pt x="118271" y="85592"/>
                      </a:lnTo>
                      <a:lnTo>
                        <a:pt x="118641" y="85557"/>
                      </a:lnTo>
                      <a:lnTo>
                        <a:pt x="120621" y="85905"/>
                      </a:lnTo>
                      <a:lnTo>
                        <a:pt x="120297" y="85395"/>
                      </a:lnTo>
                      <a:lnTo>
                        <a:pt x="121338" y="85291"/>
                      </a:lnTo>
                      <a:lnTo>
                        <a:pt x="127589" y="87097"/>
                      </a:lnTo>
                      <a:lnTo>
                        <a:pt x="126235" y="89134"/>
                      </a:lnTo>
                      <a:lnTo>
                        <a:pt x="127913" y="88845"/>
                      </a:lnTo>
                      <a:lnTo>
                        <a:pt x="125980" y="94355"/>
                      </a:lnTo>
                      <a:lnTo>
                        <a:pt x="125621" y="94934"/>
                      </a:lnTo>
                      <a:lnTo>
                        <a:pt x="127763" y="96416"/>
                      </a:lnTo>
                      <a:lnTo>
                        <a:pt x="127705" y="97793"/>
                      </a:lnTo>
                      <a:lnTo>
                        <a:pt x="127092" y="99252"/>
                      </a:lnTo>
                      <a:lnTo>
                        <a:pt x="125205" y="101104"/>
                      </a:lnTo>
                      <a:lnTo>
                        <a:pt x="125506" y="102956"/>
                      </a:lnTo>
                      <a:lnTo>
                        <a:pt x="125425" y="103141"/>
                      </a:lnTo>
                      <a:lnTo>
                        <a:pt x="124557" y="103430"/>
                      </a:lnTo>
                      <a:lnTo>
                        <a:pt x="122716" y="104067"/>
                      </a:lnTo>
                      <a:lnTo>
                        <a:pt x="122693" y="104947"/>
                      </a:lnTo>
                      <a:lnTo>
                        <a:pt x="122357" y="108512"/>
                      </a:lnTo>
                      <a:lnTo>
                        <a:pt x="115226" y="109763"/>
                      </a:lnTo>
                      <a:lnTo>
                        <a:pt x="116569" y="111418"/>
                      </a:lnTo>
                      <a:lnTo>
                        <a:pt x="117229" y="111152"/>
                      </a:lnTo>
                      <a:lnTo>
                        <a:pt x="121651" y="109971"/>
                      </a:lnTo>
                      <a:lnTo>
                        <a:pt x="122010" y="110260"/>
                      </a:lnTo>
                      <a:lnTo>
                        <a:pt x="121651" y="112332"/>
                      </a:lnTo>
                      <a:lnTo>
                        <a:pt x="121535" y="112483"/>
                      </a:lnTo>
                      <a:lnTo>
                        <a:pt x="112703" y="112460"/>
                      </a:lnTo>
                      <a:lnTo>
                        <a:pt x="111001" y="111348"/>
                      </a:lnTo>
                      <a:lnTo>
                        <a:pt x="111036" y="111129"/>
                      </a:lnTo>
                      <a:lnTo>
                        <a:pt x="110723" y="111175"/>
                      </a:lnTo>
                      <a:lnTo>
                        <a:pt x="106047" y="108119"/>
                      </a:lnTo>
                      <a:lnTo>
                        <a:pt x="103986" y="108258"/>
                      </a:lnTo>
                      <a:lnTo>
                        <a:pt x="101486" y="107007"/>
                      </a:lnTo>
                      <a:lnTo>
                        <a:pt x="99194" y="104530"/>
                      </a:lnTo>
                      <a:lnTo>
                        <a:pt x="99066" y="105804"/>
                      </a:lnTo>
                      <a:lnTo>
                        <a:pt x="98164" y="105352"/>
                      </a:lnTo>
                      <a:lnTo>
                        <a:pt x="99055" y="105908"/>
                      </a:lnTo>
                      <a:lnTo>
                        <a:pt x="99043" y="106023"/>
                      </a:lnTo>
                      <a:lnTo>
                        <a:pt x="97654" y="105051"/>
                      </a:lnTo>
                      <a:lnTo>
                        <a:pt x="97573" y="107378"/>
                      </a:lnTo>
                      <a:lnTo>
                        <a:pt x="98858" y="106452"/>
                      </a:lnTo>
                      <a:lnTo>
                        <a:pt x="104970" y="109624"/>
                      </a:lnTo>
                      <a:lnTo>
                        <a:pt x="105178" y="109751"/>
                      </a:lnTo>
                      <a:lnTo>
                        <a:pt x="104993" y="111290"/>
                      </a:lnTo>
                      <a:lnTo>
                        <a:pt x="104611" y="111673"/>
                      </a:lnTo>
                      <a:lnTo>
                        <a:pt x="104924" y="111881"/>
                      </a:lnTo>
                      <a:lnTo>
                        <a:pt x="104831" y="112668"/>
                      </a:lnTo>
                      <a:lnTo>
                        <a:pt x="98870" y="110434"/>
                      </a:lnTo>
                      <a:lnTo>
                        <a:pt x="98383" y="111464"/>
                      </a:lnTo>
                      <a:lnTo>
                        <a:pt x="96508" y="107332"/>
                      </a:lnTo>
                      <a:lnTo>
                        <a:pt x="95860" y="109091"/>
                      </a:lnTo>
                      <a:lnTo>
                        <a:pt x="95327" y="108686"/>
                      </a:lnTo>
                      <a:lnTo>
                        <a:pt x="94205" y="107656"/>
                      </a:lnTo>
                      <a:lnTo>
                        <a:pt x="94170" y="107760"/>
                      </a:lnTo>
                      <a:lnTo>
                        <a:pt x="94401" y="107980"/>
                      </a:lnTo>
                      <a:lnTo>
                        <a:pt x="94147" y="107783"/>
                      </a:lnTo>
                      <a:lnTo>
                        <a:pt x="93452" y="107251"/>
                      </a:lnTo>
                      <a:lnTo>
                        <a:pt x="93128" y="109126"/>
                      </a:lnTo>
                      <a:lnTo>
                        <a:pt x="96902" y="110909"/>
                      </a:lnTo>
                      <a:lnTo>
                        <a:pt x="94795" y="111129"/>
                      </a:lnTo>
                      <a:lnTo>
                        <a:pt x="94818" y="111418"/>
                      </a:lnTo>
                      <a:lnTo>
                        <a:pt x="93799" y="111522"/>
                      </a:lnTo>
                      <a:lnTo>
                        <a:pt x="94505" y="111163"/>
                      </a:lnTo>
                      <a:lnTo>
                        <a:pt x="90801" y="111557"/>
                      </a:lnTo>
                      <a:lnTo>
                        <a:pt x="92017" y="109496"/>
                      </a:lnTo>
                      <a:lnTo>
                        <a:pt x="89655" y="109299"/>
                      </a:lnTo>
                      <a:lnTo>
                        <a:pt x="89702" y="111267"/>
                      </a:lnTo>
                      <a:lnTo>
                        <a:pt x="84955" y="108026"/>
                      </a:lnTo>
                      <a:lnTo>
                        <a:pt x="84041" y="107077"/>
                      </a:lnTo>
                      <a:lnTo>
                        <a:pt x="84330" y="105746"/>
                      </a:lnTo>
                      <a:lnTo>
                        <a:pt x="86958" y="105352"/>
                      </a:lnTo>
                      <a:lnTo>
                        <a:pt x="85812" y="103430"/>
                      </a:lnTo>
                      <a:lnTo>
                        <a:pt x="84828" y="101798"/>
                      </a:lnTo>
                      <a:lnTo>
                        <a:pt x="82501" y="102991"/>
                      </a:lnTo>
                      <a:lnTo>
                        <a:pt x="84365" y="102967"/>
                      </a:lnTo>
                      <a:lnTo>
                        <a:pt x="84365" y="103430"/>
                      </a:lnTo>
                      <a:lnTo>
                        <a:pt x="84388" y="105028"/>
                      </a:lnTo>
                      <a:lnTo>
                        <a:pt x="80186" y="103430"/>
                      </a:lnTo>
                      <a:lnTo>
                        <a:pt x="78901" y="102956"/>
                      </a:lnTo>
                      <a:lnTo>
                        <a:pt x="79353" y="103430"/>
                      </a:lnTo>
                      <a:lnTo>
                        <a:pt x="81309" y="105537"/>
                      </a:lnTo>
                      <a:lnTo>
                        <a:pt x="85141" y="109832"/>
                      </a:lnTo>
                      <a:lnTo>
                        <a:pt x="85106" y="113664"/>
                      </a:lnTo>
                      <a:lnTo>
                        <a:pt x="84631" y="112645"/>
                      </a:lnTo>
                      <a:lnTo>
                        <a:pt x="81286" y="105584"/>
                      </a:lnTo>
                      <a:lnTo>
                        <a:pt x="79179" y="106452"/>
                      </a:lnTo>
                      <a:lnTo>
                        <a:pt x="76794" y="105005"/>
                      </a:lnTo>
                      <a:lnTo>
                        <a:pt x="78519" y="106591"/>
                      </a:lnTo>
                      <a:lnTo>
                        <a:pt x="75891" y="107239"/>
                      </a:lnTo>
                      <a:lnTo>
                        <a:pt x="72523" y="103430"/>
                      </a:lnTo>
                      <a:lnTo>
                        <a:pt x="72477" y="103384"/>
                      </a:lnTo>
                      <a:lnTo>
                        <a:pt x="73646" y="102829"/>
                      </a:lnTo>
                      <a:lnTo>
                        <a:pt x="70393" y="101277"/>
                      </a:lnTo>
                      <a:lnTo>
                        <a:pt x="71817" y="103430"/>
                      </a:lnTo>
                      <a:lnTo>
                        <a:pt x="74676" y="107748"/>
                      </a:lnTo>
                      <a:lnTo>
                        <a:pt x="73542" y="106614"/>
                      </a:lnTo>
                      <a:lnTo>
                        <a:pt x="72754" y="109253"/>
                      </a:lnTo>
                      <a:lnTo>
                        <a:pt x="69652" y="109114"/>
                      </a:lnTo>
                      <a:lnTo>
                        <a:pt x="65288" y="106290"/>
                      </a:lnTo>
                      <a:lnTo>
                        <a:pt x="65589" y="103430"/>
                      </a:lnTo>
                      <a:lnTo>
                        <a:pt x="65658" y="102771"/>
                      </a:lnTo>
                      <a:lnTo>
                        <a:pt x="69143" y="99518"/>
                      </a:lnTo>
                      <a:lnTo>
                        <a:pt x="66318" y="95871"/>
                      </a:lnTo>
                      <a:lnTo>
                        <a:pt x="66828" y="93001"/>
                      </a:lnTo>
                      <a:lnTo>
                        <a:pt x="63517" y="92711"/>
                      </a:lnTo>
                      <a:lnTo>
                        <a:pt x="61017" y="88625"/>
                      </a:lnTo>
                      <a:lnTo>
                        <a:pt x="59384" y="89215"/>
                      </a:lnTo>
                      <a:lnTo>
                        <a:pt x="58458" y="89539"/>
                      </a:lnTo>
                      <a:lnTo>
                        <a:pt x="59384" y="91751"/>
                      </a:lnTo>
                      <a:lnTo>
                        <a:pt x="60889" y="95351"/>
                      </a:lnTo>
                      <a:lnTo>
                        <a:pt x="59384" y="94922"/>
                      </a:lnTo>
                      <a:lnTo>
                        <a:pt x="58597" y="94702"/>
                      </a:lnTo>
                      <a:lnTo>
                        <a:pt x="59060" y="96219"/>
                      </a:lnTo>
                      <a:lnTo>
                        <a:pt x="56051" y="98349"/>
                      </a:lnTo>
                      <a:lnTo>
                        <a:pt x="58447" y="103430"/>
                      </a:lnTo>
                      <a:lnTo>
                        <a:pt x="58921" y="104449"/>
                      </a:lnTo>
                      <a:lnTo>
                        <a:pt x="55819" y="111325"/>
                      </a:lnTo>
                      <a:lnTo>
                        <a:pt x="53353" y="112170"/>
                      </a:lnTo>
                      <a:lnTo>
                        <a:pt x="56537" y="111314"/>
                      </a:lnTo>
                      <a:lnTo>
                        <a:pt x="55055" y="114196"/>
                      </a:lnTo>
                      <a:lnTo>
                        <a:pt x="51559" y="111175"/>
                      </a:lnTo>
                      <a:lnTo>
                        <a:pt x="50749" y="103430"/>
                      </a:lnTo>
                      <a:lnTo>
                        <a:pt x="50494" y="101000"/>
                      </a:lnTo>
                      <a:lnTo>
                        <a:pt x="42321" y="86310"/>
                      </a:lnTo>
                      <a:lnTo>
                        <a:pt x="42773" y="82652"/>
                      </a:lnTo>
                      <a:lnTo>
                        <a:pt x="43988" y="82154"/>
                      </a:lnTo>
                      <a:lnTo>
                        <a:pt x="42553" y="85696"/>
                      </a:lnTo>
                      <a:lnTo>
                        <a:pt x="43711" y="88174"/>
                      </a:lnTo>
                      <a:lnTo>
                        <a:pt x="47716" y="90072"/>
                      </a:lnTo>
                      <a:lnTo>
                        <a:pt x="47658" y="91426"/>
                      </a:lnTo>
                      <a:lnTo>
                        <a:pt x="47878" y="88868"/>
                      </a:lnTo>
                      <a:lnTo>
                        <a:pt x="50239" y="89366"/>
                      </a:lnTo>
                      <a:lnTo>
                        <a:pt x="48816" y="88116"/>
                      </a:lnTo>
                      <a:lnTo>
                        <a:pt x="50274" y="87352"/>
                      </a:lnTo>
                      <a:lnTo>
                        <a:pt x="49533" y="85280"/>
                      </a:lnTo>
                      <a:lnTo>
                        <a:pt x="51165" y="87583"/>
                      </a:lnTo>
                      <a:lnTo>
                        <a:pt x="51640" y="85222"/>
                      </a:lnTo>
                      <a:lnTo>
                        <a:pt x="54453" y="83971"/>
                      </a:lnTo>
                      <a:lnTo>
                        <a:pt x="55124" y="86356"/>
                      </a:lnTo>
                      <a:lnTo>
                        <a:pt x="52427" y="88822"/>
                      </a:lnTo>
                      <a:lnTo>
                        <a:pt x="56143" y="87988"/>
                      </a:lnTo>
                      <a:lnTo>
                        <a:pt x="56525" y="89991"/>
                      </a:lnTo>
                      <a:lnTo>
                        <a:pt x="56907" y="87548"/>
                      </a:lnTo>
                      <a:lnTo>
                        <a:pt x="58412" y="89065"/>
                      </a:lnTo>
                      <a:lnTo>
                        <a:pt x="59384" y="88752"/>
                      </a:lnTo>
                      <a:lnTo>
                        <a:pt x="61375" y="88081"/>
                      </a:lnTo>
                      <a:lnTo>
                        <a:pt x="59384" y="86159"/>
                      </a:lnTo>
                      <a:lnTo>
                        <a:pt x="57995" y="84828"/>
                      </a:lnTo>
                      <a:lnTo>
                        <a:pt x="58238" y="83126"/>
                      </a:lnTo>
                      <a:lnTo>
                        <a:pt x="59384" y="82906"/>
                      </a:lnTo>
                      <a:lnTo>
                        <a:pt x="62845" y="82212"/>
                      </a:lnTo>
                      <a:lnTo>
                        <a:pt x="61526" y="83983"/>
                      </a:lnTo>
                      <a:lnTo>
                        <a:pt x="62753" y="84874"/>
                      </a:lnTo>
                      <a:lnTo>
                        <a:pt x="66110" y="84353"/>
                      </a:lnTo>
                      <a:lnTo>
                        <a:pt x="63644" y="83474"/>
                      </a:lnTo>
                      <a:lnTo>
                        <a:pt x="64698" y="82432"/>
                      </a:lnTo>
                      <a:lnTo>
                        <a:pt x="72291" y="82247"/>
                      </a:lnTo>
                      <a:lnTo>
                        <a:pt x="59384" y="80776"/>
                      </a:lnTo>
                      <a:lnTo>
                        <a:pt x="56629" y="80464"/>
                      </a:lnTo>
                      <a:lnTo>
                        <a:pt x="55680" y="79978"/>
                      </a:lnTo>
                      <a:lnTo>
                        <a:pt x="50644" y="74815"/>
                      </a:lnTo>
                      <a:lnTo>
                        <a:pt x="47068" y="74722"/>
                      </a:lnTo>
                      <a:lnTo>
                        <a:pt x="47774" y="72974"/>
                      </a:lnTo>
                      <a:lnTo>
                        <a:pt x="45158" y="73079"/>
                      </a:lnTo>
                      <a:lnTo>
                        <a:pt x="43606" y="69895"/>
                      </a:lnTo>
                      <a:lnTo>
                        <a:pt x="41974" y="69745"/>
                      </a:lnTo>
                      <a:lnTo>
                        <a:pt x="40631" y="66040"/>
                      </a:lnTo>
                      <a:lnTo>
                        <a:pt x="42831" y="64894"/>
                      </a:lnTo>
                      <a:lnTo>
                        <a:pt x="43143" y="62464"/>
                      </a:lnTo>
                      <a:lnTo>
                        <a:pt x="39265" y="65543"/>
                      </a:lnTo>
                      <a:lnTo>
                        <a:pt x="39798" y="62707"/>
                      </a:lnTo>
                      <a:lnTo>
                        <a:pt x="37355" y="62973"/>
                      </a:lnTo>
                      <a:lnTo>
                        <a:pt x="37274" y="61456"/>
                      </a:lnTo>
                      <a:lnTo>
                        <a:pt x="32679" y="59245"/>
                      </a:lnTo>
                      <a:lnTo>
                        <a:pt x="36047" y="65057"/>
                      </a:lnTo>
                      <a:lnTo>
                        <a:pt x="31255" y="69583"/>
                      </a:lnTo>
                      <a:lnTo>
                        <a:pt x="26995" y="69907"/>
                      </a:lnTo>
                      <a:lnTo>
                        <a:pt x="24425" y="71990"/>
                      </a:lnTo>
                      <a:lnTo>
                        <a:pt x="18683" y="69733"/>
                      </a:lnTo>
                      <a:lnTo>
                        <a:pt x="18024" y="67580"/>
                      </a:lnTo>
                      <a:lnTo>
                        <a:pt x="18139" y="66457"/>
                      </a:lnTo>
                      <a:lnTo>
                        <a:pt x="17584" y="66179"/>
                      </a:lnTo>
                      <a:lnTo>
                        <a:pt x="15998" y="61063"/>
                      </a:lnTo>
                      <a:lnTo>
                        <a:pt x="18984" y="59790"/>
                      </a:lnTo>
                      <a:lnTo>
                        <a:pt x="19911" y="56537"/>
                      </a:lnTo>
                      <a:lnTo>
                        <a:pt x="15431" y="53897"/>
                      </a:lnTo>
                      <a:lnTo>
                        <a:pt x="16831" y="54812"/>
                      </a:lnTo>
                      <a:lnTo>
                        <a:pt x="15500" y="55969"/>
                      </a:lnTo>
                      <a:lnTo>
                        <a:pt x="17098" y="59338"/>
                      </a:lnTo>
                      <a:lnTo>
                        <a:pt x="12780" y="60322"/>
                      </a:lnTo>
                      <a:lnTo>
                        <a:pt x="12201" y="59396"/>
                      </a:lnTo>
                      <a:lnTo>
                        <a:pt x="12294" y="58979"/>
                      </a:lnTo>
                      <a:lnTo>
                        <a:pt x="11344" y="58042"/>
                      </a:lnTo>
                      <a:lnTo>
                        <a:pt x="9898" y="55726"/>
                      </a:lnTo>
                      <a:lnTo>
                        <a:pt x="6587" y="56861"/>
                      </a:lnTo>
                      <a:lnTo>
                        <a:pt x="4688" y="50587"/>
                      </a:lnTo>
                      <a:lnTo>
                        <a:pt x="3068" y="49105"/>
                      </a:lnTo>
                      <a:lnTo>
                        <a:pt x="1331" y="49441"/>
                      </a:lnTo>
                      <a:lnTo>
                        <a:pt x="69" y="49001"/>
                      </a:lnTo>
                      <a:lnTo>
                        <a:pt x="0" y="46385"/>
                      </a:lnTo>
                      <a:lnTo>
                        <a:pt x="4052" y="43560"/>
                      </a:lnTo>
                      <a:lnTo>
                        <a:pt x="4434" y="43641"/>
                      </a:lnTo>
                      <a:lnTo>
                        <a:pt x="5290" y="48306"/>
                      </a:lnTo>
                      <a:lnTo>
                        <a:pt x="8659" y="47357"/>
                      </a:lnTo>
                      <a:lnTo>
                        <a:pt x="9504" y="45366"/>
                      </a:lnTo>
                      <a:lnTo>
                        <a:pt x="8462" y="44197"/>
                      </a:lnTo>
                      <a:lnTo>
                        <a:pt x="9214" y="43676"/>
                      </a:lnTo>
                      <a:lnTo>
                        <a:pt x="10465" y="43410"/>
                      </a:lnTo>
                      <a:lnTo>
                        <a:pt x="11321" y="38883"/>
                      </a:lnTo>
                      <a:lnTo>
                        <a:pt x="7582" y="36753"/>
                      </a:lnTo>
                      <a:lnTo>
                        <a:pt x="7594" y="36719"/>
                      </a:lnTo>
                      <a:lnTo>
                        <a:pt x="11588" y="36256"/>
                      </a:lnTo>
                      <a:lnTo>
                        <a:pt x="12467" y="33917"/>
                      </a:lnTo>
                      <a:lnTo>
                        <a:pt x="14099" y="35353"/>
                      </a:lnTo>
                      <a:lnTo>
                        <a:pt x="16183" y="34566"/>
                      </a:lnTo>
                      <a:lnTo>
                        <a:pt x="17202" y="31637"/>
                      </a:lnTo>
                      <a:lnTo>
                        <a:pt x="15628" y="27863"/>
                      </a:lnTo>
                      <a:lnTo>
                        <a:pt x="17792" y="27609"/>
                      </a:lnTo>
                      <a:lnTo>
                        <a:pt x="20397" y="23244"/>
                      </a:lnTo>
                      <a:lnTo>
                        <a:pt x="19749" y="20767"/>
                      </a:lnTo>
                      <a:lnTo>
                        <a:pt x="20895" y="20941"/>
                      </a:lnTo>
                      <a:lnTo>
                        <a:pt x="21844" y="21219"/>
                      </a:lnTo>
                      <a:lnTo>
                        <a:pt x="21091" y="19575"/>
                      </a:lnTo>
                      <a:lnTo>
                        <a:pt x="21172" y="19552"/>
                      </a:lnTo>
                      <a:lnTo>
                        <a:pt x="21045" y="19378"/>
                      </a:lnTo>
                      <a:lnTo>
                        <a:pt x="21045" y="19482"/>
                      </a:lnTo>
                      <a:lnTo>
                        <a:pt x="19424" y="15952"/>
                      </a:lnTo>
                      <a:lnTo>
                        <a:pt x="20050" y="15928"/>
                      </a:lnTo>
                      <a:lnTo>
                        <a:pt x="21369" y="16438"/>
                      </a:lnTo>
                      <a:lnTo>
                        <a:pt x="22666" y="15824"/>
                      </a:lnTo>
                      <a:lnTo>
                        <a:pt x="22747" y="15824"/>
                      </a:lnTo>
                      <a:lnTo>
                        <a:pt x="22747" y="15789"/>
                      </a:lnTo>
                      <a:lnTo>
                        <a:pt x="22851" y="15743"/>
                      </a:lnTo>
                      <a:lnTo>
                        <a:pt x="22781" y="15604"/>
                      </a:lnTo>
                      <a:lnTo>
                        <a:pt x="22851" y="15164"/>
                      </a:lnTo>
                      <a:lnTo>
                        <a:pt x="23187" y="15477"/>
                      </a:lnTo>
                      <a:lnTo>
                        <a:pt x="23001" y="14262"/>
                      </a:lnTo>
                      <a:lnTo>
                        <a:pt x="23036" y="14053"/>
                      </a:lnTo>
                      <a:lnTo>
                        <a:pt x="29982" y="17549"/>
                      </a:lnTo>
                      <a:lnTo>
                        <a:pt x="31139" y="16716"/>
                      </a:lnTo>
                      <a:lnTo>
                        <a:pt x="31903" y="16368"/>
                      </a:lnTo>
                      <a:lnTo>
                        <a:pt x="31799" y="16241"/>
                      </a:lnTo>
                      <a:lnTo>
                        <a:pt x="33825" y="14794"/>
                      </a:lnTo>
                      <a:lnTo>
                        <a:pt x="36279" y="20825"/>
                      </a:lnTo>
                      <a:lnTo>
                        <a:pt x="41314" y="23198"/>
                      </a:lnTo>
                      <a:lnTo>
                        <a:pt x="39914" y="21392"/>
                      </a:lnTo>
                      <a:lnTo>
                        <a:pt x="42275" y="21763"/>
                      </a:lnTo>
                      <a:lnTo>
                        <a:pt x="41974" y="24599"/>
                      </a:lnTo>
                      <a:lnTo>
                        <a:pt x="45551" y="27516"/>
                      </a:lnTo>
                      <a:lnTo>
                        <a:pt x="43780" y="27099"/>
                      </a:lnTo>
                      <a:lnTo>
                        <a:pt x="44127" y="30827"/>
                      </a:lnTo>
                      <a:lnTo>
                        <a:pt x="38849" y="28546"/>
                      </a:lnTo>
                      <a:lnTo>
                        <a:pt x="43213" y="31278"/>
                      </a:lnTo>
                      <a:lnTo>
                        <a:pt x="49950" y="31255"/>
                      </a:lnTo>
                      <a:lnTo>
                        <a:pt x="53353" y="35445"/>
                      </a:lnTo>
                      <a:lnTo>
                        <a:pt x="53504" y="33153"/>
                      </a:lnTo>
                      <a:lnTo>
                        <a:pt x="56467" y="30421"/>
                      </a:lnTo>
                      <a:lnTo>
                        <a:pt x="55414" y="27041"/>
                      </a:lnTo>
                      <a:lnTo>
                        <a:pt x="56942" y="27215"/>
                      </a:lnTo>
                      <a:lnTo>
                        <a:pt x="58157" y="24356"/>
                      </a:lnTo>
                      <a:lnTo>
                        <a:pt x="56780" y="19204"/>
                      </a:lnTo>
                      <a:lnTo>
                        <a:pt x="59384" y="18591"/>
                      </a:lnTo>
                      <a:lnTo>
                        <a:pt x="63737" y="17549"/>
                      </a:lnTo>
                      <a:lnTo>
                        <a:pt x="68657" y="14134"/>
                      </a:lnTo>
                      <a:lnTo>
                        <a:pt x="70231" y="10673"/>
                      </a:lnTo>
                      <a:lnTo>
                        <a:pt x="68946" y="8230"/>
                      </a:lnTo>
                      <a:lnTo>
                        <a:pt x="67163" y="8566"/>
                      </a:lnTo>
                      <a:lnTo>
                        <a:pt x="67557" y="7073"/>
                      </a:lnTo>
                      <a:lnTo>
                        <a:pt x="70567" y="7791"/>
                      </a:lnTo>
                      <a:lnTo>
                        <a:pt x="72836" y="5117"/>
                      </a:lnTo>
                      <a:lnTo>
                        <a:pt x="71690" y="4491"/>
                      </a:lnTo>
                      <a:lnTo>
                        <a:pt x="74560" y="4781"/>
                      </a:lnTo>
                      <a:lnTo>
                        <a:pt x="74630" y="3588"/>
                      </a:lnTo>
                      <a:lnTo>
                        <a:pt x="74827" y="3554"/>
                      </a:lnTo>
                      <a:lnTo>
                        <a:pt x="75185" y="2014"/>
                      </a:lnTo>
                      <a:lnTo>
                        <a:pt x="77628" y="0"/>
                      </a:lnTo>
                      <a:lnTo>
                        <a:pt x="78890" y="3982"/>
                      </a:lnTo>
                      <a:lnTo>
                        <a:pt x="78288" y="470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6" name="Freeform: Shape 275">
                  <a:extLst>
                    <a:ext uri="{FF2B5EF4-FFF2-40B4-BE49-F238E27FC236}">
                      <a16:creationId xmlns:a16="http://schemas.microsoft.com/office/drawing/2014/main" id="{2CB10BC1-055D-371A-CBC6-7E9874AFA9CD}"/>
                    </a:ext>
                  </a:extLst>
                </p:cNvPr>
                <p:cNvSpPr/>
                <p:nvPr/>
              </p:nvSpPr>
              <p:spPr>
                <a:xfrm>
                  <a:off x="9710167" y="1383246"/>
                  <a:ext cx="63678" cy="146789"/>
                </a:xfrm>
                <a:custGeom>
                  <a:avLst/>
                  <a:gdLst>
                    <a:gd name="connsiteX0" fmla="*/ 35260 w 63678"/>
                    <a:gd name="connsiteY0" fmla="*/ 222 h 146789"/>
                    <a:gd name="connsiteX1" fmla="*/ 36557 w 63678"/>
                    <a:gd name="connsiteY1" fmla="*/ 0 h 146789"/>
                    <a:gd name="connsiteX2" fmla="*/ 38085 w 63678"/>
                    <a:gd name="connsiteY2" fmla="*/ 2080 h 146789"/>
                    <a:gd name="connsiteX3" fmla="*/ 39566 w 63678"/>
                    <a:gd name="connsiteY3" fmla="*/ 513 h 146789"/>
                    <a:gd name="connsiteX4" fmla="*/ 39925 w 63678"/>
                    <a:gd name="connsiteY4" fmla="*/ 2148 h 146789"/>
                    <a:gd name="connsiteX5" fmla="*/ 40307 w 63678"/>
                    <a:gd name="connsiteY5" fmla="*/ 2164 h 146789"/>
                    <a:gd name="connsiteX6" fmla="*/ 40342 w 63678"/>
                    <a:gd name="connsiteY6" fmla="*/ 2263 h 146789"/>
                    <a:gd name="connsiteX7" fmla="*/ 40689 w 63678"/>
                    <a:gd name="connsiteY7" fmla="*/ 2177 h 146789"/>
                    <a:gd name="connsiteX8" fmla="*/ 42484 w 63678"/>
                    <a:gd name="connsiteY8" fmla="*/ 2247 h 146789"/>
                    <a:gd name="connsiteX9" fmla="*/ 45667 w 63678"/>
                    <a:gd name="connsiteY9" fmla="*/ 5335 h 146789"/>
                    <a:gd name="connsiteX10" fmla="*/ 47820 w 63678"/>
                    <a:gd name="connsiteY10" fmla="*/ 2427 h 146789"/>
                    <a:gd name="connsiteX11" fmla="*/ 47496 w 63678"/>
                    <a:gd name="connsiteY11" fmla="*/ 2135 h 146789"/>
                    <a:gd name="connsiteX12" fmla="*/ 46593 w 63678"/>
                    <a:gd name="connsiteY12" fmla="*/ 984 h 146789"/>
                    <a:gd name="connsiteX13" fmla="*/ 47438 w 63678"/>
                    <a:gd name="connsiteY13" fmla="*/ 1558 h 146789"/>
                    <a:gd name="connsiteX14" fmla="*/ 47762 w 63678"/>
                    <a:gd name="connsiteY14" fmla="*/ 1130 h 146789"/>
                    <a:gd name="connsiteX15" fmla="*/ 50564 w 63678"/>
                    <a:gd name="connsiteY15" fmla="*/ 3514 h 146789"/>
                    <a:gd name="connsiteX16" fmla="*/ 50598 w 63678"/>
                    <a:gd name="connsiteY16" fmla="*/ 3506 h 146789"/>
                    <a:gd name="connsiteX17" fmla="*/ 50622 w 63678"/>
                    <a:gd name="connsiteY17" fmla="*/ 3540 h 146789"/>
                    <a:gd name="connsiteX18" fmla="*/ 54245 w 63678"/>
                    <a:gd name="connsiteY18" fmla="*/ 2728 h 146789"/>
                    <a:gd name="connsiteX19" fmla="*/ 54326 w 63678"/>
                    <a:gd name="connsiteY19" fmla="*/ 6161 h 146789"/>
                    <a:gd name="connsiteX20" fmla="*/ 54326 w 63678"/>
                    <a:gd name="connsiteY20" fmla="*/ 6698 h 146789"/>
                    <a:gd name="connsiteX21" fmla="*/ 56224 w 63678"/>
                    <a:gd name="connsiteY21" fmla="*/ 5053 h 146789"/>
                    <a:gd name="connsiteX22" fmla="*/ 57856 w 63678"/>
                    <a:gd name="connsiteY22" fmla="*/ 6070 h 146789"/>
                    <a:gd name="connsiteX23" fmla="*/ 57578 w 63678"/>
                    <a:gd name="connsiteY23" fmla="*/ 9092 h 146789"/>
                    <a:gd name="connsiteX24" fmla="*/ 57301 w 63678"/>
                    <a:gd name="connsiteY24" fmla="*/ 9298 h 146789"/>
                    <a:gd name="connsiteX25" fmla="*/ 55228 w 63678"/>
                    <a:gd name="connsiteY25" fmla="*/ 10238 h 146789"/>
                    <a:gd name="connsiteX26" fmla="*/ 55368 w 63678"/>
                    <a:gd name="connsiteY26" fmla="*/ 10742 h 146789"/>
                    <a:gd name="connsiteX27" fmla="*/ 55159 w 63678"/>
                    <a:gd name="connsiteY27" fmla="*/ 10901 h 146789"/>
                    <a:gd name="connsiteX28" fmla="*/ 56641 w 63678"/>
                    <a:gd name="connsiteY28" fmla="*/ 14992 h 146789"/>
                    <a:gd name="connsiteX29" fmla="*/ 57555 w 63678"/>
                    <a:gd name="connsiteY29" fmla="*/ 14594 h 146789"/>
                    <a:gd name="connsiteX30" fmla="*/ 58748 w 63678"/>
                    <a:gd name="connsiteY30" fmla="*/ 15590 h 146789"/>
                    <a:gd name="connsiteX31" fmla="*/ 59303 w 63678"/>
                    <a:gd name="connsiteY31" fmla="*/ 17123 h 146789"/>
                    <a:gd name="connsiteX32" fmla="*/ 61792 w 63678"/>
                    <a:gd name="connsiteY32" fmla="*/ 18246 h 146789"/>
                    <a:gd name="connsiteX33" fmla="*/ 60322 w 63678"/>
                    <a:gd name="connsiteY33" fmla="*/ 19334 h 146789"/>
                    <a:gd name="connsiteX34" fmla="*/ 59674 w 63678"/>
                    <a:gd name="connsiteY34" fmla="*/ 18752 h 146789"/>
                    <a:gd name="connsiteX35" fmla="*/ 57833 w 63678"/>
                    <a:gd name="connsiteY35" fmla="*/ 16604 h 146789"/>
                    <a:gd name="connsiteX36" fmla="*/ 57393 w 63678"/>
                    <a:gd name="connsiteY36" fmla="*/ 16734 h 146789"/>
                    <a:gd name="connsiteX37" fmla="*/ 56872 w 63678"/>
                    <a:gd name="connsiteY37" fmla="*/ 16270 h 146789"/>
                    <a:gd name="connsiteX38" fmla="*/ 56097 w 63678"/>
                    <a:gd name="connsiteY38" fmla="*/ 17111 h 146789"/>
                    <a:gd name="connsiteX39" fmla="*/ 56039 w 63678"/>
                    <a:gd name="connsiteY39" fmla="*/ 17129 h 146789"/>
                    <a:gd name="connsiteX40" fmla="*/ 56073 w 63678"/>
                    <a:gd name="connsiteY40" fmla="*/ 17145 h 146789"/>
                    <a:gd name="connsiteX41" fmla="*/ 55564 w 63678"/>
                    <a:gd name="connsiteY41" fmla="*/ 17691 h 146789"/>
                    <a:gd name="connsiteX42" fmla="*/ 58204 w 63678"/>
                    <a:gd name="connsiteY42" fmla="*/ 19200 h 146789"/>
                    <a:gd name="connsiteX43" fmla="*/ 57613 w 63678"/>
                    <a:gd name="connsiteY43" fmla="*/ 21863 h 146789"/>
                    <a:gd name="connsiteX44" fmla="*/ 57486 w 63678"/>
                    <a:gd name="connsiteY44" fmla="*/ 22233 h 146789"/>
                    <a:gd name="connsiteX45" fmla="*/ 59280 w 63678"/>
                    <a:gd name="connsiteY45" fmla="*/ 24389 h 146789"/>
                    <a:gd name="connsiteX46" fmla="*/ 58736 w 63678"/>
                    <a:gd name="connsiteY46" fmla="*/ 25872 h 146789"/>
                    <a:gd name="connsiteX47" fmla="*/ 57706 w 63678"/>
                    <a:gd name="connsiteY47" fmla="*/ 28421 h 146789"/>
                    <a:gd name="connsiteX48" fmla="*/ 58365 w 63678"/>
                    <a:gd name="connsiteY48" fmla="*/ 29073 h 146789"/>
                    <a:gd name="connsiteX49" fmla="*/ 59905 w 63678"/>
                    <a:gd name="connsiteY49" fmla="*/ 30859 h 146789"/>
                    <a:gd name="connsiteX50" fmla="*/ 58829 w 63678"/>
                    <a:gd name="connsiteY50" fmla="*/ 33901 h 146789"/>
                    <a:gd name="connsiteX51" fmla="*/ 58771 w 63678"/>
                    <a:gd name="connsiteY51" fmla="*/ 34024 h 146789"/>
                    <a:gd name="connsiteX52" fmla="*/ 58782 w 63678"/>
                    <a:gd name="connsiteY52" fmla="*/ 34053 h 146789"/>
                    <a:gd name="connsiteX53" fmla="*/ 58678 w 63678"/>
                    <a:gd name="connsiteY53" fmla="*/ 34332 h 146789"/>
                    <a:gd name="connsiteX54" fmla="*/ 61387 w 63678"/>
                    <a:gd name="connsiteY54" fmla="*/ 44509 h 146789"/>
                    <a:gd name="connsiteX55" fmla="*/ 59651 w 63678"/>
                    <a:gd name="connsiteY55" fmla="*/ 47127 h 146789"/>
                    <a:gd name="connsiteX56" fmla="*/ 58562 w 63678"/>
                    <a:gd name="connsiteY56" fmla="*/ 48424 h 146789"/>
                    <a:gd name="connsiteX57" fmla="*/ 59581 w 63678"/>
                    <a:gd name="connsiteY57" fmla="*/ 52796 h 146789"/>
                    <a:gd name="connsiteX58" fmla="*/ 60148 w 63678"/>
                    <a:gd name="connsiteY58" fmla="*/ 53249 h 146789"/>
                    <a:gd name="connsiteX59" fmla="*/ 60218 w 63678"/>
                    <a:gd name="connsiteY59" fmla="*/ 53489 h 146789"/>
                    <a:gd name="connsiteX60" fmla="*/ 60414 w 63678"/>
                    <a:gd name="connsiteY60" fmla="*/ 53453 h 146789"/>
                    <a:gd name="connsiteX61" fmla="*/ 61156 w 63678"/>
                    <a:gd name="connsiteY61" fmla="*/ 54038 h 146789"/>
                    <a:gd name="connsiteX62" fmla="*/ 63366 w 63678"/>
                    <a:gd name="connsiteY62" fmla="*/ 52899 h 146789"/>
                    <a:gd name="connsiteX63" fmla="*/ 63679 w 63678"/>
                    <a:gd name="connsiteY63" fmla="*/ 54484 h 146789"/>
                    <a:gd name="connsiteX64" fmla="*/ 59593 w 63678"/>
                    <a:gd name="connsiteY64" fmla="*/ 57508 h 146789"/>
                    <a:gd name="connsiteX65" fmla="*/ 59245 w 63678"/>
                    <a:gd name="connsiteY65" fmla="*/ 57688 h 146789"/>
                    <a:gd name="connsiteX66" fmla="*/ 57810 w 63678"/>
                    <a:gd name="connsiteY66" fmla="*/ 54432 h 146789"/>
                    <a:gd name="connsiteX67" fmla="*/ 53666 w 63678"/>
                    <a:gd name="connsiteY67" fmla="*/ 54674 h 146789"/>
                    <a:gd name="connsiteX68" fmla="*/ 49059 w 63678"/>
                    <a:gd name="connsiteY68" fmla="*/ 52204 h 146789"/>
                    <a:gd name="connsiteX69" fmla="*/ 48966 w 63678"/>
                    <a:gd name="connsiteY69" fmla="*/ 52096 h 146789"/>
                    <a:gd name="connsiteX70" fmla="*/ 45331 w 63678"/>
                    <a:gd name="connsiteY70" fmla="*/ 47526 h 146789"/>
                    <a:gd name="connsiteX71" fmla="*/ 46072 w 63678"/>
                    <a:gd name="connsiteY71" fmla="*/ 45464 h 146789"/>
                    <a:gd name="connsiteX72" fmla="*/ 44150 w 63678"/>
                    <a:gd name="connsiteY72" fmla="*/ 42084 h 146789"/>
                    <a:gd name="connsiteX73" fmla="*/ 43467 w 63678"/>
                    <a:gd name="connsiteY73" fmla="*/ 41924 h 146789"/>
                    <a:gd name="connsiteX74" fmla="*/ 40585 w 63678"/>
                    <a:gd name="connsiteY74" fmla="*/ 39573 h 146789"/>
                    <a:gd name="connsiteX75" fmla="*/ 38814 w 63678"/>
                    <a:gd name="connsiteY75" fmla="*/ 37000 h 146789"/>
                    <a:gd name="connsiteX76" fmla="*/ 39393 w 63678"/>
                    <a:gd name="connsiteY76" fmla="*/ 43096 h 146789"/>
                    <a:gd name="connsiteX77" fmla="*/ 42368 w 63678"/>
                    <a:gd name="connsiteY77" fmla="*/ 45730 h 146789"/>
                    <a:gd name="connsiteX78" fmla="*/ 42507 w 63678"/>
                    <a:gd name="connsiteY78" fmla="*/ 46247 h 146789"/>
                    <a:gd name="connsiteX79" fmla="*/ 43213 w 63678"/>
                    <a:gd name="connsiteY79" fmla="*/ 52126 h 146789"/>
                    <a:gd name="connsiteX80" fmla="*/ 42935 w 63678"/>
                    <a:gd name="connsiteY80" fmla="*/ 52995 h 146789"/>
                    <a:gd name="connsiteX81" fmla="*/ 44174 w 63678"/>
                    <a:gd name="connsiteY81" fmla="*/ 53900 h 146789"/>
                    <a:gd name="connsiteX82" fmla="*/ 47091 w 63678"/>
                    <a:gd name="connsiteY82" fmla="*/ 58327 h 146789"/>
                    <a:gd name="connsiteX83" fmla="*/ 47542 w 63678"/>
                    <a:gd name="connsiteY83" fmla="*/ 59725 h 146789"/>
                    <a:gd name="connsiteX84" fmla="*/ 51953 w 63678"/>
                    <a:gd name="connsiteY84" fmla="*/ 60500 h 146789"/>
                    <a:gd name="connsiteX85" fmla="*/ 53180 w 63678"/>
                    <a:gd name="connsiteY85" fmla="*/ 67653 h 146789"/>
                    <a:gd name="connsiteX86" fmla="*/ 50726 w 63678"/>
                    <a:gd name="connsiteY86" fmla="*/ 74197 h 146789"/>
                    <a:gd name="connsiteX87" fmla="*/ 47184 w 63678"/>
                    <a:gd name="connsiteY87" fmla="*/ 74440 h 146789"/>
                    <a:gd name="connsiteX88" fmla="*/ 45493 w 63678"/>
                    <a:gd name="connsiteY88" fmla="*/ 77189 h 146789"/>
                    <a:gd name="connsiteX89" fmla="*/ 44208 w 63678"/>
                    <a:gd name="connsiteY89" fmla="*/ 75442 h 146789"/>
                    <a:gd name="connsiteX90" fmla="*/ 42680 w 63678"/>
                    <a:gd name="connsiteY90" fmla="*/ 73071 h 146789"/>
                    <a:gd name="connsiteX91" fmla="*/ 38525 w 63678"/>
                    <a:gd name="connsiteY91" fmla="*/ 70954 h 146789"/>
                    <a:gd name="connsiteX92" fmla="*/ 32459 w 63678"/>
                    <a:gd name="connsiteY92" fmla="*/ 75080 h 146789"/>
                    <a:gd name="connsiteX93" fmla="*/ 34161 w 63678"/>
                    <a:gd name="connsiteY93" fmla="*/ 74527 h 146789"/>
                    <a:gd name="connsiteX94" fmla="*/ 34844 w 63678"/>
                    <a:gd name="connsiteY94" fmla="*/ 75954 h 146789"/>
                    <a:gd name="connsiteX95" fmla="*/ 36036 w 63678"/>
                    <a:gd name="connsiteY95" fmla="*/ 74454 h 146789"/>
                    <a:gd name="connsiteX96" fmla="*/ 38652 w 63678"/>
                    <a:gd name="connsiteY96" fmla="*/ 75024 h 146789"/>
                    <a:gd name="connsiteX97" fmla="*/ 40110 w 63678"/>
                    <a:gd name="connsiteY97" fmla="*/ 75602 h 146789"/>
                    <a:gd name="connsiteX98" fmla="*/ 41025 w 63678"/>
                    <a:gd name="connsiteY98" fmla="*/ 77917 h 146789"/>
                    <a:gd name="connsiteX99" fmla="*/ 41338 w 63678"/>
                    <a:gd name="connsiteY99" fmla="*/ 78817 h 146789"/>
                    <a:gd name="connsiteX100" fmla="*/ 49799 w 63678"/>
                    <a:gd name="connsiteY100" fmla="*/ 79025 h 146789"/>
                    <a:gd name="connsiteX101" fmla="*/ 50482 w 63678"/>
                    <a:gd name="connsiteY101" fmla="*/ 85171 h 146789"/>
                    <a:gd name="connsiteX102" fmla="*/ 53735 w 63678"/>
                    <a:gd name="connsiteY102" fmla="*/ 82832 h 146789"/>
                    <a:gd name="connsiteX103" fmla="*/ 53897 w 63678"/>
                    <a:gd name="connsiteY103" fmla="*/ 87729 h 146789"/>
                    <a:gd name="connsiteX104" fmla="*/ 56027 w 63678"/>
                    <a:gd name="connsiteY104" fmla="*/ 87220 h 146789"/>
                    <a:gd name="connsiteX105" fmla="*/ 58273 w 63678"/>
                    <a:gd name="connsiteY105" fmla="*/ 89141 h 146789"/>
                    <a:gd name="connsiteX106" fmla="*/ 57312 w 63678"/>
                    <a:gd name="connsiteY106" fmla="*/ 91989 h 146789"/>
                    <a:gd name="connsiteX107" fmla="*/ 56108 w 63678"/>
                    <a:gd name="connsiteY107" fmla="*/ 91595 h 146789"/>
                    <a:gd name="connsiteX108" fmla="*/ 56155 w 63678"/>
                    <a:gd name="connsiteY108" fmla="*/ 91734 h 146789"/>
                    <a:gd name="connsiteX109" fmla="*/ 55969 w 63678"/>
                    <a:gd name="connsiteY109" fmla="*/ 91688 h 146789"/>
                    <a:gd name="connsiteX110" fmla="*/ 57949 w 63678"/>
                    <a:gd name="connsiteY110" fmla="*/ 97441 h 146789"/>
                    <a:gd name="connsiteX111" fmla="*/ 52219 w 63678"/>
                    <a:gd name="connsiteY111" fmla="*/ 100266 h 146789"/>
                    <a:gd name="connsiteX112" fmla="*/ 52381 w 63678"/>
                    <a:gd name="connsiteY112" fmla="*/ 100335 h 146789"/>
                    <a:gd name="connsiteX113" fmla="*/ 54731 w 63678"/>
                    <a:gd name="connsiteY113" fmla="*/ 103287 h 146789"/>
                    <a:gd name="connsiteX114" fmla="*/ 55356 w 63678"/>
                    <a:gd name="connsiteY114" fmla="*/ 107477 h 146789"/>
                    <a:gd name="connsiteX115" fmla="*/ 55344 w 63678"/>
                    <a:gd name="connsiteY115" fmla="*/ 107535 h 146789"/>
                    <a:gd name="connsiteX116" fmla="*/ 48330 w 63678"/>
                    <a:gd name="connsiteY116" fmla="*/ 108403 h 146789"/>
                    <a:gd name="connsiteX117" fmla="*/ 45493 w 63678"/>
                    <a:gd name="connsiteY117" fmla="*/ 107084 h 146789"/>
                    <a:gd name="connsiteX118" fmla="*/ 45343 w 63678"/>
                    <a:gd name="connsiteY118" fmla="*/ 107003 h 146789"/>
                    <a:gd name="connsiteX119" fmla="*/ 45262 w 63678"/>
                    <a:gd name="connsiteY119" fmla="*/ 106968 h 146789"/>
                    <a:gd name="connsiteX120" fmla="*/ 45354 w 63678"/>
                    <a:gd name="connsiteY120" fmla="*/ 110973 h 146789"/>
                    <a:gd name="connsiteX121" fmla="*/ 49163 w 63678"/>
                    <a:gd name="connsiteY121" fmla="*/ 113914 h 146789"/>
                    <a:gd name="connsiteX122" fmla="*/ 46986 w 63678"/>
                    <a:gd name="connsiteY122" fmla="*/ 115916 h 146789"/>
                    <a:gd name="connsiteX123" fmla="*/ 47137 w 63678"/>
                    <a:gd name="connsiteY123" fmla="*/ 116136 h 146789"/>
                    <a:gd name="connsiteX124" fmla="*/ 46790 w 63678"/>
                    <a:gd name="connsiteY124" fmla="*/ 116483 h 146789"/>
                    <a:gd name="connsiteX125" fmla="*/ 48098 w 63678"/>
                    <a:gd name="connsiteY125" fmla="*/ 117653 h 146789"/>
                    <a:gd name="connsiteX126" fmla="*/ 48376 w 63678"/>
                    <a:gd name="connsiteY126" fmla="*/ 118092 h 146789"/>
                    <a:gd name="connsiteX127" fmla="*/ 48549 w 63678"/>
                    <a:gd name="connsiteY127" fmla="*/ 118058 h 146789"/>
                    <a:gd name="connsiteX128" fmla="*/ 49255 w 63678"/>
                    <a:gd name="connsiteY128" fmla="*/ 118694 h 146789"/>
                    <a:gd name="connsiteX129" fmla="*/ 53157 w 63678"/>
                    <a:gd name="connsiteY129" fmla="*/ 117537 h 146789"/>
                    <a:gd name="connsiteX130" fmla="*/ 52566 w 63678"/>
                    <a:gd name="connsiteY130" fmla="*/ 118891 h 146789"/>
                    <a:gd name="connsiteX131" fmla="*/ 50853 w 63678"/>
                    <a:gd name="connsiteY131" fmla="*/ 121855 h 146789"/>
                    <a:gd name="connsiteX132" fmla="*/ 52728 w 63678"/>
                    <a:gd name="connsiteY132" fmla="*/ 124957 h 146789"/>
                    <a:gd name="connsiteX133" fmla="*/ 50644 w 63678"/>
                    <a:gd name="connsiteY133" fmla="*/ 125061 h 146789"/>
                    <a:gd name="connsiteX134" fmla="*/ 50367 w 63678"/>
                    <a:gd name="connsiteY134" fmla="*/ 126925 h 146789"/>
                    <a:gd name="connsiteX135" fmla="*/ 50482 w 63678"/>
                    <a:gd name="connsiteY135" fmla="*/ 127122 h 146789"/>
                    <a:gd name="connsiteX136" fmla="*/ 50425 w 63678"/>
                    <a:gd name="connsiteY136" fmla="*/ 127909 h 146789"/>
                    <a:gd name="connsiteX137" fmla="*/ 52323 w 63678"/>
                    <a:gd name="connsiteY137" fmla="*/ 130479 h 146789"/>
                    <a:gd name="connsiteX138" fmla="*/ 49267 w 63678"/>
                    <a:gd name="connsiteY138" fmla="*/ 130050 h 146789"/>
                    <a:gd name="connsiteX139" fmla="*/ 50205 w 63678"/>
                    <a:gd name="connsiteY139" fmla="*/ 132504 h 146789"/>
                    <a:gd name="connsiteX140" fmla="*/ 48781 w 63678"/>
                    <a:gd name="connsiteY140" fmla="*/ 135294 h 146789"/>
                    <a:gd name="connsiteX141" fmla="*/ 48966 w 63678"/>
                    <a:gd name="connsiteY141" fmla="*/ 135479 h 146789"/>
                    <a:gd name="connsiteX142" fmla="*/ 49765 w 63678"/>
                    <a:gd name="connsiteY142" fmla="*/ 137528 h 146789"/>
                    <a:gd name="connsiteX143" fmla="*/ 50992 w 63678"/>
                    <a:gd name="connsiteY143" fmla="*/ 137586 h 146789"/>
                    <a:gd name="connsiteX144" fmla="*/ 51432 w 63678"/>
                    <a:gd name="connsiteY144" fmla="*/ 138049 h 146789"/>
                    <a:gd name="connsiteX145" fmla="*/ 47751 w 63678"/>
                    <a:gd name="connsiteY145" fmla="*/ 142251 h 146789"/>
                    <a:gd name="connsiteX146" fmla="*/ 44266 w 63678"/>
                    <a:gd name="connsiteY146" fmla="*/ 141001 h 146789"/>
                    <a:gd name="connsiteX147" fmla="*/ 44278 w 63678"/>
                    <a:gd name="connsiteY147" fmla="*/ 140990 h 146789"/>
                    <a:gd name="connsiteX148" fmla="*/ 48897 w 63678"/>
                    <a:gd name="connsiteY148" fmla="*/ 138072 h 146789"/>
                    <a:gd name="connsiteX149" fmla="*/ 48283 w 63678"/>
                    <a:gd name="connsiteY149" fmla="*/ 136915 h 146789"/>
                    <a:gd name="connsiteX150" fmla="*/ 39925 w 63678"/>
                    <a:gd name="connsiteY150" fmla="*/ 142541 h 146789"/>
                    <a:gd name="connsiteX151" fmla="*/ 33501 w 63678"/>
                    <a:gd name="connsiteY151" fmla="*/ 136845 h 146789"/>
                    <a:gd name="connsiteX152" fmla="*/ 30364 w 63678"/>
                    <a:gd name="connsiteY152" fmla="*/ 138894 h 146789"/>
                    <a:gd name="connsiteX153" fmla="*/ 30236 w 63678"/>
                    <a:gd name="connsiteY153" fmla="*/ 138848 h 146789"/>
                    <a:gd name="connsiteX154" fmla="*/ 28025 w 63678"/>
                    <a:gd name="connsiteY154" fmla="*/ 137690 h 146789"/>
                    <a:gd name="connsiteX155" fmla="*/ 28072 w 63678"/>
                    <a:gd name="connsiteY155" fmla="*/ 135503 h 146789"/>
                    <a:gd name="connsiteX156" fmla="*/ 31440 w 63678"/>
                    <a:gd name="connsiteY156" fmla="*/ 136232 h 146789"/>
                    <a:gd name="connsiteX157" fmla="*/ 33084 w 63678"/>
                    <a:gd name="connsiteY157" fmla="*/ 136591 h 146789"/>
                    <a:gd name="connsiteX158" fmla="*/ 31660 w 63678"/>
                    <a:gd name="connsiteY158" fmla="*/ 136232 h 146789"/>
                    <a:gd name="connsiteX159" fmla="*/ 29507 w 63678"/>
                    <a:gd name="connsiteY159" fmla="*/ 135688 h 146789"/>
                    <a:gd name="connsiteX160" fmla="*/ 25629 w 63678"/>
                    <a:gd name="connsiteY160" fmla="*/ 130942 h 146789"/>
                    <a:gd name="connsiteX161" fmla="*/ 24715 w 63678"/>
                    <a:gd name="connsiteY161" fmla="*/ 136232 h 146789"/>
                    <a:gd name="connsiteX162" fmla="*/ 24668 w 63678"/>
                    <a:gd name="connsiteY162" fmla="*/ 136498 h 146789"/>
                    <a:gd name="connsiteX163" fmla="*/ 24379 w 63678"/>
                    <a:gd name="connsiteY163" fmla="*/ 137181 h 146789"/>
                    <a:gd name="connsiteX164" fmla="*/ 24506 w 63678"/>
                    <a:gd name="connsiteY164" fmla="*/ 137459 h 146789"/>
                    <a:gd name="connsiteX165" fmla="*/ 24460 w 63678"/>
                    <a:gd name="connsiteY165" fmla="*/ 137725 h 146789"/>
                    <a:gd name="connsiteX166" fmla="*/ 25791 w 63678"/>
                    <a:gd name="connsiteY166" fmla="*/ 140318 h 146789"/>
                    <a:gd name="connsiteX167" fmla="*/ 25849 w 63678"/>
                    <a:gd name="connsiteY167" fmla="*/ 140457 h 146789"/>
                    <a:gd name="connsiteX168" fmla="*/ 25999 w 63678"/>
                    <a:gd name="connsiteY168" fmla="*/ 140723 h 146789"/>
                    <a:gd name="connsiteX169" fmla="*/ 27597 w 63678"/>
                    <a:gd name="connsiteY169" fmla="*/ 141024 h 146789"/>
                    <a:gd name="connsiteX170" fmla="*/ 31035 w 63678"/>
                    <a:gd name="connsiteY170" fmla="*/ 142170 h 146789"/>
                    <a:gd name="connsiteX171" fmla="*/ 31162 w 63678"/>
                    <a:gd name="connsiteY171" fmla="*/ 144705 h 146789"/>
                    <a:gd name="connsiteX172" fmla="*/ 27493 w 63678"/>
                    <a:gd name="connsiteY172" fmla="*/ 146789 h 146789"/>
                    <a:gd name="connsiteX173" fmla="*/ 24587 w 63678"/>
                    <a:gd name="connsiteY173" fmla="*/ 143640 h 146789"/>
                    <a:gd name="connsiteX174" fmla="*/ 21126 w 63678"/>
                    <a:gd name="connsiteY174" fmla="*/ 145168 h 146789"/>
                    <a:gd name="connsiteX175" fmla="*/ 18973 w 63678"/>
                    <a:gd name="connsiteY175" fmla="*/ 143258 h 146789"/>
                    <a:gd name="connsiteX176" fmla="*/ 17387 w 63678"/>
                    <a:gd name="connsiteY176" fmla="*/ 146338 h 146789"/>
                    <a:gd name="connsiteX177" fmla="*/ 15176 w 63678"/>
                    <a:gd name="connsiteY177" fmla="*/ 139496 h 146789"/>
                    <a:gd name="connsiteX178" fmla="*/ 11020 w 63678"/>
                    <a:gd name="connsiteY178" fmla="*/ 137378 h 146789"/>
                    <a:gd name="connsiteX179" fmla="*/ 10823 w 63678"/>
                    <a:gd name="connsiteY179" fmla="*/ 136232 h 146789"/>
                    <a:gd name="connsiteX180" fmla="*/ 8613 w 63678"/>
                    <a:gd name="connsiteY180" fmla="*/ 123510 h 146789"/>
                    <a:gd name="connsiteX181" fmla="*/ 6320 w 63678"/>
                    <a:gd name="connsiteY181" fmla="*/ 124853 h 146789"/>
                    <a:gd name="connsiteX182" fmla="*/ 4978 w 63678"/>
                    <a:gd name="connsiteY182" fmla="*/ 123776 h 146789"/>
                    <a:gd name="connsiteX183" fmla="*/ 5244 w 63678"/>
                    <a:gd name="connsiteY183" fmla="*/ 121704 h 146789"/>
                    <a:gd name="connsiteX184" fmla="*/ 7779 w 63678"/>
                    <a:gd name="connsiteY184" fmla="*/ 122630 h 146789"/>
                    <a:gd name="connsiteX185" fmla="*/ 8312 w 63678"/>
                    <a:gd name="connsiteY185" fmla="*/ 121311 h 146789"/>
                    <a:gd name="connsiteX186" fmla="*/ 4295 w 63678"/>
                    <a:gd name="connsiteY186" fmla="*/ 109642 h 146789"/>
                    <a:gd name="connsiteX187" fmla="*/ 6957 w 63678"/>
                    <a:gd name="connsiteY187" fmla="*/ 104896 h 146789"/>
                    <a:gd name="connsiteX188" fmla="*/ 6795 w 63678"/>
                    <a:gd name="connsiteY188" fmla="*/ 94420 h 146789"/>
                    <a:gd name="connsiteX189" fmla="*/ 2964 w 63678"/>
                    <a:gd name="connsiteY189" fmla="*/ 93609 h 146789"/>
                    <a:gd name="connsiteX190" fmla="*/ 4862 w 63678"/>
                    <a:gd name="connsiteY190" fmla="*/ 96712 h 146789"/>
                    <a:gd name="connsiteX191" fmla="*/ 4144 w 63678"/>
                    <a:gd name="connsiteY191" fmla="*/ 100671 h 146789"/>
                    <a:gd name="connsiteX192" fmla="*/ 532 w 63678"/>
                    <a:gd name="connsiteY192" fmla="*/ 97568 h 146789"/>
                    <a:gd name="connsiteX193" fmla="*/ 1968 w 63678"/>
                    <a:gd name="connsiteY193" fmla="*/ 90391 h 146789"/>
                    <a:gd name="connsiteX194" fmla="*/ 5557 w 63678"/>
                    <a:gd name="connsiteY194" fmla="*/ 88539 h 146789"/>
                    <a:gd name="connsiteX195" fmla="*/ 776 w 63678"/>
                    <a:gd name="connsiteY195" fmla="*/ 80787 h 146789"/>
                    <a:gd name="connsiteX196" fmla="*/ 1632 w 63678"/>
                    <a:gd name="connsiteY196" fmla="*/ 77000 h 146789"/>
                    <a:gd name="connsiteX197" fmla="*/ 0 w 63678"/>
                    <a:gd name="connsiteY197" fmla="*/ 74146 h 146789"/>
                    <a:gd name="connsiteX198" fmla="*/ 2663 w 63678"/>
                    <a:gd name="connsiteY198" fmla="*/ 72384 h 146789"/>
                    <a:gd name="connsiteX199" fmla="*/ 1586 w 63678"/>
                    <a:gd name="connsiteY199" fmla="*/ 66169 h 146789"/>
                    <a:gd name="connsiteX200" fmla="*/ 4399 w 63678"/>
                    <a:gd name="connsiteY200" fmla="*/ 65999 h 146789"/>
                    <a:gd name="connsiteX201" fmla="*/ 4168 w 63678"/>
                    <a:gd name="connsiteY201" fmla="*/ 57536 h 146789"/>
                    <a:gd name="connsiteX202" fmla="*/ 5163 w 63678"/>
                    <a:gd name="connsiteY202" fmla="*/ 57571 h 146789"/>
                    <a:gd name="connsiteX203" fmla="*/ 5383 w 63678"/>
                    <a:gd name="connsiteY203" fmla="*/ 56574 h 146789"/>
                    <a:gd name="connsiteX204" fmla="*/ 6633 w 63678"/>
                    <a:gd name="connsiteY204" fmla="*/ 55966 h 146789"/>
                    <a:gd name="connsiteX205" fmla="*/ 6008 w 63678"/>
                    <a:gd name="connsiteY205" fmla="*/ 53786 h 146789"/>
                    <a:gd name="connsiteX206" fmla="*/ 6274 w 63678"/>
                    <a:gd name="connsiteY206" fmla="*/ 53699 h 146789"/>
                    <a:gd name="connsiteX207" fmla="*/ 8960 w 63678"/>
                    <a:gd name="connsiteY207" fmla="*/ 52934 h 146789"/>
                    <a:gd name="connsiteX208" fmla="*/ 8774 w 63678"/>
                    <a:gd name="connsiteY208" fmla="*/ 49953 h 146789"/>
                    <a:gd name="connsiteX209" fmla="*/ 11854 w 63678"/>
                    <a:gd name="connsiteY209" fmla="*/ 47789 h 146789"/>
                    <a:gd name="connsiteX210" fmla="*/ 12768 w 63678"/>
                    <a:gd name="connsiteY210" fmla="*/ 44103 h 146789"/>
                    <a:gd name="connsiteX211" fmla="*/ 14366 w 63678"/>
                    <a:gd name="connsiteY211" fmla="*/ 44896 h 146789"/>
                    <a:gd name="connsiteX212" fmla="*/ 14389 w 63678"/>
                    <a:gd name="connsiteY212" fmla="*/ 65419 h 146789"/>
                    <a:gd name="connsiteX213" fmla="*/ 19123 w 63678"/>
                    <a:gd name="connsiteY213" fmla="*/ 64911 h 146789"/>
                    <a:gd name="connsiteX214" fmla="*/ 23592 w 63678"/>
                    <a:gd name="connsiteY214" fmla="*/ 74289 h 146789"/>
                    <a:gd name="connsiteX215" fmla="*/ 26822 w 63678"/>
                    <a:gd name="connsiteY215" fmla="*/ 74619 h 146789"/>
                    <a:gd name="connsiteX216" fmla="*/ 21207 w 63678"/>
                    <a:gd name="connsiteY216" fmla="*/ 63940 h 146789"/>
                    <a:gd name="connsiteX217" fmla="*/ 16299 w 63678"/>
                    <a:gd name="connsiteY217" fmla="*/ 61269 h 146789"/>
                    <a:gd name="connsiteX218" fmla="*/ 16091 w 63678"/>
                    <a:gd name="connsiteY218" fmla="*/ 51216 h 146789"/>
                    <a:gd name="connsiteX219" fmla="*/ 16681 w 63678"/>
                    <a:gd name="connsiteY219" fmla="*/ 48264 h 146789"/>
                    <a:gd name="connsiteX220" fmla="*/ 18626 w 63678"/>
                    <a:gd name="connsiteY220" fmla="*/ 48371 h 146789"/>
                    <a:gd name="connsiteX221" fmla="*/ 18510 w 63678"/>
                    <a:gd name="connsiteY221" fmla="*/ 38070 h 146789"/>
                    <a:gd name="connsiteX222" fmla="*/ 20547 w 63678"/>
                    <a:gd name="connsiteY222" fmla="*/ 35800 h 146789"/>
                    <a:gd name="connsiteX223" fmla="*/ 21207 w 63678"/>
                    <a:gd name="connsiteY223" fmla="*/ 30532 h 146789"/>
                    <a:gd name="connsiteX224" fmla="*/ 21369 w 63678"/>
                    <a:gd name="connsiteY224" fmla="*/ 29175 h 146789"/>
                    <a:gd name="connsiteX225" fmla="*/ 19529 w 63678"/>
                    <a:gd name="connsiteY225" fmla="*/ 26019 h 146789"/>
                    <a:gd name="connsiteX226" fmla="*/ 21716 w 63678"/>
                    <a:gd name="connsiteY226" fmla="*/ 23435 h 146789"/>
                    <a:gd name="connsiteX227" fmla="*/ 19656 w 63678"/>
                    <a:gd name="connsiteY227" fmla="*/ 21188 h 146789"/>
                    <a:gd name="connsiteX228" fmla="*/ 18869 w 63678"/>
                    <a:gd name="connsiteY228" fmla="*/ 16265 h 146789"/>
                    <a:gd name="connsiteX229" fmla="*/ 21705 w 63678"/>
                    <a:gd name="connsiteY229" fmla="*/ 12841 h 146789"/>
                    <a:gd name="connsiteX230" fmla="*/ 20617 w 63678"/>
                    <a:gd name="connsiteY230" fmla="*/ 10404 h 146789"/>
                    <a:gd name="connsiteX231" fmla="*/ 23464 w 63678"/>
                    <a:gd name="connsiteY231" fmla="*/ 7650 h 146789"/>
                    <a:gd name="connsiteX232" fmla="*/ 21496 w 63678"/>
                    <a:gd name="connsiteY232" fmla="*/ 7257 h 146789"/>
                    <a:gd name="connsiteX233" fmla="*/ 21554 w 63678"/>
                    <a:gd name="connsiteY233" fmla="*/ 6790 h 146789"/>
                    <a:gd name="connsiteX234" fmla="*/ 20837 w 63678"/>
                    <a:gd name="connsiteY234" fmla="*/ 3195 h 146789"/>
                    <a:gd name="connsiteX235" fmla="*/ 24078 w 63678"/>
                    <a:gd name="connsiteY235" fmla="*/ 3499 h 146789"/>
                    <a:gd name="connsiteX236" fmla="*/ 26266 w 63678"/>
                    <a:gd name="connsiteY236" fmla="*/ 725 h 146789"/>
                    <a:gd name="connsiteX237" fmla="*/ 29114 w 63678"/>
                    <a:gd name="connsiteY237" fmla="*/ 2159 h 146789"/>
                    <a:gd name="connsiteX238" fmla="*/ 30595 w 63678"/>
                    <a:gd name="connsiteY238" fmla="*/ 1343 h 146789"/>
                    <a:gd name="connsiteX239" fmla="*/ 31313 w 63678"/>
                    <a:gd name="connsiteY239" fmla="*/ 1446 h 146789"/>
                    <a:gd name="connsiteX240" fmla="*/ 33339 w 63678"/>
                    <a:gd name="connsiteY240" fmla="*/ 2962 h 146789"/>
                    <a:gd name="connsiteX241" fmla="*/ 34230 w 63678"/>
                    <a:gd name="connsiteY241" fmla="*/ 4769 h 146789"/>
                    <a:gd name="connsiteX242" fmla="*/ 36348 w 63678"/>
                    <a:gd name="connsiteY242" fmla="*/ 14398 h 146789"/>
                    <a:gd name="connsiteX243" fmla="*/ 36360 w 63678"/>
                    <a:gd name="connsiteY243" fmla="*/ 14486 h 146789"/>
                    <a:gd name="connsiteX244" fmla="*/ 36395 w 63678"/>
                    <a:gd name="connsiteY244" fmla="*/ 14615 h 146789"/>
                    <a:gd name="connsiteX245" fmla="*/ 36348 w 63678"/>
                    <a:gd name="connsiteY245" fmla="*/ 14162 h 146789"/>
                    <a:gd name="connsiteX246" fmla="*/ 36047 w 63678"/>
                    <a:gd name="connsiteY246" fmla="*/ 8484 h 146789"/>
                    <a:gd name="connsiteX247" fmla="*/ 35700 w 63678"/>
                    <a:gd name="connsiteY247" fmla="*/ 7793 h 146789"/>
                    <a:gd name="connsiteX248" fmla="*/ 35526 w 63678"/>
                    <a:gd name="connsiteY248" fmla="*/ 5980 h 146789"/>
                    <a:gd name="connsiteX249" fmla="*/ 36672 w 63678"/>
                    <a:gd name="connsiteY249" fmla="*/ 3620 h 146789"/>
                    <a:gd name="connsiteX250" fmla="*/ 36869 w 63678"/>
                    <a:gd name="connsiteY250" fmla="*/ 3441 h 146789"/>
                    <a:gd name="connsiteX251" fmla="*/ 35260 w 63678"/>
                    <a:gd name="connsiteY251" fmla="*/ 222 h 1467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</a:cxnLst>
                  <a:rect l="l" t="t" r="r" b="b"/>
                  <a:pathLst>
                    <a:path w="63678" h="146789">
                      <a:moveTo>
                        <a:pt x="35260" y="222"/>
                      </a:moveTo>
                      <a:lnTo>
                        <a:pt x="36557" y="0"/>
                      </a:lnTo>
                      <a:lnTo>
                        <a:pt x="38085" y="2080"/>
                      </a:lnTo>
                      <a:lnTo>
                        <a:pt x="39566" y="513"/>
                      </a:lnTo>
                      <a:lnTo>
                        <a:pt x="39925" y="2148"/>
                      </a:lnTo>
                      <a:lnTo>
                        <a:pt x="40307" y="2164"/>
                      </a:lnTo>
                      <a:lnTo>
                        <a:pt x="40342" y="2263"/>
                      </a:lnTo>
                      <a:lnTo>
                        <a:pt x="40689" y="2177"/>
                      </a:lnTo>
                      <a:lnTo>
                        <a:pt x="42484" y="2247"/>
                      </a:lnTo>
                      <a:lnTo>
                        <a:pt x="45667" y="5335"/>
                      </a:lnTo>
                      <a:lnTo>
                        <a:pt x="47820" y="2427"/>
                      </a:lnTo>
                      <a:lnTo>
                        <a:pt x="47496" y="2135"/>
                      </a:lnTo>
                      <a:lnTo>
                        <a:pt x="46593" y="984"/>
                      </a:lnTo>
                      <a:lnTo>
                        <a:pt x="47438" y="1558"/>
                      </a:lnTo>
                      <a:lnTo>
                        <a:pt x="47762" y="1130"/>
                      </a:lnTo>
                      <a:lnTo>
                        <a:pt x="50564" y="3514"/>
                      </a:lnTo>
                      <a:lnTo>
                        <a:pt x="50598" y="3506"/>
                      </a:lnTo>
                      <a:lnTo>
                        <a:pt x="50622" y="3540"/>
                      </a:lnTo>
                      <a:lnTo>
                        <a:pt x="54245" y="2728"/>
                      </a:lnTo>
                      <a:lnTo>
                        <a:pt x="54326" y="6161"/>
                      </a:lnTo>
                      <a:lnTo>
                        <a:pt x="54326" y="6698"/>
                      </a:lnTo>
                      <a:lnTo>
                        <a:pt x="56224" y="5053"/>
                      </a:lnTo>
                      <a:lnTo>
                        <a:pt x="57856" y="6070"/>
                      </a:lnTo>
                      <a:lnTo>
                        <a:pt x="57578" y="9092"/>
                      </a:lnTo>
                      <a:lnTo>
                        <a:pt x="57301" y="9298"/>
                      </a:lnTo>
                      <a:lnTo>
                        <a:pt x="55228" y="10238"/>
                      </a:lnTo>
                      <a:lnTo>
                        <a:pt x="55368" y="10742"/>
                      </a:lnTo>
                      <a:lnTo>
                        <a:pt x="55159" y="10901"/>
                      </a:lnTo>
                      <a:lnTo>
                        <a:pt x="56641" y="14992"/>
                      </a:lnTo>
                      <a:lnTo>
                        <a:pt x="57555" y="14594"/>
                      </a:lnTo>
                      <a:lnTo>
                        <a:pt x="58748" y="15590"/>
                      </a:lnTo>
                      <a:lnTo>
                        <a:pt x="59303" y="17123"/>
                      </a:lnTo>
                      <a:lnTo>
                        <a:pt x="61792" y="18246"/>
                      </a:lnTo>
                      <a:lnTo>
                        <a:pt x="60322" y="19334"/>
                      </a:lnTo>
                      <a:lnTo>
                        <a:pt x="59674" y="18752"/>
                      </a:lnTo>
                      <a:lnTo>
                        <a:pt x="57833" y="16604"/>
                      </a:lnTo>
                      <a:lnTo>
                        <a:pt x="57393" y="16734"/>
                      </a:lnTo>
                      <a:lnTo>
                        <a:pt x="56872" y="16270"/>
                      </a:lnTo>
                      <a:lnTo>
                        <a:pt x="56097" y="17111"/>
                      </a:lnTo>
                      <a:lnTo>
                        <a:pt x="56039" y="17129"/>
                      </a:lnTo>
                      <a:lnTo>
                        <a:pt x="56073" y="17145"/>
                      </a:lnTo>
                      <a:lnTo>
                        <a:pt x="55564" y="17691"/>
                      </a:lnTo>
                      <a:lnTo>
                        <a:pt x="58204" y="19200"/>
                      </a:lnTo>
                      <a:lnTo>
                        <a:pt x="57613" y="21863"/>
                      </a:lnTo>
                      <a:lnTo>
                        <a:pt x="57486" y="22233"/>
                      </a:lnTo>
                      <a:lnTo>
                        <a:pt x="59280" y="24389"/>
                      </a:lnTo>
                      <a:lnTo>
                        <a:pt x="58736" y="25872"/>
                      </a:lnTo>
                      <a:lnTo>
                        <a:pt x="57706" y="28421"/>
                      </a:lnTo>
                      <a:lnTo>
                        <a:pt x="58365" y="29073"/>
                      </a:lnTo>
                      <a:lnTo>
                        <a:pt x="59905" y="30859"/>
                      </a:lnTo>
                      <a:lnTo>
                        <a:pt x="58829" y="33901"/>
                      </a:lnTo>
                      <a:lnTo>
                        <a:pt x="58771" y="34024"/>
                      </a:lnTo>
                      <a:lnTo>
                        <a:pt x="58782" y="34053"/>
                      </a:lnTo>
                      <a:lnTo>
                        <a:pt x="58678" y="34332"/>
                      </a:lnTo>
                      <a:lnTo>
                        <a:pt x="61387" y="44509"/>
                      </a:lnTo>
                      <a:lnTo>
                        <a:pt x="59651" y="47127"/>
                      </a:lnTo>
                      <a:lnTo>
                        <a:pt x="58562" y="48424"/>
                      </a:lnTo>
                      <a:lnTo>
                        <a:pt x="59581" y="52796"/>
                      </a:lnTo>
                      <a:lnTo>
                        <a:pt x="60148" y="53249"/>
                      </a:lnTo>
                      <a:lnTo>
                        <a:pt x="60218" y="53489"/>
                      </a:lnTo>
                      <a:lnTo>
                        <a:pt x="60414" y="53453"/>
                      </a:lnTo>
                      <a:lnTo>
                        <a:pt x="61156" y="54038"/>
                      </a:lnTo>
                      <a:lnTo>
                        <a:pt x="63366" y="52899"/>
                      </a:lnTo>
                      <a:lnTo>
                        <a:pt x="63679" y="54484"/>
                      </a:lnTo>
                      <a:lnTo>
                        <a:pt x="59593" y="57508"/>
                      </a:lnTo>
                      <a:lnTo>
                        <a:pt x="59245" y="57688"/>
                      </a:lnTo>
                      <a:lnTo>
                        <a:pt x="57810" y="54432"/>
                      </a:lnTo>
                      <a:lnTo>
                        <a:pt x="53666" y="54674"/>
                      </a:lnTo>
                      <a:lnTo>
                        <a:pt x="49059" y="52204"/>
                      </a:lnTo>
                      <a:lnTo>
                        <a:pt x="48966" y="52096"/>
                      </a:lnTo>
                      <a:lnTo>
                        <a:pt x="45331" y="47526"/>
                      </a:lnTo>
                      <a:lnTo>
                        <a:pt x="46072" y="45464"/>
                      </a:lnTo>
                      <a:lnTo>
                        <a:pt x="44150" y="42084"/>
                      </a:lnTo>
                      <a:lnTo>
                        <a:pt x="43467" y="41924"/>
                      </a:lnTo>
                      <a:lnTo>
                        <a:pt x="40585" y="39573"/>
                      </a:lnTo>
                      <a:lnTo>
                        <a:pt x="38814" y="37000"/>
                      </a:lnTo>
                      <a:lnTo>
                        <a:pt x="39393" y="43096"/>
                      </a:lnTo>
                      <a:lnTo>
                        <a:pt x="42368" y="45730"/>
                      </a:lnTo>
                      <a:lnTo>
                        <a:pt x="42507" y="46247"/>
                      </a:lnTo>
                      <a:lnTo>
                        <a:pt x="43213" y="52126"/>
                      </a:lnTo>
                      <a:lnTo>
                        <a:pt x="42935" y="52995"/>
                      </a:lnTo>
                      <a:lnTo>
                        <a:pt x="44174" y="53900"/>
                      </a:lnTo>
                      <a:lnTo>
                        <a:pt x="47091" y="58327"/>
                      </a:lnTo>
                      <a:lnTo>
                        <a:pt x="47542" y="59725"/>
                      </a:lnTo>
                      <a:lnTo>
                        <a:pt x="51953" y="60500"/>
                      </a:lnTo>
                      <a:lnTo>
                        <a:pt x="53180" y="67653"/>
                      </a:lnTo>
                      <a:lnTo>
                        <a:pt x="50726" y="74197"/>
                      </a:lnTo>
                      <a:lnTo>
                        <a:pt x="47184" y="74440"/>
                      </a:lnTo>
                      <a:lnTo>
                        <a:pt x="45493" y="77189"/>
                      </a:lnTo>
                      <a:lnTo>
                        <a:pt x="44208" y="75442"/>
                      </a:lnTo>
                      <a:lnTo>
                        <a:pt x="42680" y="73071"/>
                      </a:lnTo>
                      <a:lnTo>
                        <a:pt x="38525" y="70954"/>
                      </a:lnTo>
                      <a:lnTo>
                        <a:pt x="32459" y="75080"/>
                      </a:lnTo>
                      <a:lnTo>
                        <a:pt x="34161" y="74527"/>
                      </a:lnTo>
                      <a:lnTo>
                        <a:pt x="34844" y="75954"/>
                      </a:lnTo>
                      <a:lnTo>
                        <a:pt x="36036" y="74454"/>
                      </a:lnTo>
                      <a:lnTo>
                        <a:pt x="38652" y="75024"/>
                      </a:lnTo>
                      <a:lnTo>
                        <a:pt x="40110" y="75602"/>
                      </a:lnTo>
                      <a:lnTo>
                        <a:pt x="41025" y="77917"/>
                      </a:lnTo>
                      <a:lnTo>
                        <a:pt x="41338" y="78817"/>
                      </a:lnTo>
                      <a:lnTo>
                        <a:pt x="49799" y="79025"/>
                      </a:lnTo>
                      <a:lnTo>
                        <a:pt x="50482" y="85171"/>
                      </a:lnTo>
                      <a:lnTo>
                        <a:pt x="53735" y="82832"/>
                      </a:lnTo>
                      <a:lnTo>
                        <a:pt x="53897" y="87729"/>
                      </a:lnTo>
                      <a:lnTo>
                        <a:pt x="56027" y="87220"/>
                      </a:lnTo>
                      <a:lnTo>
                        <a:pt x="58273" y="89141"/>
                      </a:lnTo>
                      <a:lnTo>
                        <a:pt x="57312" y="91989"/>
                      </a:lnTo>
                      <a:lnTo>
                        <a:pt x="56108" y="91595"/>
                      </a:lnTo>
                      <a:lnTo>
                        <a:pt x="56155" y="91734"/>
                      </a:lnTo>
                      <a:lnTo>
                        <a:pt x="55969" y="91688"/>
                      </a:lnTo>
                      <a:lnTo>
                        <a:pt x="57949" y="97441"/>
                      </a:lnTo>
                      <a:lnTo>
                        <a:pt x="52219" y="100266"/>
                      </a:lnTo>
                      <a:lnTo>
                        <a:pt x="52381" y="100335"/>
                      </a:lnTo>
                      <a:lnTo>
                        <a:pt x="54731" y="103287"/>
                      </a:lnTo>
                      <a:lnTo>
                        <a:pt x="55356" y="107477"/>
                      </a:lnTo>
                      <a:lnTo>
                        <a:pt x="55344" y="107535"/>
                      </a:lnTo>
                      <a:lnTo>
                        <a:pt x="48330" y="108403"/>
                      </a:lnTo>
                      <a:lnTo>
                        <a:pt x="45493" y="107084"/>
                      </a:lnTo>
                      <a:lnTo>
                        <a:pt x="45343" y="107003"/>
                      </a:lnTo>
                      <a:lnTo>
                        <a:pt x="45262" y="106968"/>
                      </a:lnTo>
                      <a:lnTo>
                        <a:pt x="45354" y="110973"/>
                      </a:lnTo>
                      <a:lnTo>
                        <a:pt x="49163" y="113914"/>
                      </a:lnTo>
                      <a:lnTo>
                        <a:pt x="46986" y="115916"/>
                      </a:lnTo>
                      <a:lnTo>
                        <a:pt x="47137" y="116136"/>
                      </a:lnTo>
                      <a:lnTo>
                        <a:pt x="46790" y="116483"/>
                      </a:lnTo>
                      <a:lnTo>
                        <a:pt x="48098" y="117653"/>
                      </a:lnTo>
                      <a:lnTo>
                        <a:pt x="48376" y="118092"/>
                      </a:lnTo>
                      <a:lnTo>
                        <a:pt x="48549" y="118058"/>
                      </a:lnTo>
                      <a:lnTo>
                        <a:pt x="49255" y="118694"/>
                      </a:lnTo>
                      <a:lnTo>
                        <a:pt x="53157" y="117537"/>
                      </a:lnTo>
                      <a:lnTo>
                        <a:pt x="52566" y="118891"/>
                      </a:lnTo>
                      <a:lnTo>
                        <a:pt x="50853" y="121855"/>
                      </a:lnTo>
                      <a:lnTo>
                        <a:pt x="52728" y="124957"/>
                      </a:lnTo>
                      <a:lnTo>
                        <a:pt x="50644" y="125061"/>
                      </a:lnTo>
                      <a:lnTo>
                        <a:pt x="50367" y="126925"/>
                      </a:lnTo>
                      <a:lnTo>
                        <a:pt x="50482" y="127122"/>
                      </a:lnTo>
                      <a:lnTo>
                        <a:pt x="50425" y="127909"/>
                      </a:lnTo>
                      <a:lnTo>
                        <a:pt x="52323" y="130479"/>
                      </a:lnTo>
                      <a:lnTo>
                        <a:pt x="49267" y="130050"/>
                      </a:lnTo>
                      <a:lnTo>
                        <a:pt x="50205" y="132504"/>
                      </a:lnTo>
                      <a:lnTo>
                        <a:pt x="48781" y="135294"/>
                      </a:lnTo>
                      <a:lnTo>
                        <a:pt x="48966" y="135479"/>
                      </a:lnTo>
                      <a:lnTo>
                        <a:pt x="49765" y="137528"/>
                      </a:lnTo>
                      <a:lnTo>
                        <a:pt x="50992" y="137586"/>
                      </a:lnTo>
                      <a:lnTo>
                        <a:pt x="51432" y="138049"/>
                      </a:lnTo>
                      <a:lnTo>
                        <a:pt x="47751" y="142251"/>
                      </a:lnTo>
                      <a:lnTo>
                        <a:pt x="44266" y="141001"/>
                      </a:lnTo>
                      <a:lnTo>
                        <a:pt x="44278" y="140990"/>
                      </a:lnTo>
                      <a:lnTo>
                        <a:pt x="48897" y="138072"/>
                      </a:lnTo>
                      <a:lnTo>
                        <a:pt x="48283" y="136915"/>
                      </a:lnTo>
                      <a:lnTo>
                        <a:pt x="39925" y="142541"/>
                      </a:lnTo>
                      <a:lnTo>
                        <a:pt x="33501" y="136845"/>
                      </a:lnTo>
                      <a:lnTo>
                        <a:pt x="30364" y="138894"/>
                      </a:lnTo>
                      <a:lnTo>
                        <a:pt x="30236" y="138848"/>
                      </a:lnTo>
                      <a:lnTo>
                        <a:pt x="28025" y="137690"/>
                      </a:lnTo>
                      <a:lnTo>
                        <a:pt x="28072" y="135503"/>
                      </a:lnTo>
                      <a:lnTo>
                        <a:pt x="31440" y="136232"/>
                      </a:lnTo>
                      <a:lnTo>
                        <a:pt x="33084" y="136591"/>
                      </a:lnTo>
                      <a:lnTo>
                        <a:pt x="31660" y="136232"/>
                      </a:lnTo>
                      <a:lnTo>
                        <a:pt x="29507" y="135688"/>
                      </a:lnTo>
                      <a:lnTo>
                        <a:pt x="25629" y="130942"/>
                      </a:lnTo>
                      <a:lnTo>
                        <a:pt x="24715" y="136232"/>
                      </a:lnTo>
                      <a:lnTo>
                        <a:pt x="24668" y="136498"/>
                      </a:lnTo>
                      <a:lnTo>
                        <a:pt x="24379" y="137181"/>
                      </a:lnTo>
                      <a:lnTo>
                        <a:pt x="24506" y="137459"/>
                      </a:lnTo>
                      <a:lnTo>
                        <a:pt x="24460" y="137725"/>
                      </a:lnTo>
                      <a:lnTo>
                        <a:pt x="25791" y="140318"/>
                      </a:lnTo>
                      <a:lnTo>
                        <a:pt x="25849" y="140457"/>
                      </a:lnTo>
                      <a:lnTo>
                        <a:pt x="25999" y="140723"/>
                      </a:lnTo>
                      <a:lnTo>
                        <a:pt x="27597" y="141024"/>
                      </a:lnTo>
                      <a:lnTo>
                        <a:pt x="31035" y="142170"/>
                      </a:lnTo>
                      <a:lnTo>
                        <a:pt x="31162" y="144705"/>
                      </a:lnTo>
                      <a:lnTo>
                        <a:pt x="27493" y="146789"/>
                      </a:lnTo>
                      <a:lnTo>
                        <a:pt x="24587" y="143640"/>
                      </a:lnTo>
                      <a:lnTo>
                        <a:pt x="21126" y="145168"/>
                      </a:lnTo>
                      <a:lnTo>
                        <a:pt x="18973" y="143258"/>
                      </a:lnTo>
                      <a:lnTo>
                        <a:pt x="17387" y="146338"/>
                      </a:lnTo>
                      <a:lnTo>
                        <a:pt x="15176" y="139496"/>
                      </a:lnTo>
                      <a:lnTo>
                        <a:pt x="11020" y="137378"/>
                      </a:lnTo>
                      <a:lnTo>
                        <a:pt x="10823" y="136232"/>
                      </a:lnTo>
                      <a:lnTo>
                        <a:pt x="8613" y="123510"/>
                      </a:lnTo>
                      <a:lnTo>
                        <a:pt x="6320" y="124853"/>
                      </a:lnTo>
                      <a:lnTo>
                        <a:pt x="4978" y="123776"/>
                      </a:lnTo>
                      <a:lnTo>
                        <a:pt x="5244" y="121704"/>
                      </a:lnTo>
                      <a:lnTo>
                        <a:pt x="7779" y="122630"/>
                      </a:lnTo>
                      <a:lnTo>
                        <a:pt x="8312" y="121311"/>
                      </a:lnTo>
                      <a:lnTo>
                        <a:pt x="4295" y="109642"/>
                      </a:lnTo>
                      <a:lnTo>
                        <a:pt x="6957" y="104896"/>
                      </a:lnTo>
                      <a:lnTo>
                        <a:pt x="6795" y="94420"/>
                      </a:lnTo>
                      <a:lnTo>
                        <a:pt x="2964" y="93609"/>
                      </a:lnTo>
                      <a:lnTo>
                        <a:pt x="4862" y="96712"/>
                      </a:lnTo>
                      <a:lnTo>
                        <a:pt x="4144" y="100671"/>
                      </a:lnTo>
                      <a:lnTo>
                        <a:pt x="532" y="97568"/>
                      </a:lnTo>
                      <a:lnTo>
                        <a:pt x="1968" y="90391"/>
                      </a:lnTo>
                      <a:lnTo>
                        <a:pt x="5557" y="88539"/>
                      </a:lnTo>
                      <a:lnTo>
                        <a:pt x="776" y="80787"/>
                      </a:lnTo>
                      <a:lnTo>
                        <a:pt x="1632" y="77000"/>
                      </a:lnTo>
                      <a:lnTo>
                        <a:pt x="0" y="74146"/>
                      </a:lnTo>
                      <a:lnTo>
                        <a:pt x="2663" y="72384"/>
                      </a:lnTo>
                      <a:lnTo>
                        <a:pt x="1586" y="66169"/>
                      </a:lnTo>
                      <a:lnTo>
                        <a:pt x="4399" y="65999"/>
                      </a:lnTo>
                      <a:lnTo>
                        <a:pt x="4168" y="57536"/>
                      </a:lnTo>
                      <a:lnTo>
                        <a:pt x="5163" y="57571"/>
                      </a:lnTo>
                      <a:lnTo>
                        <a:pt x="5383" y="56574"/>
                      </a:lnTo>
                      <a:lnTo>
                        <a:pt x="6633" y="55966"/>
                      </a:lnTo>
                      <a:lnTo>
                        <a:pt x="6008" y="53786"/>
                      </a:lnTo>
                      <a:lnTo>
                        <a:pt x="6274" y="53699"/>
                      </a:lnTo>
                      <a:lnTo>
                        <a:pt x="8960" y="52934"/>
                      </a:lnTo>
                      <a:lnTo>
                        <a:pt x="8774" y="49953"/>
                      </a:lnTo>
                      <a:lnTo>
                        <a:pt x="11854" y="47789"/>
                      </a:lnTo>
                      <a:lnTo>
                        <a:pt x="12768" y="44103"/>
                      </a:lnTo>
                      <a:lnTo>
                        <a:pt x="14366" y="44896"/>
                      </a:lnTo>
                      <a:lnTo>
                        <a:pt x="14389" y="65419"/>
                      </a:lnTo>
                      <a:lnTo>
                        <a:pt x="19123" y="64911"/>
                      </a:lnTo>
                      <a:lnTo>
                        <a:pt x="23592" y="74289"/>
                      </a:lnTo>
                      <a:lnTo>
                        <a:pt x="26822" y="74619"/>
                      </a:lnTo>
                      <a:lnTo>
                        <a:pt x="21207" y="63940"/>
                      </a:lnTo>
                      <a:lnTo>
                        <a:pt x="16299" y="61269"/>
                      </a:lnTo>
                      <a:lnTo>
                        <a:pt x="16091" y="51216"/>
                      </a:lnTo>
                      <a:lnTo>
                        <a:pt x="16681" y="48264"/>
                      </a:lnTo>
                      <a:lnTo>
                        <a:pt x="18626" y="48371"/>
                      </a:lnTo>
                      <a:lnTo>
                        <a:pt x="18510" y="38070"/>
                      </a:lnTo>
                      <a:lnTo>
                        <a:pt x="20547" y="35800"/>
                      </a:lnTo>
                      <a:lnTo>
                        <a:pt x="21207" y="30532"/>
                      </a:lnTo>
                      <a:lnTo>
                        <a:pt x="21369" y="29175"/>
                      </a:lnTo>
                      <a:lnTo>
                        <a:pt x="19529" y="26019"/>
                      </a:lnTo>
                      <a:lnTo>
                        <a:pt x="21716" y="23435"/>
                      </a:lnTo>
                      <a:lnTo>
                        <a:pt x="19656" y="21188"/>
                      </a:lnTo>
                      <a:lnTo>
                        <a:pt x="18869" y="16265"/>
                      </a:lnTo>
                      <a:lnTo>
                        <a:pt x="21705" y="12841"/>
                      </a:lnTo>
                      <a:lnTo>
                        <a:pt x="20617" y="10404"/>
                      </a:lnTo>
                      <a:lnTo>
                        <a:pt x="23464" y="7650"/>
                      </a:lnTo>
                      <a:lnTo>
                        <a:pt x="21496" y="7257"/>
                      </a:lnTo>
                      <a:lnTo>
                        <a:pt x="21554" y="6790"/>
                      </a:lnTo>
                      <a:lnTo>
                        <a:pt x="20837" y="3195"/>
                      </a:lnTo>
                      <a:lnTo>
                        <a:pt x="24078" y="3499"/>
                      </a:lnTo>
                      <a:lnTo>
                        <a:pt x="26266" y="725"/>
                      </a:lnTo>
                      <a:lnTo>
                        <a:pt x="29114" y="2159"/>
                      </a:lnTo>
                      <a:lnTo>
                        <a:pt x="30595" y="1343"/>
                      </a:lnTo>
                      <a:lnTo>
                        <a:pt x="31313" y="1446"/>
                      </a:lnTo>
                      <a:lnTo>
                        <a:pt x="33339" y="2962"/>
                      </a:lnTo>
                      <a:lnTo>
                        <a:pt x="34230" y="4769"/>
                      </a:lnTo>
                      <a:lnTo>
                        <a:pt x="36348" y="14398"/>
                      </a:lnTo>
                      <a:lnTo>
                        <a:pt x="36360" y="14486"/>
                      </a:lnTo>
                      <a:lnTo>
                        <a:pt x="36395" y="14615"/>
                      </a:lnTo>
                      <a:lnTo>
                        <a:pt x="36348" y="14162"/>
                      </a:lnTo>
                      <a:lnTo>
                        <a:pt x="36047" y="8484"/>
                      </a:lnTo>
                      <a:lnTo>
                        <a:pt x="35700" y="7793"/>
                      </a:lnTo>
                      <a:lnTo>
                        <a:pt x="35526" y="5980"/>
                      </a:lnTo>
                      <a:lnTo>
                        <a:pt x="36672" y="3620"/>
                      </a:lnTo>
                      <a:lnTo>
                        <a:pt x="36869" y="3441"/>
                      </a:lnTo>
                      <a:lnTo>
                        <a:pt x="35260" y="2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7" name="Freeform: Shape 276">
                  <a:extLst>
                    <a:ext uri="{FF2B5EF4-FFF2-40B4-BE49-F238E27FC236}">
                      <a16:creationId xmlns:a16="http://schemas.microsoft.com/office/drawing/2014/main" id="{E9B6D8E7-EDCE-9F86-E175-BC456F780E45}"/>
                    </a:ext>
                  </a:extLst>
                </p:cNvPr>
                <p:cNvSpPr/>
                <p:nvPr/>
              </p:nvSpPr>
              <p:spPr>
                <a:xfrm>
                  <a:off x="9042193" y="2440269"/>
                  <a:ext cx="91634" cy="95072"/>
                </a:xfrm>
                <a:custGeom>
                  <a:avLst/>
                  <a:gdLst>
                    <a:gd name="connsiteX0" fmla="*/ 17920 w 91634"/>
                    <a:gd name="connsiteY0" fmla="*/ 5499 h 95072"/>
                    <a:gd name="connsiteX1" fmla="*/ 25687 w 91634"/>
                    <a:gd name="connsiteY1" fmla="*/ 0 h 95072"/>
                    <a:gd name="connsiteX2" fmla="*/ 25930 w 91634"/>
                    <a:gd name="connsiteY2" fmla="*/ 81 h 95072"/>
                    <a:gd name="connsiteX3" fmla="*/ 28338 w 91634"/>
                    <a:gd name="connsiteY3" fmla="*/ 1343 h 95072"/>
                    <a:gd name="connsiteX4" fmla="*/ 28419 w 91634"/>
                    <a:gd name="connsiteY4" fmla="*/ 915 h 95072"/>
                    <a:gd name="connsiteX5" fmla="*/ 34022 w 91634"/>
                    <a:gd name="connsiteY5" fmla="*/ 2813 h 95072"/>
                    <a:gd name="connsiteX6" fmla="*/ 33767 w 91634"/>
                    <a:gd name="connsiteY6" fmla="*/ 8404 h 95072"/>
                    <a:gd name="connsiteX7" fmla="*/ 36569 w 91634"/>
                    <a:gd name="connsiteY7" fmla="*/ 9133 h 95072"/>
                    <a:gd name="connsiteX8" fmla="*/ 37865 w 91634"/>
                    <a:gd name="connsiteY8" fmla="*/ 9921 h 95072"/>
                    <a:gd name="connsiteX9" fmla="*/ 36105 w 91634"/>
                    <a:gd name="connsiteY9" fmla="*/ 12583 h 95072"/>
                    <a:gd name="connsiteX10" fmla="*/ 37344 w 91634"/>
                    <a:gd name="connsiteY10" fmla="*/ 15639 h 95072"/>
                    <a:gd name="connsiteX11" fmla="*/ 46026 w 91634"/>
                    <a:gd name="connsiteY11" fmla="*/ 16311 h 95072"/>
                    <a:gd name="connsiteX12" fmla="*/ 64883 w 91634"/>
                    <a:gd name="connsiteY12" fmla="*/ 30549 h 95072"/>
                    <a:gd name="connsiteX13" fmla="*/ 67997 w 91634"/>
                    <a:gd name="connsiteY13" fmla="*/ 32899 h 95072"/>
                    <a:gd name="connsiteX14" fmla="*/ 68170 w 91634"/>
                    <a:gd name="connsiteY14" fmla="*/ 34867 h 95072"/>
                    <a:gd name="connsiteX15" fmla="*/ 67245 w 91634"/>
                    <a:gd name="connsiteY15" fmla="*/ 35202 h 95072"/>
                    <a:gd name="connsiteX16" fmla="*/ 64455 w 91634"/>
                    <a:gd name="connsiteY16" fmla="*/ 35573 h 95072"/>
                    <a:gd name="connsiteX17" fmla="*/ 64316 w 91634"/>
                    <a:gd name="connsiteY17" fmla="*/ 36256 h 95072"/>
                    <a:gd name="connsiteX18" fmla="*/ 62151 w 91634"/>
                    <a:gd name="connsiteY18" fmla="*/ 37031 h 95072"/>
                    <a:gd name="connsiteX19" fmla="*/ 65358 w 91634"/>
                    <a:gd name="connsiteY19" fmla="*/ 37842 h 95072"/>
                    <a:gd name="connsiteX20" fmla="*/ 66816 w 91634"/>
                    <a:gd name="connsiteY20" fmla="*/ 38316 h 95072"/>
                    <a:gd name="connsiteX21" fmla="*/ 67846 w 91634"/>
                    <a:gd name="connsiteY21" fmla="*/ 41002 h 95072"/>
                    <a:gd name="connsiteX22" fmla="*/ 65172 w 91634"/>
                    <a:gd name="connsiteY22" fmla="*/ 42634 h 95072"/>
                    <a:gd name="connsiteX23" fmla="*/ 66342 w 91634"/>
                    <a:gd name="connsiteY23" fmla="*/ 42113 h 95072"/>
                    <a:gd name="connsiteX24" fmla="*/ 66897 w 91634"/>
                    <a:gd name="connsiteY24" fmla="*/ 43178 h 95072"/>
                    <a:gd name="connsiteX25" fmla="*/ 66805 w 91634"/>
                    <a:gd name="connsiteY25" fmla="*/ 43363 h 95072"/>
                    <a:gd name="connsiteX26" fmla="*/ 67059 w 91634"/>
                    <a:gd name="connsiteY26" fmla="*/ 43479 h 95072"/>
                    <a:gd name="connsiteX27" fmla="*/ 67951 w 91634"/>
                    <a:gd name="connsiteY27" fmla="*/ 45192 h 95072"/>
                    <a:gd name="connsiteX28" fmla="*/ 70914 w 91634"/>
                    <a:gd name="connsiteY28" fmla="*/ 45655 h 95072"/>
                    <a:gd name="connsiteX29" fmla="*/ 72060 w 91634"/>
                    <a:gd name="connsiteY29" fmla="*/ 47693 h 95072"/>
                    <a:gd name="connsiteX30" fmla="*/ 71805 w 91634"/>
                    <a:gd name="connsiteY30" fmla="*/ 50888 h 95072"/>
                    <a:gd name="connsiteX31" fmla="*/ 66805 w 91634"/>
                    <a:gd name="connsiteY31" fmla="*/ 54684 h 95072"/>
                    <a:gd name="connsiteX32" fmla="*/ 67962 w 91634"/>
                    <a:gd name="connsiteY32" fmla="*/ 56919 h 95072"/>
                    <a:gd name="connsiteX33" fmla="*/ 72465 w 91634"/>
                    <a:gd name="connsiteY33" fmla="*/ 55993 h 95072"/>
                    <a:gd name="connsiteX34" fmla="*/ 74063 w 91634"/>
                    <a:gd name="connsiteY34" fmla="*/ 57555 h 95072"/>
                    <a:gd name="connsiteX35" fmla="*/ 69525 w 91634"/>
                    <a:gd name="connsiteY35" fmla="*/ 62811 h 95072"/>
                    <a:gd name="connsiteX36" fmla="*/ 79793 w 91634"/>
                    <a:gd name="connsiteY36" fmla="*/ 65137 h 95072"/>
                    <a:gd name="connsiteX37" fmla="*/ 80175 w 91634"/>
                    <a:gd name="connsiteY37" fmla="*/ 66538 h 95072"/>
                    <a:gd name="connsiteX38" fmla="*/ 75892 w 91634"/>
                    <a:gd name="connsiteY38" fmla="*/ 70208 h 95072"/>
                    <a:gd name="connsiteX39" fmla="*/ 72940 w 91634"/>
                    <a:gd name="connsiteY39" fmla="*/ 71389 h 95072"/>
                    <a:gd name="connsiteX40" fmla="*/ 72442 w 91634"/>
                    <a:gd name="connsiteY40" fmla="*/ 71435 h 95072"/>
                    <a:gd name="connsiteX41" fmla="*/ 72338 w 91634"/>
                    <a:gd name="connsiteY41" fmla="*/ 71620 h 95072"/>
                    <a:gd name="connsiteX42" fmla="*/ 70497 w 91634"/>
                    <a:gd name="connsiteY42" fmla="*/ 72361 h 95072"/>
                    <a:gd name="connsiteX43" fmla="*/ 69884 w 91634"/>
                    <a:gd name="connsiteY43" fmla="*/ 75880 h 95072"/>
                    <a:gd name="connsiteX44" fmla="*/ 67708 w 91634"/>
                    <a:gd name="connsiteY44" fmla="*/ 74456 h 95072"/>
                    <a:gd name="connsiteX45" fmla="*/ 63158 w 91634"/>
                    <a:gd name="connsiteY45" fmla="*/ 77153 h 95072"/>
                    <a:gd name="connsiteX46" fmla="*/ 56757 w 91634"/>
                    <a:gd name="connsiteY46" fmla="*/ 77952 h 95072"/>
                    <a:gd name="connsiteX47" fmla="*/ 52659 w 91634"/>
                    <a:gd name="connsiteY47" fmla="*/ 86101 h 95072"/>
                    <a:gd name="connsiteX48" fmla="*/ 59651 w 91634"/>
                    <a:gd name="connsiteY48" fmla="*/ 88255 h 95072"/>
                    <a:gd name="connsiteX49" fmla="*/ 60878 w 91634"/>
                    <a:gd name="connsiteY49" fmla="*/ 87363 h 95072"/>
                    <a:gd name="connsiteX50" fmla="*/ 61445 w 91634"/>
                    <a:gd name="connsiteY50" fmla="*/ 87109 h 95072"/>
                    <a:gd name="connsiteX51" fmla="*/ 63309 w 91634"/>
                    <a:gd name="connsiteY51" fmla="*/ 86622 h 95072"/>
                    <a:gd name="connsiteX52" fmla="*/ 66469 w 91634"/>
                    <a:gd name="connsiteY52" fmla="*/ 81089 h 95072"/>
                    <a:gd name="connsiteX53" fmla="*/ 68252 w 91634"/>
                    <a:gd name="connsiteY53" fmla="*/ 78508 h 95072"/>
                    <a:gd name="connsiteX54" fmla="*/ 72037 w 91634"/>
                    <a:gd name="connsiteY54" fmla="*/ 79561 h 95072"/>
                    <a:gd name="connsiteX55" fmla="*/ 76725 w 91634"/>
                    <a:gd name="connsiteY55" fmla="*/ 77350 h 95072"/>
                    <a:gd name="connsiteX56" fmla="*/ 81599 w 91634"/>
                    <a:gd name="connsiteY56" fmla="*/ 78288 h 95072"/>
                    <a:gd name="connsiteX57" fmla="*/ 85453 w 91634"/>
                    <a:gd name="connsiteY57" fmla="*/ 75093 h 95072"/>
                    <a:gd name="connsiteX58" fmla="*/ 86923 w 91634"/>
                    <a:gd name="connsiteY58" fmla="*/ 76019 h 95072"/>
                    <a:gd name="connsiteX59" fmla="*/ 89493 w 91634"/>
                    <a:gd name="connsiteY59" fmla="*/ 78149 h 95072"/>
                    <a:gd name="connsiteX60" fmla="*/ 84863 w 91634"/>
                    <a:gd name="connsiteY60" fmla="*/ 86703 h 95072"/>
                    <a:gd name="connsiteX61" fmla="*/ 91554 w 91634"/>
                    <a:gd name="connsiteY61" fmla="*/ 85048 h 95072"/>
                    <a:gd name="connsiteX62" fmla="*/ 91635 w 91634"/>
                    <a:gd name="connsiteY62" fmla="*/ 86993 h 95072"/>
                    <a:gd name="connsiteX63" fmla="*/ 74283 w 91634"/>
                    <a:gd name="connsiteY63" fmla="*/ 92248 h 95072"/>
                    <a:gd name="connsiteX64" fmla="*/ 73970 w 91634"/>
                    <a:gd name="connsiteY64" fmla="*/ 92213 h 95072"/>
                    <a:gd name="connsiteX65" fmla="*/ 67499 w 91634"/>
                    <a:gd name="connsiteY65" fmla="*/ 89945 h 95072"/>
                    <a:gd name="connsiteX66" fmla="*/ 64802 w 91634"/>
                    <a:gd name="connsiteY66" fmla="*/ 87884 h 95072"/>
                    <a:gd name="connsiteX67" fmla="*/ 61781 w 91634"/>
                    <a:gd name="connsiteY67" fmla="*/ 87305 h 95072"/>
                    <a:gd name="connsiteX68" fmla="*/ 60993 w 91634"/>
                    <a:gd name="connsiteY68" fmla="*/ 87653 h 95072"/>
                    <a:gd name="connsiteX69" fmla="*/ 60878 w 91634"/>
                    <a:gd name="connsiteY69" fmla="*/ 87711 h 95072"/>
                    <a:gd name="connsiteX70" fmla="*/ 60079 w 91634"/>
                    <a:gd name="connsiteY70" fmla="*/ 89377 h 95072"/>
                    <a:gd name="connsiteX71" fmla="*/ 63922 w 91634"/>
                    <a:gd name="connsiteY71" fmla="*/ 92213 h 95072"/>
                    <a:gd name="connsiteX72" fmla="*/ 64455 w 91634"/>
                    <a:gd name="connsiteY72" fmla="*/ 92642 h 95072"/>
                    <a:gd name="connsiteX73" fmla="*/ 62059 w 91634"/>
                    <a:gd name="connsiteY73" fmla="*/ 94587 h 95072"/>
                    <a:gd name="connsiteX74" fmla="*/ 61387 w 91634"/>
                    <a:gd name="connsiteY74" fmla="*/ 95073 h 95072"/>
                    <a:gd name="connsiteX75" fmla="*/ 59940 w 91634"/>
                    <a:gd name="connsiteY75" fmla="*/ 94320 h 95072"/>
                    <a:gd name="connsiteX76" fmla="*/ 55831 w 91634"/>
                    <a:gd name="connsiteY76" fmla="*/ 89852 h 95072"/>
                    <a:gd name="connsiteX77" fmla="*/ 55437 w 91634"/>
                    <a:gd name="connsiteY77" fmla="*/ 89192 h 95072"/>
                    <a:gd name="connsiteX78" fmla="*/ 53782 w 91634"/>
                    <a:gd name="connsiteY78" fmla="*/ 89609 h 95072"/>
                    <a:gd name="connsiteX79" fmla="*/ 47230 w 91634"/>
                    <a:gd name="connsiteY79" fmla="*/ 90350 h 95072"/>
                    <a:gd name="connsiteX80" fmla="*/ 46894 w 91634"/>
                    <a:gd name="connsiteY80" fmla="*/ 90049 h 95072"/>
                    <a:gd name="connsiteX81" fmla="*/ 43317 w 91634"/>
                    <a:gd name="connsiteY81" fmla="*/ 92260 h 95072"/>
                    <a:gd name="connsiteX82" fmla="*/ 41048 w 91634"/>
                    <a:gd name="connsiteY82" fmla="*/ 91021 h 95072"/>
                    <a:gd name="connsiteX83" fmla="*/ 40852 w 91634"/>
                    <a:gd name="connsiteY83" fmla="*/ 87930 h 95072"/>
                    <a:gd name="connsiteX84" fmla="*/ 33547 w 91634"/>
                    <a:gd name="connsiteY84" fmla="*/ 80070 h 95072"/>
                    <a:gd name="connsiteX85" fmla="*/ 33582 w 91634"/>
                    <a:gd name="connsiteY85" fmla="*/ 74873 h 95072"/>
                    <a:gd name="connsiteX86" fmla="*/ 29959 w 91634"/>
                    <a:gd name="connsiteY86" fmla="*/ 70555 h 95072"/>
                    <a:gd name="connsiteX87" fmla="*/ 31892 w 91634"/>
                    <a:gd name="connsiteY87" fmla="*/ 67638 h 95072"/>
                    <a:gd name="connsiteX88" fmla="*/ 19448 w 91634"/>
                    <a:gd name="connsiteY88" fmla="*/ 55784 h 95072"/>
                    <a:gd name="connsiteX89" fmla="*/ 17005 w 91634"/>
                    <a:gd name="connsiteY89" fmla="*/ 37668 h 95072"/>
                    <a:gd name="connsiteX90" fmla="*/ 14053 w 91634"/>
                    <a:gd name="connsiteY90" fmla="*/ 36186 h 95072"/>
                    <a:gd name="connsiteX91" fmla="*/ 13382 w 91634"/>
                    <a:gd name="connsiteY91" fmla="*/ 35850 h 95072"/>
                    <a:gd name="connsiteX92" fmla="*/ 12039 w 91634"/>
                    <a:gd name="connsiteY92" fmla="*/ 36151 h 95072"/>
                    <a:gd name="connsiteX93" fmla="*/ 2176 w 91634"/>
                    <a:gd name="connsiteY93" fmla="*/ 35191 h 95072"/>
                    <a:gd name="connsiteX94" fmla="*/ 0 w 91634"/>
                    <a:gd name="connsiteY94" fmla="*/ 34739 h 95072"/>
                    <a:gd name="connsiteX95" fmla="*/ 128 w 91634"/>
                    <a:gd name="connsiteY95" fmla="*/ 30630 h 95072"/>
                    <a:gd name="connsiteX96" fmla="*/ 915 w 91634"/>
                    <a:gd name="connsiteY96" fmla="*/ 29507 h 95072"/>
                    <a:gd name="connsiteX97" fmla="*/ 2269 w 91634"/>
                    <a:gd name="connsiteY97" fmla="*/ 27794 h 95072"/>
                    <a:gd name="connsiteX98" fmla="*/ 984 w 91634"/>
                    <a:gd name="connsiteY98" fmla="*/ 25895 h 95072"/>
                    <a:gd name="connsiteX99" fmla="*/ 1331 w 91634"/>
                    <a:gd name="connsiteY99" fmla="*/ 25768 h 95072"/>
                    <a:gd name="connsiteX100" fmla="*/ 2744 w 91634"/>
                    <a:gd name="connsiteY100" fmla="*/ 25745 h 95072"/>
                    <a:gd name="connsiteX101" fmla="*/ 2825 w 91634"/>
                    <a:gd name="connsiteY101" fmla="*/ 25212 h 95072"/>
                    <a:gd name="connsiteX102" fmla="*/ 3288 w 91634"/>
                    <a:gd name="connsiteY102" fmla="*/ 25039 h 95072"/>
                    <a:gd name="connsiteX103" fmla="*/ 5371 w 91634"/>
                    <a:gd name="connsiteY103" fmla="*/ 14690 h 95072"/>
                    <a:gd name="connsiteX104" fmla="*/ 8207 w 91634"/>
                    <a:gd name="connsiteY104" fmla="*/ 9307 h 95072"/>
                    <a:gd name="connsiteX105" fmla="*/ 10523 w 91634"/>
                    <a:gd name="connsiteY105" fmla="*/ 5545 h 95072"/>
                    <a:gd name="connsiteX106" fmla="*/ 14053 w 91634"/>
                    <a:gd name="connsiteY106" fmla="*/ 5522 h 95072"/>
                    <a:gd name="connsiteX107" fmla="*/ 17920 w 91634"/>
                    <a:gd name="connsiteY107" fmla="*/ 5499 h 95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</a:cxnLst>
                  <a:rect l="l" t="t" r="r" b="b"/>
                  <a:pathLst>
                    <a:path w="91634" h="95072">
                      <a:moveTo>
                        <a:pt x="17920" y="5499"/>
                      </a:moveTo>
                      <a:lnTo>
                        <a:pt x="25687" y="0"/>
                      </a:lnTo>
                      <a:lnTo>
                        <a:pt x="25930" y="81"/>
                      </a:lnTo>
                      <a:lnTo>
                        <a:pt x="28338" y="1343"/>
                      </a:lnTo>
                      <a:lnTo>
                        <a:pt x="28419" y="915"/>
                      </a:lnTo>
                      <a:lnTo>
                        <a:pt x="34022" y="2813"/>
                      </a:lnTo>
                      <a:lnTo>
                        <a:pt x="33767" y="8404"/>
                      </a:lnTo>
                      <a:lnTo>
                        <a:pt x="36569" y="9133"/>
                      </a:lnTo>
                      <a:lnTo>
                        <a:pt x="37865" y="9921"/>
                      </a:lnTo>
                      <a:lnTo>
                        <a:pt x="36105" y="12583"/>
                      </a:lnTo>
                      <a:lnTo>
                        <a:pt x="37344" y="15639"/>
                      </a:lnTo>
                      <a:lnTo>
                        <a:pt x="46026" y="16311"/>
                      </a:lnTo>
                      <a:lnTo>
                        <a:pt x="64883" y="30549"/>
                      </a:lnTo>
                      <a:lnTo>
                        <a:pt x="67997" y="32899"/>
                      </a:lnTo>
                      <a:lnTo>
                        <a:pt x="68170" y="34867"/>
                      </a:lnTo>
                      <a:lnTo>
                        <a:pt x="67245" y="35202"/>
                      </a:lnTo>
                      <a:lnTo>
                        <a:pt x="64455" y="35573"/>
                      </a:lnTo>
                      <a:lnTo>
                        <a:pt x="64316" y="36256"/>
                      </a:lnTo>
                      <a:lnTo>
                        <a:pt x="62151" y="37031"/>
                      </a:lnTo>
                      <a:lnTo>
                        <a:pt x="65358" y="37842"/>
                      </a:lnTo>
                      <a:lnTo>
                        <a:pt x="66816" y="38316"/>
                      </a:lnTo>
                      <a:lnTo>
                        <a:pt x="67846" y="41002"/>
                      </a:lnTo>
                      <a:lnTo>
                        <a:pt x="65172" y="42634"/>
                      </a:lnTo>
                      <a:lnTo>
                        <a:pt x="66342" y="42113"/>
                      </a:lnTo>
                      <a:lnTo>
                        <a:pt x="66897" y="43178"/>
                      </a:lnTo>
                      <a:lnTo>
                        <a:pt x="66805" y="43363"/>
                      </a:lnTo>
                      <a:lnTo>
                        <a:pt x="67059" y="43479"/>
                      </a:lnTo>
                      <a:lnTo>
                        <a:pt x="67951" y="45192"/>
                      </a:lnTo>
                      <a:lnTo>
                        <a:pt x="70914" y="45655"/>
                      </a:lnTo>
                      <a:lnTo>
                        <a:pt x="72060" y="47693"/>
                      </a:lnTo>
                      <a:lnTo>
                        <a:pt x="71805" y="50888"/>
                      </a:lnTo>
                      <a:lnTo>
                        <a:pt x="66805" y="54684"/>
                      </a:lnTo>
                      <a:lnTo>
                        <a:pt x="67962" y="56919"/>
                      </a:lnTo>
                      <a:lnTo>
                        <a:pt x="72465" y="55993"/>
                      </a:lnTo>
                      <a:lnTo>
                        <a:pt x="74063" y="57555"/>
                      </a:lnTo>
                      <a:lnTo>
                        <a:pt x="69525" y="62811"/>
                      </a:lnTo>
                      <a:lnTo>
                        <a:pt x="79793" y="65137"/>
                      </a:lnTo>
                      <a:lnTo>
                        <a:pt x="80175" y="66538"/>
                      </a:lnTo>
                      <a:lnTo>
                        <a:pt x="75892" y="70208"/>
                      </a:lnTo>
                      <a:lnTo>
                        <a:pt x="72940" y="71389"/>
                      </a:lnTo>
                      <a:lnTo>
                        <a:pt x="72442" y="71435"/>
                      </a:lnTo>
                      <a:lnTo>
                        <a:pt x="72338" y="71620"/>
                      </a:lnTo>
                      <a:lnTo>
                        <a:pt x="70497" y="72361"/>
                      </a:lnTo>
                      <a:lnTo>
                        <a:pt x="69884" y="75880"/>
                      </a:lnTo>
                      <a:lnTo>
                        <a:pt x="67708" y="74456"/>
                      </a:lnTo>
                      <a:lnTo>
                        <a:pt x="63158" y="77153"/>
                      </a:lnTo>
                      <a:lnTo>
                        <a:pt x="56757" y="77952"/>
                      </a:lnTo>
                      <a:lnTo>
                        <a:pt x="52659" y="86101"/>
                      </a:lnTo>
                      <a:lnTo>
                        <a:pt x="59651" y="88255"/>
                      </a:lnTo>
                      <a:lnTo>
                        <a:pt x="60878" y="87363"/>
                      </a:lnTo>
                      <a:lnTo>
                        <a:pt x="61445" y="87109"/>
                      </a:lnTo>
                      <a:lnTo>
                        <a:pt x="63309" y="86622"/>
                      </a:lnTo>
                      <a:lnTo>
                        <a:pt x="66469" y="81089"/>
                      </a:lnTo>
                      <a:lnTo>
                        <a:pt x="68252" y="78508"/>
                      </a:lnTo>
                      <a:lnTo>
                        <a:pt x="72037" y="79561"/>
                      </a:lnTo>
                      <a:lnTo>
                        <a:pt x="76725" y="77350"/>
                      </a:lnTo>
                      <a:lnTo>
                        <a:pt x="81599" y="78288"/>
                      </a:lnTo>
                      <a:lnTo>
                        <a:pt x="85453" y="75093"/>
                      </a:lnTo>
                      <a:lnTo>
                        <a:pt x="86923" y="76019"/>
                      </a:lnTo>
                      <a:lnTo>
                        <a:pt x="89493" y="78149"/>
                      </a:lnTo>
                      <a:lnTo>
                        <a:pt x="84863" y="86703"/>
                      </a:lnTo>
                      <a:lnTo>
                        <a:pt x="91554" y="85048"/>
                      </a:lnTo>
                      <a:lnTo>
                        <a:pt x="91635" y="86993"/>
                      </a:lnTo>
                      <a:lnTo>
                        <a:pt x="74283" y="92248"/>
                      </a:lnTo>
                      <a:lnTo>
                        <a:pt x="73970" y="92213"/>
                      </a:lnTo>
                      <a:lnTo>
                        <a:pt x="67499" y="89945"/>
                      </a:lnTo>
                      <a:lnTo>
                        <a:pt x="64802" y="87884"/>
                      </a:lnTo>
                      <a:lnTo>
                        <a:pt x="61781" y="87305"/>
                      </a:lnTo>
                      <a:lnTo>
                        <a:pt x="60993" y="87653"/>
                      </a:lnTo>
                      <a:lnTo>
                        <a:pt x="60878" y="87711"/>
                      </a:lnTo>
                      <a:lnTo>
                        <a:pt x="60079" y="89377"/>
                      </a:lnTo>
                      <a:lnTo>
                        <a:pt x="63922" y="92213"/>
                      </a:lnTo>
                      <a:lnTo>
                        <a:pt x="64455" y="92642"/>
                      </a:lnTo>
                      <a:lnTo>
                        <a:pt x="62059" y="94587"/>
                      </a:lnTo>
                      <a:lnTo>
                        <a:pt x="61387" y="95073"/>
                      </a:lnTo>
                      <a:lnTo>
                        <a:pt x="59940" y="94320"/>
                      </a:lnTo>
                      <a:lnTo>
                        <a:pt x="55831" y="89852"/>
                      </a:lnTo>
                      <a:lnTo>
                        <a:pt x="55437" y="89192"/>
                      </a:lnTo>
                      <a:lnTo>
                        <a:pt x="53782" y="89609"/>
                      </a:lnTo>
                      <a:lnTo>
                        <a:pt x="47230" y="90350"/>
                      </a:lnTo>
                      <a:lnTo>
                        <a:pt x="46894" y="90049"/>
                      </a:lnTo>
                      <a:lnTo>
                        <a:pt x="43317" y="92260"/>
                      </a:lnTo>
                      <a:lnTo>
                        <a:pt x="41048" y="91021"/>
                      </a:lnTo>
                      <a:lnTo>
                        <a:pt x="40852" y="87930"/>
                      </a:lnTo>
                      <a:lnTo>
                        <a:pt x="33547" y="80070"/>
                      </a:lnTo>
                      <a:lnTo>
                        <a:pt x="33582" y="74873"/>
                      </a:lnTo>
                      <a:lnTo>
                        <a:pt x="29959" y="70555"/>
                      </a:lnTo>
                      <a:lnTo>
                        <a:pt x="31892" y="67638"/>
                      </a:lnTo>
                      <a:lnTo>
                        <a:pt x="19448" y="55784"/>
                      </a:lnTo>
                      <a:lnTo>
                        <a:pt x="17005" y="37668"/>
                      </a:lnTo>
                      <a:lnTo>
                        <a:pt x="14053" y="36186"/>
                      </a:lnTo>
                      <a:lnTo>
                        <a:pt x="13382" y="35850"/>
                      </a:lnTo>
                      <a:lnTo>
                        <a:pt x="12039" y="36151"/>
                      </a:lnTo>
                      <a:lnTo>
                        <a:pt x="2176" y="35191"/>
                      </a:lnTo>
                      <a:lnTo>
                        <a:pt x="0" y="34739"/>
                      </a:lnTo>
                      <a:lnTo>
                        <a:pt x="128" y="30630"/>
                      </a:lnTo>
                      <a:lnTo>
                        <a:pt x="915" y="29507"/>
                      </a:lnTo>
                      <a:lnTo>
                        <a:pt x="2269" y="27794"/>
                      </a:lnTo>
                      <a:lnTo>
                        <a:pt x="984" y="25895"/>
                      </a:lnTo>
                      <a:lnTo>
                        <a:pt x="1331" y="25768"/>
                      </a:lnTo>
                      <a:lnTo>
                        <a:pt x="2744" y="25745"/>
                      </a:lnTo>
                      <a:lnTo>
                        <a:pt x="2825" y="25212"/>
                      </a:lnTo>
                      <a:lnTo>
                        <a:pt x="3288" y="25039"/>
                      </a:lnTo>
                      <a:lnTo>
                        <a:pt x="5371" y="14690"/>
                      </a:lnTo>
                      <a:lnTo>
                        <a:pt x="8207" y="9307"/>
                      </a:lnTo>
                      <a:lnTo>
                        <a:pt x="10523" y="5545"/>
                      </a:lnTo>
                      <a:lnTo>
                        <a:pt x="14053" y="5522"/>
                      </a:lnTo>
                      <a:lnTo>
                        <a:pt x="17920" y="549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8" name="Freeform: Shape 277">
                  <a:extLst>
                    <a:ext uri="{FF2B5EF4-FFF2-40B4-BE49-F238E27FC236}">
                      <a16:creationId xmlns:a16="http://schemas.microsoft.com/office/drawing/2014/main" id="{2E18B87D-779D-67D1-7D84-BE5E6A1408EE}"/>
                    </a:ext>
                  </a:extLst>
                </p:cNvPr>
                <p:cNvSpPr/>
                <p:nvPr/>
              </p:nvSpPr>
              <p:spPr>
                <a:xfrm>
                  <a:off x="8415186" y="4188678"/>
                  <a:ext cx="69443" cy="122750"/>
                </a:xfrm>
                <a:custGeom>
                  <a:avLst/>
                  <a:gdLst>
                    <a:gd name="connsiteX0" fmla="*/ 8172 w 69443"/>
                    <a:gd name="connsiteY0" fmla="*/ 7606 h 122750"/>
                    <a:gd name="connsiteX1" fmla="*/ 12143 w 69443"/>
                    <a:gd name="connsiteY1" fmla="*/ 0 h 122750"/>
                    <a:gd name="connsiteX2" fmla="*/ 13254 w 69443"/>
                    <a:gd name="connsiteY2" fmla="*/ 845 h 122750"/>
                    <a:gd name="connsiteX3" fmla="*/ 18544 w 69443"/>
                    <a:gd name="connsiteY3" fmla="*/ 4028 h 122750"/>
                    <a:gd name="connsiteX4" fmla="*/ 20535 w 69443"/>
                    <a:gd name="connsiteY4" fmla="*/ 2894 h 122750"/>
                    <a:gd name="connsiteX5" fmla="*/ 22376 w 69443"/>
                    <a:gd name="connsiteY5" fmla="*/ 6830 h 122750"/>
                    <a:gd name="connsiteX6" fmla="*/ 35445 w 69443"/>
                    <a:gd name="connsiteY6" fmla="*/ 21230 h 122750"/>
                    <a:gd name="connsiteX7" fmla="*/ 43884 w 69443"/>
                    <a:gd name="connsiteY7" fmla="*/ 27620 h 122750"/>
                    <a:gd name="connsiteX8" fmla="*/ 46743 w 69443"/>
                    <a:gd name="connsiteY8" fmla="*/ 28129 h 122750"/>
                    <a:gd name="connsiteX9" fmla="*/ 47681 w 69443"/>
                    <a:gd name="connsiteY9" fmla="*/ 32401 h 122750"/>
                    <a:gd name="connsiteX10" fmla="*/ 41847 w 69443"/>
                    <a:gd name="connsiteY10" fmla="*/ 36869 h 122750"/>
                    <a:gd name="connsiteX11" fmla="*/ 41708 w 69443"/>
                    <a:gd name="connsiteY11" fmla="*/ 38779 h 122750"/>
                    <a:gd name="connsiteX12" fmla="*/ 43537 w 69443"/>
                    <a:gd name="connsiteY12" fmla="*/ 39277 h 122750"/>
                    <a:gd name="connsiteX13" fmla="*/ 43942 w 69443"/>
                    <a:gd name="connsiteY13" fmla="*/ 40307 h 122750"/>
                    <a:gd name="connsiteX14" fmla="*/ 51582 w 69443"/>
                    <a:gd name="connsiteY14" fmla="*/ 41476 h 122750"/>
                    <a:gd name="connsiteX15" fmla="*/ 52068 w 69443"/>
                    <a:gd name="connsiteY15" fmla="*/ 53214 h 122750"/>
                    <a:gd name="connsiteX16" fmla="*/ 54407 w 69443"/>
                    <a:gd name="connsiteY16" fmla="*/ 54094 h 122750"/>
                    <a:gd name="connsiteX17" fmla="*/ 61341 w 69443"/>
                    <a:gd name="connsiteY17" fmla="*/ 49973 h 122750"/>
                    <a:gd name="connsiteX18" fmla="*/ 63494 w 69443"/>
                    <a:gd name="connsiteY18" fmla="*/ 51166 h 122750"/>
                    <a:gd name="connsiteX19" fmla="*/ 63401 w 69443"/>
                    <a:gd name="connsiteY19" fmla="*/ 71307 h 122750"/>
                    <a:gd name="connsiteX20" fmla="*/ 65404 w 69443"/>
                    <a:gd name="connsiteY20" fmla="*/ 79098 h 122750"/>
                    <a:gd name="connsiteX21" fmla="*/ 66272 w 69443"/>
                    <a:gd name="connsiteY21" fmla="*/ 82466 h 122750"/>
                    <a:gd name="connsiteX22" fmla="*/ 66249 w 69443"/>
                    <a:gd name="connsiteY22" fmla="*/ 82976 h 122750"/>
                    <a:gd name="connsiteX23" fmla="*/ 67649 w 69443"/>
                    <a:gd name="connsiteY23" fmla="*/ 87803 h 122750"/>
                    <a:gd name="connsiteX24" fmla="*/ 69444 w 69443"/>
                    <a:gd name="connsiteY24" fmla="*/ 94749 h 122750"/>
                    <a:gd name="connsiteX25" fmla="*/ 66712 w 69443"/>
                    <a:gd name="connsiteY25" fmla="*/ 98383 h 122750"/>
                    <a:gd name="connsiteX26" fmla="*/ 62382 w 69443"/>
                    <a:gd name="connsiteY26" fmla="*/ 98592 h 122750"/>
                    <a:gd name="connsiteX27" fmla="*/ 58921 w 69443"/>
                    <a:gd name="connsiteY27" fmla="*/ 101879 h 122750"/>
                    <a:gd name="connsiteX28" fmla="*/ 58748 w 69443"/>
                    <a:gd name="connsiteY28" fmla="*/ 103952 h 122750"/>
                    <a:gd name="connsiteX29" fmla="*/ 63899 w 69443"/>
                    <a:gd name="connsiteY29" fmla="*/ 108605 h 122750"/>
                    <a:gd name="connsiteX30" fmla="*/ 66075 w 69443"/>
                    <a:gd name="connsiteY30" fmla="*/ 111071 h 122750"/>
                    <a:gd name="connsiteX31" fmla="*/ 67279 w 69443"/>
                    <a:gd name="connsiteY31" fmla="*/ 116801 h 122750"/>
                    <a:gd name="connsiteX32" fmla="*/ 67429 w 69443"/>
                    <a:gd name="connsiteY32" fmla="*/ 117773 h 122750"/>
                    <a:gd name="connsiteX33" fmla="*/ 65936 w 69443"/>
                    <a:gd name="connsiteY33" fmla="*/ 117287 h 122750"/>
                    <a:gd name="connsiteX34" fmla="*/ 66179 w 69443"/>
                    <a:gd name="connsiteY34" fmla="*/ 119660 h 122750"/>
                    <a:gd name="connsiteX35" fmla="*/ 62533 w 69443"/>
                    <a:gd name="connsiteY35" fmla="*/ 119347 h 122750"/>
                    <a:gd name="connsiteX36" fmla="*/ 58805 w 69443"/>
                    <a:gd name="connsiteY36" fmla="*/ 122751 h 122750"/>
                    <a:gd name="connsiteX37" fmla="*/ 51015 w 69443"/>
                    <a:gd name="connsiteY37" fmla="*/ 115585 h 122750"/>
                    <a:gd name="connsiteX38" fmla="*/ 52635 w 69443"/>
                    <a:gd name="connsiteY38" fmla="*/ 113606 h 122750"/>
                    <a:gd name="connsiteX39" fmla="*/ 52566 w 69443"/>
                    <a:gd name="connsiteY39" fmla="*/ 113501 h 122750"/>
                    <a:gd name="connsiteX40" fmla="*/ 52601 w 69443"/>
                    <a:gd name="connsiteY40" fmla="*/ 113455 h 122750"/>
                    <a:gd name="connsiteX41" fmla="*/ 51455 w 69443"/>
                    <a:gd name="connsiteY41" fmla="*/ 111649 h 122750"/>
                    <a:gd name="connsiteX42" fmla="*/ 48607 w 69443"/>
                    <a:gd name="connsiteY42" fmla="*/ 106961 h 122750"/>
                    <a:gd name="connsiteX43" fmla="*/ 49290 w 69443"/>
                    <a:gd name="connsiteY43" fmla="*/ 100606 h 122750"/>
                    <a:gd name="connsiteX44" fmla="*/ 47611 w 69443"/>
                    <a:gd name="connsiteY44" fmla="*/ 99402 h 122750"/>
                    <a:gd name="connsiteX45" fmla="*/ 47600 w 69443"/>
                    <a:gd name="connsiteY45" fmla="*/ 99298 h 122750"/>
                    <a:gd name="connsiteX46" fmla="*/ 44949 w 69443"/>
                    <a:gd name="connsiteY46" fmla="*/ 97446 h 122750"/>
                    <a:gd name="connsiteX47" fmla="*/ 44347 w 69443"/>
                    <a:gd name="connsiteY47" fmla="*/ 95038 h 122750"/>
                    <a:gd name="connsiteX48" fmla="*/ 39242 w 69443"/>
                    <a:gd name="connsiteY48" fmla="*/ 92468 h 122750"/>
                    <a:gd name="connsiteX49" fmla="*/ 38988 w 69443"/>
                    <a:gd name="connsiteY49" fmla="*/ 88671 h 122750"/>
                    <a:gd name="connsiteX50" fmla="*/ 36036 w 69443"/>
                    <a:gd name="connsiteY50" fmla="*/ 87548 h 122750"/>
                    <a:gd name="connsiteX51" fmla="*/ 29947 w 69443"/>
                    <a:gd name="connsiteY51" fmla="*/ 91623 h 122750"/>
                    <a:gd name="connsiteX52" fmla="*/ 27944 w 69443"/>
                    <a:gd name="connsiteY52" fmla="*/ 82247 h 122750"/>
                    <a:gd name="connsiteX53" fmla="*/ 28326 w 69443"/>
                    <a:gd name="connsiteY53" fmla="*/ 79006 h 122750"/>
                    <a:gd name="connsiteX54" fmla="*/ 29935 w 69443"/>
                    <a:gd name="connsiteY54" fmla="*/ 74954 h 122750"/>
                    <a:gd name="connsiteX55" fmla="*/ 28835 w 69443"/>
                    <a:gd name="connsiteY55" fmla="*/ 69687 h 122750"/>
                    <a:gd name="connsiteX56" fmla="*/ 25837 w 69443"/>
                    <a:gd name="connsiteY56" fmla="*/ 70520 h 122750"/>
                    <a:gd name="connsiteX57" fmla="*/ 24888 w 69443"/>
                    <a:gd name="connsiteY57" fmla="*/ 73854 h 122750"/>
                    <a:gd name="connsiteX58" fmla="*/ 26034 w 69443"/>
                    <a:gd name="connsiteY58" fmla="*/ 69166 h 122750"/>
                    <a:gd name="connsiteX59" fmla="*/ 24483 w 69443"/>
                    <a:gd name="connsiteY59" fmla="*/ 67580 h 122750"/>
                    <a:gd name="connsiteX60" fmla="*/ 24089 w 69443"/>
                    <a:gd name="connsiteY60" fmla="*/ 69432 h 122750"/>
                    <a:gd name="connsiteX61" fmla="*/ 23522 w 69443"/>
                    <a:gd name="connsiteY61" fmla="*/ 67534 h 122750"/>
                    <a:gd name="connsiteX62" fmla="*/ 23788 w 69443"/>
                    <a:gd name="connsiteY62" fmla="*/ 65820 h 122750"/>
                    <a:gd name="connsiteX63" fmla="*/ 26416 w 69443"/>
                    <a:gd name="connsiteY63" fmla="*/ 53446 h 122750"/>
                    <a:gd name="connsiteX64" fmla="*/ 28951 w 69443"/>
                    <a:gd name="connsiteY64" fmla="*/ 51976 h 122750"/>
                    <a:gd name="connsiteX65" fmla="*/ 28951 w 69443"/>
                    <a:gd name="connsiteY65" fmla="*/ 48630 h 122750"/>
                    <a:gd name="connsiteX66" fmla="*/ 23638 w 69443"/>
                    <a:gd name="connsiteY66" fmla="*/ 44463 h 122750"/>
                    <a:gd name="connsiteX67" fmla="*/ 20373 w 69443"/>
                    <a:gd name="connsiteY67" fmla="*/ 47183 h 122750"/>
                    <a:gd name="connsiteX68" fmla="*/ 15905 w 69443"/>
                    <a:gd name="connsiteY68" fmla="*/ 44220 h 122750"/>
                    <a:gd name="connsiteX69" fmla="*/ 15766 w 69443"/>
                    <a:gd name="connsiteY69" fmla="*/ 44023 h 122750"/>
                    <a:gd name="connsiteX70" fmla="*/ 12467 w 69443"/>
                    <a:gd name="connsiteY70" fmla="*/ 37529 h 122750"/>
                    <a:gd name="connsiteX71" fmla="*/ 10441 w 69443"/>
                    <a:gd name="connsiteY71" fmla="*/ 35990 h 122750"/>
                    <a:gd name="connsiteX72" fmla="*/ 7108 w 69443"/>
                    <a:gd name="connsiteY72" fmla="*/ 30977 h 122750"/>
                    <a:gd name="connsiteX73" fmla="*/ 6841 w 69443"/>
                    <a:gd name="connsiteY73" fmla="*/ 30340 h 122750"/>
                    <a:gd name="connsiteX74" fmla="*/ 4862 w 69443"/>
                    <a:gd name="connsiteY74" fmla="*/ 25676 h 122750"/>
                    <a:gd name="connsiteX75" fmla="*/ 2882 w 69443"/>
                    <a:gd name="connsiteY75" fmla="*/ 24610 h 122750"/>
                    <a:gd name="connsiteX76" fmla="*/ 2639 w 69443"/>
                    <a:gd name="connsiteY76" fmla="*/ 24251 h 122750"/>
                    <a:gd name="connsiteX77" fmla="*/ 2466 w 69443"/>
                    <a:gd name="connsiteY77" fmla="*/ 16519 h 122750"/>
                    <a:gd name="connsiteX78" fmla="*/ 0 w 69443"/>
                    <a:gd name="connsiteY78" fmla="*/ 14319 h 122750"/>
                    <a:gd name="connsiteX79" fmla="*/ 3901 w 69443"/>
                    <a:gd name="connsiteY79" fmla="*/ 9307 h 122750"/>
                    <a:gd name="connsiteX80" fmla="*/ 6841 w 69443"/>
                    <a:gd name="connsiteY80" fmla="*/ 8138 h 122750"/>
                    <a:gd name="connsiteX81" fmla="*/ 8172 w 69443"/>
                    <a:gd name="connsiteY81" fmla="*/ 7606 h 122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</a:cxnLst>
                  <a:rect l="l" t="t" r="r" b="b"/>
                  <a:pathLst>
                    <a:path w="69443" h="122750">
                      <a:moveTo>
                        <a:pt x="8172" y="7606"/>
                      </a:moveTo>
                      <a:lnTo>
                        <a:pt x="12143" y="0"/>
                      </a:lnTo>
                      <a:lnTo>
                        <a:pt x="13254" y="845"/>
                      </a:lnTo>
                      <a:lnTo>
                        <a:pt x="18544" y="4028"/>
                      </a:lnTo>
                      <a:lnTo>
                        <a:pt x="20535" y="2894"/>
                      </a:lnTo>
                      <a:lnTo>
                        <a:pt x="22376" y="6830"/>
                      </a:lnTo>
                      <a:lnTo>
                        <a:pt x="35445" y="21230"/>
                      </a:lnTo>
                      <a:lnTo>
                        <a:pt x="43884" y="27620"/>
                      </a:lnTo>
                      <a:lnTo>
                        <a:pt x="46743" y="28129"/>
                      </a:lnTo>
                      <a:lnTo>
                        <a:pt x="47681" y="32401"/>
                      </a:lnTo>
                      <a:lnTo>
                        <a:pt x="41847" y="36869"/>
                      </a:lnTo>
                      <a:lnTo>
                        <a:pt x="41708" y="38779"/>
                      </a:lnTo>
                      <a:lnTo>
                        <a:pt x="43537" y="39277"/>
                      </a:lnTo>
                      <a:lnTo>
                        <a:pt x="43942" y="40307"/>
                      </a:lnTo>
                      <a:lnTo>
                        <a:pt x="51582" y="41476"/>
                      </a:lnTo>
                      <a:lnTo>
                        <a:pt x="52068" y="53214"/>
                      </a:lnTo>
                      <a:lnTo>
                        <a:pt x="54407" y="54094"/>
                      </a:lnTo>
                      <a:lnTo>
                        <a:pt x="61341" y="49973"/>
                      </a:lnTo>
                      <a:lnTo>
                        <a:pt x="63494" y="51166"/>
                      </a:lnTo>
                      <a:lnTo>
                        <a:pt x="63401" y="71307"/>
                      </a:lnTo>
                      <a:lnTo>
                        <a:pt x="65404" y="79098"/>
                      </a:lnTo>
                      <a:lnTo>
                        <a:pt x="66272" y="82466"/>
                      </a:lnTo>
                      <a:lnTo>
                        <a:pt x="66249" y="82976"/>
                      </a:lnTo>
                      <a:lnTo>
                        <a:pt x="67649" y="87803"/>
                      </a:lnTo>
                      <a:lnTo>
                        <a:pt x="69444" y="94749"/>
                      </a:lnTo>
                      <a:lnTo>
                        <a:pt x="66712" y="98383"/>
                      </a:lnTo>
                      <a:lnTo>
                        <a:pt x="62382" y="98592"/>
                      </a:lnTo>
                      <a:lnTo>
                        <a:pt x="58921" y="101879"/>
                      </a:lnTo>
                      <a:lnTo>
                        <a:pt x="58748" y="103952"/>
                      </a:lnTo>
                      <a:lnTo>
                        <a:pt x="63899" y="108605"/>
                      </a:lnTo>
                      <a:lnTo>
                        <a:pt x="66075" y="111071"/>
                      </a:lnTo>
                      <a:lnTo>
                        <a:pt x="67279" y="116801"/>
                      </a:lnTo>
                      <a:lnTo>
                        <a:pt x="67429" y="117773"/>
                      </a:lnTo>
                      <a:lnTo>
                        <a:pt x="65936" y="117287"/>
                      </a:lnTo>
                      <a:lnTo>
                        <a:pt x="66179" y="119660"/>
                      </a:lnTo>
                      <a:lnTo>
                        <a:pt x="62533" y="119347"/>
                      </a:lnTo>
                      <a:lnTo>
                        <a:pt x="58805" y="122751"/>
                      </a:lnTo>
                      <a:lnTo>
                        <a:pt x="51015" y="115585"/>
                      </a:lnTo>
                      <a:lnTo>
                        <a:pt x="52635" y="113606"/>
                      </a:lnTo>
                      <a:lnTo>
                        <a:pt x="52566" y="113501"/>
                      </a:lnTo>
                      <a:lnTo>
                        <a:pt x="52601" y="113455"/>
                      </a:lnTo>
                      <a:lnTo>
                        <a:pt x="51455" y="111649"/>
                      </a:lnTo>
                      <a:lnTo>
                        <a:pt x="48607" y="106961"/>
                      </a:lnTo>
                      <a:lnTo>
                        <a:pt x="49290" y="100606"/>
                      </a:lnTo>
                      <a:lnTo>
                        <a:pt x="47611" y="99402"/>
                      </a:lnTo>
                      <a:lnTo>
                        <a:pt x="47600" y="99298"/>
                      </a:lnTo>
                      <a:lnTo>
                        <a:pt x="44949" y="97446"/>
                      </a:lnTo>
                      <a:lnTo>
                        <a:pt x="44347" y="95038"/>
                      </a:lnTo>
                      <a:lnTo>
                        <a:pt x="39242" y="92468"/>
                      </a:lnTo>
                      <a:lnTo>
                        <a:pt x="38988" y="88671"/>
                      </a:lnTo>
                      <a:lnTo>
                        <a:pt x="36036" y="87548"/>
                      </a:lnTo>
                      <a:lnTo>
                        <a:pt x="29947" y="91623"/>
                      </a:lnTo>
                      <a:lnTo>
                        <a:pt x="27944" y="82247"/>
                      </a:lnTo>
                      <a:lnTo>
                        <a:pt x="28326" y="79006"/>
                      </a:lnTo>
                      <a:lnTo>
                        <a:pt x="29935" y="74954"/>
                      </a:lnTo>
                      <a:lnTo>
                        <a:pt x="28835" y="69687"/>
                      </a:lnTo>
                      <a:lnTo>
                        <a:pt x="25837" y="70520"/>
                      </a:lnTo>
                      <a:lnTo>
                        <a:pt x="24888" y="73854"/>
                      </a:lnTo>
                      <a:lnTo>
                        <a:pt x="26034" y="69166"/>
                      </a:lnTo>
                      <a:lnTo>
                        <a:pt x="24483" y="67580"/>
                      </a:lnTo>
                      <a:lnTo>
                        <a:pt x="24089" y="69432"/>
                      </a:lnTo>
                      <a:lnTo>
                        <a:pt x="23522" y="67534"/>
                      </a:lnTo>
                      <a:lnTo>
                        <a:pt x="23788" y="65820"/>
                      </a:lnTo>
                      <a:lnTo>
                        <a:pt x="26416" y="53446"/>
                      </a:lnTo>
                      <a:lnTo>
                        <a:pt x="28951" y="51976"/>
                      </a:lnTo>
                      <a:lnTo>
                        <a:pt x="28951" y="48630"/>
                      </a:lnTo>
                      <a:lnTo>
                        <a:pt x="23638" y="44463"/>
                      </a:lnTo>
                      <a:lnTo>
                        <a:pt x="20373" y="47183"/>
                      </a:lnTo>
                      <a:lnTo>
                        <a:pt x="15905" y="44220"/>
                      </a:lnTo>
                      <a:lnTo>
                        <a:pt x="15766" y="44023"/>
                      </a:lnTo>
                      <a:lnTo>
                        <a:pt x="12467" y="37529"/>
                      </a:lnTo>
                      <a:lnTo>
                        <a:pt x="10441" y="35990"/>
                      </a:lnTo>
                      <a:lnTo>
                        <a:pt x="7108" y="30977"/>
                      </a:lnTo>
                      <a:lnTo>
                        <a:pt x="6841" y="30340"/>
                      </a:lnTo>
                      <a:lnTo>
                        <a:pt x="4862" y="25676"/>
                      </a:lnTo>
                      <a:lnTo>
                        <a:pt x="2882" y="24610"/>
                      </a:lnTo>
                      <a:lnTo>
                        <a:pt x="2639" y="24251"/>
                      </a:lnTo>
                      <a:lnTo>
                        <a:pt x="2466" y="16519"/>
                      </a:lnTo>
                      <a:lnTo>
                        <a:pt x="0" y="14319"/>
                      </a:lnTo>
                      <a:lnTo>
                        <a:pt x="3901" y="9307"/>
                      </a:lnTo>
                      <a:lnTo>
                        <a:pt x="6841" y="8138"/>
                      </a:lnTo>
                      <a:lnTo>
                        <a:pt x="8172" y="760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9" name="Freeform: Shape 278">
                  <a:extLst>
                    <a:ext uri="{FF2B5EF4-FFF2-40B4-BE49-F238E27FC236}">
                      <a16:creationId xmlns:a16="http://schemas.microsoft.com/office/drawing/2014/main" id="{2B9E9803-6E59-480A-B529-DFF1BD58D77C}"/>
                    </a:ext>
                  </a:extLst>
                </p:cNvPr>
                <p:cNvSpPr/>
                <p:nvPr/>
              </p:nvSpPr>
              <p:spPr>
                <a:xfrm>
                  <a:off x="9772469" y="1315342"/>
                  <a:ext cx="63724" cy="101851"/>
                </a:xfrm>
                <a:custGeom>
                  <a:avLst/>
                  <a:gdLst>
                    <a:gd name="connsiteX0" fmla="*/ 23707 w 63724"/>
                    <a:gd name="connsiteY0" fmla="*/ 3284 h 101851"/>
                    <a:gd name="connsiteX1" fmla="*/ 23800 w 63724"/>
                    <a:gd name="connsiteY1" fmla="*/ 3307 h 101851"/>
                    <a:gd name="connsiteX2" fmla="*/ 29993 w 63724"/>
                    <a:gd name="connsiteY2" fmla="*/ 0 h 101851"/>
                    <a:gd name="connsiteX3" fmla="*/ 32945 w 63724"/>
                    <a:gd name="connsiteY3" fmla="*/ 7147 h 101851"/>
                    <a:gd name="connsiteX4" fmla="*/ 32771 w 63724"/>
                    <a:gd name="connsiteY4" fmla="*/ 8435 h 101851"/>
                    <a:gd name="connsiteX5" fmla="*/ 29669 w 63724"/>
                    <a:gd name="connsiteY5" fmla="*/ 22231 h 101851"/>
                    <a:gd name="connsiteX6" fmla="*/ 29773 w 63724"/>
                    <a:gd name="connsiteY6" fmla="*/ 22399 h 101851"/>
                    <a:gd name="connsiteX7" fmla="*/ 29125 w 63724"/>
                    <a:gd name="connsiteY7" fmla="*/ 23530 h 101851"/>
                    <a:gd name="connsiteX8" fmla="*/ 30537 w 63724"/>
                    <a:gd name="connsiteY8" fmla="*/ 23538 h 101851"/>
                    <a:gd name="connsiteX9" fmla="*/ 30803 w 63724"/>
                    <a:gd name="connsiteY9" fmla="*/ 23949 h 101851"/>
                    <a:gd name="connsiteX10" fmla="*/ 32435 w 63724"/>
                    <a:gd name="connsiteY10" fmla="*/ 23549 h 101851"/>
                    <a:gd name="connsiteX11" fmla="*/ 32910 w 63724"/>
                    <a:gd name="connsiteY11" fmla="*/ 23552 h 101851"/>
                    <a:gd name="connsiteX12" fmla="*/ 36672 w 63724"/>
                    <a:gd name="connsiteY12" fmla="*/ 15898 h 101851"/>
                    <a:gd name="connsiteX13" fmla="*/ 36082 w 63724"/>
                    <a:gd name="connsiteY13" fmla="*/ 13338 h 101851"/>
                    <a:gd name="connsiteX14" fmla="*/ 36661 w 63724"/>
                    <a:gd name="connsiteY14" fmla="*/ 10733 h 101851"/>
                    <a:gd name="connsiteX15" fmla="*/ 38420 w 63724"/>
                    <a:gd name="connsiteY15" fmla="*/ 6906 h 101851"/>
                    <a:gd name="connsiteX16" fmla="*/ 37749 w 63724"/>
                    <a:gd name="connsiteY16" fmla="*/ 5852 h 101851"/>
                    <a:gd name="connsiteX17" fmla="*/ 37760 w 63724"/>
                    <a:gd name="connsiteY17" fmla="*/ 5769 h 101851"/>
                    <a:gd name="connsiteX18" fmla="*/ 38628 w 63724"/>
                    <a:gd name="connsiteY18" fmla="*/ 6301 h 101851"/>
                    <a:gd name="connsiteX19" fmla="*/ 37957 w 63724"/>
                    <a:gd name="connsiteY19" fmla="*/ 4868 h 101851"/>
                    <a:gd name="connsiteX20" fmla="*/ 37992 w 63724"/>
                    <a:gd name="connsiteY20" fmla="*/ 4725 h 101851"/>
                    <a:gd name="connsiteX21" fmla="*/ 40955 w 63724"/>
                    <a:gd name="connsiteY21" fmla="*/ 3975 h 101851"/>
                    <a:gd name="connsiteX22" fmla="*/ 41025 w 63724"/>
                    <a:gd name="connsiteY22" fmla="*/ 3658 h 101851"/>
                    <a:gd name="connsiteX23" fmla="*/ 41083 w 63724"/>
                    <a:gd name="connsiteY23" fmla="*/ 3644 h 101851"/>
                    <a:gd name="connsiteX24" fmla="*/ 41742 w 63724"/>
                    <a:gd name="connsiteY24" fmla="*/ 1613 h 101851"/>
                    <a:gd name="connsiteX25" fmla="*/ 42310 w 63724"/>
                    <a:gd name="connsiteY25" fmla="*/ 6094 h 101851"/>
                    <a:gd name="connsiteX26" fmla="*/ 44370 w 63724"/>
                    <a:gd name="connsiteY26" fmla="*/ 8420 h 101851"/>
                    <a:gd name="connsiteX27" fmla="*/ 46894 w 63724"/>
                    <a:gd name="connsiteY27" fmla="*/ 5951 h 101851"/>
                    <a:gd name="connsiteX28" fmla="*/ 47450 w 63724"/>
                    <a:gd name="connsiteY28" fmla="*/ 7076 h 101851"/>
                    <a:gd name="connsiteX29" fmla="*/ 48897 w 63724"/>
                    <a:gd name="connsiteY29" fmla="*/ 8834 h 101851"/>
                    <a:gd name="connsiteX30" fmla="*/ 49684 w 63724"/>
                    <a:gd name="connsiteY30" fmla="*/ 8705 h 101851"/>
                    <a:gd name="connsiteX31" fmla="*/ 49834 w 63724"/>
                    <a:gd name="connsiteY31" fmla="*/ 8856 h 101851"/>
                    <a:gd name="connsiteX32" fmla="*/ 50008 w 63724"/>
                    <a:gd name="connsiteY32" fmla="*/ 8652 h 101851"/>
                    <a:gd name="connsiteX33" fmla="*/ 50957 w 63724"/>
                    <a:gd name="connsiteY33" fmla="*/ 8499 h 101851"/>
                    <a:gd name="connsiteX34" fmla="*/ 52450 w 63724"/>
                    <a:gd name="connsiteY34" fmla="*/ 5780 h 101851"/>
                    <a:gd name="connsiteX35" fmla="*/ 52670 w 63724"/>
                    <a:gd name="connsiteY35" fmla="*/ 9414 h 101851"/>
                    <a:gd name="connsiteX36" fmla="*/ 56421 w 63724"/>
                    <a:gd name="connsiteY36" fmla="*/ 8060 h 101851"/>
                    <a:gd name="connsiteX37" fmla="*/ 56455 w 63724"/>
                    <a:gd name="connsiteY37" fmla="*/ 9463 h 101851"/>
                    <a:gd name="connsiteX38" fmla="*/ 56479 w 63724"/>
                    <a:gd name="connsiteY38" fmla="*/ 9467 h 101851"/>
                    <a:gd name="connsiteX39" fmla="*/ 58192 w 63724"/>
                    <a:gd name="connsiteY39" fmla="*/ 9226 h 101851"/>
                    <a:gd name="connsiteX40" fmla="*/ 57300 w 63724"/>
                    <a:gd name="connsiteY40" fmla="*/ 9955 h 101851"/>
                    <a:gd name="connsiteX41" fmla="*/ 55506 w 63724"/>
                    <a:gd name="connsiteY41" fmla="*/ 11150 h 101851"/>
                    <a:gd name="connsiteX42" fmla="*/ 57254 w 63724"/>
                    <a:gd name="connsiteY42" fmla="*/ 14833 h 101851"/>
                    <a:gd name="connsiteX43" fmla="*/ 60345 w 63724"/>
                    <a:gd name="connsiteY43" fmla="*/ 14420 h 101851"/>
                    <a:gd name="connsiteX44" fmla="*/ 60299 w 63724"/>
                    <a:gd name="connsiteY44" fmla="*/ 14149 h 101851"/>
                    <a:gd name="connsiteX45" fmla="*/ 60634 w 63724"/>
                    <a:gd name="connsiteY45" fmla="*/ 14252 h 101851"/>
                    <a:gd name="connsiteX46" fmla="*/ 60519 w 63724"/>
                    <a:gd name="connsiteY46" fmla="*/ 14398 h 101851"/>
                    <a:gd name="connsiteX47" fmla="*/ 60854 w 63724"/>
                    <a:gd name="connsiteY47" fmla="*/ 14353 h 101851"/>
                    <a:gd name="connsiteX48" fmla="*/ 61456 w 63724"/>
                    <a:gd name="connsiteY48" fmla="*/ 16358 h 101851"/>
                    <a:gd name="connsiteX49" fmla="*/ 61503 w 63724"/>
                    <a:gd name="connsiteY49" fmla="*/ 16331 h 101851"/>
                    <a:gd name="connsiteX50" fmla="*/ 61514 w 63724"/>
                    <a:gd name="connsiteY50" fmla="*/ 16374 h 101851"/>
                    <a:gd name="connsiteX51" fmla="*/ 63644 w 63724"/>
                    <a:gd name="connsiteY51" fmla="*/ 15308 h 101851"/>
                    <a:gd name="connsiteX52" fmla="*/ 63725 w 63724"/>
                    <a:gd name="connsiteY52" fmla="*/ 15573 h 101851"/>
                    <a:gd name="connsiteX53" fmla="*/ 63621 w 63724"/>
                    <a:gd name="connsiteY53" fmla="*/ 16794 h 101851"/>
                    <a:gd name="connsiteX54" fmla="*/ 56027 w 63724"/>
                    <a:gd name="connsiteY54" fmla="*/ 17889 h 101851"/>
                    <a:gd name="connsiteX55" fmla="*/ 54326 w 63724"/>
                    <a:gd name="connsiteY55" fmla="*/ 18010 h 101851"/>
                    <a:gd name="connsiteX56" fmla="*/ 54152 w 63724"/>
                    <a:gd name="connsiteY56" fmla="*/ 18160 h 101851"/>
                    <a:gd name="connsiteX57" fmla="*/ 53399 w 63724"/>
                    <a:gd name="connsiteY57" fmla="*/ 18269 h 101851"/>
                    <a:gd name="connsiteX58" fmla="*/ 50945 w 63724"/>
                    <a:gd name="connsiteY58" fmla="*/ 20602 h 101851"/>
                    <a:gd name="connsiteX59" fmla="*/ 52288 w 63724"/>
                    <a:gd name="connsiteY59" fmla="*/ 23603 h 101851"/>
                    <a:gd name="connsiteX60" fmla="*/ 55784 w 63724"/>
                    <a:gd name="connsiteY60" fmla="*/ 23693 h 101851"/>
                    <a:gd name="connsiteX61" fmla="*/ 56178 w 63724"/>
                    <a:gd name="connsiteY61" fmla="*/ 24254 h 101851"/>
                    <a:gd name="connsiteX62" fmla="*/ 56629 w 63724"/>
                    <a:gd name="connsiteY62" fmla="*/ 26659 h 101851"/>
                    <a:gd name="connsiteX63" fmla="*/ 58122 w 63724"/>
                    <a:gd name="connsiteY63" fmla="*/ 26951 h 101851"/>
                    <a:gd name="connsiteX64" fmla="*/ 58886 w 63724"/>
                    <a:gd name="connsiteY64" fmla="*/ 28002 h 101851"/>
                    <a:gd name="connsiteX65" fmla="*/ 58817 w 63724"/>
                    <a:gd name="connsiteY65" fmla="*/ 28839 h 101851"/>
                    <a:gd name="connsiteX66" fmla="*/ 57590 w 63724"/>
                    <a:gd name="connsiteY66" fmla="*/ 31286 h 101851"/>
                    <a:gd name="connsiteX67" fmla="*/ 58087 w 63724"/>
                    <a:gd name="connsiteY67" fmla="*/ 37854 h 101851"/>
                    <a:gd name="connsiteX68" fmla="*/ 58065 w 63724"/>
                    <a:gd name="connsiteY68" fmla="*/ 38064 h 101851"/>
                    <a:gd name="connsiteX69" fmla="*/ 51131 w 63724"/>
                    <a:gd name="connsiteY69" fmla="*/ 34258 h 101851"/>
                    <a:gd name="connsiteX70" fmla="*/ 51049 w 63724"/>
                    <a:gd name="connsiteY70" fmla="*/ 34314 h 101851"/>
                    <a:gd name="connsiteX71" fmla="*/ 50992 w 63724"/>
                    <a:gd name="connsiteY71" fmla="*/ 34285 h 101851"/>
                    <a:gd name="connsiteX72" fmla="*/ 50910 w 63724"/>
                    <a:gd name="connsiteY72" fmla="*/ 34416 h 101851"/>
                    <a:gd name="connsiteX73" fmla="*/ 49325 w 63724"/>
                    <a:gd name="connsiteY73" fmla="*/ 35565 h 101851"/>
                    <a:gd name="connsiteX74" fmla="*/ 45644 w 63724"/>
                    <a:gd name="connsiteY74" fmla="*/ 32764 h 101851"/>
                    <a:gd name="connsiteX75" fmla="*/ 45528 w 63724"/>
                    <a:gd name="connsiteY75" fmla="*/ 32825 h 101851"/>
                    <a:gd name="connsiteX76" fmla="*/ 45516 w 63724"/>
                    <a:gd name="connsiteY76" fmla="*/ 32812 h 101851"/>
                    <a:gd name="connsiteX77" fmla="*/ 44822 w 63724"/>
                    <a:gd name="connsiteY77" fmla="*/ 33204 h 101851"/>
                    <a:gd name="connsiteX78" fmla="*/ 42148 w 63724"/>
                    <a:gd name="connsiteY78" fmla="*/ 34634 h 101851"/>
                    <a:gd name="connsiteX79" fmla="*/ 42703 w 63724"/>
                    <a:gd name="connsiteY79" fmla="*/ 35048 h 101851"/>
                    <a:gd name="connsiteX80" fmla="*/ 46651 w 63724"/>
                    <a:gd name="connsiteY80" fmla="*/ 38280 h 101851"/>
                    <a:gd name="connsiteX81" fmla="*/ 47866 w 63724"/>
                    <a:gd name="connsiteY81" fmla="*/ 41563 h 101851"/>
                    <a:gd name="connsiteX82" fmla="*/ 46361 w 63724"/>
                    <a:gd name="connsiteY82" fmla="*/ 42731 h 101851"/>
                    <a:gd name="connsiteX83" fmla="*/ 47021 w 63724"/>
                    <a:gd name="connsiteY83" fmla="*/ 43112 h 101851"/>
                    <a:gd name="connsiteX84" fmla="*/ 46824 w 63724"/>
                    <a:gd name="connsiteY84" fmla="*/ 43360 h 101851"/>
                    <a:gd name="connsiteX85" fmla="*/ 49927 w 63724"/>
                    <a:gd name="connsiteY85" fmla="*/ 45700 h 101851"/>
                    <a:gd name="connsiteX86" fmla="*/ 49764 w 63724"/>
                    <a:gd name="connsiteY86" fmla="*/ 47974 h 101851"/>
                    <a:gd name="connsiteX87" fmla="*/ 52844 w 63724"/>
                    <a:gd name="connsiteY87" fmla="*/ 49795 h 101851"/>
                    <a:gd name="connsiteX88" fmla="*/ 51941 w 63724"/>
                    <a:gd name="connsiteY88" fmla="*/ 50994 h 101851"/>
                    <a:gd name="connsiteX89" fmla="*/ 40747 w 63724"/>
                    <a:gd name="connsiteY89" fmla="*/ 49933 h 101851"/>
                    <a:gd name="connsiteX90" fmla="*/ 38571 w 63724"/>
                    <a:gd name="connsiteY90" fmla="*/ 51751 h 101851"/>
                    <a:gd name="connsiteX91" fmla="*/ 33859 w 63724"/>
                    <a:gd name="connsiteY91" fmla="*/ 51963 h 101851"/>
                    <a:gd name="connsiteX92" fmla="*/ 42159 w 63724"/>
                    <a:gd name="connsiteY92" fmla="*/ 55597 h 101851"/>
                    <a:gd name="connsiteX93" fmla="*/ 46720 w 63724"/>
                    <a:gd name="connsiteY93" fmla="*/ 53182 h 101851"/>
                    <a:gd name="connsiteX94" fmla="*/ 49220 w 63724"/>
                    <a:gd name="connsiteY94" fmla="*/ 56489 h 101851"/>
                    <a:gd name="connsiteX95" fmla="*/ 48086 w 63724"/>
                    <a:gd name="connsiteY95" fmla="*/ 63574 h 101851"/>
                    <a:gd name="connsiteX96" fmla="*/ 42078 w 63724"/>
                    <a:gd name="connsiteY96" fmla="*/ 68766 h 101851"/>
                    <a:gd name="connsiteX97" fmla="*/ 41326 w 63724"/>
                    <a:gd name="connsiteY97" fmla="*/ 72796 h 101851"/>
                    <a:gd name="connsiteX98" fmla="*/ 37923 w 63724"/>
                    <a:gd name="connsiteY98" fmla="*/ 72534 h 101851"/>
                    <a:gd name="connsiteX99" fmla="*/ 36730 w 63724"/>
                    <a:gd name="connsiteY99" fmla="*/ 73914 h 101851"/>
                    <a:gd name="connsiteX100" fmla="*/ 35329 w 63724"/>
                    <a:gd name="connsiteY100" fmla="*/ 81755 h 101851"/>
                    <a:gd name="connsiteX101" fmla="*/ 32956 w 63724"/>
                    <a:gd name="connsiteY101" fmla="*/ 84458 h 101851"/>
                    <a:gd name="connsiteX102" fmla="*/ 34415 w 63724"/>
                    <a:gd name="connsiteY102" fmla="*/ 87372 h 101851"/>
                    <a:gd name="connsiteX103" fmla="*/ 37529 w 63724"/>
                    <a:gd name="connsiteY103" fmla="*/ 86781 h 101851"/>
                    <a:gd name="connsiteX104" fmla="*/ 41164 w 63724"/>
                    <a:gd name="connsiteY104" fmla="*/ 91263 h 101851"/>
                    <a:gd name="connsiteX105" fmla="*/ 43629 w 63724"/>
                    <a:gd name="connsiteY105" fmla="*/ 87576 h 101851"/>
                    <a:gd name="connsiteX106" fmla="*/ 44081 w 63724"/>
                    <a:gd name="connsiteY106" fmla="*/ 94721 h 101851"/>
                    <a:gd name="connsiteX107" fmla="*/ 41256 w 63724"/>
                    <a:gd name="connsiteY107" fmla="*/ 95592 h 101851"/>
                    <a:gd name="connsiteX108" fmla="*/ 41152 w 63724"/>
                    <a:gd name="connsiteY108" fmla="*/ 95470 h 101851"/>
                    <a:gd name="connsiteX109" fmla="*/ 41025 w 63724"/>
                    <a:gd name="connsiteY109" fmla="*/ 95667 h 101851"/>
                    <a:gd name="connsiteX110" fmla="*/ 40724 w 63724"/>
                    <a:gd name="connsiteY110" fmla="*/ 95758 h 101851"/>
                    <a:gd name="connsiteX111" fmla="*/ 38999 w 63724"/>
                    <a:gd name="connsiteY111" fmla="*/ 98438 h 101851"/>
                    <a:gd name="connsiteX112" fmla="*/ 37286 w 63724"/>
                    <a:gd name="connsiteY112" fmla="*/ 101083 h 101851"/>
                    <a:gd name="connsiteX113" fmla="*/ 35607 w 63724"/>
                    <a:gd name="connsiteY113" fmla="*/ 98269 h 101851"/>
                    <a:gd name="connsiteX114" fmla="*/ 35283 w 63724"/>
                    <a:gd name="connsiteY114" fmla="*/ 98403 h 101851"/>
                    <a:gd name="connsiteX115" fmla="*/ 34936 w 63724"/>
                    <a:gd name="connsiteY115" fmla="*/ 97931 h 101851"/>
                    <a:gd name="connsiteX116" fmla="*/ 33512 w 63724"/>
                    <a:gd name="connsiteY116" fmla="*/ 98438 h 101851"/>
                    <a:gd name="connsiteX117" fmla="*/ 32273 w 63724"/>
                    <a:gd name="connsiteY117" fmla="*/ 98875 h 101851"/>
                    <a:gd name="connsiteX118" fmla="*/ 30919 w 63724"/>
                    <a:gd name="connsiteY118" fmla="*/ 98437 h 101851"/>
                    <a:gd name="connsiteX119" fmla="*/ 23707 w 63724"/>
                    <a:gd name="connsiteY119" fmla="*/ 95841 h 101851"/>
                    <a:gd name="connsiteX120" fmla="*/ 23568 w 63724"/>
                    <a:gd name="connsiteY120" fmla="*/ 95793 h 101851"/>
                    <a:gd name="connsiteX121" fmla="*/ 23279 w 63724"/>
                    <a:gd name="connsiteY121" fmla="*/ 93518 h 101851"/>
                    <a:gd name="connsiteX122" fmla="*/ 23244 w 63724"/>
                    <a:gd name="connsiteY122" fmla="*/ 92250 h 101851"/>
                    <a:gd name="connsiteX123" fmla="*/ 20790 w 63724"/>
                    <a:gd name="connsiteY123" fmla="*/ 91785 h 101851"/>
                    <a:gd name="connsiteX124" fmla="*/ 17862 w 63724"/>
                    <a:gd name="connsiteY124" fmla="*/ 94112 h 101851"/>
                    <a:gd name="connsiteX125" fmla="*/ 16924 w 63724"/>
                    <a:gd name="connsiteY125" fmla="*/ 96466 h 101851"/>
                    <a:gd name="connsiteX126" fmla="*/ 13682 w 63724"/>
                    <a:gd name="connsiteY126" fmla="*/ 100415 h 101851"/>
                    <a:gd name="connsiteX127" fmla="*/ 11113 w 63724"/>
                    <a:gd name="connsiteY127" fmla="*/ 101852 h 101851"/>
                    <a:gd name="connsiteX128" fmla="*/ 10175 w 63724"/>
                    <a:gd name="connsiteY128" fmla="*/ 100868 h 101851"/>
                    <a:gd name="connsiteX129" fmla="*/ 10129 w 63724"/>
                    <a:gd name="connsiteY129" fmla="*/ 100570 h 101851"/>
                    <a:gd name="connsiteX130" fmla="*/ 9885 w 63724"/>
                    <a:gd name="connsiteY130" fmla="*/ 100565 h 101851"/>
                    <a:gd name="connsiteX131" fmla="*/ 9388 w 63724"/>
                    <a:gd name="connsiteY131" fmla="*/ 100047 h 101851"/>
                    <a:gd name="connsiteX132" fmla="*/ 5591 w 63724"/>
                    <a:gd name="connsiteY132" fmla="*/ 100334 h 101851"/>
                    <a:gd name="connsiteX133" fmla="*/ 5533 w 63724"/>
                    <a:gd name="connsiteY133" fmla="*/ 98437 h 101851"/>
                    <a:gd name="connsiteX134" fmla="*/ 5429 w 63724"/>
                    <a:gd name="connsiteY134" fmla="*/ 95151 h 101851"/>
                    <a:gd name="connsiteX135" fmla="*/ 2234 w 63724"/>
                    <a:gd name="connsiteY135" fmla="*/ 95549 h 101851"/>
                    <a:gd name="connsiteX136" fmla="*/ 1157 w 63724"/>
                    <a:gd name="connsiteY136" fmla="*/ 95658 h 101851"/>
                    <a:gd name="connsiteX137" fmla="*/ 1968 w 63724"/>
                    <a:gd name="connsiteY137" fmla="*/ 92527 h 101851"/>
                    <a:gd name="connsiteX138" fmla="*/ 2882 w 63724"/>
                    <a:gd name="connsiteY138" fmla="*/ 89454 h 101851"/>
                    <a:gd name="connsiteX139" fmla="*/ 5765 w 63724"/>
                    <a:gd name="connsiteY139" fmla="*/ 88611 h 101851"/>
                    <a:gd name="connsiteX140" fmla="*/ 0 w 63724"/>
                    <a:gd name="connsiteY140" fmla="*/ 74762 h 101851"/>
                    <a:gd name="connsiteX141" fmla="*/ 1285 w 63724"/>
                    <a:gd name="connsiteY141" fmla="*/ 73070 h 101851"/>
                    <a:gd name="connsiteX142" fmla="*/ 1852 w 63724"/>
                    <a:gd name="connsiteY142" fmla="*/ 74852 h 101851"/>
                    <a:gd name="connsiteX143" fmla="*/ 5753 w 63724"/>
                    <a:gd name="connsiteY143" fmla="*/ 75028 h 101851"/>
                    <a:gd name="connsiteX144" fmla="*/ 5961 w 63724"/>
                    <a:gd name="connsiteY144" fmla="*/ 75404 h 101851"/>
                    <a:gd name="connsiteX145" fmla="*/ 6529 w 63724"/>
                    <a:gd name="connsiteY145" fmla="*/ 77098 h 101851"/>
                    <a:gd name="connsiteX146" fmla="*/ 6841 w 63724"/>
                    <a:gd name="connsiteY146" fmla="*/ 76953 h 101851"/>
                    <a:gd name="connsiteX147" fmla="*/ 6922 w 63724"/>
                    <a:gd name="connsiteY147" fmla="*/ 77083 h 101851"/>
                    <a:gd name="connsiteX148" fmla="*/ 8022 w 63724"/>
                    <a:gd name="connsiteY148" fmla="*/ 76417 h 101851"/>
                    <a:gd name="connsiteX149" fmla="*/ 9353 w 63724"/>
                    <a:gd name="connsiteY149" fmla="*/ 75809 h 101851"/>
                    <a:gd name="connsiteX150" fmla="*/ 9168 w 63724"/>
                    <a:gd name="connsiteY150" fmla="*/ 75070 h 101851"/>
                    <a:gd name="connsiteX151" fmla="*/ 8450 w 63724"/>
                    <a:gd name="connsiteY151" fmla="*/ 71406 h 101851"/>
                    <a:gd name="connsiteX152" fmla="*/ 8195 w 63724"/>
                    <a:gd name="connsiteY152" fmla="*/ 71326 h 101851"/>
                    <a:gd name="connsiteX153" fmla="*/ 8091 w 63724"/>
                    <a:gd name="connsiteY153" fmla="*/ 70928 h 101851"/>
                    <a:gd name="connsiteX154" fmla="*/ 4978 w 63724"/>
                    <a:gd name="connsiteY154" fmla="*/ 70302 h 101851"/>
                    <a:gd name="connsiteX155" fmla="*/ 7756 w 63724"/>
                    <a:gd name="connsiteY155" fmla="*/ 68151 h 101851"/>
                    <a:gd name="connsiteX156" fmla="*/ 5522 w 63724"/>
                    <a:gd name="connsiteY156" fmla="*/ 64505 h 101851"/>
                    <a:gd name="connsiteX157" fmla="*/ 6772 w 63724"/>
                    <a:gd name="connsiteY157" fmla="*/ 63211 h 101851"/>
                    <a:gd name="connsiteX158" fmla="*/ 7142 w 63724"/>
                    <a:gd name="connsiteY158" fmla="*/ 62927 h 101851"/>
                    <a:gd name="connsiteX159" fmla="*/ 7131 w 63724"/>
                    <a:gd name="connsiteY159" fmla="*/ 62849 h 101851"/>
                    <a:gd name="connsiteX160" fmla="*/ 7165 w 63724"/>
                    <a:gd name="connsiteY160" fmla="*/ 62815 h 101851"/>
                    <a:gd name="connsiteX161" fmla="*/ 7107 w 63724"/>
                    <a:gd name="connsiteY161" fmla="*/ 62737 h 101851"/>
                    <a:gd name="connsiteX162" fmla="*/ 6575 w 63724"/>
                    <a:gd name="connsiteY162" fmla="*/ 60352 h 101851"/>
                    <a:gd name="connsiteX163" fmla="*/ 8508 w 63724"/>
                    <a:gd name="connsiteY163" fmla="*/ 59287 h 101851"/>
                    <a:gd name="connsiteX164" fmla="*/ 10650 w 63724"/>
                    <a:gd name="connsiteY164" fmla="*/ 60542 h 101851"/>
                    <a:gd name="connsiteX165" fmla="*/ 10244 w 63724"/>
                    <a:gd name="connsiteY165" fmla="*/ 57075 h 101851"/>
                    <a:gd name="connsiteX166" fmla="*/ 12791 w 63724"/>
                    <a:gd name="connsiteY166" fmla="*/ 56269 h 101851"/>
                    <a:gd name="connsiteX167" fmla="*/ 11703 w 63724"/>
                    <a:gd name="connsiteY167" fmla="*/ 52007 h 101851"/>
                    <a:gd name="connsiteX168" fmla="*/ 11089 w 63724"/>
                    <a:gd name="connsiteY168" fmla="*/ 51811 h 101851"/>
                    <a:gd name="connsiteX169" fmla="*/ 10580 w 63724"/>
                    <a:gd name="connsiteY169" fmla="*/ 50467 h 101851"/>
                    <a:gd name="connsiteX170" fmla="*/ 12513 w 63724"/>
                    <a:gd name="connsiteY170" fmla="*/ 49274 h 101851"/>
                    <a:gd name="connsiteX171" fmla="*/ 12525 w 63724"/>
                    <a:gd name="connsiteY171" fmla="*/ 49200 h 101851"/>
                    <a:gd name="connsiteX172" fmla="*/ 12548 w 63724"/>
                    <a:gd name="connsiteY172" fmla="*/ 49193 h 101851"/>
                    <a:gd name="connsiteX173" fmla="*/ 14447 w 63724"/>
                    <a:gd name="connsiteY173" fmla="*/ 37880 h 101851"/>
                    <a:gd name="connsiteX174" fmla="*/ 7825 w 63724"/>
                    <a:gd name="connsiteY174" fmla="*/ 32401 h 101851"/>
                    <a:gd name="connsiteX175" fmla="*/ 10094 w 63724"/>
                    <a:gd name="connsiteY175" fmla="*/ 30240 h 101851"/>
                    <a:gd name="connsiteX176" fmla="*/ 10117 w 63724"/>
                    <a:gd name="connsiteY176" fmla="*/ 27200 h 101851"/>
                    <a:gd name="connsiteX177" fmla="*/ 14123 w 63724"/>
                    <a:gd name="connsiteY177" fmla="*/ 24960 h 101851"/>
                    <a:gd name="connsiteX178" fmla="*/ 16183 w 63724"/>
                    <a:gd name="connsiteY178" fmla="*/ 21408 h 101851"/>
                    <a:gd name="connsiteX179" fmla="*/ 12432 w 63724"/>
                    <a:gd name="connsiteY179" fmla="*/ 19606 h 101851"/>
                    <a:gd name="connsiteX180" fmla="*/ 15535 w 63724"/>
                    <a:gd name="connsiteY180" fmla="*/ 16866 h 101851"/>
                    <a:gd name="connsiteX181" fmla="*/ 19644 w 63724"/>
                    <a:gd name="connsiteY181" fmla="*/ 17603 h 101851"/>
                    <a:gd name="connsiteX182" fmla="*/ 20813 w 63724"/>
                    <a:gd name="connsiteY182" fmla="*/ 11787 h 101851"/>
                    <a:gd name="connsiteX183" fmla="*/ 23707 w 63724"/>
                    <a:gd name="connsiteY183" fmla="*/ 9934 h 101851"/>
                    <a:gd name="connsiteX184" fmla="*/ 24645 w 63724"/>
                    <a:gd name="connsiteY184" fmla="*/ 9328 h 101851"/>
                    <a:gd name="connsiteX185" fmla="*/ 23707 w 63724"/>
                    <a:gd name="connsiteY185" fmla="*/ 5688 h 101851"/>
                    <a:gd name="connsiteX186" fmla="*/ 23036 w 63724"/>
                    <a:gd name="connsiteY186" fmla="*/ 3122 h 101851"/>
                    <a:gd name="connsiteX187" fmla="*/ 23707 w 63724"/>
                    <a:gd name="connsiteY187" fmla="*/ 3284 h 1018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</a:cxnLst>
                  <a:rect l="l" t="t" r="r" b="b"/>
                  <a:pathLst>
                    <a:path w="63724" h="101851">
                      <a:moveTo>
                        <a:pt x="23707" y="3284"/>
                      </a:moveTo>
                      <a:lnTo>
                        <a:pt x="23800" y="3307"/>
                      </a:lnTo>
                      <a:lnTo>
                        <a:pt x="29993" y="0"/>
                      </a:lnTo>
                      <a:lnTo>
                        <a:pt x="32945" y="7147"/>
                      </a:lnTo>
                      <a:lnTo>
                        <a:pt x="32771" y="8435"/>
                      </a:lnTo>
                      <a:lnTo>
                        <a:pt x="29669" y="22231"/>
                      </a:lnTo>
                      <a:lnTo>
                        <a:pt x="29773" y="22399"/>
                      </a:lnTo>
                      <a:lnTo>
                        <a:pt x="29125" y="23530"/>
                      </a:lnTo>
                      <a:lnTo>
                        <a:pt x="30537" y="23538"/>
                      </a:lnTo>
                      <a:lnTo>
                        <a:pt x="30803" y="23949"/>
                      </a:lnTo>
                      <a:lnTo>
                        <a:pt x="32435" y="23549"/>
                      </a:lnTo>
                      <a:lnTo>
                        <a:pt x="32910" y="23552"/>
                      </a:lnTo>
                      <a:lnTo>
                        <a:pt x="36672" y="15898"/>
                      </a:lnTo>
                      <a:lnTo>
                        <a:pt x="36082" y="13338"/>
                      </a:lnTo>
                      <a:lnTo>
                        <a:pt x="36661" y="10733"/>
                      </a:lnTo>
                      <a:lnTo>
                        <a:pt x="38420" y="6906"/>
                      </a:lnTo>
                      <a:lnTo>
                        <a:pt x="37749" y="5852"/>
                      </a:lnTo>
                      <a:lnTo>
                        <a:pt x="37760" y="5769"/>
                      </a:lnTo>
                      <a:lnTo>
                        <a:pt x="38628" y="6301"/>
                      </a:lnTo>
                      <a:lnTo>
                        <a:pt x="37957" y="4868"/>
                      </a:lnTo>
                      <a:lnTo>
                        <a:pt x="37992" y="4725"/>
                      </a:lnTo>
                      <a:lnTo>
                        <a:pt x="40955" y="3975"/>
                      </a:lnTo>
                      <a:lnTo>
                        <a:pt x="41025" y="3658"/>
                      </a:lnTo>
                      <a:lnTo>
                        <a:pt x="41083" y="3644"/>
                      </a:lnTo>
                      <a:lnTo>
                        <a:pt x="41742" y="1613"/>
                      </a:lnTo>
                      <a:lnTo>
                        <a:pt x="42310" y="6094"/>
                      </a:lnTo>
                      <a:lnTo>
                        <a:pt x="44370" y="8420"/>
                      </a:lnTo>
                      <a:lnTo>
                        <a:pt x="46894" y="5951"/>
                      </a:lnTo>
                      <a:lnTo>
                        <a:pt x="47450" y="7076"/>
                      </a:lnTo>
                      <a:lnTo>
                        <a:pt x="48897" y="8834"/>
                      </a:lnTo>
                      <a:lnTo>
                        <a:pt x="49684" y="8705"/>
                      </a:lnTo>
                      <a:lnTo>
                        <a:pt x="49834" y="8856"/>
                      </a:lnTo>
                      <a:lnTo>
                        <a:pt x="50008" y="8652"/>
                      </a:lnTo>
                      <a:lnTo>
                        <a:pt x="50957" y="8499"/>
                      </a:lnTo>
                      <a:lnTo>
                        <a:pt x="52450" y="5780"/>
                      </a:lnTo>
                      <a:lnTo>
                        <a:pt x="52670" y="9414"/>
                      </a:lnTo>
                      <a:lnTo>
                        <a:pt x="56421" y="8060"/>
                      </a:lnTo>
                      <a:lnTo>
                        <a:pt x="56455" y="9463"/>
                      </a:lnTo>
                      <a:lnTo>
                        <a:pt x="56479" y="9467"/>
                      </a:lnTo>
                      <a:lnTo>
                        <a:pt x="58192" y="9226"/>
                      </a:lnTo>
                      <a:lnTo>
                        <a:pt x="57300" y="9955"/>
                      </a:lnTo>
                      <a:lnTo>
                        <a:pt x="55506" y="11150"/>
                      </a:lnTo>
                      <a:lnTo>
                        <a:pt x="57254" y="14833"/>
                      </a:lnTo>
                      <a:lnTo>
                        <a:pt x="60345" y="14420"/>
                      </a:lnTo>
                      <a:lnTo>
                        <a:pt x="60299" y="14149"/>
                      </a:lnTo>
                      <a:lnTo>
                        <a:pt x="60634" y="14252"/>
                      </a:lnTo>
                      <a:lnTo>
                        <a:pt x="60519" y="14398"/>
                      </a:lnTo>
                      <a:lnTo>
                        <a:pt x="60854" y="14353"/>
                      </a:lnTo>
                      <a:lnTo>
                        <a:pt x="61456" y="16358"/>
                      </a:lnTo>
                      <a:lnTo>
                        <a:pt x="61503" y="16331"/>
                      </a:lnTo>
                      <a:lnTo>
                        <a:pt x="61514" y="16374"/>
                      </a:lnTo>
                      <a:lnTo>
                        <a:pt x="63644" y="15308"/>
                      </a:lnTo>
                      <a:lnTo>
                        <a:pt x="63725" y="15573"/>
                      </a:lnTo>
                      <a:lnTo>
                        <a:pt x="63621" y="16794"/>
                      </a:lnTo>
                      <a:lnTo>
                        <a:pt x="56027" y="17889"/>
                      </a:lnTo>
                      <a:lnTo>
                        <a:pt x="54326" y="18010"/>
                      </a:lnTo>
                      <a:lnTo>
                        <a:pt x="54152" y="18160"/>
                      </a:lnTo>
                      <a:lnTo>
                        <a:pt x="53399" y="18269"/>
                      </a:lnTo>
                      <a:lnTo>
                        <a:pt x="50945" y="20602"/>
                      </a:lnTo>
                      <a:lnTo>
                        <a:pt x="52288" y="23603"/>
                      </a:lnTo>
                      <a:lnTo>
                        <a:pt x="55784" y="23693"/>
                      </a:lnTo>
                      <a:lnTo>
                        <a:pt x="56178" y="24254"/>
                      </a:lnTo>
                      <a:lnTo>
                        <a:pt x="56629" y="26659"/>
                      </a:lnTo>
                      <a:lnTo>
                        <a:pt x="58122" y="26951"/>
                      </a:lnTo>
                      <a:lnTo>
                        <a:pt x="58886" y="28002"/>
                      </a:lnTo>
                      <a:lnTo>
                        <a:pt x="58817" y="28839"/>
                      </a:lnTo>
                      <a:lnTo>
                        <a:pt x="57590" y="31286"/>
                      </a:lnTo>
                      <a:lnTo>
                        <a:pt x="58087" y="37854"/>
                      </a:lnTo>
                      <a:lnTo>
                        <a:pt x="58065" y="38064"/>
                      </a:lnTo>
                      <a:lnTo>
                        <a:pt x="51131" y="34258"/>
                      </a:lnTo>
                      <a:lnTo>
                        <a:pt x="51049" y="34314"/>
                      </a:lnTo>
                      <a:lnTo>
                        <a:pt x="50992" y="34285"/>
                      </a:lnTo>
                      <a:lnTo>
                        <a:pt x="50910" y="34416"/>
                      </a:lnTo>
                      <a:lnTo>
                        <a:pt x="49325" y="35565"/>
                      </a:lnTo>
                      <a:lnTo>
                        <a:pt x="45644" y="32764"/>
                      </a:lnTo>
                      <a:lnTo>
                        <a:pt x="45528" y="32825"/>
                      </a:lnTo>
                      <a:lnTo>
                        <a:pt x="45516" y="32812"/>
                      </a:lnTo>
                      <a:lnTo>
                        <a:pt x="44822" y="33204"/>
                      </a:lnTo>
                      <a:lnTo>
                        <a:pt x="42148" y="34634"/>
                      </a:lnTo>
                      <a:lnTo>
                        <a:pt x="42703" y="35048"/>
                      </a:lnTo>
                      <a:lnTo>
                        <a:pt x="46651" y="38280"/>
                      </a:lnTo>
                      <a:lnTo>
                        <a:pt x="47866" y="41563"/>
                      </a:lnTo>
                      <a:lnTo>
                        <a:pt x="46361" y="42731"/>
                      </a:lnTo>
                      <a:lnTo>
                        <a:pt x="47021" y="43112"/>
                      </a:lnTo>
                      <a:lnTo>
                        <a:pt x="46824" y="43360"/>
                      </a:lnTo>
                      <a:lnTo>
                        <a:pt x="49927" y="45700"/>
                      </a:lnTo>
                      <a:lnTo>
                        <a:pt x="49764" y="47974"/>
                      </a:lnTo>
                      <a:lnTo>
                        <a:pt x="52844" y="49795"/>
                      </a:lnTo>
                      <a:lnTo>
                        <a:pt x="51941" y="50994"/>
                      </a:lnTo>
                      <a:lnTo>
                        <a:pt x="40747" y="49933"/>
                      </a:lnTo>
                      <a:lnTo>
                        <a:pt x="38571" y="51751"/>
                      </a:lnTo>
                      <a:lnTo>
                        <a:pt x="33859" y="51963"/>
                      </a:lnTo>
                      <a:lnTo>
                        <a:pt x="42159" y="55597"/>
                      </a:lnTo>
                      <a:lnTo>
                        <a:pt x="46720" y="53182"/>
                      </a:lnTo>
                      <a:lnTo>
                        <a:pt x="49220" y="56489"/>
                      </a:lnTo>
                      <a:lnTo>
                        <a:pt x="48086" y="63574"/>
                      </a:lnTo>
                      <a:lnTo>
                        <a:pt x="42078" y="68766"/>
                      </a:lnTo>
                      <a:lnTo>
                        <a:pt x="41326" y="72796"/>
                      </a:lnTo>
                      <a:lnTo>
                        <a:pt x="37923" y="72534"/>
                      </a:lnTo>
                      <a:lnTo>
                        <a:pt x="36730" y="73914"/>
                      </a:lnTo>
                      <a:lnTo>
                        <a:pt x="35329" y="81755"/>
                      </a:lnTo>
                      <a:lnTo>
                        <a:pt x="32956" y="84458"/>
                      </a:lnTo>
                      <a:lnTo>
                        <a:pt x="34415" y="87372"/>
                      </a:lnTo>
                      <a:lnTo>
                        <a:pt x="37529" y="86781"/>
                      </a:lnTo>
                      <a:lnTo>
                        <a:pt x="41164" y="91263"/>
                      </a:lnTo>
                      <a:lnTo>
                        <a:pt x="43629" y="87576"/>
                      </a:lnTo>
                      <a:lnTo>
                        <a:pt x="44081" y="94721"/>
                      </a:lnTo>
                      <a:lnTo>
                        <a:pt x="41256" y="95592"/>
                      </a:lnTo>
                      <a:lnTo>
                        <a:pt x="41152" y="95470"/>
                      </a:lnTo>
                      <a:lnTo>
                        <a:pt x="41025" y="95667"/>
                      </a:lnTo>
                      <a:lnTo>
                        <a:pt x="40724" y="95758"/>
                      </a:lnTo>
                      <a:lnTo>
                        <a:pt x="38999" y="98438"/>
                      </a:lnTo>
                      <a:lnTo>
                        <a:pt x="37286" y="101083"/>
                      </a:lnTo>
                      <a:lnTo>
                        <a:pt x="35607" y="98269"/>
                      </a:lnTo>
                      <a:lnTo>
                        <a:pt x="35283" y="98403"/>
                      </a:lnTo>
                      <a:lnTo>
                        <a:pt x="34936" y="97931"/>
                      </a:lnTo>
                      <a:lnTo>
                        <a:pt x="33512" y="98438"/>
                      </a:lnTo>
                      <a:lnTo>
                        <a:pt x="32273" y="98875"/>
                      </a:lnTo>
                      <a:lnTo>
                        <a:pt x="30919" y="98437"/>
                      </a:lnTo>
                      <a:lnTo>
                        <a:pt x="23707" y="95841"/>
                      </a:lnTo>
                      <a:lnTo>
                        <a:pt x="23568" y="95793"/>
                      </a:lnTo>
                      <a:lnTo>
                        <a:pt x="23279" y="93518"/>
                      </a:lnTo>
                      <a:lnTo>
                        <a:pt x="23244" y="92250"/>
                      </a:lnTo>
                      <a:lnTo>
                        <a:pt x="20790" y="91785"/>
                      </a:lnTo>
                      <a:lnTo>
                        <a:pt x="17862" y="94112"/>
                      </a:lnTo>
                      <a:lnTo>
                        <a:pt x="16924" y="96466"/>
                      </a:lnTo>
                      <a:lnTo>
                        <a:pt x="13682" y="100415"/>
                      </a:lnTo>
                      <a:lnTo>
                        <a:pt x="11113" y="101852"/>
                      </a:lnTo>
                      <a:lnTo>
                        <a:pt x="10175" y="100868"/>
                      </a:lnTo>
                      <a:lnTo>
                        <a:pt x="10129" y="100570"/>
                      </a:lnTo>
                      <a:lnTo>
                        <a:pt x="9885" y="100565"/>
                      </a:lnTo>
                      <a:lnTo>
                        <a:pt x="9388" y="100047"/>
                      </a:lnTo>
                      <a:lnTo>
                        <a:pt x="5591" y="100334"/>
                      </a:lnTo>
                      <a:lnTo>
                        <a:pt x="5533" y="98437"/>
                      </a:lnTo>
                      <a:lnTo>
                        <a:pt x="5429" y="95151"/>
                      </a:lnTo>
                      <a:lnTo>
                        <a:pt x="2234" y="95549"/>
                      </a:lnTo>
                      <a:lnTo>
                        <a:pt x="1157" y="95658"/>
                      </a:lnTo>
                      <a:lnTo>
                        <a:pt x="1968" y="92527"/>
                      </a:lnTo>
                      <a:lnTo>
                        <a:pt x="2882" y="89454"/>
                      </a:lnTo>
                      <a:lnTo>
                        <a:pt x="5765" y="88611"/>
                      </a:lnTo>
                      <a:lnTo>
                        <a:pt x="0" y="74762"/>
                      </a:lnTo>
                      <a:lnTo>
                        <a:pt x="1285" y="73070"/>
                      </a:lnTo>
                      <a:lnTo>
                        <a:pt x="1852" y="74852"/>
                      </a:lnTo>
                      <a:lnTo>
                        <a:pt x="5753" y="75028"/>
                      </a:lnTo>
                      <a:lnTo>
                        <a:pt x="5961" y="75404"/>
                      </a:lnTo>
                      <a:lnTo>
                        <a:pt x="6529" y="77098"/>
                      </a:lnTo>
                      <a:lnTo>
                        <a:pt x="6841" y="76953"/>
                      </a:lnTo>
                      <a:lnTo>
                        <a:pt x="6922" y="77083"/>
                      </a:lnTo>
                      <a:lnTo>
                        <a:pt x="8022" y="76417"/>
                      </a:lnTo>
                      <a:lnTo>
                        <a:pt x="9353" y="75809"/>
                      </a:lnTo>
                      <a:lnTo>
                        <a:pt x="9168" y="75070"/>
                      </a:lnTo>
                      <a:lnTo>
                        <a:pt x="8450" y="71406"/>
                      </a:lnTo>
                      <a:lnTo>
                        <a:pt x="8195" y="71326"/>
                      </a:lnTo>
                      <a:lnTo>
                        <a:pt x="8091" y="70928"/>
                      </a:lnTo>
                      <a:lnTo>
                        <a:pt x="4978" y="70302"/>
                      </a:lnTo>
                      <a:lnTo>
                        <a:pt x="7756" y="68151"/>
                      </a:lnTo>
                      <a:lnTo>
                        <a:pt x="5522" y="64505"/>
                      </a:lnTo>
                      <a:lnTo>
                        <a:pt x="6772" y="63211"/>
                      </a:lnTo>
                      <a:lnTo>
                        <a:pt x="7142" y="62927"/>
                      </a:lnTo>
                      <a:lnTo>
                        <a:pt x="7131" y="62849"/>
                      </a:lnTo>
                      <a:lnTo>
                        <a:pt x="7165" y="62815"/>
                      </a:lnTo>
                      <a:lnTo>
                        <a:pt x="7107" y="62737"/>
                      </a:lnTo>
                      <a:lnTo>
                        <a:pt x="6575" y="60352"/>
                      </a:lnTo>
                      <a:lnTo>
                        <a:pt x="8508" y="59287"/>
                      </a:lnTo>
                      <a:lnTo>
                        <a:pt x="10650" y="60542"/>
                      </a:lnTo>
                      <a:lnTo>
                        <a:pt x="10244" y="57075"/>
                      </a:lnTo>
                      <a:lnTo>
                        <a:pt x="12791" y="56269"/>
                      </a:lnTo>
                      <a:lnTo>
                        <a:pt x="11703" y="52007"/>
                      </a:lnTo>
                      <a:lnTo>
                        <a:pt x="11089" y="51811"/>
                      </a:lnTo>
                      <a:lnTo>
                        <a:pt x="10580" y="50467"/>
                      </a:lnTo>
                      <a:lnTo>
                        <a:pt x="12513" y="49274"/>
                      </a:lnTo>
                      <a:lnTo>
                        <a:pt x="12525" y="49200"/>
                      </a:lnTo>
                      <a:lnTo>
                        <a:pt x="12548" y="49193"/>
                      </a:lnTo>
                      <a:lnTo>
                        <a:pt x="14447" y="37880"/>
                      </a:lnTo>
                      <a:lnTo>
                        <a:pt x="7825" y="32401"/>
                      </a:lnTo>
                      <a:lnTo>
                        <a:pt x="10094" y="30240"/>
                      </a:lnTo>
                      <a:lnTo>
                        <a:pt x="10117" y="27200"/>
                      </a:lnTo>
                      <a:lnTo>
                        <a:pt x="14123" y="24960"/>
                      </a:lnTo>
                      <a:lnTo>
                        <a:pt x="16183" y="21408"/>
                      </a:lnTo>
                      <a:lnTo>
                        <a:pt x="12432" y="19606"/>
                      </a:lnTo>
                      <a:lnTo>
                        <a:pt x="15535" y="16866"/>
                      </a:lnTo>
                      <a:lnTo>
                        <a:pt x="19644" y="17603"/>
                      </a:lnTo>
                      <a:lnTo>
                        <a:pt x="20813" y="11787"/>
                      </a:lnTo>
                      <a:lnTo>
                        <a:pt x="23707" y="9934"/>
                      </a:lnTo>
                      <a:lnTo>
                        <a:pt x="24645" y="9328"/>
                      </a:lnTo>
                      <a:lnTo>
                        <a:pt x="23707" y="5688"/>
                      </a:lnTo>
                      <a:lnTo>
                        <a:pt x="23036" y="3122"/>
                      </a:lnTo>
                      <a:lnTo>
                        <a:pt x="23707" y="328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0" name="Freeform: Shape 279">
                  <a:extLst>
                    <a:ext uri="{FF2B5EF4-FFF2-40B4-BE49-F238E27FC236}">
                      <a16:creationId xmlns:a16="http://schemas.microsoft.com/office/drawing/2014/main" id="{8FD53B49-B4F1-2E38-DB26-F09F19787B0E}"/>
                    </a:ext>
                  </a:extLst>
                </p:cNvPr>
                <p:cNvSpPr/>
                <p:nvPr/>
              </p:nvSpPr>
              <p:spPr>
                <a:xfrm>
                  <a:off x="8048450" y="3501812"/>
                  <a:ext cx="71006" cy="74143"/>
                </a:xfrm>
                <a:custGeom>
                  <a:avLst/>
                  <a:gdLst>
                    <a:gd name="connsiteX0" fmla="*/ 43687 w 71006"/>
                    <a:gd name="connsiteY0" fmla="*/ 0 h 74143"/>
                    <a:gd name="connsiteX1" fmla="*/ 45505 w 71006"/>
                    <a:gd name="connsiteY1" fmla="*/ 2952 h 74143"/>
                    <a:gd name="connsiteX2" fmla="*/ 49857 w 71006"/>
                    <a:gd name="connsiteY2" fmla="*/ 3345 h 74143"/>
                    <a:gd name="connsiteX3" fmla="*/ 52450 w 71006"/>
                    <a:gd name="connsiteY3" fmla="*/ 8034 h 74143"/>
                    <a:gd name="connsiteX4" fmla="*/ 54812 w 71006"/>
                    <a:gd name="connsiteY4" fmla="*/ 7582 h 74143"/>
                    <a:gd name="connsiteX5" fmla="*/ 55240 w 71006"/>
                    <a:gd name="connsiteY5" fmla="*/ 8358 h 74143"/>
                    <a:gd name="connsiteX6" fmla="*/ 55298 w 71006"/>
                    <a:gd name="connsiteY6" fmla="*/ 10407 h 74143"/>
                    <a:gd name="connsiteX7" fmla="*/ 57486 w 71006"/>
                    <a:gd name="connsiteY7" fmla="*/ 12340 h 74143"/>
                    <a:gd name="connsiteX8" fmla="*/ 57879 w 71006"/>
                    <a:gd name="connsiteY8" fmla="*/ 13057 h 74143"/>
                    <a:gd name="connsiteX9" fmla="*/ 61422 w 71006"/>
                    <a:gd name="connsiteY9" fmla="*/ 12768 h 74143"/>
                    <a:gd name="connsiteX10" fmla="*/ 65149 w 71006"/>
                    <a:gd name="connsiteY10" fmla="*/ 15292 h 74143"/>
                    <a:gd name="connsiteX11" fmla="*/ 68599 w 71006"/>
                    <a:gd name="connsiteY11" fmla="*/ 25317 h 74143"/>
                    <a:gd name="connsiteX12" fmla="*/ 67927 w 71006"/>
                    <a:gd name="connsiteY12" fmla="*/ 25467 h 74143"/>
                    <a:gd name="connsiteX13" fmla="*/ 65103 w 71006"/>
                    <a:gd name="connsiteY13" fmla="*/ 26046 h 74143"/>
                    <a:gd name="connsiteX14" fmla="*/ 57625 w 71006"/>
                    <a:gd name="connsiteY14" fmla="*/ 27574 h 74143"/>
                    <a:gd name="connsiteX15" fmla="*/ 58007 w 71006"/>
                    <a:gd name="connsiteY15" fmla="*/ 29600 h 74143"/>
                    <a:gd name="connsiteX16" fmla="*/ 69756 w 71006"/>
                    <a:gd name="connsiteY16" fmla="*/ 32378 h 74143"/>
                    <a:gd name="connsiteX17" fmla="*/ 71006 w 71006"/>
                    <a:gd name="connsiteY17" fmla="*/ 34508 h 74143"/>
                    <a:gd name="connsiteX18" fmla="*/ 67047 w 71006"/>
                    <a:gd name="connsiteY18" fmla="*/ 41338 h 74143"/>
                    <a:gd name="connsiteX19" fmla="*/ 64593 w 71006"/>
                    <a:gd name="connsiteY19" fmla="*/ 55182 h 74143"/>
                    <a:gd name="connsiteX20" fmla="*/ 64570 w 71006"/>
                    <a:gd name="connsiteY20" fmla="*/ 55217 h 74143"/>
                    <a:gd name="connsiteX21" fmla="*/ 62614 w 71006"/>
                    <a:gd name="connsiteY21" fmla="*/ 57312 h 74143"/>
                    <a:gd name="connsiteX22" fmla="*/ 62463 w 71006"/>
                    <a:gd name="connsiteY22" fmla="*/ 59361 h 74143"/>
                    <a:gd name="connsiteX23" fmla="*/ 62313 w 71006"/>
                    <a:gd name="connsiteY23" fmla="*/ 59674 h 74143"/>
                    <a:gd name="connsiteX24" fmla="*/ 56467 w 71006"/>
                    <a:gd name="connsiteY24" fmla="*/ 62903 h 74143"/>
                    <a:gd name="connsiteX25" fmla="*/ 52844 w 71006"/>
                    <a:gd name="connsiteY25" fmla="*/ 64906 h 74143"/>
                    <a:gd name="connsiteX26" fmla="*/ 50193 w 71006"/>
                    <a:gd name="connsiteY26" fmla="*/ 71111 h 74143"/>
                    <a:gd name="connsiteX27" fmla="*/ 46616 w 71006"/>
                    <a:gd name="connsiteY27" fmla="*/ 73322 h 74143"/>
                    <a:gd name="connsiteX28" fmla="*/ 45053 w 71006"/>
                    <a:gd name="connsiteY28" fmla="*/ 74143 h 74143"/>
                    <a:gd name="connsiteX29" fmla="*/ 39369 w 71006"/>
                    <a:gd name="connsiteY29" fmla="*/ 73379 h 74143"/>
                    <a:gd name="connsiteX30" fmla="*/ 34855 w 71006"/>
                    <a:gd name="connsiteY30" fmla="*/ 65346 h 74143"/>
                    <a:gd name="connsiteX31" fmla="*/ 34519 w 71006"/>
                    <a:gd name="connsiteY31" fmla="*/ 65508 h 74143"/>
                    <a:gd name="connsiteX32" fmla="*/ 34508 w 71006"/>
                    <a:gd name="connsiteY32" fmla="*/ 65520 h 74143"/>
                    <a:gd name="connsiteX33" fmla="*/ 33246 w 71006"/>
                    <a:gd name="connsiteY33" fmla="*/ 66144 h 74143"/>
                    <a:gd name="connsiteX34" fmla="*/ 26937 w 71006"/>
                    <a:gd name="connsiteY34" fmla="*/ 62730 h 74143"/>
                    <a:gd name="connsiteX35" fmla="*/ 26821 w 71006"/>
                    <a:gd name="connsiteY35" fmla="*/ 61966 h 74143"/>
                    <a:gd name="connsiteX36" fmla="*/ 27284 w 71006"/>
                    <a:gd name="connsiteY36" fmla="*/ 56919 h 74143"/>
                    <a:gd name="connsiteX37" fmla="*/ 25536 w 71006"/>
                    <a:gd name="connsiteY37" fmla="*/ 53469 h 74143"/>
                    <a:gd name="connsiteX38" fmla="*/ 25166 w 71006"/>
                    <a:gd name="connsiteY38" fmla="*/ 51084 h 74143"/>
                    <a:gd name="connsiteX39" fmla="*/ 25710 w 71006"/>
                    <a:gd name="connsiteY39" fmla="*/ 50309 h 74143"/>
                    <a:gd name="connsiteX40" fmla="*/ 19968 w 71006"/>
                    <a:gd name="connsiteY40" fmla="*/ 48792 h 74143"/>
                    <a:gd name="connsiteX41" fmla="*/ 11888 w 71006"/>
                    <a:gd name="connsiteY41" fmla="*/ 38629 h 74143"/>
                    <a:gd name="connsiteX42" fmla="*/ 8809 w 71006"/>
                    <a:gd name="connsiteY42" fmla="*/ 35851 h 74143"/>
                    <a:gd name="connsiteX43" fmla="*/ 7026 w 71006"/>
                    <a:gd name="connsiteY43" fmla="*/ 36209 h 74143"/>
                    <a:gd name="connsiteX44" fmla="*/ 0 w 71006"/>
                    <a:gd name="connsiteY44" fmla="*/ 28454 h 74143"/>
                    <a:gd name="connsiteX45" fmla="*/ 1181 w 71006"/>
                    <a:gd name="connsiteY45" fmla="*/ 26844 h 74143"/>
                    <a:gd name="connsiteX46" fmla="*/ 4549 w 71006"/>
                    <a:gd name="connsiteY46" fmla="*/ 27562 h 74143"/>
                    <a:gd name="connsiteX47" fmla="*/ 5661 w 71006"/>
                    <a:gd name="connsiteY47" fmla="*/ 26046 h 74143"/>
                    <a:gd name="connsiteX48" fmla="*/ 9654 w 71006"/>
                    <a:gd name="connsiteY48" fmla="*/ 20605 h 74143"/>
                    <a:gd name="connsiteX49" fmla="*/ 16993 w 71006"/>
                    <a:gd name="connsiteY49" fmla="*/ 16611 h 74143"/>
                    <a:gd name="connsiteX50" fmla="*/ 21300 w 71006"/>
                    <a:gd name="connsiteY50" fmla="*/ 8995 h 74143"/>
                    <a:gd name="connsiteX51" fmla="*/ 30549 w 71006"/>
                    <a:gd name="connsiteY51" fmla="*/ 3311 h 74143"/>
                    <a:gd name="connsiteX52" fmla="*/ 34832 w 71006"/>
                    <a:gd name="connsiteY52" fmla="*/ 4260 h 74143"/>
                    <a:gd name="connsiteX53" fmla="*/ 36441 w 71006"/>
                    <a:gd name="connsiteY53" fmla="*/ 6274 h 74143"/>
                    <a:gd name="connsiteX54" fmla="*/ 38559 w 71006"/>
                    <a:gd name="connsiteY54" fmla="*/ 2095 h 74143"/>
                    <a:gd name="connsiteX55" fmla="*/ 43687 w 71006"/>
                    <a:gd name="connsiteY55" fmla="*/ 0 h 74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71006" h="74143">
                      <a:moveTo>
                        <a:pt x="43687" y="0"/>
                      </a:moveTo>
                      <a:lnTo>
                        <a:pt x="45505" y="2952"/>
                      </a:lnTo>
                      <a:lnTo>
                        <a:pt x="49857" y="3345"/>
                      </a:lnTo>
                      <a:lnTo>
                        <a:pt x="52450" y="8034"/>
                      </a:lnTo>
                      <a:lnTo>
                        <a:pt x="54812" y="7582"/>
                      </a:lnTo>
                      <a:lnTo>
                        <a:pt x="55240" y="8358"/>
                      </a:lnTo>
                      <a:lnTo>
                        <a:pt x="55298" y="10407"/>
                      </a:lnTo>
                      <a:lnTo>
                        <a:pt x="57486" y="12340"/>
                      </a:lnTo>
                      <a:lnTo>
                        <a:pt x="57879" y="13057"/>
                      </a:lnTo>
                      <a:lnTo>
                        <a:pt x="61422" y="12768"/>
                      </a:lnTo>
                      <a:lnTo>
                        <a:pt x="65149" y="15292"/>
                      </a:lnTo>
                      <a:lnTo>
                        <a:pt x="68599" y="25317"/>
                      </a:lnTo>
                      <a:lnTo>
                        <a:pt x="67927" y="25467"/>
                      </a:lnTo>
                      <a:lnTo>
                        <a:pt x="65103" y="26046"/>
                      </a:lnTo>
                      <a:lnTo>
                        <a:pt x="57625" y="27574"/>
                      </a:lnTo>
                      <a:lnTo>
                        <a:pt x="58007" y="29600"/>
                      </a:lnTo>
                      <a:lnTo>
                        <a:pt x="69756" y="32378"/>
                      </a:lnTo>
                      <a:lnTo>
                        <a:pt x="71006" y="34508"/>
                      </a:lnTo>
                      <a:lnTo>
                        <a:pt x="67047" y="41338"/>
                      </a:lnTo>
                      <a:lnTo>
                        <a:pt x="64593" y="55182"/>
                      </a:lnTo>
                      <a:lnTo>
                        <a:pt x="64570" y="55217"/>
                      </a:lnTo>
                      <a:lnTo>
                        <a:pt x="62614" y="57312"/>
                      </a:lnTo>
                      <a:lnTo>
                        <a:pt x="62463" y="59361"/>
                      </a:lnTo>
                      <a:lnTo>
                        <a:pt x="62313" y="59674"/>
                      </a:lnTo>
                      <a:lnTo>
                        <a:pt x="56467" y="62903"/>
                      </a:lnTo>
                      <a:lnTo>
                        <a:pt x="52844" y="64906"/>
                      </a:lnTo>
                      <a:lnTo>
                        <a:pt x="50193" y="71111"/>
                      </a:lnTo>
                      <a:lnTo>
                        <a:pt x="46616" y="73322"/>
                      </a:lnTo>
                      <a:lnTo>
                        <a:pt x="45053" y="74143"/>
                      </a:lnTo>
                      <a:lnTo>
                        <a:pt x="39369" y="73379"/>
                      </a:lnTo>
                      <a:lnTo>
                        <a:pt x="34855" y="65346"/>
                      </a:lnTo>
                      <a:lnTo>
                        <a:pt x="34519" y="65508"/>
                      </a:lnTo>
                      <a:lnTo>
                        <a:pt x="34508" y="65520"/>
                      </a:lnTo>
                      <a:lnTo>
                        <a:pt x="33246" y="66144"/>
                      </a:lnTo>
                      <a:lnTo>
                        <a:pt x="26937" y="62730"/>
                      </a:lnTo>
                      <a:lnTo>
                        <a:pt x="26821" y="61966"/>
                      </a:lnTo>
                      <a:lnTo>
                        <a:pt x="27284" y="56919"/>
                      </a:lnTo>
                      <a:lnTo>
                        <a:pt x="25536" y="53469"/>
                      </a:lnTo>
                      <a:lnTo>
                        <a:pt x="25166" y="51084"/>
                      </a:lnTo>
                      <a:lnTo>
                        <a:pt x="25710" y="50309"/>
                      </a:lnTo>
                      <a:lnTo>
                        <a:pt x="19968" y="48792"/>
                      </a:lnTo>
                      <a:lnTo>
                        <a:pt x="11888" y="38629"/>
                      </a:lnTo>
                      <a:lnTo>
                        <a:pt x="8809" y="35851"/>
                      </a:lnTo>
                      <a:lnTo>
                        <a:pt x="7026" y="36209"/>
                      </a:lnTo>
                      <a:lnTo>
                        <a:pt x="0" y="28454"/>
                      </a:lnTo>
                      <a:lnTo>
                        <a:pt x="1181" y="26844"/>
                      </a:lnTo>
                      <a:lnTo>
                        <a:pt x="4549" y="27562"/>
                      </a:lnTo>
                      <a:lnTo>
                        <a:pt x="5661" y="26046"/>
                      </a:lnTo>
                      <a:lnTo>
                        <a:pt x="9654" y="20605"/>
                      </a:lnTo>
                      <a:lnTo>
                        <a:pt x="16993" y="16611"/>
                      </a:lnTo>
                      <a:lnTo>
                        <a:pt x="21300" y="8995"/>
                      </a:lnTo>
                      <a:lnTo>
                        <a:pt x="30549" y="3311"/>
                      </a:lnTo>
                      <a:lnTo>
                        <a:pt x="34832" y="4260"/>
                      </a:lnTo>
                      <a:lnTo>
                        <a:pt x="36441" y="6274"/>
                      </a:lnTo>
                      <a:lnTo>
                        <a:pt x="38559" y="2095"/>
                      </a:lnTo>
                      <a:lnTo>
                        <a:pt x="4368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1" name="Freeform: Shape 280">
                  <a:extLst>
                    <a:ext uri="{FF2B5EF4-FFF2-40B4-BE49-F238E27FC236}">
                      <a16:creationId xmlns:a16="http://schemas.microsoft.com/office/drawing/2014/main" id="{6A9DD919-BC2F-F2A9-A5FE-731E96BCCC90}"/>
                    </a:ext>
                  </a:extLst>
                </p:cNvPr>
                <p:cNvSpPr/>
                <p:nvPr/>
              </p:nvSpPr>
              <p:spPr>
                <a:xfrm>
                  <a:off x="7854010" y="3789056"/>
                  <a:ext cx="90037" cy="64327"/>
                </a:xfrm>
                <a:custGeom>
                  <a:avLst/>
                  <a:gdLst>
                    <a:gd name="connsiteX0" fmla="*/ 81726 w 90037"/>
                    <a:gd name="connsiteY0" fmla="*/ 0 h 64327"/>
                    <a:gd name="connsiteX1" fmla="*/ 85025 w 90037"/>
                    <a:gd name="connsiteY1" fmla="*/ 7536 h 64327"/>
                    <a:gd name="connsiteX2" fmla="*/ 90037 w 90037"/>
                    <a:gd name="connsiteY2" fmla="*/ 9712 h 64327"/>
                    <a:gd name="connsiteX3" fmla="*/ 89794 w 90037"/>
                    <a:gd name="connsiteY3" fmla="*/ 17584 h 64327"/>
                    <a:gd name="connsiteX4" fmla="*/ 88289 w 90037"/>
                    <a:gd name="connsiteY4" fmla="*/ 18359 h 64327"/>
                    <a:gd name="connsiteX5" fmla="*/ 86958 w 90037"/>
                    <a:gd name="connsiteY5" fmla="*/ 18568 h 64327"/>
                    <a:gd name="connsiteX6" fmla="*/ 84712 w 90037"/>
                    <a:gd name="connsiteY6" fmla="*/ 15500 h 64327"/>
                    <a:gd name="connsiteX7" fmla="*/ 84481 w 90037"/>
                    <a:gd name="connsiteY7" fmla="*/ 17329 h 64327"/>
                    <a:gd name="connsiteX8" fmla="*/ 83555 w 90037"/>
                    <a:gd name="connsiteY8" fmla="*/ 17711 h 64327"/>
                    <a:gd name="connsiteX9" fmla="*/ 83312 w 90037"/>
                    <a:gd name="connsiteY9" fmla="*/ 17433 h 64327"/>
                    <a:gd name="connsiteX10" fmla="*/ 83277 w 90037"/>
                    <a:gd name="connsiteY10" fmla="*/ 17815 h 64327"/>
                    <a:gd name="connsiteX11" fmla="*/ 81795 w 90037"/>
                    <a:gd name="connsiteY11" fmla="*/ 18429 h 64327"/>
                    <a:gd name="connsiteX12" fmla="*/ 81749 w 90037"/>
                    <a:gd name="connsiteY12" fmla="*/ 18429 h 64327"/>
                    <a:gd name="connsiteX13" fmla="*/ 80591 w 90037"/>
                    <a:gd name="connsiteY13" fmla="*/ 16149 h 64327"/>
                    <a:gd name="connsiteX14" fmla="*/ 79272 w 90037"/>
                    <a:gd name="connsiteY14" fmla="*/ 16716 h 64327"/>
                    <a:gd name="connsiteX15" fmla="*/ 79908 w 90037"/>
                    <a:gd name="connsiteY15" fmla="*/ 18510 h 64327"/>
                    <a:gd name="connsiteX16" fmla="*/ 79596 w 90037"/>
                    <a:gd name="connsiteY16" fmla="*/ 18521 h 64327"/>
                    <a:gd name="connsiteX17" fmla="*/ 78705 w 90037"/>
                    <a:gd name="connsiteY17" fmla="*/ 17757 h 64327"/>
                    <a:gd name="connsiteX18" fmla="*/ 77142 w 90037"/>
                    <a:gd name="connsiteY18" fmla="*/ 19262 h 64327"/>
                    <a:gd name="connsiteX19" fmla="*/ 72419 w 90037"/>
                    <a:gd name="connsiteY19" fmla="*/ 16067 h 64327"/>
                    <a:gd name="connsiteX20" fmla="*/ 63945 w 90037"/>
                    <a:gd name="connsiteY20" fmla="*/ 17897 h 64327"/>
                    <a:gd name="connsiteX21" fmla="*/ 60380 w 90037"/>
                    <a:gd name="connsiteY21" fmla="*/ 24194 h 64327"/>
                    <a:gd name="connsiteX22" fmla="*/ 62799 w 90037"/>
                    <a:gd name="connsiteY22" fmla="*/ 24390 h 64327"/>
                    <a:gd name="connsiteX23" fmla="*/ 63737 w 90037"/>
                    <a:gd name="connsiteY23" fmla="*/ 25432 h 64327"/>
                    <a:gd name="connsiteX24" fmla="*/ 66272 w 90037"/>
                    <a:gd name="connsiteY24" fmla="*/ 28534 h 64327"/>
                    <a:gd name="connsiteX25" fmla="*/ 62695 w 90037"/>
                    <a:gd name="connsiteY25" fmla="*/ 30757 h 64327"/>
                    <a:gd name="connsiteX26" fmla="*/ 60276 w 90037"/>
                    <a:gd name="connsiteY26" fmla="*/ 38177 h 64327"/>
                    <a:gd name="connsiteX27" fmla="*/ 55830 w 90037"/>
                    <a:gd name="connsiteY27" fmla="*/ 36418 h 64327"/>
                    <a:gd name="connsiteX28" fmla="*/ 54708 w 90037"/>
                    <a:gd name="connsiteY28" fmla="*/ 37795 h 64327"/>
                    <a:gd name="connsiteX29" fmla="*/ 53735 w 90037"/>
                    <a:gd name="connsiteY29" fmla="*/ 36047 h 64327"/>
                    <a:gd name="connsiteX30" fmla="*/ 52578 w 90037"/>
                    <a:gd name="connsiteY30" fmla="*/ 37356 h 64327"/>
                    <a:gd name="connsiteX31" fmla="*/ 52080 w 90037"/>
                    <a:gd name="connsiteY31" fmla="*/ 36962 h 64327"/>
                    <a:gd name="connsiteX32" fmla="*/ 51640 w 90037"/>
                    <a:gd name="connsiteY32" fmla="*/ 36244 h 64327"/>
                    <a:gd name="connsiteX33" fmla="*/ 51524 w 90037"/>
                    <a:gd name="connsiteY33" fmla="*/ 36522 h 64327"/>
                    <a:gd name="connsiteX34" fmla="*/ 50506 w 90037"/>
                    <a:gd name="connsiteY34" fmla="*/ 35723 h 64327"/>
                    <a:gd name="connsiteX35" fmla="*/ 50066 w 90037"/>
                    <a:gd name="connsiteY35" fmla="*/ 36684 h 64327"/>
                    <a:gd name="connsiteX36" fmla="*/ 49846 w 90037"/>
                    <a:gd name="connsiteY36" fmla="*/ 36487 h 64327"/>
                    <a:gd name="connsiteX37" fmla="*/ 49533 w 90037"/>
                    <a:gd name="connsiteY37" fmla="*/ 37853 h 64327"/>
                    <a:gd name="connsiteX38" fmla="*/ 49313 w 90037"/>
                    <a:gd name="connsiteY38" fmla="*/ 38362 h 64327"/>
                    <a:gd name="connsiteX39" fmla="*/ 49302 w 90037"/>
                    <a:gd name="connsiteY39" fmla="*/ 38351 h 64327"/>
                    <a:gd name="connsiteX40" fmla="*/ 48792 w 90037"/>
                    <a:gd name="connsiteY40" fmla="*/ 35006 h 64327"/>
                    <a:gd name="connsiteX41" fmla="*/ 42206 w 90037"/>
                    <a:gd name="connsiteY41" fmla="*/ 35804 h 64327"/>
                    <a:gd name="connsiteX42" fmla="*/ 40076 w 90037"/>
                    <a:gd name="connsiteY42" fmla="*/ 37772 h 64327"/>
                    <a:gd name="connsiteX43" fmla="*/ 39208 w 90037"/>
                    <a:gd name="connsiteY43" fmla="*/ 38050 h 64327"/>
                    <a:gd name="connsiteX44" fmla="*/ 38895 w 90037"/>
                    <a:gd name="connsiteY44" fmla="*/ 38860 h 64327"/>
                    <a:gd name="connsiteX45" fmla="*/ 32401 w 90037"/>
                    <a:gd name="connsiteY45" fmla="*/ 44845 h 64327"/>
                    <a:gd name="connsiteX46" fmla="*/ 33605 w 90037"/>
                    <a:gd name="connsiteY46" fmla="*/ 53654 h 64327"/>
                    <a:gd name="connsiteX47" fmla="*/ 32783 w 90037"/>
                    <a:gd name="connsiteY47" fmla="*/ 55912 h 64327"/>
                    <a:gd name="connsiteX48" fmla="*/ 31718 w 90037"/>
                    <a:gd name="connsiteY48" fmla="*/ 58794 h 64327"/>
                    <a:gd name="connsiteX49" fmla="*/ 33698 w 90037"/>
                    <a:gd name="connsiteY49" fmla="*/ 60253 h 64327"/>
                    <a:gd name="connsiteX50" fmla="*/ 32135 w 90037"/>
                    <a:gd name="connsiteY50" fmla="*/ 62001 h 64327"/>
                    <a:gd name="connsiteX51" fmla="*/ 25710 w 90037"/>
                    <a:gd name="connsiteY51" fmla="*/ 64327 h 64327"/>
                    <a:gd name="connsiteX52" fmla="*/ 25397 w 90037"/>
                    <a:gd name="connsiteY52" fmla="*/ 63749 h 64327"/>
                    <a:gd name="connsiteX53" fmla="*/ 23406 w 90037"/>
                    <a:gd name="connsiteY53" fmla="*/ 62359 h 64327"/>
                    <a:gd name="connsiteX54" fmla="*/ 18973 w 90037"/>
                    <a:gd name="connsiteY54" fmla="*/ 62244 h 64327"/>
                    <a:gd name="connsiteX55" fmla="*/ 16912 w 90037"/>
                    <a:gd name="connsiteY55" fmla="*/ 55912 h 64327"/>
                    <a:gd name="connsiteX56" fmla="*/ 16299 w 90037"/>
                    <a:gd name="connsiteY56" fmla="*/ 54002 h 64327"/>
                    <a:gd name="connsiteX57" fmla="*/ 11738 w 90037"/>
                    <a:gd name="connsiteY57" fmla="*/ 52230 h 64327"/>
                    <a:gd name="connsiteX58" fmla="*/ 8531 w 90037"/>
                    <a:gd name="connsiteY58" fmla="*/ 52613 h 64327"/>
                    <a:gd name="connsiteX59" fmla="*/ 6529 w 90037"/>
                    <a:gd name="connsiteY59" fmla="*/ 55912 h 64327"/>
                    <a:gd name="connsiteX60" fmla="*/ 6390 w 90037"/>
                    <a:gd name="connsiteY60" fmla="*/ 56143 h 64327"/>
                    <a:gd name="connsiteX61" fmla="*/ 3936 w 90037"/>
                    <a:gd name="connsiteY61" fmla="*/ 56004 h 64327"/>
                    <a:gd name="connsiteX62" fmla="*/ 3936 w 90037"/>
                    <a:gd name="connsiteY62" fmla="*/ 55912 h 64327"/>
                    <a:gd name="connsiteX63" fmla="*/ 3809 w 90037"/>
                    <a:gd name="connsiteY63" fmla="*/ 51582 h 64327"/>
                    <a:gd name="connsiteX64" fmla="*/ 7779 w 90037"/>
                    <a:gd name="connsiteY64" fmla="*/ 46975 h 64327"/>
                    <a:gd name="connsiteX65" fmla="*/ 5742 w 90037"/>
                    <a:gd name="connsiteY65" fmla="*/ 44463 h 64327"/>
                    <a:gd name="connsiteX66" fmla="*/ 5533 w 90037"/>
                    <a:gd name="connsiteY66" fmla="*/ 42460 h 64327"/>
                    <a:gd name="connsiteX67" fmla="*/ 5580 w 90037"/>
                    <a:gd name="connsiteY67" fmla="*/ 42321 h 64327"/>
                    <a:gd name="connsiteX68" fmla="*/ 5522 w 90037"/>
                    <a:gd name="connsiteY68" fmla="*/ 42310 h 64327"/>
                    <a:gd name="connsiteX69" fmla="*/ 5290 w 90037"/>
                    <a:gd name="connsiteY69" fmla="*/ 40064 h 64327"/>
                    <a:gd name="connsiteX70" fmla="*/ 7571 w 90037"/>
                    <a:gd name="connsiteY70" fmla="*/ 34728 h 64327"/>
                    <a:gd name="connsiteX71" fmla="*/ 5418 w 90037"/>
                    <a:gd name="connsiteY71" fmla="*/ 33176 h 64327"/>
                    <a:gd name="connsiteX72" fmla="*/ 6564 w 90037"/>
                    <a:gd name="connsiteY72" fmla="*/ 30167 h 64327"/>
                    <a:gd name="connsiteX73" fmla="*/ 5244 w 90037"/>
                    <a:gd name="connsiteY73" fmla="*/ 27169 h 64327"/>
                    <a:gd name="connsiteX74" fmla="*/ 4364 w 90037"/>
                    <a:gd name="connsiteY74" fmla="*/ 27284 h 64327"/>
                    <a:gd name="connsiteX75" fmla="*/ 3936 w 90037"/>
                    <a:gd name="connsiteY75" fmla="*/ 25953 h 64327"/>
                    <a:gd name="connsiteX76" fmla="*/ 4144 w 90037"/>
                    <a:gd name="connsiteY76" fmla="*/ 25375 h 64327"/>
                    <a:gd name="connsiteX77" fmla="*/ 3751 w 90037"/>
                    <a:gd name="connsiteY77" fmla="*/ 25363 h 64327"/>
                    <a:gd name="connsiteX78" fmla="*/ 3704 w 90037"/>
                    <a:gd name="connsiteY78" fmla="*/ 25212 h 64327"/>
                    <a:gd name="connsiteX79" fmla="*/ 3322 w 90037"/>
                    <a:gd name="connsiteY79" fmla="*/ 25340 h 64327"/>
                    <a:gd name="connsiteX80" fmla="*/ 0 w 90037"/>
                    <a:gd name="connsiteY80" fmla="*/ 25224 h 64327"/>
                    <a:gd name="connsiteX81" fmla="*/ 1690 w 90037"/>
                    <a:gd name="connsiteY81" fmla="*/ 23384 h 64327"/>
                    <a:gd name="connsiteX82" fmla="*/ 5140 w 90037"/>
                    <a:gd name="connsiteY82" fmla="*/ 23835 h 64327"/>
                    <a:gd name="connsiteX83" fmla="*/ 7513 w 90037"/>
                    <a:gd name="connsiteY83" fmla="*/ 17954 h 64327"/>
                    <a:gd name="connsiteX84" fmla="*/ 7686 w 90037"/>
                    <a:gd name="connsiteY84" fmla="*/ 17873 h 64327"/>
                    <a:gd name="connsiteX85" fmla="*/ 9353 w 90037"/>
                    <a:gd name="connsiteY85" fmla="*/ 17549 h 64327"/>
                    <a:gd name="connsiteX86" fmla="*/ 9342 w 90037"/>
                    <a:gd name="connsiteY86" fmla="*/ 17086 h 64327"/>
                    <a:gd name="connsiteX87" fmla="*/ 10881 w 90037"/>
                    <a:gd name="connsiteY87" fmla="*/ 16345 h 64327"/>
                    <a:gd name="connsiteX88" fmla="*/ 11217 w 90037"/>
                    <a:gd name="connsiteY88" fmla="*/ 15824 h 64327"/>
                    <a:gd name="connsiteX89" fmla="*/ 12942 w 90037"/>
                    <a:gd name="connsiteY89" fmla="*/ 15547 h 64327"/>
                    <a:gd name="connsiteX90" fmla="*/ 15141 w 90037"/>
                    <a:gd name="connsiteY90" fmla="*/ 15836 h 64327"/>
                    <a:gd name="connsiteX91" fmla="*/ 16716 w 90037"/>
                    <a:gd name="connsiteY91" fmla="*/ 11367 h 64327"/>
                    <a:gd name="connsiteX92" fmla="*/ 18151 w 90037"/>
                    <a:gd name="connsiteY92" fmla="*/ 11263 h 64327"/>
                    <a:gd name="connsiteX93" fmla="*/ 20987 w 90037"/>
                    <a:gd name="connsiteY93" fmla="*/ 11518 h 64327"/>
                    <a:gd name="connsiteX94" fmla="*/ 21670 w 90037"/>
                    <a:gd name="connsiteY94" fmla="*/ 11009 h 64327"/>
                    <a:gd name="connsiteX95" fmla="*/ 22758 w 90037"/>
                    <a:gd name="connsiteY95" fmla="*/ 10928 h 64327"/>
                    <a:gd name="connsiteX96" fmla="*/ 23731 w 90037"/>
                    <a:gd name="connsiteY96" fmla="*/ 12074 h 64327"/>
                    <a:gd name="connsiteX97" fmla="*/ 23800 w 90037"/>
                    <a:gd name="connsiteY97" fmla="*/ 12259 h 64327"/>
                    <a:gd name="connsiteX98" fmla="*/ 23916 w 90037"/>
                    <a:gd name="connsiteY98" fmla="*/ 12282 h 64327"/>
                    <a:gd name="connsiteX99" fmla="*/ 25062 w 90037"/>
                    <a:gd name="connsiteY99" fmla="*/ 13625 h 64327"/>
                    <a:gd name="connsiteX100" fmla="*/ 29287 w 90037"/>
                    <a:gd name="connsiteY100" fmla="*/ 11171 h 64327"/>
                    <a:gd name="connsiteX101" fmla="*/ 31822 w 90037"/>
                    <a:gd name="connsiteY101" fmla="*/ 12768 h 64327"/>
                    <a:gd name="connsiteX102" fmla="*/ 30780 w 90037"/>
                    <a:gd name="connsiteY102" fmla="*/ 15350 h 64327"/>
                    <a:gd name="connsiteX103" fmla="*/ 34716 w 90037"/>
                    <a:gd name="connsiteY103" fmla="*/ 15639 h 64327"/>
                    <a:gd name="connsiteX104" fmla="*/ 35619 w 90037"/>
                    <a:gd name="connsiteY104" fmla="*/ 14192 h 64327"/>
                    <a:gd name="connsiteX105" fmla="*/ 37379 w 90037"/>
                    <a:gd name="connsiteY105" fmla="*/ 18660 h 64327"/>
                    <a:gd name="connsiteX106" fmla="*/ 39497 w 90037"/>
                    <a:gd name="connsiteY106" fmla="*/ 18880 h 64327"/>
                    <a:gd name="connsiteX107" fmla="*/ 41627 w 90037"/>
                    <a:gd name="connsiteY107" fmla="*/ 19112 h 64327"/>
                    <a:gd name="connsiteX108" fmla="*/ 46269 w 90037"/>
                    <a:gd name="connsiteY108" fmla="*/ 15790 h 64327"/>
                    <a:gd name="connsiteX109" fmla="*/ 46361 w 90037"/>
                    <a:gd name="connsiteY109" fmla="*/ 12803 h 64327"/>
                    <a:gd name="connsiteX110" fmla="*/ 46570 w 90037"/>
                    <a:gd name="connsiteY110" fmla="*/ 12143 h 64327"/>
                    <a:gd name="connsiteX111" fmla="*/ 50992 w 90037"/>
                    <a:gd name="connsiteY111" fmla="*/ 12143 h 64327"/>
                    <a:gd name="connsiteX112" fmla="*/ 55148 w 90037"/>
                    <a:gd name="connsiteY112" fmla="*/ 8207 h 64327"/>
                    <a:gd name="connsiteX113" fmla="*/ 56166 w 90037"/>
                    <a:gd name="connsiteY113" fmla="*/ 7756 h 64327"/>
                    <a:gd name="connsiteX114" fmla="*/ 59407 w 90037"/>
                    <a:gd name="connsiteY114" fmla="*/ 8103 h 64327"/>
                    <a:gd name="connsiteX115" fmla="*/ 60646 w 90037"/>
                    <a:gd name="connsiteY115" fmla="*/ 6043 h 64327"/>
                    <a:gd name="connsiteX116" fmla="*/ 63656 w 90037"/>
                    <a:gd name="connsiteY116" fmla="*/ 6216 h 64327"/>
                    <a:gd name="connsiteX117" fmla="*/ 66723 w 90037"/>
                    <a:gd name="connsiteY117" fmla="*/ 11333 h 64327"/>
                    <a:gd name="connsiteX118" fmla="*/ 69965 w 90037"/>
                    <a:gd name="connsiteY118" fmla="*/ 10164 h 64327"/>
                    <a:gd name="connsiteX119" fmla="*/ 69525 w 90037"/>
                    <a:gd name="connsiteY119" fmla="*/ 8045 h 64327"/>
                    <a:gd name="connsiteX120" fmla="*/ 70335 w 90037"/>
                    <a:gd name="connsiteY120" fmla="*/ 10488 h 64327"/>
                    <a:gd name="connsiteX121" fmla="*/ 72997 w 90037"/>
                    <a:gd name="connsiteY121" fmla="*/ 10604 h 64327"/>
                    <a:gd name="connsiteX122" fmla="*/ 75116 w 90037"/>
                    <a:gd name="connsiteY122" fmla="*/ 7050 h 64327"/>
                    <a:gd name="connsiteX123" fmla="*/ 79526 w 90037"/>
                    <a:gd name="connsiteY123" fmla="*/ 5360 h 64327"/>
                    <a:gd name="connsiteX124" fmla="*/ 81726 w 90037"/>
                    <a:gd name="connsiteY124" fmla="*/ 0 h 643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</a:cxnLst>
                  <a:rect l="l" t="t" r="r" b="b"/>
                  <a:pathLst>
                    <a:path w="90037" h="64327">
                      <a:moveTo>
                        <a:pt x="81726" y="0"/>
                      </a:moveTo>
                      <a:lnTo>
                        <a:pt x="85025" y="7536"/>
                      </a:lnTo>
                      <a:lnTo>
                        <a:pt x="90037" y="9712"/>
                      </a:lnTo>
                      <a:lnTo>
                        <a:pt x="89794" y="17584"/>
                      </a:lnTo>
                      <a:lnTo>
                        <a:pt x="88289" y="18359"/>
                      </a:lnTo>
                      <a:lnTo>
                        <a:pt x="86958" y="18568"/>
                      </a:lnTo>
                      <a:lnTo>
                        <a:pt x="84712" y="15500"/>
                      </a:lnTo>
                      <a:lnTo>
                        <a:pt x="84481" y="17329"/>
                      </a:lnTo>
                      <a:lnTo>
                        <a:pt x="83555" y="17711"/>
                      </a:lnTo>
                      <a:lnTo>
                        <a:pt x="83312" y="17433"/>
                      </a:lnTo>
                      <a:lnTo>
                        <a:pt x="83277" y="17815"/>
                      </a:lnTo>
                      <a:lnTo>
                        <a:pt x="81795" y="18429"/>
                      </a:lnTo>
                      <a:lnTo>
                        <a:pt x="81749" y="18429"/>
                      </a:lnTo>
                      <a:lnTo>
                        <a:pt x="80591" y="16149"/>
                      </a:lnTo>
                      <a:lnTo>
                        <a:pt x="79272" y="16716"/>
                      </a:lnTo>
                      <a:lnTo>
                        <a:pt x="79908" y="18510"/>
                      </a:lnTo>
                      <a:lnTo>
                        <a:pt x="79596" y="18521"/>
                      </a:lnTo>
                      <a:lnTo>
                        <a:pt x="78705" y="17757"/>
                      </a:lnTo>
                      <a:lnTo>
                        <a:pt x="77142" y="19262"/>
                      </a:lnTo>
                      <a:lnTo>
                        <a:pt x="72419" y="16067"/>
                      </a:lnTo>
                      <a:lnTo>
                        <a:pt x="63945" y="17897"/>
                      </a:lnTo>
                      <a:lnTo>
                        <a:pt x="60380" y="24194"/>
                      </a:lnTo>
                      <a:lnTo>
                        <a:pt x="62799" y="24390"/>
                      </a:lnTo>
                      <a:lnTo>
                        <a:pt x="63737" y="25432"/>
                      </a:lnTo>
                      <a:lnTo>
                        <a:pt x="66272" y="28534"/>
                      </a:lnTo>
                      <a:lnTo>
                        <a:pt x="62695" y="30757"/>
                      </a:lnTo>
                      <a:lnTo>
                        <a:pt x="60276" y="38177"/>
                      </a:lnTo>
                      <a:lnTo>
                        <a:pt x="55830" y="36418"/>
                      </a:lnTo>
                      <a:lnTo>
                        <a:pt x="54708" y="37795"/>
                      </a:lnTo>
                      <a:lnTo>
                        <a:pt x="53735" y="36047"/>
                      </a:lnTo>
                      <a:lnTo>
                        <a:pt x="52578" y="37356"/>
                      </a:lnTo>
                      <a:lnTo>
                        <a:pt x="52080" y="36962"/>
                      </a:lnTo>
                      <a:lnTo>
                        <a:pt x="51640" y="36244"/>
                      </a:lnTo>
                      <a:lnTo>
                        <a:pt x="51524" y="36522"/>
                      </a:lnTo>
                      <a:lnTo>
                        <a:pt x="50506" y="35723"/>
                      </a:lnTo>
                      <a:lnTo>
                        <a:pt x="50066" y="36684"/>
                      </a:lnTo>
                      <a:lnTo>
                        <a:pt x="49846" y="36487"/>
                      </a:lnTo>
                      <a:lnTo>
                        <a:pt x="49533" y="37853"/>
                      </a:lnTo>
                      <a:lnTo>
                        <a:pt x="49313" y="38362"/>
                      </a:lnTo>
                      <a:lnTo>
                        <a:pt x="49302" y="38351"/>
                      </a:lnTo>
                      <a:lnTo>
                        <a:pt x="48792" y="35006"/>
                      </a:lnTo>
                      <a:lnTo>
                        <a:pt x="42206" y="35804"/>
                      </a:lnTo>
                      <a:lnTo>
                        <a:pt x="40076" y="37772"/>
                      </a:lnTo>
                      <a:lnTo>
                        <a:pt x="39208" y="38050"/>
                      </a:lnTo>
                      <a:lnTo>
                        <a:pt x="38895" y="38860"/>
                      </a:lnTo>
                      <a:lnTo>
                        <a:pt x="32401" y="44845"/>
                      </a:lnTo>
                      <a:lnTo>
                        <a:pt x="33605" y="53654"/>
                      </a:lnTo>
                      <a:lnTo>
                        <a:pt x="32783" y="55912"/>
                      </a:lnTo>
                      <a:lnTo>
                        <a:pt x="31718" y="58794"/>
                      </a:lnTo>
                      <a:lnTo>
                        <a:pt x="33698" y="60253"/>
                      </a:lnTo>
                      <a:lnTo>
                        <a:pt x="32135" y="62001"/>
                      </a:lnTo>
                      <a:lnTo>
                        <a:pt x="25710" y="64327"/>
                      </a:lnTo>
                      <a:lnTo>
                        <a:pt x="25397" y="63749"/>
                      </a:lnTo>
                      <a:lnTo>
                        <a:pt x="23406" y="62359"/>
                      </a:lnTo>
                      <a:lnTo>
                        <a:pt x="18973" y="62244"/>
                      </a:lnTo>
                      <a:lnTo>
                        <a:pt x="16912" y="55912"/>
                      </a:lnTo>
                      <a:lnTo>
                        <a:pt x="16299" y="54002"/>
                      </a:lnTo>
                      <a:lnTo>
                        <a:pt x="11738" y="52230"/>
                      </a:lnTo>
                      <a:lnTo>
                        <a:pt x="8531" y="52613"/>
                      </a:lnTo>
                      <a:lnTo>
                        <a:pt x="6529" y="55912"/>
                      </a:lnTo>
                      <a:lnTo>
                        <a:pt x="6390" y="56143"/>
                      </a:lnTo>
                      <a:lnTo>
                        <a:pt x="3936" y="56004"/>
                      </a:lnTo>
                      <a:lnTo>
                        <a:pt x="3936" y="55912"/>
                      </a:lnTo>
                      <a:lnTo>
                        <a:pt x="3809" y="51582"/>
                      </a:lnTo>
                      <a:lnTo>
                        <a:pt x="7779" y="46975"/>
                      </a:lnTo>
                      <a:lnTo>
                        <a:pt x="5742" y="44463"/>
                      </a:lnTo>
                      <a:lnTo>
                        <a:pt x="5533" y="42460"/>
                      </a:lnTo>
                      <a:lnTo>
                        <a:pt x="5580" y="42321"/>
                      </a:lnTo>
                      <a:lnTo>
                        <a:pt x="5522" y="42310"/>
                      </a:lnTo>
                      <a:lnTo>
                        <a:pt x="5290" y="40064"/>
                      </a:lnTo>
                      <a:lnTo>
                        <a:pt x="7571" y="34728"/>
                      </a:lnTo>
                      <a:lnTo>
                        <a:pt x="5418" y="33176"/>
                      </a:lnTo>
                      <a:lnTo>
                        <a:pt x="6564" y="30167"/>
                      </a:lnTo>
                      <a:lnTo>
                        <a:pt x="5244" y="27169"/>
                      </a:lnTo>
                      <a:lnTo>
                        <a:pt x="4364" y="27284"/>
                      </a:lnTo>
                      <a:lnTo>
                        <a:pt x="3936" y="25953"/>
                      </a:lnTo>
                      <a:lnTo>
                        <a:pt x="4144" y="25375"/>
                      </a:lnTo>
                      <a:lnTo>
                        <a:pt x="3751" y="25363"/>
                      </a:lnTo>
                      <a:lnTo>
                        <a:pt x="3704" y="25212"/>
                      </a:lnTo>
                      <a:lnTo>
                        <a:pt x="3322" y="25340"/>
                      </a:lnTo>
                      <a:lnTo>
                        <a:pt x="0" y="25224"/>
                      </a:lnTo>
                      <a:lnTo>
                        <a:pt x="1690" y="23384"/>
                      </a:lnTo>
                      <a:lnTo>
                        <a:pt x="5140" y="23835"/>
                      </a:lnTo>
                      <a:lnTo>
                        <a:pt x="7513" y="17954"/>
                      </a:lnTo>
                      <a:lnTo>
                        <a:pt x="7686" y="17873"/>
                      </a:lnTo>
                      <a:lnTo>
                        <a:pt x="9353" y="17549"/>
                      </a:lnTo>
                      <a:lnTo>
                        <a:pt x="9342" y="17086"/>
                      </a:lnTo>
                      <a:lnTo>
                        <a:pt x="10881" y="16345"/>
                      </a:lnTo>
                      <a:lnTo>
                        <a:pt x="11217" y="15824"/>
                      </a:lnTo>
                      <a:lnTo>
                        <a:pt x="12942" y="15547"/>
                      </a:lnTo>
                      <a:lnTo>
                        <a:pt x="15141" y="15836"/>
                      </a:lnTo>
                      <a:lnTo>
                        <a:pt x="16716" y="11367"/>
                      </a:lnTo>
                      <a:lnTo>
                        <a:pt x="18151" y="11263"/>
                      </a:lnTo>
                      <a:lnTo>
                        <a:pt x="20987" y="11518"/>
                      </a:lnTo>
                      <a:lnTo>
                        <a:pt x="21670" y="11009"/>
                      </a:lnTo>
                      <a:lnTo>
                        <a:pt x="22758" y="10928"/>
                      </a:lnTo>
                      <a:lnTo>
                        <a:pt x="23731" y="12074"/>
                      </a:lnTo>
                      <a:lnTo>
                        <a:pt x="23800" y="12259"/>
                      </a:lnTo>
                      <a:lnTo>
                        <a:pt x="23916" y="12282"/>
                      </a:lnTo>
                      <a:lnTo>
                        <a:pt x="25062" y="13625"/>
                      </a:lnTo>
                      <a:lnTo>
                        <a:pt x="29287" y="11171"/>
                      </a:lnTo>
                      <a:lnTo>
                        <a:pt x="31822" y="12768"/>
                      </a:lnTo>
                      <a:lnTo>
                        <a:pt x="30780" y="15350"/>
                      </a:lnTo>
                      <a:lnTo>
                        <a:pt x="34716" y="15639"/>
                      </a:lnTo>
                      <a:lnTo>
                        <a:pt x="35619" y="14192"/>
                      </a:lnTo>
                      <a:lnTo>
                        <a:pt x="37379" y="18660"/>
                      </a:lnTo>
                      <a:lnTo>
                        <a:pt x="39497" y="18880"/>
                      </a:lnTo>
                      <a:lnTo>
                        <a:pt x="41627" y="19112"/>
                      </a:lnTo>
                      <a:lnTo>
                        <a:pt x="46269" y="15790"/>
                      </a:lnTo>
                      <a:lnTo>
                        <a:pt x="46361" y="12803"/>
                      </a:lnTo>
                      <a:lnTo>
                        <a:pt x="46570" y="12143"/>
                      </a:lnTo>
                      <a:lnTo>
                        <a:pt x="50992" y="12143"/>
                      </a:lnTo>
                      <a:lnTo>
                        <a:pt x="55148" y="8207"/>
                      </a:lnTo>
                      <a:lnTo>
                        <a:pt x="56166" y="7756"/>
                      </a:lnTo>
                      <a:lnTo>
                        <a:pt x="59407" y="8103"/>
                      </a:lnTo>
                      <a:lnTo>
                        <a:pt x="60646" y="6043"/>
                      </a:lnTo>
                      <a:lnTo>
                        <a:pt x="63656" y="6216"/>
                      </a:lnTo>
                      <a:lnTo>
                        <a:pt x="66723" y="11333"/>
                      </a:lnTo>
                      <a:lnTo>
                        <a:pt x="69965" y="10164"/>
                      </a:lnTo>
                      <a:lnTo>
                        <a:pt x="69525" y="8045"/>
                      </a:lnTo>
                      <a:lnTo>
                        <a:pt x="70335" y="10488"/>
                      </a:lnTo>
                      <a:lnTo>
                        <a:pt x="72997" y="10604"/>
                      </a:lnTo>
                      <a:lnTo>
                        <a:pt x="75116" y="7050"/>
                      </a:lnTo>
                      <a:lnTo>
                        <a:pt x="79526" y="5360"/>
                      </a:lnTo>
                      <a:lnTo>
                        <a:pt x="81726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2" name="Freeform: Shape 281">
                  <a:extLst>
                    <a:ext uri="{FF2B5EF4-FFF2-40B4-BE49-F238E27FC236}">
                      <a16:creationId xmlns:a16="http://schemas.microsoft.com/office/drawing/2014/main" id="{121D49A6-421E-8C71-C657-F20B355C5B58}"/>
                    </a:ext>
                  </a:extLst>
                </p:cNvPr>
                <p:cNvSpPr/>
                <p:nvPr/>
              </p:nvSpPr>
              <p:spPr>
                <a:xfrm>
                  <a:off x="7764262" y="3223933"/>
                  <a:ext cx="67070" cy="57925"/>
                </a:xfrm>
                <a:custGeom>
                  <a:avLst/>
                  <a:gdLst>
                    <a:gd name="connsiteX0" fmla="*/ 25050 w 67070"/>
                    <a:gd name="connsiteY0" fmla="*/ 8520 h 57925"/>
                    <a:gd name="connsiteX1" fmla="*/ 33686 w 67070"/>
                    <a:gd name="connsiteY1" fmla="*/ 9666 h 57925"/>
                    <a:gd name="connsiteX2" fmla="*/ 34450 w 67070"/>
                    <a:gd name="connsiteY2" fmla="*/ 7061 h 57925"/>
                    <a:gd name="connsiteX3" fmla="*/ 37297 w 67070"/>
                    <a:gd name="connsiteY3" fmla="*/ 5915 h 57925"/>
                    <a:gd name="connsiteX4" fmla="*/ 38895 w 67070"/>
                    <a:gd name="connsiteY4" fmla="*/ 8092 h 57925"/>
                    <a:gd name="connsiteX5" fmla="*/ 40793 w 67070"/>
                    <a:gd name="connsiteY5" fmla="*/ 7501 h 57925"/>
                    <a:gd name="connsiteX6" fmla="*/ 36939 w 67070"/>
                    <a:gd name="connsiteY6" fmla="*/ 9504 h 57925"/>
                    <a:gd name="connsiteX7" fmla="*/ 37726 w 67070"/>
                    <a:gd name="connsiteY7" fmla="*/ 10916 h 57925"/>
                    <a:gd name="connsiteX8" fmla="*/ 38756 w 67070"/>
                    <a:gd name="connsiteY8" fmla="*/ 9145 h 57925"/>
                    <a:gd name="connsiteX9" fmla="*/ 38964 w 67070"/>
                    <a:gd name="connsiteY9" fmla="*/ 9122 h 57925"/>
                    <a:gd name="connsiteX10" fmla="*/ 43815 w 67070"/>
                    <a:gd name="connsiteY10" fmla="*/ 11275 h 57925"/>
                    <a:gd name="connsiteX11" fmla="*/ 44602 w 67070"/>
                    <a:gd name="connsiteY11" fmla="*/ 14273 h 57925"/>
                    <a:gd name="connsiteX12" fmla="*/ 41800 w 67070"/>
                    <a:gd name="connsiteY12" fmla="*/ 14285 h 57925"/>
                    <a:gd name="connsiteX13" fmla="*/ 43699 w 67070"/>
                    <a:gd name="connsiteY13" fmla="*/ 18197 h 57925"/>
                    <a:gd name="connsiteX14" fmla="*/ 45794 w 67070"/>
                    <a:gd name="connsiteY14" fmla="*/ 17306 h 57925"/>
                    <a:gd name="connsiteX15" fmla="*/ 46373 w 67070"/>
                    <a:gd name="connsiteY15" fmla="*/ 20142 h 57925"/>
                    <a:gd name="connsiteX16" fmla="*/ 47438 w 67070"/>
                    <a:gd name="connsiteY16" fmla="*/ 18267 h 57925"/>
                    <a:gd name="connsiteX17" fmla="*/ 48121 w 67070"/>
                    <a:gd name="connsiteY17" fmla="*/ 18267 h 57925"/>
                    <a:gd name="connsiteX18" fmla="*/ 49903 w 67070"/>
                    <a:gd name="connsiteY18" fmla="*/ 19228 h 57925"/>
                    <a:gd name="connsiteX19" fmla="*/ 51617 w 67070"/>
                    <a:gd name="connsiteY19" fmla="*/ 12652 h 57925"/>
                    <a:gd name="connsiteX20" fmla="*/ 52115 w 67070"/>
                    <a:gd name="connsiteY20" fmla="*/ 12652 h 57925"/>
                    <a:gd name="connsiteX21" fmla="*/ 55738 w 67070"/>
                    <a:gd name="connsiteY21" fmla="*/ 14238 h 57925"/>
                    <a:gd name="connsiteX22" fmla="*/ 56062 w 67070"/>
                    <a:gd name="connsiteY22" fmla="*/ 14412 h 57925"/>
                    <a:gd name="connsiteX23" fmla="*/ 54025 w 67070"/>
                    <a:gd name="connsiteY23" fmla="*/ 13868 h 57925"/>
                    <a:gd name="connsiteX24" fmla="*/ 56039 w 67070"/>
                    <a:gd name="connsiteY24" fmla="*/ 16206 h 57925"/>
                    <a:gd name="connsiteX25" fmla="*/ 53886 w 67070"/>
                    <a:gd name="connsiteY25" fmla="*/ 16924 h 57925"/>
                    <a:gd name="connsiteX26" fmla="*/ 56398 w 67070"/>
                    <a:gd name="connsiteY26" fmla="*/ 17179 h 57925"/>
                    <a:gd name="connsiteX27" fmla="*/ 55877 w 67070"/>
                    <a:gd name="connsiteY27" fmla="*/ 20107 h 57925"/>
                    <a:gd name="connsiteX28" fmla="*/ 57382 w 67070"/>
                    <a:gd name="connsiteY28" fmla="*/ 18626 h 57925"/>
                    <a:gd name="connsiteX29" fmla="*/ 56988 w 67070"/>
                    <a:gd name="connsiteY29" fmla="*/ 15373 h 57925"/>
                    <a:gd name="connsiteX30" fmla="*/ 63123 w 67070"/>
                    <a:gd name="connsiteY30" fmla="*/ 19934 h 57925"/>
                    <a:gd name="connsiteX31" fmla="*/ 65392 w 67070"/>
                    <a:gd name="connsiteY31" fmla="*/ 22712 h 57925"/>
                    <a:gd name="connsiteX32" fmla="*/ 64350 w 67070"/>
                    <a:gd name="connsiteY32" fmla="*/ 23430 h 57925"/>
                    <a:gd name="connsiteX33" fmla="*/ 67071 w 67070"/>
                    <a:gd name="connsiteY33" fmla="*/ 23349 h 57925"/>
                    <a:gd name="connsiteX34" fmla="*/ 63285 w 67070"/>
                    <a:gd name="connsiteY34" fmla="*/ 24622 h 57925"/>
                    <a:gd name="connsiteX35" fmla="*/ 65936 w 67070"/>
                    <a:gd name="connsiteY35" fmla="*/ 25872 h 57925"/>
                    <a:gd name="connsiteX36" fmla="*/ 63389 w 67070"/>
                    <a:gd name="connsiteY36" fmla="*/ 26590 h 57925"/>
                    <a:gd name="connsiteX37" fmla="*/ 61734 w 67070"/>
                    <a:gd name="connsiteY37" fmla="*/ 24205 h 57925"/>
                    <a:gd name="connsiteX38" fmla="*/ 60588 w 67070"/>
                    <a:gd name="connsiteY38" fmla="*/ 25201 h 57925"/>
                    <a:gd name="connsiteX39" fmla="*/ 56178 w 67070"/>
                    <a:gd name="connsiteY39" fmla="*/ 21983 h 57925"/>
                    <a:gd name="connsiteX40" fmla="*/ 53920 w 67070"/>
                    <a:gd name="connsiteY40" fmla="*/ 27967 h 57925"/>
                    <a:gd name="connsiteX41" fmla="*/ 59222 w 67070"/>
                    <a:gd name="connsiteY41" fmla="*/ 28095 h 57925"/>
                    <a:gd name="connsiteX42" fmla="*/ 60519 w 67070"/>
                    <a:gd name="connsiteY42" fmla="*/ 29171 h 57925"/>
                    <a:gd name="connsiteX43" fmla="*/ 58898 w 67070"/>
                    <a:gd name="connsiteY43" fmla="*/ 29426 h 57925"/>
                    <a:gd name="connsiteX44" fmla="*/ 60611 w 67070"/>
                    <a:gd name="connsiteY44" fmla="*/ 29785 h 57925"/>
                    <a:gd name="connsiteX45" fmla="*/ 58562 w 67070"/>
                    <a:gd name="connsiteY45" fmla="*/ 29762 h 57925"/>
                    <a:gd name="connsiteX46" fmla="*/ 61016 w 67070"/>
                    <a:gd name="connsiteY46" fmla="*/ 31406 h 57925"/>
                    <a:gd name="connsiteX47" fmla="*/ 57347 w 67070"/>
                    <a:gd name="connsiteY47" fmla="*/ 32065 h 57925"/>
                    <a:gd name="connsiteX48" fmla="*/ 54569 w 67070"/>
                    <a:gd name="connsiteY48" fmla="*/ 30884 h 57925"/>
                    <a:gd name="connsiteX49" fmla="*/ 54545 w 67070"/>
                    <a:gd name="connsiteY49" fmla="*/ 30873 h 57925"/>
                    <a:gd name="connsiteX50" fmla="*/ 53319 w 67070"/>
                    <a:gd name="connsiteY50" fmla="*/ 30352 h 57925"/>
                    <a:gd name="connsiteX51" fmla="*/ 51258 w 67070"/>
                    <a:gd name="connsiteY51" fmla="*/ 25965 h 57925"/>
                    <a:gd name="connsiteX52" fmla="*/ 52867 w 67070"/>
                    <a:gd name="connsiteY52" fmla="*/ 31047 h 57925"/>
                    <a:gd name="connsiteX53" fmla="*/ 50401 w 67070"/>
                    <a:gd name="connsiteY53" fmla="*/ 29576 h 57925"/>
                    <a:gd name="connsiteX54" fmla="*/ 50517 w 67070"/>
                    <a:gd name="connsiteY54" fmla="*/ 34392 h 57925"/>
                    <a:gd name="connsiteX55" fmla="*/ 48329 w 67070"/>
                    <a:gd name="connsiteY55" fmla="*/ 34114 h 57925"/>
                    <a:gd name="connsiteX56" fmla="*/ 49649 w 67070"/>
                    <a:gd name="connsiteY56" fmla="*/ 32598 h 57925"/>
                    <a:gd name="connsiteX57" fmla="*/ 48665 w 67070"/>
                    <a:gd name="connsiteY57" fmla="*/ 32227 h 57925"/>
                    <a:gd name="connsiteX58" fmla="*/ 48260 w 67070"/>
                    <a:gd name="connsiteY58" fmla="*/ 31787 h 57925"/>
                    <a:gd name="connsiteX59" fmla="*/ 48167 w 67070"/>
                    <a:gd name="connsiteY59" fmla="*/ 32042 h 57925"/>
                    <a:gd name="connsiteX60" fmla="*/ 47588 w 67070"/>
                    <a:gd name="connsiteY60" fmla="*/ 31834 h 57925"/>
                    <a:gd name="connsiteX61" fmla="*/ 46384 w 67070"/>
                    <a:gd name="connsiteY61" fmla="*/ 27412 h 57925"/>
                    <a:gd name="connsiteX62" fmla="*/ 45076 w 67070"/>
                    <a:gd name="connsiteY62" fmla="*/ 29333 h 57925"/>
                    <a:gd name="connsiteX63" fmla="*/ 47241 w 67070"/>
                    <a:gd name="connsiteY63" fmla="*/ 31637 h 57925"/>
                    <a:gd name="connsiteX64" fmla="*/ 44463 w 67070"/>
                    <a:gd name="connsiteY64" fmla="*/ 31243 h 57925"/>
                    <a:gd name="connsiteX65" fmla="*/ 46408 w 67070"/>
                    <a:gd name="connsiteY65" fmla="*/ 33906 h 57925"/>
                    <a:gd name="connsiteX66" fmla="*/ 44012 w 67070"/>
                    <a:gd name="connsiteY66" fmla="*/ 32957 h 57925"/>
                    <a:gd name="connsiteX67" fmla="*/ 44718 w 67070"/>
                    <a:gd name="connsiteY67" fmla="*/ 34056 h 57925"/>
                    <a:gd name="connsiteX68" fmla="*/ 42507 w 67070"/>
                    <a:gd name="connsiteY68" fmla="*/ 34242 h 57925"/>
                    <a:gd name="connsiteX69" fmla="*/ 42935 w 67070"/>
                    <a:gd name="connsiteY69" fmla="*/ 34311 h 57925"/>
                    <a:gd name="connsiteX70" fmla="*/ 39890 w 67070"/>
                    <a:gd name="connsiteY70" fmla="*/ 34508 h 57925"/>
                    <a:gd name="connsiteX71" fmla="*/ 46095 w 67070"/>
                    <a:gd name="connsiteY71" fmla="*/ 35306 h 57925"/>
                    <a:gd name="connsiteX72" fmla="*/ 50795 w 67070"/>
                    <a:gd name="connsiteY72" fmla="*/ 40504 h 57925"/>
                    <a:gd name="connsiteX73" fmla="*/ 52265 w 67070"/>
                    <a:gd name="connsiteY73" fmla="*/ 38652 h 57925"/>
                    <a:gd name="connsiteX74" fmla="*/ 55483 w 67070"/>
                    <a:gd name="connsiteY74" fmla="*/ 40817 h 57925"/>
                    <a:gd name="connsiteX75" fmla="*/ 59176 w 67070"/>
                    <a:gd name="connsiteY75" fmla="*/ 40203 h 57925"/>
                    <a:gd name="connsiteX76" fmla="*/ 54893 w 67070"/>
                    <a:gd name="connsiteY76" fmla="*/ 38999 h 57925"/>
                    <a:gd name="connsiteX77" fmla="*/ 54453 w 67070"/>
                    <a:gd name="connsiteY77" fmla="*/ 37957 h 57925"/>
                    <a:gd name="connsiteX78" fmla="*/ 52578 w 67070"/>
                    <a:gd name="connsiteY78" fmla="*/ 38363 h 57925"/>
                    <a:gd name="connsiteX79" fmla="*/ 52450 w 67070"/>
                    <a:gd name="connsiteY79" fmla="*/ 38316 h 57925"/>
                    <a:gd name="connsiteX80" fmla="*/ 52207 w 67070"/>
                    <a:gd name="connsiteY80" fmla="*/ 36071 h 57925"/>
                    <a:gd name="connsiteX81" fmla="*/ 54534 w 67070"/>
                    <a:gd name="connsiteY81" fmla="*/ 36904 h 57925"/>
                    <a:gd name="connsiteX82" fmla="*/ 55205 w 67070"/>
                    <a:gd name="connsiteY82" fmla="*/ 36753 h 57925"/>
                    <a:gd name="connsiteX83" fmla="*/ 58041 w 67070"/>
                    <a:gd name="connsiteY83" fmla="*/ 37865 h 57925"/>
                    <a:gd name="connsiteX84" fmla="*/ 61213 w 67070"/>
                    <a:gd name="connsiteY84" fmla="*/ 37217 h 57925"/>
                    <a:gd name="connsiteX85" fmla="*/ 64466 w 67070"/>
                    <a:gd name="connsiteY85" fmla="*/ 41500 h 57925"/>
                    <a:gd name="connsiteX86" fmla="*/ 63401 w 67070"/>
                    <a:gd name="connsiteY86" fmla="*/ 43178 h 57925"/>
                    <a:gd name="connsiteX87" fmla="*/ 64223 w 67070"/>
                    <a:gd name="connsiteY87" fmla="*/ 43861 h 57925"/>
                    <a:gd name="connsiteX88" fmla="*/ 64755 w 67070"/>
                    <a:gd name="connsiteY88" fmla="*/ 44498 h 57925"/>
                    <a:gd name="connsiteX89" fmla="*/ 58169 w 67070"/>
                    <a:gd name="connsiteY89" fmla="*/ 42715 h 57925"/>
                    <a:gd name="connsiteX90" fmla="*/ 60195 w 67070"/>
                    <a:gd name="connsiteY90" fmla="*/ 43965 h 57925"/>
                    <a:gd name="connsiteX91" fmla="*/ 63366 w 67070"/>
                    <a:gd name="connsiteY91" fmla="*/ 46431 h 57925"/>
                    <a:gd name="connsiteX92" fmla="*/ 64559 w 67070"/>
                    <a:gd name="connsiteY92" fmla="*/ 48063 h 57925"/>
                    <a:gd name="connsiteX93" fmla="*/ 63389 w 67070"/>
                    <a:gd name="connsiteY93" fmla="*/ 49568 h 57925"/>
                    <a:gd name="connsiteX94" fmla="*/ 61769 w 67070"/>
                    <a:gd name="connsiteY94" fmla="*/ 49661 h 57925"/>
                    <a:gd name="connsiteX95" fmla="*/ 57196 w 67070"/>
                    <a:gd name="connsiteY95" fmla="*/ 49869 h 57925"/>
                    <a:gd name="connsiteX96" fmla="*/ 55182 w 67070"/>
                    <a:gd name="connsiteY96" fmla="*/ 48341 h 57925"/>
                    <a:gd name="connsiteX97" fmla="*/ 56259 w 67070"/>
                    <a:gd name="connsiteY97" fmla="*/ 49614 h 57925"/>
                    <a:gd name="connsiteX98" fmla="*/ 53145 w 67070"/>
                    <a:gd name="connsiteY98" fmla="*/ 49846 h 57925"/>
                    <a:gd name="connsiteX99" fmla="*/ 54233 w 67070"/>
                    <a:gd name="connsiteY99" fmla="*/ 52034 h 57925"/>
                    <a:gd name="connsiteX100" fmla="*/ 48040 w 67070"/>
                    <a:gd name="connsiteY100" fmla="*/ 50448 h 57925"/>
                    <a:gd name="connsiteX101" fmla="*/ 52091 w 67070"/>
                    <a:gd name="connsiteY101" fmla="*/ 53237 h 57925"/>
                    <a:gd name="connsiteX102" fmla="*/ 51790 w 67070"/>
                    <a:gd name="connsiteY102" fmla="*/ 53342 h 57925"/>
                    <a:gd name="connsiteX103" fmla="*/ 52948 w 67070"/>
                    <a:gd name="connsiteY103" fmla="*/ 53839 h 57925"/>
                    <a:gd name="connsiteX104" fmla="*/ 52693 w 67070"/>
                    <a:gd name="connsiteY104" fmla="*/ 56953 h 57925"/>
                    <a:gd name="connsiteX105" fmla="*/ 42483 w 67070"/>
                    <a:gd name="connsiteY105" fmla="*/ 51918 h 57925"/>
                    <a:gd name="connsiteX106" fmla="*/ 42240 w 67070"/>
                    <a:gd name="connsiteY106" fmla="*/ 51756 h 57925"/>
                    <a:gd name="connsiteX107" fmla="*/ 42252 w 67070"/>
                    <a:gd name="connsiteY107" fmla="*/ 51802 h 57925"/>
                    <a:gd name="connsiteX108" fmla="*/ 35214 w 67070"/>
                    <a:gd name="connsiteY108" fmla="*/ 48341 h 57925"/>
                    <a:gd name="connsiteX109" fmla="*/ 35376 w 67070"/>
                    <a:gd name="connsiteY109" fmla="*/ 48491 h 57925"/>
                    <a:gd name="connsiteX110" fmla="*/ 34971 w 67070"/>
                    <a:gd name="connsiteY110" fmla="*/ 48295 h 57925"/>
                    <a:gd name="connsiteX111" fmla="*/ 34936 w 67070"/>
                    <a:gd name="connsiteY111" fmla="*/ 48190 h 57925"/>
                    <a:gd name="connsiteX112" fmla="*/ 29380 w 67070"/>
                    <a:gd name="connsiteY112" fmla="*/ 45458 h 57925"/>
                    <a:gd name="connsiteX113" fmla="*/ 29079 w 67070"/>
                    <a:gd name="connsiteY113" fmla="*/ 47426 h 57925"/>
                    <a:gd name="connsiteX114" fmla="*/ 29206 w 67070"/>
                    <a:gd name="connsiteY114" fmla="*/ 47380 h 57925"/>
                    <a:gd name="connsiteX115" fmla="*/ 29206 w 67070"/>
                    <a:gd name="connsiteY115" fmla="*/ 47438 h 57925"/>
                    <a:gd name="connsiteX116" fmla="*/ 31046 w 67070"/>
                    <a:gd name="connsiteY116" fmla="*/ 46848 h 57925"/>
                    <a:gd name="connsiteX117" fmla="*/ 32644 w 67070"/>
                    <a:gd name="connsiteY117" fmla="*/ 49047 h 57925"/>
                    <a:gd name="connsiteX118" fmla="*/ 35758 w 67070"/>
                    <a:gd name="connsiteY118" fmla="*/ 50332 h 57925"/>
                    <a:gd name="connsiteX119" fmla="*/ 36337 w 67070"/>
                    <a:gd name="connsiteY119" fmla="*/ 50818 h 57925"/>
                    <a:gd name="connsiteX120" fmla="*/ 38073 w 67070"/>
                    <a:gd name="connsiteY120" fmla="*/ 51293 h 57925"/>
                    <a:gd name="connsiteX121" fmla="*/ 41800 w 67070"/>
                    <a:gd name="connsiteY121" fmla="*/ 52832 h 57925"/>
                    <a:gd name="connsiteX122" fmla="*/ 42761 w 67070"/>
                    <a:gd name="connsiteY122" fmla="*/ 54557 h 57925"/>
                    <a:gd name="connsiteX123" fmla="*/ 42715 w 67070"/>
                    <a:gd name="connsiteY123" fmla="*/ 54673 h 57925"/>
                    <a:gd name="connsiteX124" fmla="*/ 44625 w 67070"/>
                    <a:gd name="connsiteY124" fmla="*/ 57926 h 57925"/>
                    <a:gd name="connsiteX125" fmla="*/ 40666 w 67070"/>
                    <a:gd name="connsiteY125" fmla="*/ 56131 h 57925"/>
                    <a:gd name="connsiteX126" fmla="*/ 36209 w 67070"/>
                    <a:gd name="connsiteY126" fmla="*/ 50853 h 57925"/>
                    <a:gd name="connsiteX127" fmla="*/ 35063 w 67070"/>
                    <a:gd name="connsiteY127" fmla="*/ 50841 h 57925"/>
                    <a:gd name="connsiteX128" fmla="*/ 36383 w 67070"/>
                    <a:gd name="connsiteY128" fmla="*/ 52821 h 57925"/>
                    <a:gd name="connsiteX129" fmla="*/ 34230 w 67070"/>
                    <a:gd name="connsiteY129" fmla="*/ 52057 h 57925"/>
                    <a:gd name="connsiteX130" fmla="*/ 35202 w 67070"/>
                    <a:gd name="connsiteY130" fmla="*/ 53654 h 57925"/>
                    <a:gd name="connsiteX131" fmla="*/ 32551 w 67070"/>
                    <a:gd name="connsiteY131" fmla="*/ 51872 h 57925"/>
                    <a:gd name="connsiteX132" fmla="*/ 30063 w 67070"/>
                    <a:gd name="connsiteY132" fmla="*/ 52879 h 57925"/>
                    <a:gd name="connsiteX133" fmla="*/ 32308 w 67070"/>
                    <a:gd name="connsiteY133" fmla="*/ 55900 h 57925"/>
                    <a:gd name="connsiteX134" fmla="*/ 31498 w 67070"/>
                    <a:gd name="connsiteY134" fmla="*/ 57069 h 57925"/>
                    <a:gd name="connsiteX135" fmla="*/ 23557 w 67070"/>
                    <a:gd name="connsiteY135" fmla="*/ 50865 h 57925"/>
                    <a:gd name="connsiteX136" fmla="*/ 22284 w 67070"/>
                    <a:gd name="connsiteY136" fmla="*/ 49429 h 57925"/>
                    <a:gd name="connsiteX137" fmla="*/ 19899 w 67070"/>
                    <a:gd name="connsiteY137" fmla="*/ 42750 h 57925"/>
                    <a:gd name="connsiteX138" fmla="*/ 18556 w 67070"/>
                    <a:gd name="connsiteY138" fmla="*/ 44556 h 57925"/>
                    <a:gd name="connsiteX139" fmla="*/ 15882 w 67070"/>
                    <a:gd name="connsiteY139" fmla="*/ 41627 h 57925"/>
                    <a:gd name="connsiteX140" fmla="*/ 14875 w 67070"/>
                    <a:gd name="connsiteY140" fmla="*/ 44926 h 57925"/>
                    <a:gd name="connsiteX141" fmla="*/ 12259 w 67070"/>
                    <a:gd name="connsiteY141" fmla="*/ 41627 h 57925"/>
                    <a:gd name="connsiteX142" fmla="*/ 6714 w 67070"/>
                    <a:gd name="connsiteY142" fmla="*/ 40029 h 57925"/>
                    <a:gd name="connsiteX143" fmla="*/ 4850 w 67070"/>
                    <a:gd name="connsiteY143" fmla="*/ 41060 h 57925"/>
                    <a:gd name="connsiteX144" fmla="*/ 4700 w 67070"/>
                    <a:gd name="connsiteY144" fmla="*/ 34658 h 57925"/>
                    <a:gd name="connsiteX145" fmla="*/ 4734 w 67070"/>
                    <a:gd name="connsiteY145" fmla="*/ 34461 h 57925"/>
                    <a:gd name="connsiteX146" fmla="*/ 4688 w 67070"/>
                    <a:gd name="connsiteY146" fmla="*/ 34218 h 57925"/>
                    <a:gd name="connsiteX147" fmla="*/ 4572 w 67070"/>
                    <a:gd name="connsiteY147" fmla="*/ 29414 h 57925"/>
                    <a:gd name="connsiteX148" fmla="*/ 729 w 67070"/>
                    <a:gd name="connsiteY148" fmla="*/ 25733 h 57925"/>
                    <a:gd name="connsiteX149" fmla="*/ 0 w 67070"/>
                    <a:gd name="connsiteY149" fmla="*/ 22353 h 57925"/>
                    <a:gd name="connsiteX150" fmla="*/ 3774 w 67070"/>
                    <a:gd name="connsiteY150" fmla="*/ 19401 h 57925"/>
                    <a:gd name="connsiteX151" fmla="*/ 3345 w 67070"/>
                    <a:gd name="connsiteY151" fmla="*/ 17167 h 57925"/>
                    <a:gd name="connsiteX152" fmla="*/ 729 w 67070"/>
                    <a:gd name="connsiteY152" fmla="*/ 16415 h 57925"/>
                    <a:gd name="connsiteX153" fmla="*/ 903 w 67070"/>
                    <a:gd name="connsiteY153" fmla="*/ 15419 h 57925"/>
                    <a:gd name="connsiteX154" fmla="*/ 1702 w 67070"/>
                    <a:gd name="connsiteY154" fmla="*/ 14528 h 57925"/>
                    <a:gd name="connsiteX155" fmla="*/ 1262 w 67070"/>
                    <a:gd name="connsiteY155" fmla="*/ 13254 h 57925"/>
                    <a:gd name="connsiteX156" fmla="*/ 1412 w 67070"/>
                    <a:gd name="connsiteY156" fmla="*/ 12409 h 57925"/>
                    <a:gd name="connsiteX157" fmla="*/ 4538 w 67070"/>
                    <a:gd name="connsiteY157" fmla="*/ 10523 h 57925"/>
                    <a:gd name="connsiteX158" fmla="*/ 11367 w 67070"/>
                    <a:gd name="connsiteY158" fmla="*/ 10604 h 57925"/>
                    <a:gd name="connsiteX159" fmla="*/ 15732 w 67070"/>
                    <a:gd name="connsiteY159" fmla="*/ 961 h 57925"/>
                    <a:gd name="connsiteX160" fmla="*/ 16854 w 67070"/>
                    <a:gd name="connsiteY160" fmla="*/ 718 h 57925"/>
                    <a:gd name="connsiteX161" fmla="*/ 21311 w 67070"/>
                    <a:gd name="connsiteY161" fmla="*/ 0 h 57925"/>
                    <a:gd name="connsiteX162" fmla="*/ 22978 w 67070"/>
                    <a:gd name="connsiteY162" fmla="*/ 336 h 57925"/>
                    <a:gd name="connsiteX163" fmla="*/ 21751 w 67070"/>
                    <a:gd name="connsiteY163" fmla="*/ 5858 h 57925"/>
                    <a:gd name="connsiteX164" fmla="*/ 23545 w 67070"/>
                    <a:gd name="connsiteY164" fmla="*/ 5950 h 57925"/>
                    <a:gd name="connsiteX165" fmla="*/ 27354 w 67070"/>
                    <a:gd name="connsiteY165" fmla="*/ 6124 h 57925"/>
                    <a:gd name="connsiteX166" fmla="*/ 25050 w 67070"/>
                    <a:gd name="connsiteY166" fmla="*/ 8520 h 57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</a:cxnLst>
                  <a:rect l="l" t="t" r="r" b="b"/>
                  <a:pathLst>
                    <a:path w="67070" h="57925">
                      <a:moveTo>
                        <a:pt x="25050" y="8520"/>
                      </a:moveTo>
                      <a:lnTo>
                        <a:pt x="33686" y="9666"/>
                      </a:lnTo>
                      <a:lnTo>
                        <a:pt x="34450" y="7061"/>
                      </a:lnTo>
                      <a:lnTo>
                        <a:pt x="37297" y="5915"/>
                      </a:lnTo>
                      <a:lnTo>
                        <a:pt x="38895" y="8092"/>
                      </a:lnTo>
                      <a:lnTo>
                        <a:pt x="40793" y="7501"/>
                      </a:lnTo>
                      <a:lnTo>
                        <a:pt x="36939" y="9504"/>
                      </a:lnTo>
                      <a:lnTo>
                        <a:pt x="37726" y="10916"/>
                      </a:lnTo>
                      <a:lnTo>
                        <a:pt x="38756" y="9145"/>
                      </a:lnTo>
                      <a:lnTo>
                        <a:pt x="38964" y="9122"/>
                      </a:lnTo>
                      <a:lnTo>
                        <a:pt x="43815" y="11275"/>
                      </a:lnTo>
                      <a:lnTo>
                        <a:pt x="44602" y="14273"/>
                      </a:lnTo>
                      <a:lnTo>
                        <a:pt x="41800" y="14285"/>
                      </a:lnTo>
                      <a:lnTo>
                        <a:pt x="43699" y="18197"/>
                      </a:lnTo>
                      <a:lnTo>
                        <a:pt x="45794" y="17306"/>
                      </a:lnTo>
                      <a:lnTo>
                        <a:pt x="46373" y="20142"/>
                      </a:lnTo>
                      <a:lnTo>
                        <a:pt x="47438" y="18267"/>
                      </a:lnTo>
                      <a:lnTo>
                        <a:pt x="48121" y="18267"/>
                      </a:lnTo>
                      <a:lnTo>
                        <a:pt x="49903" y="19228"/>
                      </a:lnTo>
                      <a:lnTo>
                        <a:pt x="51617" y="12652"/>
                      </a:lnTo>
                      <a:lnTo>
                        <a:pt x="52115" y="12652"/>
                      </a:lnTo>
                      <a:lnTo>
                        <a:pt x="55738" y="14238"/>
                      </a:lnTo>
                      <a:lnTo>
                        <a:pt x="56062" y="14412"/>
                      </a:lnTo>
                      <a:lnTo>
                        <a:pt x="54025" y="13868"/>
                      </a:lnTo>
                      <a:lnTo>
                        <a:pt x="56039" y="16206"/>
                      </a:lnTo>
                      <a:lnTo>
                        <a:pt x="53886" y="16924"/>
                      </a:lnTo>
                      <a:lnTo>
                        <a:pt x="56398" y="17179"/>
                      </a:lnTo>
                      <a:lnTo>
                        <a:pt x="55877" y="20107"/>
                      </a:lnTo>
                      <a:lnTo>
                        <a:pt x="57382" y="18626"/>
                      </a:lnTo>
                      <a:lnTo>
                        <a:pt x="56988" y="15373"/>
                      </a:lnTo>
                      <a:lnTo>
                        <a:pt x="63123" y="19934"/>
                      </a:lnTo>
                      <a:lnTo>
                        <a:pt x="65392" y="22712"/>
                      </a:lnTo>
                      <a:lnTo>
                        <a:pt x="64350" y="23430"/>
                      </a:lnTo>
                      <a:lnTo>
                        <a:pt x="67071" y="23349"/>
                      </a:lnTo>
                      <a:lnTo>
                        <a:pt x="63285" y="24622"/>
                      </a:lnTo>
                      <a:lnTo>
                        <a:pt x="65936" y="25872"/>
                      </a:lnTo>
                      <a:lnTo>
                        <a:pt x="63389" y="26590"/>
                      </a:lnTo>
                      <a:lnTo>
                        <a:pt x="61734" y="24205"/>
                      </a:lnTo>
                      <a:lnTo>
                        <a:pt x="60588" y="25201"/>
                      </a:lnTo>
                      <a:lnTo>
                        <a:pt x="56178" y="21983"/>
                      </a:lnTo>
                      <a:lnTo>
                        <a:pt x="53920" y="27967"/>
                      </a:lnTo>
                      <a:lnTo>
                        <a:pt x="59222" y="28095"/>
                      </a:lnTo>
                      <a:lnTo>
                        <a:pt x="60519" y="29171"/>
                      </a:lnTo>
                      <a:lnTo>
                        <a:pt x="58898" y="29426"/>
                      </a:lnTo>
                      <a:lnTo>
                        <a:pt x="60611" y="29785"/>
                      </a:lnTo>
                      <a:lnTo>
                        <a:pt x="58562" y="29762"/>
                      </a:lnTo>
                      <a:lnTo>
                        <a:pt x="61016" y="31406"/>
                      </a:lnTo>
                      <a:lnTo>
                        <a:pt x="57347" y="32065"/>
                      </a:lnTo>
                      <a:lnTo>
                        <a:pt x="54569" y="30884"/>
                      </a:lnTo>
                      <a:lnTo>
                        <a:pt x="54545" y="30873"/>
                      </a:lnTo>
                      <a:lnTo>
                        <a:pt x="53319" y="30352"/>
                      </a:lnTo>
                      <a:lnTo>
                        <a:pt x="51258" y="25965"/>
                      </a:lnTo>
                      <a:lnTo>
                        <a:pt x="52867" y="31047"/>
                      </a:lnTo>
                      <a:lnTo>
                        <a:pt x="50401" y="29576"/>
                      </a:lnTo>
                      <a:lnTo>
                        <a:pt x="50517" y="34392"/>
                      </a:lnTo>
                      <a:lnTo>
                        <a:pt x="48329" y="34114"/>
                      </a:lnTo>
                      <a:lnTo>
                        <a:pt x="49649" y="32598"/>
                      </a:lnTo>
                      <a:lnTo>
                        <a:pt x="48665" y="32227"/>
                      </a:lnTo>
                      <a:lnTo>
                        <a:pt x="48260" y="31787"/>
                      </a:lnTo>
                      <a:lnTo>
                        <a:pt x="48167" y="32042"/>
                      </a:lnTo>
                      <a:lnTo>
                        <a:pt x="47588" y="31834"/>
                      </a:lnTo>
                      <a:lnTo>
                        <a:pt x="46384" y="27412"/>
                      </a:lnTo>
                      <a:lnTo>
                        <a:pt x="45076" y="29333"/>
                      </a:lnTo>
                      <a:lnTo>
                        <a:pt x="47241" y="31637"/>
                      </a:lnTo>
                      <a:lnTo>
                        <a:pt x="44463" y="31243"/>
                      </a:lnTo>
                      <a:lnTo>
                        <a:pt x="46408" y="33906"/>
                      </a:lnTo>
                      <a:lnTo>
                        <a:pt x="44012" y="32957"/>
                      </a:lnTo>
                      <a:lnTo>
                        <a:pt x="44718" y="34056"/>
                      </a:lnTo>
                      <a:lnTo>
                        <a:pt x="42507" y="34242"/>
                      </a:lnTo>
                      <a:lnTo>
                        <a:pt x="42935" y="34311"/>
                      </a:lnTo>
                      <a:lnTo>
                        <a:pt x="39890" y="34508"/>
                      </a:lnTo>
                      <a:lnTo>
                        <a:pt x="46095" y="35306"/>
                      </a:lnTo>
                      <a:lnTo>
                        <a:pt x="50795" y="40504"/>
                      </a:lnTo>
                      <a:lnTo>
                        <a:pt x="52265" y="38652"/>
                      </a:lnTo>
                      <a:lnTo>
                        <a:pt x="55483" y="40817"/>
                      </a:lnTo>
                      <a:lnTo>
                        <a:pt x="59176" y="40203"/>
                      </a:lnTo>
                      <a:lnTo>
                        <a:pt x="54893" y="38999"/>
                      </a:lnTo>
                      <a:lnTo>
                        <a:pt x="54453" y="37957"/>
                      </a:lnTo>
                      <a:lnTo>
                        <a:pt x="52578" y="38363"/>
                      </a:lnTo>
                      <a:lnTo>
                        <a:pt x="52450" y="38316"/>
                      </a:lnTo>
                      <a:lnTo>
                        <a:pt x="52207" y="36071"/>
                      </a:lnTo>
                      <a:lnTo>
                        <a:pt x="54534" y="36904"/>
                      </a:lnTo>
                      <a:lnTo>
                        <a:pt x="55205" y="36753"/>
                      </a:lnTo>
                      <a:lnTo>
                        <a:pt x="58041" y="37865"/>
                      </a:lnTo>
                      <a:lnTo>
                        <a:pt x="61213" y="37217"/>
                      </a:lnTo>
                      <a:lnTo>
                        <a:pt x="64466" y="41500"/>
                      </a:lnTo>
                      <a:lnTo>
                        <a:pt x="63401" y="43178"/>
                      </a:lnTo>
                      <a:lnTo>
                        <a:pt x="64223" y="43861"/>
                      </a:lnTo>
                      <a:lnTo>
                        <a:pt x="64755" y="44498"/>
                      </a:lnTo>
                      <a:lnTo>
                        <a:pt x="58169" y="42715"/>
                      </a:lnTo>
                      <a:lnTo>
                        <a:pt x="60195" y="43965"/>
                      </a:lnTo>
                      <a:lnTo>
                        <a:pt x="63366" y="46431"/>
                      </a:lnTo>
                      <a:lnTo>
                        <a:pt x="64559" y="48063"/>
                      </a:lnTo>
                      <a:lnTo>
                        <a:pt x="63389" y="49568"/>
                      </a:lnTo>
                      <a:lnTo>
                        <a:pt x="61769" y="49661"/>
                      </a:lnTo>
                      <a:lnTo>
                        <a:pt x="57196" y="49869"/>
                      </a:lnTo>
                      <a:lnTo>
                        <a:pt x="55182" y="48341"/>
                      </a:lnTo>
                      <a:lnTo>
                        <a:pt x="56259" y="49614"/>
                      </a:lnTo>
                      <a:lnTo>
                        <a:pt x="53145" y="49846"/>
                      </a:lnTo>
                      <a:lnTo>
                        <a:pt x="54233" y="52034"/>
                      </a:lnTo>
                      <a:lnTo>
                        <a:pt x="48040" y="50448"/>
                      </a:lnTo>
                      <a:lnTo>
                        <a:pt x="52091" y="53237"/>
                      </a:lnTo>
                      <a:lnTo>
                        <a:pt x="51790" y="53342"/>
                      </a:lnTo>
                      <a:lnTo>
                        <a:pt x="52948" y="53839"/>
                      </a:lnTo>
                      <a:lnTo>
                        <a:pt x="52693" y="56953"/>
                      </a:lnTo>
                      <a:lnTo>
                        <a:pt x="42483" y="51918"/>
                      </a:lnTo>
                      <a:lnTo>
                        <a:pt x="42240" y="51756"/>
                      </a:lnTo>
                      <a:lnTo>
                        <a:pt x="42252" y="51802"/>
                      </a:lnTo>
                      <a:lnTo>
                        <a:pt x="35214" y="48341"/>
                      </a:lnTo>
                      <a:lnTo>
                        <a:pt x="35376" y="48491"/>
                      </a:lnTo>
                      <a:lnTo>
                        <a:pt x="34971" y="48295"/>
                      </a:lnTo>
                      <a:lnTo>
                        <a:pt x="34936" y="48190"/>
                      </a:lnTo>
                      <a:lnTo>
                        <a:pt x="29380" y="45458"/>
                      </a:lnTo>
                      <a:lnTo>
                        <a:pt x="29079" y="47426"/>
                      </a:lnTo>
                      <a:lnTo>
                        <a:pt x="29206" y="47380"/>
                      </a:lnTo>
                      <a:lnTo>
                        <a:pt x="29206" y="47438"/>
                      </a:lnTo>
                      <a:lnTo>
                        <a:pt x="31046" y="46848"/>
                      </a:lnTo>
                      <a:lnTo>
                        <a:pt x="32644" y="49047"/>
                      </a:lnTo>
                      <a:lnTo>
                        <a:pt x="35758" y="50332"/>
                      </a:lnTo>
                      <a:lnTo>
                        <a:pt x="36337" y="50818"/>
                      </a:lnTo>
                      <a:lnTo>
                        <a:pt x="38073" y="51293"/>
                      </a:lnTo>
                      <a:lnTo>
                        <a:pt x="41800" y="52832"/>
                      </a:lnTo>
                      <a:lnTo>
                        <a:pt x="42761" y="54557"/>
                      </a:lnTo>
                      <a:lnTo>
                        <a:pt x="42715" y="54673"/>
                      </a:lnTo>
                      <a:lnTo>
                        <a:pt x="44625" y="57926"/>
                      </a:lnTo>
                      <a:lnTo>
                        <a:pt x="40666" y="56131"/>
                      </a:lnTo>
                      <a:lnTo>
                        <a:pt x="36209" y="50853"/>
                      </a:lnTo>
                      <a:lnTo>
                        <a:pt x="35063" y="50841"/>
                      </a:lnTo>
                      <a:lnTo>
                        <a:pt x="36383" y="52821"/>
                      </a:lnTo>
                      <a:lnTo>
                        <a:pt x="34230" y="52057"/>
                      </a:lnTo>
                      <a:lnTo>
                        <a:pt x="35202" y="53654"/>
                      </a:lnTo>
                      <a:lnTo>
                        <a:pt x="32551" y="51872"/>
                      </a:lnTo>
                      <a:lnTo>
                        <a:pt x="30063" y="52879"/>
                      </a:lnTo>
                      <a:lnTo>
                        <a:pt x="32308" y="55900"/>
                      </a:lnTo>
                      <a:lnTo>
                        <a:pt x="31498" y="57069"/>
                      </a:lnTo>
                      <a:lnTo>
                        <a:pt x="23557" y="50865"/>
                      </a:lnTo>
                      <a:lnTo>
                        <a:pt x="22284" y="49429"/>
                      </a:lnTo>
                      <a:lnTo>
                        <a:pt x="19899" y="42750"/>
                      </a:lnTo>
                      <a:lnTo>
                        <a:pt x="18556" y="44556"/>
                      </a:lnTo>
                      <a:lnTo>
                        <a:pt x="15882" y="41627"/>
                      </a:lnTo>
                      <a:lnTo>
                        <a:pt x="14875" y="44926"/>
                      </a:lnTo>
                      <a:lnTo>
                        <a:pt x="12259" y="41627"/>
                      </a:lnTo>
                      <a:lnTo>
                        <a:pt x="6714" y="40029"/>
                      </a:lnTo>
                      <a:lnTo>
                        <a:pt x="4850" y="41060"/>
                      </a:lnTo>
                      <a:lnTo>
                        <a:pt x="4700" y="34658"/>
                      </a:lnTo>
                      <a:lnTo>
                        <a:pt x="4734" y="34461"/>
                      </a:lnTo>
                      <a:lnTo>
                        <a:pt x="4688" y="34218"/>
                      </a:lnTo>
                      <a:lnTo>
                        <a:pt x="4572" y="29414"/>
                      </a:lnTo>
                      <a:lnTo>
                        <a:pt x="729" y="25733"/>
                      </a:lnTo>
                      <a:lnTo>
                        <a:pt x="0" y="22353"/>
                      </a:lnTo>
                      <a:lnTo>
                        <a:pt x="3774" y="19401"/>
                      </a:lnTo>
                      <a:lnTo>
                        <a:pt x="3345" y="17167"/>
                      </a:lnTo>
                      <a:lnTo>
                        <a:pt x="729" y="16415"/>
                      </a:lnTo>
                      <a:lnTo>
                        <a:pt x="903" y="15419"/>
                      </a:lnTo>
                      <a:lnTo>
                        <a:pt x="1702" y="14528"/>
                      </a:lnTo>
                      <a:lnTo>
                        <a:pt x="1262" y="13254"/>
                      </a:lnTo>
                      <a:lnTo>
                        <a:pt x="1412" y="12409"/>
                      </a:lnTo>
                      <a:lnTo>
                        <a:pt x="4538" y="10523"/>
                      </a:lnTo>
                      <a:lnTo>
                        <a:pt x="11367" y="10604"/>
                      </a:lnTo>
                      <a:lnTo>
                        <a:pt x="15732" y="961"/>
                      </a:lnTo>
                      <a:lnTo>
                        <a:pt x="16854" y="718"/>
                      </a:lnTo>
                      <a:lnTo>
                        <a:pt x="21311" y="0"/>
                      </a:lnTo>
                      <a:lnTo>
                        <a:pt x="22978" y="336"/>
                      </a:lnTo>
                      <a:lnTo>
                        <a:pt x="21751" y="5858"/>
                      </a:lnTo>
                      <a:lnTo>
                        <a:pt x="23545" y="5950"/>
                      </a:lnTo>
                      <a:lnTo>
                        <a:pt x="27354" y="6124"/>
                      </a:lnTo>
                      <a:lnTo>
                        <a:pt x="25050" y="85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3" name="Freeform: Shape 282">
                  <a:extLst>
                    <a:ext uri="{FF2B5EF4-FFF2-40B4-BE49-F238E27FC236}">
                      <a16:creationId xmlns:a16="http://schemas.microsoft.com/office/drawing/2014/main" id="{D7A06796-BA05-350C-6703-A12C1F0297D6}"/>
                    </a:ext>
                  </a:extLst>
                </p:cNvPr>
                <p:cNvSpPr/>
                <p:nvPr/>
              </p:nvSpPr>
              <p:spPr>
                <a:xfrm>
                  <a:off x="7950819" y="3715572"/>
                  <a:ext cx="87502" cy="70647"/>
                </a:xfrm>
                <a:custGeom>
                  <a:avLst/>
                  <a:gdLst>
                    <a:gd name="connsiteX0" fmla="*/ 82119 w 87502"/>
                    <a:gd name="connsiteY0" fmla="*/ 0 h 70647"/>
                    <a:gd name="connsiteX1" fmla="*/ 83369 w 87502"/>
                    <a:gd name="connsiteY1" fmla="*/ 567 h 70647"/>
                    <a:gd name="connsiteX2" fmla="*/ 87502 w 87502"/>
                    <a:gd name="connsiteY2" fmla="*/ 2616 h 70647"/>
                    <a:gd name="connsiteX3" fmla="*/ 87247 w 87502"/>
                    <a:gd name="connsiteY3" fmla="*/ 10302 h 70647"/>
                    <a:gd name="connsiteX4" fmla="*/ 86055 w 87502"/>
                    <a:gd name="connsiteY4" fmla="*/ 9550 h 70647"/>
                    <a:gd name="connsiteX5" fmla="*/ 86055 w 87502"/>
                    <a:gd name="connsiteY5" fmla="*/ 10164 h 70647"/>
                    <a:gd name="connsiteX6" fmla="*/ 83983 w 87502"/>
                    <a:gd name="connsiteY6" fmla="*/ 16021 h 70647"/>
                    <a:gd name="connsiteX7" fmla="*/ 81749 w 87502"/>
                    <a:gd name="connsiteY7" fmla="*/ 19216 h 70647"/>
                    <a:gd name="connsiteX8" fmla="*/ 81552 w 87502"/>
                    <a:gd name="connsiteY8" fmla="*/ 22457 h 70647"/>
                    <a:gd name="connsiteX9" fmla="*/ 81205 w 87502"/>
                    <a:gd name="connsiteY9" fmla="*/ 22932 h 70647"/>
                    <a:gd name="connsiteX10" fmla="*/ 74861 w 87502"/>
                    <a:gd name="connsiteY10" fmla="*/ 30514 h 70647"/>
                    <a:gd name="connsiteX11" fmla="*/ 74352 w 87502"/>
                    <a:gd name="connsiteY11" fmla="*/ 30352 h 70647"/>
                    <a:gd name="connsiteX12" fmla="*/ 74387 w 87502"/>
                    <a:gd name="connsiteY12" fmla="*/ 31602 h 70647"/>
                    <a:gd name="connsiteX13" fmla="*/ 72673 w 87502"/>
                    <a:gd name="connsiteY13" fmla="*/ 36476 h 70647"/>
                    <a:gd name="connsiteX14" fmla="*/ 72083 w 87502"/>
                    <a:gd name="connsiteY14" fmla="*/ 37587 h 70647"/>
                    <a:gd name="connsiteX15" fmla="*/ 71620 w 87502"/>
                    <a:gd name="connsiteY15" fmla="*/ 37622 h 70647"/>
                    <a:gd name="connsiteX16" fmla="*/ 69953 w 87502"/>
                    <a:gd name="connsiteY16" fmla="*/ 37541 h 70647"/>
                    <a:gd name="connsiteX17" fmla="*/ 70208 w 87502"/>
                    <a:gd name="connsiteY17" fmla="*/ 38212 h 70647"/>
                    <a:gd name="connsiteX18" fmla="*/ 70173 w 87502"/>
                    <a:gd name="connsiteY18" fmla="*/ 40261 h 70647"/>
                    <a:gd name="connsiteX19" fmla="*/ 68170 w 87502"/>
                    <a:gd name="connsiteY19" fmla="*/ 42842 h 70647"/>
                    <a:gd name="connsiteX20" fmla="*/ 67719 w 87502"/>
                    <a:gd name="connsiteY20" fmla="*/ 43294 h 70647"/>
                    <a:gd name="connsiteX21" fmla="*/ 63934 w 87502"/>
                    <a:gd name="connsiteY21" fmla="*/ 39092 h 70647"/>
                    <a:gd name="connsiteX22" fmla="*/ 59535 w 87502"/>
                    <a:gd name="connsiteY22" fmla="*/ 29333 h 70647"/>
                    <a:gd name="connsiteX23" fmla="*/ 61838 w 87502"/>
                    <a:gd name="connsiteY23" fmla="*/ 36001 h 70647"/>
                    <a:gd name="connsiteX24" fmla="*/ 62012 w 87502"/>
                    <a:gd name="connsiteY24" fmla="*/ 44984 h 70647"/>
                    <a:gd name="connsiteX25" fmla="*/ 58898 w 87502"/>
                    <a:gd name="connsiteY25" fmla="*/ 46246 h 70647"/>
                    <a:gd name="connsiteX26" fmla="*/ 58632 w 87502"/>
                    <a:gd name="connsiteY26" fmla="*/ 49070 h 70647"/>
                    <a:gd name="connsiteX27" fmla="*/ 58169 w 87502"/>
                    <a:gd name="connsiteY27" fmla="*/ 49163 h 70647"/>
                    <a:gd name="connsiteX28" fmla="*/ 57243 w 87502"/>
                    <a:gd name="connsiteY28" fmla="*/ 48422 h 70647"/>
                    <a:gd name="connsiteX29" fmla="*/ 55981 w 87502"/>
                    <a:gd name="connsiteY29" fmla="*/ 50413 h 70647"/>
                    <a:gd name="connsiteX30" fmla="*/ 55136 w 87502"/>
                    <a:gd name="connsiteY30" fmla="*/ 48954 h 70647"/>
                    <a:gd name="connsiteX31" fmla="*/ 55645 w 87502"/>
                    <a:gd name="connsiteY31" fmla="*/ 51026 h 70647"/>
                    <a:gd name="connsiteX32" fmla="*/ 54048 w 87502"/>
                    <a:gd name="connsiteY32" fmla="*/ 50934 h 70647"/>
                    <a:gd name="connsiteX33" fmla="*/ 52624 w 87502"/>
                    <a:gd name="connsiteY33" fmla="*/ 55240 h 70647"/>
                    <a:gd name="connsiteX34" fmla="*/ 51131 w 87502"/>
                    <a:gd name="connsiteY34" fmla="*/ 55333 h 70647"/>
                    <a:gd name="connsiteX35" fmla="*/ 50980 w 87502"/>
                    <a:gd name="connsiteY35" fmla="*/ 55402 h 70647"/>
                    <a:gd name="connsiteX36" fmla="*/ 51003 w 87502"/>
                    <a:gd name="connsiteY36" fmla="*/ 55171 h 70647"/>
                    <a:gd name="connsiteX37" fmla="*/ 49637 w 87502"/>
                    <a:gd name="connsiteY37" fmla="*/ 55275 h 70647"/>
                    <a:gd name="connsiteX38" fmla="*/ 49325 w 87502"/>
                    <a:gd name="connsiteY38" fmla="*/ 53724 h 70647"/>
                    <a:gd name="connsiteX39" fmla="*/ 48387 w 87502"/>
                    <a:gd name="connsiteY39" fmla="*/ 54383 h 70647"/>
                    <a:gd name="connsiteX40" fmla="*/ 47600 w 87502"/>
                    <a:gd name="connsiteY40" fmla="*/ 54962 h 70647"/>
                    <a:gd name="connsiteX41" fmla="*/ 46905 w 87502"/>
                    <a:gd name="connsiteY41" fmla="*/ 59732 h 70647"/>
                    <a:gd name="connsiteX42" fmla="*/ 46720 w 87502"/>
                    <a:gd name="connsiteY42" fmla="*/ 59732 h 70647"/>
                    <a:gd name="connsiteX43" fmla="*/ 44718 w 87502"/>
                    <a:gd name="connsiteY43" fmla="*/ 59211 h 70647"/>
                    <a:gd name="connsiteX44" fmla="*/ 44255 w 87502"/>
                    <a:gd name="connsiteY44" fmla="*/ 59755 h 70647"/>
                    <a:gd name="connsiteX45" fmla="*/ 43085 w 87502"/>
                    <a:gd name="connsiteY45" fmla="*/ 59870 h 70647"/>
                    <a:gd name="connsiteX46" fmla="*/ 43027 w 87502"/>
                    <a:gd name="connsiteY46" fmla="*/ 59384 h 70647"/>
                    <a:gd name="connsiteX47" fmla="*/ 43247 w 87502"/>
                    <a:gd name="connsiteY47" fmla="*/ 59303 h 70647"/>
                    <a:gd name="connsiteX48" fmla="*/ 42981 w 87502"/>
                    <a:gd name="connsiteY48" fmla="*/ 59060 h 70647"/>
                    <a:gd name="connsiteX49" fmla="*/ 42808 w 87502"/>
                    <a:gd name="connsiteY49" fmla="*/ 57717 h 70647"/>
                    <a:gd name="connsiteX50" fmla="*/ 41974 w 87502"/>
                    <a:gd name="connsiteY50" fmla="*/ 58169 h 70647"/>
                    <a:gd name="connsiteX51" fmla="*/ 41870 w 87502"/>
                    <a:gd name="connsiteY51" fmla="*/ 58076 h 70647"/>
                    <a:gd name="connsiteX52" fmla="*/ 42773 w 87502"/>
                    <a:gd name="connsiteY52" fmla="*/ 56270 h 70647"/>
                    <a:gd name="connsiteX53" fmla="*/ 36348 w 87502"/>
                    <a:gd name="connsiteY53" fmla="*/ 60958 h 70647"/>
                    <a:gd name="connsiteX54" fmla="*/ 36094 w 87502"/>
                    <a:gd name="connsiteY54" fmla="*/ 60646 h 70647"/>
                    <a:gd name="connsiteX55" fmla="*/ 35908 w 87502"/>
                    <a:gd name="connsiteY55" fmla="*/ 57451 h 70647"/>
                    <a:gd name="connsiteX56" fmla="*/ 32158 w 87502"/>
                    <a:gd name="connsiteY56" fmla="*/ 65299 h 70647"/>
                    <a:gd name="connsiteX57" fmla="*/ 32065 w 87502"/>
                    <a:gd name="connsiteY57" fmla="*/ 64617 h 70647"/>
                    <a:gd name="connsiteX58" fmla="*/ 31845 w 87502"/>
                    <a:gd name="connsiteY58" fmla="*/ 61977 h 70647"/>
                    <a:gd name="connsiteX59" fmla="*/ 29160 w 87502"/>
                    <a:gd name="connsiteY59" fmla="*/ 63146 h 70647"/>
                    <a:gd name="connsiteX60" fmla="*/ 30294 w 87502"/>
                    <a:gd name="connsiteY60" fmla="*/ 58921 h 70647"/>
                    <a:gd name="connsiteX61" fmla="*/ 28245 w 87502"/>
                    <a:gd name="connsiteY61" fmla="*/ 54939 h 70647"/>
                    <a:gd name="connsiteX62" fmla="*/ 26520 w 87502"/>
                    <a:gd name="connsiteY62" fmla="*/ 56976 h 70647"/>
                    <a:gd name="connsiteX63" fmla="*/ 25687 w 87502"/>
                    <a:gd name="connsiteY63" fmla="*/ 63424 h 70647"/>
                    <a:gd name="connsiteX64" fmla="*/ 24448 w 87502"/>
                    <a:gd name="connsiteY64" fmla="*/ 62880 h 70647"/>
                    <a:gd name="connsiteX65" fmla="*/ 23256 w 87502"/>
                    <a:gd name="connsiteY65" fmla="*/ 66064 h 70647"/>
                    <a:gd name="connsiteX66" fmla="*/ 20281 w 87502"/>
                    <a:gd name="connsiteY66" fmla="*/ 65624 h 70647"/>
                    <a:gd name="connsiteX67" fmla="*/ 21462 w 87502"/>
                    <a:gd name="connsiteY67" fmla="*/ 63170 h 70647"/>
                    <a:gd name="connsiteX68" fmla="*/ 20373 w 87502"/>
                    <a:gd name="connsiteY68" fmla="*/ 60067 h 70647"/>
                    <a:gd name="connsiteX69" fmla="*/ 13081 w 87502"/>
                    <a:gd name="connsiteY69" fmla="*/ 59349 h 70647"/>
                    <a:gd name="connsiteX70" fmla="*/ 10685 w 87502"/>
                    <a:gd name="connsiteY70" fmla="*/ 61028 h 70647"/>
                    <a:gd name="connsiteX71" fmla="*/ 10522 w 87502"/>
                    <a:gd name="connsiteY71" fmla="*/ 60854 h 70647"/>
                    <a:gd name="connsiteX72" fmla="*/ 10464 w 87502"/>
                    <a:gd name="connsiteY72" fmla="*/ 61190 h 70647"/>
                    <a:gd name="connsiteX73" fmla="*/ 9249 w 87502"/>
                    <a:gd name="connsiteY73" fmla="*/ 62047 h 70647"/>
                    <a:gd name="connsiteX74" fmla="*/ 8670 w 87502"/>
                    <a:gd name="connsiteY74" fmla="*/ 69872 h 70647"/>
                    <a:gd name="connsiteX75" fmla="*/ 4410 w 87502"/>
                    <a:gd name="connsiteY75" fmla="*/ 70648 h 70647"/>
                    <a:gd name="connsiteX76" fmla="*/ 2975 w 87502"/>
                    <a:gd name="connsiteY76" fmla="*/ 64130 h 70647"/>
                    <a:gd name="connsiteX77" fmla="*/ 1968 w 87502"/>
                    <a:gd name="connsiteY77" fmla="*/ 63841 h 70647"/>
                    <a:gd name="connsiteX78" fmla="*/ 0 w 87502"/>
                    <a:gd name="connsiteY78" fmla="*/ 62336 h 70647"/>
                    <a:gd name="connsiteX79" fmla="*/ 69 w 87502"/>
                    <a:gd name="connsiteY79" fmla="*/ 61259 h 70647"/>
                    <a:gd name="connsiteX80" fmla="*/ 498 w 87502"/>
                    <a:gd name="connsiteY80" fmla="*/ 60310 h 70647"/>
                    <a:gd name="connsiteX81" fmla="*/ 2628 w 87502"/>
                    <a:gd name="connsiteY81" fmla="*/ 58609 h 70647"/>
                    <a:gd name="connsiteX82" fmla="*/ 3149 w 87502"/>
                    <a:gd name="connsiteY82" fmla="*/ 58805 h 70647"/>
                    <a:gd name="connsiteX83" fmla="*/ 4920 w 87502"/>
                    <a:gd name="connsiteY83" fmla="*/ 59500 h 70647"/>
                    <a:gd name="connsiteX84" fmla="*/ 10916 w 87502"/>
                    <a:gd name="connsiteY84" fmla="*/ 52091 h 70647"/>
                    <a:gd name="connsiteX85" fmla="*/ 12317 w 87502"/>
                    <a:gd name="connsiteY85" fmla="*/ 53666 h 70647"/>
                    <a:gd name="connsiteX86" fmla="*/ 12363 w 87502"/>
                    <a:gd name="connsiteY86" fmla="*/ 53793 h 70647"/>
                    <a:gd name="connsiteX87" fmla="*/ 12433 w 87502"/>
                    <a:gd name="connsiteY87" fmla="*/ 53781 h 70647"/>
                    <a:gd name="connsiteX88" fmla="*/ 13440 w 87502"/>
                    <a:gd name="connsiteY88" fmla="*/ 54927 h 70647"/>
                    <a:gd name="connsiteX89" fmla="*/ 18290 w 87502"/>
                    <a:gd name="connsiteY89" fmla="*/ 53561 h 70647"/>
                    <a:gd name="connsiteX90" fmla="*/ 17699 w 87502"/>
                    <a:gd name="connsiteY90" fmla="*/ 49464 h 70647"/>
                    <a:gd name="connsiteX91" fmla="*/ 22353 w 87502"/>
                    <a:gd name="connsiteY91" fmla="*/ 49012 h 70647"/>
                    <a:gd name="connsiteX92" fmla="*/ 24136 w 87502"/>
                    <a:gd name="connsiteY92" fmla="*/ 42866 h 70647"/>
                    <a:gd name="connsiteX93" fmla="*/ 24645 w 87502"/>
                    <a:gd name="connsiteY93" fmla="*/ 41546 h 70647"/>
                    <a:gd name="connsiteX94" fmla="*/ 25999 w 87502"/>
                    <a:gd name="connsiteY94" fmla="*/ 41083 h 70647"/>
                    <a:gd name="connsiteX95" fmla="*/ 25351 w 87502"/>
                    <a:gd name="connsiteY95" fmla="*/ 39763 h 70647"/>
                    <a:gd name="connsiteX96" fmla="*/ 25374 w 87502"/>
                    <a:gd name="connsiteY96" fmla="*/ 39705 h 70647"/>
                    <a:gd name="connsiteX97" fmla="*/ 30155 w 87502"/>
                    <a:gd name="connsiteY97" fmla="*/ 39196 h 70647"/>
                    <a:gd name="connsiteX98" fmla="*/ 32424 w 87502"/>
                    <a:gd name="connsiteY98" fmla="*/ 36857 h 70647"/>
                    <a:gd name="connsiteX99" fmla="*/ 32308 w 87502"/>
                    <a:gd name="connsiteY99" fmla="*/ 34242 h 70647"/>
                    <a:gd name="connsiteX100" fmla="*/ 33825 w 87502"/>
                    <a:gd name="connsiteY100" fmla="*/ 29252 h 70647"/>
                    <a:gd name="connsiteX101" fmla="*/ 34172 w 87502"/>
                    <a:gd name="connsiteY101" fmla="*/ 28627 h 70647"/>
                    <a:gd name="connsiteX102" fmla="*/ 38258 w 87502"/>
                    <a:gd name="connsiteY102" fmla="*/ 28685 h 70647"/>
                    <a:gd name="connsiteX103" fmla="*/ 40330 w 87502"/>
                    <a:gd name="connsiteY103" fmla="*/ 24645 h 70647"/>
                    <a:gd name="connsiteX104" fmla="*/ 41048 w 87502"/>
                    <a:gd name="connsiteY104" fmla="*/ 24726 h 70647"/>
                    <a:gd name="connsiteX105" fmla="*/ 44081 w 87502"/>
                    <a:gd name="connsiteY105" fmla="*/ 24344 h 70647"/>
                    <a:gd name="connsiteX106" fmla="*/ 43930 w 87502"/>
                    <a:gd name="connsiteY106" fmla="*/ 23684 h 70647"/>
                    <a:gd name="connsiteX107" fmla="*/ 43514 w 87502"/>
                    <a:gd name="connsiteY107" fmla="*/ 21948 h 70647"/>
                    <a:gd name="connsiteX108" fmla="*/ 47959 w 87502"/>
                    <a:gd name="connsiteY108" fmla="*/ 22793 h 70647"/>
                    <a:gd name="connsiteX109" fmla="*/ 48387 w 87502"/>
                    <a:gd name="connsiteY109" fmla="*/ 21670 h 70647"/>
                    <a:gd name="connsiteX110" fmla="*/ 50066 w 87502"/>
                    <a:gd name="connsiteY110" fmla="*/ 17398 h 70647"/>
                    <a:gd name="connsiteX111" fmla="*/ 50934 w 87502"/>
                    <a:gd name="connsiteY111" fmla="*/ 17526 h 70647"/>
                    <a:gd name="connsiteX112" fmla="*/ 52717 w 87502"/>
                    <a:gd name="connsiteY112" fmla="*/ 17410 h 70647"/>
                    <a:gd name="connsiteX113" fmla="*/ 53133 w 87502"/>
                    <a:gd name="connsiteY113" fmla="*/ 15975 h 70647"/>
                    <a:gd name="connsiteX114" fmla="*/ 56062 w 87502"/>
                    <a:gd name="connsiteY114" fmla="*/ 16959 h 70647"/>
                    <a:gd name="connsiteX115" fmla="*/ 56363 w 87502"/>
                    <a:gd name="connsiteY115" fmla="*/ 14643 h 70647"/>
                    <a:gd name="connsiteX116" fmla="*/ 58412 w 87502"/>
                    <a:gd name="connsiteY116" fmla="*/ 12294 h 70647"/>
                    <a:gd name="connsiteX117" fmla="*/ 62382 w 87502"/>
                    <a:gd name="connsiteY117" fmla="*/ 10175 h 70647"/>
                    <a:gd name="connsiteX118" fmla="*/ 60958 w 87502"/>
                    <a:gd name="connsiteY118" fmla="*/ 8925 h 70647"/>
                    <a:gd name="connsiteX119" fmla="*/ 61213 w 87502"/>
                    <a:gd name="connsiteY119" fmla="*/ 8439 h 70647"/>
                    <a:gd name="connsiteX120" fmla="*/ 61699 w 87502"/>
                    <a:gd name="connsiteY120" fmla="*/ 7814 h 70647"/>
                    <a:gd name="connsiteX121" fmla="*/ 62325 w 87502"/>
                    <a:gd name="connsiteY121" fmla="*/ 7918 h 70647"/>
                    <a:gd name="connsiteX122" fmla="*/ 62788 w 87502"/>
                    <a:gd name="connsiteY122" fmla="*/ 8381 h 70647"/>
                    <a:gd name="connsiteX123" fmla="*/ 62938 w 87502"/>
                    <a:gd name="connsiteY123" fmla="*/ 8022 h 70647"/>
                    <a:gd name="connsiteX124" fmla="*/ 66503 w 87502"/>
                    <a:gd name="connsiteY124" fmla="*/ 8624 h 70647"/>
                    <a:gd name="connsiteX125" fmla="*/ 66990 w 87502"/>
                    <a:gd name="connsiteY125" fmla="*/ 5116 h 70647"/>
                    <a:gd name="connsiteX126" fmla="*/ 69953 w 87502"/>
                    <a:gd name="connsiteY126" fmla="*/ 6841 h 70647"/>
                    <a:gd name="connsiteX127" fmla="*/ 69583 w 87502"/>
                    <a:gd name="connsiteY127" fmla="*/ 5348 h 70647"/>
                    <a:gd name="connsiteX128" fmla="*/ 69675 w 87502"/>
                    <a:gd name="connsiteY128" fmla="*/ 5360 h 70647"/>
                    <a:gd name="connsiteX129" fmla="*/ 69988 w 87502"/>
                    <a:gd name="connsiteY129" fmla="*/ 4746 h 70647"/>
                    <a:gd name="connsiteX130" fmla="*/ 72442 w 87502"/>
                    <a:gd name="connsiteY130" fmla="*/ 4630 h 70647"/>
                    <a:gd name="connsiteX131" fmla="*/ 71134 w 87502"/>
                    <a:gd name="connsiteY131" fmla="*/ 2801 h 70647"/>
                    <a:gd name="connsiteX132" fmla="*/ 74606 w 87502"/>
                    <a:gd name="connsiteY132" fmla="*/ 5290 h 70647"/>
                    <a:gd name="connsiteX133" fmla="*/ 73542 w 87502"/>
                    <a:gd name="connsiteY133" fmla="*/ 3426 h 70647"/>
                    <a:gd name="connsiteX134" fmla="*/ 73692 w 87502"/>
                    <a:gd name="connsiteY134" fmla="*/ 2674 h 70647"/>
                    <a:gd name="connsiteX135" fmla="*/ 73785 w 87502"/>
                    <a:gd name="connsiteY135" fmla="*/ 2686 h 70647"/>
                    <a:gd name="connsiteX136" fmla="*/ 74815 w 87502"/>
                    <a:gd name="connsiteY136" fmla="*/ 2547 h 70647"/>
                    <a:gd name="connsiteX137" fmla="*/ 74248 w 87502"/>
                    <a:gd name="connsiteY137" fmla="*/ 162 h 70647"/>
                    <a:gd name="connsiteX138" fmla="*/ 76725 w 87502"/>
                    <a:gd name="connsiteY138" fmla="*/ 2442 h 70647"/>
                    <a:gd name="connsiteX139" fmla="*/ 78797 w 87502"/>
                    <a:gd name="connsiteY139" fmla="*/ 1620 h 70647"/>
                    <a:gd name="connsiteX140" fmla="*/ 80244 w 87502"/>
                    <a:gd name="connsiteY140" fmla="*/ 2130 h 70647"/>
                    <a:gd name="connsiteX141" fmla="*/ 80279 w 87502"/>
                    <a:gd name="connsiteY141" fmla="*/ 2072 h 70647"/>
                    <a:gd name="connsiteX142" fmla="*/ 80985 w 87502"/>
                    <a:gd name="connsiteY142" fmla="*/ 2778 h 70647"/>
                    <a:gd name="connsiteX143" fmla="*/ 82119 w 87502"/>
                    <a:gd name="connsiteY143" fmla="*/ 0 h 70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</a:cxnLst>
                  <a:rect l="l" t="t" r="r" b="b"/>
                  <a:pathLst>
                    <a:path w="87502" h="70647">
                      <a:moveTo>
                        <a:pt x="82119" y="0"/>
                      </a:moveTo>
                      <a:lnTo>
                        <a:pt x="83369" y="567"/>
                      </a:lnTo>
                      <a:lnTo>
                        <a:pt x="87502" y="2616"/>
                      </a:lnTo>
                      <a:lnTo>
                        <a:pt x="87247" y="10302"/>
                      </a:lnTo>
                      <a:lnTo>
                        <a:pt x="86055" y="9550"/>
                      </a:lnTo>
                      <a:lnTo>
                        <a:pt x="86055" y="10164"/>
                      </a:lnTo>
                      <a:lnTo>
                        <a:pt x="83983" y="16021"/>
                      </a:lnTo>
                      <a:lnTo>
                        <a:pt x="81749" y="19216"/>
                      </a:lnTo>
                      <a:lnTo>
                        <a:pt x="81552" y="22457"/>
                      </a:lnTo>
                      <a:lnTo>
                        <a:pt x="81205" y="22932"/>
                      </a:lnTo>
                      <a:lnTo>
                        <a:pt x="74861" y="30514"/>
                      </a:lnTo>
                      <a:lnTo>
                        <a:pt x="74352" y="30352"/>
                      </a:lnTo>
                      <a:lnTo>
                        <a:pt x="74387" y="31602"/>
                      </a:lnTo>
                      <a:lnTo>
                        <a:pt x="72673" y="36476"/>
                      </a:lnTo>
                      <a:lnTo>
                        <a:pt x="72083" y="37587"/>
                      </a:lnTo>
                      <a:lnTo>
                        <a:pt x="71620" y="37622"/>
                      </a:lnTo>
                      <a:lnTo>
                        <a:pt x="69953" y="37541"/>
                      </a:lnTo>
                      <a:lnTo>
                        <a:pt x="70208" y="38212"/>
                      </a:lnTo>
                      <a:lnTo>
                        <a:pt x="70173" y="40261"/>
                      </a:lnTo>
                      <a:lnTo>
                        <a:pt x="68170" y="42842"/>
                      </a:lnTo>
                      <a:lnTo>
                        <a:pt x="67719" y="43294"/>
                      </a:lnTo>
                      <a:lnTo>
                        <a:pt x="63934" y="39092"/>
                      </a:lnTo>
                      <a:lnTo>
                        <a:pt x="59535" y="29333"/>
                      </a:lnTo>
                      <a:lnTo>
                        <a:pt x="61838" y="36001"/>
                      </a:lnTo>
                      <a:lnTo>
                        <a:pt x="62012" y="44984"/>
                      </a:lnTo>
                      <a:lnTo>
                        <a:pt x="58898" y="46246"/>
                      </a:lnTo>
                      <a:lnTo>
                        <a:pt x="58632" y="49070"/>
                      </a:lnTo>
                      <a:lnTo>
                        <a:pt x="58169" y="49163"/>
                      </a:lnTo>
                      <a:lnTo>
                        <a:pt x="57243" y="48422"/>
                      </a:lnTo>
                      <a:lnTo>
                        <a:pt x="55981" y="50413"/>
                      </a:lnTo>
                      <a:lnTo>
                        <a:pt x="55136" y="48954"/>
                      </a:lnTo>
                      <a:lnTo>
                        <a:pt x="55645" y="51026"/>
                      </a:lnTo>
                      <a:lnTo>
                        <a:pt x="54048" y="50934"/>
                      </a:lnTo>
                      <a:lnTo>
                        <a:pt x="52624" y="55240"/>
                      </a:lnTo>
                      <a:lnTo>
                        <a:pt x="51131" y="55333"/>
                      </a:lnTo>
                      <a:lnTo>
                        <a:pt x="50980" y="55402"/>
                      </a:lnTo>
                      <a:lnTo>
                        <a:pt x="51003" y="55171"/>
                      </a:lnTo>
                      <a:lnTo>
                        <a:pt x="49637" y="55275"/>
                      </a:lnTo>
                      <a:lnTo>
                        <a:pt x="49325" y="53724"/>
                      </a:lnTo>
                      <a:lnTo>
                        <a:pt x="48387" y="54383"/>
                      </a:lnTo>
                      <a:lnTo>
                        <a:pt x="47600" y="54962"/>
                      </a:lnTo>
                      <a:lnTo>
                        <a:pt x="46905" y="59732"/>
                      </a:lnTo>
                      <a:lnTo>
                        <a:pt x="46720" y="59732"/>
                      </a:lnTo>
                      <a:lnTo>
                        <a:pt x="44718" y="59211"/>
                      </a:lnTo>
                      <a:lnTo>
                        <a:pt x="44255" y="59755"/>
                      </a:lnTo>
                      <a:lnTo>
                        <a:pt x="43085" y="59870"/>
                      </a:lnTo>
                      <a:lnTo>
                        <a:pt x="43027" y="59384"/>
                      </a:lnTo>
                      <a:lnTo>
                        <a:pt x="43247" y="59303"/>
                      </a:lnTo>
                      <a:lnTo>
                        <a:pt x="42981" y="59060"/>
                      </a:lnTo>
                      <a:lnTo>
                        <a:pt x="42808" y="57717"/>
                      </a:lnTo>
                      <a:lnTo>
                        <a:pt x="41974" y="58169"/>
                      </a:lnTo>
                      <a:lnTo>
                        <a:pt x="41870" y="58076"/>
                      </a:lnTo>
                      <a:lnTo>
                        <a:pt x="42773" y="56270"/>
                      </a:lnTo>
                      <a:lnTo>
                        <a:pt x="36348" y="60958"/>
                      </a:lnTo>
                      <a:lnTo>
                        <a:pt x="36094" y="60646"/>
                      </a:lnTo>
                      <a:lnTo>
                        <a:pt x="35908" y="57451"/>
                      </a:lnTo>
                      <a:lnTo>
                        <a:pt x="32158" y="65299"/>
                      </a:lnTo>
                      <a:lnTo>
                        <a:pt x="32065" y="64617"/>
                      </a:lnTo>
                      <a:lnTo>
                        <a:pt x="31845" y="61977"/>
                      </a:lnTo>
                      <a:lnTo>
                        <a:pt x="29160" y="63146"/>
                      </a:lnTo>
                      <a:lnTo>
                        <a:pt x="30294" y="58921"/>
                      </a:lnTo>
                      <a:lnTo>
                        <a:pt x="28245" y="54939"/>
                      </a:lnTo>
                      <a:lnTo>
                        <a:pt x="26520" y="56976"/>
                      </a:lnTo>
                      <a:lnTo>
                        <a:pt x="25687" y="63424"/>
                      </a:lnTo>
                      <a:lnTo>
                        <a:pt x="24448" y="62880"/>
                      </a:lnTo>
                      <a:lnTo>
                        <a:pt x="23256" y="66064"/>
                      </a:lnTo>
                      <a:lnTo>
                        <a:pt x="20281" y="65624"/>
                      </a:lnTo>
                      <a:lnTo>
                        <a:pt x="21462" y="63170"/>
                      </a:lnTo>
                      <a:lnTo>
                        <a:pt x="20373" y="60067"/>
                      </a:lnTo>
                      <a:lnTo>
                        <a:pt x="13081" y="59349"/>
                      </a:lnTo>
                      <a:lnTo>
                        <a:pt x="10685" y="61028"/>
                      </a:lnTo>
                      <a:lnTo>
                        <a:pt x="10522" y="60854"/>
                      </a:lnTo>
                      <a:lnTo>
                        <a:pt x="10464" y="61190"/>
                      </a:lnTo>
                      <a:lnTo>
                        <a:pt x="9249" y="62047"/>
                      </a:lnTo>
                      <a:lnTo>
                        <a:pt x="8670" y="69872"/>
                      </a:lnTo>
                      <a:lnTo>
                        <a:pt x="4410" y="70648"/>
                      </a:lnTo>
                      <a:lnTo>
                        <a:pt x="2975" y="64130"/>
                      </a:lnTo>
                      <a:lnTo>
                        <a:pt x="1968" y="63841"/>
                      </a:lnTo>
                      <a:lnTo>
                        <a:pt x="0" y="62336"/>
                      </a:lnTo>
                      <a:lnTo>
                        <a:pt x="69" y="61259"/>
                      </a:lnTo>
                      <a:lnTo>
                        <a:pt x="498" y="60310"/>
                      </a:lnTo>
                      <a:lnTo>
                        <a:pt x="2628" y="58609"/>
                      </a:lnTo>
                      <a:lnTo>
                        <a:pt x="3149" y="58805"/>
                      </a:lnTo>
                      <a:lnTo>
                        <a:pt x="4920" y="59500"/>
                      </a:lnTo>
                      <a:lnTo>
                        <a:pt x="10916" y="52091"/>
                      </a:lnTo>
                      <a:lnTo>
                        <a:pt x="12317" y="53666"/>
                      </a:lnTo>
                      <a:lnTo>
                        <a:pt x="12363" y="53793"/>
                      </a:lnTo>
                      <a:lnTo>
                        <a:pt x="12433" y="53781"/>
                      </a:lnTo>
                      <a:lnTo>
                        <a:pt x="13440" y="54927"/>
                      </a:lnTo>
                      <a:lnTo>
                        <a:pt x="18290" y="53561"/>
                      </a:lnTo>
                      <a:lnTo>
                        <a:pt x="17699" y="49464"/>
                      </a:lnTo>
                      <a:lnTo>
                        <a:pt x="22353" y="49012"/>
                      </a:lnTo>
                      <a:lnTo>
                        <a:pt x="24136" y="42866"/>
                      </a:lnTo>
                      <a:lnTo>
                        <a:pt x="24645" y="41546"/>
                      </a:lnTo>
                      <a:lnTo>
                        <a:pt x="25999" y="41083"/>
                      </a:lnTo>
                      <a:lnTo>
                        <a:pt x="25351" y="39763"/>
                      </a:lnTo>
                      <a:lnTo>
                        <a:pt x="25374" y="39705"/>
                      </a:lnTo>
                      <a:lnTo>
                        <a:pt x="30155" y="39196"/>
                      </a:lnTo>
                      <a:lnTo>
                        <a:pt x="32424" y="36857"/>
                      </a:lnTo>
                      <a:lnTo>
                        <a:pt x="32308" y="34242"/>
                      </a:lnTo>
                      <a:lnTo>
                        <a:pt x="33825" y="29252"/>
                      </a:lnTo>
                      <a:lnTo>
                        <a:pt x="34172" y="28627"/>
                      </a:lnTo>
                      <a:lnTo>
                        <a:pt x="38258" y="28685"/>
                      </a:lnTo>
                      <a:lnTo>
                        <a:pt x="40330" y="24645"/>
                      </a:lnTo>
                      <a:lnTo>
                        <a:pt x="41048" y="24726"/>
                      </a:lnTo>
                      <a:lnTo>
                        <a:pt x="44081" y="24344"/>
                      </a:lnTo>
                      <a:lnTo>
                        <a:pt x="43930" y="23684"/>
                      </a:lnTo>
                      <a:lnTo>
                        <a:pt x="43514" y="21948"/>
                      </a:lnTo>
                      <a:lnTo>
                        <a:pt x="47959" y="22793"/>
                      </a:lnTo>
                      <a:lnTo>
                        <a:pt x="48387" y="21670"/>
                      </a:lnTo>
                      <a:lnTo>
                        <a:pt x="50066" y="17398"/>
                      </a:lnTo>
                      <a:lnTo>
                        <a:pt x="50934" y="17526"/>
                      </a:lnTo>
                      <a:lnTo>
                        <a:pt x="52717" y="17410"/>
                      </a:lnTo>
                      <a:lnTo>
                        <a:pt x="53133" y="15975"/>
                      </a:lnTo>
                      <a:lnTo>
                        <a:pt x="56062" y="16959"/>
                      </a:lnTo>
                      <a:lnTo>
                        <a:pt x="56363" y="14643"/>
                      </a:lnTo>
                      <a:lnTo>
                        <a:pt x="58412" y="12294"/>
                      </a:lnTo>
                      <a:lnTo>
                        <a:pt x="62382" y="10175"/>
                      </a:lnTo>
                      <a:lnTo>
                        <a:pt x="60958" y="8925"/>
                      </a:lnTo>
                      <a:lnTo>
                        <a:pt x="61213" y="8439"/>
                      </a:lnTo>
                      <a:lnTo>
                        <a:pt x="61699" y="7814"/>
                      </a:lnTo>
                      <a:lnTo>
                        <a:pt x="62325" y="7918"/>
                      </a:lnTo>
                      <a:lnTo>
                        <a:pt x="62788" y="8381"/>
                      </a:lnTo>
                      <a:lnTo>
                        <a:pt x="62938" y="8022"/>
                      </a:lnTo>
                      <a:lnTo>
                        <a:pt x="66503" y="8624"/>
                      </a:lnTo>
                      <a:lnTo>
                        <a:pt x="66990" y="5116"/>
                      </a:lnTo>
                      <a:lnTo>
                        <a:pt x="69953" y="6841"/>
                      </a:lnTo>
                      <a:lnTo>
                        <a:pt x="69583" y="5348"/>
                      </a:lnTo>
                      <a:lnTo>
                        <a:pt x="69675" y="5360"/>
                      </a:lnTo>
                      <a:lnTo>
                        <a:pt x="69988" y="4746"/>
                      </a:lnTo>
                      <a:lnTo>
                        <a:pt x="72442" y="4630"/>
                      </a:lnTo>
                      <a:lnTo>
                        <a:pt x="71134" y="2801"/>
                      </a:lnTo>
                      <a:lnTo>
                        <a:pt x="74606" y="5290"/>
                      </a:lnTo>
                      <a:lnTo>
                        <a:pt x="73542" y="3426"/>
                      </a:lnTo>
                      <a:lnTo>
                        <a:pt x="73692" y="2674"/>
                      </a:lnTo>
                      <a:lnTo>
                        <a:pt x="73785" y="2686"/>
                      </a:lnTo>
                      <a:lnTo>
                        <a:pt x="74815" y="2547"/>
                      </a:lnTo>
                      <a:lnTo>
                        <a:pt x="74248" y="162"/>
                      </a:lnTo>
                      <a:lnTo>
                        <a:pt x="76725" y="2442"/>
                      </a:lnTo>
                      <a:lnTo>
                        <a:pt x="78797" y="1620"/>
                      </a:lnTo>
                      <a:lnTo>
                        <a:pt x="80244" y="2130"/>
                      </a:lnTo>
                      <a:lnTo>
                        <a:pt x="80279" y="2072"/>
                      </a:lnTo>
                      <a:lnTo>
                        <a:pt x="80985" y="2778"/>
                      </a:lnTo>
                      <a:lnTo>
                        <a:pt x="82119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4" name="Freeform: Shape 283">
                  <a:extLst>
                    <a:ext uri="{FF2B5EF4-FFF2-40B4-BE49-F238E27FC236}">
                      <a16:creationId xmlns:a16="http://schemas.microsoft.com/office/drawing/2014/main" id="{088258BC-51B8-414D-CF74-5CAF034F7D78}"/>
                    </a:ext>
                  </a:extLst>
                </p:cNvPr>
                <p:cNvSpPr/>
                <p:nvPr/>
              </p:nvSpPr>
              <p:spPr>
                <a:xfrm>
                  <a:off x="8180056" y="3246089"/>
                  <a:ext cx="39589" cy="103708"/>
                </a:xfrm>
                <a:custGeom>
                  <a:avLst/>
                  <a:gdLst>
                    <a:gd name="connsiteX0" fmla="*/ 36221 w 39589"/>
                    <a:gd name="connsiteY0" fmla="*/ 1192 h 103708"/>
                    <a:gd name="connsiteX1" fmla="*/ 37668 w 39589"/>
                    <a:gd name="connsiteY1" fmla="*/ 6483 h 103708"/>
                    <a:gd name="connsiteX2" fmla="*/ 39589 w 39589"/>
                    <a:gd name="connsiteY2" fmla="*/ 7374 h 103708"/>
                    <a:gd name="connsiteX3" fmla="*/ 37610 w 39589"/>
                    <a:gd name="connsiteY3" fmla="*/ 16172 h 103708"/>
                    <a:gd name="connsiteX4" fmla="*/ 31776 w 39589"/>
                    <a:gd name="connsiteY4" fmla="*/ 29901 h 103708"/>
                    <a:gd name="connsiteX5" fmla="*/ 30560 w 39589"/>
                    <a:gd name="connsiteY5" fmla="*/ 31255 h 103708"/>
                    <a:gd name="connsiteX6" fmla="*/ 26428 w 39589"/>
                    <a:gd name="connsiteY6" fmla="*/ 35909 h 103708"/>
                    <a:gd name="connsiteX7" fmla="*/ 22781 w 39589"/>
                    <a:gd name="connsiteY7" fmla="*/ 37170 h 103708"/>
                    <a:gd name="connsiteX8" fmla="*/ 20246 w 39589"/>
                    <a:gd name="connsiteY8" fmla="*/ 44648 h 103708"/>
                    <a:gd name="connsiteX9" fmla="*/ 23406 w 39589"/>
                    <a:gd name="connsiteY9" fmla="*/ 54522 h 103708"/>
                    <a:gd name="connsiteX10" fmla="*/ 23175 w 39589"/>
                    <a:gd name="connsiteY10" fmla="*/ 68772 h 103708"/>
                    <a:gd name="connsiteX11" fmla="*/ 23858 w 39589"/>
                    <a:gd name="connsiteY11" fmla="*/ 70358 h 103708"/>
                    <a:gd name="connsiteX12" fmla="*/ 28002 w 39589"/>
                    <a:gd name="connsiteY12" fmla="*/ 79908 h 103708"/>
                    <a:gd name="connsiteX13" fmla="*/ 30560 w 39589"/>
                    <a:gd name="connsiteY13" fmla="*/ 79816 h 103708"/>
                    <a:gd name="connsiteX14" fmla="*/ 30676 w 39589"/>
                    <a:gd name="connsiteY14" fmla="*/ 79816 h 103708"/>
                    <a:gd name="connsiteX15" fmla="*/ 30560 w 39589"/>
                    <a:gd name="connsiteY15" fmla="*/ 82165 h 103708"/>
                    <a:gd name="connsiteX16" fmla="*/ 30329 w 39589"/>
                    <a:gd name="connsiteY16" fmla="*/ 87271 h 103708"/>
                    <a:gd name="connsiteX17" fmla="*/ 20455 w 39589"/>
                    <a:gd name="connsiteY17" fmla="*/ 101347 h 103708"/>
                    <a:gd name="connsiteX18" fmla="*/ 17248 w 39589"/>
                    <a:gd name="connsiteY18" fmla="*/ 101046 h 103708"/>
                    <a:gd name="connsiteX19" fmla="*/ 11020 w 39589"/>
                    <a:gd name="connsiteY19" fmla="*/ 103708 h 103708"/>
                    <a:gd name="connsiteX20" fmla="*/ 5881 w 39589"/>
                    <a:gd name="connsiteY20" fmla="*/ 100282 h 103708"/>
                    <a:gd name="connsiteX21" fmla="*/ 5510 w 39589"/>
                    <a:gd name="connsiteY21" fmla="*/ 98627 h 103708"/>
                    <a:gd name="connsiteX22" fmla="*/ 5464 w 39589"/>
                    <a:gd name="connsiteY22" fmla="*/ 94980 h 103708"/>
                    <a:gd name="connsiteX23" fmla="*/ 6633 w 39589"/>
                    <a:gd name="connsiteY23" fmla="*/ 93036 h 103708"/>
                    <a:gd name="connsiteX24" fmla="*/ 3207 w 39589"/>
                    <a:gd name="connsiteY24" fmla="*/ 90385 h 103708"/>
                    <a:gd name="connsiteX25" fmla="*/ 3172 w 39589"/>
                    <a:gd name="connsiteY25" fmla="*/ 90327 h 103708"/>
                    <a:gd name="connsiteX26" fmla="*/ 3149 w 39589"/>
                    <a:gd name="connsiteY26" fmla="*/ 90327 h 103708"/>
                    <a:gd name="connsiteX27" fmla="*/ 1505 w 39589"/>
                    <a:gd name="connsiteY27" fmla="*/ 89065 h 103708"/>
                    <a:gd name="connsiteX28" fmla="*/ 0 w 39589"/>
                    <a:gd name="connsiteY28" fmla="*/ 89678 h 103708"/>
                    <a:gd name="connsiteX29" fmla="*/ 926 w 39589"/>
                    <a:gd name="connsiteY29" fmla="*/ 87850 h 103708"/>
                    <a:gd name="connsiteX30" fmla="*/ 2489 w 39589"/>
                    <a:gd name="connsiteY30" fmla="*/ 85187 h 103708"/>
                    <a:gd name="connsiteX31" fmla="*/ 1436 w 39589"/>
                    <a:gd name="connsiteY31" fmla="*/ 79596 h 103708"/>
                    <a:gd name="connsiteX32" fmla="*/ 2871 w 39589"/>
                    <a:gd name="connsiteY32" fmla="*/ 77003 h 103708"/>
                    <a:gd name="connsiteX33" fmla="*/ 5047 w 39589"/>
                    <a:gd name="connsiteY33" fmla="*/ 73252 h 103708"/>
                    <a:gd name="connsiteX34" fmla="*/ 5035 w 39589"/>
                    <a:gd name="connsiteY34" fmla="*/ 73090 h 103708"/>
                    <a:gd name="connsiteX35" fmla="*/ 5232 w 39589"/>
                    <a:gd name="connsiteY35" fmla="*/ 72731 h 103708"/>
                    <a:gd name="connsiteX36" fmla="*/ 5047 w 39589"/>
                    <a:gd name="connsiteY36" fmla="*/ 70358 h 103708"/>
                    <a:gd name="connsiteX37" fmla="*/ 4827 w 39589"/>
                    <a:gd name="connsiteY37" fmla="*/ 67696 h 103708"/>
                    <a:gd name="connsiteX38" fmla="*/ 4885 w 39589"/>
                    <a:gd name="connsiteY38" fmla="*/ 67603 h 103708"/>
                    <a:gd name="connsiteX39" fmla="*/ 4792 w 39589"/>
                    <a:gd name="connsiteY39" fmla="*/ 67175 h 103708"/>
                    <a:gd name="connsiteX40" fmla="*/ 4052 w 39589"/>
                    <a:gd name="connsiteY40" fmla="*/ 57775 h 103708"/>
                    <a:gd name="connsiteX41" fmla="*/ 4190 w 39589"/>
                    <a:gd name="connsiteY41" fmla="*/ 57474 h 103708"/>
                    <a:gd name="connsiteX42" fmla="*/ 3646 w 39589"/>
                    <a:gd name="connsiteY42" fmla="*/ 52751 h 103708"/>
                    <a:gd name="connsiteX43" fmla="*/ 3311 w 39589"/>
                    <a:gd name="connsiteY43" fmla="*/ 48433 h 103708"/>
                    <a:gd name="connsiteX44" fmla="*/ 6251 w 39589"/>
                    <a:gd name="connsiteY44" fmla="*/ 37517 h 103708"/>
                    <a:gd name="connsiteX45" fmla="*/ 7883 w 39589"/>
                    <a:gd name="connsiteY45" fmla="*/ 34971 h 103708"/>
                    <a:gd name="connsiteX46" fmla="*/ 10511 w 39589"/>
                    <a:gd name="connsiteY46" fmla="*/ 32123 h 103708"/>
                    <a:gd name="connsiteX47" fmla="*/ 10847 w 39589"/>
                    <a:gd name="connsiteY47" fmla="*/ 30352 h 103708"/>
                    <a:gd name="connsiteX48" fmla="*/ 11807 w 39589"/>
                    <a:gd name="connsiteY48" fmla="*/ 28847 h 103708"/>
                    <a:gd name="connsiteX49" fmla="*/ 12259 w 39589"/>
                    <a:gd name="connsiteY49" fmla="*/ 29067 h 103708"/>
                    <a:gd name="connsiteX50" fmla="*/ 12317 w 39589"/>
                    <a:gd name="connsiteY50" fmla="*/ 28060 h 103708"/>
                    <a:gd name="connsiteX51" fmla="*/ 14007 w 39589"/>
                    <a:gd name="connsiteY51" fmla="*/ 25409 h 103708"/>
                    <a:gd name="connsiteX52" fmla="*/ 14400 w 39589"/>
                    <a:gd name="connsiteY52" fmla="*/ 25270 h 103708"/>
                    <a:gd name="connsiteX53" fmla="*/ 18209 w 39589"/>
                    <a:gd name="connsiteY53" fmla="*/ 27828 h 103708"/>
                    <a:gd name="connsiteX54" fmla="*/ 21670 w 39589"/>
                    <a:gd name="connsiteY54" fmla="*/ 27099 h 103708"/>
                    <a:gd name="connsiteX55" fmla="*/ 22978 w 39589"/>
                    <a:gd name="connsiteY55" fmla="*/ 29530 h 103708"/>
                    <a:gd name="connsiteX56" fmla="*/ 23001 w 39589"/>
                    <a:gd name="connsiteY56" fmla="*/ 29542 h 103708"/>
                    <a:gd name="connsiteX57" fmla="*/ 23013 w 39589"/>
                    <a:gd name="connsiteY57" fmla="*/ 29565 h 103708"/>
                    <a:gd name="connsiteX58" fmla="*/ 25722 w 39589"/>
                    <a:gd name="connsiteY58" fmla="*/ 30132 h 103708"/>
                    <a:gd name="connsiteX59" fmla="*/ 28153 w 39589"/>
                    <a:gd name="connsiteY59" fmla="*/ 24090 h 103708"/>
                    <a:gd name="connsiteX60" fmla="*/ 22561 w 39589"/>
                    <a:gd name="connsiteY60" fmla="*/ 21196 h 103708"/>
                    <a:gd name="connsiteX61" fmla="*/ 22747 w 39589"/>
                    <a:gd name="connsiteY61" fmla="*/ 21091 h 103708"/>
                    <a:gd name="connsiteX62" fmla="*/ 25837 w 39589"/>
                    <a:gd name="connsiteY62" fmla="*/ 19691 h 103708"/>
                    <a:gd name="connsiteX63" fmla="*/ 25814 w 39589"/>
                    <a:gd name="connsiteY63" fmla="*/ 19390 h 103708"/>
                    <a:gd name="connsiteX64" fmla="*/ 25930 w 39589"/>
                    <a:gd name="connsiteY64" fmla="*/ 19332 h 103708"/>
                    <a:gd name="connsiteX65" fmla="*/ 25641 w 39589"/>
                    <a:gd name="connsiteY65" fmla="*/ 15859 h 103708"/>
                    <a:gd name="connsiteX66" fmla="*/ 29009 w 39589"/>
                    <a:gd name="connsiteY66" fmla="*/ 9689 h 103708"/>
                    <a:gd name="connsiteX67" fmla="*/ 30560 w 39589"/>
                    <a:gd name="connsiteY67" fmla="*/ 9782 h 103708"/>
                    <a:gd name="connsiteX68" fmla="*/ 32910 w 39589"/>
                    <a:gd name="connsiteY68" fmla="*/ 9932 h 103708"/>
                    <a:gd name="connsiteX69" fmla="*/ 35237 w 39589"/>
                    <a:gd name="connsiteY69" fmla="*/ 7686 h 103708"/>
                    <a:gd name="connsiteX70" fmla="*/ 33420 w 39589"/>
                    <a:gd name="connsiteY70" fmla="*/ 6506 h 103708"/>
                    <a:gd name="connsiteX71" fmla="*/ 35364 w 39589"/>
                    <a:gd name="connsiteY71" fmla="*/ 4225 h 103708"/>
                    <a:gd name="connsiteX72" fmla="*/ 34010 w 39589"/>
                    <a:gd name="connsiteY72" fmla="*/ 0 h 103708"/>
                    <a:gd name="connsiteX73" fmla="*/ 35793 w 39589"/>
                    <a:gd name="connsiteY73" fmla="*/ 417 h 103708"/>
                    <a:gd name="connsiteX74" fmla="*/ 36221 w 39589"/>
                    <a:gd name="connsiteY74" fmla="*/ 1192 h 1037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</a:cxnLst>
                  <a:rect l="l" t="t" r="r" b="b"/>
                  <a:pathLst>
                    <a:path w="39589" h="103708">
                      <a:moveTo>
                        <a:pt x="36221" y="1192"/>
                      </a:moveTo>
                      <a:lnTo>
                        <a:pt x="37668" y="6483"/>
                      </a:lnTo>
                      <a:lnTo>
                        <a:pt x="39589" y="7374"/>
                      </a:lnTo>
                      <a:lnTo>
                        <a:pt x="37610" y="16172"/>
                      </a:lnTo>
                      <a:lnTo>
                        <a:pt x="31776" y="29901"/>
                      </a:lnTo>
                      <a:lnTo>
                        <a:pt x="30560" y="31255"/>
                      </a:lnTo>
                      <a:lnTo>
                        <a:pt x="26428" y="35909"/>
                      </a:lnTo>
                      <a:lnTo>
                        <a:pt x="22781" y="37170"/>
                      </a:lnTo>
                      <a:lnTo>
                        <a:pt x="20246" y="44648"/>
                      </a:lnTo>
                      <a:lnTo>
                        <a:pt x="23406" y="54522"/>
                      </a:lnTo>
                      <a:lnTo>
                        <a:pt x="23175" y="68772"/>
                      </a:lnTo>
                      <a:lnTo>
                        <a:pt x="23858" y="70358"/>
                      </a:lnTo>
                      <a:lnTo>
                        <a:pt x="28002" y="79908"/>
                      </a:lnTo>
                      <a:lnTo>
                        <a:pt x="30560" y="79816"/>
                      </a:lnTo>
                      <a:lnTo>
                        <a:pt x="30676" y="79816"/>
                      </a:lnTo>
                      <a:lnTo>
                        <a:pt x="30560" y="82165"/>
                      </a:lnTo>
                      <a:lnTo>
                        <a:pt x="30329" y="87271"/>
                      </a:lnTo>
                      <a:lnTo>
                        <a:pt x="20455" y="101347"/>
                      </a:lnTo>
                      <a:lnTo>
                        <a:pt x="17248" y="101046"/>
                      </a:lnTo>
                      <a:lnTo>
                        <a:pt x="11020" y="103708"/>
                      </a:lnTo>
                      <a:lnTo>
                        <a:pt x="5881" y="100282"/>
                      </a:lnTo>
                      <a:lnTo>
                        <a:pt x="5510" y="98627"/>
                      </a:lnTo>
                      <a:lnTo>
                        <a:pt x="5464" y="94980"/>
                      </a:lnTo>
                      <a:lnTo>
                        <a:pt x="6633" y="93036"/>
                      </a:lnTo>
                      <a:lnTo>
                        <a:pt x="3207" y="90385"/>
                      </a:lnTo>
                      <a:lnTo>
                        <a:pt x="3172" y="90327"/>
                      </a:lnTo>
                      <a:lnTo>
                        <a:pt x="3149" y="90327"/>
                      </a:lnTo>
                      <a:lnTo>
                        <a:pt x="1505" y="89065"/>
                      </a:lnTo>
                      <a:lnTo>
                        <a:pt x="0" y="89678"/>
                      </a:lnTo>
                      <a:lnTo>
                        <a:pt x="926" y="87850"/>
                      </a:lnTo>
                      <a:lnTo>
                        <a:pt x="2489" y="85187"/>
                      </a:lnTo>
                      <a:lnTo>
                        <a:pt x="1436" y="79596"/>
                      </a:lnTo>
                      <a:lnTo>
                        <a:pt x="2871" y="77003"/>
                      </a:lnTo>
                      <a:lnTo>
                        <a:pt x="5047" y="73252"/>
                      </a:lnTo>
                      <a:lnTo>
                        <a:pt x="5035" y="73090"/>
                      </a:lnTo>
                      <a:lnTo>
                        <a:pt x="5232" y="72731"/>
                      </a:lnTo>
                      <a:lnTo>
                        <a:pt x="5047" y="70358"/>
                      </a:lnTo>
                      <a:lnTo>
                        <a:pt x="4827" y="67696"/>
                      </a:lnTo>
                      <a:lnTo>
                        <a:pt x="4885" y="67603"/>
                      </a:lnTo>
                      <a:lnTo>
                        <a:pt x="4792" y="67175"/>
                      </a:lnTo>
                      <a:lnTo>
                        <a:pt x="4052" y="57775"/>
                      </a:lnTo>
                      <a:lnTo>
                        <a:pt x="4190" y="57474"/>
                      </a:lnTo>
                      <a:lnTo>
                        <a:pt x="3646" y="52751"/>
                      </a:lnTo>
                      <a:lnTo>
                        <a:pt x="3311" y="48433"/>
                      </a:lnTo>
                      <a:lnTo>
                        <a:pt x="6251" y="37517"/>
                      </a:lnTo>
                      <a:lnTo>
                        <a:pt x="7883" y="34971"/>
                      </a:lnTo>
                      <a:lnTo>
                        <a:pt x="10511" y="32123"/>
                      </a:lnTo>
                      <a:lnTo>
                        <a:pt x="10847" y="30352"/>
                      </a:lnTo>
                      <a:lnTo>
                        <a:pt x="11807" y="28847"/>
                      </a:lnTo>
                      <a:lnTo>
                        <a:pt x="12259" y="29067"/>
                      </a:lnTo>
                      <a:lnTo>
                        <a:pt x="12317" y="28060"/>
                      </a:lnTo>
                      <a:lnTo>
                        <a:pt x="14007" y="25409"/>
                      </a:lnTo>
                      <a:lnTo>
                        <a:pt x="14400" y="25270"/>
                      </a:lnTo>
                      <a:lnTo>
                        <a:pt x="18209" y="27828"/>
                      </a:lnTo>
                      <a:lnTo>
                        <a:pt x="21670" y="27099"/>
                      </a:lnTo>
                      <a:lnTo>
                        <a:pt x="22978" y="29530"/>
                      </a:lnTo>
                      <a:lnTo>
                        <a:pt x="23001" y="29542"/>
                      </a:lnTo>
                      <a:lnTo>
                        <a:pt x="23013" y="29565"/>
                      </a:lnTo>
                      <a:lnTo>
                        <a:pt x="25722" y="30132"/>
                      </a:lnTo>
                      <a:lnTo>
                        <a:pt x="28153" y="24090"/>
                      </a:lnTo>
                      <a:lnTo>
                        <a:pt x="22561" y="21196"/>
                      </a:lnTo>
                      <a:lnTo>
                        <a:pt x="22747" y="21091"/>
                      </a:lnTo>
                      <a:lnTo>
                        <a:pt x="25837" y="19691"/>
                      </a:lnTo>
                      <a:lnTo>
                        <a:pt x="25814" y="19390"/>
                      </a:lnTo>
                      <a:lnTo>
                        <a:pt x="25930" y="19332"/>
                      </a:lnTo>
                      <a:lnTo>
                        <a:pt x="25641" y="15859"/>
                      </a:lnTo>
                      <a:lnTo>
                        <a:pt x="29009" y="9689"/>
                      </a:lnTo>
                      <a:lnTo>
                        <a:pt x="30560" y="9782"/>
                      </a:lnTo>
                      <a:lnTo>
                        <a:pt x="32910" y="9932"/>
                      </a:lnTo>
                      <a:lnTo>
                        <a:pt x="35237" y="7686"/>
                      </a:lnTo>
                      <a:lnTo>
                        <a:pt x="33420" y="6506"/>
                      </a:lnTo>
                      <a:lnTo>
                        <a:pt x="35364" y="4225"/>
                      </a:lnTo>
                      <a:lnTo>
                        <a:pt x="34010" y="0"/>
                      </a:lnTo>
                      <a:lnTo>
                        <a:pt x="35793" y="417"/>
                      </a:lnTo>
                      <a:lnTo>
                        <a:pt x="36221" y="119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5" name="Freeform: Shape 284">
                  <a:extLst>
                    <a:ext uri="{FF2B5EF4-FFF2-40B4-BE49-F238E27FC236}">
                      <a16:creationId xmlns:a16="http://schemas.microsoft.com/office/drawing/2014/main" id="{BE7ACCBD-763D-A799-0E21-ED2214489BC5}"/>
                    </a:ext>
                  </a:extLst>
                </p:cNvPr>
                <p:cNvSpPr/>
                <p:nvPr/>
              </p:nvSpPr>
              <p:spPr>
                <a:xfrm>
                  <a:off x="7692897" y="3476993"/>
                  <a:ext cx="61143" cy="66943"/>
                </a:xfrm>
                <a:custGeom>
                  <a:avLst/>
                  <a:gdLst>
                    <a:gd name="connsiteX0" fmla="*/ 39335 w 61143"/>
                    <a:gd name="connsiteY0" fmla="*/ 19772 h 66943"/>
                    <a:gd name="connsiteX1" fmla="*/ 40076 w 61143"/>
                    <a:gd name="connsiteY1" fmla="*/ 22978 h 66943"/>
                    <a:gd name="connsiteX2" fmla="*/ 47947 w 61143"/>
                    <a:gd name="connsiteY2" fmla="*/ 28905 h 66943"/>
                    <a:gd name="connsiteX3" fmla="*/ 48306 w 61143"/>
                    <a:gd name="connsiteY3" fmla="*/ 26822 h 66943"/>
                    <a:gd name="connsiteX4" fmla="*/ 50980 w 61143"/>
                    <a:gd name="connsiteY4" fmla="*/ 30931 h 66943"/>
                    <a:gd name="connsiteX5" fmla="*/ 51351 w 61143"/>
                    <a:gd name="connsiteY5" fmla="*/ 29368 h 66943"/>
                    <a:gd name="connsiteX6" fmla="*/ 53724 w 61143"/>
                    <a:gd name="connsiteY6" fmla="*/ 31591 h 66943"/>
                    <a:gd name="connsiteX7" fmla="*/ 55912 w 61143"/>
                    <a:gd name="connsiteY7" fmla="*/ 34554 h 66943"/>
                    <a:gd name="connsiteX8" fmla="*/ 55310 w 61143"/>
                    <a:gd name="connsiteY8" fmla="*/ 34496 h 66943"/>
                    <a:gd name="connsiteX9" fmla="*/ 50401 w 61143"/>
                    <a:gd name="connsiteY9" fmla="*/ 32031 h 66943"/>
                    <a:gd name="connsiteX10" fmla="*/ 45343 w 61143"/>
                    <a:gd name="connsiteY10" fmla="*/ 27956 h 66943"/>
                    <a:gd name="connsiteX11" fmla="*/ 45377 w 61143"/>
                    <a:gd name="connsiteY11" fmla="*/ 28072 h 66943"/>
                    <a:gd name="connsiteX12" fmla="*/ 45169 w 61143"/>
                    <a:gd name="connsiteY12" fmla="*/ 27759 h 66943"/>
                    <a:gd name="connsiteX13" fmla="*/ 45817 w 61143"/>
                    <a:gd name="connsiteY13" fmla="*/ 30271 h 66943"/>
                    <a:gd name="connsiteX14" fmla="*/ 51895 w 61143"/>
                    <a:gd name="connsiteY14" fmla="*/ 34022 h 66943"/>
                    <a:gd name="connsiteX15" fmla="*/ 47021 w 61143"/>
                    <a:gd name="connsiteY15" fmla="*/ 32077 h 66943"/>
                    <a:gd name="connsiteX16" fmla="*/ 47473 w 61143"/>
                    <a:gd name="connsiteY16" fmla="*/ 33825 h 66943"/>
                    <a:gd name="connsiteX17" fmla="*/ 44023 w 61143"/>
                    <a:gd name="connsiteY17" fmla="*/ 33860 h 66943"/>
                    <a:gd name="connsiteX18" fmla="*/ 45713 w 61143"/>
                    <a:gd name="connsiteY18" fmla="*/ 34033 h 66943"/>
                    <a:gd name="connsiteX19" fmla="*/ 44428 w 61143"/>
                    <a:gd name="connsiteY19" fmla="*/ 33998 h 66943"/>
                    <a:gd name="connsiteX20" fmla="*/ 47322 w 61143"/>
                    <a:gd name="connsiteY20" fmla="*/ 34323 h 66943"/>
                    <a:gd name="connsiteX21" fmla="*/ 47577 w 61143"/>
                    <a:gd name="connsiteY21" fmla="*/ 36013 h 66943"/>
                    <a:gd name="connsiteX22" fmla="*/ 47531 w 61143"/>
                    <a:gd name="connsiteY22" fmla="*/ 36013 h 66943"/>
                    <a:gd name="connsiteX23" fmla="*/ 47577 w 61143"/>
                    <a:gd name="connsiteY23" fmla="*/ 36047 h 66943"/>
                    <a:gd name="connsiteX24" fmla="*/ 47716 w 61143"/>
                    <a:gd name="connsiteY24" fmla="*/ 36985 h 66943"/>
                    <a:gd name="connsiteX25" fmla="*/ 50286 w 61143"/>
                    <a:gd name="connsiteY25" fmla="*/ 38478 h 66943"/>
                    <a:gd name="connsiteX26" fmla="*/ 50610 w 61143"/>
                    <a:gd name="connsiteY26" fmla="*/ 36997 h 66943"/>
                    <a:gd name="connsiteX27" fmla="*/ 51212 w 61143"/>
                    <a:gd name="connsiteY27" fmla="*/ 37460 h 66943"/>
                    <a:gd name="connsiteX28" fmla="*/ 51050 w 61143"/>
                    <a:gd name="connsiteY28" fmla="*/ 35955 h 66943"/>
                    <a:gd name="connsiteX29" fmla="*/ 53446 w 61143"/>
                    <a:gd name="connsiteY29" fmla="*/ 35816 h 66943"/>
                    <a:gd name="connsiteX30" fmla="*/ 54198 w 61143"/>
                    <a:gd name="connsiteY30" fmla="*/ 37726 h 66943"/>
                    <a:gd name="connsiteX31" fmla="*/ 53376 w 61143"/>
                    <a:gd name="connsiteY31" fmla="*/ 38629 h 66943"/>
                    <a:gd name="connsiteX32" fmla="*/ 55182 w 61143"/>
                    <a:gd name="connsiteY32" fmla="*/ 40562 h 66943"/>
                    <a:gd name="connsiteX33" fmla="*/ 55784 w 61143"/>
                    <a:gd name="connsiteY33" fmla="*/ 39451 h 66943"/>
                    <a:gd name="connsiteX34" fmla="*/ 55993 w 61143"/>
                    <a:gd name="connsiteY34" fmla="*/ 39242 h 66943"/>
                    <a:gd name="connsiteX35" fmla="*/ 60195 w 61143"/>
                    <a:gd name="connsiteY35" fmla="*/ 42160 h 66943"/>
                    <a:gd name="connsiteX36" fmla="*/ 59419 w 61143"/>
                    <a:gd name="connsiteY36" fmla="*/ 43445 h 66943"/>
                    <a:gd name="connsiteX37" fmla="*/ 60461 w 61143"/>
                    <a:gd name="connsiteY37" fmla="*/ 44046 h 66943"/>
                    <a:gd name="connsiteX38" fmla="*/ 61144 w 61143"/>
                    <a:gd name="connsiteY38" fmla="*/ 44567 h 66943"/>
                    <a:gd name="connsiteX39" fmla="*/ 61074 w 61143"/>
                    <a:gd name="connsiteY39" fmla="*/ 44591 h 66943"/>
                    <a:gd name="connsiteX40" fmla="*/ 59245 w 61143"/>
                    <a:gd name="connsiteY40" fmla="*/ 43757 h 66943"/>
                    <a:gd name="connsiteX41" fmla="*/ 59269 w 61143"/>
                    <a:gd name="connsiteY41" fmla="*/ 43850 h 66943"/>
                    <a:gd name="connsiteX42" fmla="*/ 59118 w 61143"/>
                    <a:gd name="connsiteY42" fmla="*/ 43467 h 66943"/>
                    <a:gd name="connsiteX43" fmla="*/ 59836 w 61143"/>
                    <a:gd name="connsiteY43" fmla="*/ 48051 h 66943"/>
                    <a:gd name="connsiteX44" fmla="*/ 58180 w 61143"/>
                    <a:gd name="connsiteY44" fmla="*/ 47774 h 66943"/>
                    <a:gd name="connsiteX45" fmla="*/ 53481 w 61143"/>
                    <a:gd name="connsiteY45" fmla="*/ 45945 h 66943"/>
                    <a:gd name="connsiteX46" fmla="*/ 50367 w 61143"/>
                    <a:gd name="connsiteY46" fmla="*/ 39150 h 66943"/>
                    <a:gd name="connsiteX47" fmla="*/ 49626 w 61143"/>
                    <a:gd name="connsiteY47" fmla="*/ 40516 h 66943"/>
                    <a:gd name="connsiteX48" fmla="*/ 46952 w 61143"/>
                    <a:gd name="connsiteY48" fmla="*/ 40145 h 66943"/>
                    <a:gd name="connsiteX49" fmla="*/ 46500 w 61143"/>
                    <a:gd name="connsiteY49" fmla="*/ 40029 h 66943"/>
                    <a:gd name="connsiteX50" fmla="*/ 51177 w 61143"/>
                    <a:gd name="connsiteY50" fmla="*/ 42565 h 66943"/>
                    <a:gd name="connsiteX51" fmla="*/ 51177 w 61143"/>
                    <a:gd name="connsiteY51" fmla="*/ 48630 h 66943"/>
                    <a:gd name="connsiteX52" fmla="*/ 45516 w 61143"/>
                    <a:gd name="connsiteY52" fmla="*/ 49406 h 66943"/>
                    <a:gd name="connsiteX53" fmla="*/ 45632 w 61143"/>
                    <a:gd name="connsiteY53" fmla="*/ 49487 h 66943"/>
                    <a:gd name="connsiteX54" fmla="*/ 45470 w 61143"/>
                    <a:gd name="connsiteY54" fmla="*/ 49510 h 66943"/>
                    <a:gd name="connsiteX55" fmla="*/ 46292 w 61143"/>
                    <a:gd name="connsiteY55" fmla="*/ 49904 h 66943"/>
                    <a:gd name="connsiteX56" fmla="*/ 47218 w 61143"/>
                    <a:gd name="connsiteY56" fmla="*/ 50483 h 66943"/>
                    <a:gd name="connsiteX57" fmla="*/ 46836 w 61143"/>
                    <a:gd name="connsiteY57" fmla="*/ 50865 h 66943"/>
                    <a:gd name="connsiteX58" fmla="*/ 42518 w 61143"/>
                    <a:gd name="connsiteY58" fmla="*/ 55136 h 66943"/>
                    <a:gd name="connsiteX59" fmla="*/ 43444 w 61143"/>
                    <a:gd name="connsiteY59" fmla="*/ 57891 h 66943"/>
                    <a:gd name="connsiteX60" fmla="*/ 40134 w 61143"/>
                    <a:gd name="connsiteY60" fmla="*/ 55888 h 66943"/>
                    <a:gd name="connsiteX61" fmla="*/ 38501 w 61143"/>
                    <a:gd name="connsiteY61" fmla="*/ 57405 h 66943"/>
                    <a:gd name="connsiteX62" fmla="*/ 38038 w 61143"/>
                    <a:gd name="connsiteY62" fmla="*/ 58609 h 66943"/>
                    <a:gd name="connsiteX63" fmla="*/ 39983 w 61143"/>
                    <a:gd name="connsiteY63" fmla="*/ 60322 h 66943"/>
                    <a:gd name="connsiteX64" fmla="*/ 41581 w 61143"/>
                    <a:gd name="connsiteY64" fmla="*/ 62730 h 66943"/>
                    <a:gd name="connsiteX65" fmla="*/ 40585 w 61143"/>
                    <a:gd name="connsiteY65" fmla="*/ 64177 h 66943"/>
                    <a:gd name="connsiteX66" fmla="*/ 39740 w 61143"/>
                    <a:gd name="connsiteY66" fmla="*/ 64883 h 66943"/>
                    <a:gd name="connsiteX67" fmla="*/ 37367 w 61143"/>
                    <a:gd name="connsiteY67" fmla="*/ 63205 h 66943"/>
                    <a:gd name="connsiteX68" fmla="*/ 36013 w 61143"/>
                    <a:gd name="connsiteY68" fmla="*/ 63691 h 66943"/>
                    <a:gd name="connsiteX69" fmla="*/ 35908 w 61143"/>
                    <a:gd name="connsiteY69" fmla="*/ 63633 h 66943"/>
                    <a:gd name="connsiteX70" fmla="*/ 35897 w 61143"/>
                    <a:gd name="connsiteY70" fmla="*/ 63737 h 66943"/>
                    <a:gd name="connsiteX71" fmla="*/ 34901 w 61143"/>
                    <a:gd name="connsiteY71" fmla="*/ 64108 h 66943"/>
                    <a:gd name="connsiteX72" fmla="*/ 35735 w 61143"/>
                    <a:gd name="connsiteY72" fmla="*/ 65983 h 66943"/>
                    <a:gd name="connsiteX73" fmla="*/ 33582 w 61143"/>
                    <a:gd name="connsiteY73" fmla="*/ 66944 h 66943"/>
                    <a:gd name="connsiteX74" fmla="*/ 32285 w 61143"/>
                    <a:gd name="connsiteY74" fmla="*/ 65589 h 66943"/>
                    <a:gd name="connsiteX75" fmla="*/ 25374 w 61143"/>
                    <a:gd name="connsiteY75" fmla="*/ 65323 h 66943"/>
                    <a:gd name="connsiteX76" fmla="*/ 24935 w 61143"/>
                    <a:gd name="connsiteY76" fmla="*/ 65161 h 66943"/>
                    <a:gd name="connsiteX77" fmla="*/ 25548 w 61143"/>
                    <a:gd name="connsiteY77" fmla="*/ 60658 h 66943"/>
                    <a:gd name="connsiteX78" fmla="*/ 23789 w 61143"/>
                    <a:gd name="connsiteY78" fmla="*/ 60334 h 66943"/>
                    <a:gd name="connsiteX79" fmla="*/ 22249 w 61143"/>
                    <a:gd name="connsiteY79" fmla="*/ 59662 h 66943"/>
                    <a:gd name="connsiteX80" fmla="*/ 21878 w 61143"/>
                    <a:gd name="connsiteY80" fmla="*/ 59975 h 66943"/>
                    <a:gd name="connsiteX81" fmla="*/ 21033 w 61143"/>
                    <a:gd name="connsiteY81" fmla="*/ 59813 h 66943"/>
                    <a:gd name="connsiteX82" fmla="*/ 21149 w 61143"/>
                    <a:gd name="connsiteY82" fmla="*/ 60588 h 66943"/>
                    <a:gd name="connsiteX83" fmla="*/ 19262 w 61143"/>
                    <a:gd name="connsiteY83" fmla="*/ 62151 h 66943"/>
                    <a:gd name="connsiteX84" fmla="*/ 19147 w 61143"/>
                    <a:gd name="connsiteY84" fmla="*/ 62197 h 66943"/>
                    <a:gd name="connsiteX85" fmla="*/ 18359 w 61143"/>
                    <a:gd name="connsiteY85" fmla="*/ 57926 h 66943"/>
                    <a:gd name="connsiteX86" fmla="*/ 18521 w 61143"/>
                    <a:gd name="connsiteY86" fmla="*/ 59153 h 66943"/>
                    <a:gd name="connsiteX87" fmla="*/ 18232 w 61143"/>
                    <a:gd name="connsiteY87" fmla="*/ 57752 h 66943"/>
                    <a:gd name="connsiteX88" fmla="*/ 18082 w 61143"/>
                    <a:gd name="connsiteY88" fmla="*/ 63621 h 66943"/>
                    <a:gd name="connsiteX89" fmla="*/ 16982 w 61143"/>
                    <a:gd name="connsiteY89" fmla="*/ 64431 h 66943"/>
                    <a:gd name="connsiteX90" fmla="*/ 12097 w 61143"/>
                    <a:gd name="connsiteY90" fmla="*/ 63691 h 66943"/>
                    <a:gd name="connsiteX91" fmla="*/ 5128 w 61143"/>
                    <a:gd name="connsiteY91" fmla="*/ 61480 h 66943"/>
                    <a:gd name="connsiteX92" fmla="*/ 614 w 61143"/>
                    <a:gd name="connsiteY92" fmla="*/ 58644 h 66943"/>
                    <a:gd name="connsiteX93" fmla="*/ 0 w 61143"/>
                    <a:gd name="connsiteY93" fmla="*/ 57822 h 66943"/>
                    <a:gd name="connsiteX94" fmla="*/ 2477 w 61143"/>
                    <a:gd name="connsiteY94" fmla="*/ 54465 h 66943"/>
                    <a:gd name="connsiteX95" fmla="*/ 2396 w 61143"/>
                    <a:gd name="connsiteY95" fmla="*/ 50865 h 66943"/>
                    <a:gd name="connsiteX96" fmla="*/ 2396 w 61143"/>
                    <a:gd name="connsiteY96" fmla="*/ 50737 h 66943"/>
                    <a:gd name="connsiteX97" fmla="*/ 3588 w 61143"/>
                    <a:gd name="connsiteY97" fmla="*/ 50240 h 66943"/>
                    <a:gd name="connsiteX98" fmla="*/ 5140 w 61143"/>
                    <a:gd name="connsiteY98" fmla="*/ 49927 h 66943"/>
                    <a:gd name="connsiteX99" fmla="*/ 3936 w 61143"/>
                    <a:gd name="connsiteY99" fmla="*/ 48630 h 66943"/>
                    <a:gd name="connsiteX100" fmla="*/ 3994 w 61143"/>
                    <a:gd name="connsiteY100" fmla="*/ 48630 h 66943"/>
                    <a:gd name="connsiteX101" fmla="*/ 6216 w 61143"/>
                    <a:gd name="connsiteY101" fmla="*/ 49117 h 66943"/>
                    <a:gd name="connsiteX102" fmla="*/ 6112 w 61143"/>
                    <a:gd name="connsiteY102" fmla="*/ 48630 h 66943"/>
                    <a:gd name="connsiteX103" fmla="*/ 9608 w 61143"/>
                    <a:gd name="connsiteY103" fmla="*/ 48619 h 66943"/>
                    <a:gd name="connsiteX104" fmla="*/ 9620 w 61143"/>
                    <a:gd name="connsiteY104" fmla="*/ 48538 h 66943"/>
                    <a:gd name="connsiteX105" fmla="*/ 9643 w 61143"/>
                    <a:gd name="connsiteY105" fmla="*/ 48549 h 66943"/>
                    <a:gd name="connsiteX106" fmla="*/ 9643 w 61143"/>
                    <a:gd name="connsiteY106" fmla="*/ 48341 h 66943"/>
                    <a:gd name="connsiteX107" fmla="*/ 9805 w 61143"/>
                    <a:gd name="connsiteY107" fmla="*/ 47241 h 66943"/>
                    <a:gd name="connsiteX108" fmla="*/ 12734 w 61143"/>
                    <a:gd name="connsiteY108" fmla="*/ 49290 h 66943"/>
                    <a:gd name="connsiteX109" fmla="*/ 14435 w 61143"/>
                    <a:gd name="connsiteY109" fmla="*/ 48051 h 66943"/>
                    <a:gd name="connsiteX110" fmla="*/ 16229 w 61143"/>
                    <a:gd name="connsiteY110" fmla="*/ 45054 h 66943"/>
                    <a:gd name="connsiteX111" fmla="*/ 16484 w 61143"/>
                    <a:gd name="connsiteY111" fmla="*/ 44810 h 66943"/>
                    <a:gd name="connsiteX112" fmla="*/ 16426 w 61143"/>
                    <a:gd name="connsiteY112" fmla="*/ 44729 h 66943"/>
                    <a:gd name="connsiteX113" fmla="*/ 16785 w 61143"/>
                    <a:gd name="connsiteY113" fmla="*/ 44116 h 66943"/>
                    <a:gd name="connsiteX114" fmla="*/ 14655 w 61143"/>
                    <a:gd name="connsiteY114" fmla="*/ 41986 h 66943"/>
                    <a:gd name="connsiteX115" fmla="*/ 13428 w 61143"/>
                    <a:gd name="connsiteY115" fmla="*/ 42611 h 66943"/>
                    <a:gd name="connsiteX116" fmla="*/ 12745 w 61143"/>
                    <a:gd name="connsiteY116" fmla="*/ 40435 h 66943"/>
                    <a:gd name="connsiteX117" fmla="*/ 15488 w 61143"/>
                    <a:gd name="connsiteY117" fmla="*/ 39798 h 66943"/>
                    <a:gd name="connsiteX118" fmla="*/ 16820 w 61143"/>
                    <a:gd name="connsiteY118" fmla="*/ 39856 h 66943"/>
                    <a:gd name="connsiteX119" fmla="*/ 16993 w 61143"/>
                    <a:gd name="connsiteY119" fmla="*/ 39439 h 66943"/>
                    <a:gd name="connsiteX120" fmla="*/ 17931 w 61143"/>
                    <a:gd name="connsiteY120" fmla="*/ 39219 h 66943"/>
                    <a:gd name="connsiteX121" fmla="*/ 18591 w 61143"/>
                    <a:gd name="connsiteY121" fmla="*/ 40944 h 66943"/>
                    <a:gd name="connsiteX122" fmla="*/ 18880 w 61143"/>
                    <a:gd name="connsiteY122" fmla="*/ 36476 h 66943"/>
                    <a:gd name="connsiteX123" fmla="*/ 17098 w 61143"/>
                    <a:gd name="connsiteY123" fmla="*/ 33617 h 66943"/>
                    <a:gd name="connsiteX124" fmla="*/ 18278 w 61143"/>
                    <a:gd name="connsiteY124" fmla="*/ 32193 h 66943"/>
                    <a:gd name="connsiteX125" fmla="*/ 18510 w 61143"/>
                    <a:gd name="connsiteY125" fmla="*/ 32297 h 66943"/>
                    <a:gd name="connsiteX126" fmla="*/ 19077 w 61143"/>
                    <a:gd name="connsiteY126" fmla="*/ 31220 h 66943"/>
                    <a:gd name="connsiteX127" fmla="*/ 20154 w 61143"/>
                    <a:gd name="connsiteY127" fmla="*/ 29924 h 66943"/>
                    <a:gd name="connsiteX128" fmla="*/ 21601 w 61143"/>
                    <a:gd name="connsiteY128" fmla="*/ 31128 h 66943"/>
                    <a:gd name="connsiteX129" fmla="*/ 18163 w 61143"/>
                    <a:gd name="connsiteY129" fmla="*/ 27111 h 66943"/>
                    <a:gd name="connsiteX130" fmla="*/ 13278 w 61143"/>
                    <a:gd name="connsiteY130" fmla="*/ 24842 h 66943"/>
                    <a:gd name="connsiteX131" fmla="*/ 22758 w 61143"/>
                    <a:gd name="connsiteY131" fmla="*/ 24935 h 66943"/>
                    <a:gd name="connsiteX132" fmla="*/ 27111 w 61143"/>
                    <a:gd name="connsiteY132" fmla="*/ 25710 h 66943"/>
                    <a:gd name="connsiteX133" fmla="*/ 34774 w 61143"/>
                    <a:gd name="connsiteY133" fmla="*/ 21994 h 66943"/>
                    <a:gd name="connsiteX134" fmla="*/ 34867 w 61143"/>
                    <a:gd name="connsiteY134" fmla="*/ 21658 h 66943"/>
                    <a:gd name="connsiteX135" fmla="*/ 34994 w 61143"/>
                    <a:gd name="connsiteY135" fmla="*/ 21612 h 66943"/>
                    <a:gd name="connsiteX136" fmla="*/ 35573 w 61143"/>
                    <a:gd name="connsiteY136" fmla="*/ 20119 h 66943"/>
                    <a:gd name="connsiteX137" fmla="*/ 36603 w 61143"/>
                    <a:gd name="connsiteY137" fmla="*/ 20675 h 66943"/>
                    <a:gd name="connsiteX138" fmla="*/ 40655 w 61143"/>
                    <a:gd name="connsiteY138" fmla="*/ 10488 h 66943"/>
                    <a:gd name="connsiteX139" fmla="*/ 39763 w 61143"/>
                    <a:gd name="connsiteY139" fmla="*/ 9434 h 66943"/>
                    <a:gd name="connsiteX140" fmla="*/ 39798 w 61143"/>
                    <a:gd name="connsiteY140" fmla="*/ 9330 h 66943"/>
                    <a:gd name="connsiteX141" fmla="*/ 38478 w 61143"/>
                    <a:gd name="connsiteY141" fmla="*/ 7849 h 66943"/>
                    <a:gd name="connsiteX142" fmla="*/ 40111 w 61143"/>
                    <a:gd name="connsiteY142" fmla="*/ 6946 h 66943"/>
                    <a:gd name="connsiteX143" fmla="*/ 38200 w 61143"/>
                    <a:gd name="connsiteY143" fmla="*/ 3496 h 66943"/>
                    <a:gd name="connsiteX144" fmla="*/ 39763 w 61143"/>
                    <a:gd name="connsiteY144" fmla="*/ 93 h 66943"/>
                    <a:gd name="connsiteX145" fmla="*/ 40029 w 61143"/>
                    <a:gd name="connsiteY145" fmla="*/ 0 h 66943"/>
                    <a:gd name="connsiteX146" fmla="*/ 42750 w 61143"/>
                    <a:gd name="connsiteY146" fmla="*/ 845 h 66943"/>
                    <a:gd name="connsiteX147" fmla="*/ 43224 w 61143"/>
                    <a:gd name="connsiteY147" fmla="*/ 1111 h 66943"/>
                    <a:gd name="connsiteX148" fmla="*/ 42264 w 61143"/>
                    <a:gd name="connsiteY148" fmla="*/ 6136 h 66943"/>
                    <a:gd name="connsiteX149" fmla="*/ 48318 w 61143"/>
                    <a:gd name="connsiteY149" fmla="*/ 7154 h 66943"/>
                    <a:gd name="connsiteX150" fmla="*/ 49498 w 61143"/>
                    <a:gd name="connsiteY150" fmla="*/ 10650 h 66943"/>
                    <a:gd name="connsiteX151" fmla="*/ 47091 w 61143"/>
                    <a:gd name="connsiteY151" fmla="*/ 13706 h 66943"/>
                    <a:gd name="connsiteX152" fmla="*/ 47461 w 61143"/>
                    <a:gd name="connsiteY152" fmla="*/ 16843 h 66943"/>
                    <a:gd name="connsiteX153" fmla="*/ 39335 w 61143"/>
                    <a:gd name="connsiteY153" fmla="*/ 19772 h 66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</a:cxnLst>
                  <a:rect l="l" t="t" r="r" b="b"/>
                  <a:pathLst>
                    <a:path w="61143" h="66943">
                      <a:moveTo>
                        <a:pt x="39335" y="19772"/>
                      </a:moveTo>
                      <a:lnTo>
                        <a:pt x="40076" y="22978"/>
                      </a:lnTo>
                      <a:lnTo>
                        <a:pt x="47947" y="28905"/>
                      </a:lnTo>
                      <a:lnTo>
                        <a:pt x="48306" y="26822"/>
                      </a:lnTo>
                      <a:lnTo>
                        <a:pt x="50980" y="30931"/>
                      </a:lnTo>
                      <a:lnTo>
                        <a:pt x="51351" y="29368"/>
                      </a:lnTo>
                      <a:lnTo>
                        <a:pt x="53724" y="31591"/>
                      </a:lnTo>
                      <a:lnTo>
                        <a:pt x="55912" y="34554"/>
                      </a:lnTo>
                      <a:lnTo>
                        <a:pt x="55310" y="34496"/>
                      </a:lnTo>
                      <a:lnTo>
                        <a:pt x="50401" y="32031"/>
                      </a:lnTo>
                      <a:lnTo>
                        <a:pt x="45343" y="27956"/>
                      </a:lnTo>
                      <a:lnTo>
                        <a:pt x="45377" y="28072"/>
                      </a:lnTo>
                      <a:lnTo>
                        <a:pt x="45169" y="27759"/>
                      </a:lnTo>
                      <a:lnTo>
                        <a:pt x="45817" y="30271"/>
                      </a:lnTo>
                      <a:lnTo>
                        <a:pt x="51895" y="34022"/>
                      </a:lnTo>
                      <a:lnTo>
                        <a:pt x="47021" y="32077"/>
                      </a:lnTo>
                      <a:lnTo>
                        <a:pt x="47473" y="33825"/>
                      </a:lnTo>
                      <a:lnTo>
                        <a:pt x="44023" y="33860"/>
                      </a:lnTo>
                      <a:lnTo>
                        <a:pt x="45713" y="34033"/>
                      </a:lnTo>
                      <a:lnTo>
                        <a:pt x="44428" y="33998"/>
                      </a:lnTo>
                      <a:lnTo>
                        <a:pt x="47322" y="34323"/>
                      </a:lnTo>
                      <a:lnTo>
                        <a:pt x="47577" y="36013"/>
                      </a:lnTo>
                      <a:lnTo>
                        <a:pt x="47531" y="36013"/>
                      </a:lnTo>
                      <a:lnTo>
                        <a:pt x="47577" y="36047"/>
                      </a:lnTo>
                      <a:lnTo>
                        <a:pt x="47716" y="36985"/>
                      </a:lnTo>
                      <a:lnTo>
                        <a:pt x="50286" y="38478"/>
                      </a:lnTo>
                      <a:lnTo>
                        <a:pt x="50610" y="36997"/>
                      </a:lnTo>
                      <a:lnTo>
                        <a:pt x="51212" y="37460"/>
                      </a:lnTo>
                      <a:lnTo>
                        <a:pt x="51050" y="35955"/>
                      </a:lnTo>
                      <a:lnTo>
                        <a:pt x="53446" y="35816"/>
                      </a:lnTo>
                      <a:lnTo>
                        <a:pt x="54198" y="37726"/>
                      </a:lnTo>
                      <a:lnTo>
                        <a:pt x="53376" y="38629"/>
                      </a:lnTo>
                      <a:lnTo>
                        <a:pt x="55182" y="40562"/>
                      </a:lnTo>
                      <a:lnTo>
                        <a:pt x="55784" y="39451"/>
                      </a:lnTo>
                      <a:lnTo>
                        <a:pt x="55993" y="39242"/>
                      </a:lnTo>
                      <a:lnTo>
                        <a:pt x="60195" y="42160"/>
                      </a:lnTo>
                      <a:lnTo>
                        <a:pt x="59419" y="43445"/>
                      </a:lnTo>
                      <a:lnTo>
                        <a:pt x="60461" y="44046"/>
                      </a:lnTo>
                      <a:lnTo>
                        <a:pt x="61144" y="44567"/>
                      </a:lnTo>
                      <a:lnTo>
                        <a:pt x="61074" y="44591"/>
                      </a:lnTo>
                      <a:lnTo>
                        <a:pt x="59245" y="43757"/>
                      </a:lnTo>
                      <a:lnTo>
                        <a:pt x="59269" y="43850"/>
                      </a:lnTo>
                      <a:lnTo>
                        <a:pt x="59118" y="43467"/>
                      </a:lnTo>
                      <a:lnTo>
                        <a:pt x="59836" y="48051"/>
                      </a:lnTo>
                      <a:lnTo>
                        <a:pt x="58180" y="47774"/>
                      </a:lnTo>
                      <a:lnTo>
                        <a:pt x="53481" y="45945"/>
                      </a:lnTo>
                      <a:lnTo>
                        <a:pt x="50367" y="39150"/>
                      </a:lnTo>
                      <a:lnTo>
                        <a:pt x="49626" y="40516"/>
                      </a:lnTo>
                      <a:lnTo>
                        <a:pt x="46952" y="40145"/>
                      </a:lnTo>
                      <a:lnTo>
                        <a:pt x="46500" y="40029"/>
                      </a:lnTo>
                      <a:lnTo>
                        <a:pt x="51177" y="42565"/>
                      </a:lnTo>
                      <a:lnTo>
                        <a:pt x="51177" y="48630"/>
                      </a:lnTo>
                      <a:lnTo>
                        <a:pt x="45516" y="49406"/>
                      </a:lnTo>
                      <a:lnTo>
                        <a:pt x="45632" y="49487"/>
                      </a:lnTo>
                      <a:lnTo>
                        <a:pt x="45470" y="49510"/>
                      </a:lnTo>
                      <a:lnTo>
                        <a:pt x="46292" y="49904"/>
                      </a:lnTo>
                      <a:lnTo>
                        <a:pt x="47218" y="50483"/>
                      </a:lnTo>
                      <a:lnTo>
                        <a:pt x="46836" y="50865"/>
                      </a:lnTo>
                      <a:lnTo>
                        <a:pt x="42518" y="55136"/>
                      </a:lnTo>
                      <a:lnTo>
                        <a:pt x="43444" y="57891"/>
                      </a:lnTo>
                      <a:lnTo>
                        <a:pt x="40134" y="55888"/>
                      </a:lnTo>
                      <a:lnTo>
                        <a:pt x="38501" y="57405"/>
                      </a:lnTo>
                      <a:lnTo>
                        <a:pt x="38038" y="58609"/>
                      </a:lnTo>
                      <a:lnTo>
                        <a:pt x="39983" y="60322"/>
                      </a:lnTo>
                      <a:lnTo>
                        <a:pt x="41581" y="62730"/>
                      </a:lnTo>
                      <a:lnTo>
                        <a:pt x="40585" y="64177"/>
                      </a:lnTo>
                      <a:lnTo>
                        <a:pt x="39740" y="64883"/>
                      </a:lnTo>
                      <a:lnTo>
                        <a:pt x="37367" y="63205"/>
                      </a:lnTo>
                      <a:lnTo>
                        <a:pt x="36013" y="63691"/>
                      </a:lnTo>
                      <a:lnTo>
                        <a:pt x="35908" y="63633"/>
                      </a:lnTo>
                      <a:lnTo>
                        <a:pt x="35897" y="63737"/>
                      </a:lnTo>
                      <a:lnTo>
                        <a:pt x="34901" y="64108"/>
                      </a:lnTo>
                      <a:lnTo>
                        <a:pt x="35735" y="65983"/>
                      </a:lnTo>
                      <a:lnTo>
                        <a:pt x="33582" y="66944"/>
                      </a:lnTo>
                      <a:lnTo>
                        <a:pt x="32285" y="65589"/>
                      </a:lnTo>
                      <a:lnTo>
                        <a:pt x="25374" y="65323"/>
                      </a:lnTo>
                      <a:lnTo>
                        <a:pt x="24935" y="65161"/>
                      </a:lnTo>
                      <a:lnTo>
                        <a:pt x="25548" y="60658"/>
                      </a:lnTo>
                      <a:lnTo>
                        <a:pt x="23789" y="60334"/>
                      </a:lnTo>
                      <a:lnTo>
                        <a:pt x="22249" y="59662"/>
                      </a:lnTo>
                      <a:lnTo>
                        <a:pt x="21878" y="59975"/>
                      </a:lnTo>
                      <a:lnTo>
                        <a:pt x="21033" y="59813"/>
                      </a:lnTo>
                      <a:lnTo>
                        <a:pt x="21149" y="60588"/>
                      </a:lnTo>
                      <a:lnTo>
                        <a:pt x="19262" y="62151"/>
                      </a:lnTo>
                      <a:lnTo>
                        <a:pt x="19147" y="62197"/>
                      </a:lnTo>
                      <a:lnTo>
                        <a:pt x="18359" y="57926"/>
                      </a:lnTo>
                      <a:lnTo>
                        <a:pt x="18521" y="59153"/>
                      </a:lnTo>
                      <a:lnTo>
                        <a:pt x="18232" y="57752"/>
                      </a:lnTo>
                      <a:lnTo>
                        <a:pt x="18082" y="63621"/>
                      </a:lnTo>
                      <a:lnTo>
                        <a:pt x="16982" y="64431"/>
                      </a:lnTo>
                      <a:lnTo>
                        <a:pt x="12097" y="63691"/>
                      </a:lnTo>
                      <a:lnTo>
                        <a:pt x="5128" y="61480"/>
                      </a:lnTo>
                      <a:lnTo>
                        <a:pt x="614" y="58644"/>
                      </a:lnTo>
                      <a:lnTo>
                        <a:pt x="0" y="57822"/>
                      </a:lnTo>
                      <a:lnTo>
                        <a:pt x="2477" y="54465"/>
                      </a:lnTo>
                      <a:lnTo>
                        <a:pt x="2396" y="50865"/>
                      </a:lnTo>
                      <a:lnTo>
                        <a:pt x="2396" y="50737"/>
                      </a:lnTo>
                      <a:lnTo>
                        <a:pt x="3588" y="50240"/>
                      </a:lnTo>
                      <a:lnTo>
                        <a:pt x="5140" y="49927"/>
                      </a:lnTo>
                      <a:lnTo>
                        <a:pt x="3936" y="48630"/>
                      </a:lnTo>
                      <a:lnTo>
                        <a:pt x="3994" y="48630"/>
                      </a:lnTo>
                      <a:lnTo>
                        <a:pt x="6216" y="49117"/>
                      </a:lnTo>
                      <a:lnTo>
                        <a:pt x="6112" y="48630"/>
                      </a:lnTo>
                      <a:lnTo>
                        <a:pt x="9608" y="48619"/>
                      </a:lnTo>
                      <a:lnTo>
                        <a:pt x="9620" y="48538"/>
                      </a:lnTo>
                      <a:lnTo>
                        <a:pt x="9643" y="48549"/>
                      </a:lnTo>
                      <a:lnTo>
                        <a:pt x="9643" y="48341"/>
                      </a:lnTo>
                      <a:lnTo>
                        <a:pt x="9805" y="47241"/>
                      </a:lnTo>
                      <a:lnTo>
                        <a:pt x="12734" y="49290"/>
                      </a:lnTo>
                      <a:lnTo>
                        <a:pt x="14435" y="48051"/>
                      </a:lnTo>
                      <a:lnTo>
                        <a:pt x="16229" y="45054"/>
                      </a:lnTo>
                      <a:lnTo>
                        <a:pt x="16484" y="44810"/>
                      </a:lnTo>
                      <a:lnTo>
                        <a:pt x="16426" y="44729"/>
                      </a:lnTo>
                      <a:lnTo>
                        <a:pt x="16785" y="44116"/>
                      </a:lnTo>
                      <a:lnTo>
                        <a:pt x="14655" y="41986"/>
                      </a:lnTo>
                      <a:lnTo>
                        <a:pt x="13428" y="42611"/>
                      </a:lnTo>
                      <a:lnTo>
                        <a:pt x="12745" y="40435"/>
                      </a:lnTo>
                      <a:lnTo>
                        <a:pt x="15488" y="39798"/>
                      </a:lnTo>
                      <a:lnTo>
                        <a:pt x="16820" y="39856"/>
                      </a:lnTo>
                      <a:lnTo>
                        <a:pt x="16993" y="39439"/>
                      </a:lnTo>
                      <a:lnTo>
                        <a:pt x="17931" y="39219"/>
                      </a:lnTo>
                      <a:lnTo>
                        <a:pt x="18591" y="40944"/>
                      </a:lnTo>
                      <a:lnTo>
                        <a:pt x="18880" y="36476"/>
                      </a:lnTo>
                      <a:lnTo>
                        <a:pt x="17098" y="33617"/>
                      </a:lnTo>
                      <a:lnTo>
                        <a:pt x="18278" y="32193"/>
                      </a:lnTo>
                      <a:lnTo>
                        <a:pt x="18510" y="32297"/>
                      </a:lnTo>
                      <a:lnTo>
                        <a:pt x="19077" y="31220"/>
                      </a:lnTo>
                      <a:lnTo>
                        <a:pt x="20154" y="29924"/>
                      </a:lnTo>
                      <a:lnTo>
                        <a:pt x="21601" y="31128"/>
                      </a:lnTo>
                      <a:lnTo>
                        <a:pt x="18163" y="27111"/>
                      </a:lnTo>
                      <a:lnTo>
                        <a:pt x="13278" y="24842"/>
                      </a:lnTo>
                      <a:lnTo>
                        <a:pt x="22758" y="24935"/>
                      </a:lnTo>
                      <a:lnTo>
                        <a:pt x="27111" y="25710"/>
                      </a:lnTo>
                      <a:lnTo>
                        <a:pt x="34774" y="21994"/>
                      </a:lnTo>
                      <a:lnTo>
                        <a:pt x="34867" y="21658"/>
                      </a:lnTo>
                      <a:lnTo>
                        <a:pt x="34994" y="21612"/>
                      </a:lnTo>
                      <a:lnTo>
                        <a:pt x="35573" y="20119"/>
                      </a:lnTo>
                      <a:lnTo>
                        <a:pt x="36603" y="20675"/>
                      </a:lnTo>
                      <a:lnTo>
                        <a:pt x="40655" y="10488"/>
                      </a:lnTo>
                      <a:lnTo>
                        <a:pt x="39763" y="9434"/>
                      </a:lnTo>
                      <a:lnTo>
                        <a:pt x="39798" y="9330"/>
                      </a:lnTo>
                      <a:lnTo>
                        <a:pt x="38478" y="7849"/>
                      </a:lnTo>
                      <a:lnTo>
                        <a:pt x="40111" y="6946"/>
                      </a:lnTo>
                      <a:lnTo>
                        <a:pt x="38200" y="3496"/>
                      </a:lnTo>
                      <a:lnTo>
                        <a:pt x="39763" y="93"/>
                      </a:lnTo>
                      <a:lnTo>
                        <a:pt x="40029" y="0"/>
                      </a:lnTo>
                      <a:lnTo>
                        <a:pt x="42750" y="845"/>
                      </a:lnTo>
                      <a:lnTo>
                        <a:pt x="43224" y="1111"/>
                      </a:lnTo>
                      <a:lnTo>
                        <a:pt x="42264" y="6136"/>
                      </a:lnTo>
                      <a:lnTo>
                        <a:pt x="48318" y="7154"/>
                      </a:lnTo>
                      <a:lnTo>
                        <a:pt x="49498" y="10650"/>
                      </a:lnTo>
                      <a:lnTo>
                        <a:pt x="47091" y="13706"/>
                      </a:lnTo>
                      <a:lnTo>
                        <a:pt x="47461" y="16843"/>
                      </a:lnTo>
                      <a:lnTo>
                        <a:pt x="39335" y="1977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6" name="Freeform: Shape 285">
                  <a:extLst>
                    <a:ext uri="{FF2B5EF4-FFF2-40B4-BE49-F238E27FC236}">
                      <a16:creationId xmlns:a16="http://schemas.microsoft.com/office/drawing/2014/main" id="{FDF74B08-4C2B-2174-CDE0-773991F4A48F}"/>
                    </a:ext>
                  </a:extLst>
                </p:cNvPr>
                <p:cNvSpPr/>
                <p:nvPr/>
              </p:nvSpPr>
              <p:spPr>
                <a:xfrm>
                  <a:off x="9267899" y="2220200"/>
                  <a:ext cx="94100" cy="74386"/>
                </a:xfrm>
                <a:custGeom>
                  <a:avLst/>
                  <a:gdLst>
                    <a:gd name="connsiteX0" fmla="*/ 84492 w 94100"/>
                    <a:gd name="connsiteY0" fmla="*/ 6460 h 74386"/>
                    <a:gd name="connsiteX1" fmla="*/ 86229 w 94100"/>
                    <a:gd name="connsiteY1" fmla="*/ 14713 h 74386"/>
                    <a:gd name="connsiteX2" fmla="*/ 89701 w 94100"/>
                    <a:gd name="connsiteY2" fmla="*/ 18649 h 74386"/>
                    <a:gd name="connsiteX3" fmla="*/ 94100 w 94100"/>
                    <a:gd name="connsiteY3" fmla="*/ 19945 h 74386"/>
                    <a:gd name="connsiteX4" fmla="*/ 91183 w 94100"/>
                    <a:gd name="connsiteY4" fmla="*/ 21415 h 74386"/>
                    <a:gd name="connsiteX5" fmla="*/ 88775 w 94100"/>
                    <a:gd name="connsiteY5" fmla="*/ 19517 h 74386"/>
                    <a:gd name="connsiteX6" fmla="*/ 84284 w 94100"/>
                    <a:gd name="connsiteY6" fmla="*/ 22029 h 74386"/>
                    <a:gd name="connsiteX7" fmla="*/ 83323 w 94100"/>
                    <a:gd name="connsiteY7" fmla="*/ 18070 h 74386"/>
                    <a:gd name="connsiteX8" fmla="*/ 80256 w 94100"/>
                    <a:gd name="connsiteY8" fmla="*/ 16970 h 74386"/>
                    <a:gd name="connsiteX9" fmla="*/ 71157 w 94100"/>
                    <a:gd name="connsiteY9" fmla="*/ 18464 h 74386"/>
                    <a:gd name="connsiteX10" fmla="*/ 67395 w 94100"/>
                    <a:gd name="connsiteY10" fmla="*/ 20744 h 74386"/>
                    <a:gd name="connsiteX11" fmla="*/ 56884 w 94100"/>
                    <a:gd name="connsiteY11" fmla="*/ 39208 h 74386"/>
                    <a:gd name="connsiteX12" fmla="*/ 55101 w 94100"/>
                    <a:gd name="connsiteY12" fmla="*/ 42345 h 74386"/>
                    <a:gd name="connsiteX13" fmla="*/ 55865 w 94100"/>
                    <a:gd name="connsiteY13" fmla="*/ 45702 h 74386"/>
                    <a:gd name="connsiteX14" fmla="*/ 55854 w 94100"/>
                    <a:gd name="connsiteY14" fmla="*/ 45910 h 74386"/>
                    <a:gd name="connsiteX15" fmla="*/ 55911 w 94100"/>
                    <a:gd name="connsiteY15" fmla="*/ 45922 h 74386"/>
                    <a:gd name="connsiteX16" fmla="*/ 56212 w 94100"/>
                    <a:gd name="connsiteY16" fmla="*/ 47264 h 74386"/>
                    <a:gd name="connsiteX17" fmla="*/ 59419 w 94100"/>
                    <a:gd name="connsiteY17" fmla="*/ 47160 h 74386"/>
                    <a:gd name="connsiteX18" fmla="*/ 58666 w 94100"/>
                    <a:gd name="connsiteY18" fmla="*/ 52497 h 74386"/>
                    <a:gd name="connsiteX19" fmla="*/ 53944 w 94100"/>
                    <a:gd name="connsiteY19" fmla="*/ 46327 h 74386"/>
                    <a:gd name="connsiteX20" fmla="*/ 54129 w 94100"/>
                    <a:gd name="connsiteY20" fmla="*/ 44822 h 74386"/>
                    <a:gd name="connsiteX21" fmla="*/ 56236 w 94100"/>
                    <a:gd name="connsiteY21" fmla="*/ 39208 h 74386"/>
                    <a:gd name="connsiteX22" fmla="*/ 57706 w 94100"/>
                    <a:gd name="connsiteY22" fmla="*/ 35260 h 74386"/>
                    <a:gd name="connsiteX23" fmla="*/ 53932 w 94100"/>
                    <a:gd name="connsiteY23" fmla="*/ 31996 h 74386"/>
                    <a:gd name="connsiteX24" fmla="*/ 51374 w 94100"/>
                    <a:gd name="connsiteY24" fmla="*/ 32563 h 74386"/>
                    <a:gd name="connsiteX25" fmla="*/ 49441 w 94100"/>
                    <a:gd name="connsiteY25" fmla="*/ 36198 h 74386"/>
                    <a:gd name="connsiteX26" fmla="*/ 52890 w 94100"/>
                    <a:gd name="connsiteY26" fmla="*/ 37888 h 74386"/>
                    <a:gd name="connsiteX27" fmla="*/ 52392 w 94100"/>
                    <a:gd name="connsiteY27" fmla="*/ 39208 h 74386"/>
                    <a:gd name="connsiteX28" fmla="*/ 51119 w 94100"/>
                    <a:gd name="connsiteY28" fmla="*/ 42576 h 74386"/>
                    <a:gd name="connsiteX29" fmla="*/ 51756 w 94100"/>
                    <a:gd name="connsiteY29" fmla="*/ 42900 h 74386"/>
                    <a:gd name="connsiteX30" fmla="*/ 51756 w 94100"/>
                    <a:gd name="connsiteY30" fmla="*/ 42947 h 74386"/>
                    <a:gd name="connsiteX31" fmla="*/ 51929 w 94100"/>
                    <a:gd name="connsiteY31" fmla="*/ 42981 h 74386"/>
                    <a:gd name="connsiteX32" fmla="*/ 53434 w 94100"/>
                    <a:gd name="connsiteY32" fmla="*/ 43757 h 74386"/>
                    <a:gd name="connsiteX33" fmla="*/ 49464 w 94100"/>
                    <a:gd name="connsiteY33" fmla="*/ 45447 h 74386"/>
                    <a:gd name="connsiteX34" fmla="*/ 45922 w 94100"/>
                    <a:gd name="connsiteY34" fmla="*/ 43190 h 74386"/>
                    <a:gd name="connsiteX35" fmla="*/ 41198 w 94100"/>
                    <a:gd name="connsiteY35" fmla="*/ 44370 h 74386"/>
                    <a:gd name="connsiteX36" fmla="*/ 40191 w 94100"/>
                    <a:gd name="connsiteY36" fmla="*/ 50390 h 74386"/>
                    <a:gd name="connsiteX37" fmla="*/ 39404 w 94100"/>
                    <a:gd name="connsiteY37" fmla="*/ 53434 h 74386"/>
                    <a:gd name="connsiteX38" fmla="*/ 36383 w 94100"/>
                    <a:gd name="connsiteY38" fmla="*/ 50783 h 74386"/>
                    <a:gd name="connsiteX39" fmla="*/ 37807 w 94100"/>
                    <a:gd name="connsiteY39" fmla="*/ 43803 h 74386"/>
                    <a:gd name="connsiteX40" fmla="*/ 39740 w 94100"/>
                    <a:gd name="connsiteY40" fmla="*/ 45146 h 74386"/>
                    <a:gd name="connsiteX41" fmla="*/ 42587 w 94100"/>
                    <a:gd name="connsiteY41" fmla="*/ 43224 h 74386"/>
                    <a:gd name="connsiteX42" fmla="*/ 39786 w 94100"/>
                    <a:gd name="connsiteY42" fmla="*/ 39416 h 74386"/>
                    <a:gd name="connsiteX43" fmla="*/ 37031 w 94100"/>
                    <a:gd name="connsiteY43" fmla="*/ 40909 h 74386"/>
                    <a:gd name="connsiteX44" fmla="*/ 37911 w 94100"/>
                    <a:gd name="connsiteY44" fmla="*/ 42125 h 74386"/>
                    <a:gd name="connsiteX45" fmla="*/ 34288 w 94100"/>
                    <a:gd name="connsiteY45" fmla="*/ 41442 h 74386"/>
                    <a:gd name="connsiteX46" fmla="*/ 31961 w 94100"/>
                    <a:gd name="connsiteY46" fmla="*/ 45424 h 74386"/>
                    <a:gd name="connsiteX47" fmla="*/ 31892 w 94100"/>
                    <a:gd name="connsiteY47" fmla="*/ 45412 h 74386"/>
                    <a:gd name="connsiteX48" fmla="*/ 31348 w 94100"/>
                    <a:gd name="connsiteY48" fmla="*/ 46466 h 74386"/>
                    <a:gd name="connsiteX49" fmla="*/ 30109 w 94100"/>
                    <a:gd name="connsiteY49" fmla="*/ 48584 h 74386"/>
                    <a:gd name="connsiteX50" fmla="*/ 28488 w 94100"/>
                    <a:gd name="connsiteY50" fmla="*/ 43826 h 74386"/>
                    <a:gd name="connsiteX51" fmla="*/ 21485 w 94100"/>
                    <a:gd name="connsiteY51" fmla="*/ 43595 h 74386"/>
                    <a:gd name="connsiteX52" fmla="*/ 19066 w 94100"/>
                    <a:gd name="connsiteY52" fmla="*/ 45655 h 74386"/>
                    <a:gd name="connsiteX53" fmla="*/ 17781 w 94100"/>
                    <a:gd name="connsiteY53" fmla="*/ 52960 h 74386"/>
                    <a:gd name="connsiteX54" fmla="*/ 13729 w 94100"/>
                    <a:gd name="connsiteY54" fmla="*/ 57717 h 74386"/>
                    <a:gd name="connsiteX55" fmla="*/ 14354 w 94100"/>
                    <a:gd name="connsiteY55" fmla="*/ 59581 h 74386"/>
                    <a:gd name="connsiteX56" fmla="*/ 12294 w 94100"/>
                    <a:gd name="connsiteY56" fmla="*/ 58933 h 74386"/>
                    <a:gd name="connsiteX57" fmla="*/ 9978 w 94100"/>
                    <a:gd name="connsiteY57" fmla="*/ 60553 h 74386"/>
                    <a:gd name="connsiteX58" fmla="*/ 8207 w 94100"/>
                    <a:gd name="connsiteY58" fmla="*/ 70671 h 74386"/>
                    <a:gd name="connsiteX59" fmla="*/ 6008 w 94100"/>
                    <a:gd name="connsiteY59" fmla="*/ 63309 h 74386"/>
                    <a:gd name="connsiteX60" fmla="*/ 3970 w 94100"/>
                    <a:gd name="connsiteY60" fmla="*/ 63146 h 74386"/>
                    <a:gd name="connsiteX61" fmla="*/ 4306 w 94100"/>
                    <a:gd name="connsiteY61" fmla="*/ 69988 h 74386"/>
                    <a:gd name="connsiteX62" fmla="*/ 4491 w 94100"/>
                    <a:gd name="connsiteY62" fmla="*/ 73599 h 74386"/>
                    <a:gd name="connsiteX63" fmla="*/ 1818 w 94100"/>
                    <a:gd name="connsiteY63" fmla="*/ 74387 h 74386"/>
                    <a:gd name="connsiteX64" fmla="*/ 1725 w 94100"/>
                    <a:gd name="connsiteY64" fmla="*/ 74097 h 74386"/>
                    <a:gd name="connsiteX65" fmla="*/ 0 w 94100"/>
                    <a:gd name="connsiteY65" fmla="*/ 63922 h 74386"/>
                    <a:gd name="connsiteX66" fmla="*/ 474 w 94100"/>
                    <a:gd name="connsiteY66" fmla="*/ 59917 h 74386"/>
                    <a:gd name="connsiteX67" fmla="*/ 1783 w 94100"/>
                    <a:gd name="connsiteY67" fmla="*/ 53099 h 74386"/>
                    <a:gd name="connsiteX68" fmla="*/ 6934 w 94100"/>
                    <a:gd name="connsiteY68" fmla="*/ 53863 h 74386"/>
                    <a:gd name="connsiteX69" fmla="*/ 6181 w 94100"/>
                    <a:gd name="connsiteY69" fmla="*/ 50355 h 74386"/>
                    <a:gd name="connsiteX70" fmla="*/ 8520 w 94100"/>
                    <a:gd name="connsiteY70" fmla="*/ 50714 h 74386"/>
                    <a:gd name="connsiteX71" fmla="*/ 8902 w 94100"/>
                    <a:gd name="connsiteY71" fmla="*/ 51200 h 74386"/>
                    <a:gd name="connsiteX72" fmla="*/ 8589 w 94100"/>
                    <a:gd name="connsiteY72" fmla="*/ 50726 h 74386"/>
                    <a:gd name="connsiteX73" fmla="*/ 9863 w 94100"/>
                    <a:gd name="connsiteY73" fmla="*/ 50911 h 74386"/>
                    <a:gd name="connsiteX74" fmla="*/ 10638 w 94100"/>
                    <a:gd name="connsiteY74" fmla="*/ 48978 h 74386"/>
                    <a:gd name="connsiteX75" fmla="*/ 11044 w 94100"/>
                    <a:gd name="connsiteY75" fmla="*/ 48839 h 74386"/>
                    <a:gd name="connsiteX76" fmla="*/ 11634 w 94100"/>
                    <a:gd name="connsiteY76" fmla="*/ 46477 h 74386"/>
                    <a:gd name="connsiteX77" fmla="*/ 13775 w 94100"/>
                    <a:gd name="connsiteY77" fmla="*/ 41129 h 74386"/>
                    <a:gd name="connsiteX78" fmla="*/ 14007 w 94100"/>
                    <a:gd name="connsiteY78" fmla="*/ 40932 h 74386"/>
                    <a:gd name="connsiteX79" fmla="*/ 18139 w 94100"/>
                    <a:gd name="connsiteY79" fmla="*/ 38826 h 74386"/>
                    <a:gd name="connsiteX80" fmla="*/ 18348 w 94100"/>
                    <a:gd name="connsiteY80" fmla="*/ 38930 h 74386"/>
                    <a:gd name="connsiteX81" fmla="*/ 24888 w 94100"/>
                    <a:gd name="connsiteY81" fmla="*/ 31741 h 74386"/>
                    <a:gd name="connsiteX82" fmla="*/ 24911 w 94100"/>
                    <a:gd name="connsiteY82" fmla="*/ 31753 h 74386"/>
                    <a:gd name="connsiteX83" fmla="*/ 27238 w 94100"/>
                    <a:gd name="connsiteY83" fmla="*/ 32748 h 74386"/>
                    <a:gd name="connsiteX84" fmla="*/ 30190 w 94100"/>
                    <a:gd name="connsiteY84" fmla="*/ 30804 h 74386"/>
                    <a:gd name="connsiteX85" fmla="*/ 30607 w 94100"/>
                    <a:gd name="connsiteY85" fmla="*/ 28870 h 74386"/>
                    <a:gd name="connsiteX86" fmla="*/ 29032 w 94100"/>
                    <a:gd name="connsiteY86" fmla="*/ 28454 h 74386"/>
                    <a:gd name="connsiteX87" fmla="*/ 28338 w 94100"/>
                    <a:gd name="connsiteY87" fmla="*/ 27504 h 74386"/>
                    <a:gd name="connsiteX88" fmla="*/ 28291 w 94100"/>
                    <a:gd name="connsiteY88" fmla="*/ 25780 h 74386"/>
                    <a:gd name="connsiteX89" fmla="*/ 30445 w 94100"/>
                    <a:gd name="connsiteY89" fmla="*/ 27122 h 74386"/>
                    <a:gd name="connsiteX90" fmla="*/ 33096 w 94100"/>
                    <a:gd name="connsiteY90" fmla="*/ 25189 h 74386"/>
                    <a:gd name="connsiteX91" fmla="*/ 31799 w 94100"/>
                    <a:gd name="connsiteY91" fmla="*/ 21277 h 74386"/>
                    <a:gd name="connsiteX92" fmla="*/ 26694 w 94100"/>
                    <a:gd name="connsiteY92" fmla="*/ 17063 h 74386"/>
                    <a:gd name="connsiteX93" fmla="*/ 26543 w 94100"/>
                    <a:gd name="connsiteY93" fmla="*/ 12560 h 74386"/>
                    <a:gd name="connsiteX94" fmla="*/ 26740 w 94100"/>
                    <a:gd name="connsiteY94" fmla="*/ 10430 h 74386"/>
                    <a:gd name="connsiteX95" fmla="*/ 28222 w 94100"/>
                    <a:gd name="connsiteY95" fmla="*/ 11923 h 74386"/>
                    <a:gd name="connsiteX96" fmla="*/ 28442 w 94100"/>
                    <a:gd name="connsiteY96" fmla="*/ 12930 h 74386"/>
                    <a:gd name="connsiteX97" fmla="*/ 28916 w 94100"/>
                    <a:gd name="connsiteY97" fmla="*/ 12606 h 74386"/>
                    <a:gd name="connsiteX98" fmla="*/ 29437 w 94100"/>
                    <a:gd name="connsiteY98" fmla="*/ 13127 h 74386"/>
                    <a:gd name="connsiteX99" fmla="*/ 33165 w 94100"/>
                    <a:gd name="connsiteY99" fmla="*/ 10546 h 74386"/>
                    <a:gd name="connsiteX100" fmla="*/ 35214 w 94100"/>
                    <a:gd name="connsiteY100" fmla="*/ 10465 h 74386"/>
                    <a:gd name="connsiteX101" fmla="*/ 36198 w 94100"/>
                    <a:gd name="connsiteY101" fmla="*/ 10962 h 74386"/>
                    <a:gd name="connsiteX102" fmla="*/ 36823 w 94100"/>
                    <a:gd name="connsiteY102" fmla="*/ 10384 h 74386"/>
                    <a:gd name="connsiteX103" fmla="*/ 38467 w 94100"/>
                    <a:gd name="connsiteY103" fmla="*/ 10314 h 74386"/>
                    <a:gd name="connsiteX104" fmla="*/ 40747 w 94100"/>
                    <a:gd name="connsiteY104" fmla="*/ 7501 h 74386"/>
                    <a:gd name="connsiteX105" fmla="*/ 40944 w 94100"/>
                    <a:gd name="connsiteY105" fmla="*/ 7524 h 74386"/>
                    <a:gd name="connsiteX106" fmla="*/ 40990 w 94100"/>
                    <a:gd name="connsiteY106" fmla="*/ 7212 h 74386"/>
                    <a:gd name="connsiteX107" fmla="*/ 43733 w 94100"/>
                    <a:gd name="connsiteY107" fmla="*/ 3820 h 74386"/>
                    <a:gd name="connsiteX108" fmla="*/ 48318 w 94100"/>
                    <a:gd name="connsiteY108" fmla="*/ 5800 h 74386"/>
                    <a:gd name="connsiteX109" fmla="*/ 52346 w 94100"/>
                    <a:gd name="connsiteY109" fmla="*/ 5452 h 74386"/>
                    <a:gd name="connsiteX110" fmla="*/ 49603 w 94100"/>
                    <a:gd name="connsiteY110" fmla="*/ 11101 h 74386"/>
                    <a:gd name="connsiteX111" fmla="*/ 45979 w 94100"/>
                    <a:gd name="connsiteY111" fmla="*/ 11680 h 74386"/>
                    <a:gd name="connsiteX112" fmla="*/ 44162 w 94100"/>
                    <a:gd name="connsiteY112" fmla="*/ 14458 h 74386"/>
                    <a:gd name="connsiteX113" fmla="*/ 45158 w 94100"/>
                    <a:gd name="connsiteY113" fmla="*/ 21277 h 74386"/>
                    <a:gd name="connsiteX114" fmla="*/ 43490 w 94100"/>
                    <a:gd name="connsiteY114" fmla="*/ 21693 h 74386"/>
                    <a:gd name="connsiteX115" fmla="*/ 44532 w 94100"/>
                    <a:gd name="connsiteY115" fmla="*/ 20443 h 74386"/>
                    <a:gd name="connsiteX116" fmla="*/ 43155 w 94100"/>
                    <a:gd name="connsiteY116" fmla="*/ 19008 h 74386"/>
                    <a:gd name="connsiteX117" fmla="*/ 39983 w 94100"/>
                    <a:gd name="connsiteY117" fmla="*/ 20177 h 74386"/>
                    <a:gd name="connsiteX118" fmla="*/ 38513 w 94100"/>
                    <a:gd name="connsiteY118" fmla="*/ 21693 h 74386"/>
                    <a:gd name="connsiteX119" fmla="*/ 38826 w 94100"/>
                    <a:gd name="connsiteY119" fmla="*/ 26081 h 74386"/>
                    <a:gd name="connsiteX120" fmla="*/ 35885 w 94100"/>
                    <a:gd name="connsiteY120" fmla="*/ 27921 h 74386"/>
                    <a:gd name="connsiteX121" fmla="*/ 38744 w 94100"/>
                    <a:gd name="connsiteY121" fmla="*/ 30132 h 74386"/>
                    <a:gd name="connsiteX122" fmla="*/ 43606 w 94100"/>
                    <a:gd name="connsiteY122" fmla="*/ 30549 h 74386"/>
                    <a:gd name="connsiteX123" fmla="*/ 44370 w 94100"/>
                    <a:gd name="connsiteY123" fmla="*/ 27065 h 74386"/>
                    <a:gd name="connsiteX124" fmla="*/ 43768 w 94100"/>
                    <a:gd name="connsiteY124" fmla="*/ 27898 h 74386"/>
                    <a:gd name="connsiteX125" fmla="*/ 44440 w 94100"/>
                    <a:gd name="connsiteY125" fmla="*/ 26243 h 74386"/>
                    <a:gd name="connsiteX126" fmla="*/ 44822 w 94100"/>
                    <a:gd name="connsiteY126" fmla="*/ 25317 h 74386"/>
                    <a:gd name="connsiteX127" fmla="*/ 45644 w 94100"/>
                    <a:gd name="connsiteY127" fmla="*/ 27030 h 74386"/>
                    <a:gd name="connsiteX128" fmla="*/ 44602 w 94100"/>
                    <a:gd name="connsiteY128" fmla="*/ 26347 h 74386"/>
                    <a:gd name="connsiteX129" fmla="*/ 44475 w 94100"/>
                    <a:gd name="connsiteY129" fmla="*/ 26891 h 74386"/>
                    <a:gd name="connsiteX130" fmla="*/ 44625 w 94100"/>
                    <a:gd name="connsiteY130" fmla="*/ 26717 h 74386"/>
                    <a:gd name="connsiteX131" fmla="*/ 44810 w 94100"/>
                    <a:gd name="connsiteY131" fmla="*/ 29171 h 74386"/>
                    <a:gd name="connsiteX132" fmla="*/ 47600 w 94100"/>
                    <a:gd name="connsiteY132" fmla="*/ 30549 h 74386"/>
                    <a:gd name="connsiteX133" fmla="*/ 49082 w 94100"/>
                    <a:gd name="connsiteY133" fmla="*/ 28396 h 74386"/>
                    <a:gd name="connsiteX134" fmla="*/ 47322 w 94100"/>
                    <a:gd name="connsiteY134" fmla="*/ 27562 h 74386"/>
                    <a:gd name="connsiteX135" fmla="*/ 52103 w 94100"/>
                    <a:gd name="connsiteY135" fmla="*/ 26775 h 74386"/>
                    <a:gd name="connsiteX136" fmla="*/ 53897 w 94100"/>
                    <a:gd name="connsiteY136" fmla="*/ 23650 h 74386"/>
                    <a:gd name="connsiteX137" fmla="*/ 57277 w 94100"/>
                    <a:gd name="connsiteY137" fmla="*/ 22399 h 74386"/>
                    <a:gd name="connsiteX138" fmla="*/ 62359 w 94100"/>
                    <a:gd name="connsiteY138" fmla="*/ 17422 h 74386"/>
                    <a:gd name="connsiteX139" fmla="*/ 62695 w 94100"/>
                    <a:gd name="connsiteY139" fmla="*/ 17144 h 74386"/>
                    <a:gd name="connsiteX140" fmla="*/ 62730 w 94100"/>
                    <a:gd name="connsiteY140" fmla="*/ 17063 h 74386"/>
                    <a:gd name="connsiteX141" fmla="*/ 65485 w 94100"/>
                    <a:gd name="connsiteY141" fmla="*/ 14354 h 74386"/>
                    <a:gd name="connsiteX142" fmla="*/ 71145 w 94100"/>
                    <a:gd name="connsiteY142" fmla="*/ 13741 h 74386"/>
                    <a:gd name="connsiteX143" fmla="*/ 71273 w 94100"/>
                    <a:gd name="connsiteY143" fmla="*/ 13914 h 74386"/>
                    <a:gd name="connsiteX144" fmla="*/ 74444 w 94100"/>
                    <a:gd name="connsiteY144" fmla="*/ 13382 h 74386"/>
                    <a:gd name="connsiteX145" fmla="*/ 75972 w 94100"/>
                    <a:gd name="connsiteY145" fmla="*/ 13220 h 74386"/>
                    <a:gd name="connsiteX146" fmla="*/ 76239 w 94100"/>
                    <a:gd name="connsiteY146" fmla="*/ 11344 h 74386"/>
                    <a:gd name="connsiteX147" fmla="*/ 76991 w 94100"/>
                    <a:gd name="connsiteY147" fmla="*/ 9701 h 74386"/>
                    <a:gd name="connsiteX148" fmla="*/ 76690 w 94100"/>
                    <a:gd name="connsiteY148" fmla="*/ 8138 h 74386"/>
                    <a:gd name="connsiteX149" fmla="*/ 77118 w 94100"/>
                    <a:gd name="connsiteY149" fmla="*/ 5140 h 74386"/>
                    <a:gd name="connsiteX150" fmla="*/ 84689 w 94100"/>
                    <a:gd name="connsiteY150" fmla="*/ 0 h 74386"/>
                    <a:gd name="connsiteX151" fmla="*/ 86229 w 94100"/>
                    <a:gd name="connsiteY151" fmla="*/ 1019 h 74386"/>
                    <a:gd name="connsiteX152" fmla="*/ 84492 w 94100"/>
                    <a:gd name="connsiteY152" fmla="*/ 6460 h 74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94100" h="74386">
                      <a:moveTo>
                        <a:pt x="84492" y="6460"/>
                      </a:moveTo>
                      <a:lnTo>
                        <a:pt x="86229" y="14713"/>
                      </a:lnTo>
                      <a:lnTo>
                        <a:pt x="89701" y="18649"/>
                      </a:lnTo>
                      <a:lnTo>
                        <a:pt x="94100" y="19945"/>
                      </a:lnTo>
                      <a:lnTo>
                        <a:pt x="91183" y="21415"/>
                      </a:lnTo>
                      <a:lnTo>
                        <a:pt x="88775" y="19517"/>
                      </a:lnTo>
                      <a:lnTo>
                        <a:pt x="84284" y="22029"/>
                      </a:lnTo>
                      <a:lnTo>
                        <a:pt x="83323" y="18070"/>
                      </a:lnTo>
                      <a:lnTo>
                        <a:pt x="80256" y="16970"/>
                      </a:lnTo>
                      <a:lnTo>
                        <a:pt x="71157" y="18464"/>
                      </a:lnTo>
                      <a:lnTo>
                        <a:pt x="67395" y="20744"/>
                      </a:lnTo>
                      <a:lnTo>
                        <a:pt x="56884" y="39208"/>
                      </a:lnTo>
                      <a:lnTo>
                        <a:pt x="55101" y="42345"/>
                      </a:lnTo>
                      <a:lnTo>
                        <a:pt x="55865" y="45702"/>
                      </a:lnTo>
                      <a:lnTo>
                        <a:pt x="55854" y="45910"/>
                      </a:lnTo>
                      <a:lnTo>
                        <a:pt x="55911" y="45922"/>
                      </a:lnTo>
                      <a:lnTo>
                        <a:pt x="56212" y="47264"/>
                      </a:lnTo>
                      <a:lnTo>
                        <a:pt x="59419" y="47160"/>
                      </a:lnTo>
                      <a:lnTo>
                        <a:pt x="58666" y="52497"/>
                      </a:lnTo>
                      <a:lnTo>
                        <a:pt x="53944" y="46327"/>
                      </a:lnTo>
                      <a:lnTo>
                        <a:pt x="54129" y="44822"/>
                      </a:lnTo>
                      <a:lnTo>
                        <a:pt x="56236" y="39208"/>
                      </a:lnTo>
                      <a:lnTo>
                        <a:pt x="57706" y="35260"/>
                      </a:lnTo>
                      <a:lnTo>
                        <a:pt x="53932" y="31996"/>
                      </a:lnTo>
                      <a:lnTo>
                        <a:pt x="51374" y="32563"/>
                      </a:lnTo>
                      <a:lnTo>
                        <a:pt x="49441" y="36198"/>
                      </a:lnTo>
                      <a:lnTo>
                        <a:pt x="52890" y="37888"/>
                      </a:lnTo>
                      <a:lnTo>
                        <a:pt x="52392" y="39208"/>
                      </a:lnTo>
                      <a:lnTo>
                        <a:pt x="51119" y="42576"/>
                      </a:lnTo>
                      <a:lnTo>
                        <a:pt x="51756" y="42900"/>
                      </a:lnTo>
                      <a:lnTo>
                        <a:pt x="51756" y="42947"/>
                      </a:lnTo>
                      <a:lnTo>
                        <a:pt x="51929" y="42981"/>
                      </a:lnTo>
                      <a:lnTo>
                        <a:pt x="53434" y="43757"/>
                      </a:lnTo>
                      <a:lnTo>
                        <a:pt x="49464" y="45447"/>
                      </a:lnTo>
                      <a:lnTo>
                        <a:pt x="45922" y="43190"/>
                      </a:lnTo>
                      <a:lnTo>
                        <a:pt x="41198" y="44370"/>
                      </a:lnTo>
                      <a:lnTo>
                        <a:pt x="40191" y="50390"/>
                      </a:lnTo>
                      <a:lnTo>
                        <a:pt x="39404" y="53434"/>
                      </a:lnTo>
                      <a:lnTo>
                        <a:pt x="36383" y="50783"/>
                      </a:lnTo>
                      <a:lnTo>
                        <a:pt x="37807" y="43803"/>
                      </a:lnTo>
                      <a:lnTo>
                        <a:pt x="39740" y="45146"/>
                      </a:lnTo>
                      <a:lnTo>
                        <a:pt x="42587" y="43224"/>
                      </a:lnTo>
                      <a:lnTo>
                        <a:pt x="39786" y="39416"/>
                      </a:lnTo>
                      <a:lnTo>
                        <a:pt x="37031" y="40909"/>
                      </a:lnTo>
                      <a:lnTo>
                        <a:pt x="37911" y="42125"/>
                      </a:lnTo>
                      <a:lnTo>
                        <a:pt x="34288" y="41442"/>
                      </a:lnTo>
                      <a:lnTo>
                        <a:pt x="31961" y="45424"/>
                      </a:lnTo>
                      <a:lnTo>
                        <a:pt x="31892" y="45412"/>
                      </a:lnTo>
                      <a:lnTo>
                        <a:pt x="31348" y="46466"/>
                      </a:lnTo>
                      <a:lnTo>
                        <a:pt x="30109" y="48584"/>
                      </a:lnTo>
                      <a:lnTo>
                        <a:pt x="28488" y="43826"/>
                      </a:lnTo>
                      <a:lnTo>
                        <a:pt x="21485" y="43595"/>
                      </a:lnTo>
                      <a:lnTo>
                        <a:pt x="19066" y="45655"/>
                      </a:lnTo>
                      <a:lnTo>
                        <a:pt x="17781" y="52960"/>
                      </a:lnTo>
                      <a:lnTo>
                        <a:pt x="13729" y="57717"/>
                      </a:lnTo>
                      <a:lnTo>
                        <a:pt x="14354" y="59581"/>
                      </a:lnTo>
                      <a:lnTo>
                        <a:pt x="12294" y="58933"/>
                      </a:lnTo>
                      <a:lnTo>
                        <a:pt x="9978" y="60553"/>
                      </a:lnTo>
                      <a:lnTo>
                        <a:pt x="8207" y="70671"/>
                      </a:lnTo>
                      <a:lnTo>
                        <a:pt x="6008" y="63309"/>
                      </a:lnTo>
                      <a:lnTo>
                        <a:pt x="3970" y="63146"/>
                      </a:lnTo>
                      <a:lnTo>
                        <a:pt x="4306" y="69988"/>
                      </a:lnTo>
                      <a:lnTo>
                        <a:pt x="4491" y="73599"/>
                      </a:lnTo>
                      <a:lnTo>
                        <a:pt x="1818" y="74387"/>
                      </a:lnTo>
                      <a:lnTo>
                        <a:pt x="1725" y="74097"/>
                      </a:lnTo>
                      <a:lnTo>
                        <a:pt x="0" y="63922"/>
                      </a:lnTo>
                      <a:lnTo>
                        <a:pt x="474" y="59917"/>
                      </a:lnTo>
                      <a:lnTo>
                        <a:pt x="1783" y="53099"/>
                      </a:lnTo>
                      <a:lnTo>
                        <a:pt x="6934" y="53863"/>
                      </a:lnTo>
                      <a:lnTo>
                        <a:pt x="6181" y="50355"/>
                      </a:lnTo>
                      <a:lnTo>
                        <a:pt x="8520" y="50714"/>
                      </a:lnTo>
                      <a:lnTo>
                        <a:pt x="8902" y="51200"/>
                      </a:lnTo>
                      <a:lnTo>
                        <a:pt x="8589" y="50726"/>
                      </a:lnTo>
                      <a:lnTo>
                        <a:pt x="9863" y="50911"/>
                      </a:lnTo>
                      <a:lnTo>
                        <a:pt x="10638" y="48978"/>
                      </a:lnTo>
                      <a:lnTo>
                        <a:pt x="11044" y="48839"/>
                      </a:lnTo>
                      <a:lnTo>
                        <a:pt x="11634" y="46477"/>
                      </a:lnTo>
                      <a:lnTo>
                        <a:pt x="13775" y="41129"/>
                      </a:lnTo>
                      <a:lnTo>
                        <a:pt x="14007" y="40932"/>
                      </a:lnTo>
                      <a:lnTo>
                        <a:pt x="18139" y="38826"/>
                      </a:lnTo>
                      <a:lnTo>
                        <a:pt x="18348" y="38930"/>
                      </a:lnTo>
                      <a:lnTo>
                        <a:pt x="24888" y="31741"/>
                      </a:lnTo>
                      <a:lnTo>
                        <a:pt x="24911" y="31753"/>
                      </a:lnTo>
                      <a:lnTo>
                        <a:pt x="27238" y="32748"/>
                      </a:lnTo>
                      <a:lnTo>
                        <a:pt x="30190" y="30804"/>
                      </a:lnTo>
                      <a:lnTo>
                        <a:pt x="30607" y="28870"/>
                      </a:lnTo>
                      <a:lnTo>
                        <a:pt x="29032" y="28454"/>
                      </a:lnTo>
                      <a:lnTo>
                        <a:pt x="28338" y="27504"/>
                      </a:lnTo>
                      <a:lnTo>
                        <a:pt x="28291" y="25780"/>
                      </a:lnTo>
                      <a:lnTo>
                        <a:pt x="30445" y="27122"/>
                      </a:lnTo>
                      <a:lnTo>
                        <a:pt x="33096" y="25189"/>
                      </a:lnTo>
                      <a:lnTo>
                        <a:pt x="31799" y="21277"/>
                      </a:lnTo>
                      <a:lnTo>
                        <a:pt x="26694" y="17063"/>
                      </a:lnTo>
                      <a:lnTo>
                        <a:pt x="26543" y="12560"/>
                      </a:lnTo>
                      <a:lnTo>
                        <a:pt x="26740" y="10430"/>
                      </a:lnTo>
                      <a:lnTo>
                        <a:pt x="28222" y="11923"/>
                      </a:lnTo>
                      <a:lnTo>
                        <a:pt x="28442" y="12930"/>
                      </a:lnTo>
                      <a:lnTo>
                        <a:pt x="28916" y="12606"/>
                      </a:lnTo>
                      <a:lnTo>
                        <a:pt x="29437" y="13127"/>
                      </a:lnTo>
                      <a:lnTo>
                        <a:pt x="33165" y="10546"/>
                      </a:lnTo>
                      <a:lnTo>
                        <a:pt x="35214" y="10465"/>
                      </a:lnTo>
                      <a:lnTo>
                        <a:pt x="36198" y="10962"/>
                      </a:lnTo>
                      <a:lnTo>
                        <a:pt x="36823" y="10384"/>
                      </a:lnTo>
                      <a:lnTo>
                        <a:pt x="38467" y="10314"/>
                      </a:lnTo>
                      <a:lnTo>
                        <a:pt x="40747" y="7501"/>
                      </a:lnTo>
                      <a:lnTo>
                        <a:pt x="40944" y="7524"/>
                      </a:lnTo>
                      <a:lnTo>
                        <a:pt x="40990" y="7212"/>
                      </a:lnTo>
                      <a:lnTo>
                        <a:pt x="43733" y="3820"/>
                      </a:lnTo>
                      <a:lnTo>
                        <a:pt x="48318" y="5800"/>
                      </a:lnTo>
                      <a:lnTo>
                        <a:pt x="52346" y="5452"/>
                      </a:lnTo>
                      <a:lnTo>
                        <a:pt x="49603" y="11101"/>
                      </a:lnTo>
                      <a:lnTo>
                        <a:pt x="45979" y="11680"/>
                      </a:lnTo>
                      <a:lnTo>
                        <a:pt x="44162" y="14458"/>
                      </a:lnTo>
                      <a:lnTo>
                        <a:pt x="45158" y="21277"/>
                      </a:lnTo>
                      <a:lnTo>
                        <a:pt x="43490" y="21693"/>
                      </a:lnTo>
                      <a:lnTo>
                        <a:pt x="44532" y="20443"/>
                      </a:lnTo>
                      <a:lnTo>
                        <a:pt x="43155" y="19008"/>
                      </a:lnTo>
                      <a:lnTo>
                        <a:pt x="39983" y="20177"/>
                      </a:lnTo>
                      <a:lnTo>
                        <a:pt x="38513" y="21693"/>
                      </a:lnTo>
                      <a:lnTo>
                        <a:pt x="38826" y="26081"/>
                      </a:lnTo>
                      <a:lnTo>
                        <a:pt x="35885" y="27921"/>
                      </a:lnTo>
                      <a:lnTo>
                        <a:pt x="38744" y="30132"/>
                      </a:lnTo>
                      <a:lnTo>
                        <a:pt x="43606" y="30549"/>
                      </a:lnTo>
                      <a:lnTo>
                        <a:pt x="44370" y="27065"/>
                      </a:lnTo>
                      <a:lnTo>
                        <a:pt x="43768" y="27898"/>
                      </a:lnTo>
                      <a:lnTo>
                        <a:pt x="44440" y="26243"/>
                      </a:lnTo>
                      <a:lnTo>
                        <a:pt x="44822" y="25317"/>
                      </a:lnTo>
                      <a:lnTo>
                        <a:pt x="45644" y="27030"/>
                      </a:lnTo>
                      <a:lnTo>
                        <a:pt x="44602" y="26347"/>
                      </a:lnTo>
                      <a:lnTo>
                        <a:pt x="44475" y="26891"/>
                      </a:lnTo>
                      <a:lnTo>
                        <a:pt x="44625" y="26717"/>
                      </a:lnTo>
                      <a:lnTo>
                        <a:pt x="44810" y="29171"/>
                      </a:lnTo>
                      <a:lnTo>
                        <a:pt x="47600" y="30549"/>
                      </a:lnTo>
                      <a:lnTo>
                        <a:pt x="49082" y="28396"/>
                      </a:lnTo>
                      <a:lnTo>
                        <a:pt x="47322" y="27562"/>
                      </a:lnTo>
                      <a:lnTo>
                        <a:pt x="52103" y="26775"/>
                      </a:lnTo>
                      <a:lnTo>
                        <a:pt x="53897" y="23650"/>
                      </a:lnTo>
                      <a:lnTo>
                        <a:pt x="57277" y="22399"/>
                      </a:lnTo>
                      <a:lnTo>
                        <a:pt x="62359" y="17422"/>
                      </a:lnTo>
                      <a:lnTo>
                        <a:pt x="62695" y="17144"/>
                      </a:lnTo>
                      <a:lnTo>
                        <a:pt x="62730" y="17063"/>
                      </a:lnTo>
                      <a:lnTo>
                        <a:pt x="65485" y="14354"/>
                      </a:lnTo>
                      <a:lnTo>
                        <a:pt x="71145" y="13741"/>
                      </a:lnTo>
                      <a:lnTo>
                        <a:pt x="71273" y="13914"/>
                      </a:lnTo>
                      <a:lnTo>
                        <a:pt x="74444" y="13382"/>
                      </a:lnTo>
                      <a:lnTo>
                        <a:pt x="75972" y="13220"/>
                      </a:lnTo>
                      <a:lnTo>
                        <a:pt x="76239" y="11344"/>
                      </a:lnTo>
                      <a:lnTo>
                        <a:pt x="76991" y="9701"/>
                      </a:lnTo>
                      <a:lnTo>
                        <a:pt x="76690" y="8138"/>
                      </a:lnTo>
                      <a:lnTo>
                        <a:pt x="77118" y="5140"/>
                      </a:lnTo>
                      <a:lnTo>
                        <a:pt x="84689" y="0"/>
                      </a:lnTo>
                      <a:lnTo>
                        <a:pt x="86229" y="1019"/>
                      </a:lnTo>
                      <a:lnTo>
                        <a:pt x="84492" y="646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7" name="Freeform: Shape 286">
                  <a:extLst>
                    <a:ext uri="{FF2B5EF4-FFF2-40B4-BE49-F238E27FC236}">
                      <a16:creationId xmlns:a16="http://schemas.microsoft.com/office/drawing/2014/main" id="{A79ACBB0-3E5D-52D3-9D96-B59A144C614E}"/>
                    </a:ext>
                  </a:extLst>
                </p:cNvPr>
                <p:cNvSpPr/>
                <p:nvPr/>
              </p:nvSpPr>
              <p:spPr>
                <a:xfrm>
                  <a:off x="9157558" y="2190786"/>
                  <a:ext cx="69466" cy="77778"/>
                </a:xfrm>
                <a:custGeom>
                  <a:avLst/>
                  <a:gdLst>
                    <a:gd name="connsiteX0" fmla="*/ 35770 w 69466"/>
                    <a:gd name="connsiteY0" fmla="*/ 3137 h 77778"/>
                    <a:gd name="connsiteX1" fmla="*/ 38270 w 69466"/>
                    <a:gd name="connsiteY1" fmla="*/ 6309 h 77778"/>
                    <a:gd name="connsiteX2" fmla="*/ 34554 w 69466"/>
                    <a:gd name="connsiteY2" fmla="*/ 7420 h 77778"/>
                    <a:gd name="connsiteX3" fmla="*/ 32772 w 69466"/>
                    <a:gd name="connsiteY3" fmla="*/ 11437 h 77778"/>
                    <a:gd name="connsiteX4" fmla="*/ 32783 w 69466"/>
                    <a:gd name="connsiteY4" fmla="*/ 9678 h 77778"/>
                    <a:gd name="connsiteX5" fmla="*/ 30641 w 69466"/>
                    <a:gd name="connsiteY5" fmla="*/ 10893 h 77778"/>
                    <a:gd name="connsiteX6" fmla="*/ 33107 w 69466"/>
                    <a:gd name="connsiteY6" fmla="*/ 13046 h 77778"/>
                    <a:gd name="connsiteX7" fmla="*/ 35793 w 69466"/>
                    <a:gd name="connsiteY7" fmla="*/ 12965 h 77778"/>
                    <a:gd name="connsiteX8" fmla="*/ 34647 w 69466"/>
                    <a:gd name="connsiteY8" fmla="*/ 18788 h 77778"/>
                    <a:gd name="connsiteX9" fmla="*/ 28581 w 69466"/>
                    <a:gd name="connsiteY9" fmla="*/ 21728 h 77778"/>
                    <a:gd name="connsiteX10" fmla="*/ 26416 w 69466"/>
                    <a:gd name="connsiteY10" fmla="*/ 19679 h 77778"/>
                    <a:gd name="connsiteX11" fmla="*/ 24425 w 69466"/>
                    <a:gd name="connsiteY11" fmla="*/ 25131 h 77778"/>
                    <a:gd name="connsiteX12" fmla="*/ 26127 w 69466"/>
                    <a:gd name="connsiteY12" fmla="*/ 26219 h 77778"/>
                    <a:gd name="connsiteX13" fmla="*/ 29333 w 69466"/>
                    <a:gd name="connsiteY13" fmla="*/ 24101 h 77778"/>
                    <a:gd name="connsiteX14" fmla="*/ 32482 w 69466"/>
                    <a:gd name="connsiteY14" fmla="*/ 26254 h 77778"/>
                    <a:gd name="connsiteX15" fmla="*/ 32482 w 69466"/>
                    <a:gd name="connsiteY15" fmla="*/ 29241 h 77778"/>
                    <a:gd name="connsiteX16" fmla="*/ 34126 w 69466"/>
                    <a:gd name="connsiteY16" fmla="*/ 30503 h 77778"/>
                    <a:gd name="connsiteX17" fmla="*/ 38710 w 69466"/>
                    <a:gd name="connsiteY17" fmla="*/ 28650 h 77778"/>
                    <a:gd name="connsiteX18" fmla="*/ 39219 w 69466"/>
                    <a:gd name="connsiteY18" fmla="*/ 33246 h 77778"/>
                    <a:gd name="connsiteX19" fmla="*/ 40458 w 69466"/>
                    <a:gd name="connsiteY19" fmla="*/ 33107 h 77778"/>
                    <a:gd name="connsiteX20" fmla="*/ 40643 w 69466"/>
                    <a:gd name="connsiteY20" fmla="*/ 33582 h 77778"/>
                    <a:gd name="connsiteX21" fmla="*/ 41488 w 69466"/>
                    <a:gd name="connsiteY21" fmla="*/ 32991 h 77778"/>
                    <a:gd name="connsiteX22" fmla="*/ 43965 w 69466"/>
                    <a:gd name="connsiteY22" fmla="*/ 32702 h 77778"/>
                    <a:gd name="connsiteX23" fmla="*/ 46558 w 69466"/>
                    <a:gd name="connsiteY23" fmla="*/ 36534 h 77778"/>
                    <a:gd name="connsiteX24" fmla="*/ 49950 w 69466"/>
                    <a:gd name="connsiteY24" fmla="*/ 33084 h 77778"/>
                    <a:gd name="connsiteX25" fmla="*/ 50575 w 69466"/>
                    <a:gd name="connsiteY25" fmla="*/ 34288 h 77778"/>
                    <a:gd name="connsiteX26" fmla="*/ 51166 w 69466"/>
                    <a:gd name="connsiteY26" fmla="*/ 36800 h 77778"/>
                    <a:gd name="connsiteX27" fmla="*/ 51802 w 69466"/>
                    <a:gd name="connsiteY27" fmla="*/ 36684 h 77778"/>
                    <a:gd name="connsiteX28" fmla="*/ 52242 w 69466"/>
                    <a:gd name="connsiteY28" fmla="*/ 37529 h 77778"/>
                    <a:gd name="connsiteX29" fmla="*/ 51906 w 69466"/>
                    <a:gd name="connsiteY29" fmla="*/ 41083 h 77778"/>
                    <a:gd name="connsiteX30" fmla="*/ 54082 w 69466"/>
                    <a:gd name="connsiteY30" fmla="*/ 40886 h 77778"/>
                    <a:gd name="connsiteX31" fmla="*/ 56247 w 69466"/>
                    <a:gd name="connsiteY31" fmla="*/ 43699 h 77778"/>
                    <a:gd name="connsiteX32" fmla="*/ 56641 w 69466"/>
                    <a:gd name="connsiteY32" fmla="*/ 55275 h 77778"/>
                    <a:gd name="connsiteX33" fmla="*/ 57833 w 69466"/>
                    <a:gd name="connsiteY33" fmla="*/ 55761 h 77778"/>
                    <a:gd name="connsiteX34" fmla="*/ 59836 w 69466"/>
                    <a:gd name="connsiteY34" fmla="*/ 52763 h 77778"/>
                    <a:gd name="connsiteX35" fmla="*/ 64397 w 69466"/>
                    <a:gd name="connsiteY35" fmla="*/ 54592 h 77778"/>
                    <a:gd name="connsiteX36" fmla="*/ 66770 w 69466"/>
                    <a:gd name="connsiteY36" fmla="*/ 59639 h 77778"/>
                    <a:gd name="connsiteX37" fmla="*/ 69467 w 69466"/>
                    <a:gd name="connsiteY37" fmla="*/ 66469 h 77778"/>
                    <a:gd name="connsiteX38" fmla="*/ 69351 w 69466"/>
                    <a:gd name="connsiteY38" fmla="*/ 66816 h 77778"/>
                    <a:gd name="connsiteX39" fmla="*/ 62915 w 69466"/>
                    <a:gd name="connsiteY39" fmla="*/ 64096 h 77778"/>
                    <a:gd name="connsiteX40" fmla="*/ 61561 w 69466"/>
                    <a:gd name="connsiteY40" fmla="*/ 67175 h 77778"/>
                    <a:gd name="connsiteX41" fmla="*/ 58852 w 69466"/>
                    <a:gd name="connsiteY41" fmla="*/ 71701 h 77778"/>
                    <a:gd name="connsiteX42" fmla="*/ 58563 w 69466"/>
                    <a:gd name="connsiteY42" fmla="*/ 73958 h 77778"/>
                    <a:gd name="connsiteX43" fmla="*/ 57555 w 69466"/>
                    <a:gd name="connsiteY43" fmla="*/ 76239 h 77778"/>
                    <a:gd name="connsiteX44" fmla="*/ 56432 w 69466"/>
                    <a:gd name="connsiteY44" fmla="*/ 77281 h 77778"/>
                    <a:gd name="connsiteX45" fmla="*/ 55564 w 69466"/>
                    <a:gd name="connsiteY45" fmla="*/ 77778 h 77778"/>
                    <a:gd name="connsiteX46" fmla="*/ 54465 w 69466"/>
                    <a:gd name="connsiteY46" fmla="*/ 73553 h 77778"/>
                    <a:gd name="connsiteX47" fmla="*/ 57752 w 69466"/>
                    <a:gd name="connsiteY47" fmla="*/ 69606 h 77778"/>
                    <a:gd name="connsiteX48" fmla="*/ 57822 w 69466"/>
                    <a:gd name="connsiteY48" fmla="*/ 68622 h 77778"/>
                    <a:gd name="connsiteX49" fmla="*/ 58366 w 69466"/>
                    <a:gd name="connsiteY49" fmla="*/ 61526 h 77778"/>
                    <a:gd name="connsiteX50" fmla="*/ 55229 w 69466"/>
                    <a:gd name="connsiteY50" fmla="*/ 59871 h 77778"/>
                    <a:gd name="connsiteX51" fmla="*/ 53492 w 69466"/>
                    <a:gd name="connsiteY51" fmla="*/ 62116 h 77778"/>
                    <a:gd name="connsiteX52" fmla="*/ 52925 w 69466"/>
                    <a:gd name="connsiteY52" fmla="*/ 57544 h 77778"/>
                    <a:gd name="connsiteX53" fmla="*/ 47276 w 69466"/>
                    <a:gd name="connsiteY53" fmla="*/ 48769 h 77778"/>
                    <a:gd name="connsiteX54" fmla="*/ 43746 w 69466"/>
                    <a:gd name="connsiteY54" fmla="*/ 46570 h 77778"/>
                    <a:gd name="connsiteX55" fmla="*/ 42553 w 69466"/>
                    <a:gd name="connsiteY55" fmla="*/ 43734 h 77778"/>
                    <a:gd name="connsiteX56" fmla="*/ 38305 w 69466"/>
                    <a:gd name="connsiteY56" fmla="*/ 43919 h 77778"/>
                    <a:gd name="connsiteX57" fmla="*/ 32632 w 69466"/>
                    <a:gd name="connsiteY57" fmla="*/ 40944 h 77778"/>
                    <a:gd name="connsiteX58" fmla="*/ 30815 w 69466"/>
                    <a:gd name="connsiteY58" fmla="*/ 42634 h 77778"/>
                    <a:gd name="connsiteX59" fmla="*/ 36383 w 69466"/>
                    <a:gd name="connsiteY59" fmla="*/ 51166 h 77778"/>
                    <a:gd name="connsiteX60" fmla="*/ 27667 w 69466"/>
                    <a:gd name="connsiteY60" fmla="*/ 53724 h 77778"/>
                    <a:gd name="connsiteX61" fmla="*/ 25676 w 69466"/>
                    <a:gd name="connsiteY61" fmla="*/ 58875 h 77778"/>
                    <a:gd name="connsiteX62" fmla="*/ 22596 w 69466"/>
                    <a:gd name="connsiteY62" fmla="*/ 55171 h 77778"/>
                    <a:gd name="connsiteX63" fmla="*/ 22110 w 69466"/>
                    <a:gd name="connsiteY63" fmla="*/ 54349 h 77778"/>
                    <a:gd name="connsiteX64" fmla="*/ 21612 w 69466"/>
                    <a:gd name="connsiteY64" fmla="*/ 53978 h 77778"/>
                    <a:gd name="connsiteX65" fmla="*/ 18267 w 69466"/>
                    <a:gd name="connsiteY65" fmla="*/ 49950 h 77778"/>
                    <a:gd name="connsiteX66" fmla="*/ 13509 w 69466"/>
                    <a:gd name="connsiteY66" fmla="*/ 47936 h 77778"/>
                    <a:gd name="connsiteX67" fmla="*/ 13347 w 69466"/>
                    <a:gd name="connsiteY67" fmla="*/ 47820 h 77778"/>
                    <a:gd name="connsiteX68" fmla="*/ 15489 w 69466"/>
                    <a:gd name="connsiteY68" fmla="*/ 43201 h 77778"/>
                    <a:gd name="connsiteX69" fmla="*/ 15581 w 69466"/>
                    <a:gd name="connsiteY69" fmla="*/ 43051 h 77778"/>
                    <a:gd name="connsiteX70" fmla="*/ 15570 w 69466"/>
                    <a:gd name="connsiteY70" fmla="*/ 43028 h 77778"/>
                    <a:gd name="connsiteX71" fmla="*/ 13880 w 69466"/>
                    <a:gd name="connsiteY71" fmla="*/ 38224 h 77778"/>
                    <a:gd name="connsiteX72" fmla="*/ 14898 w 69466"/>
                    <a:gd name="connsiteY72" fmla="*/ 34461 h 77778"/>
                    <a:gd name="connsiteX73" fmla="*/ 14100 w 69466"/>
                    <a:gd name="connsiteY73" fmla="*/ 32563 h 77778"/>
                    <a:gd name="connsiteX74" fmla="*/ 14123 w 69466"/>
                    <a:gd name="connsiteY74" fmla="*/ 31776 h 77778"/>
                    <a:gd name="connsiteX75" fmla="*/ 13243 w 69466"/>
                    <a:gd name="connsiteY75" fmla="*/ 30537 h 77778"/>
                    <a:gd name="connsiteX76" fmla="*/ 11935 w 69466"/>
                    <a:gd name="connsiteY76" fmla="*/ 27435 h 77778"/>
                    <a:gd name="connsiteX77" fmla="*/ 11067 w 69466"/>
                    <a:gd name="connsiteY77" fmla="*/ 27481 h 77778"/>
                    <a:gd name="connsiteX78" fmla="*/ 10963 w 69466"/>
                    <a:gd name="connsiteY78" fmla="*/ 27342 h 77778"/>
                    <a:gd name="connsiteX79" fmla="*/ 9978 w 69466"/>
                    <a:gd name="connsiteY79" fmla="*/ 27528 h 77778"/>
                    <a:gd name="connsiteX80" fmla="*/ 8335 w 69466"/>
                    <a:gd name="connsiteY80" fmla="*/ 27609 h 77778"/>
                    <a:gd name="connsiteX81" fmla="*/ 6436 w 69466"/>
                    <a:gd name="connsiteY81" fmla="*/ 24576 h 77778"/>
                    <a:gd name="connsiteX82" fmla="*/ 3982 w 69466"/>
                    <a:gd name="connsiteY82" fmla="*/ 23626 h 77778"/>
                    <a:gd name="connsiteX83" fmla="*/ 0 w 69466"/>
                    <a:gd name="connsiteY83" fmla="*/ 17179 h 77778"/>
                    <a:gd name="connsiteX84" fmla="*/ 810 w 69466"/>
                    <a:gd name="connsiteY84" fmla="*/ 15199 h 77778"/>
                    <a:gd name="connsiteX85" fmla="*/ 1389 w 69466"/>
                    <a:gd name="connsiteY85" fmla="*/ 15535 h 77778"/>
                    <a:gd name="connsiteX86" fmla="*/ 4665 w 69466"/>
                    <a:gd name="connsiteY86" fmla="*/ 18116 h 77778"/>
                    <a:gd name="connsiteX87" fmla="*/ 6239 w 69466"/>
                    <a:gd name="connsiteY87" fmla="*/ 18255 h 77778"/>
                    <a:gd name="connsiteX88" fmla="*/ 11101 w 69466"/>
                    <a:gd name="connsiteY88" fmla="*/ 20976 h 77778"/>
                    <a:gd name="connsiteX89" fmla="*/ 11333 w 69466"/>
                    <a:gd name="connsiteY89" fmla="*/ 20675 h 77778"/>
                    <a:gd name="connsiteX90" fmla="*/ 11402 w 69466"/>
                    <a:gd name="connsiteY90" fmla="*/ 20790 h 77778"/>
                    <a:gd name="connsiteX91" fmla="*/ 12224 w 69466"/>
                    <a:gd name="connsiteY91" fmla="*/ 19506 h 77778"/>
                    <a:gd name="connsiteX92" fmla="*/ 13903 w 69466"/>
                    <a:gd name="connsiteY92" fmla="*/ 17329 h 77778"/>
                    <a:gd name="connsiteX93" fmla="*/ 16855 w 69466"/>
                    <a:gd name="connsiteY93" fmla="*/ 17931 h 77778"/>
                    <a:gd name="connsiteX94" fmla="*/ 19239 w 69466"/>
                    <a:gd name="connsiteY94" fmla="*/ 18637 h 77778"/>
                    <a:gd name="connsiteX95" fmla="*/ 19390 w 69466"/>
                    <a:gd name="connsiteY95" fmla="*/ 18440 h 77778"/>
                    <a:gd name="connsiteX96" fmla="*/ 20536 w 69466"/>
                    <a:gd name="connsiteY96" fmla="*/ 18672 h 77778"/>
                    <a:gd name="connsiteX97" fmla="*/ 22504 w 69466"/>
                    <a:gd name="connsiteY97" fmla="*/ 15790 h 77778"/>
                    <a:gd name="connsiteX98" fmla="*/ 27470 w 69466"/>
                    <a:gd name="connsiteY98" fmla="*/ 14030 h 77778"/>
                    <a:gd name="connsiteX99" fmla="*/ 26740 w 69466"/>
                    <a:gd name="connsiteY99" fmla="*/ 8184 h 77778"/>
                    <a:gd name="connsiteX100" fmla="*/ 28755 w 69466"/>
                    <a:gd name="connsiteY100" fmla="*/ 3218 h 77778"/>
                    <a:gd name="connsiteX101" fmla="*/ 31070 w 69466"/>
                    <a:gd name="connsiteY101" fmla="*/ 3380 h 77778"/>
                    <a:gd name="connsiteX102" fmla="*/ 33651 w 69466"/>
                    <a:gd name="connsiteY102" fmla="*/ 347 h 77778"/>
                    <a:gd name="connsiteX103" fmla="*/ 33998 w 69466"/>
                    <a:gd name="connsiteY103" fmla="*/ 23 h 77778"/>
                    <a:gd name="connsiteX104" fmla="*/ 35920 w 69466"/>
                    <a:gd name="connsiteY104" fmla="*/ 0 h 77778"/>
                    <a:gd name="connsiteX105" fmla="*/ 35770 w 69466"/>
                    <a:gd name="connsiteY105" fmla="*/ 3137 h 77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</a:cxnLst>
                  <a:rect l="l" t="t" r="r" b="b"/>
                  <a:pathLst>
                    <a:path w="69466" h="77778">
                      <a:moveTo>
                        <a:pt x="35770" y="3137"/>
                      </a:moveTo>
                      <a:lnTo>
                        <a:pt x="38270" y="6309"/>
                      </a:lnTo>
                      <a:lnTo>
                        <a:pt x="34554" y="7420"/>
                      </a:lnTo>
                      <a:lnTo>
                        <a:pt x="32772" y="11437"/>
                      </a:lnTo>
                      <a:lnTo>
                        <a:pt x="32783" y="9678"/>
                      </a:lnTo>
                      <a:lnTo>
                        <a:pt x="30641" y="10893"/>
                      </a:lnTo>
                      <a:lnTo>
                        <a:pt x="33107" y="13046"/>
                      </a:lnTo>
                      <a:lnTo>
                        <a:pt x="35793" y="12965"/>
                      </a:lnTo>
                      <a:lnTo>
                        <a:pt x="34647" y="18788"/>
                      </a:lnTo>
                      <a:lnTo>
                        <a:pt x="28581" y="21728"/>
                      </a:lnTo>
                      <a:lnTo>
                        <a:pt x="26416" y="19679"/>
                      </a:lnTo>
                      <a:lnTo>
                        <a:pt x="24425" y="25131"/>
                      </a:lnTo>
                      <a:lnTo>
                        <a:pt x="26127" y="26219"/>
                      </a:lnTo>
                      <a:lnTo>
                        <a:pt x="29333" y="24101"/>
                      </a:lnTo>
                      <a:lnTo>
                        <a:pt x="32482" y="26254"/>
                      </a:lnTo>
                      <a:lnTo>
                        <a:pt x="32482" y="29241"/>
                      </a:lnTo>
                      <a:lnTo>
                        <a:pt x="34126" y="30503"/>
                      </a:lnTo>
                      <a:lnTo>
                        <a:pt x="38710" y="28650"/>
                      </a:lnTo>
                      <a:lnTo>
                        <a:pt x="39219" y="33246"/>
                      </a:lnTo>
                      <a:lnTo>
                        <a:pt x="40458" y="33107"/>
                      </a:lnTo>
                      <a:lnTo>
                        <a:pt x="40643" y="33582"/>
                      </a:lnTo>
                      <a:lnTo>
                        <a:pt x="41488" y="32991"/>
                      </a:lnTo>
                      <a:lnTo>
                        <a:pt x="43965" y="32702"/>
                      </a:lnTo>
                      <a:lnTo>
                        <a:pt x="46558" y="36534"/>
                      </a:lnTo>
                      <a:lnTo>
                        <a:pt x="49950" y="33084"/>
                      </a:lnTo>
                      <a:lnTo>
                        <a:pt x="50575" y="34288"/>
                      </a:lnTo>
                      <a:lnTo>
                        <a:pt x="51166" y="36800"/>
                      </a:lnTo>
                      <a:lnTo>
                        <a:pt x="51802" y="36684"/>
                      </a:lnTo>
                      <a:lnTo>
                        <a:pt x="52242" y="37529"/>
                      </a:lnTo>
                      <a:lnTo>
                        <a:pt x="51906" y="41083"/>
                      </a:lnTo>
                      <a:lnTo>
                        <a:pt x="54082" y="40886"/>
                      </a:lnTo>
                      <a:lnTo>
                        <a:pt x="56247" y="43699"/>
                      </a:lnTo>
                      <a:lnTo>
                        <a:pt x="56641" y="55275"/>
                      </a:lnTo>
                      <a:lnTo>
                        <a:pt x="57833" y="55761"/>
                      </a:lnTo>
                      <a:lnTo>
                        <a:pt x="59836" y="52763"/>
                      </a:lnTo>
                      <a:lnTo>
                        <a:pt x="64397" y="54592"/>
                      </a:lnTo>
                      <a:lnTo>
                        <a:pt x="66770" y="59639"/>
                      </a:lnTo>
                      <a:lnTo>
                        <a:pt x="69467" y="66469"/>
                      </a:lnTo>
                      <a:lnTo>
                        <a:pt x="69351" y="66816"/>
                      </a:lnTo>
                      <a:lnTo>
                        <a:pt x="62915" y="64096"/>
                      </a:lnTo>
                      <a:lnTo>
                        <a:pt x="61561" y="67175"/>
                      </a:lnTo>
                      <a:lnTo>
                        <a:pt x="58852" y="71701"/>
                      </a:lnTo>
                      <a:lnTo>
                        <a:pt x="58563" y="73958"/>
                      </a:lnTo>
                      <a:lnTo>
                        <a:pt x="57555" y="76239"/>
                      </a:lnTo>
                      <a:lnTo>
                        <a:pt x="56432" y="77281"/>
                      </a:lnTo>
                      <a:lnTo>
                        <a:pt x="55564" y="77778"/>
                      </a:lnTo>
                      <a:lnTo>
                        <a:pt x="54465" y="73553"/>
                      </a:lnTo>
                      <a:lnTo>
                        <a:pt x="57752" y="69606"/>
                      </a:lnTo>
                      <a:lnTo>
                        <a:pt x="57822" y="68622"/>
                      </a:lnTo>
                      <a:lnTo>
                        <a:pt x="58366" y="61526"/>
                      </a:lnTo>
                      <a:lnTo>
                        <a:pt x="55229" y="59871"/>
                      </a:lnTo>
                      <a:lnTo>
                        <a:pt x="53492" y="62116"/>
                      </a:lnTo>
                      <a:lnTo>
                        <a:pt x="52925" y="57544"/>
                      </a:lnTo>
                      <a:lnTo>
                        <a:pt x="47276" y="48769"/>
                      </a:lnTo>
                      <a:lnTo>
                        <a:pt x="43746" y="46570"/>
                      </a:lnTo>
                      <a:lnTo>
                        <a:pt x="42553" y="43734"/>
                      </a:lnTo>
                      <a:lnTo>
                        <a:pt x="38305" y="43919"/>
                      </a:lnTo>
                      <a:lnTo>
                        <a:pt x="32632" y="40944"/>
                      </a:lnTo>
                      <a:lnTo>
                        <a:pt x="30815" y="42634"/>
                      </a:lnTo>
                      <a:lnTo>
                        <a:pt x="36383" y="51166"/>
                      </a:lnTo>
                      <a:lnTo>
                        <a:pt x="27667" y="53724"/>
                      </a:lnTo>
                      <a:lnTo>
                        <a:pt x="25676" y="58875"/>
                      </a:lnTo>
                      <a:lnTo>
                        <a:pt x="22596" y="55171"/>
                      </a:lnTo>
                      <a:lnTo>
                        <a:pt x="22110" y="54349"/>
                      </a:lnTo>
                      <a:lnTo>
                        <a:pt x="21612" y="53978"/>
                      </a:lnTo>
                      <a:lnTo>
                        <a:pt x="18267" y="49950"/>
                      </a:lnTo>
                      <a:lnTo>
                        <a:pt x="13509" y="47936"/>
                      </a:lnTo>
                      <a:lnTo>
                        <a:pt x="13347" y="47820"/>
                      </a:lnTo>
                      <a:lnTo>
                        <a:pt x="15489" y="43201"/>
                      </a:lnTo>
                      <a:lnTo>
                        <a:pt x="15581" y="43051"/>
                      </a:lnTo>
                      <a:lnTo>
                        <a:pt x="15570" y="43028"/>
                      </a:lnTo>
                      <a:lnTo>
                        <a:pt x="13880" y="38224"/>
                      </a:lnTo>
                      <a:lnTo>
                        <a:pt x="14898" y="34461"/>
                      </a:lnTo>
                      <a:lnTo>
                        <a:pt x="14100" y="32563"/>
                      </a:lnTo>
                      <a:lnTo>
                        <a:pt x="14123" y="31776"/>
                      </a:lnTo>
                      <a:lnTo>
                        <a:pt x="13243" y="30537"/>
                      </a:lnTo>
                      <a:lnTo>
                        <a:pt x="11935" y="27435"/>
                      </a:lnTo>
                      <a:lnTo>
                        <a:pt x="11067" y="27481"/>
                      </a:lnTo>
                      <a:lnTo>
                        <a:pt x="10963" y="27342"/>
                      </a:lnTo>
                      <a:lnTo>
                        <a:pt x="9978" y="27528"/>
                      </a:lnTo>
                      <a:lnTo>
                        <a:pt x="8335" y="27609"/>
                      </a:lnTo>
                      <a:lnTo>
                        <a:pt x="6436" y="24576"/>
                      </a:lnTo>
                      <a:lnTo>
                        <a:pt x="3982" y="23626"/>
                      </a:lnTo>
                      <a:lnTo>
                        <a:pt x="0" y="17179"/>
                      </a:lnTo>
                      <a:lnTo>
                        <a:pt x="810" y="15199"/>
                      </a:lnTo>
                      <a:lnTo>
                        <a:pt x="1389" y="15535"/>
                      </a:lnTo>
                      <a:lnTo>
                        <a:pt x="4665" y="18116"/>
                      </a:lnTo>
                      <a:lnTo>
                        <a:pt x="6239" y="18255"/>
                      </a:lnTo>
                      <a:lnTo>
                        <a:pt x="11101" y="20976"/>
                      </a:lnTo>
                      <a:lnTo>
                        <a:pt x="11333" y="20675"/>
                      </a:lnTo>
                      <a:lnTo>
                        <a:pt x="11402" y="20790"/>
                      </a:lnTo>
                      <a:lnTo>
                        <a:pt x="12224" y="19506"/>
                      </a:lnTo>
                      <a:lnTo>
                        <a:pt x="13903" y="17329"/>
                      </a:lnTo>
                      <a:lnTo>
                        <a:pt x="16855" y="17931"/>
                      </a:lnTo>
                      <a:lnTo>
                        <a:pt x="19239" y="18637"/>
                      </a:lnTo>
                      <a:lnTo>
                        <a:pt x="19390" y="18440"/>
                      </a:lnTo>
                      <a:lnTo>
                        <a:pt x="20536" y="18672"/>
                      </a:lnTo>
                      <a:lnTo>
                        <a:pt x="22504" y="15790"/>
                      </a:lnTo>
                      <a:lnTo>
                        <a:pt x="27470" y="14030"/>
                      </a:lnTo>
                      <a:lnTo>
                        <a:pt x="26740" y="8184"/>
                      </a:lnTo>
                      <a:lnTo>
                        <a:pt x="28755" y="3218"/>
                      </a:lnTo>
                      <a:lnTo>
                        <a:pt x="31070" y="3380"/>
                      </a:lnTo>
                      <a:lnTo>
                        <a:pt x="33651" y="347"/>
                      </a:lnTo>
                      <a:lnTo>
                        <a:pt x="33998" y="23"/>
                      </a:lnTo>
                      <a:lnTo>
                        <a:pt x="35920" y="0"/>
                      </a:lnTo>
                      <a:lnTo>
                        <a:pt x="35770" y="31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8" name="Freeform: Shape 287">
                  <a:extLst>
                    <a:ext uri="{FF2B5EF4-FFF2-40B4-BE49-F238E27FC236}">
                      <a16:creationId xmlns:a16="http://schemas.microsoft.com/office/drawing/2014/main" id="{AFEF783B-16E9-D803-DBB0-46D06404FB2C}"/>
                    </a:ext>
                  </a:extLst>
                </p:cNvPr>
                <p:cNvSpPr/>
                <p:nvPr/>
              </p:nvSpPr>
              <p:spPr>
                <a:xfrm>
                  <a:off x="9141711" y="2284643"/>
                  <a:ext cx="50088" cy="42992"/>
                </a:xfrm>
                <a:custGeom>
                  <a:avLst/>
                  <a:gdLst>
                    <a:gd name="connsiteX0" fmla="*/ 10627 w 50088"/>
                    <a:gd name="connsiteY0" fmla="*/ 2362 h 42992"/>
                    <a:gd name="connsiteX1" fmla="*/ 13497 w 50088"/>
                    <a:gd name="connsiteY1" fmla="*/ 0 h 42992"/>
                    <a:gd name="connsiteX2" fmla="*/ 15361 w 50088"/>
                    <a:gd name="connsiteY2" fmla="*/ 2431 h 42992"/>
                    <a:gd name="connsiteX3" fmla="*/ 18336 w 50088"/>
                    <a:gd name="connsiteY3" fmla="*/ 2859 h 42992"/>
                    <a:gd name="connsiteX4" fmla="*/ 20246 w 50088"/>
                    <a:gd name="connsiteY4" fmla="*/ 1517 h 42992"/>
                    <a:gd name="connsiteX5" fmla="*/ 20617 w 50088"/>
                    <a:gd name="connsiteY5" fmla="*/ 1250 h 42992"/>
                    <a:gd name="connsiteX6" fmla="*/ 20825 w 50088"/>
                    <a:gd name="connsiteY6" fmla="*/ 9376 h 42992"/>
                    <a:gd name="connsiteX7" fmla="*/ 24773 w 50088"/>
                    <a:gd name="connsiteY7" fmla="*/ 12340 h 42992"/>
                    <a:gd name="connsiteX8" fmla="*/ 25942 w 50088"/>
                    <a:gd name="connsiteY8" fmla="*/ 12386 h 42992"/>
                    <a:gd name="connsiteX9" fmla="*/ 26706 w 50088"/>
                    <a:gd name="connsiteY9" fmla="*/ 12884 h 42992"/>
                    <a:gd name="connsiteX10" fmla="*/ 33582 w 50088"/>
                    <a:gd name="connsiteY10" fmla="*/ 12710 h 42992"/>
                    <a:gd name="connsiteX11" fmla="*/ 37656 w 50088"/>
                    <a:gd name="connsiteY11" fmla="*/ 12884 h 42992"/>
                    <a:gd name="connsiteX12" fmla="*/ 41939 w 50088"/>
                    <a:gd name="connsiteY12" fmla="*/ 7872 h 42992"/>
                    <a:gd name="connsiteX13" fmla="*/ 45134 w 50088"/>
                    <a:gd name="connsiteY13" fmla="*/ 7385 h 42992"/>
                    <a:gd name="connsiteX14" fmla="*/ 46790 w 50088"/>
                    <a:gd name="connsiteY14" fmla="*/ 11321 h 42992"/>
                    <a:gd name="connsiteX15" fmla="*/ 50089 w 50088"/>
                    <a:gd name="connsiteY15" fmla="*/ 11935 h 42992"/>
                    <a:gd name="connsiteX16" fmla="*/ 49695 w 50088"/>
                    <a:gd name="connsiteY16" fmla="*/ 15871 h 42992"/>
                    <a:gd name="connsiteX17" fmla="*/ 48214 w 50088"/>
                    <a:gd name="connsiteY17" fmla="*/ 16600 h 42992"/>
                    <a:gd name="connsiteX18" fmla="*/ 46095 w 50088"/>
                    <a:gd name="connsiteY18" fmla="*/ 14574 h 42992"/>
                    <a:gd name="connsiteX19" fmla="*/ 42090 w 50088"/>
                    <a:gd name="connsiteY19" fmla="*/ 21670 h 42992"/>
                    <a:gd name="connsiteX20" fmla="*/ 42391 w 50088"/>
                    <a:gd name="connsiteY20" fmla="*/ 22573 h 42992"/>
                    <a:gd name="connsiteX21" fmla="*/ 46153 w 50088"/>
                    <a:gd name="connsiteY21" fmla="*/ 37043 h 42992"/>
                    <a:gd name="connsiteX22" fmla="*/ 45840 w 50088"/>
                    <a:gd name="connsiteY22" fmla="*/ 38258 h 42992"/>
                    <a:gd name="connsiteX23" fmla="*/ 36244 w 50088"/>
                    <a:gd name="connsiteY23" fmla="*/ 42831 h 42992"/>
                    <a:gd name="connsiteX24" fmla="*/ 23221 w 50088"/>
                    <a:gd name="connsiteY24" fmla="*/ 42993 h 42992"/>
                    <a:gd name="connsiteX25" fmla="*/ 20246 w 50088"/>
                    <a:gd name="connsiteY25" fmla="*/ 40828 h 42992"/>
                    <a:gd name="connsiteX26" fmla="*/ 7362 w 50088"/>
                    <a:gd name="connsiteY26" fmla="*/ 31486 h 42992"/>
                    <a:gd name="connsiteX27" fmla="*/ 5452 w 50088"/>
                    <a:gd name="connsiteY27" fmla="*/ 24552 h 42992"/>
                    <a:gd name="connsiteX28" fmla="*/ 1216 w 50088"/>
                    <a:gd name="connsiteY28" fmla="*/ 21751 h 42992"/>
                    <a:gd name="connsiteX29" fmla="*/ 1354 w 50088"/>
                    <a:gd name="connsiteY29" fmla="*/ 20235 h 42992"/>
                    <a:gd name="connsiteX30" fmla="*/ 1841 w 50088"/>
                    <a:gd name="connsiteY30" fmla="*/ 19158 h 42992"/>
                    <a:gd name="connsiteX31" fmla="*/ 0 w 50088"/>
                    <a:gd name="connsiteY31" fmla="*/ 15419 h 42992"/>
                    <a:gd name="connsiteX32" fmla="*/ 1702 w 50088"/>
                    <a:gd name="connsiteY32" fmla="*/ 13926 h 42992"/>
                    <a:gd name="connsiteX33" fmla="*/ 1945 w 50088"/>
                    <a:gd name="connsiteY33" fmla="*/ 13845 h 42992"/>
                    <a:gd name="connsiteX34" fmla="*/ 2026 w 50088"/>
                    <a:gd name="connsiteY34" fmla="*/ 13636 h 42992"/>
                    <a:gd name="connsiteX35" fmla="*/ 4063 w 50088"/>
                    <a:gd name="connsiteY35" fmla="*/ 11842 h 42992"/>
                    <a:gd name="connsiteX36" fmla="*/ 6066 w 50088"/>
                    <a:gd name="connsiteY36" fmla="*/ 6436 h 42992"/>
                    <a:gd name="connsiteX37" fmla="*/ 10569 w 50088"/>
                    <a:gd name="connsiteY37" fmla="*/ 2801 h 42992"/>
                    <a:gd name="connsiteX38" fmla="*/ 10627 w 50088"/>
                    <a:gd name="connsiteY38" fmla="*/ 2362 h 429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50088" h="42992">
                      <a:moveTo>
                        <a:pt x="10627" y="2362"/>
                      </a:moveTo>
                      <a:lnTo>
                        <a:pt x="13497" y="0"/>
                      </a:lnTo>
                      <a:lnTo>
                        <a:pt x="15361" y="2431"/>
                      </a:lnTo>
                      <a:lnTo>
                        <a:pt x="18336" y="2859"/>
                      </a:lnTo>
                      <a:lnTo>
                        <a:pt x="20246" y="1517"/>
                      </a:lnTo>
                      <a:lnTo>
                        <a:pt x="20617" y="1250"/>
                      </a:lnTo>
                      <a:lnTo>
                        <a:pt x="20825" y="9376"/>
                      </a:lnTo>
                      <a:lnTo>
                        <a:pt x="24773" y="12340"/>
                      </a:lnTo>
                      <a:lnTo>
                        <a:pt x="25942" y="12386"/>
                      </a:lnTo>
                      <a:lnTo>
                        <a:pt x="26706" y="12884"/>
                      </a:lnTo>
                      <a:lnTo>
                        <a:pt x="33582" y="12710"/>
                      </a:lnTo>
                      <a:lnTo>
                        <a:pt x="37656" y="12884"/>
                      </a:lnTo>
                      <a:lnTo>
                        <a:pt x="41939" y="7872"/>
                      </a:lnTo>
                      <a:lnTo>
                        <a:pt x="45134" y="7385"/>
                      </a:lnTo>
                      <a:lnTo>
                        <a:pt x="46790" y="11321"/>
                      </a:lnTo>
                      <a:lnTo>
                        <a:pt x="50089" y="11935"/>
                      </a:lnTo>
                      <a:lnTo>
                        <a:pt x="49695" y="15871"/>
                      </a:lnTo>
                      <a:lnTo>
                        <a:pt x="48214" y="16600"/>
                      </a:lnTo>
                      <a:lnTo>
                        <a:pt x="46095" y="14574"/>
                      </a:lnTo>
                      <a:lnTo>
                        <a:pt x="42090" y="21670"/>
                      </a:lnTo>
                      <a:lnTo>
                        <a:pt x="42391" y="22573"/>
                      </a:lnTo>
                      <a:lnTo>
                        <a:pt x="46153" y="37043"/>
                      </a:lnTo>
                      <a:lnTo>
                        <a:pt x="45840" y="38258"/>
                      </a:lnTo>
                      <a:lnTo>
                        <a:pt x="36244" y="42831"/>
                      </a:lnTo>
                      <a:lnTo>
                        <a:pt x="23221" y="42993"/>
                      </a:lnTo>
                      <a:lnTo>
                        <a:pt x="20246" y="40828"/>
                      </a:lnTo>
                      <a:lnTo>
                        <a:pt x="7362" y="31486"/>
                      </a:lnTo>
                      <a:lnTo>
                        <a:pt x="5452" y="24552"/>
                      </a:lnTo>
                      <a:lnTo>
                        <a:pt x="1216" y="21751"/>
                      </a:lnTo>
                      <a:lnTo>
                        <a:pt x="1354" y="20235"/>
                      </a:lnTo>
                      <a:lnTo>
                        <a:pt x="1841" y="19158"/>
                      </a:lnTo>
                      <a:lnTo>
                        <a:pt x="0" y="15419"/>
                      </a:lnTo>
                      <a:lnTo>
                        <a:pt x="1702" y="13926"/>
                      </a:lnTo>
                      <a:lnTo>
                        <a:pt x="1945" y="13845"/>
                      </a:lnTo>
                      <a:lnTo>
                        <a:pt x="2026" y="13636"/>
                      </a:lnTo>
                      <a:lnTo>
                        <a:pt x="4063" y="11842"/>
                      </a:lnTo>
                      <a:lnTo>
                        <a:pt x="6066" y="6436"/>
                      </a:lnTo>
                      <a:lnTo>
                        <a:pt x="10569" y="2801"/>
                      </a:lnTo>
                      <a:lnTo>
                        <a:pt x="10627" y="23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9" name="Freeform: Shape 288">
                  <a:extLst>
                    <a:ext uri="{FF2B5EF4-FFF2-40B4-BE49-F238E27FC236}">
                      <a16:creationId xmlns:a16="http://schemas.microsoft.com/office/drawing/2014/main" id="{291D68D8-AB3F-FA9B-6A36-5B57432447B5}"/>
                    </a:ext>
                  </a:extLst>
                </p:cNvPr>
                <p:cNvSpPr/>
                <p:nvPr/>
              </p:nvSpPr>
              <p:spPr>
                <a:xfrm>
                  <a:off x="9783975" y="1440746"/>
                  <a:ext cx="53006" cy="41665"/>
                </a:xfrm>
                <a:custGeom>
                  <a:avLst/>
                  <a:gdLst>
                    <a:gd name="connsiteX0" fmla="*/ 25768 w 53006"/>
                    <a:gd name="connsiteY0" fmla="*/ 1077 h 41665"/>
                    <a:gd name="connsiteX1" fmla="*/ 27770 w 53006"/>
                    <a:gd name="connsiteY1" fmla="*/ 2357 h 41665"/>
                    <a:gd name="connsiteX2" fmla="*/ 28615 w 53006"/>
                    <a:gd name="connsiteY2" fmla="*/ 2365 h 41665"/>
                    <a:gd name="connsiteX3" fmla="*/ 29553 w 53006"/>
                    <a:gd name="connsiteY3" fmla="*/ 2785 h 41665"/>
                    <a:gd name="connsiteX4" fmla="*/ 33524 w 53006"/>
                    <a:gd name="connsiteY4" fmla="*/ 2410 h 41665"/>
                    <a:gd name="connsiteX5" fmla="*/ 35990 w 53006"/>
                    <a:gd name="connsiteY5" fmla="*/ 6586 h 41665"/>
                    <a:gd name="connsiteX6" fmla="*/ 35654 w 53006"/>
                    <a:gd name="connsiteY6" fmla="*/ 14920 h 41665"/>
                    <a:gd name="connsiteX7" fmla="*/ 37668 w 53006"/>
                    <a:gd name="connsiteY7" fmla="*/ 17878 h 41665"/>
                    <a:gd name="connsiteX8" fmla="*/ 40365 w 53006"/>
                    <a:gd name="connsiteY8" fmla="*/ 15303 h 41665"/>
                    <a:gd name="connsiteX9" fmla="*/ 39207 w 53006"/>
                    <a:gd name="connsiteY9" fmla="*/ 18548 h 41665"/>
                    <a:gd name="connsiteX10" fmla="*/ 40238 w 53006"/>
                    <a:gd name="connsiteY10" fmla="*/ 19390 h 41665"/>
                    <a:gd name="connsiteX11" fmla="*/ 40365 w 53006"/>
                    <a:gd name="connsiteY11" fmla="*/ 19345 h 41665"/>
                    <a:gd name="connsiteX12" fmla="*/ 40608 w 53006"/>
                    <a:gd name="connsiteY12" fmla="*/ 19526 h 41665"/>
                    <a:gd name="connsiteX13" fmla="*/ 41893 w 53006"/>
                    <a:gd name="connsiteY13" fmla="*/ 18804 h 41665"/>
                    <a:gd name="connsiteX14" fmla="*/ 43352 w 53006"/>
                    <a:gd name="connsiteY14" fmla="*/ 18283 h 41665"/>
                    <a:gd name="connsiteX15" fmla="*/ 43444 w 53006"/>
                    <a:gd name="connsiteY15" fmla="*/ 17925 h 41665"/>
                    <a:gd name="connsiteX16" fmla="*/ 43595 w 53006"/>
                    <a:gd name="connsiteY16" fmla="*/ 17844 h 41665"/>
                    <a:gd name="connsiteX17" fmla="*/ 45215 w 53006"/>
                    <a:gd name="connsiteY17" fmla="*/ 11241 h 41665"/>
                    <a:gd name="connsiteX18" fmla="*/ 46512 w 53006"/>
                    <a:gd name="connsiteY18" fmla="*/ 12164 h 41665"/>
                    <a:gd name="connsiteX19" fmla="*/ 46616 w 53006"/>
                    <a:gd name="connsiteY19" fmla="*/ 12055 h 41665"/>
                    <a:gd name="connsiteX20" fmla="*/ 46627 w 53006"/>
                    <a:gd name="connsiteY20" fmla="*/ 12063 h 41665"/>
                    <a:gd name="connsiteX21" fmla="*/ 46790 w 53006"/>
                    <a:gd name="connsiteY21" fmla="*/ 11857 h 41665"/>
                    <a:gd name="connsiteX22" fmla="*/ 48989 w 53006"/>
                    <a:gd name="connsiteY22" fmla="*/ 9491 h 41665"/>
                    <a:gd name="connsiteX23" fmla="*/ 50367 w 53006"/>
                    <a:gd name="connsiteY23" fmla="*/ 10028 h 41665"/>
                    <a:gd name="connsiteX24" fmla="*/ 49082 w 53006"/>
                    <a:gd name="connsiteY24" fmla="*/ 10729 h 41665"/>
                    <a:gd name="connsiteX25" fmla="*/ 50297 w 53006"/>
                    <a:gd name="connsiteY25" fmla="*/ 15678 h 41665"/>
                    <a:gd name="connsiteX26" fmla="*/ 53006 w 53006"/>
                    <a:gd name="connsiteY26" fmla="*/ 16397 h 41665"/>
                    <a:gd name="connsiteX27" fmla="*/ 51489 w 53006"/>
                    <a:gd name="connsiteY27" fmla="*/ 23189 h 41665"/>
                    <a:gd name="connsiteX28" fmla="*/ 47334 w 53006"/>
                    <a:gd name="connsiteY28" fmla="*/ 26281 h 41665"/>
                    <a:gd name="connsiteX29" fmla="*/ 48584 w 53006"/>
                    <a:gd name="connsiteY29" fmla="*/ 28584 h 41665"/>
                    <a:gd name="connsiteX30" fmla="*/ 45667 w 53006"/>
                    <a:gd name="connsiteY30" fmla="*/ 28550 h 41665"/>
                    <a:gd name="connsiteX31" fmla="*/ 46604 w 53006"/>
                    <a:gd name="connsiteY31" fmla="*/ 32358 h 41665"/>
                    <a:gd name="connsiteX32" fmla="*/ 45238 w 53006"/>
                    <a:gd name="connsiteY32" fmla="*/ 32161 h 41665"/>
                    <a:gd name="connsiteX33" fmla="*/ 45250 w 53006"/>
                    <a:gd name="connsiteY33" fmla="*/ 35646 h 41665"/>
                    <a:gd name="connsiteX34" fmla="*/ 43028 w 53006"/>
                    <a:gd name="connsiteY34" fmla="*/ 37532 h 41665"/>
                    <a:gd name="connsiteX35" fmla="*/ 41152 w 53006"/>
                    <a:gd name="connsiteY35" fmla="*/ 32601 h 41665"/>
                    <a:gd name="connsiteX36" fmla="*/ 40076 w 53006"/>
                    <a:gd name="connsiteY36" fmla="*/ 31930 h 41665"/>
                    <a:gd name="connsiteX37" fmla="*/ 39011 w 53006"/>
                    <a:gd name="connsiteY37" fmla="*/ 33840 h 41665"/>
                    <a:gd name="connsiteX38" fmla="*/ 35804 w 53006"/>
                    <a:gd name="connsiteY38" fmla="*/ 31027 h 41665"/>
                    <a:gd name="connsiteX39" fmla="*/ 34091 w 53006"/>
                    <a:gd name="connsiteY39" fmla="*/ 25945 h 41665"/>
                    <a:gd name="connsiteX40" fmla="*/ 30838 w 53006"/>
                    <a:gd name="connsiteY40" fmla="*/ 26350 h 41665"/>
                    <a:gd name="connsiteX41" fmla="*/ 29646 w 53006"/>
                    <a:gd name="connsiteY41" fmla="*/ 29152 h 41665"/>
                    <a:gd name="connsiteX42" fmla="*/ 25849 w 53006"/>
                    <a:gd name="connsiteY42" fmla="*/ 23051 h 41665"/>
                    <a:gd name="connsiteX43" fmla="*/ 25745 w 53006"/>
                    <a:gd name="connsiteY43" fmla="*/ 23087 h 41665"/>
                    <a:gd name="connsiteX44" fmla="*/ 24182 w 53006"/>
                    <a:gd name="connsiteY44" fmla="*/ 23685 h 41665"/>
                    <a:gd name="connsiteX45" fmla="*/ 23360 w 53006"/>
                    <a:gd name="connsiteY45" fmla="*/ 22969 h 41665"/>
                    <a:gd name="connsiteX46" fmla="*/ 22793 w 53006"/>
                    <a:gd name="connsiteY46" fmla="*/ 24213 h 41665"/>
                    <a:gd name="connsiteX47" fmla="*/ 21045 w 53006"/>
                    <a:gd name="connsiteY47" fmla="*/ 24878 h 41665"/>
                    <a:gd name="connsiteX48" fmla="*/ 17410 w 53006"/>
                    <a:gd name="connsiteY48" fmla="*/ 23880 h 41665"/>
                    <a:gd name="connsiteX49" fmla="*/ 16704 w 53006"/>
                    <a:gd name="connsiteY49" fmla="*/ 23491 h 41665"/>
                    <a:gd name="connsiteX50" fmla="*/ 15095 w 53006"/>
                    <a:gd name="connsiteY50" fmla="*/ 27033 h 41665"/>
                    <a:gd name="connsiteX51" fmla="*/ 15662 w 53006"/>
                    <a:gd name="connsiteY51" fmla="*/ 27334 h 41665"/>
                    <a:gd name="connsiteX52" fmla="*/ 15581 w 53006"/>
                    <a:gd name="connsiteY52" fmla="*/ 27531 h 41665"/>
                    <a:gd name="connsiteX53" fmla="*/ 19401 w 53006"/>
                    <a:gd name="connsiteY53" fmla="*/ 29267 h 41665"/>
                    <a:gd name="connsiteX54" fmla="*/ 21184 w 53006"/>
                    <a:gd name="connsiteY54" fmla="*/ 30205 h 41665"/>
                    <a:gd name="connsiteX55" fmla="*/ 25872 w 53006"/>
                    <a:gd name="connsiteY55" fmla="*/ 37463 h 41665"/>
                    <a:gd name="connsiteX56" fmla="*/ 25351 w 53006"/>
                    <a:gd name="connsiteY56" fmla="*/ 37996 h 41665"/>
                    <a:gd name="connsiteX57" fmla="*/ 24113 w 53006"/>
                    <a:gd name="connsiteY57" fmla="*/ 39188 h 41665"/>
                    <a:gd name="connsiteX58" fmla="*/ 24008 w 53006"/>
                    <a:gd name="connsiteY58" fmla="*/ 38968 h 41665"/>
                    <a:gd name="connsiteX59" fmla="*/ 23788 w 53006"/>
                    <a:gd name="connsiteY59" fmla="*/ 37752 h 41665"/>
                    <a:gd name="connsiteX60" fmla="*/ 21774 w 53006"/>
                    <a:gd name="connsiteY60" fmla="*/ 38482 h 41665"/>
                    <a:gd name="connsiteX61" fmla="*/ 21774 w 53006"/>
                    <a:gd name="connsiteY61" fmla="*/ 38910 h 41665"/>
                    <a:gd name="connsiteX62" fmla="*/ 21450 w 53006"/>
                    <a:gd name="connsiteY62" fmla="*/ 39037 h 41665"/>
                    <a:gd name="connsiteX63" fmla="*/ 21751 w 53006"/>
                    <a:gd name="connsiteY63" fmla="*/ 39998 h 41665"/>
                    <a:gd name="connsiteX64" fmla="*/ 21751 w 53006"/>
                    <a:gd name="connsiteY64" fmla="*/ 40218 h 41665"/>
                    <a:gd name="connsiteX65" fmla="*/ 18996 w 53006"/>
                    <a:gd name="connsiteY65" fmla="*/ 39662 h 41665"/>
                    <a:gd name="connsiteX66" fmla="*/ 18035 w 53006"/>
                    <a:gd name="connsiteY66" fmla="*/ 41665 h 41665"/>
                    <a:gd name="connsiteX67" fmla="*/ 16102 w 53006"/>
                    <a:gd name="connsiteY67" fmla="*/ 41214 h 41665"/>
                    <a:gd name="connsiteX68" fmla="*/ 15928 w 53006"/>
                    <a:gd name="connsiteY68" fmla="*/ 40681 h 41665"/>
                    <a:gd name="connsiteX69" fmla="*/ 15500 w 53006"/>
                    <a:gd name="connsiteY69" fmla="*/ 38354 h 41665"/>
                    <a:gd name="connsiteX70" fmla="*/ 15083 w 53006"/>
                    <a:gd name="connsiteY70" fmla="*/ 38088 h 41665"/>
                    <a:gd name="connsiteX71" fmla="*/ 14840 w 53006"/>
                    <a:gd name="connsiteY71" fmla="*/ 37336 h 41665"/>
                    <a:gd name="connsiteX72" fmla="*/ 12305 w 53006"/>
                    <a:gd name="connsiteY72" fmla="*/ 36282 h 41665"/>
                    <a:gd name="connsiteX73" fmla="*/ 11726 w 53006"/>
                    <a:gd name="connsiteY73" fmla="*/ 35923 h 41665"/>
                    <a:gd name="connsiteX74" fmla="*/ 11344 w 53006"/>
                    <a:gd name="connsiteY74" fmla="*/ 34905 h 41665"/>
                    <a:gd name="connsiteX75" fmla="*/ 10071 w 53006"/>
                    <a:gd name="connsiteY75" fmla="*/ 28943 h 41665"/>
                    <a:gd name="connsiteX76" fmla="*/ 5869 w 53006"/>
                    <a:gd name="connsiteY76" fmla="*/ 20528 h 41665"/>
                    <a:gd name="connsiteX77" fmla="*/ 5834 w 53006"/>
                    <a:gd name="connsiteY77" fmla="*/ 20437 h 41665"/>
                    <a:gd name="connsiteX78" fmla="*/ 5823 w 53006"/>
                    <a:gd name="connsiteY78" fmla="*/ 20425 h 41665"/>
                    <a:gd name="connsiteX79" fmla="*/ 5788 w 53006"/>
                    <a:gd name="connsiteY79" fmla="*/ 20359 h 41665"/>
                    <a:gd name="connsiteX80" fmla="*/ 2906 w 53006"/>
                    <a:gd name="connsiteY80" fmla="*/ 18237 h 41665"/>
                    <a:gd name="connsiteX81" fmla="*/ 2593 w 53006"/>
                    <a:gd name="connsiteY81" fmla="*/ 13966 h 41665"/>
                    <a:gd name="connsiteX82" fmla="*/ 0 w 53006"/>
                    <a:gd name="connsiteY82" fmla="*/ 13543 h 41665"/>
                    <a:gd name="connsiteX83" fmla="*/ 12 w 53006"/>
                    <a:gd name="connsiteY83" fmla="*/ 12260 h 41665"/>
                    <a:gd name="connsiteX84" fmla="*/ 185 w 53006"/>
                    <a:gd name="connsiteY84" fmla="*/ 7423 h 41665"/>
                    <a:gd name="connsiteX85" fmla="*/ 2848 w 53006"/>
                    <a:gd name="connsiteY85" fmla="*/ 4965 h 41665"/>
                    <a:gd name="connsiteX86" fmla="*/ 3218 w 53006"/>
                    <a:gd name="connsiteY86" fmla="*/ 1413 h 41665"/>
                    <a:gd name="connsiteX87" fmla="*/ 8254 w 53006"/>
                    <a:gd name="connsiteY87" fmla="*/ 3747 h 41665"/>
                    <a:gd name="connsiteX88" fmla="*/ 10974 w 53006"/>
                    <a:gd name="connsiteY88" fmla="*/ 1887 h 41665"/>
                    <a:gd name="connsiteX89" fmla="*/ 10476 w 53006"/>
                    <a:gd name="connsiteY89" fmla="*/ 4997 h 41665"/>
                    <a:gd name="connsiteX90" fmla="*/ 12201 w 53006"/>
                    <a:gd name="connsiteY90" fmla="*/ 5996 h 41665"/>
                    <a:gd name="connsiteX91" fmla="*/ 14504 w 53006"/>
                    <a:gd name="connsiteY91" fmla="*/ 7336 h 41665"/>
                    <a:gd name="connsiteX92" fmla="*/ 17873 w 53006"/>
                    <a:gd name="connsiteY92" fmla="*/ 5993 h 41665"/>
                    <a:gd name="connsiteX93" fmla="*/ 18058 w 53006"/>
                    <a:gd name="connsiteY93" fmla="*/ 5654 h 41665"/>
                    <a:gd name="connsiteX94" fmla="*/ 22457 w 53006"/>
                    <a:gd name="connsiteY94" fmla="*/ 507 h 41665"/>
                    <a:gd name="connsiteX95" fmla="*/ 23383 w 53006"/>
                    <a:gd name="connsiteY95" fmla="*/ 0 h 41665"/>
                    <a:gd name="connsiteX96" fmla="*/ 25768 w 53006"/>
                    <a:gd name="connsiteY96" fmla="*/ 1077 h 41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</a:cxnLst>
                  <a:rect l="l" t="t" r="r" b="b"/>
                  <a:pathLst>
                    <a:path w="53006" h="41665">
                      <a:moveTo>
                        <a:pt x="25768" y="1077"/>
                      </a:moveTo>
                      <a:lnTo>
                        <a:pt x="27770" y="2357"/>
                      </a:lnTo>
                      <a:lnTo>
                        <a:pt x="28615" y="2365"/>
                      </a:lnTo>
                      <a:lnTo>
                        <a:pt x="29553" y="2785"/>
                      </a:lnTo>
                      <a:lnTo>
                        <a:pt x="33524" y="2410"/>
                      </a:lnTo>
                      <a:lnTo>
                        <a:pt x="35990" y="6586"/>
                      </a:lnTo>
                      <a:lnTo>
                        <a:pt x="35654" y="14920"/>
                      </a:lnTo>
                      <a:lnTo>
                        <a:pt x="37668" y="17878"/>
                      </a:lnTo>
                      <a:lnTo>
                        <a:pt x="40365" y="15303"/>
                      </a:lnTo>
                      <a:lnTo>
                        <a:pt x="39207" y="18548"/>
                      </a:lnTo>
                      <a:lnTo>
                        <a:pt x="40238" y="19390"/>
                      </a:lnTo>
                      <a:lnTo>
                        <a:pt x="40365" y="19345"/>
                      </a:lnTo>
                      <a:lnTo>
                        <a:pt x="40608" y="19526"/>
                      </a:lnTo>
                      <a:lnTo>
                        <a:pt x="41893" y="18804"/>
                      </a:lnTo>
                      <a:lnTo>
                        <a:pt x="43352" y="18283"/>
                      </a:lnTo>
                      <a:lnTo>
                        <a:pt x="43444" y="17925"/>
                      </a:lnTo>
                      <a:lnTo>
                        <a:pt x="43595" y="17844"/>
                      </a:lnTo>
                      <a:lnTo>
                        <a:pt x="45215" y="11241"/>
                      </a:lnTo>
                      <a:lnTo>
                        <a:pt x="46512" y="12164"/>
                      </a:lnTo>
                      <a:lnTo>
                        <a:pt x="46616" y="12055"/>
                      </a:lnTo>
                      <a:lnTo>
                        <a:pt x="46627" y="12063"/>
                      </a:lnTo>
                      <a:lnTo>
                        <a:pt x="46790" y="11857"/>
                      </a:lnTo>
                      <a:lnTo>
                        <a:pt x="48989" y="9491"/>
                      </a:lnTo>
                      <a:lnTo>
                        <a:pt x="50367" y="10028"/>
                      </a:lnTo>
                      <a:lnTo>
                        <a:pt x="49082" y="10729"/>
                      </a:lnTo>
                      <a:lnTo>
                        <a:pt x="50297" y="15678"/>
                      </a:lnTo>
                      <a:lnTo>
                        <a:pt x="53006" y="16397"/>
                      </a:lnTo>
                      <a:lnTo>
                        <a:pt x="51489" y="23189"/>
                      </a:lnTo>
                      <a:lnTo>
                        <a:pt x="47334" y="26281"/>
                      </a:lnTo>
                      <a:lnTo>
                        <a:pt x="48584" y="28584"/>
                      </a:lnTo>
                      <a:lnTo>
                        <a:pt x="45667" y="28550"/>
                      </a:lnTo>
                      <a:lnTo>
                        <a:pt x="46604" y="32358"/>
                      </a:lnTo>
                      <a:lnTo>
                        <a:pt x="45238" y="32161"/>
                      </a:lnTo>
                      <a:lnTo>
                        <a:pt x="45250" y="35646"/>
                      </a:lnTo>
                      <a:lnTo>
                        <a:pt x="43028" y="37532"/>
                      </a:lnTo>
                      <a:lnTo>
                        <a:pt x="41152" y="32601"/>
                      </a:lnTo>
                      <a:lnTo>
                        <a:pt x="40076" y="31930"/>
                      </a:lnTo>
                      <a:lnTo>
                        <a:pt x="39011" y="33840"/>
                      </a:lnTo>
                      <a:lnTo>
                        <a:pt x="35804" y="31027"/>
                      </a:lnTo>
                      <a:lnTo>
                        <a:pt x="34091" y="25945"/>
                      </a:lnTo>
                      <a:lnTo>
                        <a:pt x="30838" y="26350"/>
                      </a:lnTo>
                      <a:lnTo>
                        <a:pt x="29646" y="29152"/>
                      </a:lnTo>
                      <a:lnTo>
                        <a:pt x="25849" y="23051"/>
                      </a:lnTo>
                      <a:lnTo>
                        <a:pt x="25745" y="23087"/>
                      </a:lnTo>
                      <a:lnTo>
                        <a:pt x="24182" y="23685"/>
                      </a:lnTo>
                      <a:lnTo>
                        <a:pt x="23360" y="22969"/>
                      </a:lnTo>
                      <a:lnTo>
                        <a:pt x="22793" y="24213"/>
                      </a:lnTo>
                      <a:lnTo>
                        <a:pt x="21045" y="24878"/>
                      </a:lnTo>
                      <a:lnTo>
                        <a:pt x="17410" y="23880"/>
                      </a:lnTo>
                      <a:lnTo>
                        <a:pt x="16704" y="23491"/>
                      </a:lnTo>
                      <a:lnTo>
                        <a:pt x="15095" y="27033"/>
                      </a:lnTo>
                      <a:lnTo>
                        <a:pt x="15662" y="27334"/>
                      </a:lnTo>
                      <a:lnTo>
                        <a:pt x="15581" y="27531"/>
                      </a:lnTo>
                      <a:lnTo>
                        <a:pt x="19401" y="29267"/>
                      </a:lnTo>
                      <a:lnTo>
                        <a:pt x="21184" y="30205"/>
                      </a:lnTo>
                      <a:lnTo>
                        <a:pt x="25872" y="37463"/>
                      </a:lnTo>
                      <a:lnTo>
                        <a:pt x="25351" y="37996"/>
                      </a:lnTo>
                      <a:lnTo>
                        <a:pt x="24113" y="39188"/>
                      </a:lnTo>
                      <a:lnTo>
                        <a:pt x="24008" y="38968"/>
                      </a:lnTo>
                      <a:lnTo>
                        <a:pt x="23788" y="37752"/>
                      </a:lnTo>
                      <a:lnTo>
                        <a:pt x="21774" y="38482"/>
                      </a:lnTo>
                      <a:lnTo>
                        <a:pt x="21774" y="38910"/>
                      </a:lnTo>
                      <a:lnTo>
                        <a:pt x="21450" y="39037"/>
                      </a:lnTo>
                      <a:lnTo>
                        <a:pt x="21751" y="39998"/>
                      </a:lnTo>
                      <a:lnTo>
                        <a:pt x="21751" y="40218"/>
                      </a:lnTo>
                      <a:lnTo>
                        <a:pt x="18996" y="39662"/>
                      </a:lnTo>
                      <a:lnTo>
                        <a:pt x="18035" y="41665"/>
                      </a:lnTo>
                      <a:lnTo>
                        <a:pt x="16102" y="41214"/>
                      </a:lnTo>
                      <a:lnTo>
                        <a:pt x="15928" y="40681"/>
                      </a:lnTo>
                      <a:lnTo>
                        <a:pt x="15500" y="38354"/>
                      </a:lnTo>
                      <a:lnTo>
                        <a:pt x="15083" y="38088"/>
                      </a:lnTo>
                      <a:lnTo>
                        <a:pt x="14840" y="37336"/>
                      </a:lnTo>
                      <a:lnTo>
                        <a:pt x="12305" y="36282"/>
                      </a:lnTo>
                      <a:lnTo>
                        <a:pt x="11726" y="35923"/>
                      </a:lnTo>
                      <a:lnTo>
                        <a:pt x="11344" y="34905"/>
                      </a:lnTo>
                      <a:lnTo>
                        <a:pt x="10071" y="28943"/>
                      </a:lnTo>
                      <a:lnTo>
                        <a:pt x="5869" y="20528"/>
                      </a:lnTo>
                      <a:lnTo>
                        <a:pt x="5834" y="20437"/>
                      </a:lnTo>
                      <a:lnTo>
                        <a:pt x="5823" y="20425"/>
                      </a:lnTo>
                      <a:lnTo>
                        <a:pt x="5788" y="20359"/>
                      </a:lnTo>
                      <a:lnTo>
                        <a:pt x="2906" y="18237"/>
                      </a:lnTo>
                      <a:lnTo>
                        <a:pt x="2593" y="13966"/>
                      </a:lnTo>
                      <a:lnTo>
                        <a:pt x="0" y="13543"/>
                      </a:lnTo>
                      <a:lnTo>
                        <a:pt x="12" y="12260"/>
                      </a:lnTo>
                      <a:lnTo>
                        <a:pt x="185" y="7423"/>
                      </a:lnTo>
                      <a:lnTo>
                        <a:pt x="2848" y="4965"/>
                      </a:lnTo>
                      <a:lnTo>
                        <a:pt x="3218" y="1413"/>
                      </a:lnTo>
                      <a:lnTo>
                        <a:pt x="8254" y="3747"/>
                      </a:lnTo>
                      <a:lnTo>
                        <a:pt x="10974" y="1887"/>
                      </a:lnTo>
                      <a:lnTo>
                        <a:pt x="10476" y="4997"/>
                      </a:lnTo>
                      <a:lnTo>
                        <a:pt x="12201" y="5996"/>
                      </a:lnTo>
                      <a:lnTo>
                        <a:pt x="14504" y="7336"/>
                      </a:lnTo>
                      <a:lnTo>
                        <a:pt x="17873" y="5993"/>
                      </a:lnTo>
                      <a:lnTo>
                        <a:pt x="18058" y="5654"/>
                      </a:lnTo>
                      <a:lnTo>
                        <a:pt x="22457" y="507"/>
                      </a:lnTo>
                      <a:lnTo>
                        <a:pt x="23383" y="0"/>
                      </a:lnTo>
                      <a:lnTo>
                        <a:pt x="25768" y="107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90" name="Freeform: Shape 289">
                  <a:extLst>
                    <a:ext uri="{FF2B5EF4-FFF2-40B4-BE49-F238E27FC236}">
                      <a16:creationId xmlns:a16="http://schemas.microsoft.com/office/drawing/2014/main" id="{FE69E8BE-B3D1-F858-E628-1A36F1624AF0}"/>
                    </a:ext>
                  </a:extLst>
                </p:cNvPr>
                <p:cNvSpPr/>
                <p:nvPr/>
              </p:nvSpPr>
              <p:spPr>
                <a:xfrm>
                  <a:off x="8070954" y="4050358"/>
                  <a:ext cx="50922" cy="59974"/>
                </a:xfrm>
                <a:custGeom>
                  <a:avLst/>
                  <a:gdLst>
                    <a:gd name="connsiteX0" fmla="*/ 48815 w 50922"/>
                    <a:gd name="connsiteY0" fmla="*/ 6228 h 59974"/>
                    <a:gd name="connsiteX1" fmla="*/ 50922 w 50922"/>
                    <a:gd name="connsiteY1" fmla="*/ 7305 h 59974"/>
                    <a:gd name="connsiteX2" fmla="*/ 39775 w 50922"/>
                    <a:gd name="connsiteY2" fmla="*/ 24738 h 59974"/>
                    <a:gd name="connsiteX3" fmla="*/ 38143 w 50922"/>
                    <a:gd name="connsiteY3" fmla="*/ 31521 h 59974"/>
                    <a:gd name="connsiteX4" fmla="*/ 34774 w 50922"/>
                    <a:gd name="connsiteY4" fmla="*/ 34137 h 59974"/>
                    <a:gd name="connsiteX5" fmla="*/ 33964 w 50922"/>
                    <a:gd name="connsiteY5" fmla="*/ 34658 h 59974"/>
                    <a:gd name="connsiteX6" fmla="*/ 30792 w 50922"/>
                    <a:gd name="connsiteY6" fmla="*/ 36730 h 59974"/>
                    <a:gd name="connsiteX7" fmla="*/ 32378 w 50922"/>
                    <a:gd name="connsiteY7" fmla="*/ 37680 h 59974"/>
                    <a:gd name="connsiteX8" fmla="*/ 32945 w 50922"/>
                    <a:gd name="connsiteY8" fmla="*/ 38467 h 59974"/>
                    <a:gd name="connsiteX9" fmla="*/ 32355 w 50922"/>
                    <a:gd name="connsiteY9" fmla="*/ 39207 h 59974"/>
                    <a:gd name="connsiteX10" fmla="*/ 31822 w 50922"/>
                    <a:gd name="connsiteY10" fmla="*/ 39520 h 59974"/>
                    <a:gd name="connsiteX11" fmla="*/ 27921 w 50922"/>
                    <a:gd name="connsiteY11" fmla="*/ 40990 h 59974"/>
                    <a:gd name="connsiteX12" fmla="*/ 28338 w 50922"/>
                    <a:gd name="connsiteY12" fmla="*/ 41546 h 59974"/>
                    <a:gd name="connsiteX13" fmla="*/ 28222 w 50922"/>
                    <a:gd name="connsiteY13" fmla="*/ 41615 h 59974"/>
                    <a:gd name="connsiteX14" fmla="*/ 32204 w 50922"/>
                    <a:gd name="connsiteY14" fmla="*/ 47021 h 59974"/>
                    <a:gd name="connsiteX15" fmla="*/ 30074 w 50922"/>
                    <a:gd name="connsiteY15" fmla="*/ 49823 h 59974"/>
                    <a:gd name="connsiteX16" fmla="*/ 31301 w 50922"/>
                    <a:gd name="connsiteY16" fmla="*/ 50795 h 59974"/>
                    <a:gd name="connsiteX17" fmla="*/ 30491 w 50922"/>
                    <a:gd name="connsiteY17" fmla="*/ 52936 h 59974"/>
                    <a:gd name="connsiteX18" fmla="*/ 30039 w 50922"/>
                    <a:gd name="connsiteY18" fmla="*/ 53377 h 59974"/>
                    <a:gd name="connsiteX19" fmla="*/ 26960 w 50922"/>
                    <a:gd name="connsiteY19" fmla="*/ 54927 h 59974"/>
                    <a:gd name="connsiteX20" fmla="*/ 27840 w 50922"/>
                    <a:gd name="connsiteY20" fmla="*/ 55495 h 59974"/>
                    <a:gd name="connsiteX21" fmla="*/ 24159 w 50922"/>
                    <a:gd name="connsiteY21" fmla="*/ 59060 h 59974"/>
                    <a:gd name="connsiteX22" fmla="*/ 23696 w 50922"/>
                    <a:gd name="connsiteY22" fmla="*/ 59477 h 59974"/>
                    <a:gd name="connsiteX23" fmla="*/ 21647 w 50922"/>
                    <a:gd name="connsiteY23" fmla="*/ 59975 h 59974"/>
                    <a:gd name="connsiteX24" fmla="*/ 20096 w 50922"/>
                    <a:gd name="connsiteY24" fmla="*/ 59870 h 59974"/>
                    <a:gd name="connsiteX25" fmla="*/ 18915 w 50922"/>
                    <a:gd name="connsiteY25" fmla="*/ 52613 h 59974"/>
                    <a:gd name="connsiteX26" fmla="*/ 15847 w 50922"/>
                    <a:gd name="connsiteY26" fmla="*/ 55148 h 59974"/>
                    <a:gd name="connsiteX27" fmla="*/ 16391 w 50922"/>
                    <a:gd name="connsiteY27" fmla="*/ 56514 h 59974"/>
                    <a:gd name="connsiteX28" fmla="*/ 12618 w 50922"/>
                    <a:gd name="connsiteY28" fmla="*/ 57474 h 59974"/>
                    <a:gd name="connsiteX29" fmla="*/ 11610 w 50922"/>
                    <a:gd name="connsiteY29" fmla="*/ 55865 h 59974"/>
                    <a:gd name="connsiteX30" fmla="*/ 9492 w 50922"/>
                    <a:gd name="connsiteY30" fmla="*/ 56108 h 59974"/>
                    <a:gd name="connsiteX31" fmla="*/ 8497 w 50922"/>
                    <a:gd name="connsiteY31" fmla="*/ 54777 h 59974"/>
                    <a:gd name="connsiteX32" fmla="*/ 12618 w 50922"/>
                    <a:gd name="connsiteY32" fmla="*/ 51096 h 59974"/>
                    <a:gd name="connsiteX33" fmla="*/ 10997 w 50922"/>
                    <a:gd name="connsiteY33" fmla="*/ 49626 h 59974"/>
                    <a:gd name="connsiteX34" fmla="*/ 4781 w 50922"/>
                    <a:gd name="connsiteY34" fmla="*/ 54013 h 59974"/>
                    <a:gd name="connsiteX35" fmla="*/ 4445 w 50922"/>
                    <a:gd name="connsiteY35" fmla="*/ 54210 h 59974"/>
                    <a:gd name="connsiteX36" fmla="*/ 0 w 50922"/>
                    <a:gd name="connsiteY36" fmla="*/ 54546 h 59974"/>
                    <a:gd name="connsiteX37" fmla="*/ 93 w 50922"/>
                    <a:gd name="connsiteY37" fmla="*/ 52601 h 59974"/>
                    <a:gd name="connsiteX38" fmla="*/ 3924 w 50922"/>
                    <a:gd name="connsiteY38" fmla="*/ 51883 h 59974"/>
                    <a:gd name="connsiteX39" fmla="*/ 3681 w 50922"/>
                    <a:gd name="connsiteY39" fmla="*/ 49464 h 59974"/>
                    <a:gd name="connsiteX40" fmla="*/ 8242 w 50922"/>
                    <a:gd name="connsiteY40" fmla="*/ 47392 h 59974"/>
                    <a:gd name="connsiteX41" fmla="*/ 7513 w 50922"/>
                    <a:gd name="connsiteY41" fmla="*/ 44845 h 59974"/>
                    <a:gd name="connsiteX42" fmla="*/ 10858 w 50922"/>
                    <a:gd name="connsiteY42" fmla="*/ 43792 h 59974"/>
                    <a:gd name="connsiteX43" fmla="*/ 6540 w 50922"/>
                    <a:gd name="connsiteY43" fmla="*/ 42437 h 59974"/>
                    <a:gd name="connsiteX44" fmla="*/ 6529 w 50922"/>
                    <a:gd name="connsiteY44" fmla="*/ 42379 h 59974"/>
                    <a:gd name="connsiteX45" fmla="*/ 11888 w 50922"/>
                    <a:gd name="connsiteY45" fmla="*/ 39080 h 59974"/>
                    <a:gd name="connsiteX46" fmla="*/ 8485 w 50922"/>
                    <a:gd name="connsiteY46" fmla="*/ 37668 h 59974"/>
                    <a:gd name="connsiteX47" fmla="*/ 9446 w 50922"/>
                    <a:gd name="connsiteY47" fmla="*/ 37390 h 59974"/>
                    <a:gd name="connsiteX48" fmla="*/ 10569 w 50922"/>
                    <a:gd name="connsiteY48" fmla="*/ 37402 h 59974"/>
                    <a:gd name="connsiteX49" fmla="*/ 10904 w 50922"/>
                    <a:gd name="connsiteY49" fmla="*/ 35064 h 59974"/>
                    <a:gd name="connsiteX50" fmla="*/ 13636 w 50922"/>
                    <a:gd name="connsiteY50" fmla="*/ 33744 h 59974"/>
                    <a:gd name="connsiteX51" fmla="*/ 10106 w 50922"/>
                    <a:gd name="connsiteY51" fmla="*/ 32042 h 59974"/>
                    <a:gd name="connsiteX52" fmla="*/ 11055 w 50922"/>
                    <a:gd name="connsiteY52" fmla="*/ 30989 h 59974"/>
                    <a:gd name="connsiteX53" fmla="*/ 11703 w 50922"/>
                    <a:gd name="connsiteY53" fmla="*/ 30560 h 59974"/>
                    <a:gd name="connsiteX54" fmla="*/ 12432 w 50922"/>
                    <a:gd name="connsiteY54" fmla="*/ 26868 h 59974"/>
                    <a:gd name="connsiteX55" fmla="*/ 16773 w 50922"/>
                    <a:gd name="connsiteY55" fmla="*/ 22619 h 59974"/>
                    <a:gd name="connsiteX56" fmla="*/ 16681 w 50922"/>
                    <a:gd name="connsiteY56" fmla="*/ 21937 h 59974"/>
                    <a:gd name="connsiteX57" fmla="*/ 17317 w 50922"/>
                    <a:gd name="connsiteY57" fmla="*/ 21311 h 59974"/>
                    <a:gd name="connsiteX58" fmla="*/ 18880 w 50922"/>
                    <a:gd name="connsiteY58" fmla="*/ 21902 h 59974"/>
                    <a:gd name="connsiteX59" fmla="*/ 19910 w 50922"/>
                    <a:gd name="connsiteY59" fmla="*/ 19517 h 59974"/>
                    <a:gd name="connsiteX60" fmla="*/ 24575 w 50922"/>
                    <a:gd name="connsiteY60" fmla="*/ 17676 h 59974"/>
                    <a:gd name="connsiteX61" fmla="*/ 24321 w 50922"/>
                    <a:gd name="connsiteY61" fmla="*/ 16658 h 59974"/>
                    <a:gd name="connsiteX62" fmla="*/ 24182 w 50922"/>
                    <a:gd name="connsiteY62" fmla="*/ 14829 h 59974"/>
                    <a:gd name="connsiteX63" fmla="*/ 26462 w 50922"/>
                    <a:gd name="connsiteY63" fmla="*/ 13810 h 59974"/>
                    <a:gd name="connsiteX64" fmla="*/ 26763 w 50922"/>
                    <a:gd name="connsiteY64" fmla="*/ 13717 h 59974"/>
                    <a:gd name="connsiteX65" fmla="*/ 33431 w 50922"/>
                    <a:gd name="connsiteY65" fmla="*/ 17815 h 59974"/>
                    <a:gd name="connsiteX66" fmla="*/ 33964 w 50922"/>
                    <a:gd name="connsiteY66" fmla="*/ 17329 h 59974"/>
                    <a:gd name="connsiteX67" fmla="*/ 36568 w 50922"/>
                    <a:gd name="connsiteY67" fmla="*/ 14933 h 59974"/>
                    <a:gd name="connsiteX68" fmla="*/ 35769 w 50922"/>
                    <a:gd name="connsiteY68" fmla="*/ 13104 h 59974"/>
                    <a:gd name="connsiteX69" fmla="*/ 35480 w 50922"/>
                    <a:gd name="connsiteY69" fmla="*/ 11333 h 59974"/>
                    <a:gd name="connsiteX70" fmla="*/ 36869 w 50922"/>
                    <a:gd name="connsiteY70" fmla="*/ 9874 h 59974"/>
                    <a:gd name="connsiteX71" fmla="*/ 35237 w 50922"/>
                    <a:gd name="connsiteY71" fmla="*/ 9874 h 59974"/>
                    <a:gd name="connsiteX72" fmla="*/ 35086 w 50922"/>
                    <a:gd name="connsiteY72" fmla="*/ 8914 h 59974"/>
                    <a:gd name="connsiteX73" fmla="*/ 35121 w 50922"/>
                    <a:gd name="connsiteY73" fmla="*/ 8451 h 59974"/>
                    <a:gd name="connsiteX74" fmla="*/ 35492 w 50922"/>
                    <a:gd name="connsiteY74" fmla="*/ 8022 h 59974"/>
                    <a:gd name="connsiteX75" fmla="*/ 37726 w 50922"/>
                    <a:gd name="connsiteY75" fmla="*/ 6969 h 59974"/>
                    <a:gd name="connsiteX76" fmla="*/ 39265 w 50922"/>
                    <a:gd name="connsiteY76" fmla="*/ 7305 h 59974"/>
                    <a:gd name="connsiteX77" fmla="*/ 39427 w 50922"/>
                    <a:gd name="connsiteY77" fmla="*/ 6159 h 59974"/>
                    <a:gd name="connsiteX78" fmla="*/ 42043 w 50922"/>
                    <a:gd name="connsiteY78" fmla="*/ 4931 h 59974"/>
                    <a:gd name="connsiteX79" fmla="*/ 42773 w 50922"/>
                    <a:gd name="connsiteY79" fmla="*/ 4885 h 59974"/>
                    <a:gd name="connsiteX80" fmla="*/ 46408 w 50922"/>
                    <a:gd name="connsiteY80" fmla="*/ 1424 h 59974"/>
                    <a:gd name="connsiteX81" fmla="*/ 45516 w 50922"/>
                    <a:gd name="connsiteY81" fmla="*/ 706 h 59974"/>
                    <a:gd name="connsiteX82" fmla="*/ 45956 w 50922"/>
                    <a:gd name="connsiteY82" fmla="*/ 116 h 59974"/>
                    <a:gd name="connsiteX83" fmla="*/ 46477 w 50922"/>
                    <a:gd name="connsiteY83" fmla="*/ 0 h 59974"/>
                    <a:gd name="connsiteX84" fmla="*/ 49336 w 50922"/>
                    <a:gd name="connsiteY84" fmla="*/ 4596 h 59974"/>
                    <a:gd name="connsiteX85" fmla="*/ 48885 w 50922"/>
                    <a:gd name="connsiteY85" fmla="*/ 6008 h 59974"/>
                    <a:gd name="connsiteX86" fmla="*/ 48815 w 50922"/>
                    <a:gd name="connsiteY86" fmla="*/ 6228 h 59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</a:cxnLst>
                  <a:rect l="l" t="t" r="r" b="b"/>
                  <a:pathLst>
                    <a:path w="50922" h="59974">
                      <a:moveTo>
                        <a:pt x="48815" y="6228"/>
                      </a:moveTo>
                      <a:lnTo>
                        <a:pt x="50922" y="7305"/>
                      </a:lnTo>
                      <a:lnTo>
                        <a:pt x="39775" y="24738"/>
                      </a:lnTo>
                      <a:lnTo>
                        <a:pt x="38143" y="31521"/>
                      </a:lnTo>
                      <a:lnTo>
                        <a:pt x="34774" y="34137"/>
                      </a:lnTo>
                      <a:lnTo>
                        <a:pt x="33964" y="34658"/>
                      </a:lnTo>
                      <a:lnTo>
                        <a:pt x="30792" y="36730"/>
                      </a:lnTo>
                      <a:lnTo>
                        <a:pt x="32378" y="37680"/>
                      </a:lnTo>
                      <a:lnTo>
                        <a:pt x="32945" y="38467"/>
                      </a:lnTo>
                      <a:lnTo>
                        <a:pt x="32355" y="39207"/>
                      </a:lnTo>
                      <a:lnTo>
                        <a:pt x="31822" y="39520"/>
                      </a:lnTo>
                      <a:lnTo>
                        <a:pt x="27921" y="40990"/>
                      </a:lnTo>
                      <a:lnTo>
                        <a:pt x="28338" y="41546"/>
                      </a:lnTo>
                      <a:lnTo>
                        <a:pt x="28222" y="41615"/>
                      </a:lnTo>
                      <a:lnTo>
                        <a:pt x="32204" y="47021"/>
                      </a:lnTo>
                      <a:lnTo>
                        <a:pt x="30074" y="49823"/>
                      </a:lnTo>
                      <a:lnTo>
                        <a:pt x="31301" y="50795"/>
                      </a:lnTo>
                      <a:lnTo>
                        <a:pt x="30491" y="52936"/>
                      </a:lnTo>
                      <a:lnTo>
                        <a:pt x="30039" y="53377"/>
                      </a:lnTo>
                      <a:lnTo>
                        <a:pt x="26960" y="54927"/>
                      </a:lnTo>
                      <a:lnTo>
                        <a:pt x="27840" y="55495"/>
                      </a:lnTo>
                      <a:lnTo>
                        <a:pt x="24159" y="59060"/>
                      </a:lnTo>
                      <a:lnTo>
                        <a:pt x="23696" y="59477"/>
                      </a:lnTo>
                      <a:lnTo>
                        <a:pt x="21647" y="59975"/>
                      </a:lnTo>
                      <a:lnTo>
                        <a:pt x="20096" y="59870"/>
                      </a:lnTo>
                      <a:lnTo>
                        <a:pt x="18915" y="52613"/>
                      </a:lnTo>
                      <a:lnTo>
                        <a:pt x="15847" y="55148"/>
                      </a:lnTo>
                      <a:lnTo>
                        <a:pt x="16391" y="56514"/>
                      </a:lnTo>
                      <a:lnTo>
                        <a:pt x="12618" y="57474"/>
                      </a:lnTo>
                      <a:lnTo>
                        <a:pt x="11610" y="55865"/>
                      </a:lnTo>
                      <a:lnTo>
                        <a:pt x="9492" y="56108"/>
                      </a:lnTo>
                      <a:lnTo>
                        <a:pt x="8497" y="54777"/>
                      </a:lnTo>
                      <a:lnTo>
                        <a:pt x="12618" y="51096"/>
                      </a:lnTo>
                      <a:lnTo>
                        <a:pt x="10997" y="49626"/>
                      </a:lnTo>
                      <a:lnTo>
                        <a:pt x="4781" y="54013"/>
                      </a:lnTo>
                      <a:lnTo>
                        <a:pt x="4445" y="54210"/>
                      </a:lnTo>
                      <a:lnTo>
                        <a:pt x="0" y="54546"/>
                      </a:lnTo>
                      <a:lnTo>
                        <a:pt x="93" y="52601"/>
                      </a:lnTo>
                      <a:lnTo>
                        <a:pt x="3924" y="51883"/>
                      </a:lnTo>
                      <a:lnTo>
                        <a:pt x="3681" y="49464"/>
                      </a:lnTo>
                      <a:lnTo>
                        <a:pt x="8242" y="47392"/>
                      </a:lnTo>
                      <a:lnTo>
                        <a:pt x="7513" y="44845"/>
                      </a:lnTo>
                      <a:lnTo>
                        <a:pt x="10858" y="43792"/>
                      </a:lnTo>
                      <a:lnTo>
                        <a:pt x="6540" y="42437"/>
                      </a:lnTo>
                      <a:lnTo>
                        <a:pt x="6529" y="42379"/>
                      </a:lnTo>
                      <a:lnTo>
                        <a:pt x="11888" y="39080"/>
                      </a:lnTo>
                      <a:lnTo>
                        <a:pt x="8485" y="37668"/>
                      </a:lnTo>
                      <a:lnTo>
                        <a:pt x="9446" y="37390"/>
                      </a:lnTo>
                      <a:lnTo>
                        <a:pt x="10569" y="37402"/>
                      </a:lnTo>
                      <a:lnTo>
                        <a:pt x="10904" y="35064"/>
                      </a:lnTo>
                      <a:lnTo>
                        <a:pt x="13636" y="33744"/>
                      </a:lnTo>
                      <a:lnTo>
                        <a:pt x="10106" y="32042"/>
                      </a:lnTo>
                      <a:lnTo>
                        <a:pt x="11055" y="30989"/>
                      </a:lnTo>
                      <a:lnTo>
                        <a:pt x="11703" y="30560"/>
                      </a:lnTo>
                      <a:lnTo>
                        <a:pt x="12432" y="26868"/>
                      </a:lnTo>
                      <a:lnTo>
                        <a:pt x="16773" y="22619"/>
                      </a:lnTo>
                      <a:lnTo>
                        <a:pt x="16681" y="21937"/>
                      </a:lnTo>
                      <a:lnTo>
                        <a:pt x="17317" y="21311"/>
                      </a:lnTo>
                      <a:lnTo>
                        <a:pt x="18880" y="21902"/>
                      </a:lnTo>
                      <a:lnTo>
                        <a:pt x="19910" y="19517"/>
                      </a:lnTo>
                      <a:lnTo>
                        <a:pt x="24575" y="17676"/>
                      </a:lnTo>
                      <a:lnTo>
                        <a:pt x="24321" y="16658"/>
                      </a:lnTo>
                      <a:lnTo>
                        <a:pt x="24182" y="14829"/>
                      </a:lnTo>
                      <a:lnTo>
                        <a:pt x="26462" y="13810"/>
                      </a:lnTo>
                      <a:lnTo>
                        <a:pt x="26763" y="13717"/>
                      </a:lnTo>
                      <a:lnTo>
                        <a:pt x="33431" y="17815"/>
                      </a:lnTo>
                      <a:lnTo>
                        <a:pt x="33964" y="17329"/>
                      </a:lnTo>
                      <a:lnTo>
                        <a:pt x="36568" y="14933"/>
                      </a:lnTo>
                      <a:lnTo>
                        <a:pt x="35769" y="13104"/>
                      </a:lnTo>
                      <a:lnTo>
                        <a:pt x="35480" y="11333"/>
                      </a:lnTo>
                      <a:lnTo>
                        <a:pt x="36869" y="9874"/>
                      </a:lnTo>
                      <a:lnTo>
                        <a:pt x="35237" y="9874"/>
                      </a:lnTo>
                      <a:lnTo>
                        <a:pt x="35086" y="8914"/>
                      </a:lnTo>
                      <a:lnTo>
                        <a:pt x="35121" y="8451"/>
                      </a:lnTo>
                      <a:lnTo>
                        <a:pt x="35492" y="8022"/>
                      </a:lnTo>
                      <a:lnTo>
                        <a:pt x="37726" y="6969"/>
                      </a:lnTo>
                      <a:lnTo>
                        <a:pt x="39265" y="7305"/>
                      </a:lnTo>
                      <a:lnTo>
                        <a:pt x="39427" y="6159"/>
                      </a:lnTo>
                      <a:lnTo>
                        <a:pt x="42043" y="4931"/>
                      </a:lnTo>
                      <a:lnTo>
                        <a:pt x="42773" y="4885"/>
                      </a:lnTo>
                      <a:lnTo>
                        <a:pt x="46408" y="1424"/>
                      </a:lnTo>
                      <a:lnTo>
                        <a:pt x="45516" y="706"/>
                      </a:lnTo>
                      <a:lnTo>
                        <a:pt x="45956" y="116"/>
                      </a:lnTo>
                      <a:lnTo>
                        <a:pt x="46477" y="0"/>
                      </a:lnTo>
                      <a:lnTo>
                        <a:pt x="49336" y="4596"/>
                      </a:lnTo>
                      <a:lnTo>
                        <a:pt x="48885" y="6008"/>
                      </a:lnTo>
                      <a:lnTo>
                        <a:pt x="48815" y="622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91" name="Freeform: Shape 290">
                  <a:extLst>
                    <a:ext uri="{FF2B5EF4-FFF2-40B4-BE49-F238E27FC236}">
                      <a16:creationId xmlns:a16="http://schemas.microsoft.com/office/drawing/2014/main" id="{6C4D1E6F-FFCA-1EF3-AE2F-7FE5BCBE7229}"/>
                    </a:ext>
                  </a:extLst>
                </p:cNvPr>
                <p:cNvSpPr/>
                <p:nvPr/>
              </p:nvSpPr>
              <p:spPr>
                <a:xfrm>
                  <a:off x="9271048" y="2308501"/>
                  <a:ext cx="48919" cy="53295"/>
                </a:xfrm>
                <a:custGeom>
                  <a:avLst/>
                  <a:gdLst>
                    <a:gd name="connsiteX0" fmla="*/ 10904 w 48919"/>
                    <a:gd name="connsiteY0" fmla="*/ 5776 h 53295"/>
                    <a:gd name="connsiteX1" fmla="*/ 17653 w 48919"/>
                    <a:gd name="connsiteY1" fmla="*/ 0 h 53295"/>
                    <a:gd name="connsiteX2" fmla="*/ 18637 w 48919"/>
                    <a:gd name="connsiteY2" fmla="*/ 857 h 53295"/>
                    <a:gd name="connsiteX3" fmla="*/ 22133 w 48919"/>
                    <a:gd name="connsiteY3" fmla="*/ 4781 h 53295"/>
                    <a:gd name="connsiteX4" fmla="*/ 20744 w 48919"/>
                    <a:gd name="connsiteY4" fmla="*/ 6205 h 53295"/>
                    <a:gd name="connsiteX5" fmla="*/ 18556 w 48919"/>
                    <a:gd name="connsiteY5" fmla="*/ 3311 h 53295"/>
                    <a:gd name="connsiteX6" fmla="*/ 16785 w 48919"/>
                    <a:gd name="connsiteY6" fmla="*/ 3450 h 53295"/>
                    <a:gd name="connsiteX7" fmla="*/ 16623 w 48919"/>
                    <a:gd name="connsiteY7" fmla="*/ 3334 h 53295"/>
                    <a:gd name="connsiteX8" fmla="*/ 16762 w 48919"/>
                    <a:gd name="connsiteY8" fmla="*/ 3461 h 53295"/>
                    <a:gd name="connsiteX9" fmla="*/ 16322 w 48919"/>
                    <a:gd name="connsiteY9" fmla="*/ 3496 h 53295"/>
                    <a:gd name="connsiteX10" fmla="*/ 19378 w 48919"/>
                    <a:gd name="connsiteY10" fmla="*/ 6992 h 53295"/>
                    <a:gd name="connsiteX11" fmla="*/ 19575 w 48919"/>
                    <a:gd name="connsiteY11" fmla="*/ 10580 h 53295"/>
                    <a:gd name="connsiteX12" fmla="*/ 19540 w 48919"/>
                    <a:gd name="connsiteY12" fmla="*/ 10650 h 53295"/>
                    <a:gd name="connsiteX13" fmla="*/ 19575 w 48919"/>
                    <a:gd name="connsiteY13" fmla="*/ 10627 h 53295"/>
                    <a:gd name="connsiteX14" fmla="*/ 19586 w 48919"/>
                    <a:gd name="connsiteY14" fmla="*/ 10870 h 53295"/>
                    <a:gd name="connsiteX15" fmla="*/ 22677 w 48919"/>
                    <a:gd name="connsiteY15" fmla="*/ 10106 h 53295"/>
                    <a:gd name="connsiteX16" fmla="*/ 26821 w 48919"/>
                    <a:gd name="connsiteY16" fmla="*/ 12270 h 53295"/>
                    <a:gd name="connsiteX17" fmla="*/ 27308 w 48919"/>
                    <a:gd name="connsiteY17" fmla="*/ 11483 h 53295"/>
                    <a:gd name="connsiteX18" fmla="*/ 28928 w 48919"/>
                    <a:gd name="connsiteY18" fmla="*/ 12259 h 53295"/>
                    <a:gd name="connsiteX19" fmla="*/ 29368 w 48919"/>
                    <a:gd name="connsiteY19" fmla="*/ 12734 h 53295"/>
                    <a:gd name="connsiteX20" fmla="*/ 29901 w 48919"/>
                    <a:gd name="connsiteY20" fmla="*/ 12340 h 53295"/>
                    <a:gd name="connsiteX21" fmla="*/ 32297 w 48919"/>
                    <a:gd name="connsiteY21" fmla="*/ 10800 h 53295"/>
                    <a:gd name="connsiteX22" fmla="*/ 35237 w 48919"/>
                    <a:gd name="connsiteY22" fmla="*/ 11599 h 53295"/>
                    <a:gd name="connsiteX23" fmla="*/ 34230 w 48919"/>
                    <a:gd name="connsiteY23" fmla="*/ 13752 h 53295"/>
                    <a:gd name="connsiteX24" fmla="*/ 25432 w 48919"/>
                    <a:gd name="connsiteY24" fmla="*/ 14551 h 53295"/>
                    <a:gd name="connsiteX25" fmla="*/ 26405 w 48919"/>
                    <a:gd name="connsiteY25" fmla="*/ 16935 h 53295"/>
                    <a:gd name="connsiteX26" fmla="*/ 25594 w 48919"/>
                    <a:gd name="connsiteY26" fmla="*/ 19297 h 53295"/>
                    <a:gd name="connsiteX27" fmla="*/ 25027 w 48919"/>
                    <a:gd name="connsiteY27" fmla="*/ 20721 h 53295"/>
                    <a:gd name="connsiteX28" fmla="*/ 25073 w 48919"/>
                    <a:gd name="connsiteY28" fmla="*/ 20813 h 53295"/>
                    <a:gd name="connsiteX29" fmla="*/ 24853 w 48919"/>
                    <a:gd name="connsiteY29" fmla="*/ 21439 h 53295"/>
                    <a:gd name="connsiteX30" fmla="*/ 28095 w 48919"/>
                    <a:gd name="connsiteY30" fmla="*/ 27007 h 53295"/>
                    <a:gd name="connsiteX31" fmla="*/ 31290 w 48919"/>
                    <a:gd name="connsiteY31" fmla="*/ 28106 h 53295"/>
                    <a:gd name="connsiteX32" fmla="*/ 32644 w 48919"/>
                    <a:gd name="connsiteY32" fmla="*/ 26208 h 53295"/>
                    <a:gd name="connsiteX33" fmla="*/ 41280 w 48919"/>
                    <a:gd name="connsiteY33" fmla="*/ 24807 h 53295"/>
                    <a:gd name="connsiteX34" fmla="*/ 43977 w 48919"/>
                    <a:gd name="connsiteY34" fmla="*/ 22527 h 53295"/>
                    <a:gd name="connsiteX35" fmla="*/ 46095 w 48919"/>
                    <a:gd name="connsiteY35" fmla="*/ 23511 h 53295"/>
                    <a:gd name="connsiteX36" fmla="*/ 41175 w 48919"/>
                    <a:gd name="connsiteY36" fmla="*/ 29831 h 53295"/>
                    <a:gd name="connsiteX37" fmla="*/ 42599 w 48919"/>
                    <a:gd name="connsiteY37" fmla="*/ 37598 h 53295"/>
                    <a:gd name="connsiteX38" fmla="*/ 48919 w 48919"/>
                    <a:gd name="connsiteY38" fmla="*/ 40701 h 53295"/>
                    <a:gd name="connsiteX39" fmla="*/ 48503 w 48919"/>
                    <a:gd name="connsiteY39" fmla="*/ 41337 h 53295"/>
                    <a:gd name="connsiteX40" fmla="*/ 47901 w 48919"/>
                    <a:gd name="connsiteY40" fmla="*/ 41557 h 53295"/>
                    <a:gd name="connsiteX41" fmla="*/ 48063 w 48919"/>
                    <a:gd name="connsiteY41" fmla="*/ 41951 h 53295"/>
                    <a:gd name="connsiteX42" fmla="*/ 48202 w 48919"/>
                    <a:gd name="connsiteY42" fmla="*/ 41789 h 53295"/>
                    <a:gd name="connsiteX43" fmla="*/ 44127 w 48919"/>
                    <a:gd name="connsiteY43" fmla="*/ 47994 h 53295"/>
                    <a:gd name="connsiteX44" fmla="*/ 44370 w 48919"/>
                    <a:gd name="connsiteY44" fmla="*/ 48133 h 53295"/>
                    <a:gd name="connsiteX45" fmla="*/ 44231 w 48919"/>
                    <a:gd name="connsiteY45" fmla="*/ 48364 h 53295"/>
                    <a:gd name="connsiteX46" fmla="*/ 46014 w 48919"/>
                    <a:gd name="connsiteY46" fmla="*/ 49336 h 53295"/>
                    <a:gd name="connsiteX47" fmla="*/ 45458 w 48919"/>
                    <a:gd name="connsiteY47" fmla="*/ 50737 h 53295"/>
                    <a:gd name="connsiteX48" fmla="*/ 42518 w 48919"/>
                    <a:gd name="connsiteY48" fmla="*/ 46674 h 53295"/>
                    <a:gd name="connsiteX49" fmla="*/ 36661 w 48919"/>
                    <a:gd name="connsiteY49" fmla="*/ 45759 h 53295"/>
                    <a:gd name="connsiteX50" fmla="*/ 33917 w 48919"/>
                    <a:gd name="connsiteY50" fmla="*/ 50691 h 53295"/>
                    <a:gd name="connsiteX51" fmla="*/ 30051 w 48919"/>
                    <a:gd name="connsiteY51" fmla="*/ 49695 h 53295"/>
                    <a:gd name="connsiteX52" fmla="*/ 26682 w 48919"/>
                    <a:gd name="connsiteY52" fmla="*/ 53295 h 53295"/>
                    <a:gd name="connsiteX53" fmla="*/ 24969 w 48919"/>
                    <a:gd name="connsiteY53" fmla="*/ 52659 h 53295"/>
                    <a:gd name="connsiteX54" fmla="*/ 24043 w 48919"/>
                    <a:gd name="connsiteY54" fmla="*/ 50147 h 53295"/>
                    <a:gd name="connsiteX55" fmla="*/ 26682 w 48919"/>
                    <a:gd name="connsiteY55" fmla="*/ 43421 h 53295"/>
                    <a:gd name="connsiteX56" fmla="*/ 25432 w 48919"/>
                    <a:gd name="connsiteY56" fmla="*/ 38027 h 53295"/>
                    <a:gd name="connsiteX57" fmla="*/ 17040 w 48919"/>
                    <a:gd name="connsiteY57" fmla="*/ 31660 h 53295"/>
                    <a:gd name="connsiteX58" fmla="*/ 9411 w 48919"/>
                    <a:gd name="connsiteY58" fmla="*/ 36001 h 53295"/>
                    <a:gd name="connsiteX59" fmla="*/ 13440 w 48919"/>
                    <a:gd name="connsiteY59" fmla="*/ 43641 h 53295"/>
                    <a:gd name="connsiteX60" fmla="*/ 12907 w 48919"/>
                    <a:gd name="connsiteY60" fmla="*/ 45296 h 53295"/>
                    <a:gd name="connsiteX61" fmla="*/ 11460 w 48919"/>
                    <a:gd name="connsiteY61" fmla="*/ 47137 h 53295"/>
                    <a:gd name="connsiteX62" fmla="*/ 11715 w 48919"/>
                    <a:gd name="connsiteY62" fmla="*/ 49001 h 53295"/>
                    <a:gd name="connsiteX63" fmla="*/ 11287 w 48919"/>
                    <a:gd name="connsiteY63" fmla="*/ 50343 h 53295"/>
                    <a:gd name="connsiteX64" fmla="*/ 8219 w 48919"/>
                    <a:gd name="connsiteY64" fmla="*/ 49857 h 53295"/>
                    <a:gd name="connsiteX65" fmla="*/ 7397 w 48919"/>
                    <a:gd name="connsiteY65" fmla="*/ 49591 h 53295"/>
                    <a:gd name="connsiteX66" fmla="*/ 7142 w 48919"/>
                    <a:gd name="connsiteY66" fmla="*/ 49684 h 53295"/>
                    <a:gd name="connsiteX67" fmla="*/ 5742 w 48919"/>
                    <a:gd name="connsiteY67" fmla="*/ 49464 h 53295"/>
                    <a:gd name="connsiteX68" fmla="*/ 2581 w 48919"/>
                    <a:gd name="connsiteY68" fmla="*/ 51258 h 53295"/>
                    <a:gd name="connsiteX69" fmla="*/ 1956 w 48919"/>
                    <a:gd name="connsiteY69" fmla="*/ 50888 h 53295"/>
                    <a:gd name="connsiteX70" fmla="*/ 220 w 48919"/>
                    <a:gd name="connsiteY70" fmla="*/ 49510 h 53295"/>
                    <a:gd name="connsiteX71" fmla="*/ 0 w 48919"/>
                    <a:gd name="connsiteY71" fmla="*/ 43873 h 53295"/>
                    <a:gd name="connsiteX72" fmla="*/ 2176 w 48919"/>
                    <a:gd name="connsiteY72" fmla="*/ 42414 h 53295"/>
                    <a:gd name="connsiteX73" fmla="*/ 2674 w 48919"/>
                    <a:gd name="connsiteY73" fmla="*/ 38837 h 53295"/>
                    <a:gd name="connsiteX74" fmla="*/ 5267 w 48919"/>
                    <a:gd name="connsiteY74" fmla="*/ 37494 h 53295"/>
                    <a:gd name="connsiteX75" fmla="*/ 5765 w 48919"/>
                    <a:gd name="connsiteY75" fmla="*/ 31035 h 53295"/>
                    <a:gd name="connsiteX76" fmla="*/ 11657 w 48919"/>
                    <a:gd name="connsiteY76" fmla="*/ 28870 h 53295"/>
                    <a:gd name="connsiteX77" fmla="*/ 17977 w 48919"/>
                    <a:gd name="connsiteY77" fmla="*/ 30294 h 53295"/>
                    <a:gd name="connsiteX78" fmla="*/ 18093 w 48919"/>
                    <a:gd name="connsiteY78" fmla="*/ 30109 h 53295"/>
                    <a:gd name="connsiteX79" fmla="*/ 18105 w 48919"/>
                    <a:gd name="connsiteY79" fmla="*/ 30086 h 53295"/>
                    <a:gd name="connsiteX80" fmla="*/ 20860 w 48919"/>
                    <a:gd name="connsiteY80" fmla="*/ 25455 h 53295"/>
                    <a:gd name="connsiteX81" fmla="*/ 20188 w 48919"/>
                    <a:gd name="connsiteY81" fmla="*/ 21566 h 53295"/>
                    <a:gd name="connsiteX82" fmla="*/ 13914 w 48919"/>
                    <a:gd name="connsiteY82" fmla="*/ 16843 h 53295"/>
                    <a:gd name="connsiteX83" fmla="*/ 10534 w 48919"/>
                    <a:gd name="connsiteY83" fmla="*/ 10175 h 53295"/>
                    <a:gd name="connsiteX84" fmla="*/ 7513 w 48919"/>
                    <a:gd name="connsiteY84" fmla="*/ 7536 h 53295"/>
                    <a:gd name="connsiteX85" fmla="*/ 7212 w 48919"/>
                    <a:gd name="connsiteY85" fmla="*/ 7073 h 53295"/>
                    <a:gd name="connsiteX86" fmla="*/ 6957 w 48919"/>
                    <a:gd name="connsiteY86" fmla="*/ 7038 h 53295"/>
                    <a:gd name="connsiteX87" fmla="*/ 4387 w 48919"/>
                    <a:gd name="connsiteY87" fmla="*/ 4792 h 53295"/>
                    <a:gd name="connsiteX88" fmla="*/ 7524 w 48919"/>
                    <a:gd name="connsiteY88" fmla="*/ 5267 h 53295"/>
                    <a:gd name="connsiteX89" fmla="*/ 7767 w 48919"/>
                    <a:gd name="connsiteY89" fmla="*/ 5522 h 53295"/>
                    <a:gd name="connsiteX90" fmla="*/ 8624 w 48919"/>
                    <a:gd name="connsiteY90" fmla="*/ 5429 h 53295"/>
                    <a:gd name="connsiteX91" fmla="*/ 10904 w 48919"/>
                    <a:gd name="connsiteY91" fmla="*/ 5776 h 53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</a:cxnLst>
                  <a:rect l="l" t="t" r="r" b="b"/>
                  <a:pathLst>
                    <a:path w="48919" h="53295">
                      <a:moveTo>
                        <a:pt x="10904" y="5776"/>
                      </a:moveTo>
                      <a:lnTo>
                        <a:pt x="17653" y="0"/>
                      </a:lnTo>
                      <a:lnTo>
                        <a:pt x="18637" y="857"/>
                      </a:lnTo>
                      <a:lnTo>
                        <a:pt x="22133" y="4781"/>
                      </a:lnTo>
                      <a:lnTo>
                        <a:pt x="20744" y="6205"/>
                      </a:lnTo>
                      <a:lnTo>
                        <a:pt x="18556" y="3311"/>
                      </a:lnTo>
                      <a:lnTo>
                        <a:pt x="16785" y="3450"/>
                      </a:lnTo>
                      <a:lnTo>
                        <a:pt x="16623" y="3334"/>
                      </a:lnTo>
                      <a:lnTo>
                        <a:pt x="16762" y="3461"/>
                      </a:lnTo>
                      <a:lnTo>
                        <a:pt x="16322" y="3496"/>
                      </a:lnTo>
                      <a:lnTo>
                        <a:pt x="19378" y="6992"/>
                      </a:lnTo>
                      <a:lnTo>
                        <a:pt x="19575" y="10580"/>
                      </a:lnTo>
                      <a:lnTo>
                        <a:pt x="19540" y="10650"/>
                      </a:lnTo>
                      <a:lnTo>
                        <a:pt x="19575" y="10627"/>
                      </a:lnTo>
                      <a:lnTo>
                        <a:pt x="19586" y="10870"/>
                      </a:lnTo>
                      <a:lnTo>
                        <a:pt x="22677" y="10106"/>
                      </a:lnTo>
                      <a:lnTo>
                        <a:pt x="26821" y="12270"/>
                      </a:lnTo>
                      <a:lnTo>
                        <a:pt x="27308" y="11483"/>
                      </a:lnTo>
                      <a:lnTo>
                        <a:pt x="28928" y="12259"/>
                      </a:lnTo>
                      <a:lnTo>
                        <a:pt x="29368" y="12734"/>
                      </a:lnTo>
                      <a:lnTo>
                        <a:pt x="29901" y="12340"/>
                      </a:lnTo>
                      <a:lnTo>
                        <a:pt x="32297" y="10800"/>
                      </a:lnTo>
                      <a:lnTo>
                        <a:pt x="35237" y="11599"/>
                      </a:lnTo>
                      <a:lnTo>
                        <a:pt x="34230" y="13752"/>
                      </a:lnTo>
                      <a:lnTo>
                        <a:pt x="25432" y="14551"/>
                      </a:lnTo>
                      <a:lnTo>
                        <a:pt x="26405" y="16935"/>
                      </a:lnTo>
                      <a:lnTo>
                        <a:pt x="25594" y="19297"/>
                      </a:lnTo>
                      <a:lnTo>
                        <a:pt x="25027" y="20721"/>
                      </a:lnTo>
                      <a:lnTo>
                        <a:pt x="25073" y="20813"/>
                      </a:lnTo>
                      <a:lnTo>
                        <a:pt x="24853" y="21439"/>
                      </a:lnTo>
                      <a:lnTo>
                        <a:pt x="28095" y="27007"/>
                      </a:lnTo>
                      <a:lnTo>
                        <a:pt x="31290" y="28106"/>
                      </a:lnTo>
                      <a:lnTo>
                        <a:pt x="32644" y="26208"/>
                      </a:lnTo>
                      <a:lnTo>
                        <a:pt x="41280" y="24807"/>
                      </a:lnTo>
                      <a:lnTo>
                        <a:pt x="43977" y="22527"/>
                      </a:lnTo>
                      <a:lnTo>
                        <a:pt x="46095" y="23511"/>
                      </a:lnTo>
                      <a:lnTo>
                        <a:pt x="41175" y="29831"/>
                      </a:lnTo>
                      <a:lnTo>
                        <a:pt x="42599" y="37598"/>
                      </a:lnTo>
                      <a:lnTo>
                        <a:pt x="48919" y="40701"/>
                      </a:lnTo>
                      <a:lnTo>
                        <a:pt x="48503" y="41337"/>
                      </a:lnTo>
                      <a:lnTo>
                        <a:pt x="47901" y="41557"/>
                      </a:lnTo>
                      <a:lnTo>
                        <a:pt x="48063" y="41951"/>
                      </a:lnTo>
                      <a:lnTo>
                        <a:pt x="48202" y="41789"/>
                      </a:lnTo>
                      <a:lnTo>
                        <a:pt x="44127" y="47994"/>
                      </a:lnTo>
                      <a:lnTo>
                        <a:pt x="44370" y="48133"/>
                      </a:lnTo>
                      <a:lnTo>
                        <a:pt x="44231" y="48364"/>
                      </a:lnTo>
                      <a:lnTo>
                        <a:pt x="46014" y="49336"/>
                      </a:lnTo>
                      <a:lnTo>
                        <a:pt x="45458" y="50737"/>
                      </a:lnTo>
                      <a:lnTo>
                        <a:pt x="42518" y="46674"/>
                      </a:lnTo>
                      <a:lnTo>
                        <a:pt x="36661" y="45759"/>
                      </a:lnTo>
                      <a:lnTo>
                        <a:pt x="33917" y="50691"/>
                      </a:lnTo>
                      <a:lnTo>
                        <a:pt x="30051" y="49695"/>
                      </a:lnTo>
                      <a:lnTo>
                        <a:pt x="26682" y="53295"/>
                      </a:lnTo>
                      <a:lnTo>
                        <a:pt x="24969" y="52659"/>
                      </a:lnTo>
                      <a:lnTo>
                        <a:pt x="24043" y="50147"/>
                      </a:lnTo>
                      <a:lnTo>
                        <a:pt x="26682" y="43421"/>
                      </a:lnTo>
                      <a:lnTo>
                        <a:pt x="25432" y="38027"/>
                      </a:lnTo>
                      <a:lnTo>
                        <a:pt x="17040" y="31660"/>
                      </a:lnTo>
                      <a:lnTo>
                        <a:pt x="9411" y="36001"/>
                      </a:lnTo>
                      <a:lnTo>
                        <a:pt x="13440" y="43641"/>
                      </a:lnTo>
                      <a:lnTo>
                        <a:pt x="12907" y="45296"/>
                      </a:lnTo>
                      <a:lnTo>
                        <a:pt x="11460" y="47137"/>
                      </a:lnTo>
                      <a:lnTo>
                        <a:pt x="11715" y="49001"/>
                      </a:lnTo>
                      <a:lnTo>
                        <a:pt x="11287" y="50343"/>
                      </a:lnTo>
                      <a:lnTo>
                        <a:pt x="8219" y="49857"/>
                      </a:lnTo>
                      <a:lnTo>
                        <a:pt x="7397" y="49591"/>
                      </a:lnTo>
                      <a:lnTo>
                        <a:pt x="7142" y="49684"/>
                      </a:lnTo>
                      <a:lnTo>
                        <a:pt x="5742" y="49464"/>
                      </a:lnTo>
                      <a:lnTo>
                        <a:pt x="2581" y="51258"/>
                      </a:lnTo>
                      <a:lnTo>
                        <a:pt x="1956" y="50888"/>
                      </a:lnTo>
                      <a:lnTo>
                        <a:pt x="220" y="49510"/>
                      </a:lnTo>
                      <a:lnTo>
                        <a:pt x="0" y="43873"/>
                      </a:lnTo>
                      <a:lnTo>
                        <a:pt x="2176" y="42414"/>
                      </a:lnTo>
                      <a:lnTo>
                        <a:pt x="2674" y="38837"/>
                      </a:lnTo>
                      <a:lnTo>
                        <a:pt x="5267" y="37494"/>
                      </a:lnTo>
                      <a:lnTo>
                        <a:pt x="5765" y="31035"/>
                      </a:lnTo>
                      <a:lnTo>
                        <a:pt x="11657" y="28870"/>
                      </a:lnTo>
                      <a:lnTo>
                        <a:pt x="17977" y="30294"/>
                      </a:lnTo>
                      <a:lnTo>
                        <a:pt x="18093" y="30109"/>
                      </a:lnTo>
                      <a:lnTo>
                        <a:pt x="18105" y="30086"/>
                      </a:lnTo>
                      <a:lnTo>
                        <a:pt x="20860" y="25455"/>
                      </a:lnTo>
                      <a:lnTo>
                        <a:pt x="20188" y="21566"/>
                      </a:lnTo>
                      <a:lnTo>
                        <a:pt x="13914" y="16843"/>
                      </a:lnTo>
                      <a:lnTo>
                        <a:pt x="10534" y="10175"/>
                      </a:lnTo>
                      <a:lnTo>
                        <a:pt x="7513" y="7536"/>
                      </a:lnTo>
                      <a:lnTo>
                        <a:pt x="7212" y="7073"/>
                      </a:lnTo>
                      <a:lnTo>
                        <a:pt x="6957" y="7038"/>
                      </a:lnTo>
                      <a:lnTo>
                        <a:pt x="4387" y="4792"/>
                      </a:lnTo>
                      <a:lnTo>
                        <a:pt x="7524" y="5267"/>
                      </a:lnTo>
                      <a:lnTo>
                        <a:pt x="7767" y="5522"/>
                      </a:lnTo>
                      <a:lnTo>
                        <a:pt x="8624" y="5429"/>
                      </a:lnTo>
                      <a:lnTo>
                        <a:pt x="10904" y="577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92" name="Freeform: Shape 291">
                  <a:extLst>
                    <a:ext uri="{FF2B5EF4-FFF2-40B4-BE49-F238E27FC236}">
                      <a16:creationId xmlns:a16="http://schemas.microsoft.com/office/drawing/2014/main" id="{5E201F0C-A5F6-9D8E-2904-8FB9823A111B}"/>
                    </a:ext>
                  </a:extLst>
                </p:cNvPr>
                <p:cNvSpPr/>
                <p:nvPr/>
              </p:nvSpPr>
              <p:spPr>
                <a:xfrm>
                  <a:off x="8124920" y="3573814"/>
                  <a:ext cx="32285" cy="42518"/>
                </a:xfrm>
                <a:custGeom>
                  <a:avLst/>
                  <a:gdLst>
                    <a:gd name="connsiteX0" fmla="*/ 24506 w 32285"/>
                    <a:gd name="connsiteY0" fmla="*/ 0 h 42518"/>
                    <a:gd name="connsiteX1" fmla="*/ 30364 w 32285"/>
                    <a:gd name="connsiteY1" fmla="*/ 5603 h 42518"/>
                    <a:gd name="connsiteX2" fmla="*/ 32285 w 32285"/>
                    <a:gd name="connsiteY2" fmla="*/ 12190 h 42518"/>
                    <a:gd name="connsiteX3" fmla="*/ 29484 w 32285"/>
                    <a:gd name="connsiteY3" fmla="*/ 33443 h 42518"/>
                    <a:gd name="connsiteX4" fmla="*/ 29345 w 32285"/>
                    <a:gd name="connsiteY4" fmla="*/ 33732 h 42518"/>
                    <a:gd name="connsiteX5" fmla="*/ 28187 w 32285"/>
                    <a:gd name="connsiteY5" fmla="*/ 35052 h 42518"/>
                    <a:gd name="connsiteX6" fmla="*/ 26196 w 32285"/>
                    <a:gd name="connsiteY6" fmla="*/ 32552 h 42518"/>
                    <a:gd name="connsiteX7" fmla="*/ 26138 w 32285"/>
                    <a:gd name="connsiteY7" fmla="*/ 36267 h 42518"/>
                    <a:gd name="connsiteX8" fmla="*/ 23314 w 32285"/>
                    <a:gd name="connsiteY8" fmla="*/ 37923 h 42518"/>
                    <a:gd name="connsiteX9" fmla="*/ 25178 w 32285"/>
                    <a:gd name="connsiteY9" fmla="*/ 40087 h 42518"/>
                    <a:gd name="connsiteX10" fmla="*/ 25073 w 32285"/>
                    <a:gd name="connsiteY10" fmla="*/ 40168 h 42518"/>
                    <a:gd name="connsiteX11" fmla="*/ 23291 w 32285"/>
                    <a:gd name="connsiteY11" fmla="*/ 40469 h 42518"/>
                    <a:gd name="connsiteX12" fmla="*/ 22724 w 32285"/>
                    <a:gd name="connsiteY12" fmla="*/ 41893 h 42518"/>
                    <a:gd name="connsiteX13" fmla="*/ 21878 w 32285"/>
                    <a:gd name="connsiteY13" fmla="*/ 42518 h 42518"/>
                    <a:gd name="connsiteX14" fmla="*/ 20952 w 32285"/>
                    <a:gd name="connsiteY14" fmla="*/ 42518 h 42518"/>
                    <a:gd name="connsiteX15" fmla="*/ 19031 w 32285"/>
                    <a:gd name="connsiteY15" fmla="*/ 41441 h 42518"/>
                    <a:gd name="connsiteX16" fmla="*/ 13856 w 32285"/>
                    <a:gd name="connsiteY16" fmla="*/ 41974 h 42518"/>
                    <a:gd name="connsiteX17" fmla="*/ 7281 w 32285"/>
                    <a:gd name="connsiteY17" fmla="*/ 37772 h 42518"/>
                    <a:gd name="connsiteX18" fmla="*/ 6286 w 32285"/>
                    <a:gd name="connsiteY18" fmla="*/ 37714 h 42518"/>
                    <a:gd name="connsiteX19" fmla="*/ 5012 w 32285"/>
                    <a:gd name="connsiteY19" fmla="*/ 36962 h 42518"/>
                    <a:gd name="connsiteX20" fmla="*/ 3554 w 32285"/>
                    <a:gd name="connsiteY20" fmla="*/ 35503 h 42518"/>
                    <a:gd name="connsiteX21" fmla="*/ 3288 w 32285"/>
                    <a:gd name="connsiteY21" fmla="*/ 34346 h 42518"/>
                    <a:gd name="connsiteX22" fmla="*/ 1933 w 32285"/>
                    <a:gd name="connsiteY22" fmla="*/ 33894 h 42518"/>
                    <a:gd name="connsiteX23" fmla="*/ 162 w 32285"/>
                    <a:gd name="connsiteY23" fmla="*/ 32123 h 42518"/>
                    <a:gd name="connsiteX24" fmla="*/ 0 w 32285"/>
                    <a:gd name="connsiteY24" fmla="*/ 26474 h 42518"/>
                    <a:gd name="connsiteX25" fmla="*/ 602 w 32285"/>
                    <a:gd name="connsiteY25" fmla="*/ 21797 h 42518"/>
                    <a:gd name="connsiteX26" fmla="*/ 2743 w 32285"/>
                    <a:gd name="connsiteY26" fmla="*/ 19355 h 42518"/>
                    <a:gd name="connsiteX27" fmla="*/ 7953 w 32285"/>
                    <a:gd name="connsiteY27" fmla="*/ 16241 h 42518"/>
                    <a:gd name="connsiteX28" fmla="*/ 10696 w 32285"/>
                    <a:gd name="connsiteY28" fmla="*/ 16299 h 42518"/>
                    <a:gd name="connsiteX29" fmla="*/ 16855 w 32285"/>
                    <a:gd name="connsiteY29" fmla="*/ 16854 h 42518"/>
                    <a:gd name="connsiteX30" fmla="*/ 18012 w 32285"/>
                    <a:gd name="connsiteY30" fmla="*/ 14574 h 42518"/>
                    <a:gd name="connsiteX31" fmla="*/ 16473 w 32285"/>
                    <a:gd name="connsiteY31" fmla="*/ 10604 h 42518"/>
                    <a:gd name="connsiteX32" fmla="*/ 18035 w 32285"/>
                    <a:gd name="connsiteY32" fmla="*/ 6876 h 42518"/>
                    <a:gd name="connsiteX33" fmla="*/ 16461 w 32285"/>
                    <a:gd name="connsiteY33" fmla="*/ 4260 h 42518"/>
                    <a:gd name="connsiteX34" fmla="*/ 24506 w 32285"/>
                    <a:gd name="connsiteY34" fmla="*/ 0 h 425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32285" h="42518">
                      <a:moveTo>
                        <a:pt x="24506" y="0"/>
                      </a:moveTo>
                      <a:lnTo>
                        <a:pt x="30364" y="5603"/>
                      </a:lnTo>
                      <a:lnTo>
                        <a:pt x="32285" y="12190"/>
                      </a:lnTo>
                      <a:lnTo>
                        <a:pt x="29484" y="33443"/>
                      </a:lnTo>
                      <a:lnTo>
                        <a:pt x="29345" y="33732"/>
                      </a:lnTo>
                      <a:lnTo>
                        <a:pt x="28187" y="35052"/>
                      </a:lnTo>
                      <a:lnTo>
                        <a:pt x="26196" y="32552"/>
                      </a:lnTo>
                      <a:lnTo>
                        <a:pt x="26138" y="36267"/>
                      </a:lnTo>
                      <a:lnTo>
                        <a:pt x="23314" y="37923"/>
                      </a:lnTo>
                      <a:lnTo>
                        <a:pt x="25178" y="40087"/>
                      </a:lnTo>
                      <a:lnTo>
                        <a:pt x="25073" y="40168"/>
                      </a:lnTo>
                      <a:lnTo>
                        <a:pt x="23291" y="40469"/>
                      </a:lnTo>
                      <a:lnTo>
                        <a:pt x="22724" y="41893"/>
                      </a:lnTo>
                      <a:lnTo>
                        <a:pt x="21878" y="42518"/>
                      </a:lnTo>
                      <a:lnTo>
                        <a:pt x="20952" y="42518"/>
                      </a:lnTo>
                      <a:lnTo>
                        <a:pt x="19031" y="41441"/>
                      </a:lnTo>
                      <a:lnTo>
                        <a:pt x="13856" y="41974"/>
                      </a:lnTo>
                      <a:lnTo>
                        <a:pt x="7281" y="37772"/>
                      </a:lnTo>
                      <a:lnTo>
                        <a:pt x="6286" y="37714"/>
                      </a:lnTo>
                      <a:lnTo>
                        <a:pt x="5012" y="36962"/>
                      </a:lnTo>
                      <a:lnTo>
                        <a:pt x="3554" y="35503"/>
                      </a:lnTo>
                      <a:lnTo>
                        <a:pt x="3288" y="34346"/>
                      </a:lnTo>
                      <a:lnTo>
                        <a:pt x="1933" y="33894"/>
                      </a:lnTo>
                      <a:lnTo>
                        <a:pt x="162" y="32123"/>
                      </a:lnTo>
                      <a:lnTo>
                        <a:pt x="0" y="26474"/>
                      </a:lnTo>
                      <a:lnTo>
                        <a:pt x="602" y="21797"/>
                      </a:lnTo>
                      <a:lnTo>
                        <a:pt x="2743" y="19355"/>
                      </a:lnTo>
                      <a:lnTo>
                        <a:pt x="7953" y="16241"/>
                      </a:lnTo>
                      <a:lnTo>
                        <a:pt x="10696" y="16299"/>
                      </a:lnTo>
                      <a:lnTo>
                        <a:pt x="16855" y="16854"/>
                      </a:lnTo>
                      <a:lnTo>
                        <a:pt x="18012" y="14574"/>
                      </a:lnTo>
                      <a:lnTo>
                        <a:pt x="16473" y="10604"/>
                      </a:lnTo>
                      <a:lnTo>
                        <a:pt x="18035" y="6876"/>
                      </a:lnTo>
                      <a:lnTo>
                        <a:pt x="16461" y="4260"/>
                      </a:lnTo>
                      <a:lnTo>
                        <a:pt x="24506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93" name="Freeform: Shape 292">
                  <a:extLst>
                    <a:ext uri="{FF2B5EF4-FFF2-40B4-BE49-F238E27FC236}">
                      <a16:creationId xmlns:a16="http://schemas.microsoft.com/office/drawing/2014/main" id="{AD3D0EB4-7EB6-67B1-07ED-CFE4BB97DB7C}"/>
                    </a:ext>
                  </a:extLst>
                </p:cNvPr>
                <p:cNvSpPr/>
                <p:nvPr/>
              </p:nvSpPr>
              <p:spPr>
                <a:xfrm>
                  <a:off x="9196245" y="2351667"/>
                  <a:ext cx="40399" cy="40538"/>
                </a:xfrm>
                <a:custGeom>
                  <a:avLst/>
                  <a:gdLst>
                    <a:gd name="connsiteX0" fmla="*/ 37379 w 40399"/>
                    <a:gd name="connsiteY0" fmla="*/ 787 h 40538"/>
                    <a:gd name="connsiteX1" fmla="*/ 40192 w 40399"/>
                    <a:gd name="connsiteY1" fmla="*/ 0 h 40538"/>
                    <a:gd name="connsiteX2" fmla="*/ 40284 w 40399"/>
                    <a:gd name="connsiteY2" fmla="*/ 162 h 40538"/>
                    <a:gd name="connsiteX3" fmla="*/ 40400 w 40399"/>
                    <a:gd name="connsiteY3" fmla="*/ 11009 h 40538"/>
                    <a:gd name="connsiteX4" fmla="*/ 38073 w 40399"/>
                    <a:gd name="connsiteY4" fmla="*/ 13440 h 40538"/>
                    <a:gd name="connsiteX5" fmla="*/ 36383 w 40399"/>
                    <a:gd name="connsiteY5" fmla="*/ 15199 h 40538"/>
                    <a:gd name="connsiteX6" fmla="*/ 33419 w 40399"/>
                    <a:gd name="connsiteY6" fmla="*/ 23673 h 40538"/>
                    <a:gd name="connsiteX7" fmla="*/ 38177 w 40399"/>
                    <a:gd name="connsiteY7" fmla="*/ 29993 h 40538"/>
                    <a:gd name="connsiteX8" fmla="*/ 38837 w 40399"/>
                    <a:gd name="connsiteY8" fmla="*/ 33790 h 40538"/>
                    <a:gd name="connsiteX9" fmla="*/ 38930 w 40399"/>
                    <a:gd name="connsiteY9" fmla="*/ 34542 h 40538"/>
                    <a:gd name="connsiteX10" fmla="*/ 32922 w 40399"/>
                    <a:gd name="connsiteY10" fmla="*/ 39925 h 40538"/>
                    <a:gd name="connsiteX11" fmla="*/ 30896 w 40399"/>
                    <a:gd name="connsiteY11" fmla="*/ 40539 h 40538"/>
                    <a:gd name="connsiteX12" fmla="*/ 30445 w 40399"/>
                    <a:gd name="connsiteY12" fmla="*/ 40516 h 40538"/>
                    <a:gd name="connsiteX13" fmla="*/ 29692 w 40399"/>
                    <a:gd name="connsiteY13" fmla="*/ 36279 h 40538"/>
                    <a:gd name="connsiteX14" fmla="*/ 26555 w 40399"/>
                    <a:gd name="connsiteY14" fmla="*/ 36777 h 40538"/>
                    <a:gd name="connsiteX15" fmla="*/ 23429 w 40399"/>
                    <a:gd name="connsiteY15" fmla="*/ 33304 h 40538"/>
                    <a:gd name="connsiteX16" fmla="*/ 16878 w 40399"/>
                    <a:gd name="connsiteY16" fmla="*/ 31799 h 40538"/>
                    <a:gd name="connsiteX17" fmla="*/ 15037 w 40399"/>
                    <a:gd name="connsiteY17" fmla="*/ 32563 h 40538"/>
                    <a:gd name="connsiteX18" fmla="*/ 12502 w 40399"/>
                    <a:gd name="connsiteY18" fmla="*/ 33408 h 40538"/>
                    <a:gd name="connsiteX19" fmla="*/ 9944 w 40399"/>
                    <a:gd name="connsiteY19" fmla="*/ 30005 h 40538"/>
                    <a:gd name="connsiteX20" fmla="*/ 8844 w 40399"/>
                    <a:gd name="connsiteY20" fmla="*/ 31463 h 40538"/>
                    <a:gd name="connsiteX21" fmla="*/ 6633 w 40399"/>
                    <a:gd name="connsiteY21" fmla="*/ 33709 h 40538"/>
                    <a:gd name="connsiteX22" fmla="*/ 0 w 40399"/>
                    <a:gd name="connsiteY22" fmla="*/ 32991 h 40538"/>
                    <a:gd name="connsiteX23" fmla="*/ 3149 w 40399"/>
                    <a:gd name="connsiteY23" fmla="*/ 21323 h 40538"/>
                    <a:gd name="connsiteX24" fmla="*/ 6066 w 40399"/>
                    <a:gd name="connsiteY24" fmla="*/ 19390 h 40538"/>
                    <a:gd name="connsiteX25" fmla="*/ 6043 w 40399"/>
                    <a:gd name="connsiteY25" fmla="*/ 19123 h 40538"/>
                    <a:gd name="connsiteX26" fmla="*/ 6054 w 40399"/>
                    <a:gd name="connsiteY26" fmla="*/ 19123 h 40538"/>
                    <a:gd name="connsiteX27" fmla="*/ 5996 w 40399"/>
                    <a:gd name="connsiteY27" fmla="*/ 18765 h 40538"/>
                    <a:gd name="connsiteX28" fmla="*/ 5452 w 40399"/>
                    <a:gd name="connsiteY28" fmla="*/ 14377 h 40538"/>
                    <a:gd name="connsiteX29" fmla="*/ 6633 w 40399"/>
                    <a:gd name="connsiteY29" fmla="*/ 13440 h 40538"/>
                    <a:gd name="connsiteX30" fmla="*/ 7964 w 40399"/>
                    <a:gd name="connsiteY30" fmla="*/ 12386 h 40538"/>
                    <a:gd name="connsiteX31" fmla="*/ 8531 w 40399"/>
                    <a:gd name="connsiteY31" fmla="*/ 12085 h 40538"/>
                    <a:gd name="connsiteX32" fmla="*/ 8566 w 40399"/>
                    <a:gd name="connsiteY32" fmla="*/ 11923 h 40538"/>
                    <a:gd name="connsiteX33" fmla="*/ 8867 w 40399"/>
                    <a:gd name="connsiteY33" fmla="*/ 11680 h 40538"/>
                    <a:gd name="connsiteX34" fmla="*/ 9932 w 40399"/>
                    <a:gd name="connsiteY34" fmla="*/ 5661 h 40538"/>
                    <a:gd name="connsiteX35" fmla="*/ 11483 w 40399"/>
                    <a:gd name="connsiteY35" fmla="*/ 12224 h 40538"/>
                    <a:gd name="connsiteX36" fmla="*/ 12641 w 40399"/>
                    <a:gd name="connsiteY36" fmla="*/ 13486 h 40538"/>
                    <a:gd name="connsiteX37" fmla="*/ 12838 w 40399"/>
                    <a:gd name="connsiteY37" fmla="*/ 14053 h 40538"/>
                    <a:gd name="connsiteX38" fmla="*/ 13567 w 40399"/>
                    <a:gd name="connsiteY38" fmla="*/ 14493 h 40538"/>
                    <a:gd name="connsiteX39" fmla="*/ 13960 w 40399"/>
                    <a:gd name="connsiteY39" fmla="*/ 14921 h 40538"/>
                    <a:gd name="connsiteX40" fmla="*/ 14655 w 40399"/>
                    <a:gd name="connsiteY40" fmla="*/ 15141 h 40538"/>
                    <a:gd name="connsiteX41" fmla="*/ 16600 w 40399"/>
                    <a:gd name="connsiteY41" fmla="*/ 16299 h 40538"/>
                    <a:gd name="connsiteX42" fmla="*/ 17931 w 40399"/>
                    <a:gd name="connsiteY42" fmla="*/ 16160 h 40538"/>
                    <a:gd name="connsiteX43" fmla="*/ 18000 w 40399"/>
                    <a:gd name="connsiteY43" fmla="*/ 16183 h 40538"/>
                    <a:gd name="connsiteX44" fmla="*/ 18070 w 40399"/>
                    <a:gd name="connsiteY44" fmla="*/ 16137 h 40538"/>
                    <a:gd name="connsiteX45" fmla="*/ 19644 w 40399"/>
                    <a:gd name="connsiteY45" fmla="*/ 15975 h 40538"/>
                    <a:gd name="connsiteX46" fmla="*/ 19610 w 40399"/>
                    <a:gd name="connsiteY46" fmla="*/ 16079 h 40538"/>
                    <a:gd name="connsiteX47" fmla="*/ 18278 w 40399"/>
                    <a:gd name="connsiteY47" fmla="*/ 16553 h 40538"/>
                    <a:gd name="connsiteX48" fmla="*/ 21913 w 40399"/>
                    <a:gd name="connsiteY48" fmla="*/ 20292 h 40538"/>
                    <a:gd name="connsiteX49" fmla="*/ 19806 w 40399"/>
                    <a:gd name="connsiteY49" fmla="*/ 17387 h 40538"/>
                    <a:gd name="connsiteX50" fmla="*/ 20582 w 40399"/>
                    <a:gd name="connsiteY50" fmla="*/ 17445 h 40538"/>
                    <a:gd name="connsiteX51" fmla="*/ 22492 w 40399"/>
                    <a:gd name="connsiteY51" fmla="*/ 18105 h 40538"/>
                    <a:gd name="connsiteX52" fmla="*/ 26543 w 40399"/>
                    <a:gd name="connsiteY52" fmla="*/ 16912 h 40538"/>
                    <a:gd name="connsiteX53" fmla="*/ 29021 w 40399"/>
                    <a:gd name="connsiteY53" fmla="*/ 13440 h 40538"/>
                    <a:gd name="connsiteX54" fmla="*/ 29472 w 40399"/>
                    <a:gd name="connsiteY54" fmla="*/ 12814 h 40538"/>
                    <a:gd name="connsiteX55" fmla="*/ 28847 w 40399"/>
                    <a:gd name="connsiteY55" fmla="*/ 6054 h 40538"/>
                    <a:gd name="connsiteX56" fmla="*/ 29912 w 40399"/>
                    <a:gd name="connsiteY56" fmla="*/ 5545 h 40538"/>
                    <a:gd name="connsiteX57" fmla="*/ 30410 w 40399"/>
                    <a:gd name="connsiteY57" fmla="*/ 5938 h 40538"/>
                    <a:gd name="connsiteX58" fmla="*/ 31324 w 40399"/>
                    <a:gd name="connsiteY58" fmla="*/ 4873 h 40538"/>
                    <a:gd name="connsiteX59" fmla="*/ 32667 w 40399"/>
                    <a:gd name="connsiteY59" fmla="*/ 4237 h 40538"/>
                    <a:gd name="connsiteX60" fmla="*/ 35272 w 40399"/>
                    <a:gd name="connsiteY60" fmla="*/ 4839 h 40538"/>
                    <a:gd name="connsiteX61" fmla="*/ 37379 w 40399"/>
                    <a:gd name="connsiteY61" fmla="*/ 787 h 40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0399" h="40538">
                      <a:moveTo>
                        <a:pt x="37379" y="787"/>
                      </a:moveTo>
                      <a:lnTo>
                        <a:pt x="40192" y="0"/>
                      </a:lnTo>
                      <a:lnTo>
                        <a:pt x="40284" y="162"/>
                      </a:lnTo>
                      <a:lnTo>
                        <a:pt x="40400" y="11009"/>
                      </a:lnTo>
                      <a:lnTo>
                        <a:pt x="38073" y="13440"/>
                      </a:lnTo>
                      <a:lnTo>
                        <a:pt x="36383" y="15199"/>
                      </a:lnTo>
                      <a:lnTo>
                        <a:pt x="33419" y="23673"/>
                      </a:lnTo>
                      <a:lnTo>
                        <a:pt x="38177" y="29993"/>
                      </a:lnTo>
                      <a:lnTo>
                        <a:pt x="38837" y="33790"/>
                      </a:lnTo>
                      <a:lnTo>
                        <a:pt x="38930" y="34542"/>
                      </a:lnTo>
                      <a:lnTo>
                        <a:pt x="32922" y="39925"/>
                      </a:lnTo>
                      <a:lnTo>
                        <a:pt x="30896" y="40539"/>
                      </a:lnTo>
                      <a:lnTo>
                        <a:pt x="30445" y="40516"/>
                      </a:lnTo>
                      <a:lnTo>
                        <a:pt x="29692" y="36279"/>
                      </a:lnTo>
                      <a:lnTo>
                        <a:pt x="26555" y="36777"/>
                      </a:lnTo>
                      <a:lnTo>
                        <a:pt x="23429" y="33304"/>
                      </a:lnTo>
                      <a:lnTo>
                        <a:pt x="16878" y="31799"/>
                      </a:lnTo>
                      <a:lnTo>
                        <a:pt x="15037" y="32563"/>
                      </a:lnTo>
                      <a:lnTo>
                        <a:pt x="12502" y="33408"/>
                      </a:lnTo>
                      <a:lnTo>
                        <a:pt x="9944" y="30005"/>
                      </a:lnTo>
                      <a:lnTo>
                        <a:pt x="8844" y="31463"/>
                      </a:lnTo>
                      <a:lnTo>
                        <a:pt x="6633" y="33709"/>
                      </a:lnTo>
                      <a:lnTo>
                        <a:pt x="0" y="32991"/>
                      </a:lnTo>
                      <a:lnTo>
                        <a:pt x="3149" y="21323"/>
                      </a:lnTo>
                      <a:lnTo>
                        <a:pt x="6066" y="19390"/>
                      </a:lnTo>
                      <a:lnTo>
                        <a:pt x="6043" y="19123"/>
                      </a:lnTo>
                      <a:lnTo>
                        <a:pt x="6054" y="19123"/>
                      </a:lnTo>
                      <a:lnTo>
                        <a:pt x="5996" y="18765"/>
                      </a:lnTo>
                      <a:lnTo>
                        <a:pt x="5452" y="14377"/>
                      </a:lnTo>
                      <a:lnTo>
                        <a:pt x="6633" y="13440"/>
                      </a:lnTo>
                      <a:lnTo>
                        <a:pt x="7964" y="12386"/>
                      </a:lnTo>
                      <a:lnTo>
                        <a:pt x="8531" y="12085"/>
                      </a:lnTo>
                      <a:lnTo>
                        <a:pt x="8566" y="11923"/>
                      </a:lnTo>
                      <a:lnTo>
                        <a:pt x="8867" y="11680"/>
                      </a:lnTo>
                      <a:lnTo>
                        <a:pt x="9932" y="5661"/>
                      </a:lnTo>
                      <a:lnTo>
                        <a:pt x="11483" y="12224"/>
                      </a:lnTo>
                      <a:lnTo>
                        <a:pt x="12641" y="13486"/>
                      </a:lnTo>
                      <a:lnTo>
                        <a:pt x="12838" y="14053"/>
                      </a:lnTo>
                      <a:lnTo>
                        <a:pt x="13567" y="14493"/>
                      </a:lnTo>
                      <a:lnTo>
                        <a:pt x="13960" y="14921"/>
                      </a:lnTo>
                      <a:lnTo>
                        <a:pt x="14655" y="15141"/>
                      </a:lnTo>
                      <a:lnTo>
                        <a:pt x="16600" y="16299"/>
                      </a:lnTo>
                      <a:lnTo>
                        <a:pt x="17931" y="16160"/>
                      </a:lnTo>
                      <a:lnTo>
                        <a:pt x="18000" y="16183"/>
                      </a:lnTo>
                      <a:lnTo>
                        <a:pt x="18070" y="16137"/>
                      </a:lnTo>
                      <a:lnTo>
                        <a:pt x="19644" y="15975"/>
                      </a:lnTo>
                      <a:lnTo>
                        <a:pt x="19610" y="16079"/>
                      </a:lnTo>
                      <a:lnTo>
                        <a:pt x="18278" y="16553"/>
                      </a:lnTo>
                      <a:lnTo>
                        <a:pt x="21913" y="20292"/>
                      </a:lnTo>
                      <a:lnTo>
                        <a:pt x="19806" y="17387"/>
                      </a:lnTo>
                      <a:lnTo>
                        <a:pt x="20582" y="17445"/>
                      </a:lnTo>
                      <a:lnTo>
                        <a:pt x="22492" y="18105"/>
                      </a:lnTo>
                      <a:lnTo>
                        <a:pt x="26543" y="16912"/>
                      </a:lnTo>
                      <a:lnTo>
                        <a:pt x="29021" y="13440"/>
                      </a:lnTo>
                      <a:lnTo>
                        <a:pt x="29472" y="12814"/>
                      </a:lnTo>
                      <a:lnTo>
                        <a:pt x="28847" y="6054"/>
                      </a:lnTo>
                      <a:lnTo>
                        <a:pt x="29912" y="5545"/>
                      </a:lnTo>
                      <a:lnTo>
                        <a:pt x="30410" y="5938"/>
                      </a:lnTo>
                      <a:lnTo>
                        <a:pt x="31324" y="4873"/>
                      </a:lnTo>
                      <a:lnTo>
                        <a:pt x="32667" y="4237"/>
                      </a:lnTo>
                      <a:lnTo>
                        <a:pt x="35272" y="4839"/>
                      </a:lnTo>
                      <a:lnTo>
                        <a:pt x="37379" y="78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E5F3854C-152E-D63B-79D4-50E6C41F78DE}"/>
                    </a:ext>
                  </a:extLst>
                </p:cNvPr>
                <p:cNvSpPr/>
                <p:nvPr/>
              </p:nvSpPr>
              <p:spPr>
                <a:xfrm>
                  <a:off x="9229653" y="2256155"/>
                  <a:ext cx="28338" cy="65704"/>
                </a:xfrm>
                <a:custGeom>
                  <a:avLst/>
                  <a:gdLst>
                    <a:gd name="connsiteX0" fmla="*/ 28014 w 28338"/>
                    <a:gd name="connsiteY0" fmla="*/ 19644 h 65704"/>
                    <a:gd name="connsiteX1" fmla="*/ 25375 w 28338"/>
                    <a:gd name="connsiteY1" fmla="*/ 24032 h 65704"/>
                    <a:gd name="connsiteX2" fmla="*/ 21612 w 28338"/>
                    <a:gd name="connsiteY2" fmla="*/ 23846 h 65704"/>
                    <a:gd name="connsiteX3" fmla="*/ 23950 w 28338"/>
                    <a:gd name="connsiteY3" fmla="*/ 26242 h 65704"/>
                    <a:gd name="connsiteX4" fmla="*/ 22712 w 28338"/>
                    <a:gd name="connsiteY4" fmla="*/ 31417 h 65704"/>
                    <a:gd name="connsiteX5" fmla="*/ 18487 w 28338"/>
                    <a:gd name="connsiteY5" fmla="*/ 34068 h 65704"/>
                    <a:gd name="connsiteX6" fmla="*/ 19888 w 28338"/>
                    <a:gd name="connsiteY6" fmla="*/ 35144 h 65704"/>
                    <a:gd name="connsiteX7" fmla="*/ 21045 w 28338"/>
                    <a:gd name="connsiteY7" fmla="*/ 38386 h 65704"/>
                    <a:gd name="connsiteX8" fmla="*/ 21265 w 28338"/>
                    <a:gd name="connsiteY8" fmla="*/ 39867 h 65704"/>
                    <a:gd name="connsiteX9" fmla="*/ 21161 w 28338"/>
                    <a:gd name="connsiteY9" fmla="*/ 53781 h 65704"/>
                    <a:gd name="connsiteX10" fmla="*/ 25768 w 28338"/>
                    <a:gd name="connsiteY10" fmla="*/ 56595 h 65704"/>
                    <a:gd name="connsiteX11" fmla="*/ 26486 w 28338"/>
                    <a:gd name="connsiteY11" fmla="*/ 60252 h 65704"/>
                    <a:gd name="connsiteX12" fmla="*/ 25421 w 28338"/>
                    <a:gd name="connsiteY12" fmla="*/ 62753 h 65704"/>
                    <a:gd name="connsiteX13" fmla="*/ 23569 w 28338"/>
                    <a:gd name="connsiteY13" fmla="*/ 62579 h 65704"/>
                    <a:gd name="connsiteX14" fmla="*/ 21230 w 28338"/>
                    <a:gd name="connsiteY14" fmla="*/ 61804 h 65704"/>
                    <a:gd name="connsiteX15" fmla="*/ 20663 w 28338"/>
                    <a:gd name="connsiteY15" fmla="*/ 62325 h 65704"/>
                    <a:gd name="connsiteX16" fmla="*/ 16426 w 28338"/>
                    <a:gd name="connsiteY16" fmla="*/ 61931 h 65704"/>
                    <a:gd name="connsiteX17" fmla="*/ 11541 w 28338"/>
                    <a:gd name="connsiteY17" fmla="*/ 65705 h 65704"/>
                    <a:gd name="connsiteX18" fmla="*/ 10106 w 28338"/>
                    <a:gd name="connsiteY18" fmla="*/ 60565 h 65704"/>
                    <a:gd name="connsiteX19" fmla="*/ 9400 w 28338"/>
                    <a:gd name="connsiteY19" fmla="*/ 55425 h 65704"/>
                    <a:gd name="connsiteX20" fmla="*/ 9840 w 28338"/>
                    <a:gd name="connsiteY20" fmla="*/ 52786 h 65704"/>
                    <a:gd name="connsiteX21" fmla="*/ 8867 w 28338"/>
                    <a:gd name="connsiteY21" fmla="*/ 51582 h 65704"/>
                    <a:gd name="connsiteX22" fmla="*/ 8856 w 28338"/>
                    <a:gd name="connsiteY22" fmla="*/ 51478 h 65704"/>
                    <a:gd name="connsiteX23" fmla="*/ 8717 w 28338"/>
                    <a:gd name="connsiteY23" fmla="*/ 51397 h 65704"/>
                    <a:gd name="connsiteX24" fmla="*/ 3751 w 28338"/>
                    <a:gd name="connsiteY24" fmla="*/ 45262 h 65704"/>
                    <a:gd name="connsiteX25" fmla="*/ 1077 w 28338"/>
                    <a:gd name="connsiteY25" fmla="*/ 45968 h 65704"/>
                    <a:gd name="connsiteX26" fmla="*/ 58 w 28338"/>
                    <a:gd name="connsiteY26" fmla="*/ 36962 h 65704"/>
                    <a:gd name="connsiteX27" fmla="*/ 0 w 28338"/>
                    <a:gd name="connsiteY27" fmla="*/ 36175 h 65704"/>
                    <a:gd name="connsiteX28" fmla="*/ 1297 w 28338"/>
                    <a:gd name="connsiteY28" fmla="*/ 32274 h 65704"/>
                    <a:gd name="connsiteX29" fmla="*/ 2512 w 28338"/>
                    <a:gd name="connsiteY29" fmla="*/ 36198 h 65704"/>
                    <a:gd name="connsiteX30" fmla="*/ 7409 w 28338"/>
                    <a:gd name="connsiteY30" fmla="*/ 38941 h 65704"/>
                    <a:gd name="connsiteX31" fmla="*/ 14435 w 28338"/>
                    <a:gd name="connsiteY31" fmla="*/ 35480 h 65704"/>
                    <a:gd name="connsiteX32" fmla="*/ 15651 w 28338"/>
                    <a:gd name="connsiteY32" fmla="*/ 27481 h 65704"/>
                    <a:gd name="connsiteX33" fmla="*/ 15141 w 28338"/>
                    <a:gd name="connsiteY33" fmla="*/ 24448 h 65704"/>
                    <a:gd name="connsiteX34" fmla="*/ 11240 w 28338"/>
                    <a:gd name="connsiteY34" fmla="*/ 21045 h 65704"/>
                    <a:gd name="connsiteX35" fmla="*/ 13764 w 28338"/>
                    <a:gd name="connsiteY35" fmla="*/ 12965 h 65704"/>
                    <a:gd name="connsiteX36" fmla="*/ 11738 w 28338"/>
                    <a:gd name="connsiteY36" fmla="*/ 8057 h 65704"/>
                    <a:gd name="connsiteX37" fmla="*/ 18070 w 28338"/>
                    <a:gd name="connsiteY37" fmla="*/ 3253 h 65704"/>
                    <a:gd name="connsiteX38" fmla="*/ 22353 w 28338"/>
                    <a:gd name="connsiteY38" fmla="*/ 0 h 65704"/>
                    <a:gd name="connsiteX39" fmla="*/ 21589 w 28338"/>
                    <a:gd name="connsiteY39" fmla="*/ 3253 h 65704"/>
                    <a:gd name="connsiteX40" fmla="*/ 21230 w 28338"/>
                    <a:gd name="connsiteY40" fmla="*/ 4816 h 65704"/>
                    <a:gd name="connsiteX41" fmla="*/ 19864 w 28338"/>
                    <a:gd name="connsiteY41" fmla="*/ 6876 h 65704"/>
                    <a:gd name="connsiteX42" fmla="*/ 20003 w 28338"/>
                    <a:gd name="connsiteY42" fmla="*/ 10048 h 65704"/>
                    <a:gd name="connsiteX43" fmla="*/ 19876 w 28338"/>
                    <a:gd name="connsiteY43" fmla="*/ 10604 h 65704"/>
                    <a:gd name="connsiteX44" fmla="*/ 27250 w 28338"/>
                    <a:gd name="connsiteY44" fmla="*/ 14505 h 65704"/>
                    <a:gd name="connsiteX45" fmla="*/ 27597 w 28338"/>
                    <a:gd name="connsiteY45" fmla="*/ 14817 h 65704"/>
                    <a:gd name="connsiteX46" fmla="*/ 28338 w 28338"/>
                    <a:gd name="connsiteY46" fmla="*/ 18024 h 65704"/>
                    <a:gd name="connsiteX47" fmla="*/ 28014 w 28338"/>
                    <a:gd name="connsiteY47" fmla="*/ 19644 h 65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28338" h="65704">
                      <a:moveTo>
                        <a:pt x="28014" y="19644"/>
                      </a:moveTo>
                      <a:lnTo>
                        <a:pt x="25375" y="24032"/>
                      </a:lnTo>
                      <a:lnTo>
                        <a:pt x="21612" y="23846"/>
                      </a:lnTo>
                      <a:lnTo>
                        <a:pt x="23950" y="26242"/>
                      </a:lnTo>
                      <a:lnTo>
                        <a:pt x="22712" y="31417"/>
                      </a:lnTo>
                      <a:lnTo>
                        <a:pt x="18487" y="34068"/>
                      </a:lnTo>
                      <a:lnTo>
                        <a:pt x="19888" y="35144"/>
                      </a:lnTo>
                      <a:lnTo>
                        <a:pt x="21045" y="38386"/>
                      </a:lnTo>
                      <a:lnTo>
                        <a:pt x="21265" y="39867"/>
                      </a:lnTo>
                      <a:lnTo>
                        <a:pt x="21161" y="53781"/>
                      </a:lnTo>
                      <a:lnTo>
                        <a:pt x="25768" y="56595"/>
                      </a:lnTo>
                      <a:lnTo>
                        <a:pt x="26486" y="60252"/>
                      </a:lnTo>
                      <a:lnTo>
                        <a:pt x="25421" y="62753"/>
                      </a:lnTo>
                      <a:lnTo>
                        <a:pt x="23569" y="62579"/>
                      </a:lnTo>
                      <a:lnTo>
                        <a:pt x="21230" y="61804"/>
                      </a:lnTo>
                      <a:lnTo>
                        <a:pt x="20663" y="62325"/>
                      </a:lnTo>
                      <a:lnTo>
                        <a:pt x="16426" y="61931"/>
                      </a:lnTo>
                      <a:lnTo>
                        <a:pt x="11541" y="65705"/>
                      </a:lnTo>
                      <a:lnTo>
                        <a:pt x="10106" y="60565"/>
                      </a:lnTo>
                      <a:lnTo>
                        <a:pt x="9400" y="55425"/>
                      </a:lnTo>
                      <a:lnTo>
                        <a:pt x="9840" y="52786"/>
                      </a:lnTo>
                      <a:lnTo>
                        <a:pt x="8867" y="51582"/>
                      </a:lnTo>
                      <a:lnTo>
                        <a:pt x="8856" y="51478"/>
                      </a:lnTo>
                      <a:lnTo>
                        <a:pt x="8717" y="51397"/>
                      </a:lnTo>
                      <a:lnTo>
                        <a:pt x="3751" y="45262"/>
                      </a:lnTo>
                      <a:lnTo>
                        <a:pt x="1077" y="45968"/>
                      </a:lnTo>
                      <a:lnTo>
                        <a:pt x="58" y="36962"/>
                      </a:lnTo>
                      <a:lnTo>
                        <a:pt x="0" y="36175"/>
                      </a:lnTo>
                      <a:lnTo>
                        <a:pt x="1297" y="32274"/>
                      </a:lnTo>
                      <a:lnTo>
                        <a:pt x="2512" y="36198"/>
                      </a:lnTo>
                      <a:lnTo>
                        <a:pt x="7409" y="38941"/>
                      </a:lnTo>
                      <a:lnTo>
                        <a:pt x="14435" y="35480"/>
                      </a:lnTo>
                      <a:lnTo>
                        <a:pt x="15651" y="27481"/>
                      </a:lnTo>
                      <a:lnTo>
                        <a:pt x="15141" y="24448"/>
                      </a:lnTo>
                      <a:lnTo>
                        <a:pt x="11240" y="21045"/>
                      </a:lnTo>
                      <a:lnTo>
                        <a:pt x="13764" y="12965"/>
                      </a:lnTo>
                      <a:lnTo>
                        <a:pt x="11738" y="8057"/>
                      </a:lnTo>
                      <a:lnTo>
                        <a:pt x="18070" y="3253"/>
                      </a:lnTo>
                      <a:lnTo>
                        <a:pt x="22353" y="0"/>
                      </a:lnTo>
                      <a:lnTo>
                        <a:pt x="21589" y="3253"/>
                      </a:lnTo>
                      <a:lnTo>
                        <a:pt x="21230" y="4816"/>
                      </a:lnTo>
                      <a:lnTo>
                        <a:pt x="19864" y="6876"/>
                      </a:lnTo>
                      <a:lnTo>
                        <a:pt x="20003" y="10048"/>
                      </a:lnTo>
                      <a:lnTo>
                        <a:pt x="19876" y="10604"/>
                      </a:lnTo>
                      <a:lnTo>
                        <a:pt x="27250" y="14505"/>
                      </a:lnTo>
                      <a:lnTo>
                        <a:pt x="27597" y="14817"/>
                      </a:lnTo>
                      <a:lnTo>
                        <a:pt x="28338" y="18024"/>
                      </a:lnTo>
                      <a:lnTo>
                        <a:pt x="28014" y="1964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95" name="Freeform: Shape 294">
                  <a:extLst>
                    <a:ext uri="{FF2B5EF4-FFF2-40B4-BE49-F238E27FC236}">
                      <a16:creationId xmlns:a16="http://schemas.microsoft.com/office/drawing/2014/main" id="{E4AB1CF5-304C-9D68-3C9A-3393055B817D}"/>
                    </a:ext>
                  </a:extLst>
                </p:cNvPr>
                <p:cNvSpPr/>
                <p:nvPr/>
              </p:nvSpPr>
              <p:spPr>
                <a:xfrm>
                  <a:off x="9729464" y="1703164"/>
                  <a:ext cx="30120" cy="50412"/>
                </a:xfrm>
                <a:custGeom>
                  <a:avLst/>
                  <a:gdLst>
                    <a:gd name="connsiteX0" fmla="*/ 16947 w 30120"/>
                    <a:gd name="connsiteY0" fmla="*/ 1574 h 50412"/>
                    <a:gd name="connsiteX1" fmla="*/ 19563 w 30120"/>
                    <a:gd name="connsiteY1" fmla="*/ 0 h 50412"/>
                    <a:gd name="connsiteX2" fmla="*/ 22006 w 30120"/>
                    <a:gd name="connsiteY2" fmla="*/ 2037 h 50412"/>
                    <a:gd name="connsiteX3" fmla="*/ 20929 w 30120"/>
                    <a:gd name="connsiteY3" fmla="*/ 7547 h 50412"/>
                    <a:gd name="connsiteX4" fmla="*/ 23036 w 30120"/>
                    <a:gd name="connsiteY4" fmla="*/ 8612 h 50412"/>
                    <a:gd name="connsiteX5" fmla="*/ 22920 w 30120"/>
                    <a:gd name="connsiteY5" fmla="*/ 9515 h 50412"/>
                    <a:gd name="connsiteX6" fmla="*/ 21751 w 30120"/>
                    <a:gd name="connsiteY6" fmla="*/ 13173 h 50412"/>
                    <a:gd name="connsiteX7" fmla="*/ 20721 w 30120"/>
                    <a:gd name="connsiteY7" fmla="*/ 13856 h 50412"/>
                    <a:gd name="connsiteX8" fmla="*/ 21172 w 30120"/>
                    <a:gd name="connsiteY8" fmla="*/ 14956 h 50412"/>
                    <a:gd name="connsiteX9" fmla="*/ 21092 w 30120"/>
                    <a:gd name="connsiteY9" fmla="*/ 15211 h 50412"/>
                    <a:gd name="connsiteX10" fmla="*/ 21809 w 30120"/>
                    <a:gd name="connsiteY10" fmla="*/ 16507 h 50412"/>
                    <a:gd name="connsiteX11" fmla="*/ 22284 w 30120"/>
                    <a:gd name="connsiteY11" fmla="*/ 17665 h 50412"/>
                    <a:gd name="connsiteX12" fmla="*/ 22400 w 30120"/>
                    <a:gd name="connsiteY12" fmla="*/ 17572 h 50412"/>
                    <a:gd name="connsiteX13" fmla="*/ 22515 w 30120"/>
                    <a:gd name="connsiteY13" fmla="*/ 17792 h 50412"/>
                    <a:gd name="connsiteX14" fmla="*/ 24055 w 30120"/>
                    <a:gd name="connsiteY14" fmla="*/ 16067 h 50412"/>
                    <a:gd name="connsiteX15" fmla="*/ 25120 w 30120"/>
                    <a:gd name="connsiteY15" fmla="*/ 15107 h 50412"/>
                    <a:gd name="connsiteX16" fmla="*/ 25421 w 30120"/>
                    <a:gd name="connsiteY16" fmla="*/ 15199 h 50412"/>
                    <a:gd name="connsiteX17" fmla="*/ 26671 w 30120"/>
                    <a:gd name="connsiteY17" fmla="*/ 15732 h 50412"/>
                    <a:gd name="connsiteX18" fmla="*/ 26717 w 30120"/>
                    <a:gd name="connsiteY18" fmla="*/ 15593 h 50412"/>
                    <a:gd name="connsiteX19" fmla="*/ 26868 w 30120"/>
                    <a:gd name="connsiteY19" fmla="*/ 15639 h 50412"/>
                    <a:gd name="connsiteX20" fmla="*/ 27597 w 30120"/>
                    <a:gd name="connsiteY20" fmla="*/ 13231 h 50412"/>
                    <a:gd name="connsiteX21" fmla="*/ 28454 w 30120"/>
                    <a:gd name="connsiteY21" fmla="*/ 10928 h 50412"/>
                    <a:gd name="connsiteX22" fmla="*/ 30121 w 30120"/>
                    <a:gd name="connsiteY22" fmla="*/ 12849 h 50412"/>
                    <a:gd name="connsiteX23" fmla="*/ 30051 w 30120"/>
                    <a:gd name="connsiteY23" fmla="*/ 13416 h 50412"/>
                    <a:gd name="connsiteX24" fmla="*/ 28755 w 30120"/>
                    <a:gd name="connsiteY24" fmla="*/ 16218 h 50412"/>
                    <a:gd name="connsiteX25" fmla="*/ 28419 w 30120"/>
                    <a:gd name="connsiteY25" fmla="*/ 26717 h 50412"/>
                    <a:gd name="connsiteX26" fmla="*/ 28338 w 30120"/>
                    <a:gd name="connsiteY26" fmla="*/ 27377 h 50412"/>
                    <a:gd name="connsiteX27" fmla="*/ 28083 w 30120"/>
                    <a:gd name="connsiteY27" fmla="*/ 27551 h 50412"/>
                    <a:gd name="connsiteX28" fmla="*/ 25432 w 30120"/>
                    <a:gd name="connsiteY28" fmla="*/ 29113 h 50412"/>
                    <a:gd name="connsiteX29" fmla="*/ 25317 w 30120"/>
                    <a:gd name="connsiteY29" fmla="*/ 29426 h 50412"/>
                    <a:gd name="connsiteX30" fmla="*/ 24981 w 30120"/>
                    <a:gd name="connsiteY30" fmla="*/ 29657 h 50412"/>
                    <a:gd name="connsiteX31" fmla="*/ 23406 w 30120"/>
                    <a:gd name="connsiteY31" fmla="*/ 34542 h 50412"/>
                    <a:gd name="connsiteX32" fmla="*/ 24229 w 30120"/>
                    <a:gd name="connsiteY32" fmla="*/ 39589 h 50412"/>
                    <a:gd name="connsiteX33" fmla="*/ 21948 w 30120"/>
                    <a:gd name="connsiteY33" fmla="*/ 47206 h 50412"/>
                    <a:gd name="connsiteX34" fmla="*/ 22585 w 30120"/>
                    <a:gd name="connsiteY34" fmla="*/ 50413 h 50412"/>
                    <a:gd name="connsiteX35" fmla="*/ 19691 w 30120"/>
                    <a:gd name="connsiteY35" fmla="*/ 46593 h 50412"/>
                    <a:gd name="connsiteX36" fmla="*/ 15199 w 30120"/>
                    <a:gd name="connsiteY36" fmla="*/ 46280 h 50412"/>
                    <a:gd name="connsiteX37" fmla="*/ 7930 w 30120"/>
                    <a:gd name="connsiteY37" fmla="*/ 40492 h 50412"/>
                    <a:gd name="connsiteX38" fmla="*/ 6587 w 30120"/>
                    <a:gd name="connsiteY38" fmla="*/ 29889 h 50412"/>
                    <a:gd name="connsiteX39" fmla="*/ 9296 w 30120"/>
                    <a:gd name="connsiteY39" fmla="*/ 28291 h 50412"/>
                    <a:gd name="connsiteX40" fmla="*/ 9319 w 30120"/>
                    <a:gd name="connsiteY40" fmla="*/ 28129 h 50412"/>
                    <a:gd name="connsiteX41" fmla="*/ 9446 w 30120"/>
                    <a:gd name="connsiteY41" fmla="*/ 28048 h 50412"/>
                    <a:gd name="connsiteX42" fmla="*/ 9458 w 30120"/>
                    <a:gd name="connsiteY42" fmla="*/ 27724 h 50412"/>
                    <a:gd name="connsiteX43" fmla="*/ 9469 w 30120"/>
                    <a:gd name="connsiteY43" fmla="*/ 27412 h 50412"/>
                    <a:gd name="connsiteX44" fmla="*/ 10326 w 30120"/>
                    <a:gd name="connsiteY44" fmla="*/ 23175 h 50412"/>
                    <a:gd name="connsiteX45" fmla="*/ 9677 w 30120"/>
                    <a:gd name="connsiteY45" fmla="*/ 21554 h 50412"/>
                    <a:gd name="connsiteX46" fmla="*/ 9793 w 30120"/>
                    <a:gd name="connsiteY46" fmla="*/ 18163 h 50412"/>
                    <a:gd name="connsiteX47" fmla="*/ 9029 w 30120"/>
                    <a:gd name="connsiteY47" fmla="*/ 19945 h 50412"/>
                    <a:gd name="connsiteX48" fmla="*/ 8995 w 30120"/>
                    <a:gd name="connsiteY48" fmla="*/ 19853 h 50412"/>
                    <a:gd name="connsiteX49" fmla="*/ 8207 w 30120"/>
                    <a:gd name="connsiteY49" fmla="*/ 21311 h 50412"/>
                    <a:gd name="connsiteX50" fmla="*/ 7582 w 30120"/>
                    <a:gd name="connsiteY50" fmla="*/ 17399 h 50412"/>
                    <a:gd name="connsiteX51" fmla="*/ 2883 w 30120"/>
                    <a:gd name="connsiteY51" fmla="*/ 14910 h 50412"/>
                    <a:gd name="connsiteX52" fmla="*/ 1597 w 30120"/>
                    <a:gd name="connsiteY52" fmla="*/ 9886 h 50412"/>
                    <a:gd name="connsiteX53" fmla="*/ 0 w 30120"/>
                    <a:gd name="connsiteY53" fmla="*/ 9423 h 50412"/>
                    <a:gd name="connsiteX54" fmla="*/ 290 w 30120"/>
                    <a:gd name="connsiteY54" fmla="*/ 5117 h 50412"/>
                    <a:gd name="connsiteX55" fmla="*/ 3693 w 30120"/>
                    <a:gd name="connsiteY55" fmla="*/ 5290 h 50412"/>
                    <a:gd name="connsiteX56" fmla="*/ 5267 w 30120"/>
                    <a:gd name="connsiteY56" fmla="*/ 2605 h 50412"/>
                    <a:gd name="connsiteX57" fmla="*/ 8474 w 30120"/>
                    <a:gd name="connsiteY57" fmla="*/ 5753 h 50412"/>
                    <a:gd name="connsiteX58" fmla="*/ 8555 w 30120"/>
                    <a:gd name="connsiteY58" fmla="*/ 5637 h 50412"/>
                    <a:gd name="connsiteX59" fmla="*/ 8659 w 30120"/>
                    <a:gd name="connsiteY59" fmla="*/ 5730 h 50412"/>
                    <a:gd name="connsiteX60" fmla="*/ 9643 w 30120"/>
                    <a:gd name="connsiteY60" fmla="*/ 4202 h 50412"/>
                    <a:gd name="connsiteX61" fmla="*/ 9875 w 30120"/>
                    <a:gd name="connsiteY61" fmla="*/ 3901 h 50412"/>
                    <a:gd name="connsiteX62" fmla="*/ 12560 w 30120"/>
                    <a:gd name="connsiteY62" fmla="*/ 6344 h 50412"/>
                    <a:gd name="connsiteX63" fmla="*/ 14574 w 30120"/>
                    <a:gd name="connsiteY63" fmla="*/ 5591 h 50412"/>
                    <a:gd name="connsiteX64" fmla="*/ 17098 w 30120"/>
                    <a:gd name="connsiteY64" fmla="*/ 9909 h 50412"/>
                    <a:gd name="connsiteX65" fmla="*/ 20281 w 30120"/>
                    <a:gd name="connsiteY65" fmla="*/ 10314 h 50412"/>
                    <a:gd name="connsiteX66" fmla="*/ 21080 w 30120"/>
                    <a:gd name="connsiteY66" fmla="*/ 8369 h 50412"/>
                    <a:gd name="connsiteX67" fmla="*/ 17190 w 30120"/>
                    <a:gd name="connsiteY67" fmla="*/ 5776 h 50412"/>
                    <a:gd name="connsiteX68" fmla="*/ 17422 w 30120"/>
                    <a:gd name="connsiteY68" fmla="*/ 4873 h 50412"/>
                    <a:gd name="connsiteX69" fmla="*/ 18383 w 30120"/>
                    <a:gd name="connsiteY69" fmla="*/ 1424 h 50412"/>
                    <a:gd name="connsiteX70" fmla="*/ 17804 w 30120"/>
                    <a:gd name="connsiteY70" fmla="*/ 1505 h 50412"/>
                    <a:gd name="connsiteX71" fmla="*/ 16947 w 30120"/>
                    <a:gd name="connsiteY71" fmla="*/ 1574 h 504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</a:cxnLst>
                  <a:rect l="l" t="t" r="r" b="b"/>
                  <a:pathLst>
                    <a:path w="30120" h="50412">
                      <a:moveTo>
                        <a:pt x="16947" y="1574"/>
                      </a:moveTo>
                      <a:lnTo>
                        <a:pt x="19563" y="0"/>
                      </a:lnTo>
                      <a:lnTo>
                        <a:pt x="22006" y="2037"/>
                      </a:lnTo>
                      <a:lnTo>
                        <a:pt x="20929" y="7547"/>
                      </a:lnTo>
                      <a:lnTo>
                        <a:pt x="23036" y="8612"/>
                      </a:lnTo>
                      <a:lnTo>
                        <a:pt x="22920" y="9515"/>
                      </a:lnTo>
                      <a:lnTo>
                        <a:pt x="21751" y="13173"/>
                      </a:lnTo>
                      <a:lnTo>
                        <a:pt x="20721" y="13856"/>
                      </a:lnTo>
                      <a:lnTo>
                        <a:pt x="21172" y="14956"/>
                      </a:lnTo>
                      <a:lnTo>
                        <a:pt x="21092" y="15211"/>
                      </a:lnTo>
                      <a:lnTo>
                        <a:pt x="21809" y="16507"/>
                      </a:lnTo>
                      <a:lnTo>
                        <a:pt x="22284" y="17665"/>
                      </a:lnTo>
                      <a:lnTo>
                        <a:pt x="22400" y="17572"/>
                      </a:lnTo>
                      <a:lnTo>
                        <a:pt x="22515" y="17792"/>
                      </a:lnTo>
                      <a:lnTo>
                        <a:pt x="24055" y="16067"/>
                      </a:lnTo>
                      <a:lnTo>
                        <a:pt x="25120" y="15107"/>
                      </a:lnTo>
                      <a:lnTo>
                        <a:pt x="25421" y="15199"/>
                      </a:lnTo>
                      <a:lnTo>
                        <a:pt x="26671" y="15732"/>
                      </a:lnTo>
                      <a:lnTo>
                        <a:pt x="26717" y="15593"/>
                      </a:lnTo>
                      <a:lnTo>
                        <a:pt x="26868" y="15639"/>
                      </a:lnTo>
                      <a:lnTo>
                        <a:pt x="27597" y="13231"/>
                      </a:lnTo>
                      <a:lnTo>
                        <a:pt x="28454" y="10928"/>
                      </a:lnTo>
                      <a:lnTo>
                        <a:pt x="30121" y="12849"/>
                      </a:lnTo>
                      <a:lnTo>
                        <a:pt x="30051" y="13416"/>
                      </a:lnTo>
                      <a:lnTo>
                        <a:pt x="28755" y="16218"/>
                      </a:lnTo>
                      <a:lnTo>
                        <a:pt x="28419" y="26717"/>
                      </a:lnTo>
                      <a:lnTo>
                        <a:pt x="28338" y="27377"/>
                      </a:lnTo>
                      <a:lnTo>
                        <a:pt x="28083" y="27551"/>
                      </a:lnTo>
                      <a:lnTo>
                        <a:pt x="25432" y="29113"/>
                      </a:lnTo>
                      <a:lnTo>
                        <a:pt x="25317" y="29426"/>
                      </a:lnTo>
                      <a:lnTo>
                        <a:pt x="24981" y="29657"/>
                      </a:lnTo>
                      <a:lnTo>
                        <a:pt x="23406" y="34542"/>
                      </a:lnTo>
                      <a:lnTo>
                        <a:pt x="24229" y="39589"/>
                      </a:lnTo>
                      <a:lnTo>
                        <a:pt x="21948" y="47206"/>
                      </a:lnTo>
                      <a:lnTo>
                        <a:pt x="22585" y="50413"/>
                      </a:lnTo>
                      <a:lnTo>
                        <a:pt x="19691" y="46593"/>
                      </a:lnTo>
                      <a:lnTo>
                        <a:pt x="15199" y="46280"/>
                      </a:lnTo>
                      <a:lnTo>
                        <a:pt x="7930" y="40492"/>
                      </a:lnTo>
                      <a:lnTo>
                        <a:pt x="6587" y="29889"/>
                      </a:lnTo>
                      <a:lnTo>
                        <a:pt x="9296" y="28291"/>
                      </a:lnTo>
                      <a:lnTo>
                        <a:pt x="9319" y="28129"/>
                      </a:lnTo>
                      <a:lnTo>
                        <a:pt x="9446" y="28048"/>
                      </a:lnTo>
                      <a:lnTo>
                        <a:pt x="9458" y="27724"/>
                      </a:lnTo>
                      <a:lnTo>
                        <a:pt x="9469" y="27412"/>
                      </a:lnTo>
                      <a:lnTo>
                        <a:pt x="10326" y="23175"/>
                      </a:lnTo>
                      <a:lnTo>
                        <a:pt x="9677" y="21554"/>
                      </a:lnTo>
                      <a:lnTo>
                        <a:pt x="9793" y="18163"/>
                      </a:lnTo>
                      <a:lnTo>
                        <a:pt x="9029" y="19945"/>
                      </a:lnTo>
                      <a:lnTo>
                        <a:pt x="8995" y="19853"/>
                      </a:lnTo>
                      <a:lnTo>
                        <a:pt x="8207" y="21311"/>
                      </a:lnTo>
                      <a:lnTo>
                        <a:pt x="7582" y="17399"/>
                      </a:lnTo>
                      <a:lnTo>
                        <a:pt x="2883" y="14910"/>
                      </a:lnTo>
                      <a:lnTo>
                        <a:pt x="1597" y="9886"/>
                      </a:lnTo>
                      <a:lnTo>
                        <a:pt x="0" y="9423"/>
                      </a:lnTo>
                      <a:lnTo>
                        <a:pt x="290" y="5117"/>
                      </a:lnTo>
                      <a:lnTo>
                        <a:pt x="3693" y="5290"/>
                      </a:lnTo>
                      <a:lnTo>
                        <a:pt x="5267" y="2605"/>
                      </a:lnTo>
                      <a:lnTo>
                        <a:pt x="8474" y="5753"/>
                      </a:lnTo>
                      <a:lnTo>
                        <a:pt x="8555" y="5637"/>
                      </a:lnTo>
                      <a:lnTo>
                        <a:pt x="8659" y="5730"/>
                      </a:lnTo>
                      <a:lnTo>
                        <a:pt x="9643" y="4202"/>
                      </a:lnTo>
                      <a:lnTo>
                        <a:pt x="9875" y="3901"/>
                      </a:lnTo>
                      <a:lnTo>
                        <a:pt x="12560" y="6344"/>
                      </a:lnTo>
                      <a:lnTo>
                        <a:pt x="14574" y="5591"/>
                      </a:lnTo>
                      <a:lnTo>
                        <a:pt x="17098" y="9909"/>
                      </a:lnTo>
                      <a:lnTo>
                        <a:pt x="20281" y="10314"/>
                      </a:lnTo>
                      <a:lnTo>
                        <a:pt x="21080" y="8369"/>
                      </a:lnTo>
                      <a:lnTo>
                        <a:pt x="17190" y="5776"/>
                      </a:lnTo>
                      <a:lnTo>
                        <a:pt x="17422" y="4873"/>
                      </a:lnTo>
                      <a:lnTo>
                        <a:pt x="18383" y="1424"/>
                      </a:lnTo>
                      <a:lnTo>
                        <a:pt x="17804" y="1505"/>
                      </a:lnTo>
                      <a:lnTo>
                        <a:pt x="16947" y="157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96" name="Freeform: Shape 295">
                  <a:extLst>
                    <a:ext uri="{FF2B5EF4-FFF2-40B4-BE49-F238E27FC236}">
                      <a16:creationId xmlns:a16="http://schemas.microsoft.com/office/drawing/2014/main" id="{7B74FE31-5C06-C567-8C64-4B122D11412E}"/>
                    </a:ext>
                  </a:extLst>
                </p:cNvPr>
                <p:cNvSpPr/>
                <p:nvPr/>
              </p:nvSpPr>
              <p:spPr>
                <a:xfrm>
                  <a:off x="8199145" y="3352738"/>
                  <a:ext cx="32366" cy="30560"/>
                </a:xfrm>
                <a:custGeom>
                  <a:avLst/>
                  <a:gdLst>
                    <a:gd name="connsiteX0" fmla="*/ 6830 w 32366"/>
                    <a:gd name="connsiteY0" fmla="*/ 336 h 30560"/>
                    <a:gd name="connsiteX1" fmla="*/ 8150 w 32366"/>
                    <a:gd name="connsiteY1" fmla="*/ 0 h 30560"/>
                    <a:gd name="connsiteX2" fmla="*/ 10974 w 32366"/>
                    <a:gd name="connsiteY2" fmla="*/ 451 h 30560"/>
                    <a:gd name="connsiteX3" fmla="*/ 12433 w 32366"/>
                    <a:gd name="connsiteY3" fmla="*/ 1181 h 30560"/>
                    <a:gd name="connsiteX4" fmla="*/ 13069 w 32366"/>
                    <a:gd name="connsiteY4" fmla="*/ 775 h 30560"/>
                    <a:gd name="connsiteX5" fmla="*/ 14586 w 32366"/>
                    <a:gd name="connsiteY5" fmla="*/ 1018 h 30560"/>
                    <a:gd name="connsiteX6" fmla="*/ 15234 w 32366"/>
                    <a:gd name="connsiteY6" fmla="*/ 1632 h 30560"/>
                    <a:gd name="connsiteX7" fmla="*/ 16322 w 32366"/>
                    <a:gd name="connsiteY7" fmla="*/ 3102 h 30560"/>
                    <a:gd name="connsiteX8" fmla="*/ 16692 w 32366"/>
                    <a:gd name="connsiteY8" fmla="*/ 3021 h 30560"/>
                    <a:gd name="connsiteX9" fmla="*/ 17549 w 32366"/>
                    <a:gd name="connsiteY9" fmla="*/ 3832 h 30560"/>
                    <a:gd name="connsiteX10" fmla="*/ 19899 w 32366"/>
                    <a:gd name="connsiteY10" fmla="*/ 2790 h 30560"/>
                    <a:gd name="connsiteX11" fmla="*/ 22643 w 32366"/>
                    <a:gd name="connsiteY11" fmla="*/ 5429 h 30560"/>
                    <a:gd name="connsiteX12" fmla="*/ 23024 w 32366"/>
                    <a:gd name="connsiteY12" fmla="*/ 5198 h 30560"/>
                    <a:gd name="connsiteX13" fmla="*/ 29368 w 32366"/>
                    <a:gd name="connsiteY13" fmla="*/ 10198 h 30560"/>
                    <a:gd name="connsiteX14" fmla="*/ 30838 w 32366"/>
                    <a:gd name="connsiteY14" fmla="*/ 11622 h 30560"/>
                    <a:gd name="connsiteX15" fmla="*/ 32366 w 32366"/>
                    <a:gd name="connsiteY15" fmla="*/ 16750 h 30560"/>
                    <a:gd name="connsiteX16" fmla="*/ 32216 w 32366"/>
                    <a:gd name="connsiteY16" fmla="*/ 17190 h 30560"/>
                    <a:gd name="connsiteX17" fmla="*/ 29785 w 32366"/>
                    <a:gd name="connsiteY17" fmla="*/ 21844 h 30560"/>
                    <a:gd name="connsiteX18" fmla="*/ 30086 w 32366"/>
                    <a:gd name="connsiteY18" fmla="*/ 23580 h 30560"/>
                    <a:gd name="connsiteX19" fmla="*/ 28870 w 32366"/>
                    <a:gd name="connsiteY19" fmla="*/ 27215 h 30560"/>
                    <a:gd name="connsiteX20" fmla="*/ 27528 w 32366"/>
                    <a:gd name="connsiteY20" fmla="*/ 26347 h 30560"/>
                    <a:gd name="connsiteX21" fmla="*/ 23638 w 32366"/>
                    <a:gd name="connsiteY21" fmla="*/ 30560 h 30560"/>
                    <a:gd name="connsiteX22" fmla="*/ 12282 w 32366"/>
                    <a:gd name="connsiteY22" fmla="*/ 30433 h 30560"/>
                    <a:gd name="connsiteX23" fmla="*/ 11472 w 32366"/>
                    <a:gd name="connsiteY23" fmla="*/ 29125 h 30560"/>
                    <a:gd name="connsiteX24" fmla="*/ 7617 w 32366"/>
                    <a:gd name="connsiteY24" fmla="*/ 22804 h 30560"/>
                    <a:gd name="connsiteX25" fmla="*/ 4214 w 32366"/>
                    <a:gd name="connsiteY25" fmla="*/ 21242 h 30560"/>
                    <a:gd name="connsiteX26" fmla="*/ 1528 w 32366"/>
                    <a:gd name="connsiteY26" fmla="*/ 15327 h 30560"/>
                    <a:gd name="connsiteX27" fmla="*/ 0 w 32366"/>
                    <a:gd name="connsiteY27" fmla="*/ 10858 h 30560"/>
                    <a:gd name="connsiteX28" fmla="*/ 2466 w 32366"/>
                    <a:gd name="connsiteY28" fmla="*/ 2419 h 30560"/>
                    <a:gd name="connsiteX29" fmla="*/ 5996 w 32366"/>
                    <a:gd name="connsiteY29" fmla="*/ 2963 h 30560"/>
                    <a:gd name="connsiteX30" fmla="*/ 5800 w 32366"/>
                    <a:gd name="connsiteY30" fmla="*/ 961 h 30560"/>
                    <a:gd name="connsiteX31" fmla="*/ 6830 w 32366"/>
                    <a:gd name="connsiteY31" fmla="*/ 336 h 30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2366" h="30560">
                      <a:moveTo>
                        <a:pt x="6830" y="336"/>
                      </a:moveTo>
                      <a:lnTo>
                        <a:pt x="8150" y="0"/>
                      </a:lnTo>
                      <a:lnTo>
                        <a:pt x="10974" y="451"/>
                      </a:lnTo>
                      <a:lnTo>
                        <a:pt x="12433" y="1181"/>
                      </a:lnTo>
                      <a:lnTo>
                        <a:pt x="13069" y="775"/>
                      </a:lnTo>
                      <a:lnTo>
                        <a:pt x="14586" y="1018"/>
                      </a:lnTo>
                      <a:lnTo>
                        <a:pt x="15234" y="1632"/>
                      </a:lnTo>
                      <a:lnTo>
                        <a:pt x="16322" y="3102"/>
                      </a:lnTo>
                      <a:lnTo>
                        <a:pt x="16692" y="3021"/>
                      </a:lnTo>
                      <a:lnTo>
                        <a:pt x="17549" y="3832"/>
                      </a:lnTo>
                      <a:lnTo>
                        <a:pt x="19899" y="2790"/>
                      </a:lnTo>
                      <a:lnTo>
                        <a:pt x="22643" y="5429"/>
                      </a:lnTo>
                      <a:lnTo>
                        <a:pt x="23024" y="5198"/>
                      </a:lnTo>
                      <a:lnTo>
                        <a:pt x="29368" y="10198"/>
                      </a:lnTo>
                      <a:lnTo>
                        <a:pt x="30838" y="11622"/>
                      </a:lnTo>
                      <a:lnTo>
                        <a:pt x="32366" y="16750"/>
                      </a:lnTo>
                      <a:lnTo>
                        <a:pt x="32216" y="17190"/>
                      </a:lnTo>
                      <a:lnTo>
                        <a:pt x="29785" y="21844"/>
                      </a:lnTo>
                      <a:lnTo>
                        <a:pt x="30086" y="23580"/>
                      </a:lnTo>
                      <a:lnTo>
                        <a:pt x="28870" y="27215"/>
                      </a:lnTo>
                      <a:lnTo>
                        <a:pt x="27528" y="26347"/>
                      </a:lnTo>
                      <a:lnTo>
                        <a:pt x="23638" y="30560"/>
                      </a:lnTo>
                      <a:lnTo>
                        <a:pt x="12282" y="30433"/>
                      </a:lnTo>
                      <a:lnTo>
                        <a:pt x="11472" y="29125"/>
                      </a:lnTo>
                      <a:lnTo>
                        <a:pt x="7617" y="22804"/>
                      </a:lnTo>
                      <a:lnTo>
                        <a:pt x="4214" y="21242"/>
                      </a:lnTo>
                      <a:lnTo>
                        <a:pt x="1528" y="15327"/>
                      </a:lnTo>
                      <a:lnTo>
                        <a:pt x="0" y="10858"/>
                      </a:lnTo>
                      <a:lnTo>
                        <a:pt x="2466" y="2419"/>
                      </a:lnTo>
                      <a:lnTo>
                        <a:pt x="5996" y="2963"/>
                      </a:lnTo>
                      <a:lnTo>
                        <a:pt x="5800" y="961"/>
                      </a:lnTo>
                      <a:lnTo>
                        <a:pt x="6830" y="33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97" name="Freeform: Shape 296">
                  <a:extLst>
                    <a:ext uri="{FF2B5EF4-FFF2-40B4-BE49-F238E27FC236}">
                      <a16:creationId xmlns:a16="http://schemas.microsoft.com/office/drawing/2014/main" id="{7E7D90C5-116A-7478-7306-65E2B230F117}"/>
                    </a:ext>
                  </a:extLst>
                </p:cNvPr>
                <p:cNvSpPr/>
                <p:nvPr/>
              </p:nvSpPr>
              <p:spPr>
                <a:xfrm>
                  <a:off x="8307854" y="3812242"/>
                  <a:ext cx="57960" cy="55575"/>
                </a:xfrm>
                <a:custGeom>
                  <a:avLst/>
                  <a:gdLst>
                    <a:gd name="connsiteX0" fmla="*/ 56120 w 57960"/>
                    <a:gd name="connsiteY0" fmla="*/ 5197 h 55575"/>
                    <a:gd name="connsiteX1" fmla="*/ 38189 w 57960"/>
                    <a:gd name="connsiteY1" fmla="*/ 23603 h 55575"/>
                    <a:gd name="connsiteX2" fmla="*/ 32493 w 57960"/>
                    <a:gd name="connsiteY2" fmla="*/ 32725 h 55575"/>
                    <a:gd name="connsiteX3" fmla="*/ 30884 w 57960"/>
                    <a:gd name="connsiteY3" fmla="*/ 35295 h 55575"/>
                    <a:gd name="connsiteX4" fmla="*/ 22087 w 57960"/>
                    <a:gd name="connsiteY4" fmla="*/ 39751 h 55575"/>
                    <a:gd name="connsiteX5" fmla="*/ 15477 w 57960"/>
                    <a:gd name="connsiteY5" fmla="*/ 47831 h 55575"/>
                    <a:gd name="connsiteX6" fmla="*/ 8473 w 57960"/>
                    <a:gd name="connsiteY6" fmla="*/ 52415 h 55575"/>
                    <a:gd name="connsiteX7" fmla="*/ 3646 w 57960"/>
                    <a:gd name="connsiteY7" fmla="*/ 55576 h 55575"/>
                    <a:gd name="connsiteX8" fmla="*/ 0 w 57960"/>
                    <a:gd name="connsiteY8" fmla="*/ 55518 h 55575"/>
                    <a:gd name="connsiteX9" fmla="*/ 4954 w 57960"/>
                    <a:gd name="connsiteY9" fmla="*/ 50181 h 55575"/>
                    <a:gd name="connsiteX10" fmla="*/ 7640 w 57960"/>
                    <a:gd name="connsiteY10" fmla="*/ 47368 h 55575"/>
                    <a:gd name="connsiteX11" fmla="*/ 8473 w 57960"/>
                    <a:gd name="connsiteY11" fmla="*/ 42761 h 55575"/>
                    <a:gd name="connsiteX12" fmla="*/ 10094 w 57960"/>
                    <a:gd name="connsiteY12" fmla="*/ 33720 h 55575"/>
                    <a:gd name="connsiteX13" fmla="*/ 10164 w 57960"/>
                    <a:gd name="connsiteY13" fmla="*/ 33628 h 55575"/>
                    <a:gd name="connsiteX14" fmla="*/ 10731 w 57960"/>
                    <a:gd name="connsiteY14" fmla="*/ 35573 h 55575"/>
                    <a:gd name="connsiteX15" fmla="*/ 16090 w 57960"/>
                    <a:gd name="connsiteY15" fmla="*/ 32725 h 55575"/>
                    <a:gd name="connsiteX16" fmla="*/ 22793 w 57960"/>
                    <a:gd name="connsiteY16" fmla="*/ 29159 h 55575"/>
                    <a:gd name="connsiteX17" fmla="*/ 24182 w 57960"/>
                    <a:gd name="connsiteY17" fmla="*/ 26022 h 55575"/>
                    <a:gd name="connsiteX18" fmla="*/ 24205 w 57960"/>
                    <a:gd name="connsiteY18" fmla="*/ 25999 h 55575"/>
                    <a:gd name="connsiteX19" fmla="*/ 26324 w 57960"/>
                    <a:gd name="connsiteY19" fmla="*/ 26555 h 55575"/>
                    <a:gd name="connsiteX20" fmla="*/ 29704 w 57960"/>
                    <a:gd name="connsiteY20" fmla="*/ 22168 h 55575"/>
                    <a:gd name="connsiteX21" fmla="*/ 33802 w 57960"/>
                    <a:gd name="connsiteY21" fmla="*/ 17850 h 55575"/>
                    <a:gd name="connsiteX22" fmla="*/ 40423 w 57960"/>
                    <a:gd name="connsiteY22" fmla="*/ 8265 h 55575"/>
                    <a:gd name="connsiteX23" fmla="*/ 41048 w 57960"/>
                    <a:gd name="connsiteY23" fmla="*/ 7455 h 55575"/>
                    <a:gd name="connsiteX24" fmla="*/ 45134 w 57960"/>
                    <a:gd name="connsiteY24" fmla="*/ 5915 h 55575"/>
                    <a:gd name="connsiteX25" fmla="*/ 45586 w 57960"/>
                    <a:gd name="connsiteY25" fmla="*/ 3912 h 55575"/>
                    <a:gd name="connsiteX26" fmla="*/ 43653 w 57960"/>
                    <a:gd name="connsiteY26" fmla="*/ 3577 h 55575"/>
                    <a:gd name="connsiteX27" fmla="*/ 44602 w 57960"/>
                    <a:gd name="connsiteY27" fmla="*/ 440 h 55575"/>
                    <a:gd name="connsiteX28" fmla="*/ 46697 w 57960"/>
                    <a:gd name="connsiteY28" fmla="*/ 891 h 55575"/>
                    <a:gd name="connsiteX29" fmla="*/ 46882 w 57960"/>
                    <a:gd name="connsiteY29" fmla="*/ 3461 h 55575"/>
                    <a:gd name="connsiteX30" fmla="*/ 46882 w 57960"/>
                    <a:gd name="connsiteY30" fmla="*/ 3565 h 55575"/>
                    <a:gd name="connsiteX31" fmla="*/ 46986 w 57960"/>
                    <a:gd name="connsiteY31" fmla="*/ 4943 h 55575"/>
                    <a:gd name="connsiteX32" fmla="*/ 49742 w 57960"/>
                    <a:gd name="connsiteY32" fmla="*/ 3936 h 55575"/>
                    <a:gd name="connsiteX33" fmla="*/ 49012 w 57960"/>
                    <a:gd name="connsiteY33" fmla="*/ 5741 h 55575"/>
                    <a:gd name="connsiteX34" fmla="*/ 55807 w 57960"/>
                    <a:gd name="connsiteY34" fmla="*/ 880 h 55575"/>
                    <a:gd name="connsiteX35" fmla="*/ 57960 w 57960"/>
                    <a:gd name="connsiteY35" fmla="*/ 0 h 55575"/>
                    <a:gd name="connsiteX36" fmla="*/ 56120 w 57960"/>
                    <a:gd name="connsiteY36" fmla="*/ 5197 h 55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57960" h="55575">
                      <a:moveTo>
                        <a:pt x="56120" y="5197"/>
                      </a:moveTo>
                      <a:lnTo>
                        <a:pt x="38189" y="23603"/>
                      </a:lnTo>
                      <a:lnTo>
                        <a:pt x="32493" y="32725"/>
                      </a:lnTo>
                      <a:lnTo>
                        <a:pt x="30884" y="35295"/>
                      </a:lnTo>
                      <a:lnTo>
                        <a:pt x="22087" y="39751"/>
                      </a:lnTo>
                      <a:lnTo>
                        <a:pt x="15477" y="47831"/>
                      </a:lnTo>
                      <a:lnTo>
                        <a:pt x="8473" y="52415"/>
                      </a:lnTo>
                      <a:lnTo>
                        <a:pt x="3646" y="55576"/>
                      </a:lnTo>
                      <a:lnTo>
                        <a:pt x="0" y="55518"/>
                      </a:lnTo>
                      <a:lnTo>
                        <a:pt x="4954" y="50181"/>
                      </a:lnTo>
                      <a:lnTo>
                        <a:pt x="7640" y="47368"/>
                      </a:lnTo>
                      <a:lnTo>
                        <a:pt x="8473" y="42761"/>
                      </a:lnTo>
                      <a:lnTo>
                        <a:pt x="10094" y="33720"/>
                      </a:lnTo>
                      <a:lnTo>
                        <a:pt x="10164" y="33628"/>
                      </a:lnTo>
                      <a:lnTo>
                        <a:pt x="10731" y="35573"/>
                      </a:lnTo>
                      <a:lnTo>
                        <a:pt x="16090" y="32725"/>
                      </a:lnTo>
                      <a:lnTo>
                        <a:pt x="22793" y="29159"/>
                      </a:lnTo>
                      <a:lnTo>
                        <a:pt x="24182" y="26022"/>
                      </a:lnTo>
                      <a:lnTo>
                        <a:pt x="24205" y="25999"/>
                      </a:lnTo>
                      <a:lnTo>
                        <a:pt x="26324" y="26555"/>
                      </a:lnTo>
                      <a:lnTo>
                        <a:pt x="29704" y="22168"/>
                      </a:lnTo>
                      <a:lnTo>
                        <a:pt x="33802" y="17850"/>
                      </a:lnTo>
                      <a:lnTo>
                        <a:pt x="40423" y="8265"/>
                      </a:lnTo>
                      <a:lnTo>
                        <a:pt x="41048" y="7455"/>
                      </a:lnTo>
                      <a:lnTo>
                        <a:pt x="45134" y="5915"/>
                      </a:lnTo>
                      <a:lnTo>
                        <a:pt x="45586" y="3912"/>
                      </a:lnTo>
                      <a:lnTo>
                        <a:pt x="43653" y="3577"/>
                      </a:lnTo>
                      <a:lnTo>
                        <a:pt x="44602" y="440"/>
                      </a:lnTo>
                      <a:lnTo>
                        <a:pt x="46697" y="891"/>
                      </a:lnTo>
                      <a:lnTo>
                        <a:pt x="46882" y="3461"/>
                      </a:lnTo>
                      <a:lnTo>
                        <a:pt x="46882" y="3565"/>
                      </a:lnTo>
                      <a:lnTo>
                        <a:pt x="46986" y="4943"/>
                      </a:lnTo>
                      <a:lnTo>
                        <a:pt x="49742" y="3936"/>
                      </a:lnTo>
                      <a:lnTo>
                        <a:pt x="49012" y="5741"/>
                      </a:lnTo>
                      <a:lnTo>
                        <a:pt x="55807" y="880"/>
                      </a:lnTo>
                      <a:lnTo>
                        <a:pt x="57960" y="0"/>
                      </a:lnTo>
                      <a:lnTo>
                        <a:pt x="56120" y="5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98" name="Freeform: Shape 297">
                  <a:extLst>
                    <a:ext uri="{FF2B5EF4-FFF2-40B4-BE49-F238E27FC236}">
                      <a16:creationId xmlns:a16="http://schemas.microsoft.com/office/drawing/2014/main" id="{F8C778C2-C635-5845-D97F-8CC70B05780A}"/>
                    </a:ext>
                  </a:extLst>
                </p:cNvPr>
                <p:cNvSpPr/>
                <p:nvPr/>
              </p:nvSpPr>
              <p:spPr>
                <a:xfrm>
                  <a:off x="7962765" y="2784837"/>
                  <a:ext cx="31752" cy="37100"/>
                </a:xfrm>
                <a:custGeom>
                  <a:avLst/>
                  <a:gdLst>
                    <a:gd name="connsiteX0" fmla="*/ 0 w 31752"/>
                    <a:gd name="connsiteY0" fmla="*/ 4237 h 37100"/>
                    <a:gd name="connsiteX1" fmla="*/ 347 w 31752"/>
                    <a:gd name="connsiteY1" fmla="*/ 3091 h 37100"/>
                    <a:gd name="connsiteX2" fmla="*/ 1273 w 31752"/>
                    <a:gd name="connsiteY2" fmla="*/ 0 h 37100"/>
                    <a:gd name="connsiteX3" fmla="*/ 2743 w 31752"/>
                    <a:gd name="connsiteY3" fmla="*/ 2176 h 37100"/>
                    <a:gd name="connsiteX4" fmla="*/ 4573 w 31752"/>
                    <a:gd name="connsiteY4" fmla="*/ 752 h 37100"/>
                    <a:gd name="connsiteX5" fmla="*/ 11541 w 31752"/>
                    <a:gd name="connsiteY5" fmla="*/ 2686 h 37100"/>
                    <a:gd name="connsiteX6" fmla="*/ 11692 w 31752"/>
                    <a:gd name="connsiteY6" fmla="*/ 2442 h 37100"/>
                    <a:gd name="connsiteX7" fmla="*/ 12189 w 31752"/>
                    <a:gd name="connsiteY7" fmla="*/ 2558 h 37100"/>
                    <a:gd name="connsiteX8" fmla="*/ 12132 w 31752"/>
                    <a:gd name="connsiteY8" fmla="*/ 3357 h 37100"/>
                    <a:gd name="connsiteX9" fmla="*/ 12930 w 31752"/>
                    <a:gd name="connsiteY9" fmla="*/ 2743 h 37100"/>
                    <a:gd name="connsiteX10" fmla="*/ 13625 w 31752"/>
                    <a:gd name="connsiteY10" fmla="*/ 2905 h 37100"/>
                    <a:gd name="connsiteX11" fmla="*/ 13960 w 31752"/>
                    <a:gd name="connsiteY11" fmla="*/ 3484 h 37100"/>
                    <a:gd name="connsiteX12" fmla="*/ 15384 w 31752"/>
                    <a:gd name="connsiteY12" fmla="*/ 6749 h 37100"/>
                    <a:gd name="connsiteX13" fmla="*/ 14863 w 31752"/>
                    <a:gd name="connsiteY13" fmla="*/ 8612 h 37100"/>
                    <a:gd name="connsiteX14" fmla="*/ 14030 w 31752"/>
                    <a:gd name="connsiteY14" fmla="*/ 11043 h 37100"/>
                    <a:gd name="connsiteX15" fmla="*/ 16310 w 31752"/>
                    <a:gd name="connsiteY15" fmla="*/ 17653 h 37100"/>
                    <a:gd name="connsiteX16" fmla="*/ 17503 w 31752"/>
                    <a:gd name="connsiteY16" fmla="*/ 13579 h 37100"/>
                    <a:gd name="connsiteX17" fmla="*/ 18035 w 31752"/>
                    <a:gd name="connsiteY17" fmla="*/ 15188 h 37100"/>
                    <a:gd name="connsiteX18" fmla="*/ 19031 w 31752"/>
                    <a:gd name="connsiteY18" fmla="*/ 18440 h 37100"/>
                    <a:gd name="connsiteX19" fmla="*/ 21832 w 31752"/>
                    <a:gd name="connsiteY19" fmla="*/ 20107 h 37100"/>
                    <a:gd name="connsiteX20" fmla="*/ 21751 w 31752"/>
                    <a:gd name="connsiteY20" fmla="*/ 19552 h 37100"/>
                    <a:gd name="connsiteX21" fmla="*/ 22075 w 31752"/>
                    <a:gd name="connsiteY21" fmla="*/ 19702 h 37100"/>
                    <a:gd name="connsiteX22" fmla="*/ 21693 w 31752"/>
                    <a:gd name="connsiteY22" fmla="*/ 17885 h 37100"/>
                    <a:gd name="connsiteX23" fmla="*/ 23418 w 31752"/>
                    <a:gd name="connsiteY23" fmla="*/ 18579 h 37100"/>
                    <a:gd name="connsiteX24" fmla="*/ 21601 w 31752"/>
                    <a:gd name="connsiteY24" fmla="*/ 17433 h 37100"/>
                    <a:gd name="connsiteX25" fmla="*/ 21462 w 31752"/>
                    <a:gd name="connsiteY25" fmla="*/ 16762 h 37100"/>
                    <a:gd name="connsiteX26" fmla="*/ 21682 w 31752"/>
                    <a:gd name="connsiteY26" fmla="*/ 14528 h 37100"/>
                    <a:gd name="connsiteX27" fmla="*/ 24066 w 31752"/>
                    <a:gd name="connsiteY27" fmla="*/ 17468 h 37100"/>
                    <a:gd name="connsiteX28" fmla="*/ 23835 w 31752"/>
                    <a:gd name="connsiteY28" fmla="*/ 18637 h 37100"/>
                    <a:gd name="connsiteX29" fmla="*/ 26416 w 31752"/>
                    <a:gd name="connsiteY29" fmla="*/ 20373 h 37100"/>
                    <a:gd name="connsiteX30" fmla="*/ 28118 w 31752"/>
                    <a:gd name="connsiteY30" fmla="*/ 22480 h 37100"/>
                    <a:gd name="connsiteX31" fmla="*/ 27967 w 31752"/>
                    <a:gd name="connsiteY31" fmla="*/ 25363 h 37100"/>
                    <a:gd name="connsiteX32" fmla="*/ 27759 w 31752"/>
                    <a:gd name="connsiteY32" fmla="*/ 25942 h 37100"/>
                    <a:gd name="connsiteX33" fmla="*/ 28407 w 31752"/>
                    <a:gd name="connsiteY33" fmla="*/ 25849 h 37100"/>
                    <a:gd name="connsiteX34" fmla="*/ 31556 w 31752"/>
                    <a:gd name="connsiteY34" fmla="*/ 25120 h 37100"/>
                    <a:gd name="connsiteX35" fmla="*/ 31753 w 31752"/>
                    <a:gd name="connsiteY35" fmla="*/ 25444 h 37100"/>
                    <a:gd name="connsiteX36" fmla="*/ 31533 w 31752"/>
                    <a:gd name="connsiteY36" fmla="*/ 37101 h 37100"/>
                    <a:gd name="connsiteX37" fmla="*/ 27736 w 31752"/>
                    <a:gd name="connsiteY37" fmla="*/ 36001 h 37100"/>
                    <a:gd name="connsiteX38" fmla="*/ 25351 w 31752"/>
                    <a:gd name="connsiteY38" fmla="*/ 32957 h 37100"/>
                    <a:gd name="connsiteX39" fmla="*/ 19957 w 31752"/>
                    <a:gd name="connsiteY39" fmla="*/ 33072 h 37100"/>
                    <a:gd name="connsiteX40" fmla="*/ 18741 w 31752"/>
                    <a:gd name="connsiteY40" fmla="*/ 31753 h 37100"/>
                    <a:gd name="connsiteX41" fmla="*/ 18556 w 31752"/>
                    <a:gd name="connsiteY41" fmla="*/ 33234 h 37100"/>
                    <a:gd name="connsiteX42" fmla="*/ 14516 w 31752"/>
                    <a:gd name="connsiteY42" fmla="*/ 33640 h 37100"/>
                    <a:gd name="connsiteX43" fmla="*/ 12548 w 31752"/>
                    <a:gd name="connsiteY43" fmla="*/ 33153 h 37100"/>
                    <a:gd name="connsiteX44" fmla="*/ 5857 w 31752"/>
                    <a:gd name="connsiteY44" fmla="*/ 31463 h 37100"/>
                    <a:gd name="connsiteX45" fmla="*/ 3820 w 31752"/>
                    <a:gd name="connsiteY45" fmla="*/ 23800 h 37100"/>
                    <a:gd name="connsiteX46" fmla="*/ 7756 w 31752"/>
                    <a:gd name="connsiteY46" fmla="*/ 25397 h 37100"/>
                    <a:gd name="connsiteX47" fmla="*/ 8624 w 31752"/>
                    <a:gd name="connsiteY47" fmla="*/ 24228 h 37100"/>
                    <a:gd name="connsiteX48" fmla="*/ 8763 w 31752"/>
                    <a:gd name="connsiteY48" fmla="*/ 26995 h 37100"/>
                    <a:gd name="connsiteX49" fmla="*/ 8821 w 31752"/>
                    <a:gd name="connsiteY49" fmla="*/ 25455 h 37100"/>
                    <a:gd name="connsiteX50" fmla="*/ 8821 w 31752"/>
                    <a:gd name="connsiteY50" fmla="*/ 25444 h 37100"/>
                    <a:gd name="connsiteX51" fmla="*/ 8913 w 31752"/>
                    <a:gd name="connsiteY51" fmla="*/ 22851 h 37100"/>
                    <a:gd name="connsiteX52" fmla="*/ 10823 w 31752"/>
                    <a:gd name="connsiteY52" fmla="*/ 20918 h 37100"/>
                    <a:gd name="connsiteX53" fmla="*/ 8856 w 31752"/>
                    <a:gd name="connsiteY53" fmla="*/ 22318 h 37100"/>
                    <a:gd name="connsiteX54" fmla="*/ 7490 w 31752"/>
                    <a:gd name="connsiteY54" fmla="*/ 15037 h 37100"/>
                    <a:gd name="connsiteX55" fmla="*/ 8913 w 31752"/>
                    <a:gd name="connsiteY55" fmla="*/ 14030 h 37100"/>
                    <a:gd name="connsiteX56" fmla="*/ 8821 w 31752"/>
                    <a:gd name="connsiteY56" fmla="*/ 13937 h 37100"/>
                    <a:gd name="connsiteX57" fmla="*/ 8879 w 31752"/>
                    <a:gd name="connsiteY57" fmla="*/ 13880 h 37100"/>
                    <a:gd name="connsiteX58" fmla="*/ 5938 w 31752"/>
                    <a:gd name="connsiteY58" fmla="*/ 10765 h 37100"/>
                    <a:gd name="connsiteX59" fmla="*/ 5962 w 31752"/>
                    <a:gd name="connsiteY59" fmla="*/ 10881 h 37100"/>
                    <a:gd name="connsiteX60" fmla="*/ 5904 w 31752"/>
                    <a:gd name="connsiteY60" fmla="*/ 10812 h 37100"/>
                    <a:gd name="connsiteX61" fmla="*/ 5464 w 31752"/>
                    <a:gd name="connsiteY61" fmla="*/ 12467 h 37100"/>
                    <a:gd name="connsiteX62" fmla="*/ 7791 w 31752"/>
                    <a:gd name="connsiteY62" fmla="*/ 20049 h 37100"/>
                    <a:gd name="connsiteX63" fmla="*/ 8207 w 31752"/>
                    <a:gd name="connsiteY63" fmla="*/ 22168 h 37100"/>
                    <a:gd name="connsiteX64" fmla="*/ 6841 w 31752"/>
                    <a:gd name="connsiteY64" fmla="*/ 20906 h 37100"/>
                    <a:gd name="connsiteX65" fmla="*/ 6992 w 31752"/>
                    <a:gd name="connsiteY65" fmla="*/ 20212 h 37100"/>
                    <a:gd name="connsiteX66" fmla="*/ 4329 w 31752"/>
                    <a:gd name="connsiteY66" fmla="*/ 18568 h 37100"/>
                    <a:gd name="connsiteX67" fmla="*/ 3808 w 31752"/>
                    <a:gd name="connsiteY67" fmla="*/ 18081 h 37100"/>
                    <a:gd name="connsiteX68" fmla="*/ 3751 w 31752"/>
                    <a:gd name="connsiteY68" fmla="*/ 17526 h 37100"/>
                    <a:gd name="connsiteX69" fmla="*/ 3577 w 31752"/>
                    <a:gd name="connsiteY69" fmla="*/ 15245 h 37100"/>
                    <a:gd name="connsiteX70" fmla="*/ 5556 w 31752"/>
                    <a:gd name="connsiteY70" fmla="*/ 17665 h 37100"/>
                    <a:gd name="connsiteX71" fmla="*/ 4758 w 31752"/>
                    <a:gd name="connsiteY71" fmla="*/ 13278 h 37100"/>
                    <a:gd name="connsiteX72" fmla="*/ 3264 w 31752"/>
                    <a:gd name="connsiteY72" fmla="*/ 11182 h 37100"/>
                    <a:gd name="connsiteX73" fmla="*/ 2373 w 31752"/>
                    <a:gd name="connsiteY73" fmla="*/ 12155 h 37100"/>
                    <a:gd name="connsiteX74" fmla="*/ 1898 w 31752"/>
                    <a:gd name="connsiteY74" fmla="*/ 12433 h 37100"/>
                    <a:gd name="connsiteX75" fmla="*/ 637 w 31752"/>
                    <a:gd name="connsiteY75" fmla="*/ 10036 h 37100"/>
                    <a:gd name="connsiteX76" fmla="*/ 428 w 31752"/>
                    <a:gd name="connsiteY76" fmla="*/ 9596 h 37100"/>
                    <a:gd name="connsiteX77" fmla="*/ 2153 w 31752"/>
                    <a:gd name="connsiteY77" fmla="*/ 8242 h 37100"/>
                    <a:gd name="connsiteX78" fmla="*/ 0 w 31752"/>
                    <a:gd name="connsiteY78" fmla="*/ 4237 h 37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31752" h="37100">
                      <a:moveTo>
                        <a:pt x="0" y="4237"/>
                      </a:moveTo>
                      <a:lnTo>
                        <a:pt x="347" y="3091"/>
                      </a:lnTo>
                      <a:lnTo>
                        <a:pt x="1273" y="0"/>
                      </a:lnTo>
                      <a:lnTo>
                        <a:pt x="2743" y="2176"/>
                      </a:lnTo>
                      <a:lnTo>
                        <a:pt x="4573" y="752"/>
                      </a:lnTo>
                      <a:lnTo>
                        <a:pt x="11541" y="2686"/>
                      </a:lnTo>
                      <a:lnTo>
                        <a:pt x="11692" y="2442"/>
                      </a:lnTo>
                      <a:lnTo>
                        <a:pt x="12189" y="2558"/>
                      </a:lnTo>
                      <a:lnTo>
                        <a:pt x="12132" y="3357"/>
                      </a:lnTo>
                      <a:lnTo>
                        <a:pt x="12930" y="2743"/>
                      </a:lnTo>
                      <a:lnTo>
                        <a:pt x="13625" y="2905"/>
                      </a:lnTo>
                      <a:lnTo>
                        <a:pt x="13960" y="3484"/>
                      </a:lnTo>
                      <a:lnTo>
                        <a:pt x="15384" y="6749"/>
                      </a:lnTo>
                      <a:lnTo>
                        <a:pt x="14863" y="8612"/>
                      </a:lnTo>
                      <a:lnTo>
                        <a:pt x="14030" y="11043"/>
                      </a:lnTo>
                      <a:lnTo>
                        <a:pt x="16310" y="17653"/>
                      </a:lnTo>
                      <a:lnTo>
                        <a:pt x="17503" y="13579"/>
                      </a:lnTo>
                      <a:lnTo>
                        <a:pt x="18035" y="15188"/>
                      </a:lnTo>
                      <a:lnTo>
                        <a:pt x="19031" y="18440"/>
                      </a:lnTo>
                      <a:lnTo>
                        <a:pt x="21832" y="20107"/>
                      </a:lnTo>
                      <a:lnTo>
                        <a:pt x="21751" y="19552"/>
                      </a:lnTo>
                      <a:lnTo>
                        <a:pt x="22075" y="19702"/>
                      </a:lnTo>
                      <a:lnTo>
                        <a:pt x="21693" y="17885"/>
                      </a:lnTo>
                      <a:lnTo>
                        <a:pt x="23418" y="18579"/>
                      </a:lnTo>
                      <a:lnTo>
                        <a:pt x="21601" y="17433"/>
                      </a:lnTo>
                      <a:lnTo>
                        <a:pt x="21462" y="16762"/>
                      </a:lnTo>
                      <a:lnTo>
                        <a:pt x="21682" y="14528"/>
                      </a:lnTo>
                      <a:lnTo>
                        <a:pt x="24066" y="17468"/>
                      </a:lnTo>
                      <a:lnTo>
                        <a:pt x="23835" y="18637"/>
                      </a:lnTo>
                      <a:lnTo>
                        <a:pt x="26416" y="20373"/>
                      </a:lnTo>
                      <a:lnTo>
                        <a:pt x="28118" y="22480"/>
                      </a:lnTo>
                      <a:lnTo>
                        <a:pt x="27967" y="25363"/>
                      </a:lnTo>
                      <a:lnTo>
                        <a:pt x="27759" y="25942"/>
                      </a:lnTo>
                      <a:lnTo>
                        <a:pt x="28407" y="25849"/>
                      </a:lnTo>
                      <a:lnTo>
                        <a:pt x="31556" y="25120"/>
                      </a:lnTo>
                      <a:lnTo>
                        <a:pt x="31753" y="25444"/>
                      </a:lnTo>
                      <a:lnTo>
                        <a:pt x="31533" y="37101"/>
                      </a:lnTo>
                      <a:lnTo>
                        <a:pt x="27736" y="36001"/>
                      </a:lnTo>
                      <a:lnTo>
                        <a:pt x="25351" y="32957"/>
                      </a:lnTo>
                      <a:lnTo>
                        <a:pt x="19957" y="33072"/>
                      </a:lnTo>
                      <a:lnTo>
                        <a:pt x="18741" y="31753"/>
                      </a:lnTo>
                      <a:lnTo>
                        <a:pt x="18556" y="33234"/>
                      </a:lnTo>
                      <a:lnTo>
                        <a:pt x="14516" y="33640"/>
                      </a:lnTo>
                      <a:lnTo>
                        <a:pt x="12548" y="33153"/>
                      </a:lnTo>
                      <a:lnTo>
                        <a:pt x="5857" y="31463"/>
                      </a:lnTo>
                      <a:lnTo>
                        <a:pt x="3820" y="23800"/>
                      </a:lnTo>
                      <a:lnTo>
                        <a:pt x="7756" y="25397"/>
                      </a:lnTo>
                      <a:lnTo>
                        <a:pt x="8624" y="24228"/>
                      </a:lnTo>
                      <a:lnTo>
                        <a:pt x="8763" y="26995"/>
                      </a:lnTo>
                      <a:lnTo>
                        <a:pt x="8821" y="25455"/>
                      </a:lnTo>
                      <a:lnTo>
                        <a:pt x="8821" y="25444"/>
                      </a:lnTo>
                      <a:lnTo>
                        <a:pt x="8913" y="22851"/>
                      </a:lnTo>
                      <a:lnTo>
                        <a:pt x="10823" y="20918"/>
                      </a:lnTo>
                      <a:lnTo>
                        <a:pt x="8856" y="22318"/>
                      </a:lnTo>
                      <a:lnTo>
                        <a:pt x="7490" y="15037"/>
                      </a:lnTo>
                      <a:lnTo>
                        <a:pt x="8913" y="14030"/>
                      </a:lnTo>
                      <a:lnTo>
                        <a:pt x="8821" y="13937"/>
                      </a:lnTo>
                      <a:lnTo>
                        <a:pt x="8879" y="13880"/>
                      </a:lnTo>
                      <a:lnTo>
                        <a:pt x="5938" y="10765"/>
                      </a:lnTo>
                      <a:lnTo>
                        <a:pt x="5962" y="10881"/>
                      </a:lnTo>
                      <a:lnTo>
                        <a:pt x="5904" y="10812"/>
                      </a:lnTo>
                      <a:lnTo>
                        <a:pt x="5464" y="12467"/>
                      </a:lnTo>
                      <a:lnTo>
                        <a:pt x="7791" y="20049"/>
                      </a:lnTo>
                      <a:lnTo>
                        <a:pt x="8207" y="22168"/>
                      </a:lnTo>
                      <a:lnTo>
                        <a:pt x="6841" y="20906"/>
                      </a:lnTo>
                      <a:lnTo>
                        <a:pt x="6992" y="20212"/>
                      </a:lnTo>
                      <a:lnTo>
                        <a:pt x="4329" y="18568"/>
                      </a:lnTo>
                      <a:lnTo>
                        <a:pt x="3808" y="18081"/>
                      </a:lnTo>
                      <a:lnTo>
                        <a:pt x="3751" y="17526"/>
                      </a:lnTo>
                      <a:lnTo>
                        <a:pt x="3577" y="15245"/>
                      </a:lnTo>
                      <a:lnTo>
                        <a:pt x="5556" y="17665"/>
                      </a:lnTo>
                      <a:lnTo>
                        <a:pt x="4758" y="13278"/>
                      </a:lnTo>
                      <a:lnTo>
                        <a:pt x="3264" y="11182"/>
                      </a:lnTo>
                      <a:lnTo>
                        <a:pt x="2373" y="12155"/>
                      </a:lnTo>
                      <a:lnTo>
                        <a:pt x="1898" y="12433"/>
                      </a:lnTo>
                      <a:lnTo>
                        <a:pt x="637" y="10036"/>
                      </a:lnTo>
                      <a:lnTo>
                        <a:pt x="428" y="9596"/>
                      </a:lnTo>
                      <a:lnTo>
                        <a:pt x="2153" y="8242"/>
                      </a:lnTo>
                      <a:lnTo>
                        <a:pt x="0" y="42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99" name="Freeform: Shape 298">
                  <a:extLst>
                    <a:ext uri="{FF2B5EF4-FFF2-40B4-BE49-F238E27FC236}">
                      <a16:creationId xmlns:a16="http://schemas.microsoft.com/office/drawing/2014/main" id="{FFC2B890-BEC7-5813-0046-DD9E87B39A1A}"/>
                    </a:ext>
                  </a:extLst>
                </p:cNvPr>
                <p:cNvSpPr/>
                <p:nvPr/>
              </p:nvSpPr>
              <p:spPr>
                <a:xfrm>
                  <a:off x="9760349" y="1586849"/>
                  <a:ext cx="39716" cy="34797"/>
                </a:xfrm>
                <a:custGeom>
                  <a:avLst/>
                  <a:gdLst>
                    <a:gd name="connsiteX0" fmla="*/ 35827 w 39716"/>
                    <a:gd name="connsiteY0" fmla="*/ 4480 h 34797"/>
                    <a:gd name="connsiteX1" fmla="*/ 31787 w 39716"/>
                    <a:gd name="connsiteY1" fmla="*/ 7281 h 34797"/>
                    <a:gd name="connsiteX2" fmla="*/ 25444 w 39716"/>
                    <a:gd name="connsiteY2" fmla="*/ 20130 h 34797"/>
                    <a:gd name="connsiteX3" fmla="*/ 17966 w 39716"/>
                    <a:gd name="connsiteY3" fmla="*/ 26775 h 34797"/>
                    <a:gd name="connsiteX4" fmla="*/ 17306 w 39716"/>
                    <a:gd name="connsiteY4" fmla="*/ 31718 h 34797"/>
                    <a:gd name="connsiteX5" fmla="*/ 9689 w 39716"/>
                    <a:gd name="connsiteY5" fmla="*/ 34797 h 34797"/>
                    <a:gd name="connsiteX6" fmla="*/ 6112 w 39716"/>
                    <a:gd name="connsiteY6" fmla="*/ 31949 h 34797"/>
                    <a:gd name="connsiteX7" fmla="*/ 4700 w 39716"/>
                    <a:gd name="connsiteY7" fmla="*/ 32505 h 34797"/>
                    <a:gd name="connsiteX8" fmla="*/ 4700 w 39716"/>
                    <a:gd name="connsiteY8" fmla="*/ 32482 h 34797"/>
                    <a:gd name="connsiteX9" fmla="*/ 4318 w 39716"/>
                    <a:gd name="connsiteY9" fmla="*/ 30248 h 34797"/>
                    <a:gd name="connsiteX10" fmla="*/ 47 w 39716"/>
                    <a:gd name="connsiteY10" fmla="*/ 30109 h 34797"/>
                    <a:gd name="connsiteX11" fmla="*/ 0 w 39716"/>
                    <a:gd name="connsiteY11" fmla="*/ 26821 h 34797"/>
                    <a:gd name="connsiteX12" fmla="*/ 0 w 39716"/>
                    <a:gd name="connsiteY12" fmla="*/ 26289 h 34797"/>
                    <a:gd name="connsiteX13" fmla="*/ 2628 w 39716"/>
                    <a:gd name="connsiteY13" fmla="*/ 24599 h 34797"/>
                    <a:gd name="connsiteX14" fmla="*/ 3345 w 39716"/>
                    <a:gd name="connsiteY14" fmla="*/ 26289 h 34797"/>
                    <a:gd name="connsiteX15" fmla="*/ 3369 w 39716"/>
                    <a:gd name="connsiteY15" fmla="*/ 26080 h 34797"/>
                    <a:gd name="connsiteX16" fmla="*/ 3415 w 39716"/>
                    <a:gd name="connsiteY16" fmla="*/ 26161 h 34797"/>
                    <a:gd name="connsiteX17" fmla="*/ 3635 w 39716"/>
                    <a:gd name="connsiteY17" fmla="*/ 24055 h 34797"/>
                    <a:gd name="connsiteX18" fmla="*/ 3762 w 39716"/>
                    <a:gd name="connsiteY18" fmla="*/ 23140 h 34797"/>
                    <a:gd name="connsiteX19" fmla="*/ 3855 w 39716"/>
                    <a:gd name="connsiteY19" fmla="*/ 23140 h 34797"/>
                    <a:gd name="connsiteX20" fmla="*/ 6263 w 39716"/>
                    <a:gd name="connsiteY20" fmla="*/ 23140 h 34797"/>
                    <a:gd name="connsiteX21" fmla="*/ 6216 w 39716"/>
                    <a:gd name="connsiteY21" fmla="*/ 23024 h 34797"/>
                    <a:gd name="connsiteX22" fmla="*/ 6483 w 39716"/>
                    <a:gd name="connsiteY22" fmla="*/ 23013 h 34797"/>
                    <a:gd name="connsiteX23" fmla="*/ 4480 w 39716"/>
                    <a:gd name="connsiteY23" fmla="*/ 18857 h 34797"/>
                    <a:gd name="connsiteX24" fmla="*/ 9978 w 39716"/>
                    <a:gd name="connsiteY24" fmla="*/ 9608 h 34797"/>
                    <a:gd name="connsiteX25" fmla="*/ 11657 w 39716"/>
                    <a:gd name="connsiteY25" fmla="*/ 10279 h 34797"/>
                    <a:gd name="connsiteX26" fmla="*/ 11958 w 39716"/>
                    <a:gd name="connsiteY26" fmla="*/ 9365 h 34797"/>
                    <a:gd name="connsiteX27" fmla="*/ 12363 w 39716"/>
                    <a:gd name="connsiteY27" fmla="*/ 9318 h 34797"/>
                    <a:gd name="connsiteX28" fmla="*/ 12375 w 39716"/>
                    <a:gd name="connsiteY28" fmla="*/ 10036 h 34797"/>
                    <a:gd name="connsiteX29" fmla="*/ 17815 w 39716"/>
                    <a:gd name="connsiteY29" fmla="*/ 8705 h 34797"/>
                    <a:gd name="connsiteX30" fmla="*/ 21404 w 39716"/>
                    <a:gd name="connsiteY30" fmla="*/ 1713 h 34797"/>
                    <a:gd name="connsiteX31" fmla="*/ 21601 w 39716"/>
                    <a:gd name="connsiteY31" fmla="*/ 1563 h 34797"/>
                    <a:gd name="connsiteX32" fmla="*/ 23268 w 39716"/>
                    <a:gd name="connsiteY32" fmla="*/ 3588 h 34797"/>
                    <a:gd name="connsiteX33" fmla="*/ 29299 w 39716"/>
                    <a:gd name="connsiteY33" fmla="*/ 4862 h 34797"/>
                    <a:gd name="connsiteX34" fmla="*/ 29715 w 39716"/>
                    <a:gd name="connsiteY34" fmla="*/ 4561 h 34797"/>
                    <a:gd name="connsiteX35" fmla="*/ 29808 w 39716"/>
                    <a:gd name="connsiteY35" fmla="*/ 4572 h 34797"/>
                    <a:gd name="connsiteX36" fmla="*/ 29924 w 39716"/>
                    <a:gd name="connsiteY36" fmla="*/ 4410 h 34797"/>
                    <a:gd name="connsiteX37" fmla="*/ 33385 w 39716"/>
                    <a:gd name="connsiteY37" fmla="*/ 1841 h 34797"/>
                    <a:gd name="connsiteX38" fmla="*/ 34705 w 39716"/>
                    <a:gd name="connsiteY38" fmla="*/ 1632 h 34797"/>
                    <a:gd name="connsiteX39" fmla="*/ 35098 w 39716"/>
                    <a:gd name="connsiteY39" fmla="*/ 579 h 34797"/>
                    <a:gd name="connsiteX40" fmla="*/ 35827 w 39716"/>
                    <a:gd name="connsiteY40" fmla="*/ 46 h 34797"/>
                    <a:gd name="connsiteX41" fmla="*/ 35885 w 39716"/>
                    <a:gd name="connsiteY41" fmla="*/ 0 h 34797"/>
                    <a:gd name="connsiteX42" fmla="*/ 36233 w 39716"/>
                    <a:gd name="connsiteY42" fmla="*/ 162 h 34797"/>
                    <a:gd name="connsiteX43" fmla="*/ 36036 w 39716"/>
                    <a:gd name="connsiteY43" fmla="*/ 579 h 34797"/>
                    <a:gd name="connsiteX44" fmla="*/ 39717 w 39716"/>
                    <a:gd name="connsiteY44" fmla="*/ 1771 h 34797"/>
                    <a:gd name="connsiteX45" fmla="*/ 35827 w 39716"/>
                    <a:gd name="connsiteY45" fmla="*/ 4480 h 347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39716" h="34797">
                      <a:moveTo>
                        <a:pt x="35827" y="4480"/>
                      </a:moveTo>
                      <a:lnTo>
                        <a:pt x="31787" y="7281"/>
                      </a:lnTo>
                      <a:lnTo>
                        <a:pt x="25444" y="20130"/>
                      </a:lnTo>
                      <a:lnTo>
                        <a:pt x="17966" y="26775"/>
                      </a:lnTo>
                      <a:lnTo>
                        <a:pt x="17306" y="31718"/>
                      </a:lnTo>
                      <a:lnTo>
                        <a:pt x="9689" y="34797"/>
                      </a:lnTo>
                      <a:lnTo>
                        <a:pt x="6112" y="31949"/>
                      </a:lnTo>
                      <a:lnTo>
                        <a:pt x="4700" y="32505"/>
                      </a:lnTo>
                      <a:lnTo>
                        <a:pt x="4700" y="32482"/>
                      </a:lnTo>
                      <a:lnTo>
                        <a:pt x="4318" y="30248"/>
                      </a:lnTo>
                      <a:lnTo>
                        <a:pt x="47" y="30109"/>
                      </a:lnTo>
                      <a:lnTo>
                        <a:pt x="0" y="26821"/>
                      </a:lnTo>
                      <a:lnTo>
                        <a:pt x="0" y="26289"/>
                      </a:lnTo>
                      <a:lnTo>
                        <a:pt x="2628" y="24599"/>
                      </a:lnTo>
                      <a:lnTo>
                        <a:pt x="3345" y="26289"/>
                      </a:lnTo>
                      <a:lnTo>
                        <a:pt x="3369" y="26080"/>
                      </a:lnTo>
                      <a:lnTo>
                        <a:pt x="3415" y="26161"/>
                      </a:lnTo>
                      <a:lnTo>
                        <a:pt x="3635" y="24055"/>
                      </a:lnTo>
                      <a:lnTo>
                        <a:pt x="3762" y="23140"/>
                      </a:lnTo>
                      <a:lnTo>
                        <a:pt x="3855" y="23140"/>
                      </a:lnTo>
                      <a:lnTo>
                        <a:pt x="6263" y="23140"/>
                      </a:lnTo>
                      <a:lnTo>
                        <a:pt x="6216" y="23024"/>
                      </a:lnTo>
                      <a:lnTo>
                        <a:pt x="6483" y="23013"/>
                      </a:lnTo>
                      <a:lnTo>
                        <a:pt x="4480" y="18857"/>
                      </a:lnTo>
                      <a:lnTo>
                        <a:pt x="9978" y="9608"/>
                      </a:lnTo>
                      <a:lnTo>
                        <a:pt x="11657" y="10279"/>
                      </a:lnTo>
                      <a:lnTo>
                        <a:pt x="11958" y="9365"/>
                      </a:lnTo>
                      <a:lnTo>
                        <a:pt x="12363" y="9318"/>
                      </a:lnTo>
                      <a:lnTo>
                        <a:pt x="12375" y="10036"/>
                      </a:lnTo>
                      <a:lnTo>
                        <a:pt x="17815" y="8705"/>
                      </a:lnTo>
                      <a:lnTo>
                        <a:pt x="21404" y="1713"/>
                      </a:lnTo>
                      <a:lnTo>
                        <a:pt x="21601" y="1563"/>
                      </a:lnTo>
                      <a:lnTo>
                        <a:pt x="23268" y="3588"/>
                      </a:lnTo>
                      <a:lnTo>
                        <a:pt x="29299" y="4862"/>
                      </a:lnTo>
                      <a:lnTo>
                        <a:pt x="29715" y="4561"/>
                      </a:lnTo>
                      <a:lnTo>
                        <a:pt x="29808" y="4572"/>
                      </a:lnTo>
                      <a:lnTo>
                        <a:pt x="29924" y="4410"/>
                      </a:lnTo>
                      <a:lnTo>
                        <a:pt x="33385" y="1841"/>
                      </a:lnTo>
                      <a:lnTo>
                        <a:pt x="34705" y="1632"/>
                      </a:lnTo>
                      <a:lnTo>
                        <a:pt x="35098" y="579"/>
                      </a:lnTo>
                      <a:lnTo>
                        <a:pt x="35827" y="46"/>
                      </a:lnTo>
                      <a:lnTo>
                        <a:pt x="35885" y="0"/>
                      </a:lnTo>
                      <a:lnTo>
                        <a:pt x="36233" y="162"/>
                      </a:lnTo>
                      <a:lnTo>
                        <a:pt x="36036" y="579"/>
                      </a:lnTo>
                      <a:lnTo>
                        <a:pt x="39717" y="1771"/>
                      </a:lnTo>
                      <a:lnTo>
                        <a:pt x="35827" y="44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00" name="Freeform: Shape 299">
                  <a:extLst>
                    <a:ext uri="{FF2B5EF4-FFF2-40B4-BE49-F238E27FC236}">
                      <a16:creationId xmlns:a16="http://schemas.microsoft.com/office/drawing/2014/main" id="{7CDB820A-3C08-5BA9-CD3D-CA06DB5AB5AA}"/>
                    </a:ext>
                  </a:extLst>
                </p:cNvPr>
                <p:cNvSpPr/>
                <p:nvPr/>
              </p:nvSpPr>
              <p:spPr>
                <a:xfrm>
                  <a:off x="8090424" y="3832963"/>
                  <a:ext cx="40978" cy="24089"/>
                </a:xfrm>
                <a:custGeom>
                  <a:avLst/>
                  <a:gdLst>
                    <a:gd name="connsiteX0" fmla="*/ 14493 w 40978"/>
                    <a:gd name="connsiteY0" fmla="*/ 58 h 24089"/>
                    <a:gd name="connsiteX1" fmla="*/ 16241 w 40978"/>
                    <a:gd name="connsiteY1" fmla="*/ 185 h 24089"/>
                    <a:gd name="connsiteX2" fmla="*/ 17642 w 40978"/>
                    <a:gd name="connsiteY2" fmla="*/ 1401 h 24089"/>
                    <a:gd name="connsiteX3" fmla="*/ 21925 w 40978"/>
                    <a:gd name="connsiteY3" fmla="*/ 5360 h 24089"/>
                    <a:gd name="connsiteX4" fmla="*/ 23337 w 40978"/>
                    <a:gd name="connsiteY4" fmla="*/ 4630 h 24089"/>
                    <a:gd name="connsiteX5" fmla="*/ 25259 w 40978"/>
                    <a:gd name="connsiteY5" fmla="*/ 8879 h 24089"/>
                    <a:gd name="connsiteX6" fmla="*/ 26173 w 40978"/>
                    <a:gd name="connsiteY6" fmla="*/ 9145 h 24089"/>
                    <a:gd name="connsiteX7" fmla="*/ 29183 w 40978"/>
                    <a:gd name="connsiteY7" fmla="*/ 10951 h 24089"/>
                    <a:gd name="connsiteX8" fmla="*/ 29403 w 40978"/>
                    <a:gd name="connsiteY8" fmla="*/ 11773 h 24089"/>
                    <a:gd name="connsiteX9" fmla="*/ 29680 w 40978"/>
                    <a:gd name="connsiteY9" fmla="*/ 11240 h 24089"/>
                    <a:gd name="connsiteX10" fmla="*/ 29773 w 40978"/>
                    <a:gd name="connsiteY10" fmla="*/ 11298 h 24089"/>
                    <a:gd name="connsiteX11" fmla="*/ 31336 w 40978"/>
                    <a:gd name="connsiteY11" fmla="*/ 8150 h 24089"/>
                    <a:gd name="connsiteX12" fmla="*/ 33512 w 40978"/>
                    <a:gd name="connsiteY12" fmla="*/ 12004 h 24089"/>
                    <a:gd name="connsiteX13" fmla="*/ 34658 w 40978"/>
                    <a:gd name="connsiteY13" fmla="*/ 14042 h 24089"/>
                    <a:gd name="connsiteX14" fmla="*/ 37228 w 40978"/>
                    <a:gd name="connsiteY14" fmla="*/ 12004 h 24089"/>
                    <a:gd name="connsiteX15" fmla="*/ 37321 w 40978"/>
                    <a:gd name="connsiteY15" fmla="*/ 11935 h 24089"/>
                    <a:gd name="connsiteX16" fmla="*/ 37367 w 40978"/>
                    <a:gd name="connsiteY16" fmla="*/ 11923 h 24089"/>
                    <a:gd name="connsiteX17" fmla="*/ 37367 w 40978"/>
                    <a:gd name="connsiteY17" fmla="*/ 12004 h 24089"/>
                    <a:gd name="connsiteX18" fmla="*/ 37332 w 40978"/>
                    <a:gd name="connsiteY18" fmla="*/ 15848 h 24089"/>
                    <a:gd name="connsiteX19" fmla="*/ 38698 w 40978"/>
                    <a:gd name="connsiteY19" fmla="*/ 17202 h 24089"/>
                    <a:gd name="connsiteX20" fmla="*/ 39659 w 40978"/>
                    <a:gd name="connsiteY20" fmla="*/ 15813 h 24089"/>
                    <a:gd name="connsiteX21" fmla="*/ 40643 w 40978"/>
                    <a:gd name="connsiteY21" fmla="*/ 17561 h 24089"/>
                    <a:gd name="connsiteX22" fmla="*/ 40979 w 40978"/>
                    <a:gd name="connsiteY22" fmla="*/ 18742 h 24089"/>
                    <a:gd name="connsiteX23" fmla="*/ 40608 w 40978"/>
                    <a:gd name="connsiteY23" fmla="*/ 18869 h 24089"/>
                    <a:gd name="connsiteX24" fmla="*/ 36823 w 40978"/>
                    <a:gd name="connsiteY24" fmla="*/ 19552 h 24089"/>
                    <a:gd name="connsiteX25" fmla="*/ 36927 w 40978"/>
                    <a:gd name="connsiteY25" fmla="*/ 20281 h 24089"/>
                    <a:gd name="connsiteX26" fmla="*/ 34693 w 40978"/>
                    <a:gd name="connsiteY26" fmla="*/ 23071 h 24089"/>
                    <a:gd name="connsiteX27" fmla="*/ 25617 w 40978"/>
                    <a:gd name="connsiteY27" fmla="*/ 20663 h 24089"/>
                    <a:gd name="connsiteX28" fmla="*/ 22029 w 40978"/>
                    <a:gd name="connsiteY28" fmla="*/ 22098 h 24089"/>
                    <a:gd name="connsiteX29" fmla="*/ 23661 w 40978"/>
                    <a:gd name="connsiteY29" fmla="*/ 22168 h 24089"/>
                    <a:gd name="connsiteX30" fmla="*/ 23696 w 40978"/>
                    <a:gd name="connsiteY30" fmla="*/ 22399 h 24089"/>
                    <a:gd name="connsiteX31" fmla="*/ 23568 w 40978"/>
                    <a:gd name="connsiteY31" fmla="*/ 24089 h 24089"/>
                    <a:gd name="connsiteX32" fmla="*/ 20316 w 40978"/>
                    <a:gd name="connsiteY32" fmla="*/ 23985 h 24089"/>
                    <a:gd name="connsiteX33" fmla="*/ 20258 w 40978"/>
                    <a:gd name="connsiteY33" fmla="*/ 23800 h 24089"/>
                    <a:gd name="connsiteX34" fmla="*/ 21253 w 40978"/>
                    <a:gd name="connsiteY34" fmla="*/ 21809 h 24089"/>
                    <a:gd name="connsiteX35" fmla="*/ 18834 w 40978"/>
                    <a:gd name="connsiteY35" fmla="*/ 22573 h 24089"/>
                    <a:gd name="connsiteX36" fmla="*/ 19054 w 40978"/>
                    <a:gd name="connsiteY36" fmla="*/ 20246 h 24089"/>
                    <a:gd name="connsiteX37" fmla="*/ 19008 w 40978"/>
                    <a:gd name="connsiteY37" fmla="*/ 20281 h 24089"/>
                    <a:gd name="connsiteX38" fmla="*/ 19031 w 40978"/>
                    <a:gd name="connsiteY38" fmla="*/ 19980 h 24089"/>
                    <a:gd name="connsiteX39" fmla="*/ 19853 w 40978"/>
                    <a:gd name="connsiteY39" fmla="*/ 19077 h 24089"/>
                    <a:gd name="connsiteX40" fmla="*/ 19424 w 40978"/>
                    <a:gd name="connsiteY40" fmla="*/ 17005 h 24089"/>
                    <a:gd name="connsiteX41" fmla="*/ 19285 w 40978"/>
                    <a:gd name="connsiteY41" fmla="*/ 17074 h 24089"/>
                    <a:gd name="connsiteX42" fmla="*/ 19320 w 40978"/>
                    <a:gd name="connsiteY42" fmla="*/ 16704 h 24089"/>
                    <a:gd name="connsiteX43" fmla="*/ 14875 w 40978"/>
                    <a:gd name="connsiteY43" fmla="*/ 17352 h 24089"/>
                    <a:gd name="connsiteX44" fmla="*/ 14493 w 40978"/>
                    <a:gd name="connsiteY44" fmla="*/ 17410 h 24089"/>
                    <a:gd name="connsiteX45" fmla="*/ 14042 w 40978"/>
                    <a:gd name="connsiteY45" fmla="*/ 17468 h 24089"/>
                    <a:gd name="connsiteX46" fmla="*/ 8508 w 40978"/>
                    <a:gd name="connsiteY46" fmla="*/ 19911 h 24089"/>
                    <a:gd name="connsiteX47" fmla="*/ 7652 w 40978"/>
                    <a:gd name="connsiteY47" fmla="*/ 18499 h 24089"/>
                    <a:gd name="connsiteX48" fmla="*/ 7385 w 40978"/>
                    <a:gd name="connsiteY48" fmla="*/ 18938 h 24089"/>
                    <a:gd name="connsiteX49" fmla="*/ 6957 w 40978"/>
                    <a:gd name="connsiteY49" fmla="*/ 18301 h 24089"/>
                    <a:gd name="connsiteX50" fmla="*/ 6853 w 40978"/>
                    <a:gd name="connsiteY50" fmla="*/ 16982 h 24089"/>
                    <a:gd name="connsiteX51" fmla="*/ 7744 w 40978"/>
                    <a:gd name="connsiteY51" fmla="*/ 16473 h 24089"/>
                    <a:gd name="connsiteX52" fmla="*/ 0 w 40978"/>
                    <a:gd name="connsiteY52" fmla="*/ 12085 h 24089"/>
                    <a:gd name="connsiteX53" fmla="*/ 58 w 40978"/>
                    <a:gd name="connsiteY53" fmla="*/ 12004 h 24089"/>
                    <a:gd name="connsiteX54" fmla="*/ 5441 w 40978"/>
                    <a:gd name="connsiteY54" fmla="*/ 4017 h 24089"/>
                    <a:gd name="connsiteX55" fmla="*/ 5464 w 40978"/>
                    <a:gd name="connsiteY55" fmla="*/ 4167 h 24089"/>
                    <a:gd name="connsiteX56" fmla="*/ 8335 w 40978"/>
                    <a:gd name="connsiteY56" fmla="*/ 1354 h 24089"/>
                    <a:gd name="connsiteX57" fmla="*/ 8659 w 40978"/>
                    <a:gd name="connsiteY57" fmla="*/ 1227 h 24089"/>
                    <a:gd name="connsiteX58" fmla="*/ 12201 w 40978"/>
                    <a:gd name="connsiteY58" fmla="*/ 3600 h 24089"/>
                    <a:gd name="connsiteX59" fmla="*/ 12351 w 40978"/>
                    <a:gd name="connsiteY59" fmla="*/ 3253 h 24089"/>
                    <a:gd name="connsiteX60" fmla="*/ 12479 w 40978"/>
                    <a:gd name="connsiteY60" fmla="*/ 3322 h 24089"/>
                    <a:gd name="connsiteX61" fmla="*/ 12467 w 40978"/>
                    <a:gd name="connsiteY61" fmla="*/ 2964 h 24089"/>
                    <a:gd name="connsiteX62" fmla="*/ 13694 w 40978"/>
                    <a:gd name="connsiteY62" fmla="*/ 0 h 24089"/>
                    <a:gd name="connsiteX63" fmla="*/ 14493 w 40978"/>
                    <a:gd name="connsiteY63" fmla="*/ 58 h 240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40978" h="24089">
                      <a:moveTo>
                        <a:pt x="14493" y="58"/>
                      </a:moveTo>
                      <a:lnTo>
                        <a:pt x="16241" y="185"/>
                      </a:lnTo>
                      <a:lnTo>
                        <a:pt x="17642" y="1401"/>
                      </a:lnTo>
                      <a:lnTo>
                        <a:pt x="21925" y="5360"/>
                      </a:lnTo>
                      <a:lnTo>
                        <a:pt x="23337" y="4630"/>
                      </a:lnTo>
                      <a:lnTo>
                        <a:pt x="25259" y="8879"/>
                      </a:lnTo>
                      <a:lnTo>
                        <a:pt x="26173" y="9145"/>
                      </a:lnTo>
                      <a:lnTo>
                        <a:pt x="29183" y="10951"/>
                      </a:lnTo>
                      <a:lnTo>
                        <a:pt x="29403" y="11773"/>
                      </a:lnTo>
                      <a:lnTo>
                        <a:pt x="29680" y="11240"/>
                      </a:lnTo>
                      <a:lnTo>
                        <a:pt x="29773" y="11298"/>
                      </a:lnTo>
                      <a:lnTo>
                        <a:pt x="31336" y="8150"/>
                      </a:lnTo>
                      <a:lnTo>
                        <a:pt x="33512" y="12004"/>
                      </a:lnTo>
                      <a:lnTo>
                        <a:pt x="34658" y="14042"/>
                      </a:lnTo>
                      <a:lnTo>
                        <a:pt x="37228" y="12004"/>
                      </a:lnTo>
                      <a:lnTo>
                        <a:pt x="37321" y="11935"/>
                      </a:lnTo>
                      <a:lnTo>
                        <a:pt x="37367" y="11923"/>
                      </a:lnTo>
                      <a:lnTo>
                        <a:pt x="37367" y="12004"/>
                      </a:lnTo>
                      <a:lnTo>
                        <a:pt x="37332" y="15848"/>
                      </a:lnTo>
                      <a:lnTo>
                        <a:pt x="38698" y="17202"/>
                      </a:lnTo>
                      <a:lnTo>
                        <a:pt x="39659" y="15813"/>
                      </a:lnTo>
                      <a:lnTo>
                        <a:pt x="40643" y="17561"/>
                      </a:lnTo>
                      <a:lnTo>
                        <a:pt x="40979" y="18742"/>
                      </a:lnTo>
                      <a:lnTo>
                        <a:pt x="40608" y="18869"/>
                      </a:lnTo>
                      <a:lnTo>
                        <a:pt x="36823" y="19552"/>
                      </a:lnTo>
                      <a:lnTo>
                        <a:pt x="36927" y="20281"/>
                      </a:lnTo>
                      <a:lnTo>
                        <a:pt x="34693" y="23071"/>
                      </a:lnTo>
                      <a:lnTo>
                        <a:pt x="25617" y="20663"/>
                      </a:lnTo>
                      <a:lnTo>
                        <a:pt x="22029" y="22098"/>
                      </a:lnTo>
                      <a:lnTo>
                        <a:pt x="23661" y="22168"/>
                      </a:lnTo>
                      <a:lnTo>
                        <a:pt x="23696" y="22399"/>
                      </a:lnTo>
                      <a:lnTo>
                        <a:pt x="23568" y="24089"/>
                      </a:lnTo>
                      <a:lnTo>
                        <a:pt x="20316" y="23985"/>
                      </a:lnTo>
                      <a:lnTo>
                        <a:pt x="20258" y="23800"/>
                      </a:lnTo>
                      <a:lnTo>
                        <a:pt x="21253" y="21809"/>
                      </a:lnTo>
                      <a:lnTo>
                        <a:pt x="18834" y="22573"/>
                      </a:lnTo>
                      <a:lnTo>
                        <a:pt x="19054" y="20246"/>
                      </a:lnTo>
                      <a:lnTo>
                        <a:pt x="19008" y="20281"/>
                      </a:lnTo>
                      <a:lnTo>
                        <a:pt x="19031" y="19980"/>
                      </a:lnTo>
                      <a:lnTo>
                        <a:pt x="19853" y="19077"/>
                      </a:lnTo>
                      <a:lnTo>
                        <a:pt x="19424" y="17005"/>
                      </a:lnTo>
                      <a:lnTo>
                        <a:pt x="19285" y="17074"/>
                      </a:lnTo>
                      <a:lnTo>
                        <a:pt x="19320" y="16704"/>
                      </a:lnTo>
                      <a:lnTo>
                        <a:pt x="14875" y="17352"/>
                      </a:lnTo>
                      <a:lnTo>
                        <a:pt x="14493" y="17410"/>
                      </a:lnTo>
                      <a:lnTo>
                        <a:pt x="14042" y="17468"/>
                      </a:lnTo>
                      <a:lnTo>
                        <a:pt x="8508" y="19911"/>
                      </a:lnTo>
                      <a:lnTo>
                        <a:pt x="7652" y="18499"/>
                      </a:lnTo>
                      <a:lnTo>
                        <a:pt x="7385" y="18938"/>
                      </a:lnTo>
                      <a:lnTo>
                        <a:pt x="6957" y="18301"/>
                      </a:lnTo>
                      <a:lnTo>
                        <a:pt x="6853" y="16982"/>
                      </a:lnTo>
                      <a:lnTo>
                        <a:pt x="7744" y="16473"/>
                      </a:lnTo>
                      <a:lnTo>
                        <a:pt x="0" y="12085"/>
                      </a:lnTo>
                      <a:lnTo>
                        <a:pt x="58" y="12004"/>
                      </a:lnTo>
                      <a:lnTo>
                        <a:pt x="5441" y="4017"/>
                      </a:lnTo>
                      <a:lnTo>
                        <a:pt x="5464" y="4167"/>
                      </a:lnTo>
                      <a:lnTo>
                        <a:pt x="8335" y="1354"/>
                      </a:lnTo>
                      <a:lnTo>
                        <a:pt x="8659" y="1227"/>
                      </a:lnTo>
                      <a:lnTo>
                        <a:pt x="12201" y="3600"/>
                      </a:lnTo>
                      <a:lnTo>
                        <a:pt x="12351" y="3253"/>
                      </a:lnTo>
                      <a:lnTo>
                        <a:pt x="12479" y="3322"/>
                      </a:lnTo>
                      <a:lnTo>
                        <a:pt x="12467" y="2964"/>
                      </a:lnTo>
                      <a:lnTo>
                        <a:pt x="13694" y="0"/>
                      </a:lnTo>
                      <a:lnTo>
                        <a:pt x="14493" y="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01" name="Freeform: Shape 300">
                  <a:extLst>
                    <a:ext uri="{FF2B5EF4-FFF2-40B4-BE49-F238E27FC236}">
                      <a16:creationId xmlns:a16="http://schemas.microsoft.com/office/drawing/2014/main" id="{D35206DD-50B4-5486-EA44-F752A3D30A27}"/>
                    </a:ext>
                  </a:extLst>
                </p:cNvPr>
                <p:cNvSpPr/>
                <p:nvPr/>
              </p:nvSpPr>
              <p:spPr>
                <a:xfrm>
                  <a:off x="9632424" y="1585101"/>
                  <a:ext cx="28280" cy="26994"/>
                </a:xfrm>
                <a:custGeom>
                  <a:avLst/>
                  <a:gdLst>
                    <a:gd name="connsiteX0" fmla="*/ 10187 w 28280"/>
                    <a:gd name="connsiteY0" fmla="*/ 301 h 26994"/>
                    <a:gd name="connsiteX1" fmla="*/ 12143 w 28280"/>
                    <a:gd name="connsiteY1" fmla="*/ 0 h 26994"/>
                    <a:gd name="connsiteX2" fmla="*/ 12560 w 28280"/>
                    <a:gd name="connsiteY2" fmla="*/ 1574 h 26994"/>
                    <a:gd name="connsiteX3" fmla="*/ 12618 w 28280"/>
                    <a:gd name="connsiteY3" fmla="*/ 1516 h 26994"/>
                    <a:gd name="connsiteX4" fmla="*/ 12699 w 28280"/>
                    <a:gd name="connsiteY4" fmla="*/ 1760 h 26994"/>
                    <a:gd name="connsiteX5" fmla="*/ 13880 w 28280"/>
                    <a:gd name="connsiteY5" fmla="*/ 336 h 26994"/>
                    <a:gd name="connsiteX6" fmla="*/ 17862 w 28280"/>
                    <a:gd name="connsiteY6" fmla="*/ 5533 h 26994"/>
                    <a:gd name="connsiteX7" fmla="*/ 19123 w 28280"/>
                    <a:gd name="connsiteY7" fmla="*/ 4040 h 26994"/>
                    <a:gd name="connsiteX8" fmla="*/ 24460 w 28280"/>
                    <a:gd name="connsiteY8" fmla="*/ 8508 h 26994"/>
                    <a:gd name="connsiteX9" fmla="*/ 27192 w 28280"/>
                    <a:gd name="connsiteY9" fmla="*/ 8612 h 26994"/>
                    <a:gd name="connsiteX10" fmla="*/ 28280 w 28280"/>
                    <a:gd name="connsiteY10" fmla="*/ 13509 h 26994"/>
                    <a:gd name="connsiteX11" fmla="*/ 27678 w 28280"/>
                    <a:gd name="connsiteY11" fmla="*/ 19065 h 26994"/>
                    <a:gd name="connsiteX12" fmla="*/ 24541 w 28280"/>
                    <a:gd name="connsiteY12" fmla="*/ 23152 h 26994"/>
                    <a:gd name="connsiteX13" fmla="*/ 22075 w 28280"/>
                    <a:gd name="connsiteY13" fmla="*/ 23117 h 26994"/>
                    <a:gd name="connsiteX14" fmla="*/ 19274 w 28280"/>
                    <a:gd name="connsiteY14" fmla="*/ 26312 h 26994"/>
                    <a:gd name="connsiteX15" fmla="*/ 14655 w 28280"/>
                    <a:gd name="connsiteY15" fmla="*/ 25096 h 26994"/>
                    <a:gd name="connsiteX16" fmla="*/ 12965 w 28280"/>
                    <a:gd name="connsiteY16" fmla="*/ 26995 h 26994"/>
                    <a:gd name="connsiteX17" fmla="*/ 12259 w 28280"/>
                    <a:gd name="connsiteY17" fmla="*/ 25409 h 26994"/>
                    <a:gd name="connsiteX18" fmla="*/ 11483 w 28280"/>
                    <a:gd name="connsiteY18" fmla="*/ 25710 h 26994"/>
                    <a:gd name="connsiteX19" fmla="*/ 10870 w 28280"/>
                    <a:gd name="connsiteY19" fmla="*/ 25120 h 26994"/>
                    <a:gd name="connsiteX20" fmla="*/ 9643 w 28280"/>
                    <a:gd name="connsiteY20" fmla="*/ 26428 h 26994"/>
                    <a:gd name="connsiteX21" fmla="*/ 7108 w 28280"/>
                    <a:gd name="connsiteY21" fmla="*/ 25027 h 26994"/>
                    <a:gd name="connsiteX22" fmla="*/ 6980 w 28280"/>
                    <a:gd name="connsiteY22" fmla="*/ 24587 h 26994"/>
                    <a:gd name="connsiteX23" fmla="*/ 6726 w 28280"/>
                    <a:gd name="connsiteY23" fmla="*/ 23568 h 26994"/>
                    <a:gd name="connsiteX24" fmla="*/ 3855 w 28280"/>
                    <a:gd name="connsiteY24" fmla="*/ 20119 h 26994"/>
                    <a:gd name="connsiteX25" fmla="*/ 3276 w 28280"/>
                    <a:gd name="connsiteY25" fmla="*/ 14354 h 26994"/>
                    <a:gd name="connsiteX26" fmla="*/ 0 w 28280"/>
                    <a:gd name="connsiteY26" fmla="*/ 9920 h 26994"/>
                    <a:gd name="connsiteX27" fmla="*/ 2269 w 28280"/>
                    <a:gd name="connsiteY27" fmla="*/ 10083 h 26994"/>
                    <a:gd name="connsiteX28" fmla="*/ 2373 w 28280"/>
                    <a:gd name="connsiteY28" fmla="*/ 7547 h 26994"/>
                    <a:gd name="connsiteX29" fmla="*/ 2859 w 28280"/>
                    <a:gd name="connsiteY29" fmla="*/ 10696 h 26994"/>
                    <a:gd name="connsiteX30" fmla="*/ 3044 w 28280"/>
                    <a:gd name="connsiteY30" fmla="*/ 10650 h 26994"/>
                    <a:gd name="connsiteX31" fmla="*/ 3068 w 28280"/>
                    <a:gd name="connsiteY31" fmla="*/ 10742 h 26994"/>
                    <a:gd name="connsiteX32" fmla="*/ 4133 w 28280"/>
                    <a:gd name="connsiteY32" fmla="*/ 10384 h 26994"/>
                    <a:gd name="connsiteX33" fmla="*/ 5093 w 28280"/>
                    <a:gd name="connsiteY33" fmla="*/ 10152 h 26994"/>
                    <a:gd name="connsiteX34" fmla="*/ 3693 w 28280"/>
                    <a:gd name="connsiteY34" fmla="*/ 8867 h 26994"/>
                    <a:gd name="connsiteX35" fmla="*/ 6193 w 28280"/>
                    <a:gd name="connsiteY35" fmla="*/ 8913 h 26994"/>
                    <a:gd name="connsiteX36" fmla="*/ 5927 w 28280"/>
                    <a:gd name="connsiteY36" fmla="*/ 7895 h 26994"/>
                    <a:gd name="connsiteX37" fmla="*/ 7455 w 28280"/>
                    <a:gd name="connsiteY37" fmla="*/ 7223 h 26994"/>
                    <a:gd name="connsiteX38" fmla="*/ 7316 w 28280"/>
                    <a:gd name="connsiteY38" fmla="*/ 7096 h 26994"/>
                    <a:gd name="connsiteX39" fmla="*/ 7351 w 28280"/>
                    <a:gd name="connsiteY39" fmla="*/ 7084 h 26994"/>
                    <a:gd name="connsiteX40" fmla="*/ 5487 w 28280"/>
                    <a:gd name="connsiteY40" fmla="*/ 5545 h 26994"/>
                    <a:gd name="connsiteX41" fmla="*/ 7640 w 28280"/>
                    <a:gd name="connsiteY41" fmla="*/ 2593 h 26994"/>
                    <a:gd name="connsiteX42" fmla="*/ 10974 w 28280"/>
                    <a:gd name="connsiteY42" fmla="*/ 1146 h 26994"/>
                    <a:gd name="connsiteX43" fmla="*/ 10187 w 28280"/>
                    <a:gd name="connsiteY43" fmla="*/ 301 h 26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28280" h="26994">
                      <a:moveTo>
                        <a:pt x="10187" y="301"/>
                      </a:moveTo>
                      <a:lnTo>
                        <a:pt x="12143" y="0"/>
                      </a:lnTo>
                      <a:lnTo>
                        <a:pt x="12560" y="1574"/>
                      </a:lnTo>
                      <a:lnTo>
                        <a:pt x="12618" y="1516"/>
                      </a:lnTo>
                      <a:lnTo>
                        <a:pt x="12699" y="1760"/>
                      </a:lnTo>
                      <a:lnTo>
                        <a:pt x="13880" y="336"/>
                      </a:lnTo>
                      <a:lnTo>
                        <a:pt x="17862" y="5533"/>
                      </a:lnTo>
                      <a:lnTo>
                        <a:pt x="19123" y="4040"/>
                      </a:lnTo>
                      <a:lnTo>
                        <a:pt x="24460" y="8508"/>
                      </a:lnTo>
                      <a:lnTo>
                        <a:pt x="27192" y="8612"/>
                      </a:lnTo>
                      <a:lnTo>
                        <a:pt x="28280" y="13509"/>
                      </a:lnTo>
                      <a:lnTo>
                        <a:pt x="27678" y="19065"/>
                      </a:lnTo>
                      <a:lnTo>
                        <a:pt x="24541" y="23152"/>
                      </a:lnTo>
                      <a:lnTo>
                        <a:pt x="22075" y="23117"/>
                      </a:lnTo>
                      <a:lnTo>
                        <a:pt x="19274" y="26312"/>
                      </a:lnTo>
                      <a:lnTo>
                        <a:pt x="14655" y="25096"/>
                      </a:lnTo>
                      <a:lnTo>
                        <a:pt x="12965" y="26995"/>
                      </a:lnTo>
                      <a:lnTo>
                        <a:pt x="12259" y="25409"/>
                      </a:lnTo>
                      <a:lnTo>
                        <a:pt x="11483" y="25710"/>
                      </a:lnTo>
                      <a:lnTo>
                        <a:pt x="10870" y="25120"/>
                      </a:lnTo>
                      <a:lnTo>
                        <a:pt x="9643" y="26428"/>
                      </a:lnTo>
                      <a:lnTo>
                        <a:pt x="7108" y="25027"/>
                      </a:lnTo>
                      <a:lnTo>
                        <a:pt x="6980" y="24587"/>
                      </a:lnTo>
                      <a:lnTo>
                        <a:pt x="6726" y="23568"/>
                      </a:lnTo>
                      <a:lnTo>
                        <a:pt x="3855" y="20119"/>
                      </a:lnTo>
                      <a:lnTo>
                        <a:pt x="3276" y="14354"/>
                      </a:lnTo>
                      <a:lnTo>
                        <a:pt x="0" y="9920"/>
                      </a:lnTo>
                      <a:lnTo>
                        <a:pt x="2269" y="10083"/>
                      </a:lnTo>
                      <a:lnTo>
                        <a:pt x="2373" y="7547"/>
                      </a:lnTo>
                      <a:lnTo>
                        <a:pt x="2859" y="10696"/>
                      </a:lnTo>
                      <a:lnTo>
                        <a:pt x="3044" y="10650"/>
                      </a:lnTo>
                      <a:lnTo>
                        <a:pt x="3068" y="10742"/>
                      </a:lnTo>
                      <a:lnTo>
                        <a:pt x="4133" y="10384"/>
                      </a:lnTo>
                      <a:lnTo>
                        <a:pt x="5093" y="10152"/>
                      </a:lnTo>
                      <a:lnTo>
                        <a:pt x="3693" y="8867"/>
                      </a:lnTo>
                      <a:lnTo>
                        <a:pt x="6193" y="8913"/>
                      </a:lnTo>
                      <a:lnTo>
                        <a:pt x="5927" y="7895"/>
                      </a:lnTo>
                      <a:lnTo>
                        <a:pt x="7455" y="7223"/>
                      </a:lnTo>
                      <a:lnTo>
                        <a:pt x="7316" y="7096"/>
                      </a:lnTo>
                      <a:lnTo>
                        <a:pt x="7351" y="7084"/>
                      </a:lnTo>
                      <a:lnTo>
                        <a:pt x="5487" y="5545"/>
                      </a:lnTo>
                      <a:lnTo>
                        <a:pt x="7640" y="2593"/>
                      </a:lnTo>
                      <a:lnTo>
                        <a:pt x="10974" y="1146"/>
                      </a:lnTo>
                      <a:lnTo>
                        <a:pt x="10187" y="3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02" name="Freeform: Shape 301">
                  <a:extLst>
                    <a:ext uri="{FF2B5EF4-FFF2-40B4-BE49-F238E27FC236}">
                      <a16:creationId xmlns:a16="http://schemas.microsoft.com/office/drawing/2014/main" id="{97E30356-0963-206C-D577-89E3CA158D5C}"/>
                    </a:ext>
                  </a:extLst>
                </p:cNvPr>
                <p:cNvSpPr/>
                <p:nvPr/>
              </p:nvSpPr>
              <p:spPr>
                <a:xfrm>
                  <a:off x="8248597" y="4019149"/>
                  <a:ext cx="26670" cy="24019"/>
                </a:xfrm>
                <a:custGeom>
                  <a:avLst/>
                  <a:gdLst>
                    <a:gd name="connsiteX0" fmla="*/ 24032 w 26670"/>
                    <a:gd name="connsiteY0" fmla="*/ 8601 h 24019"/>
                    <a:gd name="connsiteX1" fmla="*/ 26671 w 26670"/>
                    <a:gd name="connsiteY1" fmla="*/ 15836 h 24019"/>
                    <a:gd name="connsiteX2" fmla="*/ 26023 w 26670"/>
                    <a:gd name="connsiteY2" fmla="*/ 19471 h 24019"/>
                    <a:gd name="connsiteX3" fmla="*/ 23522 w 26670"/>
                    <a:gd name="connsiteY3" fmla="*/ 20107 h 24019"/>
                    <a:gd name="connsiteX4" fmla="*/ 23140 w 26670"/>
                    <a:gd name="connsiteY4" fmla="*/ 19633 h 24019"/>
                    <a:gd name="connsiteX5" fmla="*/ 22457 w 26670"/>
                    <a:gd name="connsiteY5" fmla="*/ 18683 h 24019"/>
                    <a:gd name="connsiteX6" fmla="*/ 22399 w 26670"/>
                    <a:gd name="connsiteY6" fmla="*/ 18730 h 24019"/>
                    <a:gd name="connsiteX7" fmla="*/ 22260 w 26670"/>
                    <a:gd name="connsiteY7" fmla="*/ 18568 h 24019"/>
                    <a:gd name="connsiteX8" fmla="*/ 16496 w 26670"/>
                    <a:gd name="connsiteY8" fmla="*/ 24020 h 24019"/>
                    <a:gd name="connsiteX9" fmla="*/ 15755 w 26670"/>
                    <a:gd name="connsiteY9" fmla="*/ 24020 h 24019"/>
                    <a:gd name="connsiteX10" fmla="*/ 3577 w 26670"/>
                    <a:gd name="connsiteY10" fmla="*/ 22804 h 24019"/>
                    <a:gd name="connsiteX11" fmla="*/ 2026 w 26670"/>
                    <a:gd name="connsiteY11" fmla="*/ 22249 h 24019"/>
                    <a:gd name="connsiteX12" fmla="*/ 324 w 26670"/>
                    <a:gd name="connsiteY12" fmla="*/ 17942 h 24019"/>
                    <a:gd name="connsiteX13" fmla="*/ 0 w 26670"/>
                    <a:gd name="connsiteY13" fmla="*/ 16877 h 24019"/>
                    <a:gd name="connsiteX14" fmla="*/ 2084 w 26670"/>
                    <a:gd name="connsiteY14" fmla="*/ 13301 h 24019"/>
                    <a:gd name="connsiteX15" fmla="*/ 4190 w 26670"/>
                    <a:gd name="connsiteY15" fmla="*/ 12421 h 24019"/>
                    <a:gd name="connsiteX16" fmla="*/ 5093 w 26670"/>
                    <a:gd name="connsiteY16" fmla="*/ 12791 h 24019"/>
                    <a:gd name="connsiteX17" fmla="*/ 5556 w 26670"/>
                    <a:gd name="connsiteY17" fmla="*/ 11854 h 24019"/>
                    <a:gd name="connsiteX18" fmla="*/ 6645 w 26670"/>
                    <a:gd name="connsiteY18" fmla="*/ 11402 h 24019"/>
                    <a:gd name="connsiteX19" fmla="*/ 7003 w 26670"/>
                    <a:gd name="connsiteY19" fmla="*/ 8925 h 24019"/>
                    <a:gd name="connsiteX20" fmla="*/ 8288 w 26670"/>
                    <a:gd name="connsiteY20" fmla="*/ 6344 h 24019"/>
                    <a:gd name="connsiteX21" fmla="*/ 19783 w 26670"/>
                    <a:gd name="connsiteY21" fmla="*/ 2257 h 24019"/>
                    <a:gd name="connsiteX22" fmla="*/ 21230 w 26670"/>
                    <a:gd name="connsiteY22" fmla="*/ 0 h 24019"/>
                    <a:gd name="connsiteX23" fmla="*/ 25571 w 26670"/>
                    <a:gd name="connsiteY23" fmla="*/ 5591 h 24019"/>
                    <a:gd name="connsiteX24" fmla="*/ 24032 w 26670"/>
                    <a:gd name="connsiteY24" fmla="*/ 8601 h 24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6670" h="24019">
                      <a:moveTo>
                        <a:pt x="24032" y="8601"/>
                      </a:moveTo>
                      <a:lnTo>
                        <a:pt x="26671" y="15836"/>
                      </a:lnTo>
                      <a:lnTo>
                        <a:pt x="26023" y="19471"/>
                      </a:lnTo>
                      <a:lnTo>
                        <a:pt x="23522" y="20107"/>
                      </a:lnTo>
                      <a:lnTo>
                        <a:pt x="23140" y="19633"/>
                      </a:lnTo>
                      <a:lnTo>
                        <a:pt x="22457" y="18683"/>
                      </a:lnTo>
                      <a:lnTo>
                        <a:pt x="22399" y="18730"/>
                      </a:lnTo>
                      <a:lnTo>
                        <a:pt x="22260" y="18568"/>
                      </a:lnTo>
                      <a:lnTo>
                        <a:pt x="16496" y="24020"/>
                      </a:lnTo>
                      <a:lnTo>
                        <a:pt x="15755" y="24020"/>
                      </a:lnTo>
                      <a:lnTo>
                        <a:pt x="3577" y="22804"/>
                      </a:lnTo>
                      <a:lnTo>
                        <a:pt x="2026" y="22249"/>
                      </a:lnTo>
                      <a:lnTo>
                        <a:pt x="324" y="17942"/>
                      </a:lnTo>
                      <a:lnTo>
                        <a:pt x="0" y="16877"/>
                      </a:lnTo>
                      <a:lnTo>
                        <a:pt x="2084" y="13301"/>
                      </a:lnTo>
                      <a:lnTo>
                        <a:pt x="4190" y="12421"/>
                      </a:lnTo>
                      <a:lnTo>
                        <a:pt x="5093" y="12791"/>
                      </a:lnTo>
                      <a:lnTo>
                        <a:pt x="5556" y="11854"/>
                      </a:lnTo>
                      <a:lnTo>
                        <a:pt x="6645" y="11402"/>
                      </a:lnTo>
                      <a:lnTo>
                        <a:pt x="7003" y="8925"/>
                      </a:lnTo>
                      <a:lnTo>
                        <a:pt x="8288" y="6344"/>
                      </a:lnTo>
                      <a:lnTo>
                        <a:pt x="19783" y="2257"/>
                      </a:lnTo>
                      <a:lnTo>
                        <a:pt x="21230" y="0"/>
                      </a:lnTo>
                      <a:lnTo>
                        <a:pt x="25571" y="5591"/>
                      </a:lnTo>
                      <a:lnTo>
                        <a:pt x="24032" y="86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03" name="Freeform: Shape 302">
                  <a:extLst>
                    <a:ext uri="{FF2B5EF4-FFF2-40B4-BE49-F238E27FC236}">
                      <a16:creationId xmlns:a16="http://schemas.microsoft.com/office/drawing/2014/main" id="{F3B17894-E749-03A5-5DB5-E6F5E46E306D}"/>
                    </a:ext>
                  </a:extLst>
                </p:cNvPr>
                <p:cNvSpPr/>
                <p:nvPr/>
              </p:nvSpPr>
              <p:spPr>
                <a:xfrm>
                  <a:off x="7886863" y="2980967"/>
                  <a:ext cx="31069" cy="25675"/>
                </a:xfrm>
                <a:custGeom>
                  <a:avLst/>
                  <a:gdLst>
                    <a:gd name="connsiteX0" fmla="*/ 25467 w 31069"/>
                    <a:gd name="connsiteY0" fmla="*/ 0 h 25675"/>
                    <a:gd name="connsiteX1" fmla="*/ 27435 w 31069"/>
                    <a:gd name="connsiteY1" fmla="*/ 868 h 25675"/>
                    <a:gd name="connsiteX2" fmla="*/ 29831 w 31069"/>
                    <a:gd name="connsiteY2" fmla="*/ 2130 h 25675"/>
                    <a:gd name="connsiteX3" fmla="*/ 31046 w 31069"/>
                    <a:gd name="connsiteY3" fmla="*/ 8045 h 25675"/>
                    <a:gd name="connsiteX4" fmla="*/ 31070 w 31069"/>
                    <a:gd name="connsiteY4" fmla="*/ 8161 h 25675"/>
                    <a:gd name="connsiteX5" fmla="*/ 29148 w 31069"/>
                    <a:gd name="connsiteY5" fmla="*/ 14539 h 25675"/>
                    <a:gd name="connsiteX6" fmla="*/ 30016 w 31069"/>
                    <a:gd name="connsiteY6" fmla="*/ 16600 h 25675"/>
                    <a:gd name="connsiteX7" fmla="*/ 27562 w 31069"/>
                    <a:gd name="connsiteY7" fmla="*/ 17306 h 25675"/>
                    <a:gd name="connsiteX8" fmla="*/ 27655 w 31069"/>
                    <a:gd name="connsiteY8" fmla="*/ 18371 h 25675"/>
                    <a:gd name="connsiteX9" fmla="*/ 27770 w 31069"/>
                    <a:gd name="connsiteY9" fmla="*/ 19633 h 25675"/>
                    <a:gd name="connsiteX10" fmla="*/ 22295 w 31069"/>
                    <a:gd name="connsiteY10" fmla="*/ 23569 h 25675"/>
                    <a:gd name="connsiteX11" fmla="*/ 21450 w 31069"/>
                    <a:gd name="connsiteY11" fmla="*/ 22122 h 25675"/>
                    <a:gd name="connsiteX12" fmla="*/ 20987 w 31069"/>
                    <a:gd name="connsiteY12" fmla="*/ 20675 h 25675"/>
                    <a:gd name="connsiteX13" fmla="*/ 20246 w 31069"/>
                    <a:gd name="connsiteY13" fmla="*/ 20478 h 25675"/>
                    <a:gd name="connsiteX14" fmla="*/ 16426 w 31069"/>
                    <a:gd name="connsiteY14" fmla="*/ 18059 h 25675"/>
                    <a:gd name="connsiteX15" fmla="*/ 13613 w 31069"/>
                    <a:gd name="connsiteY15" fmla="*/ 14643 h 25675"/>
                    <a:gd name="connsiteX16" fmla="*/ 11854 w 31069"/>
                    <a:gd name="connsiteY16" fmla="*/ 14898 h 25675"/>
                    <a:gd name="connsiteX17" fmla="*/ 10708 w 31069"/>
                    <a:gd name="connsiteY17" fmla="*/ 18371 h 25675"/>
                    <a:gd name="connsiteX18" fmla="*/ 9423 w 31069"/>
                    <a:gd name="connsiteY18" fmla="*/ 22237 h 25675"/>
                    <a:gd name="connsiteX19" fmla="*/ 6644 w 31069"/>
                    <a:gd name="connsiteY19" fmla="*/ 23488 h 25675"/>
                    <a:gd name="connsiteX20" fmla="*/ 1817 w 31069"/>
                    <a:gd name="connsiteY20" fmla="*/ 25675 h 25675"/>
                    <a:gd name="connsiteX21" fmla="*/ 671 w 31069"/>
                    <a:gd name="connsiteY21" fmla="*/ 20200 h 25675"/>
                    <a:gd name="connsiteX22" fmla="*/ 1852 w 31069"/>
                    <a:gd name="connsiteY22" fmla="*/ 18371 h 25675"/>
                    <a:gd name="connsiteX23" fmla="*/ 2373 w 31069"/>
                    <a:gd name="connsiteY23" fmla="*/ 17537 h 25675"/>
                    <a:gd name="connsiteX24" fmla="*/ 116 w 31069"/>
                    <a:gd name="connsiteY24" fmla="*/ 17190 h 25675"/>
                    <a:gd name="connsiteX25" fmla="*/ 0 w 31069"/>
                    <a:gd name="connsiteY25" fmla="*/ 14563 h 25675"/>
                    <a:gd name="connsiteX26" fmla="*/ 2060 w 31069"/>
                    <a:gd name="connsiteY26" fmla="*/ 13937 h 25675"/>
                    <a:gd name="connsiteX27" fmla="*/ 2014 w 31069"/>
                    <a:gd name="connsiteY27" fmla="*/ 14088 h 25675"/>
                    <a:gd name="connsiteX28" fmla="*/ 1516 w 31069"/>
                    <a:gd name="connsiteY28" fmla="*/ 15523 h 25675"/>
                    <a:gd name="connsiteX29" fmla="*/ 3033 w 31069"/>
                    <a:gd name="connsiteY29" fmla="*/ 16195 h 25675"/>
                    <a:gd name="connsiteX30" fmla="*/ 4758 w 31069"/>
                    <a:gd name="connsiteY30" fmla="*/ 13926 h 25675"/>
                    <a:gd name="connsiteX31" fmla="*/ 5452 w 31069"/>
                    <a:gd name="connsiteY31" fmla="*/ 13984 h 25675"/>
                    <a:gd name="connsiteX32" fmla="*/ 5950 w 31069"/>
                    <a:gd name="connsiteY32" fmla="*/ 14539 h 25675"/>
                    <a:gd name="connsiteX33" fmla="*/ 6644 w 31069"/>
                    <a:gd name="connsiteY33" fmla="*/ 14157 h 25675"/>
                    <a:gd name="connsiteX34" fmla="*/ 6795 w 31069"/>
                    <a:gd name="connsiteY34" fmla="*/ 14076 h 25675"/>
                    <a:gd name="connsiteX35" fmla="*/ 7524 w 31069"/>
                    <a:gd name="connsiteY35" fmla="*/ 14134 h 25675"/>
                    <a:gd name="connsiteX36" fmla="*/ 9735 w 31069"/>
                    <a:gd name="connsiteY36" fmla="*/ 12490 h 25675"/>
                    <a:gd name="connsiteX37" fmla="*/ 10152 w 31069"/>
                    <a:gd name="connsiteY37" fmla="*/ 12259 h 25675"/>
                    <a:gd name="connsiteX38" fmla="*/ 11784 w 31069"/>
                    <a:gd name="connsiteY38" fmla="*/ 13451 h 25675"/>
                    <a:gd name="connsiteX39" fmla="*/ 14771 w 31069"/>
                    <a:gd name="connsiteY39" fmla="*/ 4688 h 25675"/>
                    <a:gd name="connsiteX40" fmla="*/ 18116 w 31069"/>
                    <a:gd name="connsiteY40" fmla="*/ 4665 h 25675"/>
                    <a:gd name="connsiteX41" fmla="*/ 18672 w 31069"/>
                    <a:gd name="connsiteY41" fmla="*/ 1216 h 25675"/>
                    <a:gd name="connsiteX42" fmla="*/ 19170 w 31069"/>
                    <a:gd name="connsiteY42" fmla="*/ 1331 h 25675"/>
                    <a:gd name="connsiteX43" fmla="*/ 22237 w 31069"/>
                    <a:gd name="connsiteY43" fmla="*/ 2292 h 25675"/>
                    <a:gd name="connsiteX44" fmla="*/ 25467 w 31069"/>
                    <a:gd name="connsiteY44" fmla="*/ 0 h 25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</a:cxnLst>
                  <a:rect l="l" t="t" r="r" b="b"/>
                  <a:pathLst>
                    <a:path w="31069" h="25675">
                      <a:moveTo>
                        <a:pt x="25467" y="0"/>
                      </a:moveTo>
                      <a:lnTo>
                        <a:pt x="27435" y="868"/>
                      </a:lnTo>
                      <a:lnTo>
                        <a:pt x="29831" y="2130"/>
                      </a:lnTo>
                      <a:lnTo>
                        <a:pt x="31046" y="8045"/>
                      </a:lnTo>
                      <a:lnTo>
                        <a:pt x="31070" y="8161"/>
                      </a:lnTo>
                      <a:lnTo>
                        <a:pt x="29148" y="14539"/>
                      </a:lnTo>
                      <a:lnTo>
                        <a:pt x="30016" y="16600"/>
                      </a:lnTo>
                      <a:lnTo>
                        <a:pt x="27562" y="17306"/>
                      </a:lnTo>
                      <a:lnTo>
                        <a:pt x="27655" y="18371"/>
                      </a:lnTo>
                      <a:lnTo>
                        <a:pt x="27770" y="19633"/>
                      </a:lnTo>
                      <a:lnTo>
                        <a:pt x="22295" y="23569"/>
                      </a:lnTo>
                      <a:lnTo>
                        <a:pt x="21450" y="22122"/>
                      </a:lnTo>
                      <a:lnTo>
                        <a:pt x="20987" y="20675"/>
                      </a:lnTo>
                      <a:lnTo>
                        <a:pt x="20246" y="20478"/>
                      </a:lnTo>
                      <a:lnTo>
                        <a:pt x="16426" y="18059"/>
                      </a:lnTo>
                      <a:lnTo>
                        <a:pt x="13613" y="14643"/>
                      </a:lnTo>
                      <a:lnTo>
                        <a:pt x="11854" y="14898"/>
                      </a:lnTo>
                      <a:lnTo>
                        <a:pt x="10708" y="18371"/>
                      </a:lnTo>
                      <a:lnTo>
                        <a:pt x="9423" y="22237"/>
                      </a:lnTo>
                      <a:lnTo>
                        <a:pt x="6644" y="23488"/>
                      </a:lnTo>
                      <a:lnTo>
                        <a:pt x="1817" y="25675"/>
                      </a:lnTo>
                      <a:lnTo>
                        <a:pt x="671" y="20200"/>
                      </a:lnTo>
                      <a:lnTo>
                        <a:pt x="1852" y="18371"/>
                      </a:lnTo>
                      <a:lnTo>
                        <a:pt x="2373" y="17537"/>
                      </a:lnTo>
                      <a:lnTo>
                        <a:pt x="116" y="17190"/>
                      </a:lnTo>
                      <a:lnTo>
                        <a:pt x="0" y="14563"/>
                      </a:lnTo>
                      <a:lnTo>
                        <a:pt x="2060" y="13937"/>
                      </a:lnTo>
                      <a:lnTo>
                        <a:pt x="2014" y="14088"/>
                      </a:lnTo>
                      <a:lnTo>
                        <a:pt x="1516" y="15523"/>
                      </a:lnTo>
                      <a:lnTo>
                        <a:pt x="3033" y="16195"/>
                      </a:lnTo>
                      <a:lnTo>
                        <a:pt x="4758" y="13926"/>
                      </a:lnTo>
                      <a:lnTo>
                        <a:pt x="5452" y="13984"/>
                      </a:lnTo>
                      <a:lnTo>
                        <a:pt x="5950" y="14539"/>
                      </a:lnTo>
                      <a:lnTo>
                        <a:pt x="6644" y="14157"/>
                      </a:lnTo>
                      <a:lnTo>
                        <a:pt x="6795" y="14076"/>
                      </a:lnTo>
                      <a:lnTo>
                        <a:pt x="7524" y="14134"/>
                      </a:lnTo>
                      <a:lnTo>
                        <a:pt x="9735" y="12490"/>
                      </a:lnTo>
                      <a:lnTo>
                        <a:pt x="10152" y="12259"/>
                      </a:lnTo>
                      <a:lnTo>
                        <a:pt x="11784" y="13451"/>
                      </a:lnTo>
                      <a:lnTo>
                        <a:pt x="14771" y="4688"/>
                      </a:lnTo>
                      <a:lnTo>
                        <a:pt x="18116" y="4665"/>
                      </a:lnTo>
                      <a:lnTo>
                        <a:pt x="18672" y="1216"/>
                      </a:lnTo>
                      <a:lnTo>
                        <a:pt x="19170" y="1331"/>
                      </a:lnTo>
                      <a:lnTo>
                        <a:pt x="22237" y="2292"/>
                      </a:lnTo>
                      <a:lnTo>
                        <a:pt x="2546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04" name="Freeform: Shape 303">
                  <a:extLst>
                    <a:ext uri="{FF2B5EF4-FFF2-40B4-BE49-F238E27FC236}">
                      <a16:creationId xmlns:a16="http://schemas.microsoft.com/office/drawing/2014/main" id="{31924525-73C0-B157-D27E-C883AD8A1F93}"/>
                    </a:ext>
                  </a:extLst>
                </p:cNvPr>
                <p:cNvSpPr/>
                <p:nvPr/>
              </p:nvSpPr>
              <p:spPr>
                <a:xfrm>
                  <a:off x="8284610" y="3947009"/>
                  <a:ext cx="24760" cy="35352"/>
                </a:xfrm>
                <a:custGeom>
                  <a:avLst/>
                  <a:gdLst>
                    <a:gd name="connsiteX0" fmla="*/ 20547 w 24760"/>
                    <a:gd name="connsiteY0" fmla="*/ 3357 h 35352"/>
                    <a:gd name="connsiteX1" fmla="*/ 24761 w 24760"/>
                    <a:gd name="connsiteY1" fmla="*/ 0 h 35352"/>
                    <a:gd name="connsiteX2" fmla="*/ 23823 w 24760"/>
                    <a:gd name="connsiteY2" fmla="*/ 3658 h 35352"/>
                    <a:gd name="connsiteX3" fmla="*/ 21716 w 24760"/>
                    <a:gd name="connsiteY3" fmla="*/ 11888 h 35352"/>
                    <a:gd name="connsiteX4" fmla="*/ 21381 w 24760"/>
                    <a:gd name="connsiteY4" fmla="*/ 12513 h 35352"/>
                    <a:gd name="connsiteX5" fmla="*/ 21242 w 24760"/>
                    <a:gd name="connsiteY5" fmla="*/ 13740 h 35352"/>
                    <a:gd name="connsiteX6" fmla="*/ 21033 w 24760"/>
                    <a:gd name="connsiteY6" fmla="*/ 14539 h 35352"/>
                    <a:gd name="connsiteX7" fmla="*/ 18660 w 24760"/>
                    <a:gd name="connsiteY7" fmla="*/ 16287 h 35352"/>
                    <a:gd name="connsiteX8" fmla="*/ 17214 w 24760"/>
                    <a:gd name="connsiteY8" fmla="*/ 15164 h 35352"/>
                    <a:gd name="connsiteX9" fmla="*/ 13868 w 24760"/>
                    <a:gd name="connsiteY9" fmla="*/ 19401 h 35352"/>
                    <a:gd name="connsiteX10" fmla="*/ 17387 w 24760"/>
                    <a:gd name="connsiteY10" fmla="*/ 21068 h 35352"/>
                    <a:gd name="connsiteX11" fmla="*/ 16311 w 24760"/>
                    <a:gd name="connsiteY11" fmla="*/ 23152 h 35352"/>
                    <a:gd name="connsiteX12" fmla="*/ 17445 w 24760"/>
                    <a:gd name="connsiteY12" fmla="*/ 27192 h 35352"/>
                    <a:gd name="connsiteX13" fmla="*/ 15535 w 24760"/>
                    <a:gd name="connsiteY13" fmla="*/ 28060 h 35352"/>
                    <a:gd name="connsiteX14" fmla="*/ 15477 w 24760"/>
                    <a:gd name="connsiteY14" fmla="*/ 27817 h 35352"/>
                    <a:gd name="connsiteX15" fmla="*/ 14620 w 24760"/>
                    <a:gd name="connsiteY15" fmla="*/ 28152 h 35352"/>
                    <a:gd name="connsiteX16" fmla="*/ 14215 w 24760"/>
                    <a:gd name="connsiteY16" fmla="*/ 27145 h 35352"/>
                    <a:gd name="connsiteX17" fmla="*/ 12213 w 24760"/>
                    <a:gd name="connsiteY17" fmla="*/ 28882 h 35352"/>
                    <a:gd name="connsiteX18" fmla="*/ 12791 w 24760"/>
                    <a:gd name="connsiteY18" fmla="*/ 31972 h 35352"/>
                    <a:gd name="connsiteX19" fmla="*/ 12583 w 24760"/>
                    <a:gd name="connsiteY19" fmla="*/ 32192 h 35352"/>
                    <a:gd name="connsiteX20" fmla="*/ 8752 w 24760"/>
                    <a:gd name="connsiteY20" fmla="*/ 35353 h 35352"/>
                    <a:gd name="connsiteX21" fmla="*/ 8416 w 24760"/>
                    <a:gd name="connsiteY21" fmla="*/ 35272 h 35352"/>
                    <a:gd name="connsiteX22" fmla="*/ 5661 w 24760"/>
                    <a:gd name="connsiteY22" fmla="*/ 30653 h 35352"/>
                    <a:gd name="connsiteX23" fmla="*/ 4862 w 24760"/>
                    <a:gd name="connsiteY23" fmla="*/ 29055 h 35352"/>
                    <a:gd name="connsiteX24" fmla="*/ 6216 w 24760"/>
                    <a:gd name="connsiteY24" fmla="*/ 29090 h 35352"/>
                    <a:gd name="connsiteX25" fmla="*/ 5232 w 24760"/>
                    <a:gd name="connsiteY25" fmla="*/ 26717 h 35352"/>
                    <a:gd name="connsiteX26" fmla="*/ 6378 w 24760"/>
                    <a:gd name="connsiteY26" fmla="*/ 20674 h 35352"/>
                    <a:gd name="connsiteX27" fmla="*/ 6529 w 24760"/>
                    <a:gd name="connsiteY27" fmla="*/ 20212 h 35352"/>
                    <a:gd name="connsiteX28" fmla="*/ 3855 w 24760"/>
                    <a:gd name="connsiteY28" fmla="*/ 18255 h 35352"/>
                    <a:gd name="connsiteX29" fmla="*/ 949 w 24760"/>
                    <a:gd name="connsiteY29" fmla="*/ 18533 h 35352"/>
                    <a:gd name="connsiteX30" fmla="*/ 0 w 24760"/>
                    <a:gd name="connsiteY30" fmla="*/ 15836 h 35352"/>
                    <a:gd name="connsiteX31" fmla="*/ 2385 w 24760"/>
                    <a:gd name="connsiteY31" fmla="*/ 14759 h 35352"/>
                    <a:gd name="connsiteX32" fmla="*/ 5638 w 24760"/>
                    <a:gd name="connsiteY32" fmla="*/ 7293 h 35352"/>
                    <a:gd name="connsiteX33" fmla="*/ 10256 w 24760"/>
                    <a:gd name="connsiteY33" fmla="*/ 3658 h 35352"/>
                    <a:gd name="connsiteX34" fmla="*/ 12213 w 24760"/>
                    <a:gd name="connsiteY34" fmla="*/ 2118 h 35352"/>
                    <a:gd name="connsiteX35" fmla="*/ 12502 w 24760"/>
                    <a:gd name="connsiteY35" fmla="*/ 2442 h 35352"/>
                    <a:gd name="connsiteX36" fmla="*/ 13081 w 24760"/>
                    <a:gd name="connsiteY36" fmla="*/ 3658 h 35352"/>
                    <a:gd name="connsiteX37" fmla="*/ 14412 w 24760"/>
                    <a:gd name="connsiteY37" fmla="*/ 6436 h 35352"/>
                    <a:gd name="connsiteX38" fmla="*/ 17341 w 24760"/>
                    <a:gd name="connsiteY38" fmla="*/ 4885 h 35352"/>
                    <a:gd name="connsiteX39" fmla="*/ 13787 w 24760"/>
                    <a:gd name="connsiteY39" fmla="*/ 7964 h 35352"/>
                    <a:gd name="connsiteX40" fmla="*/ 13648 w 24760"/>
                    <a:gd name="connsiteY40" fmla="*/ 9295 h 35352"/>
                    <a:gd name="connsiteX41" fmla="*/ 15095 w 24760"/>
                    <a:gd name="connsiteY41" fmla="*/ 7651 h 35352"/>
                    <a:gd name="connsiteX42" fmla="*/ 14320 w 24760"/>
                    <a:gd name="connsiteY42" fmla="*/ 9631 h 35352"/>
                    <a:gd name="connsiteX43" fmla="*/ 17364 w 24760"/>
                    <a:gd name="connsiteY43" fmla="*/ 6795 h 35352"/>
                    <a:gd name="connsiteX44" fmla="*/ 17561 w 24760"/>
                    <a:gd name="connsiteY44" fmla="*/ 8473 h 35352"/>
                    <a:gd name="connsiteX45" fmla="*/ 18047 w 24760"/>
                    <a:gd name="connsiteY45" fmla="*/ 5533 h 35352"/>
                    <a:gd name="connsiteX46" fmla="*/ 18429 w 24760"/>
                    <a:gd name="connsiteY46" fmla="*/ 5047 h 35352"/>
                    <a:gd name="connsiteX47" fmla="*/ 20154 w 24760"/>
                    <a:gd name="connsiteY47" fmla="*/ 3658 h 35352"/>
                    <a:gd name="connsiteX48" fmla="*/ 20385 w 24760"/>
                    <a:gd name="connsiteY48" fmla="*/ 3473 h 35352"/>
                    <a:gd name="connsiteX49" fmla="*/ 20698 w 24760"/>
                    <a:gd name="connsiteY49" fmla="*/ 2570 h 35352"/>
                    <a:gd name="connsiteX50" fmla="*/ 20976 w 24760"/>
                    <a:gd name="connsiteY50" fmla="*/ 2651 h 35352"/>
                    <a:gd name="connsiteX51" fmla="*/ 20547 w 24760"/>
                    <a:gd name="connsiteY51" fmla="*/ 3357 h 35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</a:cxnLst>
                  <a:rect l="l" t="t" r="r" b="b"/>
                  <a:pathLst>
                    <a:path w="24760" h="35352">
                      <a:moveTo>
                        <a:pt x="20547" y="3357"/>
                      </a:moveTo>
                      <a:lnTo>
                        <a:pt x="24761" y="0"/>
                      </a:lnTo>
                      <a:lnTo>
                        <a:pt x="23823" y="3658"/>
                      </a:lnTo>
                      <a:lnTo>
                        <a:pt x="21716" y="11888"/>
                      </a:lnTo>
                      <a:lnTo>
                        <a:pt x="21381" y="12513"/>
                      </a:lnTo>
                      <a:lnTo>
                        <a:pt x="21242" y="13740"/>
                      </a:lnTo>
                      <a:lnTo>
                        <a:pt x="21033" y="14539"/>
                      </a:lnTo>
                      <a:lnTo>
                        <a:pt x="18660" y="16287"/>
                      </a:lnTo>
                      <a:lnTo>
                        <a:pt x="17214" y="15164"/>
                      </a:lnTo>
                      <a:lnTo>
                        <a:pt x="13868" y="19401"/>
                      </a:lnTo>
                      <a:lnTo>
                        <a:pt x="17387" y="21068"/>
                      </a:lnTo>
                      <a:lnTo>
                        <a:pt x="16311" y="23152"/>
                      </a:lnTo>
                      <a:lnTo>
                        <a:pt x="17445" y="27192"/>
                      </a:lnTo>
                      <a:lnTo>
                        <a:pt x="15535" y="28060"/>
                      </a:lnTo>
                      <a:lnTo>
                        <a:pt x="15477" y="27817"/>
                      </a:lnTo>
                      <a:lnTo>
                        <a:pt x="14620" y="28152"/>
                      </a:lnTo>
                      <a:lnTo>
                        <a:pt x="14215" y="27145"/>
                      </a:lnTo>
                      <a:lnTo>
                        <a:pt x="12213" y="28882"/>
                      </a:lnTo>
                      <a:lnTo>
                        <a:pt x="12791" y="31972"/>
                      </a:lnTo>
                      <a:lnTo>
                        <a:pt x="12583" y="32192"/>
                      </a:lnTo>
                      <a:lnTo>
                        <a:pt x="8752" y="35353"/>
                      </a:lnTo>
                      <a:lnTo>
                        <a:pt x="8416" y="35272"/>
                      </a:lnTo>
                      <a:lnTo>
                        <a:pt x="5661" y="30653"/>
                      </a:lnTo>
                      <a:lnTo>
                        <a:pt x="4862" y="29055"/>
                      </a:lnTo>
                      <a:lnTo>
                        <a:pt x="6216" y="29090"/>
                      </a:lnTo>
                      <a:lnTo>
                        <a:pt x="5232" y="26717"/>
                      </a:lnTo>
                      <a:lnTo>
                        <a:pt x="6378" y="20674"/>
                      </a:lnTo>
                      <a:lnTo>
                        <a:pt x="6529" y="20212"/>
                      </a:lnTo>
                      <a:lnTo>
                        <a:pt x="3855" y="18255"/>
                      </a:lnTo>
                      <a:lnTo>
                        <a:pt x="949" y="18533"/>
                      </a:lnTo>
                      <a:lnTo>
                        <a:pt x="0" y="15836"/>
                      </a:lnTo>
                      <a:lnTo>
                        <a:pt x="2385" y="14759"/>
                      </a:lnTo>
                      <a:lnTo>
                        <a:pt x="5638" y="7293"/>
                      </a:lnTo>
                      <a:lnTo>
                        <a:pt x="10256" y="3658"/>
                      </a:lnTo>
                      <a:lnTo>
                        <a:pt x="12213" y="2118"/>
                      </a:lnTo>
                      <a:lnTo>
                        <a:pt x="12502" y="2442"/>
                      </a:lnTo>
                      <a:lnTo>
                        <a:pt x="13081" y="3658"/>
                      </a:lnTo>
                      <a:lnTo>
                        <a:pt x="14412" y="6436"/>
                      </a:lnTo>
                      <a:lnTo>
                        <a:pt x="17341" y="4885"/>
                      </a:lnTo>
                      <a:lnTo>
                        <a:pt x="13787" y="7964"/>
                      </a:lnTo>
                      <a:lnTo>
                        <a:pt x="13648" y="9295"/>
                      </a:lnTo>
                      <a:lnTo>
                        <a:pt x="15095" y="7651"/>
                      </a:lnTo>
                      <a:lnTo>
                        <a:pt x="14320" y="9631"/>
                      </a:lnTo>
                      <a:lnTo>
                        <a:pt x="17364" y="6795"/>
                      </a:lnTo>
                      <a:lnTo>
                        <a:pt x="17561" y="8473"/>
                      </a:lnTo>
                      <a:lnTo>
                        <a:pt x="18047" y="5533"/>
                      </a:lnTo>
                      <a:lnTo>
                        <a:pt x="18429" y="5047"/>
                      </a:lnTo>
                      <a:lnTo>
                        <a:pt x="20154" y="3658"/>
                      </a:lnTo>
                      <a:lnTo>
                        <a:pt x="20385" y="3473"/>
                      </a:lnTo>
                      <a:lnTo>
                        <a:pt x="20698" y="2570"/>
                      </a:lnTo>
                      <a:lnTo>
                        <a:pt x="20976" y="2651"/>
                      </a:lnTo>
                      <a:lnTo>
                        <a:pt x="20547" y="335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05" name="Freeform: Shape 304">
                  <a:extLst>
                    <a:ext uri="{FF2B5EF4-FFF2-40B4-BE49-F238E27FC236}">
                      <a16:creationId xmlns:a16="http://schemas.microsoft.com/office/drawing/2014/main" id="{0F3E9558-9CE9-E5BD-2988-97CE296431CA}"/>
                    </a:ext>
                  </a:extLst>
                </p:cNvPr>
                <p:cNvSpPr/>
                <p:nvPr/>
              </p:nvSpPr>
              <p:spPr>
                <a:xfrm>
                  <a:off x="8278451" y="3979236"/>
                  <a:ext cx="16507" cy="47970"/>
                </a:xfrm>
                <a:custGeom>
                  <a:avLst/>
                  <a:gdLst>
                    <a:gd name="connsiteX0" fmla="*/ 11645 w 16507"/>
                    <a:gd name="connsiteY0" fmla="*/ 9214 h 47970"/>
                    <a:gd name="connsiteX1" fmla="*/ 13243 w 16507"/>
                    <a:gd name="connsiteY1" fmla="*/ 10499 h 47970"/>
                    <a:gd name="connsiteX2" fmla="*/ 14817 w 16507"/>
                    <a:gd name="connsiteY2" fmla="*/ 12050 h 47970"/>
                    <a:gd name="connsiteX3" fmla="*/ 14782 w 16507"/>
                    <a:gd name="connsiteY3" fmla="*/ 13914 h 47970"/>
                    <a:gd name="connsiteX4" fmla="*/ 16403 w 16507"/>
                    <a:gd name="connsiteY4" fmla="*/ 13613 h 47970"/>
                    <a:gd name="connsiteX5" fmla="*/ 16507 w 16507"/>
                    <a:gd name="connsiteY5" fmla="*/ 13717 h 47970"/>
                    <a:gd name="connsiteX6" fmla="*/ 12780 w 16507"/>
                    <a:gd name="connsiteY6" fmla="*/ 27238 h 47970"/>
                    <a:gd name="connsiteX7" fmla="*/ 10187 w 16507"/>
                    <a:gd name="connsiteY7" fmla="*/ 30190 h 47970"/>
                    <a:gd name="connsiteX8" fmla="*/ 12062 w 16507"/>
                    <a:gd name="connsiteY8" fmla="*/ 32088 h 47970"/>
                    <a:gd name="connsiteX9" fmla="*/ 10129 w 16507"/>
                    <a:gd name="connsiteY9" fmla="*/ 36637 h 47970"/>
                    <a:gd name="connsiteX10" fmla="*/ 11252 w 16507"/>
                    <a:gd name="connsiteY10" fmla="*/ 38814 h 47970"/>
                    <a:gd name="connsiteX11" fmla="*/ 9376 w 16507"/>
                    <a:gd name="connsiteY11" fmla="*/ 38038 h 47970"/>
                    <a:gd name="connsiteX12" fmla="*/ 11368 w 16507"/>
                    <a:gd name="connsiteY12" fmla="*/ 41615 h 47970"/>
                    <a:gd name="connsiteX13" fmla="*/ 11344 w 16507"/>
                    <a:gd name="connsiteY13" fmla="*/ 42391 h 47970"/>
                    <a:gd name="connsiteX14" fmla="*/ 10395 w 16507"/>
                    <a:gd name="connsiteY14" fmla="*/ 46269 h 47970"/>
                    <a:gd name="connsiteX15" fmla="*/ 9423 w 16507"/>
                    <a:gd name="connsiteY15" fmla="*/ 47970 h 47970"/>
                    <a:gd name="connsiteX16" fmla="*/ 9284 w 16507"/>
                    <a:gd name="connsiteY16" fmla="*/ 47843 h 47970"/>
                    <a:gd name="connsiteX17" fmla="*/ 9191 w 16507"/>
                    <a:gd name="connsiteY17" fmla="*/ 47056 h 47970"/>
                    <a:gd name="connsiteX18" fmla="*/ 8497 w 16507"/>
                    <a:gd name="connsiteY18" fmla="*/ 47160 h 47970"/>
                    <a:gd name="connsiteX19" fmla="*/ 4931 w 16507"/>
                    <a:gd name="connsiteY19" fmla="*/ 44046 h 47970"/>
                    <a:gd name="connsiteX20" fmla="*/ 4711 w 16507"/>
                    <a:gd name="connsiteY20" fmla="*/ 35850 h 47970"/>
                    <a:gd name="connsiteX21" fmla="*/ 1968 w 16507"/>
                    <a:gd name="connsiteY21" fmla="*/ 33825 h 47970"/>
                    <a:gd name="connsiteX22" fmla="*/ 2720 w 16507"/>
                    <a:gd name="connsiteY22" fmla="*/ 30919 h 47970"/>
                    <a:gd name="connsiteX23" fmla="*/ 915 w 16507"/>
                    <a:gd name="connsiteY23" fmla="*/ 30190 h 47970"/>
                    <a:gd name="connsiteX24" fmla="*/ 0 w 16507"/>
                    <a:gd name="connsiteY24" fmla="*/ 29542 h 47970"/>
                    <a:gd name="connsiteX25" fmla="*/ 5788 w 16507"/>
                    <a:gd name="connsiteY25" fmla="*/ 13278 h 47970"/>
                    <a:gd name="connsiteX26" fmla="*/ 4874 w 16507"/>
                    <a:gd name="connsiteY26" fmla="*/ 7999 h 47970"/>
                    <a:gd name="connsiteX27" fmla="*/ 10222 w 16507"/>
                    <a:gd name="connsiteY27" fmla="*/ 0 h 47970"/>
                    <a:gd name="connsiteX28" fmla="*/ 12745 w 16507"/>
                    <a:gd name="connsiteY28" fmla="*/ 2987 h 47970"/>
                    <a:gd name="connsiteX29" fmla="*/ 11645 w 16507"/>
                    <a:gd name="connsiteY29" fmla="*/ 9214 h 47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6507" h="47970">
                      <a:moveTo>
                        <a:pt x="11645" y="9214"/>
                      </a:moveTo>
                      <a:lnTo>
                        <a:pt x="13243" y="10499"/>
                      </a:lnTo>
                      <a:lnTo>
                        <a:pt x="14817" y="12050"/>
                      </a:lnTo>
                      <a:lnTo>
                        <a:pt x="14782" y="13914"/>
                      </a:lnTo>
                      <a:lnTo>
                        <a:pt x="16403" y="13613"/>
                      </a:lnTo>
                      <a:lnTo>
                        <a:pt x="16507" y="13717"/>
                      </a:lnTo>
                      <a:lnTo>
                        <a:pt x="12780" y="27238"/>
                      </a:lnTo>
                      <a:lnTo>
                        <a:pt x="10187" y="30190"/>
                      </a:lnTo>
                      <a:lnTo>
                        <a:pt x="12062" y="32088"/>
                      </a:lnTo>
                      <a:lnTo>
                        <a:pt x="10129" y="36637"/>
                      </a:lnTo>
                      <a:lnTo>
                        <a:pt x="11252" y="38814"/>
                      </a:lnTo>
                      <a:lnTo>
                        <a:pt x="9376" y="38038"/>
                      </a:lnTo>
                      <a:lnTo>
                        <a:pt x="11368" y="41615"/>
                      </a:lnTo>
                      <a:lnTo>
                        <a:pt x="11344" y="42391"/>
                      </a:lnTo>
                      <a:lnTo>
                        <a:pt x="10395" y="46269"/>
                      </a:lnTo>
                      <a:lnTo>
                        <a:pt x="9423" y="47970"/>
                      </a:lnTo>
                      <a:lnTo>
                        <a:pt x="9284" y="47843"/>
                      </a:lnTo>
                      <a:lnTo>
                        <a:pt x="9191" y="47056"/>
                      </a:lnTo>
                      <a:lnTo>
                        <a:pt x="8497" y="47160"/>
                      </a:lnTo>
                      <a:lnTo>
                        <a:pt x="4931" y="44046"/>
                      </a:lnTo>
                      <a:lnTo>
                        <a:pt x="4711" y="35850"/>
                      </a:lnTo>
                      <a:lnTo>
                        <a:pt x="1968" y="33825"/>
                      </a:lnTo>
                      <a:lnTo>
                        <a:pt x="2720" y="30919"/>
                      </a:lnTo>
                      <a:lnTo>
                        <a:pt x="915" y="30190"/>
                      </a:lnTo>
                      <a:lnTo>
                        <a:pt x="0" y="29542"/>
                      </a:lnTo>
                      <a:lnTo>
                        <a:pt x="5788" y="13278"/>
                      </a:lnTo>
                      <a:lnTo>
                        <a:pt x="4874" y="7999"/>
                      </a:lnTo>
                      <a:lnTo>
                        <a:pt x="10222" y="0"/>
                      </a:lnTo>
                      <a:lnTo>
                        <a:pt x="12745" y="2987"/>
                      </a:lnTo>
                      <a:lnTo>
                        <a:pt x="11645" y="921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06" name="Freeform: Shape 305">
                  <a:extLst>
                    <a:ext uri="{FF2B5EF4-FFF2-40B4-BE49-F238E27FC236}">
                      <a16:creationId xmlns:a16="http://schemas.microsoft.com/office/drawing/2014/main" id="{43AE4AF3-785B-7192-19D4-E182F3406D3B}"/>
                    </a:ext>
                  </a:extLst>
                </p:cNvPr>
                <p:cNvSpPr/>
                <p:nvPr/>
              </p:nvSpPr>
              <p:spPr>
                <a:xfrm>
                  <a:off x="8225387" y="4295373"/>
                  <a:ext cx="22272" cy="48676"/>
                </a:xfrm>
                <a:custGeom>
                  <a:avLst/>
                  <a:gdLst>
                    <a:gd name="connsiteX0" fmla="*/ 15419 w 22272"/>
                    <a:gd name="connsiteY0" fmla="*/ 3832 h 48676"/>
                    <a:gd name="connsiteX1" fmla="*/ 16866 w 22272"/>
                    <a:gd name="connsiteY1" fmla="*/ 2385 h 48676"/>
                    <a:gd name="connsiteX2" fmla="*/ 18718 w 22272"/>
                    <a:gd name="connsiteY2" fmla="*/ 0 h 48676"/>
                    <a:gd name="connsiteX3" fmla="*/ 19274 w 22272"/>
                    <a:gd name="connsiteY3" fmla="*/ 3009 h 48676"/>
                    <a:gd name="connsiteX4" fmla="*/ 19899 w 22272"/>
                    <a:gd name="connsiteY4" fmla="*/ 2963 h 48676"/>
                    <a:gd name="connsiteX5" fmla="*/ 22052 w 22272"/>
                    <a:gd name="connsiteY5" fmla="*/ 4040 h 48676"/>
                    <a:gd name="connsiteX6" fmla="*/ 22272 w 22272"/>
                    <a:gd name="connsiteY6" fmla="*/ 4677 h 48676"/>
                    <a:gd name="connsiteX7" fmla="*/ 22249 w 22272"/>
                    <a:gd name="connsiteY7" fmla="*/ 4734 h 48676"/>
                    <a:gd name="connsiteX8" fmla="*/ 15512 w 22272"/>
                    <a:gd name="connsiteY8" fmla="*/ 11055 h 48676"/>
                    <a:gd name="connsiteX9" fmla="*/ 14678 w 22272"/>
                    <a:gd name="connsiteY9" fmla="*/ 13880 h 48676"/>
                    <a:gd name="connsiteX10" fmla="*/ 16137 w 22272"/>
                    <a:gd name="connsiteY10" fmla="*/ 14713 h 48676"/>
                    <a:gd name="connsiteX11" fmla="*/ 16554 w 22272"/>
                    <a:gd name="connsiteY11" fmla="*/ 17144 h 48676"/>
                    <a:gd name="connsiteX12" fmla="*/ 16426 w 22272"/>
                    <a:gd name="connsiteY12" fmla="*/ 17711 h 48676"/>
                    <a:gd name="connsiteX13" fmla="*/ 17931 w 22272"/>
                    <a:gd name="connsiteY13" fmla="*/ 17850 h 48676"/>
                    <a:gd name="connsiteX14" fmla="*/ 16623 w 22272"/>
                    <a:gd name="connsiteY14" fmla="*/ 19239 h 48676"/>
                    <a:gd name="connsiteX15" fmla="*/ 14794 w 22272"/>
                    <a:gd name="connsiteY15" fmla="*/ 20860 h 48676"/>
                    <a:gd name="connsiteX16" fmla="*/ 15847 w 22272"/>
                    <a:gd name="connsiteY16" fmla="*/ 22735 h 48676"/>
                    <a:gd name="connsiteX17" fmla="*/ 14944 w 22272"/>
                    <a:gd name="connsiteY17" fmla="*/ 24217 h 48676"/>
                    <a:gd name="connsiteX18" fmla="*/ 14574 w 22272"/>
                    <a:gd name="connsiteY18" fmla="*/ 24807 h 48676"/>
                    <a:gd name="connsiteX19" fmla="*/ 13509 w 22272"/>
                    <a:gd name="connsiteY19" fmla="*/ 26555 h 48676"/>
                    <a:gd name="connsiteX20" fmla="*/ 14539 w 22272"/>
                    <a:gd name="connsiteY20" fmla="*/ 27250 h 48676"/>
                    <a:gd name="connsiteX21" fmla="*/ 15952 w 22272"/>
                    <a:gd name="connsiteY21" fmla="*/ 27157 h 48676"/>
                    <a:gd name="connsiteX22" fmla="*/ 19147 w 22272"/>
                    <a:gd name="connsiteY22" fmla="*/ 24703 h 48676"/>
                    <a:gd name="connsiteX23" fmla="*/ 18973 w 22272"/>
                    <a:gd name="connsiteY23" fmla="*/ 26347 h 48676"/>
                    <a:gd name="connsiteX24" fmla="*/ 18799 w 22272"/>
                    <a:gd name="connsiteY24" fmla="*/ 26451 h 48676"/>
                    <a:gd name="connsiteX25" fmla="*/ 16206 w 22272"/>
                    <a:gd name="connsiteY25" fmla="*/ 27365 h 48676"/>
                    <a:gd name="connsiteX26" fmla="*/ 16334 w 22272"/>
                    <a:gd name="connsiteY26" fmla="*/ 27979 h 48676"/>
                    <a:gd name="connsiteX27" fmla="*/ 14412 w 22272"/>
                    <a:gd name="connsiteY27" fmla="*/ 29171 h 48676"/>
                    <a:gd name="connsiteX28" fmla="*/ 12560 w 22272"/>
                    <a:gd name="connsiteY28" fmla="*/ 30769 h 48676"/>
                    <a:gd name="connsiteX29" fmla="*/ 11726 w 22272"/>
                    <a:gd name="connsiteY29" fmla="*/ 36163 h 48676"/>
                    <a:gd name="connsiteX30" fmla="*/ 13602 w 22272"/>
                    <a:gd name="connsiteY30" fmla="*/ 35596 h 48676"/>
                    <a:gd name="connsiteX31" fmla="*/ 14586 w 22272"/>
                    <a:gd name="connsiteY31" fmla="*/ 36742 h 48676"/>
                    <a:gd name="connsiteX32" fmla="*/ 14713 w 22272"/>
                    <a:gd name="connsiteY32" fmla="*/ 36996 h 48676"/>
                    <a:gd name="connsiteX33" fmla="*/ 12722 w 22272"/>
                    <a:gd name="connsiteY33" fmla="*/ 41222 h 48676"/>
                    <a:gd name="connsiteX34" fmla="*/ 10870 w 22272"/>
                    <a:gd name="connsiteY34" fmla="*/ 40701 h 48676"/>
                    <a:gd name="connsiteX35" fmla="*/ 6402 w 22272"/>
                    <a:gd name="connsiteY35" fmla="*/ 44498 h 48676"/>
                    <a:gd name="connsiteX36" fmla="*/ 4989 w 22272"/>
                    <a:gd name="connsiteY36" fmla="*/ 48063 h 48676"/>
                    <a:gd name="connsiteX37" fmla="*/ 3820 w 22272"/>
                    <a:gd name="connsiteY37" fmla="*/ 48364 h 48676"/>
                    <a:gd name="connsiteX38" fmla="*/ 2535 w 22272"/>
                    <a:gd name="connsiteY38" fmla="*/ 48676 h 48676"/>
                    <a:gd name="connsiteX39" fmla="*/ 3519 w 22272"/>
                    <a:gd name="connsiteY39" fmla="*/ 45644 h 48676"/>
                    <a:gd name="connsiteX40" fmla="*/ 3334 w 22272"/>
                    <a:gd name="connsiteY40" fmla="*/ 45539 h 48676"/>
                    <a:gd name="connsiteX41" fmla="*/ 1169 w 22272"/>
                    <a:gd name="connsiteY41" fmla="*/ 43502 h 48676"/>
                    <a:gd name="connsiteX42" fmla="*/ 1169 w 22272"/>
                    <a:gd name="connsiteY42" fmla="*/ 43143 h 48676"/>
                    <a:gd name="connsiteX43" fmla="*/ 4607 w 22272"/>
                    <a:gd name="connsiteY43" fmla="*/ 35711 h 48676"/>
                    <a:gd name="connsiteX44" fmla="*/ 3693 w 22272"/>
                    <a:gd name="connsiteY44" fmla="*/ 36036 h 48676"/>
                    <a:gd name="connsiteX45" fmla="*/ 3068 w 22272"/>
                    <a:gd name="connsiteY45" fmla="*/ 36047 h 48676"/>
                    <a:gd name="connsiteX46" fmla="*/ 2639 w 22272"/>
                    <a:gd name="connsiteY46" fmla="*/ 35388 h 48676"/>
                    <a:gd name="connsiteX47" fmla="*/ 2697 w 22272"/>
                    <a:gd name="connsiteY47" fmla="*/ 34774 h 48676"/>
                    <a:gd name="connsiteX48" fmla="*/ 2373 w 22272"/>
                    <a:gd name="connsiteY48" fmla="*/ 34947 h 48676"/>
                    <a:gd name="connsiteX49" fmla="*/ 1991 w 22272"/>
                    <a:gd name="connsiteY49" fmla="*/ 34369 h 48676"/>
                    <a:gd name="connsiteX50" fmla="*/ 984 w 22272"/>
                    <a:gd name="connsiteY50" fmla="*/ 35665 h 48676"/>
                    <a:gd name="connsiteX51" fmla="*/ 0 w 22272"/>
                    <a:gd name="connsiteY51" fmla="*/ 30248 h 48676"/>
                    <a:gd name="connsiteX52" fmla="*/ 6031 w 22272"/>
                    <a:gd name="connsiteY52" fmla="*/ 21797 h 48676"/>
                    <a:gd name="connsiteX53" fmla="*/ 7050 w 22272"/>
                    <a:gd name="connsiteY53" fmla="*/ 21369 h 48676"/>
                    <a:gd name="connsiteX54" fmla="*/ 7698 w 22272"/>
                    <a:gd name="connsiteY54" fmla="*/ 19459 h 48676"/>
                    <a:gd name="connsiteX55" fmla="*/ 10488 w 22272"/>
                    <a:gd name="connsiteY55" fmla="*/ 15546 h 48676"/>
                    <a:gd name="connsiteX56" fmla="*/ 9573 w 22272"/>
                    <a:gd name="connsiteY56" fmla="*/ 13960 h 48676"/>
                    <a:gd name="connsiteX57" fmla="*/ 10245 w 22272"/>
                    <a:gd name="connsiteY57" fmla="*/ 12004 h 48676"/>
                    <a:gd name="connsiteX58" fmla="*/ 10395 w 22272"/>
                    <a:gd name="connsiteY58" fmla="*/ 11749 h 48676"/>
                    <a:gd name="connsiteX59" fmla="*/ 10511 w 22272"/>
                    <a:gd name="connsiteY59" fmla="*/ 11796 h 48676"/>
                    <a:gd name="connsiteX60" fmla="*/ 11194 w 22272"/>
                    <a:gd name="connsiteY60" fmla="*/ 12710 h 48676"/>
                    <a:gd name="connsiteX61" fmla="*/ 13393 w 22272"/>
                    <a:gd name="connsiteY61" fmla="*/ 13023 h 48676"/>
                    <a:gd name="connsiteX62" fmla="*/ 14505 w 22272"/>
                    <a:gd name="connsiteY62" fmla="*/ 6471 h 48676"/>
                    <a:gd name="connsiteX63" fmla="*/ 14748 w 22272"/>
                    <a:gd name="connsiteY63" fmla="*/ 5533 h 48676"/>
                    <a:gd name="connsiteX64" fmla="*/ 14655 w 22272"/>
                    <a:gd name="connsiteY64" fmla="*/ 5568 h 48676"/>
                    <a:gd name="connsiteX65" fmla="*/ 14887 w 22272"/>
                    <a:gd name="connsiteY65" fmla="*/ 4248 h 48676"/>
                    <a:gd name="connsiteX66" fmla="*/ 11819 w 22272"/>
                    <a:gd name="connsiteY66" fmla="*/ 6459 h 48676"/>
                    <a:gd name="connsiteX67" fmla="*/ 11726 w 22272"/>
                    <a:gd name="connsiteY67" fmla="*/ 6494 h 48676"/>
                    <a:gd name="connsiteX68" fmla="*/ 12085 w 22272"/>
                    <a:gd name="connsiteY68" fmla="*/ 4920 h 48676"/>
                    <a:gd name="connsiteX69" fmla="*/ 12571 w 22272"/>
                    <a:gd name="connsiteY69" fmla="*/ 3264 h 48676"/>
                    <a:gd name="connsiteX70" fmla="*/ 13000 w 22272"/>
                    <a:gd name="connsiteY70" fmla="*/ 2859 h 48676"/>
                    <a:gd name="connsiteX71" fmla="*/ 15060 w 22272"/>
                    <a:gd name="connsiteY71" fmla="*/ 3484 h 48676"/>
                    <a:gd name="connsiteX72" fmla="*/ 15419 w 22272"/>
                    <a:gd name="connsiteY72" fmla="*/ 3832 h 48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</a:cxnLst>
                  <a:rect l="l" t="t" r="r" b="b"/>
                  <a:pathLst>
                    <a:path w="22272" h="48676">
                      <a:moveTo>
                        <a:pt x="15419" y="3832"/>
                      </a:moveTo>
                      <a:lnTo>
                        <a:pt x="16866" y="2385"/>
                      </a:lnTo>
                      <a:lnTo>
                        <a:pt x="18718" y="0"/>
                      </a:lnTo>
                      <a:lnTo>
                        <a:pt x="19274" y="3009"/>
                      </a:lnTo>
                      <a:lnTo>
                        <a:pt x="19899" y="2963"/>
                      </a:lnTo>
                      <a:lnTo>
                        <a:pt x="22052" y="4040"/>
                      </a:lnTo>
                      <a:lnTo>
                        <a:pt x="22272" y="4677"/>
                      </a:lnTo>
                      <a:lnTo>
                        <a:pt x="22249" y="4734"/>
                      </a:lnTo>
                      <a:lnTo>
                        <a:pt x="15512" y="11055"/>
                      </a:lnTo>
                      <a:lnTo>
                        <a:pt x="14678" y="13880"/>
                      </a:lnTo>
                      <a:lnTo>
                        <a:pt x="16137" y="14713"/>
                      </a:lnTo>
                      <a:lnTo>
                        <a:pt x="16554" y="17144"/>
                      </a:lnTo>
                      <a:lnTo>
                        <a:pt x="16426" y="17711"/>
                      </a:lnTo>
                      <a:lnTo>
                        <a:pt x="17931" y="17850"/>
                      </a:lnTo>
                      <a:lnTo>
                        <a:pt x="16623" y="19239"/>
                      </a:lnTo>
                      <a:lnTo>
                        <a:pt x="14794" y="20860"/>
                      </a:lnTo>
                      <a:lnTo>
                        <a:pt x="15847" y="22735"/>
                      </a:lnTo>
                      <a:lnTo>
                        <a:pt x="14944" y="24217"/>
                      </a:lnTo>
                      <a:lnTo>
                        <a:pt x="14574" y="24807"/>
                      </a:lnTo>
                      <a:lnTo>
                        <a:pt x="13509" y="26555"/>
                      </a:lnTo>
                      <a:lnTo>
                        <a:pt x="14539" y="27250"/>
                      </a:lnTo>
                      <a:lnTo>
                        <a:pt x="15952" y="27157"/>
                      </a:lnTo>
                      <a:lnTo>
                        <a:pt x="19147" y="24703"/>
                      </a:lnTo>
                      <a:lnTo>
                        <a:pt x="18973" y="26347"/>
                      </a:lnTo>
                      <a:lnTo>
                        <a:pt x="18799" y="26451"/>
                      </a:lnTo>
                      <a:lnTo>
                        <a:pt x="16206" y="27365"/>
                      </a:lnTo>
                      <a:lnTo>
                        <a:pt x="16334" y="27979"/>
                      </a:lnTo>
                      <a:lnTo>
                        <a:pt x="14412" y="29171"/>
                      </a:lnTo>
                      <a:lnTo>
                        <a:pt x="12560" y="30769"/>
                      </a:lnTo>
                      <a:lnTo>
                        <a:pt x="11726" y="36163"/>
                      </a:lnTo>
                      <a:lnTo>
                        <a:pt x="13602" y="35596"/>
                      </a:lnTo>
                      <a:lnTo>
                        <a:pt x="14586" y="36742"/>
                      </a:lnTo>
                      <a:lnTo>
                        <a:pt x="14713" y="36996"/>
                      </a:lnTo>
                      <a:lnTo>
                        <a:pt x="12722" y="41222"/>
                      </a:lnTo>
                      <a:lnTo>
                        <a:pt x="10870" y="40701"/>
                      </a:lnTo>
                      <a:lnTo>
                        <a:pt x="6402" y="44498"/>
                      </a:lnTo>
                      <a:lnTo>
                        <a:pt x="4989" y="48063"/>
                      </a:lnTo>
                      <a:lnTo>
                        <a:pt x="3820" y="48364"/>
                      </a:lnTo>
                      <a:lnTo>
                        <a:pt x="2535" y="48676"/>
                      </a:lnTo>
                      <a:lnTo>
                        <a:pt x="3519" y="45644"/>
                      </a:lnTo>
                      <a:lnTo>
                        <a:pt x="3334" y="45539"/>
                      </a:lnTo>
                      <a:lnTo>
                        <a:pt x="1169" y="43502"/>
                      </a:lnTo>
                      <a:lnTo>
                        <a:pt x="1169" y="43143"/>
                      </a:lnTo>
                      <a:lnTo>
                        <a:pt x="4607" y="35711"/>
                      </a:lnTo>
                      <a:lnTo>
                        <a:pt x="3693" y="36036"/>
                      </a:lnTo>
                      <a:lnTo>
                        <a:pt x="3068" y="36047"/>
                      </a:lnTo>
                      <a:lnTo>
                        <a:pt x="2639" y="35388"/>
                      </a:lnTo>
                      <a:lnTo>
                        <a:pt x="2697" y="34774"/>
                      </a:lnTo>
                      <a:lnTo>
                        <a:pt x="2373" y="34947"/>
                      </a:lnTo>
                      <a:lnTo>
                        <a:pt x="1991" y="34369"/>
                      </a:lnTo>
                      <a:lnTo>
                        <a:pt x="984" y="35665"/>
                      </a:lnTo>
                      <a:lnTo>
                        <a:pt x="0" y="30248"/>
                      </a:lnTo>
                      <a:lnTo>
                        <a:pt x="6031" y="21797"/>
                      </a:lnTo>
                      <a:lnTo>
                        <a:pt x="7050" y="21369"/>
                      </a:lnTo>
                      <a:lnTo>
                        <a:pt x="7698" y="19459"/>
                      </a:lnTo>
                      <a:lnTo>
                        <a:pt x="10488" y="15546"/>
                      </a:lnTo>
                      <a:lnTo>
                        <a:pt x="9573" y="13960"/>
                      </a:lnTo>
                      <a:lnTo>
                        <a:pt x="10245" y="12004"/>
                      </a:lnTo>
                      <a:lnTo>
                        <a:pt x="10395" y="11749"/>
                      </a:lnTo>
                      <a:lnTo>
                        <a:pt x="10511" y="11796"/>
                      </a:lnTo>
                      <a:lnTo>
                        <a:pt x="11194" y="12710"/>
                      </a:lnTo>
                      <a:lnTo>
                        <a:pt x="13393" y="13023"/>
                      </a:lnTo>
                      <a:lnTo>
                        <a:pt x="14505" y="6471"/>
                      </a:lnTo>
                      <a:lnTo>
                        <a:pt x="14748" y="5533"/>
                      </a:lnTo>
                      <a:lnTo>
                        <a:pt x="14655" y="5568"/>
                      </a:lnTo>
                      <a:lnTo>
                        <a:pt x="14887" y="4248"/>
                      </a:lnTo>
                      <a:lnTo>
                        <a:pt x="11819" y="6459"/>
                      </a:lnTo>
                      <a:lnTo>
                        <a:pt x="11726" y="6494"/>
                      </a:lnTo>
                      <a:lnTo>
                        <a:pt x="12085" y="4920"/>
                      </a:lnTo>
                      <a:lnTo>
                        <a:pt x="12571" y="3264"/>
                      </a:lnTo>
                      <a:lnTo>
                        <a:pt x="13000" y="2859"/>
                      </a:lnTo>
                      <a:lnTo>
                        <a:pt x="15060" y="3484"/>
                      </a:lnTo>
                      <a:lnTo>
                        <a:pt x="15419" y="38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07" name="Freeform: Shape 306">
                  <a:extLst>
                    <a:ext uri="{FF2B5EF4-FFF2-40B4-BE49-F238E27FC236}">
                      <a16:creationId xmlns:a16="http://schemas.microsoft.com/office/drawing/2014/main" id="{96303624-3CCE-4820-F56C-04DB5354B3EA}"/>
                    </a:ext>
                  </a:extLst>
                </p:cNvPr>
                <p:cNvSpPr/>
                <p:nvPr/>
              </p:nvSpPr>
              <p:spPr>
                <a:xfrm>
                  <a:off x="9445335" y="1723120"/>
                  <a:ext cx="22549" cy="28268"/>
                </a:xfrm>
                <a:custGeom>
                  <a:avLst/>
                  <a:gdLst>
                    <a:gd name="connsiteX0" fmla="*/ 1343 w 22549"/>
                    <a:gd name="connsiteY0" fmla="*/ 6911 h 28268"/>
                    <a:gd name="connsiteX1" fmla="*/ 7872 w 22549"/>
                    <a:gd name="connsiteY1" fmla="*/ 1389 h 28268"/>
                    <a:gd name="connsiteX2" fmla="*/ 12652 w 22549"/>
                    <a:gd name="connsiteY2" fmla="*/ 0 h 28268"/>
                    <a:gd name="connsiteX3" fmla="*/ 16391 w 22549"/>
                    <a:gd name="connsiteY3" fmla="*/ 2558 h 28268"/>
                    <a:gd name="connsiteX4" fmla="*/ 17410 w 22549"/>
                    <a:gd name="connsiteY4" fmla="*/ 1748 h 28268"/>
                    <a:gd name="connsiteX5" fmla="*/ 18799 w 22549"/>
                    <a:gd name="connsiteY5" fmla="*/ 799 h 28268"/>
                    <a:gd name="connsiteX6" fmla="*/ 18243 w 22549"/>
                    <a:gd name="connsiteY6" fmla="*/ 2767 h 28268"/>
                    <a:gd name="connsiteX7" fmla="*/ 20952 w 22549"/>
                    <a:gd name="connsiteY7" fmla="*/ 7767 h 28268"/>
                    <a:gd name="connsiteX8" fmla="*/ 22550 w 22549"/>
                    <a:gd name="connsiteY8" fmla="*/ 10708 h 28268"/>
                    <a:gd name="connsiteX9" fmla="*/ 19135 w 22549"/>
                    <a:gd name="connsiteY9" fmla="*/ 13926 h 28268"/>
                    <a:gd name="connsiteX10" fmla="*/ 21126 w 22549"/>
                    <a:gd name="connsiteY10" fmla="*/ 16843 h 28268"/>
                    <a:gd name="connsiteX11" fmla="*/ 19309 w 22549"/>
                    <a:gd name="connsiteY11" fmla="*/ 23048 h 28268"/>
                    <a:gd name="connsiteX12" fmla="*/ 15442 w 22549"/>
                    <a:gd name="connsiteY12" fmla="*/ 28268 h 28268"/>
                    <a:gd name="connsiteX13" fmla="*/ 14852 w 22549"/>
                    <a:gd name="connsiteY13" fmla="*/ 26358 h 28268"/>
                    <a:gd name="connsiteX14" fmla="*/ 14956 w 22549"/>
                    <a:gd name="connsiteY14" fmla="*/ 26335 h 28268"/>
                    <a:gd name="connsiteX15" fmla="*/ 14805 w 22549"/>
                    <a:gd name="connsiteY15" fmla="*/ 26242 h 28268"/>
                    <a:gd name="connsiteX16" fmla="*/ 14181 w 22549"/>
                    <a:gd name="connsiteY16" fmla="*/ 24228 h 28268"/>
                    <a:gd name="connsiteX17" fmla="*/ 8809 w 22549"/>
                    <a:gd name="connsiteY17" fmla="*/ 22457 h 28268"/>
                    <a:gd name="connsiteX18" fmla="*/ 6934 w 22549"/>
                    <a:gd name="connsiteY18" fmla="*/ 16831 h 28268"/>
                    <a:gd name="connsiteX19" fmla="*/ 0 w 22549"/>
                    <a:gd name="connsiteY19" fmla="*/ 13949 h 28268"/>
                    <a:gd name="connsiteX20" fmla="*/ 1493 w 22549"/>
                    <a:gd name="connsiteY20" fmla="*/ 11958 h 28268"/>
                    <a:gd name="connsiteX21" fmla="*/ 139 w 22549"/>
                    <a:gd name="connsiteY21" fmla="*/ 10210 h 28268"/>
                    <a:gd name="connsiteX22" fmla="*/ 1030 w 22549"/>
                    <a:gd name="connsiteY22" fmla="*/ 7767 h 28268"/>
                    <a:gd name="connsiteX23" fmla="*/ 1343 w 22549"/>
                    <a:gd name="connsiteY23" fmla="*/ 6911 h 28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2549" h="28268">
                      <a:moveTo>
                        <a:pt x="1343" y="6911"/>
                      </a:moveTo>
                      <a:lnTo>
                        <a:pt x="7872" y="1389"/>
                      </a:lnTo>
                      <a:lnTo>
                        <a:pt x="12652" y="0"/>
                      </a:lnTo>
                      <a:lnTo>
                        <a:pt x="16391" y="2558"/>
                      </a:lnTo>
                      <a:lnTo>
                        <a:pt x="17410" y="1748"/>
                      </a:lnTo>
                      <a:lnTo>
                        <a:pt x="18799" y="799"/>
                      </a:lnTo>
                      <a:lnTo>
                        <a:pt x="18243" y="2767"/>
                      </a:lnTo>
                      <a:lnTo>
                        <a:pt x="20952" y="7767"/>
                      </a:lnTo>
                      <a:lnTo>
                        <a:pt x="22550" y="10708"/>
                      </a:lnTo>
                      <a:lnTo>
                        <a:pt x="19135" y="13926"/>
                      </a:lnTo>
                      <a:lnTo>
                        <a:pt x="21126" y="16843"/>
                      </a:lnTo>
                      <a:lnTo>
                        <a:pt x="19309" y="23048"/>
                      </a:lnTo>
                      <a:lnTo>
                        <a:pt x="15442" y="28268"/>
                      </a:lnTo>
                      <a:lnTo>
                        <a:pt x="14852" y="26358"/>
                      </a:lnTo>
                      <a:lnTo>
                        <a:pt x="14956" y="26335"/>
                      </a:lnTo>
                      <a:lnTo>
                        <a:pt x="14805" y="26242"/>
                      </a:lnTo>
                      <a:lnTo>
                        <a:pt x="14181" y="24228"/>
                      </a:lnTo>
                      <a:lnTo>
                        <a:pt x="8809" y="22457"/>
                      </a:lnTo>
                      <a:lnTo>
                        <a:pt x="6934" y="16831"/>
                      </a:lnTo>
                      <a:lnTo>
                        <a:pt x="0" y="13949"/>
                      </a:lnTo>
                      <a:lnTo>
                        <a:pt x="1493" y="11958"/>
                      </a:lnTo>
                      <a:lnTo>
                        <a:pt x="139" y="10210"/>
                      </a:lnTo>
                      <a:lnTo>
                        <a:pt x="1030" y="7767"/>
                      </a:lnTo>
                      <a:lnTo>
                        <a:pt x="1343" y="691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08" name="Freeform: Shape 307">
                  <a:extLst>
                    <a:ext uri="{FF2B5EF4-FFF2-40B4-BE49-F238E27FC236}">
                      <a16:creationId xmlns:a16="http://schemas.microsoft.com/office/drawing/2014/main" id="{8FACFDCA-D4D3-01B0-EF63-BFA6ACB4833C}"/>
                    </a:ext>
                  </a:extLst>
                </p:cNvPr>
                <p:cNvSpPr/>
                <p:nvPr/>
              </p:nvSpPr>
              <p:spPr>
                <a:xfrm>
                  <a:off x="8308467" y="3890623"/>
                  <a:ext cx="33674" cy="31057"/>
                </a:xfrm>
                <a:custGeom>
                  <a:avLst/>
                  <a:gdLst>
                    <a:gd name="connsiteX0" fmla="*/ 30803 w 33674"/>
                    <a:gd name="connsiteY0" fmla="*/ 3021 h 31057"/>
                    <a:gd name="connsiteX1" fmla="*/ 30769 w 33674"/>
                    <a:gd name="connsiteY1" fmla="*/ 7189 h 31057"/>
                    <a:gd name="connsiteX2" fmla="*/ 20825 w 33674"/>
                    <a:gd name="connsiteY2" fmla="*/ 16473 h 31057"/>
                    <a:gd name="connsiteX3" fmla="*/ 20929 w 33674"/>
                    <a:gd name="connsiteY3" fmla="*/ 17665 h 31057"/>
                    <a:gd name="connsiteX4" fmla="*/ 20860 w 33674"/>
                    <a:gd name="connsiteY4" fmla="*/ 18464 h 31057"/>
                    <a:gd name="connsiteX5" fmla="*/ 17260 w 33674"/>
                    <a:gd name="connsiteY5" fmla="*/ 20767 h 31057"/>
                    <a:gd name="connsiteX6" fmla="*/ 17746 w 33674"/>
                    <a:gd name="connsiteY6" fmla="*/ 22515 h 31057"/>
                    <a:gd name="connsiteX7" fmla="*/ 11958 w 33674"/>
                    <a:gd name="connsiteY7" fmla="*/ 29843 h 31057"/>
                    <a:gd name="connsiteX8" fmla="*/ 9133 w 33674"/>
                    <a:gd name="connsiteY8" fmla="*/ 31058 h 31057"/>
                    <a:gd name="connsiteX9" fmla="*/ 11402 w 33674"/>
                    <a:gd name="connsiteY9" fmla="*/ 26347 h 31057"/>
                    <a:gd name="connsiteX10" fmla="*/ 8427 w 33674"/>
                    <a:gd name="connsiteY10" fmla="*/ 26254 h 31057"/>
                    <a:gd name="connsiteX11" fmla="*/ 7999 w 33674"/>
                    <a:gd name="connsiteY11" fmla="*/ 24124 h 31057"/>
                    <a:gd name="connsiteX12" fmla="*/ 7860 w 33674"/>
                    <a:gd name="connsiteY12" fmla="*/ 24124 h 31057"/>
                    <a:gd name="connsiteX13" fmla="*/ 614 w 33674"/>
                    <a:gd name="connsiteY13" fmla="*/ 24680 h 31057"/>
                    <a:gd name="connsiteX14" fmla="*/ 0 w 33674"/>
                    <a:gd name="connsiteY14" fmla="*/ 24714 h 31057"/>
                    <a:gd name="connsiteX15" fmla="*/ 2385 w 33674"/>
                    <a:gd name="connsiteY15" fmla="*/ 18602 h 31057"/>
                    <a:gd name="connsiteX16" fmla="*/ 5406 w 33674"/>
                    <a:gd name="connsiteY16" fmla="*/ 18047 h 31057"/>
                    <a:gd name="connsiteX17" fmla="*/ 5105 w 33674"/>
                    <a:gd name="connsiteY17" fmla="*/ 14690 h 31057"/>
                    <a:gd name="connsiteX18" fmla="*/ 7860 w 33674"/>
                    <a:gd name="connsiteY18" fmla="*/ 14794 h 31057"/>
                    <a:gd name="connsiteX19" fmla="*/ 8219 w 33674"/>
                    <a:gd name="connsiteY19" fmla="*/ 14805 h 31057"/>
                    <a:gd name="connsiteX20" fmla="*/ 9203 w 33674"/>
                    <a:gd name="connsiteY20" fmla="*/ 8774 h 31057"/>
                    <a:gd name="connsiteX21" fmla="*/ 15882 w 33674"/>
                    <a:gd name="connsiteY21" fmla="*/ 9492 h 31057"/>
                    <a:gd name="connsiteX22" fmla="*/ 20246 w 33674"/>
                    <a:gd name="connsiteY22" fmla="*/ 5765 h 31057"/>
                    <a:gd name="connsiteX23" fmla="*/ 20431 w 33674"/>
                    <a:gd name="connsiteY23" fmla="*/ 7455 h 31057"/>
                    <a:gd name="connsiteX24" fmla="*/ 22492 w 33674"/>
                    <a:gd name="connsiteY24" fmla="*/ 7721 h 31057"/>
                    <a:gd name="connsiteX25" fmla="*/ 25826 w 33674"/>
                    <a:gd name="connsiteY25" fmla="*/ 5915 h 31057"/>
                    <a:gd name="connsiteX26" fmla="*/ 26277 w 33674"/>
                    <a:gd name="connsiteY26" fmla="*/ 4040 h 31057"/>
                    <a:gd name="connsiteX27" fmla="*/ 26590 w 33674"/>
                    <a:gd name="connsiteY27" fmla="*/ 3774 h 31057"/>
                    <a:gd name="connsiteX28" fmla="*/ 28384 w 33674"/>
                    <a:gd name="connsiteY28" fmla="*/ 3855 h 31057"/>
                    <a:gd name="connsiteX29" fmla="*/ 29970 w 33674"/>
                    <a:gd name="connsiteY29" fmla="*/ 845 h 31057"/>
                    <a:gd name="connsiteX30" fmla="*/ 30942 w 33674"/>
                    <a:gd name="connsiteY30" fmla="*/ 0 h 31057"/>
                    <a:gd name="connsiteX31" fmla="*/ 33674 w 33674"/>
                    <a:gd name="connsiteY31" fmla="*/ 2373 h 31057"/>
                    <a:gd name="connsiteX32" fmla="*/ 32193 w 33674"/>
                    <a:gd name="connsiteY32" fmla="*/ 2766 h 31057"/>
                    <a:gd name="connsiteX33" fmla="*/ 30803 w 33674"/>
                    <a:gd name="connsiteY33" fmla="*/ 3021 h 310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33674" h="31057">
                      <a:moveTo>
                        <a:pt x="30803" y="3021"/>
                      </a:moveTo>
                      <a:lnTo>
                        <a:pt x="30769" y="7189"/>
                      </a:lnTo>
                      <a:lnTo>
                        <a:pt x="20825" y="16473"/>
                      </a:lnTo>
                      <a:lnTo>
                        <a:pt x="20929" y="17665"/>
                      </a:lnTo>
                      <a:lnTo>
                        <a:pt x="20860" y="18464"/>
                      </a:lnTo>
                      <a:lnTo>
                        <a:pt x="17260" y="20767"/>
                      </a:lnTo>
                      <a:lnTo>
                        <a:pt x="17746" y="22515"/>
                      </a:lnTo>
                      <a:lnTo>
                        <a:pt x="11958" y="29843"/>
                      </a:lnTo>
                      <a:lnTo>
                        <a:pt x="9133" y="31058"/>
                      </a:lnTo>
                      <a:lnTo>
                        <a:pt x="11402" y="26347"/>
                      </a:lnTo>
                      <a:lnTo>
                        <a:pt x="8427" y="26254"/>
                      </a:lnTo>
                      <a:lnTo>
                        <a:pt x="7999" y="24124"/>
                      </a:lnTo>
                      <a:lnTo>
                        <a:pt x="7860" y="24124"/>
                      </a:lnTo>
                      <a:lnTo>
                        <a:pt x="614" y="24680"/>
                      </a:lnTo>
                      <a:lnTo>
                        <a:pt x="0" y="24714"/>
                      </a:lnTo>
                      <a:lnTo>
                        <a:pt x="2385" y="18602"/>
                      </a:lnTo>
                      <a:lnTo>
                        <a:pt x="5406" y="18047"/>
                      </a:lnTo>
                      <a:lnTo>
                        <a:pt x="5105" y="14690"/>
                      </a:lnTo>
                      <a:lnTo>
                        <a:pt x="7860" y="14794"/>
                      </a:lnTo>
                      <a:lnTo>
                        <a:pt x="8219" y="14805"/>
                      </a:lnTo>
                      <a:lnTo>
                        <a:pt x="9203" y="8774"/>
                      </a:lnTo>
                      <a:lnTo>
                        <a:pt x="15882" y="9492"/>
                      </a:lnTo>
                      <a:lnTo>
                        <a:pt x="20246" y="5765"/>
                      </a:lnTo>
                      <a:lnTo>
                        <a:pt x="20431" y="7455"/>
                      </a:lnTo>
                      <a:lnTo>
                        <a:pt x="22492" y="7721"/>
                      </a:lnTo>
                      <a:lnTo>
                        <a:pt x="25826" y="5915"/>
                      </a:lnTo>
                      <a:lnTo>
                        <a:pt x="26277" y="4040"/>
                      </a:lnTo>
                      <a:lnTo>
                        <a:pt x="26590" y="3774"/>
                      </a:lnTo>
                      <a:lnTo>
                        <a:pt x="28384" y="3855"/>
                      </a:lnTo>
                      <a:lnTo>
                        <a:pt x="29970" y="845"/>
                      </a:lnTo>
                      <a:lnTo>
                        <a:pt x="30942" y="0"/>
                      </a:lnTo>
                      <a:lnTo>
                        <a:pt x="33674" y="2373"/>
                      </a:lnTo>
                      <a:lnTo>
                        <a:pt x="32193" y="2766"/>
                      </a:lnTo>
                      <a:lnTo>
                        <a:pt x="30803" y="302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09" name="Freeform: Shape 308">
                  <a:extLst>
                    <a:ext uri="{FF2B5EF4-FFF2-40B4-BE49-F238E27FC236}">
                      <a16:creationId xmlns:a16="http://schemas.microsoft.com/office/drawing/2014/main" id="{2893E966-81BB-6F96-9AE2-01EA180DBABC}"/>
                    </a:ext>
                  </a:extLst>
                </p:cNvPr>
                <p:cNvSpPr/>
                <p:nvPr/>
              </p:nvSpPr>
              <p:spPr>
                <a:xfrm>
                  <a:off x="8500986" y="4271272"/>
                  <a:ext cx="19134" cy="28754"/>
                </a:xfrm>
                <a:custGeom>
                  <a:avLst/>
                  <a:gdLst>
                    <a:gd name="connsiteX0" fmla="*/ 16831 w 19134"/>
                    <a:gd name="connsiteY0" fmla="*/ 12293 h 28754"/>
                    <a:gd name="connsiteX1" fmla="*/ 19135 w 19134"/>
                    <a:gd name="connsiteY1" fmla="*/ 16137 h 28754"/>
                    <a:gd name="connsiteX2" fmla="*/ 16148 w 19134"/>
                    <a:gd name="connsiteY2" fmla="*/ 23615 h 28754"/>
                    <a:gd name="connsiteX3" fmla="*/ 11912 w 19134"/>
                    <a:gd name="connsiteY3" fmla="*/ 28199 h 28754"/>
                    <a:gd name="connsiteX4" fmla="*/ 12108 w 19134"/>
                    <a:gd name="connsiteY4" fmla="*/ 22793 h 28754"/>
                    <a:gd name="connsiteX5" fmla="*/ 6668 w 19134"/>
                    <a:gd name="connsiteY5" fmla="*/ 23511 h 28754"/>
                    <a:gd name="connsiteX6" fmla="*/ 4190 w 19134"/>
                    <a:gd name="connsiteY6" fmla="*/ 24958 h 28754"/>
                    <a:gd name="connsiteX7" fmla="*/ 2755 w 19134"/>
                    <a:gd name="connsiteY7" fmla="*/ 28720 h 28754"/>
                    <a:gd name="connsiteX8" fmla="*/ 926 w 19134"/>
                    <a:gd name="connsiteY8" fmla="*/ 28755 h 28754"/>
                    <a:gd name="connsiteX9" fmla="*/ 382 w 19134"/>
                    <a:gd name="connsiteY9" fmla="*/ 25733 h 28754"/>
                    <a:gd name="connsiteX10" fmla="*/ 0 w 19134"/>
                    <a:gd name="connsiteY10" fmla="*/ 22480 h 28754"/>
                    <a:gd name="connsiteX11" fmla="*/ 7686 w 19134"/>
                    <a:gd name="connsiteY11" fmla="*/ 4654 h 28754"/>
                    <a:gd name="connsiteX12" fmla="*/ 10326 w 19134"/>
                    <a:gd name="connsiteY12" fmla="*/ 1678 h 28754"/>
                    <a:gd name="connsiteX13" fmla="*/ 15523 w 19134"/>
                    <a:gd name="connsiteY13" fmla="*/ 162 h 28754"/>
                    <a:gd name="connsiteX14" fmla="*/ 16218 w 19134"/>
                    <a:gd name="connsiteY14" fmla="*/ 0 h 28754"/>
                    <a:gd name="connsiteX15" fmla="*/ 18255 w 19134"/>
                    <a:gd name="connsiteY15" fmla="*/ 1250 h 28754"/>
                    <a:gd name="connsiteX16" fmla="*/ 16831 w 19134"/>
                    <a:gd name="connsiteY16" fmla="*/ 12293 h 28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9134" h="28754">
                      <a:moveTo>
                        <a:pt x="16831" y="12293"/>
                      </a:moveTo>
                      <a:lnTo>
                        <a:pt x="19135" y="16137"/>
                      </a:lnTo>
                      <a:lnTo>
                        <a:pt x="16148" y="23615"/>
                      </a:lnTo>
                      <a:lnTo>
                        <a:pt x="11912" y="28199"/>
                      </a:lnTo>
                      <a:lnTo>
                        <a:pt x="12108" y="22793"/>
                      </a:lnTo>
                      <a:lnTo>
                        <a:pt x="6668" y="23511"/>
                      </a:lnTo>
                      <a:lnTo>
                        <a:pt x="4190" y="24958"/>
                      </a:lnTo>
                      <a:lnTo>
                        <a:pt x="2755" y="28720"/>
                      </a:lnTo>
                      <a:lnTo>
                        <a:pt x="926" y="28755"/>
                      </a:lnTo>
                      <a:lnTo>
                        <a:pt x="382" y="25733"/>
                      </a:lnTo>
                      <a:lnTo>
                        <a:pt x="0" y="22480"/>
                      </a:lnTo>
                      <a:lnTo>
                        <a:pt x="7686" y="4654"/>
                      </a:lnTo>
                      <a:lnTo>
                        <a:pt x="10326" y="1678"/>
                      </a:lnTo>
                      <a:lnTo>
                        <a:pt x="15523" y="162"/>
                      </a:lnTo>
                      <a:lnTo>
                        <a:pt x="16218" y="0"/>
                      </a:lnTo>
                      <a:lnTo>
                        <a:pt x="18255" y="1250"/>
                      </a:lnTo>
                      <a:lnTo>
                        <a:pt x="16831" y="122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10" name="Freeform: Shape 309">
                  <a:extLst>
                    <a:ext uri="{FF2B5EF4-FFF2-40B4-BE49-F238E27FC236}">
                      <a16:creationId xmlns:a16="http://schemas.microsoft.com/office/drawing/2014/main" id="{67894E09-630D-5997-6642-F6C4D18326AB}"/>
                    </a:ext>
                  </a:extLst>
                </p:cNvPr>
                <p:cNvSpPr/>
                <p:nvPr/>
              </p:nvSpPr>
              <p:spPr>
                <a:xfrm>
                  <a:off x="8001568" y="3491590"/>
                  <a:ext cx="40828" cy="15557"/>
                </a:xfrm>
                <a:custGeom>
                  <a:avLst/>
                  <a:gdLst>
                    <a:gd name="connsiteX0" fmla="*/ 25235 w 40828"/>
                    <a:gd name="connsiteY0" fmla="*/ 521 h 15557"/>
                    <a:gd name="connsiteX1" fmla="*/ 27064 w 40828"/>
                    <a:gd name="connsiteY1" fmla="*/ 2049 h 15557"/>
                    <a:gd name="connsiteX2" fmla="*/ 33697 w 40828"/>
                    <a:gd name="connsiteY2" fmla="*/ 0 h 15557"/>
                    <a:gd name="connsiteX3" fmla="*/ 40828 w 40828"/>
                    <a:gd name="connsiteY3" fmla="*/ 3288 h 15557"/>
                    <a:gd name="connsiteX4" fmla="*/ 38895 w 40828"/>
                    <a:gd name="connsiteY4" fmla="*/ 7548 h 15557"/>
                    <a:gd name="connsiteX5" fmla="*/ 39485 w 40828"/>
                    <a:gd name="connsiteY5" fmla="*/ 9504 h 15557"/>
                    <a:gd name="connsiteX6" fmla="*/ 39346 w 40828"/>
                    <a:gd name="connsiteY6" fmla="*/ 9492 h 15557"/>
                    <a:gd name="connsiteX7" fmla="*/ 37622 w 40828"/>
                    <a:gd name="connsiteY7" fmla="*/ 7247 h 15557"/>
                    <a:gd name="connsiteX8" fmla="*/ 33234 w 40828"/>
                    <a:gd name="connsiteY8" fmla="*/ 9423 h 15557"/>
                    <a:gd name="connsiteX9" fmla="*/ 32343 w 40828"/>
                    <a:gd name="connsiteY9" fmla="*/ 10302 h 15557"/>
                    <a:gd name="connsiteX10" fmla="*/ 31718 w 40828"/>
                    <a:gd name="connsiteY10" fmla="*/ 9238 h 15557"/>
                    <a:gd name="connsiteX11" fmla="*/ 31463 w 40828"/>
                    <a:gd name="connsiteY11" fmla="*/ 8774 h 15557"/>
                    <a:gd name="connsiteX12" fmla="*/ 31440 w 40828"/>
                    <a:gd name="connsiteY12" fmla="*/ 8774 h 15557"/>
                    <a:gd name="connsiteX13" fmla="*/ 31162 w 40828"/>
                    <a:gd name="connsiteY13" fmla="*/ 8311 h 15557"/>
                    <a:gd name="connsiteX14" fmla="*/ 27562 w 40828"/>
                    <a:gd name="connsiteY14" fmla="*/ 9504 h 15557"/>
                    <a:gd name="connsiteX15" fmla="*/ 26300 w 40828"/>
                    <a:gd name="connsiteY15" fmla="*/ 9075 h 15557"/>
                    <a:gd name="connsiteX16" fmla="*/ 25015 w 40828"/>
                    <a:gd name="connsiteY16" fmla="*/ 8508 h 15557"/>
                    <a:gd name="connsiteX17" fmla="*/ 24969 w 40828"/>
                    <a:gd name="connsiteY17" fmla="*/ 8624 h 15557"/>
                    <a:gd name="connsiteX18" fmla="*/ 22145 w 40828"/>
                    <a:gd name="connsiteY18" fmla="*/ 7652 h 15557"/>
                    <a:gd name="connsiteX19" fmla="*/ 21971 w 40828"/>
                    <a:gd name="connsiteY19" fmla="*/ 7327 h 15557"/>
                    <a:gd name="connsiteX20" fmla="*/ 21473 w 40828"/>
                    <a:gd name="connsiteY20" fmla="*/ 7420 h 15557"/>
                    <a:gd name="connsiteX21" fmla="*/ 20130 w 40828"/>
                    <a:gd name="connsiteY21" fmla="*/ 6969 h 15557"/>
                    <a:gd name="connsiteX22" fmla="*/ 19829 w 40828"/>
                    <a:gd name="connsiteY22" fmla="*/ 7756 h 15557"/>
                    <a:gd name="connsiteX23" fmla="*/ 19552 w 40828"/>
                    <a:gd name="connsiteY23" fmla="*/ 7802 h 15557"/>
                    <a:gd name="connsiteX24" fmla="*/ 18834 w 40828"/>
                    <a:gd name="connsiteY24" fmla="*/ 10384 h 15557"/>
                    <a:gd name="connsiteX25" fmla="*/ 13104 w 40828"/>
                    <a:gd name="connsiteY25" fmla="*/ 13984 h 15557"/>
                    <a:gd name="connsiteX26" fmla="*/ 9434 w 40828"/>
                    <a:gd name="connsiteY26" fmla="*/ 13671 h 15557"/>
                    <a:gd name="connsiteX27" fmla="*/ 4873 w 40828"/>
                    <a:gd name="connsiteY27" fmla="*/ 15558 h 15557"/>
                    <a:gd name="connsiteX28" fmla="*/ 660 w 40828"/>
                    <a:gd name="connsiteY28" fmla="*/ 12652 h 15557"/>
                    <a:gd name="connsiteX29" fmla="*/ 544 w 40828"/>
                    <a:gd name="connsiteY29" fmla="*/ 9886 h 15557"/>
                    <a:gd name="connsiteX30" fmla="*/ 174 w 40828"/>
                    <a:gd name="connsiteY30" fmla="*/ 10245 h 15557"/>
                    <a:gd name="connsiteX31" fmla="*/ 0 w 40828"/>
                    <a:gd name="connsiteY31" fmla="*/ 9284 h 15557"/>
                    <a:gd name="connsiteX32" fmla="*/ 3750 w 40828"/>
                    <a:gd name="connsiteY32" fmla="*/ 6181 h 15557"/>
                    <a:gd name="connsiteX33" fmla="*/ 6066 w 40828"/>
                    <a:gd name="connsiteY33" fmla="*/ 4711 h 15557"/>
                    <a:gd name="connsiteX34" fmla="*/ 16982 w 40828"/>
                    <a:gd name="connsiteY34" fmla="*/ 4063 h 15557"/>
                    <a:gd name="connsiteX35" fmla="*/ 18348 w 40828"/>
                    <a:gd name="connsiteY35" fmla="*/ 23 h 15557"/>
                    <a:gd name="connsiteX36" fmla="*/ 20952 w 40828"/>
                    <a:gd name="connsiteY36" fmla="*/ 1597 h 15557"/>
                    <a:gd name="connsiteX37" fmla="*/ 25235 w 40828"/>
                    <a:gd name="connsiteY37" fmla="*/ 521 h 15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40828" h="15557">
                      <a:moveTo>
                        <a:pt x="25235" y="521"/>
                      </a:moveTo>
                      <a:lnTo>
                        <a:pt x="27064" y="2049"/>
                      </a:lnTo>
                      <a:lnTo>
                        <a:pt x="33697" y="0"/>
                      </a:lnTo>
                      <a:lnTo>
                        <a:pt x="40828" y="3288"/>
                      </a:lnTo>
                      <a:lnTo>
                        <a:pt x="38895" y="7548"/>
                      </a:lnTo>
                      <a:lnTo>
                        <a:pt x="39485" y="9504"/>
                      </a:lnTo>
                      <a:lnTo>
                        <a:pt x="39346" y="9492"/>
                      </a:lnTo>
                      <a:lnTo>
                        <a:pt x="37622" y="7247"/>
                      </a:lnTo>
                      <a:lnTo>
                        <a:pt x="33234" y="9423"/>
                      </a:lnTo>
                      <a:lnTo>
                        <a:pt x="32343" y="10302"/>
                      </a:lnTo>
                      <a:lnTo>
                        <a:pt x="31718" y="9238"/>
                      </a:lnTo>
                      <a:lnTo>
                        <a:pt x="31463" y="8774"/>
                      </a:lnTo>
                      <a:lnTo>
                        <a:pt x="31440" y="8774"/>
                      </a:lnTo>
                      <a:lnTo>
                        <a:pt x="31162" y="8311"/>
                      </a:lnTo>
                      <a:lnTo>
                        <a:pt x="27562" y="9504"/>
                      </a:lnTo>
                      <a:lnTo>
                        <a:pt x="26300" y="9075"/>
                      </a:lnTo>
                      <a:lnTo>
                        <a:pt x="25015" y="8508"/>
                      </a:lnTo>
                      <a:lnTo>
                        <a:pt x="24969" y="8624"/>
                      </a:lnTo>
                      <a:lnTo>
                        <a:pt x="22145" y="7652"/>
                      </a:lnTo>
                      <a:lnTo>
                        <a:pt x="21971" y="7327"/>
                      </a:lnTo>
                      <a:lnTo>
                        <a:pt x="21473" y="7420"/>
                      </a:lnTo>
                      <a:lnTo>
                        <a:pt x="20130" y="6969"/>
                      </a:lnTo>
                      <a:lnTo>
                        <a:pt x="19829" y="7756"/>
                      </a:lnTo>
                      <a:lnTo>
                        <a:pt x="19552" y="7802"/>
                      </a:lnTo>
                      <a:lnTo>
                        <a:pt x="18834" y="10384"/>
                      </a:lnTo>
                      <a:lnTo>
                        <a:pt x="13104" y="13984"/>
                      </a:lnTo>
                      <a:lnTo>
                        <a:pt x="9434" y="13671"/>
                      </a:lnTo>
                      <a:lnTo>
                        <a:pt x="4873" y="15558"/>
                      </a:lnTo>
                      <a:lnTo>
                        <a:pt x="660" y="12652"/>
                      </a:lnTo>
                      <a:lnTo>
                        <a:pt x="544" y="9886"/>
                      </a:lnTo>
                      <a:lnTo>
                        <a:pt x="174" y="10245"/>
                      </a:lnTo>
                      <a:lnTo>
                        <a:pt x="0" y="9284"/>
                      </a:lnTo>
                      <a:lnTo>
                        <a:pt x="3750" y="6181"/>
                      </a:lnTo>
                      <a:lnTo>
                        <a:pt x="6066" y="4711"/>
                      </a:lnTo>
                      <a:lnTo>
                        <a:pt x="16982" y="4063"/>
                      </a:lnTo>
                      <a:lnTo>
                        <a:pt x="18348" y="23"/>
                      </a:lnTo>
                      <a:lnTo>
                        <a:pt x="20952" y="1597"/>
                      </a:lnTo>
                      <a:lnTo>
                        <a:pt x="25235" y="52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11" name="Freeform: Shape 310">
                  <a:extLst>
                    <a:ext uri="{FF2B5EF4-FFF2-40B4-BE49-F238E27FC236}">
                      <a16:creationId xmlns:a16="http://schemas.microsoft.com/office/drawing/2014/main" id="{5E7FD030-1BB5-7AE8-D1DA-AC2DB45DD1B4}"/>
                    </a:ext>
                  </a:extLst>
                </p:cNvPr>
                <p:cNvSpPr/>
                <p:nvPr/>
              </p:nvSpPr>
              <p:spPr>
                <a:xfrm>
                  <a:off x="7833741" y="3084756"/>
                  <a:ext cx="27666" cy="20824"/>
                </a:xfrm>
                <a:custGeom>
                  <a:avLst/>
                  <a:gdLst>
                    <a:gd name="connsiteX0" fmla="*/ 24680 w 27666"/>
                    <a:gd name="connsiteY0" fmla="*/ 7698 h 20824"/>
                    <a:gd name="connsiteX1" fmla="*/ 24309 w 27666"/>
                    <a:gd name="connsiteY1" fmla="*/ 12814 h 20824"/>
                    <a:gd name="connsiteX2" fmla="*/ 20489 w 27666"/>
                    <a:gd name="connsiteY2" fmla="*/ 10094 h 20824"/>
                    <a:gd name="connsiteX3" fmla="*/ 18174 w 27666"/>
                    <a:gd name="connsiteY3" fmla="*/ 11194 h 20824"/>
                    <a:gd name="connsiteX4" fmla="*/ 18406 w 27666"/>
                    <a:gd name="connsiteY4" fmla="*/ 11842 h 20824"/>
                    <a:gd name="connsiteX5" fmla="*/ 18012 w 27666"/>
                    <a:gd name="connsiteY5" fmla="*/ 12085 h 20824"/>
                    <a:gd name="connsiteX6" fmla="*/ 19679 w 27666"/>
                    <a:gd name="connsiteY6" fmla="*/ 15952 h 20824"/>
                    <a:gd name="connsiteX7" fmla="*/ 16252 w 27666"/>
                    <a:gd name="connsiteY7" fmla="*/ 16195 h 20824"/>
                    <a:gd name="connsiteX8" fmla="*/ 15975 w 27666"/>
                    <a:gd name="connsiteY8" fmla="*/ 19749 h 20824"/>
                    <a:gd name="connsiteX9" fmla="*/ 15824 w 27666"/>
                    <a:gd name="connsiteY9" fmla="*/ 20130 h 20824"/>
                    <a:gd name="connsiteX10" fmla="*/ 15604 w 27666"/>
                    <a:gd name="connsiteY10" fmla="*/ 20281 h 20824"/>
                    <a:gd name="connsiteX11" fmla="*/ 14817 w 27666"/>
                    <a:gd name="connsiteY11" fmla="*/ 20825 h 20824"/>
                    <a:gd name="connsiteX12" fmla="*/ 14192 w 27666"/>
                    <a:gd name="connsiteY12" fmla="*/ 20478 h 20824"/>
                    <a:gd name="connsiteX13" fmla="*/ 14042 w 27666"/>
                    <a:gd name="connsiteY13" fmla="*/ 20281 h 20824"/>
                    <a:gd name="connsiteX14" fmla="*/ 11101 w 27666"/>
                    <a:gd name="connsiteY14" fmla="*/ 16241 h 20824"/>
                    <a:gd name="connsiteX15" fmla="*/ 8138 w 27666"/>
                    <a:gd name="connsiteY15" fmla="*/ 17433 h 20824"/>
                    <a:gd name="connsiteX16" fmla="*/ 10175 w 27666"/>
                    <a:gd name="connsiteY16" fmla="*/ 20015 h 20824"/>
                    <a:gd name="connsiteX17" fmla="*/ 7906 w 27666"/>
                    <a:gd name="connsiteY17" fmla="*/ 20304 h 20824"/>
                    <a:gd name="connsiteX18" fmla="*/ 7837 w 27666"/>
                    <a:gd name="connsiteY18" fmla="*/ 20281 h 20824"/>
                    <a:gd name="connsiteX19" fmla="*/ 544 w 27666"/>
                    <a:gd name="connsiteY19" fmla="*/ 18579 h 20824"/>
                    <a:gd name="connsiteX20" fmla="*/ 0 w 27666"/>
                    <a:gd name="connsiteY20" fmla="*/ 17213 h 20824"/>
                    <a:gd name="connsiteX21" fmla="*/ 5325 w 27666"/>
                    <a:gd name="connsiteY21" fmla="*/ 12190 h 20824"/>
                    <a:gd name="connsiteX22" fmla="*/ 10372 w 27666"/>
                    <a:gd name="connsiteY22" fmla="*/ 1609 h 20824"/>
                    <a:gd name="connsiteX23" fmla="*/ 21450 w 27666"/>
                    <a:gd name="connsiteY23" fmla="*/ 0 h 20824"/>
                    <a:gd name="connsiteX24" fmla="*/ 25374 w 27666"/>
                    <a:gd name="connsiteY24" fmla="*/ 2524 h 20824"/>
                    <a:gd name="connsiteX25" fmla="*/ 26902 w 27666"/>
                    <a:gd name="connsiteY25" fmla="*/ 3913 h 20824"/>
                    <a:gd name="connsiteX26" fmla="*/ 27666 w 27666"/>
                    <a:gd name="connsiteY26" fmla="*/ 6054 h 20824"/>
                    <a:gd name="connsiteX27" fmla="*/ 24680 w 27666"/>
                    <a:gd name="connsiteY27" fmla="*/ 7698 h 208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27666" h="20824">
                      <a:moveTo>
                        <a:pt x="24680" y="7698"/>
                      </a:moveTo>
                      <a:lnTo>
                        <a:pt x="24309" y="12814"/>
                      </a:lnTo>
                      <a:lnTo>
                        <a:pt x="20489" y="10094"/>
                      </a:lnTo>
                      <a:lnTo>
                        <a:pt x="18174" y="11194"/>
                      </a:lnTo>
                      <a:lnTo>
                        <a:pt x="18406" y="11842"/>
                      </a:lnTo>
                      <a:lnTo>
                        <a:pt x="18012" y="12085"/>
                      </a:lnTo>
                      <a:lnTo>
                        <a:pt x="19679" y="15952"/>
                      </a:lnTo>
                      <a:lnTo>
                        <a:pt x="16252" y="16195"/>
                      </a:lnTo>
                      <a:lnTo>
                        <a:pt x="15975" y="19749"/>
                      </a:lnTo>
                      <a:lnTo>
                        <a:pt x="15824" y="20130"/>
                      </a:lnTo>
                      <a:lnTo>
                        <a:pt x="15604" y="20281"/>
                      </a:lnTo>
                      <a:lnTo>
                        <a:pt x="14817" y="20825"/>
                      </a:lnTo>
                      <a:lnTo>
                        <a:pt x="14192" y="20478"/>
                      </a:lnTo>
                      <a:lnTo>
                        <a:pt x="14042" y="20281"/>
                      </a:lnTo>
                      <a:lnTo>
                        <a:pt x="11101" y="16241"/>
                      </a:lnTo>
                      <a:lnTo>
                        <a:pt x="8138" y="17433"/>
                      </a:lnTo>
                      <a:lnTo>
                        <a:pt x="10175" y="20015"/>
                      </a:lnTo>
                      <a:lnTo>
                        <a:pt x="7906" y="20304"/>
                      </a:lnTo>
                      <a:lnTo>
                        <a:pt x="7837" y="20281"/>
                      </a:lnTo>
                      <a:lnTo>
                        <a:pt x="544" y="18579"/>
                      </a:lnTo>
                      <a:lnTo>
                        <a:pt x="0" y="17213"/>
                      </a:lnTo>
                      <a:lnTo>
                        <a:pt x="5325" y="12190"/>
                      </a:lnTo>
                      <a:lnTo>
                        <a:pt x="10372" y="1609"/>
                      </a:lnTo>
                      <a:lnTo>
                        <a:pt x="21450" y="0"/>
                      </a:lnTo>
                      <a:lnTo>
                        <a:pt x="25374" y="2524"/>
                      </a:lnTo>
                      <a:lnTo>
                        <a:pt x="26902" y="3913"/>
                      </a:lnTo>
                      <a:lnTo>
                        <a:pt x="27666" y="6054"/>
                      </a:lnTo>
                      <a:lnTo>
                        <a:pt x="24680" y="769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12" name="Freeform: Shape 311">
                  <a:extLst>
                    <a:ext uri="{FF2B5EF4-FFF2-40B4-BE49-F238E27FC236}">
                      <a16:creationId xmlns:a16="http://schemas.microsoft.com/office/drawing/2014/main" id="{6BCACB66-55A7-DFE6-4A71-0D5B84BFD3D2}"/>
                    </a:ext>
                  </a:extLst>
                </p:cNvPr>
                <p:cNvSpPr/>
                <p:nvPr/>
              </p:nvSpPr>
              <p:spPr>
                <a:xfrm>
                  <a:off x="7866802" y="2909694"/>
                  <a:ext cx="21195" cy="20998"/>
                </a:xfrm>
                <a:custGeom>
                  <a:avLst/>
                  <a:gdLst>
                    <a:gd name="connsiteX0" fmla="*/ 5105 w 21195"/>
                    <a:gd name="connsiteY0" fmla="*/ 1088 h 20998"/>
                    <a:gd name="connsiteX1" fmla="*/ 11854 w 21195"/>
                    <a:gd name="connsiteY1" fmla="*/ 0 h 20998"/>
                    <a:gd name="connsiteX2" fmla="*/ 12571 w 21195"/>
                    <a:gd name="connsiteY2" fmla="*/ 232 h 20998"/>
                    <a:gd name="connsiteX3" fmla="*/ 13949 w 21195"/>
                    <a:gd name="connsiteY3" fmla="*/ 3334 h 20998"/>
                    <a:gd name="connsiteX4" fmla="*/ 13960 w 21195"/>
                    <a:gd name="connsiteY4" fmla="*/ 3345 h 20998"/>
                    <a:gd name="connsiteX5" fmla="*/ 13972 w 21195"/>
                    <a:gd name="connsiteY5" fmla="*/ 3392 h 20998"/>
                    <a:gd name="connsiteX6" fmla="*/ 19355 w 21195"/>
                    <a:gd name="connsiteY6" fmla="*/ 6066 h 20998"/>
                    <a:gd name="connsiteX7" fmla="*/ 21195 w 21195"/>
                    <a:gd name="connsiteY7" fmla="*/ 16160 h 20998"/>
                    <a:gd name="connsiteX8" fmla="*/ 19945 w 21195"/>
                    <a:gd name="connsiteY8" fmla="*/ 19552 h 20998"/>
                    <a:gd name="connsiteX9" fmla="*/ 19563 w 21195"/>
                    <a:gd name="connsiteY9" fmla="*/ 20443 h 20998"/>
                    <a:gd name="connsiteX10" fmla="*/ 15303 w 21195"/>
                    <a:gd name="connsiteY10" fmla="*/ 20999 h 20998"/>
                    <a:gd name="connsiteX11" fmla="*/ 14991 w 21195"/>
                    <a:gd name="connsiteY11" fmla="*/ 20594 h 20998"/>
                    <a:gd name="connsiteX12" fmla="*/ 13115 w 21195"/>
                    <a:gd name="connsiteY12" fmla="*/ 17433 h 20998"/>
                    <a:gd name="connsiteX13" fmla="*/ 12456 w 21195"/>
                    <a:gd name="connsiteY13" fmla="*/ 17341 h 20998"/>
                    <a:gd name="connsiteX14" fmla="*/ 10673 w 21195"/>
                    <a:gd name="connsiteY14" fmla="*/ 15488 h 20998"/>
                    <a:gd name="connsiteX15" fmla="*/ 4190 w 21195"/>
                    <a:gd name="connsiteY15" fmla="*/ 16646 h 20998"/>
                    <a:gd name="connsiteX16" fmla="*/ 3588 w 21195"/>
                    <a:gd name="connsiteY16" fmla="*/ 13845 h 20998"/>
                    <a:gd name="connsiteX17" fmla="*/ 3114 w 21195"/>
                    <a:gd name="connsiteY17" fmla="*/ 11425 h 20998"/>
                    <a:gd name="connsiteX18" fmla="*/ 2547 w 21195"/>
                    <a:gd name="connsiteY18" fmla="*/ 10997 h 20998"/>
                    <a:gd name="connsiteX19" fmla="*/ 1007 w 21195"/>
                    <a:gd name="connsiteY19" fmla="*/ 8786 h 20998"/>
                    <a:gd name="connsiteX20" fmla="*/ 1377 w 21195"/>
                    <a:gd name="connsiteY20" fmla="*/ 7166 h 20998"/>
                    <a:gd name="connsiteX21" fmla="*/ 810 w 21195"/>
                    <a:gd name="connsiteY21" fmla="*/ 6054 h 20998"/>
                    <a:gd name="connsiteX22" fmla="*/ 0 w 21195"/>
                    <a:gd name="connsiteY22" fmla="*/ 4966 h 20998"/>
                    <a:gd name="connsiteX23" fmla="*/ 1829 w 21195"/>
                    <a:gd name="connsiteY23" fmla="*/ 2686 h 20998"/>
                    <a:gd name="connsiteX24" fmla="*/ 2385 w 21195"/>
                    <a:gd name="connsiteY24" fmla="*/ 2315 h 20998"/>
                    <a:gd name="connsiteX25" fmla="*/ 4526 w 21195"/>
                    <a:gd name="connsiteY25" fmla="*/ 3091 h 20998"/>
                    <a:gd name="connsiteX26" fmla="*/ 6042 w 21195"/>
                    <a:gd name="connsiteY26" fmla="*/ 1945 h 20998"/>
                    <a:gd name="connsiteX27" fmla="*/ 5105 w 21195"/>
                    <a:gd name="connsiteY27" fmla="*/ 1088 h 20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21195" h="20998">
                      <a:moveTo>
                        <a:pt x="5105" y="1088"/>
                      </a:moveTo>
                      <a:lnTo>
                        <a:pt x="11854" y="0"/>
                      </a:lnTo>
                      <a:lnTo>
                        <a:pt x="12571" y="232"/>
                      </a:lnTo>
                      <a:lnTo>
                        <a:pt x="13949" y="3334"/>
                      </a:lnTo>
                      <a:lnTo>
                        <a:pt x="13960" y="3345"/>
                      </a:lnTo>
                      <a:lnTo>
                        <a:pt x="13972" y="3392"/>
                      </a:lnTo>
                      <a:lnTo>
                        <a:pt x="19355" y="6066"/>
                      </a:lnTo>
                      <a:lnTo>
                        <a:pt x="21195" y="16160"/>
                      </a:lnTo>
                      <a:lnTo>
                        <a:pt x="19945" y="19552"/>
                      </a:lnTo>
                      <a:lnTo>
                        <a:pt x="19563" y="20443"/>
                      </a:lnTo>
                      <a:lnTo>
                        <a:pt x="15303" y="20999"/>
                      </a:lnTo>
                      <a:lnTo>
                        <a:pt x="14991" y="20594"/>
                      </a:lnTo>
                      <a:lnTo>
                        <a:pt x="13115" y="17433"/>
                      </a:lnTo>
                      <a:lnTo>
                        <a:pt x="12456" y="17341"/>
                      </a:lnTo>
                      <a:lnTo>
                        <a:pt x="10673" y="15488"/>
                      </a:lnTo>
                      <a:lnTo>
                        <a:pt x="4190" y="16646"/>
                      </a:lnTo>
                      <a:lnTo>
                        <a:pt x="3588" y="13845"/>
                      </a:lnTo>
                      <a:lnTo>
                        <a:pt x="3114" y="11425"/>
                      </a:lnTo>
                      <a:lnTo>
                        <a:pt x="2547" y="10997"/>
                      </a:lnTo>
                      <a:lnTo>
                        <a:pt x="1007" y="8786"/>
                      </a:lnTo>
                      <a:lnTo>
                        <a:pt x="1377" y="7166"/>
                      </a:lnTo>
                      <a:lnTo>
                        <a:pt x="810" y="6054"/>
                      </a:lnTo>
                      <a:lnTo>
                        <a:pt x="0" y="4966"/>
                      </a:lnTo>
                      <a:lnTo>
                        <a:pt x="1829" y="2686"/>
                      </a:lnTo>
                      <a:lnTo>
                        <a:pt x="2385" y="2315"/>
                      </a:lnTo>
                      <a:lnTo>
                        <a:pt x="4526" y="3091"/>
                      </a:lnTo>
                      <a:lnTo>
                        <a:pt x="6042" y="1945"/>
                      </a:lnTo>
                      <a:lnTo>
                        <a:pt x="5105" y="108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13" name="Freeform: Shape 312">
                  <a:extLst>
                    <a:ext uri="{FF2B5EF4-FFF2-40B4-BE49-F238E27FC236}">
                      <a16:creationId xmlns:a16="http://schemas.microsoft.com/office/drawing/2014/main" id="{844A92A9-0C1C-E048-0AE8-9271B5AA62AB}"/>
                    </a:ext>
                  </a:extLst>
                </p:cNvPr>
                <p:cNvSpPr/>
                <p:nvPr/>
              </p:nvSpPr>
              <p:spPr>
                <a:xfrm>
                  <a:off x="8119109" y="3442231"/>
                  <a:ext cx="23649" cy="21033"/>
                </a:xfrm>
                <a:custGeom>
                  <a:avLst/>
                  <a:gdLst>
                    <a:gd name="connsiteX0" fmla="*/ 13521 w 23649"/>
                    <a:gd name="connsiteY0" fmla="*/ 486 h 21033"/>
                    <a:gd name="connsiteX1" fmla="*/ 16658 w 23649"/>
                    <a:gd name="connsiteY1" fmla="*/ 0 h 21033"/>
                    <a:gd name="connsiteX2" fmla="*/ 23650 w 23649"/>
                    <a:gd name="connsiteY2" fmla="*/ 2338 h 21033"/>
                    <a:gd name="connsiteX3" fmla="*/ 23615 w 23649"/>
                    <a:gd name="connsiteY3" fmla="*/ 8346 h 21033"/>
                    <a:gd name="connsiteX4" fmla="*/ 19633 w 23649"/>
                    <a:gd name="connsiteY4" fmla="*/ 11101 h 21033"/>
                    <a:gd name="connsiteX5" fmla="*/ 14643 w 23649"/>
                    <a:gd name="connsiteY5" fmla="*/ 8856 h 21033"/>
                    <a:gd name="connsiteX6" fmla="*/ 13995 w 23649"/>
                    <a:gd name="connsiteY6" fmla="*/ 12375 h 21033"/>
                    <a:gd name="connsiteX7" fmla="*/ 16021 w 23649"/>
                    <a:gd name="connsiteY7" fmla="*/ 17179 h 21033"/>
                    <a:gd name="connsiteX8" fmla="*/ 16102 w 23649"/>
                    <a:gd name="connsiteY8" fmla="*/ 17676 h 21033"/>
                    <a:gd name="connsiteX9" fmla="*/ 11437 w 23649"/>
                    <a:gd name="connsiteY9" fmla="*/ 20929 h 21033"/>
                    <a:gd name="connsiteX10" fmla="*/ 11402 w 23649"/>
                    <a:gd name="connsiteY10" fmla="*/ 20941 h 21033"/>
                    <a:gd name="connsiteX11" fmla="*/ 7883 w 23649"/>
                    <a:gd name="connsiteY11" fmla="*/ 21034 h 21033"/>
                    <a:gd name="connsiteX12" fmla="*/ 7524 w 23649"/>
                    <a:gd name="connsiteY12" fmla="*/ 20918 h 21033"/>
                    <a:gd name="connsiteX13" fmla="*/ 2072 w 23649"/>
                    <a:gd name="connsiteY13" fmla="*/ 15963 h 21033"/>
                    <a:gd name="connsiteX14" fmla="*/ 1725 w 23649"/>
                    <a:gd name="connsiteY14" fmla="*/ 15442 h 21033"/>
                    <a:gd name="connsiteX15" fmla="*/ 0 w 23649"/>
                    <a:gd name="connsiteY15" fmla="*/ 8670 h 21033"/>
                    <a:gd name="connsiteX16" fmla="*/ 9504 w 23649"/>
                    <a:gd name="connsiteY16" fmla="*/ 4283 h 21033"/>
                    <a:gd name="connsiteX17" fmla="*/ 13312 w 23649"/>
                    <a:gd name="connsiteY17" fmla="*/ 7559 h 21033"/>
                    <a:gd name="connsiteX18" fmla="*/ 11379 w 23649"/>
                    <a:gd name="connsiteY18" fmla="*/ 4017 h 21033"/>
                    <a:gd name="connsiteX19" fmla="*/ 13046 w 23649"/>
                    <a:gd name="connsiteY19" fmla="*/ 4411 h 21033"/>
                    <a:gd name="connsiteX20" fmla="*/ 13521 w 23649"/>
                    <a:gd name="connsiteY20" fmla="*/ 486 h 2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3649" h="21033">
                      <a:moveTo>
                        <a:pt x="13521" y="486"/>
                      </a:moveTo>
                      <a:lnTo>
                        <a:pt x="16658" y="0"/>
                      </a:lnTo>
                      <a:lnTo>
                        <a:pt x="23650" y="2338"/>
                      </a:lnTo>
                      <a:lnTo>
                        <a:pt x="23615" y="8346"/>
                      </a:lnTo>
                      <a:lnTo>
                        <a:pt x="19633" y="11101"/>
                      </a:lnTo>
                      <a:lnTo>
                        <a:pt x="14643" y="8856"/>
                      </a:lnTo>
                      <a:lnTo>
                        <a:pt x="13995" y="12375"/>
                      </a:lnTo>
                      <a:lnTo>
                        <a:pt x="16021" y="17179"/>
                      </a:lnTo>
                      <a:lnTo>
                        <a:pt x="16102" y="17676"/>
                      </a:lnTo>
                      <a:lnTo>
                        <a:pt x="11437" y="20929"/>
                      </a:lnTo>
                      <a:lnTo>
                        <a:pt x="11402" y="20941"/>
                      </a:lnTo>
                      <a:lnTo>
                        <a:pt x="7883" y="21034"/>
                      </a:lnTo>
                      <a:lnTo>
                        <a:pt x="7524" y="20918"/>
                      </a:lnTo>
                      <a:lnTo>
                        <a:pt x="2072" y="15963"/>
                      </a:lnTo>
                      <a:lnTo>
                        <a:pt x="1725" y="15442"/>
                      </a:lnTo>
                      <a:lnTo>
                        <a:pt x="0" y="8670"/>
                      </a:lnTo>
                      <a:lnTo>
                        <a:pt x="9504" y="4283"/>
                      </a:lnTo>
                      <a:lnTo>
                        <a:pt x="13312" y="7559"/>
                      </a:lnTo>
                      <a:lnTo>
                        <a:pt x="11379" y="4017"/>
                      </a:lnTo>
                      <a:lnTo>
                        <a:pt x="13046" y="4411"/>
                      </a:lnTo>
                      <a:lnTo>
                        <a:pt x="13521" y="48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14" name="Freeform: Shape 313">
                  <a:extLst>
                    <a:ext uri="{FF2B5EF4-FFF2-40B4-BE49-F238E27FC236}">
                      <a16:creationId xmlns:a16="http://schemas.microsoft.com/office/drawing/2014/main" id="{67C465CF-EFE8-5AEF-EBE9-DDE8ED15D356}"/>
                    </a:ext>
                  </a:extLst>
                </p:cNvPr>
                <p:cNvSpPr/>
                <p:nvPr/>
              </p:nvSpPr>
              <p:spPr>
                <a:xfrm>
                  <a:off x="9129360" y="2490520"/>
                  <a:ext cx="25536" cy="21021"/>
                </a:xfrm>
                <a:custGeom>
                  <a:avLst/>
                  <a:gdLst>
                    <a:gd name="connsiteX0" fmla="*/ 8195 w 25536"/>
                    <a:gd name="connsiteY0" fmla="*/ 3565 h 21021"/>
                    <a:gd name="connsiteX1" fmla="*/ 23939 w 25536"/>
                    <a:gd name="connsiteY1" fmla="*/ 0 h 21021"/>
                    <a:gd name="connsiteX2" fmla="*/ 25536 w 25536"/>
                    <a:gd name="connsiteY2" fmla="*/ 2026 h 21021"/>
                    <a:gd name="connsiteX3" fmla="*/ 24552 w 25536"/>
                    <a:gd name="connsiteY3" fmla="*/ 3427 h 21021"/>
                    <a:gd name="connsiteX4" fmla="*/ 20234 w 25536"/>
                    <a:gd name="connsiteY4" fmla="*/ 3403 h 21021"/>
                    <a:gd name="connsiteX5" fmla="*/ 14458 w 25536"/>
                    <a:gd name="connsiteY5" fmla="*/ 8288 h 21021"/>
                    <a:gd name="connsiteX6" fmla="*/ 12212 w 25536"/>
                    <a:gd name="connsiteY6" fmla="*/ 6251 h 21021"/>
                    <a:gd name="connsiteX7" fmla="*/ 10511 w 25536"/>
                    <a:gd name="connsiteY7" fmla="*/ 7166 h 21021"/>
                    <a:gd name="connsiteX8" fmla="*/ 11310 w 25536"/>
                    <a:gd name="connsiteY8" fmla="*/ 10488 h 21021"/>
                    <a:gd name="connsiteX9" fmla="*/ 13995 w 25536"/>
                    <a:gd name="connsiteY9" fmla="*/ 12062 h 21021"/>
                    <a:gd name="connsiteX10" fmla="*/ 21519 w 25536"/>
                    <a:gd name="connsiteY10" fmla="*/ 10499 h 21021"/>
                    <a:gd name="connsiteX11" fmla="*/ 21265 w 25536"/>
                    <a:gd name="connsiteY11" fmla="*/ 11217 h 21021"/>
                    <a:gd name="connsiteX12" fmla="*/ 19297 w 25536"/>
                    <a:gd name="connsiteY12" fmla="*/ 15581 h 21021"/>
                    <a:gd name="connsiteX13" fmla="*/ 20524 w 25536"/>
                    <a:gd name="connsiteY13" fmla="*/ 20744 h 21021"/>
                    <a:gd name="connsiteX14" fmla="*/ 14180 w 25536"/>
                    <a:gd name="connsiteY14" fmla="*/ 16970 h 21021"/>
                    <a:gd name="connsiteX15" fmla="*/ 13995 w 25536"/>
                    <a:gd name="connsiteY15" fmla="*/ 17318 h 21021"/>
                    <a:gd name="connsiteX16" fmla="*/ 13822 w 25536"/>
                    <a:gd name="connsiteY16" fmla="*/ 17225 h 21021"/>
                    <a:gd name="connsiteX17" fmla="*/ 13358 w 25536"/>
                    <a:gd name="connsiteY17" fmla="*/ 18452 h 21021"/>
                    <a:gd name="connsiteX18" fmla="*/ 12259 w 25536"/>
                    <a:gd name="connsiteY18" fmla="*/ 20431 h 21021"/>
                    <a:gd name="connsiteX19" fmla="*/ 9029 w 25536"/>
                    <a:gd name="connsiteY19" fmla="*/ 19204 h 21021"/>
                    <a:gd name="connsiteX20" fmla="*/ 5880 w 25536"/>
                    <a:gd name="connsiteY20" fmla="*/ 21022 h 21021"/>
                    <a:gd name="connsiteX21" fmla="*/ 2593 w 25536"/>
                    <a:gd name="connsiteY21" fmla="*/ 18880 h 21021"/>
                    <a:gd name="connsiteX22" fmla="*/ 0 w 25536"/>
                    <a:gd name="connsiteY22" fmla="*/ 12178 h 21021"/>
                    <a:gd name="connsiteX23" fmla="*/ 1586 w 25536"/>
                    <a:gd name="connsiteY23" fmla="*/ 9052 h 21021"/>
                    <a:gd name="connsiteX24" fmla="*/ 5580 w 25536"/>
                    <a:gd name="connsiteY24" fmla="*/ 7559 h 21021"/>
                    <a:gd name="connsiteX25" fmla="*/ 8195 w 25536"/>
                    <a:gd name="connsiteY25" fmla="*/ 3565 h 21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25536" h="21021">
                      <a:moveTo>
                        <a:pt x="8195" y="3565"/>
                      </a:moveTo>
                      <a:lnTo>
                        <a:pt x="23939" y="0"/>
                      </a:lnTo>
                      <a:lnTo>
                        <a:pt x="25536" y="2026"/>
                      </a:lnTo>
                      <a:lnTo>
                        <a:pt x="24552" y="3427"/>
                      </a:lnTo>
                      <a:lnTo>
                        <a:pt x="20234" y="3403"/>
                      </a:lnTo>
                      <a:lnTo>
                        <a:pt x="14458" y="8288"/>
                      </a:lnTo>
                      <a:lnTo>
                        <a:pt x="12212" y="6251"/>
                      </a:lnTo>
                      <a:lnTo>
                        <a:pt x="10511" y="7166"/>
                      </a:lnTo>
                      <a:lnTo>
                        <a:pt x="11310" y="10488"/>
                      </a:lnTo>
                      <a:lnTo>
                        <a:pt x="13995" y="12062"/>
                      </a:lnTo>
                      <a:lnTo>
                        <a:pt x="21519" y="10499"/>
                      </a:lnTo>
                      <a:lnTo>
                        <a:pt x="21265" y="11217"/>
                      </a:lnTo>
                      <a:lnTo>
                        <a:pt x="19297" y="15581"/>
                      </a:lnTo>
                      <a:lnTo>
                        <a:pt x="20524" y="20744"/>
                      </a:lnTo>
                      <a:lnTo>
                        <a:pt x="14180" y="16970"/>
                      </a:lnTo>
                      <a:lnTo>
                        <a:pt x="13995" y="17318"/>
                      </a:lnTo>
                      <a:lnTo>
                        <a:pt x="13822" y="17225"/>
                      </a:lnTo>
                      <a:lnTo>
                        <a:pt x="13358" y="18452"/>
                      </a:lnTo>
                      <a:lnTo>
                        <a:pt x="12259" y="20431"/>
                      </a:lnTo>
                      <a:lnTo>
                        <a:pt x="9029" y="19204"/>
                      </a:lnTo>
                      <a:lnTo>
                        <a:pt x="5880" y="21022"/>
                      </a:lnTo>
                      <a:lnTo>
                        <a:pt x="2593" y="18880"/>
                      </a:lnTo>
                      <a:lnTo>
                        <a:pt x="0" y="12178"/>
                      </a:lnTo>
                      <a:lnTo>
                        <a:pt x="1586" y="9052"/>
                      </a:lnTo>
                      <a:lnTo>
                        <a:pt x="5580" y="7559"/>
                      </a:lnTo>
                      <a:lnTo>
                        <a:pt x="8195" y="356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15" name="Freeform: Shape 314">
                  <a:extLst>
                    <a:ext uri="{FF2B5EF4-FFF2-40B4-BE49-F238E27FC236}">
                      <a16:creationId xmlns:a16="http://schemas.microsoft.com/office/drawing/2014/main" id="{CE1796DD-0A3C-4B87-18EB-996A7417C46D}"/>
                    </a:ext>
                  </a:extLst>
                </p:cNvPr>
                <p:cNvSpPr/>
                <p:nvPr/>
              </p:nvSpPr>
              <p:spPr>
                <a:xfrm>
                  <a:off x="8027313" y="3917548"/>
                  <a:ext cx="21554" cy="25200"/>
                </a:xfrm>
                <a:custGeom>
                  <a:avLst/>
                  <a:gdLst>
                    <a:gd name="connsiteX0" fmla="*/ 11900 w 21554"/>
                    <a:gd name="connsiteY0" fmla="*/ 20999 h 25200"/>
                    <a:gd name="connsiteX1" fmla="*/ 6876 w 21554"/>
                    <a:gd name="connsiteY1" fmla="*/ 25201 h 25200"/>
                    <a:gd name="connsiteX2" fmla="*/ 4028 w 21554"/>
                    <a:gd name="connsiteY2" fmla="*/ 24263 h 25200"/>
                    <a:gd name="connsiteX3" fmla="*/ 822 w 21554"/>
                    <a:gd name="connsiteY3" fmla="*/ 23117 h 25200"/>
                    <a:gd name="connsiteX4" fmla="*/ 0 w 21554"/>
                    <a:gd name="connsiteY4" fmla="*/ 20107 h 25200"/>
                    <a:gd name="connsiteX5" fmla="*/ 590 w 21554"/>
                    <a:gd name="connsiteY5" fmla="*/ 19725 h 25200"/>
                    <a:gd name="connsiteX6" fmla="*/ 2292 w 21554"/>
                    <a:gd name="connsiteY6" fmla="*/ 19529 h 25200"/>
                    <a:gd name="connsiteX7" fmla="*/ 4885 w 21554"/>
                    <a:gd name="connsiteY7" fmla="*/ 16970 h 25200"/>
                    <a:gd name="connsiteX8" fmla="*/ 5996 w 21554"/>
                    <a:gd name="connsiteY8" fmla="*/ 16252 h 25200"/>
                    <a:gd name="connsiteX9" fmla="*/ 5950 w 21554"/>
                    <a:gd name="connsiteY9" fmla="*/ 15917 h 25200"/>
                    <a:gd name="connsiteX10" fmla="*/ 7466 w 21554"/>
                    <a:gd name="connsiteY10" fmla="*/ 14412 h 25200"/>
                    <a:gd name="connsiteX11" fmla="*/ 6899 w 21554"/>
                    <a:gd name="connsiteY11" fmla="*/ 13358 h 25200"/>
                    <a:gd name="connsiteX12" fmla="*/ 7258 w 21554"/>
                    <a:gd name="connsiteY12" fmla="*/ 12988 h 25200"/>
                    <a:gd name="connsiteX13" fmla="*/ 6482 w 21554"/>
                    <a:gd name="connsiteY13" fmla="*/ 12583 h 25200"/>
                    <a:gd name="connsiteX14" fmla="*/ 5024 w 21554"/>
                    <a:gd name="connsiteY14" fmla="*/ 9863 h 25200"/>
                    <a:gd name="connsiteX15" fmla="*/ 5290 w 21554"/>
                    <a:gd name="connsiteY15" fmla="*/ 9666 h 25200"/>
                    <a:gd name="connsiteX16" fmla="*/ 4839 w 21554"/>
                    <a:gd name="connsiteY16" fmla="*/ 9515 h 25200"/>
                    <a:gd name="connsiteX17" fmla="*/ 4792 w 21554"/>
                    <a:gd name="connsiteY17" fmla="*/ 9434 h 25200"/>
                    <a:gd name="connsiteX18" fmla="*/ 6355 w 21554"/>
                    <a:gd name="connsiteY18" fmla="*/ 6390 h 25200"/>
                    <a:gd name="connsiteX19" fmla="*/ 6529 w 21554"/>
                    <a:gd name="connsiteY19" fmla="*/ 6274 h 25200"/>
                    <a:gd name="connsiteX20" fmla="*/ 10106 w 21554"/>
                    <a:gd name="connsiteY20" fmla="*/ 4873 h 25200"/>
                    <a:gd name="connsiteX21" fmla="*/ 11958 w 21554"/>
                    <a:gd name="connsiteY21" fmla="*/ 2697 h 25200"/>
                    <a:gd name="connsiteX22" fmla="*/ 12849 w 21554"/>
                    <a:gd name="connsiteY22" fmla="*/ 2119 h 25200"/>
                    <a:gd name="connsiteX23" fmla="*/ 13798 w 21554"/>
                    <a:gd name="connsiteY23" fmla="*/ 1829 h 25200"/>
                    <a:gd name="connsiteX24" fmla="*/ 18475 w 21554"/>
                    <a:gd name="connsiteY24" fmla="*/ 1343 h 25200"/>
                    <a:gd name="connsiteX25" fmla="*/ 19957 w 21554"/>
                    <a:gd name="connsiteY25" fmla="*/ 0 h 25200"/>
                    <a:gd name="connsiteX26" fmla="*/ 21554 w 21554"/>
                    <a:gd name="connsiteY26" fmla="*/ 1447 h 25200"/>
                    <a:gd name="connsiteX27" fmla="*/ 19957 w 21554"/>
                    <a:gd name="connsiteY27" fmla="*/ 8867 h 25200"/>
                    <a:gd name="connsiteX28" fmla="*/ 11900 w 21554"/>
                    <a:gd name="connsiteY28" fmla="*/ 20999 h 25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1554" h="25200">
                      <a:moveTo>
                        <a:pt x="11900" y="20999"/>
                      </a:moveTo>
                      <a:lnTo>
                        <a:pt x="6876" y="25201"/>
                      </a:lnTo>
                      <a:lnTo>
                        <a:pt x="4028" y="24263"/>
                      </a:lnTo>
                      <a:lnTo>
                        <a:pt x="822" y="23117"/>
                      </a:lnTo>
                      <a:lnTo>
                        <a:pt x="0" y="20107"/>
                      </a:lnTo>
                      <a:lnTo>
                        <a:pt x="590" y="19725"/>
                      </a:lnTo>
                      <a:lnTo>
                        <a:pt x="2292" y="19529"/>
                      </a:lnTo>
                      <a:lnTo>
                        <a:pt x="4885" y="16970"/>
                      </a:lnTo>
                      <a:lnTo>
                        <a:pt x="5996" y="16252"/>
                      </a:lnTo>
                      <a:lnTo>
                        <a:pt x="5950" y="15917"/>
                      </a:lnTo>
                      <a:lnTo>
                        <a:pt x="7466" y="14412"/>
                      </a:lnTo>
                      <a:lnTo>
                        <a:pt x="6899" y="13358"/>
                      </a:lnTo>
                      <a:lnTo>
                        <a:pt x="7258" y="12988"/>
                      </a:lnTo>
                      <a:lnTo>
                        <a:pt x="6482" y="12583"/>
                      </a:lnTo>
                      <a:lnTo>
                        <a:pt x="5024" y="9863"/>
                      </a:lnTo>
                      <a:lnTo>
                        <a:pt x="5290" y="9666"/>
                      </a:lnTo>
                      <a:lnTo>
                        <a:pt x="4839" y="9515"/>
                      </a:lnTo>
                      <a:lnTo>
                        <a:pt x="4792" y="9434"/>
                      </a:lnTo>
                      <a:lnTo>
                        <a:pt x="6355" y="6390"/>
                      </a:lnTo>
                      <a:lnTo>
                        <a:pt x="6529" y="6274"/>
                      </a:lnTo>
                      <a:lnTo>
                        <a:pt x="10106" y="4873"/>
                      </a:lnTo>
                      <a:lnTo>
                        <a:pt x="11958" y="2697"/>
                      </a:lnTo>
                      <a:lnTo>
                        <a:pt x="12849" y="2119"/>
                      </a:lnTo>
                      <a:lnTo>
                        <a:pt x="13798" y="1829"/>
                      </a:lnTo>
                      <a:lnTo>
                        <a:pt x="18475" y="1343"/>
                      </a:lnTo>
                      <a:lnTo>
                        <a:pt x="19957" y="0"/>
                      </a:lnTo>
                      <a:lnTo>
                        <a:pt x="21554" y="1447"/>
                      </a:lnTo>
                      <a:lnTo>
                        <a:pt x="19957" y="8867"/>
                      </a:lnTo>
                      <a:lnTo>
                        <a:pt x="11900" y="2099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16" name="Freeform: Shape 315">
                  <a:extLst>
                    <a:ext uri="{FF2B5EF4-FFF2-40B4-BE49-F238E27FC236}">
                      <a16:creationId xmlns:a16="http://schemas.microsoft.com/office/drawing/2014/main" id="{CE2FA217-73A3-B10D-174A-B9D1FDA58056}"/>
                    </a:ext>
                  </a:extLst>
                </p:cNvPr>
                <p:cNvSpPr/>
                <p:nvPr/>
              </p:nvSpPr>
              <p:spPr>
                <a:xfrm>
                  <a:off x="7688174" y="3539005"/>
                  <a:ext cx="27411" cy="23695"/>
                </a:xfrm>
                <a:custGeom>
                  <a:avLst/>
                  <a:gdLst>
                    <a:gd name="connsiteX0" fmla="*/ 3762 w 27411"/>
                    <a:gd name="connsiteY0" fmla="*/ 0 h 23695"/>
                    <a:gd name="connsiteX1" fmla="*/ 7744 w 27411"/>
                    <a:gd name="connsiteY1" fmla="*/ 2060 h 23695"/>
                    <a:gd name="connsiteX2" fmla="*/ 8717 w 27411"/>
                    <a:gd name="connsiteY2" fmla="*/ 2072 h 23695"/>
                    <a:gd name="connsiteX3" fmla="*/ 9619 w 27411"/>
                    <a:gd name="connsiteY3" fmla="*/ 2674 h 23695"/>
                    <a:gd name="connsiteX4" fmla="*/ 11946 w 27411"/>
                    <a:gd name="connsiteY4" fmla="*/ 2142 h 23695"/>
                    <a:gd name="connsiteX5" fmla="*/ 13729 w 27411"/>
                    <a:gd name="connsiteY5" fmla="*/ 2176 h 23695"/>
                    <a:gd name="connsiteX6" fmla="*/ 14192 w 27411"/>
                    <a:gd name="connsiteY6" fmla="*/ 3820 h 23695"/>
                    <a:gd name="connsiteX7" fmla="*/ 14215 w 27411"/>
                    <a:gd name="connsiteY7" fmla="*/ 4387 h 23695"/>
                    <a:gd name="connsiteX8" fmla="*/ 10117 w 27411"/>
                    <a:gd name="connsiteY8" fmla="*/ 5695 h 23695"/>
                    <a:gd name="connsiteX9" fmla="*/ 11124 w 27411"/>
                    <a:gd name="connsiteY9" fmla="*/ 5950 h 23695"/>
                    <a:gd name="connsiteX10" fmla="*/ 10974 w 27411"/>
                    <a:gd name="connsiteY10" fmla="*/ 6019 h 23695"/>
                    <a:gd name="connsiteX11" fmla="*/ 19552 w 27411"/>
                    <a:gd name="connsiteY11" fmla="*/ 8844 h 23695"/>
                    <a:gd name="connsiteX12" fmla="*/ 22469 w 27411"/>
                    <a:gd name="connsiteY12" fmla="*/ 8705 h 23695"/>
                    <a:gd name="connsiteX13" fmla="*/ 26092 w 27411"/>
                    <a:gd name="connsiteY13" fmla="*/ 9585 h 23695"/>
                    <a:gd name="connsiteX14" fmla="*/ 27412 w 27411"/>
                    <a:gd name="connsiteY14" fmla="*/ 12340 h 23695"/>
                    <a:gd name="connsiteX15" fmla="*/ 25791 w 27411"/>
                    <a:gd name="connsiteY15" fmla="*/ 12594 h 23695"/>
                    <a:gd name="connsiteX16" fmla="*/ 24842 w 27411"/>
                    <a:gd name="connsiteY16" fmla="*/ 11286 h 23695"/>
                    <a:gd name="connsiteX17" fmla="*/ 24668 w 27411"/>
                    <a:gd name="connsiteY17" fmla="*/ 10696 h 23695"/>
                    <a:gd name="connsiteX18" fmla="*/ 22110 w 27411"/>
                    <a:gd name="connsiteY18" fmla="*/ 12039 h 23695"/>
                    <a:gd name="connsiteX19" fmla="*/ 17919 w 27411"/>
                    <a:gd name="connsiteY19" fmla="*/ 9735 h 23695"/>
                    <a:gd name="connsiteX20" fmla="*/ 17780 w 27411"/>
                    <a:gd name="connsiteY20" fmla="*/ 9654 h 23695"/>
                    <a:gd name="connsiteX21" fmla="*/ 12166 w 27411"/>
                    <a:gd name="connsiteY21" fmla="*/ 13220 h 23695"/>
                    <a:gd name="connsiteX22" fmla="*/ 11911 w 27411"/>
                    <a:gd name="connsiteY22" fmla="*/ 16380 h 23695"/>
                    <a:gd name="connsiteX23" fmla="*/ 21844 w 27411"/>
                    <a:gd name="connsiteY23" fmla="*/ 17178 h 23695"/>
                    <a:gd name="connsiteX24" fmla="*/ 21438 w 27411"/>
                    <a:gd name="connsiteY24" fmla="*/ 19864 h 23695"/>
                    <a:gd name="connsiteX25" fmla="*/ 16125 w 27411"/>
                    <a:gd name="connsiteY25" fmla="*/ 22735 h 23695"/>
                    <a:gd name="connsiteX26" fmla="*/ 12861 w 27411"/>
                    <a:gd name="connsiteY26" fmla="*/ 20756 h 23695"/>
                    <a:gd name="connsiteX27" fmla="*/ 11564 w 27411"/>
                    <a:gd name="connsiteY27" fmla="*/ 23696 h 23695"/>
                    <a:gd name="connsiteX28" fmla="*/ 8960 w 27411"/>
                    <a:gd name="connsiteY28" fmla="*/ 22191 h 23695"/>
                    <a:gd name="connsiteX29" fmla="*/ 6459 w 27411"/>
                    <a:gd name="connsiteY29" fmla="*/ 23256 h 23695"/>
                    <a:gd name="connsiteX30" fmla="*/ 5568 w 27411"/>
                    <a:gd name="connsiteY30" fmla="*/ 21369 h 23695"/>
                    <a:gd name="connsiteX31" fmla="*/ 6077 w 27411"/>
                    <a:gd name="connsiteY31" fmla="*/ 21300 h 23695"/>
                    <a:gd name="connsiteX32" fmla="*/ 5302 w 27411"/>
                    <a:gd name="connsiteY32" fmla="*/ 17584 h 23695"/>
                    <a:gd name="connsiteX33" fmla="*/ 3125 w 27411"/>
                    <a:gd name="connsiteY33" fmla="*/ 15477 h 23695"/>
                    <a:gd name="connsiteX34" fmla="*/ 3531 w 27411"/>
                    <a:gd name="connsiteY34" fmla="*/ 15523 h 23695"/>
                    <a:gd name="connsiteX35" fmla="*/ 8358 w 27411"/>
                    <a:gd name="connsiteY35" fmla="*/ 16553 h 23695"/>
                    <a:gd name="connsiteX36" fmla="*/ 9782 w 27411"/>
                    <a:gd name="connsiteY36" fmla="*/ 13023 h 23695"/>
                    <a:gd name="connsiteX37" fmla="*/ 8265 w 27411"/>
                    <a:gd name="connsiteY37" fmla="*/ 12027 h 23695"/>
                    <a:gd name="connsiteX38" fmla="*/ 8242 w 27411"/>
                    <a:gd name="connsiteY38" fmla="*/ 12016 h 23695"/>
                    <a:gd name="connsiteX39" fmla="*/ 6506 w 27411"/>
                    <a:gd name="connsiteY39" fmla="*/ 10881 h 23695"/>
                    <a:gd name="connsiteX40" fmla="*/ 4873 w 27411"/>
                    <a:gd name="connsiteY40" fmla="*/ 10870 h 23695"/>
                    <a:gd name="connsiteX41" fmla="*/ 1262 w 27411"/>
                    <a:gd name="connsiteY41" fmla="*/ 9619 h 23695"/>
                    <a:gd name="connsiteX42" fmla="*/ 0 w 27411"/>
                    <a:gd name="connsiteY42" fmla="*/ 8288 h 23695"/>
                    <a:gd name="connsiteX43" fmla="*/ 174 w 27411"/>
                    <a:gd name="connsiteY43" fmla="*/ 7837 h 23695"/>
                    <a:gd name="connsiteX44" fmla="*/ 255 w 27411"/>
                    <a:gd name="connsiteY44" fmla="*/ 7872 h 23695"/>
                    <a:gd name="connsiteX45" fmla="*/ 1308 w 27411"/>
                    <a:gd name="connsiteY45" fmla="*/ 5174 h 23695"/>
                    <a:gd name="connsiteX46" fmla="*/ 3195 w 27411"/>
                    <a:gd name="connsiteY46" fmla="*/ 4028 h 23695"/>
                    <a:gd name="connsiteX47" fmla="*/ 3704 w 27411"/>
                    <a:gd name="connsiteY47" fmla="*/ 3808 h 23695"/>
                    <a:gd name="connsiteX48" fmla="*/ 3646 w 27411"/>
                    <a:gd name="connsiteY48" fmla="*/ 3750 h 23695"/>
                    <a:gd name="connsiteX49" fmla="*/ 4225 w 27411"/>
                    <a:gd name="connsiteY49" fmla="*/ 3403 h 23695"/>
                    <a:gd name="connsiteX50" fmla="*/ 1621 w 27411"/>
                    <a:gd name="connsiteY50" fmla="*/ 220 h 23695"/>
                    <a:gd name="connsiteX51" fmla="*/ 1690 w 27411"/>
                    <a:gd name="connsiteY51" fmla="*/ 23 h 23695"/>
                    <a:gd name="connsiteX52" fmla="*/ 3762 w 27411"/>
                    <a:gd name="connsiteY52" fmla="*/ 0 h 23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27411" h="23695">
                      <a:moveTo>
                        <a:pt x="3762" y="0"/>
                      </a:moveTo>
                      <a:lnTo>
                        <a:pt x="7744" y="2060"/>
                      </a:lnTo>
                      <a:lnTo>
                        <a:pt x="8717" y="2072"/>
                      </a:lnTo>
                      <a:lnTo>
                        <a:pt x="9619" y="2674"/>
                      </a:lnTo>
                      <a:lnTo>
                        <a:pt x="11946" y="2142"/>
                      </a:lnTo>
                      <a:lnTo>
                        <a:pt x="13729" y="2176"/>
                      </a:lnTo>
                      <a:lnTo>
                        <a:pt x="14192" y="3820"/>
                      </a:lnTo>
                      <a:lnTo>
                        <a:pt x="14215" y="4387"/>
                      </a:lnTo>
                      <a:lnTo>
                        <a:pt x="10117" y="5695"/>
                      </a:lnTo>
                      <a:lnTo>
                        <a:pt x="11124" y="5950"/>
                      </a:lnTo>
                      <a:lnTo>
                        <a:pt x="10974" y="6019"/>
                      </a:lnTo>
                      <a:lnTo>
                        <a:pt x="19552" y="8844"/>
                      </a:lnTo>
                      <a:lnTo>
                        <a:pt x="22469" y="8705"/>
                      </a:lnTo>
                      <a:lnTo>
                        <a:pt x="26092" y="9585"/>
                      </a:lnTo>
                      <a:lnTo>
                        <a:pt x="27412" y="12340"/>
                      </a:lnTo>
                      <a:lnTo>
                        <a:pt x="25791" y="12594"/>
                      </a:lnTo>
                      <a:lnTo>
                        <a:pt x="24842" y="11286"/>
                      </a:lnTo>
                      <a:lnTo>
                        <a:pt x="24668" y="10696"/>
                      </a:lnTo>
                      <a:lnTo>
                        <a:pt x="22110" y="12039"/>
                      </a:lnTo>
                      <a:lnTo>
                        <a:pt x="17919" y="9735"/>
                      </a:lnTo>
                      <a:lnTo>
                        <a:pt x="17780" y="9654"/>
                      </a:lnTo>
                      <a:lnTo>
                        <a:pt x="12166" y="13220"/>
                      </a:lnTo>
                      <a:lnTo>
                        <a:pt x="11911" y="16380"/>
                      </a:lnTo>
                      <a:lnTo>
                        <a:pt x="21844" y="17178"/>
                      </a:lnTo>
                      <a:lnTo>
                        <a:pt x="21438" y="19864"/>
                      </a:lnTo>
                      <a:lnTo>
                        <a:pt x="16125" y="22735"/>
                      </a:lnTo>
                      <a:lnTo>
                        <a:pt x="12861" y="20756"/>
                      </a:lnTo>
                      <a:lnTo>
                        <a:pt x="11564" y="23696"/>
                      </a:lnTo>
                      <a:lnTo>
                        <a:pt x="8960" y="22191"/>
                      </a:lnTo>
                      <a:lnTo>
                        <a:pt x="6459" y="23256"/>
                      </a:lnTo>
                      <a:lnTo>
                        <a:pt x="5568" y="21369"/>
                      </a:lnTo>
                      <a:lnTo>
                        <a:pt x="6077" y="21300"/>
                      </a:lnTo>
                      <a:lnTo>
                        <a:pt x="5302" y="17584"/>
                      </a:lnTo>
                      <a:lnTo>
                        <a:pt x="3125" y="15477"/>
                      </a:lnTo>
                      <a:lnTo>
                        <a:pt x="3531" y="15523"/>
                      </a:lnTo>
                      <a:lnTo>
                        <a:pt x="8358" y="16553"/>
                      </a:lnTo>
                      <a:lnTo>
                        <a:pt x="9782" y="13023"/>
                      </a:lnTo>
                      <a:lnTo>
                        <a:pt x="8265" y="12027"/>
                      </a:lnTo>
                      <a:lnTo>
                        <a:pt x="8242" y="12016"/>
                      </a:lnTo>
                      <a:lnTo>
                        <a:pt x="6506" y="10881"/>
                      </a:lnTo>
                      <a:lnTo>
                        <a:pt x="4873" y="10870"/>
                      </a:lnTo>
                      <a:lnTo>
                        <a:pt x="1262" y="9619"/>
                      </a:lnTo>
                      <a:lnTo>
                        <a:pt x="0" y="8288"/>
                      </a:lnTo>
                      <a:lnTo>
                        <a:pt x="174" y="7837"/>
                      </a:lnTo>
                      <a:lnTo>
                        <a:pt x="255" y="7872"/>
                      </a:lnTo>
                      <a:lnTo>
                        <a:pt x="1308" y="5174"/>
                      </a:lnTo>
                      <a:lnTo>
                        <a:pt x="3195" y="4028"/>
                      </a:lnTo>
                      <a:lnTo>
                        <a:pt x="3704" y="3808"/>
                      </a:lnTo>
                      <a:lnTo>
                        <a:pt x="3646" y="3750"/>
                      </a:lnTo>
                      <a:lnTo>
                        <a:pt x="4225" y="3403"/>
                      </a:lnTo>
                      <a:lnTo>
                        <a:pt x="1621" y="220"/>
                      </a:lnTo>
                      <a:lnTo>
                        <a:pt x="1690" y="23"/>
                      </a:lnTo>
                      <a:lnTo>
                        <a:pt x="3762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17" name="Freeform: Shape 316">
                  <a:extLst>
                    <a:ext uri="{FF2B5EF4-FFF2-40B4-BE49-F238E27FC236}">
                      <a16:creationId xmlns:a16="http://schemas.microsoft.com/office/drawing/2014/main" id="{EA36EB2B-185C-879C-DD18-71F5B616C50D}"/>
                    </a:ext>
                  </a:extLst>
                </p:cNvPr>
                <p:cNvSpPr/>
                <p:nvPr/>
              </p:nvSpPr>
              <p:spPr>
                <a:xfrm>
                  <a:off x="8214136" y="3201696"/>
                  <a:ext cx="15812" cy="40006"/>
                </a:xfrm>
                <a:custGeom>
                  <a:avLst/>
                  <a:gdLst>
                    <a:gd name="connsiteX0" fmla="*/ 10187 w 15812"/>
                    <a:gd name="connsiteY0" fmla="*/ 1354 h 40006"/>
                    <a:gd name="connsiteX1" fmla="*/ 11263 w 15812"/>
                    <a:gd name="connsiteY1" fmla="*/ 0 h 40006"/>
                    <a:gd name="connsiteX2" fmla="*/ 12595 w 15812"/>
                    <a:gd name="connsiteY2" fmla="*/ 1702 h 40006"/>
                    <a:gd name="connsiteX3" fmla="*/ 13810 w 15812"/>
                    <a:gd name="connsiteY3" fmla="*/ 324 h 40006"/>
                    <a:gd name="connsiteX4" fmla="*/ 14713 w 15812"/>
                    <a:gd name="connsiteY4" fmla="*/ 1366 h 40006"/>
                    <a:gd name="connsiteX5" fmla="*/ 14806 w 15812"/>
                    <a:gd name="connsiteY5" fmla="*/ 5661 h 40006"/>
                    <a:gd name="connsiteX6" fmla="*/ 14701 w 15812"/>
                    <a:gd name="connsiteY6" fmla="*/ 8566 h 40006"/>
                    <a:gd name="connsiteX7" fmla="*/ 15813 w 15812"/>
                    <a:gd name="connsiteY7" fmla="*/ 8774 h 40006"/>
                    <a:gd name="connsiteX8" fmla="*/ 15720 w 15812"/>
                    <a:gd name="connsiteY8" fmla="*/ 9041 h 40006"/>
                    <a:gd name="connsiteX9" fmla="*/ 15257 w 15812"/>
                    <a:gd name="connsiteY9" fmla="*/ 10384 h 40006"/>
                    <a:gd name="connsiteX10" fmla="*/ 14181 w 15812"/>
                    <a:gd name="connsiteY10" fmla="*/ 12097 h 40006"/>
                    <a:gd name="connsiteX11" fmla="*/ 14042 w 15812"/>
                    <a:gd name="connsiteY11" fmla="*/ 13903 h 40006"/>
                    <a:gd name="connsiteX12" fmla="*/ 12305 w 15812"/>
                    <a:gd name="connsiteY12" fmla="*/ 18892 h 40006"/>
                    <a:gd name="connsiteX13" fmla="*/ 11391 w 15812"/>
                    <a:gd name="connsiteY13" fmla="*/ 19390 h 40006"/>
                    <a:gd name="connsiteX14" fmla="*/ 11506 w 15812"/>
                    <a:gd name="connsiteY14" fmla="*/ 21218 h 40006"/>
                    <a:gd name="connsiteX15" fmla="*/ 8300 w 15812"/>
                    <a:gd name="connsiteY15" fmla="*/ 30444 h 40006"/>
                    <a:gd name="connsiteX16" fmla="*/ 8323 w 15812"/>
                    <a:gd name="connsiteY16" fmla="*/ 30468 h 40006"/>
                    <a:gd name="connsiteX17" fmla="*/ 8277 w 15812"/>
                    <a:gd name="connsiteY17" fmla="*/ 30549 h 40006"/>
                    <a:gd name="connsiteX18" fmla="*/ 9064 w 15812"/>
                    <a:gd name="connsiteY18" fmla="*/ 31926 h 40006"/>
                    <a:gd name="connsiteX19" fmla="*/ 9654 w 15812"/>
                    <a:gd name="connsiteY19" fmla="*/ 33072 h 40006"/>
                    <a:gd name="connsiteX20" fmla="*/ 7999 w 15812"/>
                    <a:gd name="connsiteY20" fmla="*/ 34820 h 40006"/>
                    <a:gd name="connsiteX21" fmla="*/ 8752 w 15812"/>
                    <a:gd name="connsiteY21" fmla="*/ 37135 h 40006"/>
                    <a:gd name="connsiteX22" fmla="*/ 7131 w 15812"/>
                    <a:gd name="connsiteY22" fmla="*/ 39011 h 40006"/>
                    <a:gd name="connsiteX23" fmla="*/ 6147 w 15812"/>
                    <a:gd name="connsiteY23" fmla="*/ 40006 h 40006"/>
                    <a:gd name="connsiteX24" fmla="*/ 1308 w 15812"/>
                    <a:gd name="connsiteY24" fmla="*/ 36059 h 40006"/>
                    <a:gd name="connsiteX25" fmla="*/ 1262 w 15812"/>
                    <a:gd name="connsiteY25" fmla="*/ 36001 h 40006"/>
                    <a:gd name="connsiteX26" fmla="*/ 4260 w 15812"/>
                    <a:gd name="connsiteY26" fmla="*/ 36012 h 40006"/>
                    <a:gd name="connsiteX27" fmla="*/ 4526 w 15812"/>
                    <a:gd name="connsiteY27" fmla="*/ 36036 h 40006"/>
                    <a:gd name="connsiteX28" fmla="*/ 4480 w 15812"/>
                    <a:gd name="connsiteY28" fmla="*/ 36012 h 40006"/>
                    <a:gd name="connsiteX29" fmla="*/ 4619 w 15812"/>
                    <a:gd name="connsiteY29" fmla="*/ 36012 h 40006"/>
                    <a:gd name="connsiteX30" fmla="*/ 486 w 15812"/>
                    <a:gd name="connsiteY30" fmla="*/ 32030 h 40006"/>
                    <a:gd name="connsiteX31" fmla="*/ 1412 w 15812"/>
                    <a:gd name="connsiteY31" fmla="*/ 29437 h 40006"/>
                    <a:gd name="connsiteX32" fmla="*/ 4248 w 15812"/>
                    <a:gd name="connsiteY32" fmla="*/ 28187 h 40006"/>
                    <a:gd name="connsiteX33" fmla="*/ 4850 w 15812"/>
                    <a:gd name="connsiteY33" fmla="*/ 29067 h 40006"/>
                    <a:gd name="connsiteX34" fmla="*/ 6448 w 15812"/>
                    <a:gd name="connsiteY34" fmla="*/ 24772 h 40006"/>
                    <a:gd name="connsiteX35" fmla="*/ 3461 w 15812"/>
                    <a:gd name="connsiteY35" fmla="*/ 25201 h 40006"/>
                    <a:gd name="connsiteX36" fmla="*/ 2026 w 15812"/>
                    <a:gd name="connsiteY36" fmla="*/ 27261 h 40006"/>
                    <a:gd name="connsiteX37" fmla="*/ 579 w 15812"/>
                    <a:gd name="connsiteY37" fmla="*/ 24240 h 40006"/>
                    <a:gd name="connsiteX38" fmla="*/ 752 w 15812"/>
                    <a:gd name="connsiteY38" fmla="*/ 23545 h 40006"/>
                    <a:gd name="connsiteX39" fmla="*/ 35 w 15812"/>
                    <a:gd name="connsiteY39" fmla="*/ 23117 h 40006"/>
                    <a:gd name="connsiteX40" fmla="*/ 0 w 15812"/>
                    <a:gd name="connsiteY40" fmla="*/ 23036 h 40006"/>
                    <a:gd name="connsiteX41" fmla="*/ 683 w 15812"/>
                    <a:gd name="connsiteY41" fmla="*/ 21462 h 40006"/>
                    <a:gd name="connsiteX42" fmla="*/ 3044 w 15812"/>
                    <a:gd name="connsiteY42" fmla="*/ 23626 h 40006"/>
                    <a:gd name="connsiteX43" fmla="*/ 3693 w 15812"/>
                    <a:gd name="connsiteY43" fmla="*/ 22793 h 40006"/>
                    <a:gd name="connsiteX44" fmla="*/ 4792 w 15812"/>
                    <a:gd name="connsiteY44" fmla="*/ 22203 h 40006"/>
                    <a:gd name="connsiteX45" fmla="*/ 6112 w 15812"/>
                    <a:gd name="connsiteY45" fmla="*/ 22677 h 40006"/>
                    <a:gd name="connsiteX46" fmla="*/ 8057 w 15812"/>
                    <a:gd name="connsiteY46" fmla="*/ 19413 h 40006"/>
                    <a:gd name="connsiteX47" fmla="*/ 6378 w 15812"/>
                    <a:gd name="connsiteY47" fmla="*/ 18394 h 40006"/>
                    <a:gd name="connsiteX48" fmla="*/ 5290 w 15812"/>
                    <a:gd name="connsiteY48" fmla="*/ 11900 h 40006"/>
                    <a:gd name="connsiteX49" fmla="*/ 6309 w 15812"/>
                    <a:gd name="connsiteY49" fmla="*/ 11252 h 40006"/>
                    <a:gd name="connsiteX50" fmla="*/ 5082 w 15812"/>
                    <a:gd name="connsiteY50" fmla="*/ 9041 h 40006"/>
                    <a:gd name="connsiteX51" fmla="*/ 4700 w 15812"/>
                    <a:gd name="connsiteY51" fmla="*/ 8369 h 40006"/>
                    <a:gd name="connsiteX52" fmla="*/ 4596 w 15812"/>
                    <a:gd name="connsiteY52" fmla="*/ 7710 h 40006"/>
                    <a:gd name="connsiteX53" fmla="*/ 5244 w 15812"/>
                    <a:gd name="connsiteY53" fmla="*/ 6911 h 40006"/>
                    <a:gd name="connsiteX54" fmla="*/ 6158 w 15812"/>
                    <a:gd name="connsiteY54" fmla="*/ 7084 h 40006"/>
                    <a:gd name="connsiteX55" fmla="*/ 6425 w 15812"/>
                    <a:gd name="connsiteY55" fmla="*/ 7432 h 40006"/>
                    <a:gd name="connsiteX56" fmla="*/ 7073 w 15812"/>
                    <a:gd name="connsiteY56" fmla="*/ 4272 h 40006"/>
                    <a:gd name="connsiteX57" fmla="*/ 7605 w 15812"/>
                    <a:gd name="connsiteY57" fmla="*/ 4850 h 40006"/>
                    <a:gd name="connsiteX58" fmla="*/ 8624 w 15812"/>
                    <a:gd name="connsiteY58" fmla="*/ 6297 h 40006"/>
                    <a:gd name="connsiteX59" fmla="*/ 7524 w 15812"/>
                    <a:gd name="connsiteY59" fmla="*/ 8022 h 40006"/>
                    <a:gd name="connsiteX60" fmla="*/ 9214 w 15812"/>
                    <a:gd name="connsiteY60" fmla="*/ 6830 h 40006"/>
                    <a:gd name="connsiteX61" fmla="*/ 8219 w 15812"/>
                    <a:gd name="connsiteY61" fmla="*/ 3206 h 40006"/>
                    <a:gd name="connsiteX62" fmla="*/ 9296 w 15812"/>
                    <a:gd name="connsiteY62" fmla="*/ 4156 h 40006"/>
                    <a:gd name="connsiteX63" fmla="*/ 11229 w 15812"/>
                    <a:gd name="connsiteY63" fmla="*/ 6807 h 40006"/>
                    <a:gd name="connsiteX64" fmla="*/ 11831 w 15812"/>
                    <a:gd name="connsiteY64" fmla="*/ 6401 h 40006"/>
                    <a:gd name="connsiteX65" fmla="*/ 12027 w 15812"/>
                    <a:gd name="connsiteY65" fmla="*/ 6564 h 40006"/>
                    <a:gd name="connsiteX66" fmla="*/ 12120 w 15812"/>
                    <a:gd name="connsiteY66" fmla="*/ 6205 h 40006"/>
                    <a:gd name="connsiteX67" fmla="*/ 12294 w 15812"/>
                    <a:gd name="connsiteY67" fmla="*/ 6089 h 40006"/>
                    <a:gd name="connsiteX68" fmla="*/ 12525 w 15812"/>
                    <a:gd name="connsiteY68" fmla="*/ 4688 h 40006"/>
                    <a:gd name="connsiteX69" fmla="*/ 12977 w 15812"/>
                    <a:gd name="connsiteY69" fmla="*/ 3033 h 40006"/>
                    <a:gd name="connsiteX70" fmla="*/ 10187 w 15812"/>
                    <a:gd name="connsiteY70" fmla="*/ 1354 h 40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15812" h="40006">
                      <a:moveTo>
                        <a:pt x="10187" y="1354"/>
                      </a:moveTo>
                      <a:lnTo>
                        <a:pt x="11263" y="0"/>
                      </a:lnTo>
                      <a:lnTo>
                        <a:pt x="12595" y="1702"/>
                      </a:lnTo>
                      <a:lnTo>
                        <a:pt x="13810" y="324"/>
                      </a:lnTo>
                      <a:lnTo>
                        <a:pt x="14713" y="1366"/>
                      </a:lnTo>
                      <a:lnTo>
                        <a:pt x="14806" y="5661"/>
                      </a:lnTo>
                      <a:lnTo>
                        <a:pt x="14701" y="8566"/>
                      </a:lnTo>
                      <a:lnTo>
                        <a:pt x="15813" y="8774"/>
                      </a:lnTo>
                      <a:lnTo>
                        <a:pt x="15720" y="9041"/>
                      </a:lnTo>
                      <a:lnTo>
                        <a:pt x="15257" y="10384"/>
                      </a:lnTo>
                      <a:lnTo>
                        <a:pt x="14181" y="12097"/>
                      </a:lnTo>
                      <a:lnTo>
                        <a:pt x="14042" y="13903"/>
                      </a:lnTo>
                      <a:lnTo>
                        <a:pt x="12305" y="18892"/>
                      </a:lnTo>
                      <a:lnTo>
                        <a:pt x="11391" y="19390"/>
                      </a:lnTo>
                      <a:lnTo>
                        <a:pt x="11506" y="21218"/>
                      </a:lnTo>
                      <a:lnTo>
                        <a:pt x="8300" y="30444"/>
                      </a:lnTo>
                      <a:lnTo>
                        <a:pt x="8323" y="30468"/>
                      </a:lnTo>
                      <a:lnTo>
                        <a:pt x="8277" y="30549"/>
                      </a:lnTo>
                      <a:lnTo>
                        <a:pt x="9064" y="31926"/>
                      </a:lnTo>
                      <a:lnTo>
                        <a:pt x="9654" y="33072"/>
                      </a:lnTo>
                      <a:lnTo>
                        <a:pt x="7999" y="34820"/>
                      </a:lnTo>
                      <a:lnTo>
                        <a:pt x="8752" y="37135"/>
                      </a:lnTo>
                      <a:lnTo>
                        <a:pt x="7131" y="39011"/>
                      </a:lnTo>
                      <a:lnTo>
                        <a:pt x="6147" y="40006"/>
                      </a:lnTo>
                      <a:lnTo>
                        <a:pt x="1308" y="36059"/>
                      </a:lnTo>
                      <a:lnTo>
                        <a:pt x="1262" y="36001"/>
                      </a:lnTo>
                      <a:lnTo>
                        <a:pt x="4260" y="36012"/>
                      </a:lnTo>
                      <a:lnTo>
                        <a:pt x="4526" y="36036"/>
                      </a:lnTo>
                      <a:lnTo>
                        <a:pt x="4480" y="36012"/>
                      </a:lnTo>
                      <a:lnTo>
                        <a:pt x="4619" y="36012"/>
                      </a:lnTo>
                      <a:lnTo>
                        <a:pt x="486" y="32030"/>
                      </a:lnTo>
                      <a:lnTo>
                        <a:pt x="1412" y="29437"/>
                      </a:lnTo>
                      <a:lnTo>
                        <a:pt x="4248" y="28187"/>
                      </a:lnTo>
                      <a:lnTo>
                        <a:pt x="4850" y="29067"/>
                      </a:lnTo>
                      <a:lnTo>
                        <a:pt x="6448" y="24772"/>
                      </a:lnTo>
                      <a:lnTo>
                        <a:pt x="3461" y="25201"/>
                      </a:lnTo>
                      <a:lnTo>
                        <a:pt x="2026" y="27261"/>
                      </a:lnTo>
                      <a:lnTo>
                        <a:pt x="579" y="24240"/>
                      </a:lnTo>
                      <a:lnTo>
                        <a:pt x="752" y="23545"/>
                      </a:lnTo>
                      <a:lnTo>
                        <a:pt x="35" y="23117"/>
                      </a:lnTo>
                      <a:lnTo>
                        <a:pt x="0" y="23036"/>
                      </a:lnTo>
                      <a:lnTo>
                        <a:pt x="683" y="21462"/>
                      </a:lnTo>
                      <a:lnTo>
                        <a:pt x="3044" y="23626"/>
                      </a:lnTo>
                      <a:lnTo>
                        <a:pt x="3693" y="22793"/>
                      </a:lnTo>
                      <a:lnTo>
                        <a:pt x="4792" y="22203"/>
                      </a:lnTo>
                      <a:lnTo>
                        <a:pt x="6112" y="22677"/>
                      </a:lnTo>
                      <a:lnTo>
                        <a:pt x="8057" y="19413"/>
                      </a:lnTo>
                      <a:lnTo>
                        <a:pt x="6378" y="18394"/>
                      </a:lnTo>
                      <a:lnTo>
                        <a:pt x="5290" y="11900"/>
                      </a:lnTo>
                      <a:lnTo>
                        <a:pt x="6309" y="11252"/>
                      </a:lnTo>
                      <a:lnTo>
                        <a:pt x="5082" y="9041"/>
                      </a:lnTo>
                      <a:lnTo>
                        <a:pt x="4700" y="8369"/>
                      </a:lnTo>
                      <a:lnTo>
                        <a:pt x="4596" y="7710"/>
                      </a:lnTo>
                      <a:lnTo>
                        <a:pt x="5244" y="6911"/>
                      </a:lnTo>
                      <a:lnTo>
                        <a:pt x="6158" y="7084"/>
                      </a:lnTo>
                      <a:lnTo>
                        <a:pt x="6425" y="7432"/>
                      </a:lnTo>
                      <a:lnTo>
                        <a:pt x="7073" y="4272"/>
                      </a:lnTo>
                      <a:lnTo>
                        <a:pt x="7605" y="4850"/>
                      </a:lnTo>
                      <a:lnTo>
                        <a:pt x="8624" y="6297"/>
                      </a:lnTo>
                      <a:lnTo>
                        <a:pt x="7524" y="8022"/>
                      </a:lnTo>
                      <a:lnTo>
                        <a:pt x="9214" y="6830"/>
                      </a:lnTo>
                      <a:lnTo>
                        <a:pt x="8219" y="3206"/>
                      </a:lnTo>
                      <a:lnTo>
                        <a:pt x="9296" y="4156"/>
                      </a:lnTo>
                      <a:lnTo>
                        <a:pt x="11229" y="6807"/>
                      </a:lnTo>
                      <a:lnTo>
                        <a:pt x="11831" y="6401"/>
                      </a:lnTo>
                      <a:lnTo>
                        <a:pt x="12027" y="6564"/>
                      </a:lnTo>
                      <a:lnTo>
                        <a:pt x="12120" y="6205"/>
                      </a:lnTo>
                      <a:lnTo>
                        <a:pt x="12294" y="6089"/>
                      </a:lnTo>
                      <a:lnTo>
                        <a:pt x="12525" y="4688"/>
                      </a:lnTo>
                      <a:lnTo>
                        <a:pt x="12977" y="3033"/>
                      </a:lnTo>
                      <a:lnTo>
                        <a:pt x="10187" y="135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18" name="Freeform: Shape 317">
                  <a:extLst>
                    <a:ext uri="{FF2B5EF4-FFF2-40B4-BE49-F238E27FC236}">
                      <a16:creationId xmlns:a16="http://schemas.microsoft.com/office/drawing/2014/main" id="{67CBE0E7-F265-79A9-1273-34367C733BB6}"/>
                    </a:ext>
                  </a:extLst>
                </p:cNvPr>
                <p:cNvSpPr/>
                <p:nvPr/>
              </p:nvSpPr>
              <p:spPr>
                <a:xfrm>
                  <a:off x="9205714" y="2175702"/>
                  <a:ext cx="13057" cy="36707"/>
                </a:xfrm>
                <a:custGeom>
                  <a:avLst/>
                  <a:gdLst>
                    <a:gd name="connsiteX0" fmla="*/ 9064 w 13057"/>
                    <a:gd name="connsiteY0" fmla="*/ 28199 h 36707"/>
                    <a:gd name="connsiteX1" fmla="*/ 10117 w 13057"/>
                    <a:gd name="connsiteY1" fmla="*/ 29785 h 36707"/>
                    <a:gd name="connsiteX2" fmla="*/ 10268 w 13057"/>
                    <a:gd name="connsiteY2" fmla="*/ 30271 h 36707"/>
                    <a:gd name="connsiteX3" fmla="*/ 7941 w 13057"/>
                    <a:gd name="connsiteY3" fmla="*/ 35341 h 36707"/>
                    <a:gd name="connsiteX4" fmla="*/ 7825 w 13057"/>
                    <a:gd name="connsiteY4" fmla="*/ 35584 h 36707"/>
                    <a:gd name="connsiteX5" fmla="*/ 4272 w 13057"/>
                    <a:gd name="connsiteY5" fmla="*/ 32436 h 36707"/>
                    <a:gd name="connsiteX6" fmla="*/ 4075 w 13057"/>
                    <a:gd name="connsiteY6" fmla="*/ 32748 h 36707"/>
                    <a:gd name="connsiteX7" fmla="*/ 4040 w 13057"/>
                    <a:gd name="connsiteY7" fmla="*/ 32713 h 36707"/>
                    <a:gd name="connsiteX8" fmla="*/ 3380 w 13057"/>
                    <a:gd name="connsiteY8" fmla="*/ 33848 h 36707"/>
                    <a:gd name="connsiteX9" fmla="*/ 1597 w 13057"/>
                    <a:gd name="connsiteY9" fmla="*/ 36707 h 36707"/>
                    <a:gd name="connsiteX10" fmla="*/ 0 w 13057"/>
                    <a:gd name="connsiteY10" fmla="*/ 21404 h 36707"/>
                    <a:gd name="connsiteX11" fmla="*/ 4248 w 13057"/>
                    <a:gd name="connsiteY11" fmla="*/ 14099 h 36707"/>
                    <a:gd name="connsiteX12" fmla="*/ 6425 w 13057"/>
                    <a:gd name="connsiteY12" fmla="*/ 1725 h 36707"/>
                    <a:gd name="connsiteX13" fmla="*/ 10048 w 13057"/>
                    <a:gd name="connsiteY13" fmla="*/ 0 h 36707"/>
                    <a:gd name="connsiteX14" fmla="*/ 10256 w 13057"/>
                    <a:gd name="connsiteY14" fmla="*/ 382 h 36707"/>
                    <a:gd name="connsiteX15" fmla="*/ 13058 w 13057"/>
                    <a:gd name="connsiteY15" fmla="*/ 6946 h 36707"/>
                    <a:gd name="connsiteX16" fmla="*/ 12814 w 13057"/>
                    <a:gd name="connsiteY16" fmla="*/ 9122 h 36707"/>
                    <a:gd name="connsiteX17" fmla="*/ 8890 w 13057"/>
                    <a:gd name="connsiteY17" fmla="*/ 12259 h 36707"/>
                    <a:gd name="connsiteX18" fmla="*/ 6749 w 13057"/>
                    <a:gd name="connsiteY18" fmla="*/ 18776 h 36707"/>
                    <a:gd name="connsiteX19" fmla="*/ 9400 w 13057"/>
                    <a:gd name="connsiteY19" fmla="*/ 27423 h 36707"/>
                    <a:gd name="connsiteX20" fmla="*/ 9064 w 13057"/>
                    <a:gd name="connsiteY20" fmla="*/ 28199 h 367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3057" h="36707">
                      <a:moveTo>
                        <a:pt x="9064" y="28199"/>
                      </a:moveTo>
                      <a:lnTo>
                        <a:pt x="10117" y="29785"/>
                      </a:lnTo>
                      <a:lnTo>
                        <a:pt x="10268" y="30271"/>
                      </a:lnTo>
                      <a:lnTo>
                        <a:pt x="7941" y="35341"/>
                      </a:lnTo>
                      <a:lnTo>
                        <a:pt x="7825" y="35584"/>
                      </a:lnTo>
                      <a:lnTo>
                        <a:pt x="4272" y="32436"/>
                      </a:lnTo>
                      <a:lnTo>
                        <a:pt x="4075" y="32748"/>
                      </a:lnTo>
                      <a:lnTo>
                        <a:pt x="4040" y="32713"/>
                      </a:lnTo>
                      <a:lnTo>
                        <a:pt x="3380" y="33848"/>
                      </a:lnTo>
                      <a:lnTo>
                        <a:pt x="1597" y="36707"/>
                      </a:lnTo>
                      <a:lnTo>
                        <a:pt x="0" y="21404"/>
                      </a:lnTo>
                      <a:lnTo>
                        <a:pt x="4248" y="14099"/>
                      </a:lnTo>
                      <a:lnTo>
                        <a:pt x="6425" y="1725"/>
                      </a:lnTo>
                      <a:lnTo>
                        <a:pt x="10048" y="0"/>
                      </a:lnTo>
                      <a:lnTo>
                        <a:pt x="10256" y="382"/>
                      </a:lnTo>
                      <a:lnTo>
                        <a:pt x="13058" y="6946"/>
                      </a:lnTo>
                      <a:lnTo>
                        <a:pt x="12814" y="9122"/>
                      </a:lnTo>
                      <a:lnTo>
                        <a:pt x="8890" y="12259"/>
                      </a:lnTo>
                      <a:lnTo>
                        <a:pt x="6749" y="18776"/>
                      </a:lnTo>
                      <a:lnTo>
                        <a:pt x="9400" y="27423"/>
                      </a:lnTo>
                      <a:lnTo>
                        <a:pt x="9064" y="2819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19" name="Freeform: Shape 318">
                  <a:extLst>
                    <a:ext uri="{FF2B5EF4-FFF2-40B4-BE49-F238E27FC236}">
                      <a16:creationId xmlns:a16="http://schemas.microsoft.com/office/drawing/2014/main" id="{409F44B3-0832-5821-2CBD-6C1D3884DF99}"/>
                    </a:ext>
                  </a:extLst>
                </p:cNvPr>
                <p:cNvSpPr/>
                <p:nvPr/>
              </p:nvSpPr>
              <p:spPr>
                <a:xfrm>
                  <a:off x="9555861" y="1611876"/>
                  <a:ext cx="22098" cy="18463"/>
                </a:xfrm>
                <a:custGeom>
                  <a:avLst/>
                  <a:gdLst>
                    <a:gd name="connsiteX0" fmla="*/ 1910 w 22098"/>
                    <a:gd name="connsiteY0" fmla="*/ 463 h 18463"/>
                    <a:gd name="connsiteX1" fmla="*/ 5244 w 22098"/>
                    <a:gd name="connsiteY1" fmla="*/ 1551 h 18463"/>
                    <a:gd name="connsiteX2" fmla="*/ 5811 w 22098"/>
                    <a:gd name="connsiteY2" fmla="*/ 0 h 18463"/>
                    <a:gd name="connsiteX3" fmla="*/ 8404 w 22098"/>
                    <a:gd name="connsiteY3" fmla="*/ 3531 h 18463"/>
                    <a:gd name="connsiteX4" fmla="*/ 8485 w 22098"/>
                    <a:gd name="connsiteY4" fmla="*/ 3461 h 18463"/>
                    <a:gd name="connsiteX5" fmla="*/ 8508 w 22098"/>
                    <a:gd name="connsiteY5" fmla="*/ 3484 h 18463"/>
                    <a:gd name="connsiteX6" fmla="*/ 11344 w 22098"/>
                    <a:gd name="connsiteY6" fmla="*/ 1088 h 18463"/>
                    <a:gd name="connsiteX7" fmla="*/ 12351 w 22098"/>
                    <a:gd name="connsiteY7" fmla="*/ 5962 h 18463"/>
                    <a:gd name="connsiteX8" fmla="*/ 13903 w 22098"/>
                    <a:gd name="connsiteY8" fmla="*/ 2199 h 18463"/>
                    <a:gd name="connsiteX9" fmla="*/ 14979 w 22098"/>
                    <a:gd name="connsiteY9" fmla="*/ 8763 h 18463"/>
                    <a:gd name="connsiteX10" fmla="*/ 15199 w 22098"/>
                    <a:gd name="connsiteY10" fmla="*/ 8589 h 18463"/>
                    <a:gd name="connsiteX11" fmla="*/ 15222 w 22098"/>
                    <a:gd name="connsiteY11" fmla="*/ 8693 h 18463"/>
                    <a:gd name="connsiteX12" fmla="*/ 16484 w 22098"/>
                    <a:gd name="connsiteY12" fmla="*/ 7559 h 18463"/>
                    <a:gd name="connsiteX13" fmla="*/ 18232 w 22098"/>
                    <a:gd name="connsiteY13" fmla="*/ 6158 h 18463"/>
                    <a:gd name="connsiteX14" fmla="*/ 17827 w 22098"/>
                    <a:gd name="connsiteY14" fmla="*/ 4422 h 18463"/>
                    <a:gd name="connsiteX15" fmla="*/ 15940 w 22098"/>
                    <a:gd name="connsiteY15" fmla="*/ 5464 h 18463"/>
                    <a:gd name="connsiteX16" fmla="*/ 16449 w 22098"/>
                    <a:gd name="connsiteY16" fmla="*/ 2442 h 18463"/>
                    <a:gd name="connsiteX17" fmla="*/ 17260 w 22098"/>
                    <a:gd name="connsiteY17" fmla="*/ 3542 h 18463"/>
                    <a:gd name="connsiteX18" fmla="*/ 17329 w 22098"/>
                    <a:gd name="connsiteY18" fmla="*/ 3681 h 18463"/>
                    <a:gd name="connsiteX19" fmla="*/ 18012 w 22098"/>
                    <a:gd name="connsiteY19" fmla="*/ 2130 h 18463"/>
                    <a:gd name="connsiteX20" fmla="*/ 18371 w 22098"/>
                    <a:gd name="connsiteY20" fmla="*/ 2304 h 18463"/>
                    <a:gd name="connsiteX21" fmla="*/ 18649 w 22098"/>
                    <a:gd name="connsiteY21" fmla="*/ 3126 h 18463"/>
                    <a:gd name="connsiteX22" fmla="*/ 19297 w 22098"/>
                    <a:gd name="connsiteY22" fmla="*/ 2767 h 18463"/>
                    <a:gd name="connsiteX23" fmla="*/ 19899 w 22098"/>
                    <a:gd name="connsiteY23" fmla="*/ 3079 h 18463"/>
                    <a:gd name="connsiteX24" fmla="*/ 20084 w 22098"/>
                    <a:gd name="connsiteY24" fmla="*/ 2338 h 18463"/>
                    <a:gd name="connsiteX25" fmla="*/ 20327 w 22098"/>
                    <a:gd name="connsiteY25" fmla="*/ 2199 h 18463"/>
                    <a:gd name="connsiteX26" fmla="*/ 21693 w 22098"/>
                    <a:gd name="connsiteY26" fmla="*/ 7050 h 18463"/>
                    <a:gd name="connsiteX27" fmla="*/ 21612 w 22098"/>
                    <a:gd name="connsiteY27" fmla="*/ 7397 h 18463"/>
                    <a:gd name="connsiteX28" fmla="*/ 18209 w 22098"/>
                    <a:gd name="connsiteY28" fmla="*/ 10314 h 18463"/>
                    <a:gd name="connsiteX29" fmla="*/ 19911 w 22098"/>
                    <a:gd name="connsiteY29" fmla="*/ 11946 h 18463"/>
                    <a:gd name="connsiteX30" fmla="*/ 22098 w 22098"/>
                    <a:gd name="connsiteY30" fmla="*/ 10800 h 18463"/>
                    <a:gd name="connsiteX31" fmla="*/ 21485 w 22098"/>
                    <a:gd name="connsiteY31" fmla="*/ 14389 h 18463"/>
                    <a:gd name="connsiteX32" fmla="*/ 21218 w 22098"/>
                    <a:gd name="connsiteY32" fmla="*/ 14667 h 18463"/>
                    <a:gd name="connsiteX33" fmla="*/ 17028 w 22098"/>
                    <a:gd name="connsiteY33" fmla="*/ 13903 h 18463"/>
                    <a:gd name="connsiteX34" fmla="*/ 13983 w 22098"/>
                    <a:gd name="connsiteY34" fmla="*/ 18464 h 18463"/>
                    <a:gd name="connsiteX35" fmla="*/ 10059 w 22098"/>
                    <a:gd name="connsiteY35" fmla="*/ 18267 h 18463"/>
                    <a:gd name="connsiteX36" fmla="*/ 11240 w 22098"/>
                    <a:gd name="connsiteY36" fmla="*/ 17619 h 18463"/>
                    <a:gd name="connsiteX37" fmla="*/ 8439 w 22098"/>
                    <a:gd name="connsiteY37" fmla="*/ 16438 h 18463"/>
                    <a:gd name="connsiteX38" fmla="*/ 11761 w 22098"/>
                    <a:gd name="connsiteY38" fmla="*/ 13312 h 18463"/>
                    <a:gd name="connsiteX39" fmla="*/ 12189 w 22098"/>
                    <a:gd name="connsiteY39" fmla="*/ 12896 h 18463"/>
                    <a:gd name="connsiteX40" fmla="*/ 11576 w 22098"/>
                    <a:gd name="connsiteY40" fmla="*/ 12259 h 18463"/>
                    <a:gd name="connsiteX41" fmla="*/ 10210 w 22098"/>
                    <a:gd name="connsiteY41" fmla="*/ 10407 h 18463"/>
                    <a:gd name="connsiteX42" fmla="*/ 10013 w 22098"/>
                    <a:gd name="connsiteY42" fmla="*/ 10650 h 18463"/>
                    <a:gd name="connsiteX43" fmla="*/ 9504 w 22098"/>
                    <a:gd name="connsiteY43" fmla="*/ 10117 h 18463"/>
                    <a:gd name="connsiteX44" fmla="*/ 9782 w 22098"/>
                    <a:gd name="connsiteY44" fmla="*/ 10939 h 18463"/>
                    <a:gd name="connsiteX45" fmla="*/ 6448 w 22098"/>
                    <a:gd name="connsiteY45" fmla="*/ 15072 h 18463"/>
                    <a:gd name="connsiteX46" fmla="*/ 5788 w 22098"/>
                    <a:gd name="connsiteY46" fmla="*/ 15627 h 18463"/>
                    <a:gd name="connsiteX47" fmla="*/ 3820 w 22098"/>
                    <a:gd name="connsiteY47" fmla="*/ 12537 h 18463"/>
                    <a:gd name="connsiteX48" fmla="*/ 5371 w 22098"/>
                    <a:gd name="connsiteY48" fmla="*/ 11738 h 18463"/>
                    <a:gd name="connsiteX49" fmla="*/ 1829 w 22098"/>
                    <a:gd name="connsiteY49" fmla="*/ 9180 h 18463"/>
                    <a:gd name="connsiteX50" fmla="*/ 1690 w 22098"/>
                    <a:gd name="connsiteY50" fmla="*/ 9087 h 18463"/>
                    <a:gd name="connsiteX51" fmla="*/ 1053 w 22098"/>
                    <a:gd name="connsiteY51" fmla="*/ 7802 h 18463"/>
                    <a:gd name="connsiteX52" fmla="*/ 1540 w 22098"/>
                    <a:gd name="connsiteY52" fmla="*/ 7466 h 18463"/>
                    <a:gd name="connsiteX53" fmla="*/ 0 w 22098"/>
                    <a:gd name="connsiteY53" fmla="*/ 5614 h 18463"/>
                    <a:gd name="connsiteX54" fmla="*/ 833 w 22098"/>
                    <a:gd name="connsiteY54" fmla="*/ 3646 h 18463"/>
                    <a:gd name="connsiteX55" fmla="*/ 3056 w 22098"/>
                    <a:gd name="connsiteY55" fmla="*/ 3727 h 18463"/>
                    <a:gd name="connsiteX56" fmla="*/ 1910 w 22098"/>
                    <a:gd name="connsiteY56" fmla="*/ 463 h 184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22098" h="18463">
                      <a:moveTo>
                        <a:pt x="1910" y="463"/>
                      </a:moveTo>
                      <a:lnTo>
                        <a:pt x="5244" y="1551"/>
                      </a:lnTo>
                      <a:lnTo>
                        <a:pt x="5811" y="0"/>
                      </a:lnTo>
                      <a:lnTo>
                        <a:pt x="8404" y="3531"/>
                      </a:lnTo>
                      <a:lnTo>
                        <a:pt x="8485" y="3461"/>
                      </a:lnTo>
                      <a:lnTo>
                        <a:pt x="8508" y="3484"/>
                      </a:lnTo>
                      <a:lnTo>
                        <a:pt x="11344" y="1088"/>
                      </a:lnTo>
                      <a:lnTo>
                        <a:pt x="12351" y="5962"/>
                      </a:lnTo>
                      <a:lnTo>
                        <a:pt x="13903" y="2199"/>
                      </a:lnTo>
                      <a:lnTo>
                        <a:pt x="14979" y="8763"/>
                      </a:lnTo>
                      <a:lnTo>
                        <a:pt x="15199" y="8589"/>
                      </a:lnTo>
                      <a:lnTo>
                        <a:pt x="15222" y="8693"/>
                      </a:lnTo>
                      <a:lnTo>
                        <a:pt x="16484" y="7559"/>
                      </a:lnTo>
                      <a:lnTo>
                        <a:pt x="18232" y="6158"/>
                      </a:lnTo>
                      <a:lnTo>
                        <a:pt x="17827" y="4422"/>
                      </a:lnTo>
                      <a:lnTo>
                        <a:pt x="15940" y="5464"/>
                      </a:lnTo>
                      <a:lnTo>
                        <a:pt x="16449" y="2442"/>
                      </a:lnTo>
                      <a:lnTo>
                        <a:pt x="17260" y="3542"/>
                      </a:lnTo>
                      <a:lnTo>
                        <a:pt x="17329" y="3681"/>
                      </a:lnTo>
                      <a:lnTo>
                        <a:pt x="18012" y="2130"/>
                      </a:lnTo>
                      <a:lnTo>
                        <a:pt x="18371" y="2304"/>
                      </a:lnTo>
                      <a:lnTo>
                        <a:pt x="18649" y="3126"/>
                      </a:lnTo>
                      <a:lnTo>
                        <a:pt x="19297" y="2767"/>
                      </a:lnTo>
                      <a:lnTo>
                        <a:pt x="19899" y="3079"/>
                      </a:lnTo>
                      <a:lnTo>
                        <a:pt x="20084" y="2338"/>
                      </a:lnTo>
                      <a:lnTo>
                        <a:pt x="20327" y="2199"/>
                      </a:lnTo>
                      <a:lnTo>
                        <a:pt x="21693" y="7050"/>
                      </a:lnTo>
                      <a:lnTo>
                        <a:pt x="21612" y="7397"/>
                      </a:lnTo>
                      <a:lnTo>
                        <a:pt x="18209" y="10314"/>
                      </a:lnTo>
                      <a:lnTo>
                        <a:pt x="19911" y="11946"/>
                      </a:lnTo>
                      <a:lnTo>
                        <a:pt x="22098" y="10800"/>
                      </a:lnTo>
                      <a:lnTo>
                        <a:pt x="21485" y="14389"/>
                      </a:lnTo>
                      <a:lnTo>
                        <a:pt x="21218" y="14667"/>
                      </a:lnTo>
                      <a:lnTo>
                        <a:pt x="17028" y="13903"/>
                      </a:lnTo>
                      <a:lnTo>
                        <a:pt x="13983" y="18464"/>
                      </a:lnTo>
                      <a:lnTo>
                        <a:pt x="10059" y="18267"/>
                      </a:lnTo>
                      <a:lnTo>
                        <a:pt x="11240" y="17619"/>
                      </a:lnTo>
                      <a:lnTo>
                        <a:pt x="8439" y="16438"/>
                      </a:lnTo>
                      <a:lnTo>
                        <a:pt x="11761" y="13312"/>
                      </a:lnTo>
                      <a:lnTo>
                        <a:pt x="12189" y="12896"/>
                      </a:lnTo>
                      <a:lnTo>
                        <a:pt x="11576" y="12259"/>
                      </a:lnTo>
                      <a:lnTo>
                        <a:pt x="10210" y="10407"/>
                      </a:lnTo>
                      <a:lnTo>
                        <a:pt x="10013" y="10650"/>
                      </a:lnTo>
                      <a:lnTo>
                        <a:pt x="9504" y="10117"/>
                      </a:lnTo>
                      <a:lnTo>
                        <a:pt x="9782" y="10939"/>
                      </a:lnTo>
                      <a:lnTo>
                        <a:pt x="6448" y="15072"/>
                      </a:lnTo>
                      <a:lnTo>
                        <a:pt x="5788" y="15627"/>
                      </a:lnTo>
                      <a:lnTo>
                        <a:pt x="3820" y="12537"/>
                      </a:lnTo>
                      <a:lnTo>
                        <a:pt x="5371" y="11738"/>
                      </a:lnTo>
                      <a:lnTo>
                        <a:pt x="1829" y="9180"/>
                      </a:lnTo>
                      <a:lnTo>
                        <a:pt x="1690" y="9087"/>
                      </a:lnTo>
                      <a:lnTo>
                        <a:pt x="1053" y="7802"/>
                      </a:lnTo>
                      <a:lnTo>
                        <a:pt x="1540" y="7466"/>
                      </a:lnTo>
                      <a:lnTo>
                        <a:pt x="0" y="5614"/>
                      </a:lnTo>
                      <a:lnTo>
                        <a:pt x="833" y="3646"/>
                      </a:lnTo>
                      <a:lnTo>
                        <a:pt x="3056" y="3727"/>
                      </a:lnTo>
                      <a:lnTo>
                        <a:pt x="1910" y="46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20" name="Freeform: Shape 319">
                  <a:extLst>
                    <a:ext uri="{FF2B5EF4-FFF2-40B4-BE49-F238E27FC236}">
                      <a16:creationId xmlns:a16="http://schemas.microsoft.com/office/drawing/2014/main" id="{E8CF7E39-4B49-1FE8-B942-507B3C50EF0D}"/>
                    </a:ext>
                  </a:extLst>
                </p:cNvPr>
                <p:cNvSpPr/>
                <p:nvPr/>
              </p:nvSpPr>
              <p:spPr>
                <a:xfrm>
                  <a:off x="9581826" y="2078396"/>
                  <a:ext cx="18151" cy="24784"/>
                </a:xfrm>
                <a:custGeom>
                  <a:avLst/>
                  <a:gdLst>
                    <a:gd name="connsiteX0" fmla="*/ 5360 w 18151"/>
                    <a:gd name="connsiteY0" fmla="*/ 891 h 24784"/>
                    <a:gd name="connsiteX1" fmla="*/ 11889 w 18151"/>
                    <a:gd name="connsiteY1" fmla="*/ 1922 h 24784"/>
                    <a:gd name="connsiteX2" fmla="*/ 14829 w 18151"/>
                    <a:gd name="connsiteY2" fmla="*/ 0 h 24784"/>
                    <a:gd name="connsiteX3" fmla="*/ 16380 w 18151"/>
                    <a:gd name="connsiteY3" fmla="*/ 2246 h 24784"/>
                    <a:gd name="connsiteX4" fmla="*/ 13451 w 18151"/>
                    <a:gd name="connsiteY4" fmla="*/ 7663 h 24784"/>
                    <a:gd name="connsiteX5" fmla="*/ 13602 w 18151"/>
                    <a:gd name="connsiteY5" fmla="*/ 7652 h 24784"/>
                    <a:gd name="connsiteX6" fmla="*/ 13579 w 18151"/>
                    <a:gd name="connsiteY6" fmla="*/ 7710 h 24784"/>
                    <a:gd name="connsiteX7" fmla="*/ 15824 w 18151"/>
                    <a:gd name="connsiteY7" fmla="*/ 7513 h 24784"/>
                    <a:gd name="connsiteX8" fmla="*/ 15801 w 18151"/>
                    <a:gd name="connsiteY8" fmla="*/ 9469 h 24784"/>
                    <a:gd name="connsiteX9" fmla="*/ 18151 w 18151"/>
                    <a:gd name="connsiteY9" fmla="*/ 8184 h 24784"/>
                    <a:gd name="connsiteX10" fmla="*/ 17179 w 18151"/>
                    <a:gd name="connsiteY10" fmla="*/ 12433 h 24784"/>
                    <a:gd name="connsiteX11" fmla="*/ 15766 w 18151"/>
                    <a:gd name="connsiteY11" fmla="*/ 9689 h 24784"/>
                    <a:gd name="connsiteX12" fmla="*/ 15720 w 18151"/>
                    <a:gd name="connsiteY12" fmla="*/ 9724 h 24784"/>
                    <a:gd name="connsiteX13" fmla="*/ 15697 w 18151"/>
                    <a:gd name="connsiteY13" fmla="*/ 9689 h 24784"/>
                    <a:gd name="connsiteX14" fmla="*/ 14678 w 18151"/>
                    <a:gd name="connsiteY14" fmla="*/ 10488 h 24784"/>
                    <a:gd name="connsiteX15" fmla="*/ 12571 w 18151"/>
                    <a:gd name="connsiteY15" fmla="*/ 12039 h 24784"/>
                    <a:gd name="connsiteX16" fmla="*/ 12641 w 18151"/>
                    <a:gd name="connsiteY16" fmla="*/ 12097 h 24784"/>
                    <a:gd name="connsiteX17" fmla="*/ 15026 w 18151"/>
                    <a:gd name="connsiteY17" fmla="*/ 14030 h 24784"/>
                    <a:gd name="connsiteX18" fmla="*/ 13208 w 18151"/>
                    <a:gd name="connsiteY18" fmla="*/ 16090 h 24784"/>
                    <a:gd name="connsiteX19" fmla="*/ 13278 w 18151"/>
                    <a:gd name="connsiteY19" fmla="*/ 16172 h 24784"/>
                    <a:gd name="connsiteX20" fmla="*/ 13185 w 18151"/>
                    <a:gd name="connsiteY20" fmla="*/ 16287 h 24784"/>
                    <a:gd name="connsiteX21" fmla="*/ 14736 w 18151"/>
                    <a:gd name="connsiteY21" fmla="*/ 17827 h 24784"/>
                    <a:gd name="connsiteX22" fmla="*/ 9689 w 18151"/>
                    <a:gd name="connsiteY22" fmla="*/ 15743 h 24784"/>
                    <a:gd name="connsiteX23" fmla="*/ 8867 w 18151"/>
                    <a:gd name="connsiteY23" fmla="*/ 18753 h 24784"/>
                    <a:gd name="connsiteX24" fmla="*/ 9168 w 18151"/>
                    <a:gd name="connsiteY24" fmla="*/ 19031 h 24784"/>
                    <a:gd name="connsiteX25" fmla="*/ 8937 w 18151"/>
                    <a:gd name="connsiteY25" fmla="*/ 20570 h 24784"/>
                    <a:gd name="connsiteX26" fmla="*/ 7987 w 18151"/>
                    <a:gd name="connsiteY26" fmla="*/ 21230 h 24784"/>
                    <a:gd name="connsiteX27" fmla="*/ 8705 w 18151"/>
                    <a:gd name="connsiteY27" fmla="*/ 22017 h 24784"/>
                    <a:gd name="connsiteX28" fmla="*/ 8531 w 18151"/>
                    <a:gd name="connsiteY28" fmla="*/ 23117 h 24784"/>
                    <a:gd name="connsiteX29" fmla="*/ 6159 w 18151"/>
                    <a:gd name="connsiteY29" fmla="*/ 24784 h 24784"/>
                    <a:gd name="connsiteX30" fmla="*/ 4411 w 18151"/>
                    <a:gd name="connsiteY30" fmla="*/ 22804 h 24784"/>
                    <a:gd name="connsiteX31" fmla="*/ 4214 w 18151"/>
                    <a:gd name="connsiteY31" fmla="*/ 22897 h 24784"/>
                    <a:gd name="connsiteX32" fmla="*/ 4029 w 18151"/>
                    <a:gd name="connsiteY32" fmla="*/ 22724 h 24784"/>
                    <a:gd name="connsiteX33" fmla="*/ 3716 w 18151"/>
                    <a:gd name="connsiteY33" fmla="*/ 23117 h 24784"/>
                    <a:gd name="connsiteX34" fmla="*/ 2072 w 18151"/>
                    <a:gd name="connsiteY34" fmla="*/ 23846 h 24784"/>
                    <a:gd name="connsiteX35" fmla="*/ 1597 w 18151"/>
                    <a:gd name="connsiteY35" fmla="*/ 22585 h 24784"/>
                    <a:gd name="connsiteX36" fmla="*/ 2049 w 18151"/>
                    <a:gd name="connsiteY36" fmla="*/ 21404 h 24784"/>
                    <a:gd name="connsiteX37" fmla="*/ 1216 w 18151"/>
                    <a:gd name="connsiteY37" fmla="*/ 21566 h 24784"/>
                    <a:gd name="connsiteX38" fmla="*/ 23 w 18151"/>
                    <a:gd name="connsiteY38" fmla="*/ 18383 h 24784"/>
                    <a:gd name="connsiteX39" fmla="*/ 0 w 18151"/>
                    <a:gd name="connsiteY39" fmla="*/ 18278 h 24784"/>
                    <a:gd name="connsiteX40" fmla="*/ 2420 w 18151"/>
                    <a:gd name="connsiteY40" fmla="*/ 19239 h 24784"/>
                    <a:gd name="connsiteX41" fmla="*/ 2639 w 18151"/>
                    <a:gd name="connsiteY41" fmla="*/ 17040 h 24784"/>
                    <a:gd name="connsiteX42" fmla="*/ 2940 w 18151"/>
                    <a:gd name="connsiteY42" fmla="*/ 16947 h 24784"/>
                    <a:gd name="connsiteX43" fmla="*/ 4283 w 18151"/>
                    <a:gd name="connsiteY43" fmla="*/ 16588 h 24784"/>
                    <a:gd name="connsiteX44" fmla="*/ 2940 w 18151"/>
                    <a:gd name="connsiteY44" fmla="*/ 14169 h 24784"/>
                    <a:gd name="connsiteX45" fmla="*/ 2350 w 18151"/>
                    <a:gd name="connsiteY45" fmla="*/ 13104 h 24784"/>
                    <a:gd name="connsiteX46" fmla="*/ 2940 w 18151"/>
                    <a:gd name="connsiteY46" fmla="*/ 12456 h 24784"/>
                    <a:gd name="connsiteX47" fmla="*/ 4804 w 18151"/>
                    <a:gd name="connsiteY47" fmla="*/ 10395 h 24784"/>
                    <a:gd name="connsiteX48" fmla="*/ 3114 w 18151"/>
                    <a:gd name="connsiteY48" fmla="*/ 7571 h 24784"/>
                    <a:gd name="connsiteX49" fmla="*/ 4515 w 18151"/>
                    <a:gd name="connsiteY49" fmla="*/ 8300 h 24784"/>
                    <a:gd name="connsiteX50" fmla="*/ 4631 w 18151"/>
                    <a:gd name="connsiteY50" fmla="*/ 5256 h 24784"/>
                    <a:gd name="connsiteX51" fmla="*/ 6193 w 18151"/>
                    <a:gd name="connsiteY51" fmla="*/ 6494 h 24784"/>
                    <a:gd name="connsiteX52" fmla="*/ 5360 w 18151"/>
                    <a:gd name="connsiteY52" fmla="*/ 891 h 24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18151" h="24784">
                      <a:moveTo>
                        <a:pt x="5360" y="891"/>
                      </a:moveTo>
                      <a:lnTo>
                        <a:pt x="11889" y="1922"/>
                      </a:lnTo>
                      <a:lnTo>
                        <a:pt x="14829" y="0"/>
                      </a:lnTo>
                      <a:lnTo>
                        <a:pt x="16380" y="2246"/>
                      </a:lnTo>
                      <a:lnTo>
                        <a:pt x="13451" y="7663"/>
                      </a:lnTo>
                      <a:lnTo>
                        <a:pt x="13602" y="7652"/>
                      </a:lnTo>
                      <a:lnTo>
                        <a:pt x="13579" y="7710"/>
                      </a:lnTo>
                      <a:lnTo>
                        <a:pt x="15824" y="7513"/>
                      </a:lnTo>
                      <a:lnTo>
                        <a:pt x="15801" y="9469"/>
                      </a:lnTo>
                      <a:lnTo>
                        <a:pt x="18151" y="8184"/>
                      </a:lnTo>
                      <a:lnTo>
                        <a:pt x="17179" y="12433"/>
                      </a:lnTo>
                      <a:lnTo>
                        <a:pt x="15766" y="9689"/>
                      </a:lnTo>
                      <a:lnTo>
                        <a:pt x="15720" y="9724"/>
                      </a:lnTo>
                      <a:lnTo>
                        <a:pt x="15697" y="9689"/>
                      </a:lnTo>
                      <a:lnTo>
                        <a:pt x="14678" y="10488"/>
                      </a:lnTo>
                      <a:lnTo>
                        <a:pt x="12571" y="12039"/>
                      </a:lnTo>
                      <a:lnTo>
                        <a:pt x="12641" y="12097"/>
                      </a:lnTo>
                      <a:lnTo>
                        <a:pt x="15026" y="14030"/>
                      </a:lnTo>
                      <a:lnTo>
                        <a:pt x="13208" y="16090"/>
                      </a:lnTo>
                      <a:lnTo>
                        <a:pt x="13278" y="16172"/>
                      </a:lnTo>
                      <a:lnTo>
                        <a:pt x="13185" y="16287"/>
                      </a:lnTo>
                      <a:lnTo>
                        <a:pt x="14736" y="17827"/>
                      </a:lnTo>
                      <a:lnTo>
                        <a:pt x="9689" y="15743"/>
                      </a:lnTo>
                      <a:lnTo>
                        <a:pt x="8867" y="18753"/>
                      </a:lnTo>
                      <a:lnTo>
                        <a:pt x="9168" y="19031"/>
                      </a:lnTo>
                      <a:lnTo>
                        <a:pt x="8937" y="20570"/>
                      </a:lnTo>
                      <a:lnTo>
                        <a:pt x="7987" y="21230"/>
                      </a:lnTo>
                      <a:lnTo>
                        <a:pt x="8705" y="22017"/>
                      </a:lnTo>
                      <a:lnTo>
                        <a:pt x="8531" y="23117"/>
                      </a:lnTo>
                      <a:lnTo>
                        <a:pt x="6159" y="24784"/>
                      </a:lnTo>
                      <a:lnTo>
                        <a:pt x="4411" y="22804"/>
                      </a:lnTo>
                      <a:lnTo>
                        <a:pt x="4214" y="22897"/>
                      </a:lnTo>
                      <a:lnTo>
                        <a:pt x="4029" y="22724"/>
                      </a:lnTo>
                      <a:lnTo>
                        <a:pt x="3716" y="23117"/>
                      </a:lnTo>
                      <a:lnTo>
                        <a:pt x="2072" y="23846"/>
                      </a:lnTo>
                      <a:lnTo>
                        <a:pt x="1597" y="22585"/>
                      </a:lnTo>
                      <a:lnTo>
                        <a:pt x="2049" y="21404"/>
                      </a:lnTo>
                      <a:lnTo>
                        <a:pt x="1216" y="21566"/>
                      </a:lnTo>
                      <a:lnTo>
                        <a:pt x="23" y="18383"/>
                      </a:lnTo>
                      <a:lnTo>
                        <a:pt x="0" y="18278"/>
                      </a:lnTo>
                      <a:lnTo>
                        <a:pt x="2420" y="19239"/>
                      </a:lnTo>
                      <a:lnTo>
                        <a:pt x="2639" y="17040"/>
                      </a:lnTo>
                      <a:lnTo>
                        <a:pt x="2940" y="16947"/>
                      </a:lnTo>
                      <a:lnTo>
                        <a:pt x="4283" y="16588"/>
                      </a:lnTo>
                      <a:lnTo>
                        <a:pt x="2940" y="14169"/>
                      </a:lnTo>
                      <a:lnTo>
                        <a:pt x="2350" y="13104"/>
                      </a:lnTo>
                      <a:lnTo>
                        <a:pt x="2940" y="12456"/>
                      </a:lnTo>
                      <a:lnTo>
                        <a:pt x="4804" y="10395"/>
                      </a:lnTo>
                      <a:lnTo>
                        <a:pt x="3114" y="7571"/>
                      </a:lnTo>
                      <a:lnTo>
                        <a:pt x="4515" y="8300"/>
                      </a:lnTo>
                      <a:lnTo>
                        <a:pt x="4631" y="5256"/>
                      </a:lnTo>
                      <a:lnTo>
                        <a:pt x="6193" y="6494"/>
                      </a:lnTo>
                      <a:lnTo>
                        <a:pt x="5360" y="89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21" name="Freeform: Shape 320">
                  <a:extLst>
                    <a:ext uri="{FF2B5EF4-FFF2-40B4-BE49-F238E27FC236}">
                      <a16:creationId xmlns:a16="http://schemas.microsoft.com/office/drawing/2014/main" id="{05C4F34D-3E39-BCC5-47CF-F1C0B8D02067}"/>
                    </a:ext>
                  </a:extLst>
                </p:cNvPr>
                <p:cNvSpPr/>
                <p:nvPr/>
              </p:nvSpPr>
              <p:spPr>
                <a:xfrm>
                  <a:off x="9344636" y="2173052"/>
                  <a:ext cx="23151" cy="26277"/>
                </a:xfrm>
                <a:custGeom>
                  <a:avLst/>
                  <a:gdLst>
                    <a:gd name="connsiteX0" fmla="*/ 15546 w 23151"/>
                    <a:gd name="connsiteY0" fmla="*/ 3554 h 26277"/>
                    <a:gd name="connsiteX1" fmla="*/ 15871 w 23151"/>
                    <a:gd name="connsiteY1" fmla="*/ 3149 h 26277"/>
                    <a:gd name="connsiteX2" fmla="*/ 20292 w 23151"/>
                    <a:gd name="connsiteY2" fmla="*/ 0 h 26277"/>
                    <a:gd name="connsiteX3" fmla="*/ 23152 w 23151"/>
                    <a:gd name="connsiteY3" fmla="*/ 6205 h 26277"/>
                    <a:gd name="connsiteX4" fmla="*/ 20733 w 23151"/>
                    <a:gd name="connsiteY4" fmla="*/ 4665 h 26277"/>
                    <a:gd name="connsiteX5" fmla="*/ 15570 w 23151"/>
                    <a:gd name="connsiteY5" fmla="*/ 5858 h 26277"/>
                    <a:gd name="connsiteX6" fmla="*/ 14574 w 23151"/>
                    <a:gd name="connsiteY6" fmla="*/ 6899 h 26277"/>
                    <a:gd name="connsiteX7" fmla="*/ 13544 w 23151"/>
                    <a:gd name="connsiteY7" fmla="*/ 7235 h 26277"/>
                    <a:gd name="connsiteX8" fmla="*/ 13231 w 23151"/>
                    <a:gd name="connsiteY8" fmla="*/ 8312 h 26277"/>
                    <a:gd name="connsiteX9" fmla="*/ 11935 w 23151"/>
                    <a:gd name="connsiteY9" fmla="*/ 9677 h 26277"/>
                    <a:gd name="connsiteX10" fmla="*/ 11194 w 23151"/>
                    <a:gd name="connsiteY10" fmla="*/ 14864 h 26277"/>
                    <a:gd name="connsiteX11" fmla="*/ 12190 w 23151"/>
                    <a:gd name="connsiteY11" fmla="*/ 16658 h 26277"/>
                    <a:gd name="connsiteX12" fmla="*/ 12872 w 23151"/>
                    <a:gd name="connsiteY12" fmla="*/ 18718 h 26277"/>
                    <a:gd name="connsiteX13" fmla="*/ 13741 w 23151"/>
                    <a:gd name="connsiteY13" fmla="*/ 19471 h 26277"/>
                    <a:gd name="connsiteX14" fmla="*/ 15106 w 23151"/>
                    <a:gd name="connsiteY14" fmla="*/ 21959 h 26277"/>
                    <a:gd name="connsiteX15" fmla="*/ 14597 w 23151"/>
                    <a:gd name="connsiteY15" fmla="*/ 22052 h 26277"/>
                    <a:gd name="connsiteX16" fmla="*/ 12537 w 23151"/>
                    <a:gd name="connsiteY16" fmla="*/ 22191 h 26277"/>
                    <a:gd name="connsiteX17" fmla="*/ 12270 w 23151"/>
                    <a:gd name="connsiteY17" fmla="*/ 22457 h 26277"/>
                    <a:gd name="connsiteX18" fmla="*/ 11344 w 23151"/>
                    <a:gd name="connsiteY18" fmla="*/ 22619 h 26277"/>
                    <a:gd name="connsiteX19" fmla="*/ 9400 w 23151"/>
                    <a:gd name="connsiteY19" fmla="*/ 25351 h 26277"/>
                    <a:gd name="connsiteX20" fmla="*/ 8485 w 23151"/>
                    <a:gd name="connsiteY20" fmla="*/ 26277 h 26277"/>
                    <a:gd name="connsiteX21" fmla="*/ 5649 w 23151"/>
                    <a:gd name="connsiteY21" fmla="*/ 20698 h 26277"/>
                    <a:gd name="connsiteX22" fmla="*/ 3079 w 23151"/>
                    <a:gd name="connsiteY22" fmla="*/ 20223 h 26277"/>
                    <a:gd name="connsiteX23" fmla="*/ 1586 w 23151"/>
                    <a:gd name="connsiteY23" fmla="*/ 22087 h 26277"/>
                    <a:gd name="connsiteX24" fmla="*/ 0 w 23151"/>
                    <a:gd name="connsiteY24" fmla="*/ 21149 h 26277"/>
                    <a:gd name="connsiteX25" fmla="*/ 1551 w 23151"/>
                    <a:gd name="connsiteY25" fmla="*/ 15882 h 26277"/>
                    <a:gd name="connsiteX26" fmla="*/ 4677 w 23151"/>
                    <a:gd name="connsiteY26" fmla="*/ 9921 h 26277"/>
                    <a:gd name="connsiteX27" fmla="*/ 5880 w 23151"/>
                    <a:gd name="connsiteY27" fmla="*/ 8369 h 26277"/>
                    <a:gd name="connsiteX28" fmla="*/ 5128 w 23151"/>
                    <a:gd name="connsiteY28" fmla="*/ 3681 h 26277"/>
                    <a:gd name="connsiteX29" fmla="*/ 9041 w 23151"/>
                    <a:gd name="connsiteY29" fmla="*/ 3913 h 26277"/>
                    <a:gd name="connsiteX30" fmla="*/ 11564 w 23151"/>
                    <a:gd name="connsiteY30" fmla="*/ 1679 h 26277"/>
                    <a:gd name="connsiteX31" fmla="*/ 11750 w 23151"/>
                    <a:gd name="connsiteY31" fmla="*/ 3901 h 26277"/>
                    <a:gd name="connsiteX32" fmla="*/ 13671 w 23151"/>
                    <a:gd name="connsiteY32" fmla="*/ 4723 h 26277"/>
                    <a:gd name="connsiteX33" fmla="*/ 15257 w 23151"/>
                    <a:gd name="connsiteY33" fmla="*/ 3588 h 26277"/>
                    <a:gd name="connsiteX34" fmla="*/ 15546 w 23151"/>
                    <a:gd name="connsiteY34" fmla="*/ 3554 h 262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3151" h="26277">
                      <a:moveTo>
                        <a:pt x="15546" y="3554"/>
                      </a:moveTo>
                      <a:lnTo>
                        <a:pt x="15871" y="3149"/>
                      </a:lnTo>
                      <a:lnTo>
                        <a:pt x="20292" y="0"/>
                      </a:lnTo>
                      <a:lnTo>
                        <a:pt x="23152" y="6205"/>
                      </a:lnTo>
                      <a:lnTo>
                        <a:pt x="20733" y="4665"/>
                      </a:lnTo>
                      <a:lnTo>
                        <a:pt x="15570" y="5858"/>
                      </a:lnTo>
                      <a:lnTo>
                        <a:pt x="14574" y="6899"/>
                      </a:lnTo>
                      <a:lnTo>
                        <a:pt x="13544" y="7235"/>
                      </a:lnTo>
                      <a:lnTo>
                        <a:pt x="13231" y="8312"/>
                      </a:lnTo>
                      <a:lnTo>
                        <a:pt x="11935" y="9677"/>
                      </a:lnTo>
                      <a:lnTo>
                        <a:pt x="11194" y="14864"/>
                      </a:lnTo>
                      <a:lnTo>
                        <a:pt x="12190" y="16658"/>
                      </a:lnTo>
                      <a:lnTo>
                        <a:pt x="12872" y="18718"/>
                      </a:lnTo>
                      <a:lnTo>
                        <a:pt x="13741" y="19471"/>
                      </a:lnTo>
                      <a:lnTo>
                        <a:pt x="15106" y="21959"/>
                      </a:lnTo>
                      <a:lnTo>
                        <a:pt x="14597" y="22052"/>
                      </a:lnTo>
                      <a:lnTo>
                        <a:pt x="12537" y="22191"/>
                      </a:lnTo>
                      <a:lnTo>
                        <a:pt x="12270" y="22457"/>
                      </a:lnTo>
                      <a:lnTo>
                        <a:pt x="11344" y="22619"/>
                      </a:lnTo>
                      <a:lnTo>
                        <a:pt x="9400" y="25351"/>
                      </a:lnTo>
                      <a:lnTo>
                        <a:pt x="8485" y="26277"/>
                      </a:lnTo>
                      <a:lnTo>
                        <a:pt x="5649" y="20698"/>
                      </a:lnTo>
                      <a:lnTo>
                        <a:pt x="3079" y="20223"/>
                      </a:lnTo>
                      <a:lnTo>
                        <a:pt x="1586" y="22087"/>
                      </a:lnTo>
                      <a:lnTo>
                        <a:pt x="0" y="21149"/>
                      </a:lnTo>
                      <a:lnTo>
                        <a:pt x="1551" y="15882"/>
                      </a:lnTo>
                      <a:lnTo>
                        <a:pt x="4677" y="9921"/>
                      </a:lnTo>
                      <a:lnTo>
                        <a:pt x="5880" y="8369"/>
                      </a:lnTo>
                      <a:lnTo>
                        <a:pt x="5128" y="3681"/>
                      </a:lnTo>
                      <a:lnTo>
                        <a:pt x="9041" y="3913"/>
                      </a:lnTo>
                      <a:lnTo>
                        <a:pt x="11564" y="1679"/>
                      </a:lnTo>
                      <a:lnTo>
                        <a:pt x="11750" y="3901"/>
                      </a:lnTo>
                      <a:lnTo>
                        <a:pt x="13671" y="4723"/>
                      </a:lnTo>
                      <a:lnTo>
                        <a:pt x="15257" y="3588"/>
                      </a:lnTo>
                      <a:lnTo>
                        <a:pt x="15546" y="355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22" name="Freeform: Shape 321">
                  <a:extLst>
                    <a:ext uri="{FF2B5EF4-FFF2-40B4-BE49-F238E27FC236}">
                      <a16:creationId xmlns:a16="http://schemas.microsoft.com/office/drawing/2014/main" id="{550197B7-46F3-4DFD-6827-AC00E73F9C36}"/>
                    </a:ext>
                  </a:extLst>
                </p:cNvPr>
                <p:cNvSpPr/>
                <p:nvPr/>
              </p:nvSpPr>
              <p:spPr>
                <a:xfrm>
                  <a:off x="7825070" y="3055735"/>
                  <a:ext cx="20570" cy="15014"/>
                </a:xfrm>
                <a:custGeom>
                  <a:avLst/>
                  <a:gdLst>
                    <a:gd name="connsiteX0" fmla="*/ 8844 w 20570"/>
                    <a:gd name="connsiteY0" fmla="*/ 104 h 15014"/>
                    <a:gd name="connsiteX1" fmla="*/ 11970 w 20570"/>
                    <a:gd name="connsiteY1" fmla="*/ 0 h 15014"/>
                    <a:gd name="connsiteX2" fmla="*/ 16623 w 20570"/>
                    <a:gd name="connsiteY2" fmla="*/ 752 h 15014"/>
                    <a:gd name="connsiteX3" fmla="*/ 20570 w 20570"/>
                    <a:gd name="connsiteY3" fmla="*/ 8277 h 15014"/>
                    <a:gd name="connsiteX4" fmla="*/ 12953 w 20570"/>
                    <a:gd name="connsiteY4" fmla="*/ 15014 h 15014"/>
                    <a:gd name="connsiteX5" fmla="*/ 7119 w 20570"/>
                    <a:gd name="connsiteY5" fmla="*/ 14806 h 15014"/>
                    <a:gd name="connsiteX6" fmla="*/ 1597 w 20570"/>
                    <a:gd name="connsiteY6" fmla="*/ 10129 h 15014"/>
                    <a:gd name="connsiteX7" fmla="*/ 0 w 20570"/>
                    <a:gd name="connsiteY7" fmla="*/ 6147 h 15014"/>
                    <a:gd name="connsiteX8" fmla="*/ 116 w 20570"/>
                    <a:gd name="connsiteY8" fmla="*/ 5950 h 15014"/>
                    <a:gd name="connsiteX9" fmla="*/ 1679 w 20570"/>
                    <a:gd name="connsiteY9" fmla="*/ 5788 h 15014"/>
                    <a:gd name="connsiteX10" fmla="*/ 2836 w 20570"/>
                    <a:gd name="connsiteY10" fmla="*/ 2026 h 15014"/>
                    <a:gd name="connsiteX11" fmla="*/ 7941 w 20570"/>
                    <a:gd name="connsiteY11" fmla="*/ 2223 h 15014"/>
                    <a:gd name="connsiteX12" fmla="*/ 8844 w 20570"/>
                    <a:gd name="connsiteY12" fmla="*/ 104 h 15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570" h="15014">
                      <a:moveTo>
                        <a:pt x="8844" y="104"/>
                      </a:moveTo>
                      <a:lnTo>
                        <a:pt x="11970" y="0"/>
                      </a:lnTo>
                      <a:lnTo>
                        <a:pt x="16623" y="752"/>
                      </a:lnTo>
                      <a:lnTo>
                        <a:pt x="20570" y="8277"/>
                      </a:lnTo>
                      <a:lnTo>
                        <a:pt x="12953" y="15014"/>
                      </a:lnTo>
                      <a:lnTo>
                        <a:pt x="7119" y="14806"/>
                      </a:lnTo>
                      <a:lnTo>
                        <a:pt x="1597" y="10129"/>
                      </a:lnTo>
                      <a:lnTo>
                        <a:pt x="0" y="6147"/>
                      </a:lnTo>
                      <a:lnTo>
                        <a:pt x="116" y="5950"/>
                      </a:lnTo>
                      <a:lnTo>
                        <a:pt x="1679" y="5788"/>
                      </a:lnTo>
                      <a:lnTo>
                        <a:pt x="2836" y="2026"/>
                      </a:lnTo>
                      <a:lnTo>
                        <a:pt x="7941" y="2223"/>
                      </a:lnTo>
                      <a:lnTo>
                        <a:pt x="8844" y="10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23" name="Freeform: Shape 322">
                  <a:extLst>
                    <a:ext uri="{FF2B5EF4-FFF2-40B4-BE49-F238E27FC236}">
                      <a16:creationId xmlns:a16="http://schemas.microsoft.com/office/drawing/2014/main" id="{B5A73228-CDDB-B99D-4E2B-14BF4F34DC2E}"/>
                    </a:ext>
                  </a:extLst>
                </p:cNvPr>
                <p:cNvSpPr/>
                <p:nvPr/>
              </p:nvSpPr>
              <p:spPr>
                <a:xfrm>
                  <a:off x="7804130" y="3219696"/>
                  <a:ext cx="27585" cy="19320"/>
                </a:xfrm>
                <a:custGeom>
                  <a:avLst/>
                  <a:gdLst>
                    <a:gd name="connsiteX0" fmla="*/ 12409 w 27585"/>
                    <a:gd name="connsiteY0" fmla="*/ 0 h 19320"/>
                    <a:gd name="connsiteX1" fmla="*/ 19274 w 27585"/>
                    <a:gd name="connsiteY1" fmla="*/ 1424 h 19320"/>
                    <a:gd name="connsiteX2" fmla="*/ 19135 w 27585"/>
                    <a:gd name="connsiteY2" fmla="*/ 3149 h 19320"/>
                    <a:gd name="connsiteX3" fmla="*/ 14227 w 27585"/>
                    <a:gd name="connsiteY3" fmla="*/ 2153 h 19320"/>
                    <a:gd name="connsiteX4" fmla="*/ 17097 w 27585"/>
                    <a:gd name="connsiteY4" fmla="*/ 5452 h 19320"/>
                    <a:gd name="connsiteX5" fmla="*/ 17318 w 27585"/>
                    <a:gd name="connsiteY5" fmla="*/ 2836 h 19320"/>
                    <a:gd name="connsiteX6" fmla="*/ 19320 w 27585"/>
                    <a:gd name="connsiteY6" fmla="*/ 4897 h 19320"/>
                    <a:gd name="connsiteX7" fmla="*/ 22723 w 27585"/>
                    <a:gd name="connsiteY7" fmla="*/ 5279 h 19320"/>
                    <a:gd name="connsiteX8" fmla="*/ 21647 w 27585"/>
                    <a:gd name="connsiteY8" fmla="*/ 3415 h 19320"/>
                    <a:gd name="connsiteX9" fmla="*/ 23476 w 27585"/>
                    <a:gd name="connsiteY9" fmla="*/ 4260 h 19320"/>
                    <a:gd name="connsiteX10" fmla="*/ 23974 w 27585"/>
                    <a:gd name="connsiteY10" fmla="*/ 4654 h 19320"/>
                    <a:gd name="connsiteX11" fmla="*/ 23487 w 27585"/>
                    <a:gd name="connsiteY11" fmla="*/ 8462 h 19320"/>
                    <a:gd name="connsiteX12" fmla="*/ 21763 w 27585"/>
                    <a:gd name="connsiteY12" fmla="*/ 7825 h 19320"/>
                    <a:gd name="connsiteX13" fmla="*/ 23927 w 27585"/>
                    <a:gd name="connsiteY13" fmla="*/ 10754 h 19320"/>
                    <a:gd name="connsiteX14" fmla="*/ 21820 w 27585"/>
                    <a:gd name="connsiteY14" fmla="*/ 10442 h 19320"/>
                    <a:gd name="connsiteX15" fmla="*/ 25548 w 27585"/>
                    <a:gd name="connsiteY15" fmla="*/ 12236 h 19320"/>
                    <a:gd name="connsiteX16" fmla="*/ 26983 w 27585"/>
                    <a:gd name="connsiteY16" fmla="*/ 14447 h 19320"/>
                    <a:gd name="connsiteX17" fmla="*/ 27169 w 27585"/>
                    <a:gd name="connsiteY17" fmla="*/ 15651 h 19320"/>
                    <a:gd name="connsiteX18" fmla="*/ 25305 w 27585"/>
                    <a:gd name="connsiteY18" fmla="*/ 16334 h 19320"/>
                    <a:gd name="connsiteX19" fmla="*/ 27585 w 27585"/>
                    <a:gd name="connsiteY19" fmla="*/ 18637 h 19320"/>
                    <a:gd name="connsiteX20" fmla="*/ 27481 w 27585"/>
                    <a:gd name="connsiteY20" fmla="*/ 18834 h 19320"/>
                    <a:gd name="connsiteX21" fmla="*/ 23626 w 27585"/>
                    <a:gd name="connsiteY21" fmla="*/ 18128 h 19320"/>
                    <a:gd name="connsiteX22" fmla="*/ 25467 w 27585"/>
                    <a:gd name="connsiteY22" fmla="*/ 18765 h 19320"/>
                    <a:gd name="connsiteX23" fmla="*/ 24552 w 27585"/>
                    <a:gd name="connsiteY23" fmla="*/ 19320 h 19320"/>
                    <a:gd name="connsiteX24" fmla="*/ 23962 w 27585"/>
                    <a:gd name="connsiteY24" fmla="*/ 19054 h 19320"/>
                    <a:gd name="connsiteX25" fmla="*/ 20212 w 27585"/>
                    <a:gd name="connsiteY25" fmla="*/ 16368 h 19320"/>
                    <a:gd name="connsiteX26" fmla="*/ 23777 w 27585"/>
                    <a:gd name="connsiteY26" fmla="*/ 17306 h 19320"/>
                    <a:gd name="connsiteX27" fmla="*/ 19795 w 27585"/>
                    <a:gd name="connsiteY27" fmla="*/ 16067 h 19320"/>
                    <a:gd name="connsiteX28" fmla="*/ 20107 w 27585"/>
                    <a:gd name="connsiteY28" fmla="*/ 15917 h 19320"/>
                    <a:gd name="connsiteX29" fmla="*/ 18730 w 27585"/>
                    <a:gd name="connsiteY29" fmla="*/ 15570 h 19320"/>
                    <a:gd name="connsiteX30" fmla="*/ 18649 w 27585"/>
                    <a:gd name="connsiteY30" fmla="*/ 14956 h 19320"/>
                    <a:gd name="connsiteX31" fmla="*/ 18984 w 27585"/>
                    <a:gd name="connsiteY31" fmla="*/ 12953 h 19320"/>
                    <a:gd name="connsiteX32" fmla="*/ 18371 w 27585"/>
                    <a:gd name="connsiteY32" fmla="*/ 12826 h 19320"/>
                    <a:gd name="connsiteX33" fmla="*/ 18278 w 27585"/>
                    <a:gd name="connsiteY33" fmla="*/ 12155 h 19320"/>
                    <a:gd name="connsiteX34" fmla="*/ 15998 w 27585"/>
                    <a:gd name="connsiteY34" fmla="*/ 12294 h 19320"/>
                    <a:gd name="connsiteX35" fmla="*/ 16889 w 27585"/>
                    <a:gd name="connsiteY35" fmla="*/ 15060 h 19320"/>
                    <a:gd name="connsiteX36" fmla="*/ 14146 w 27585"/>
                    <a:gd name="connsiteY36" fmla="*/ 15720 h 19320"/>
                    <a:gd name="connsiteX37" fmla="*/ 13266 w 27585"/>
                    <a:gd name="connsiteY37" fmla="*/ 14991 h 19320"/>
                    <a:gd name="connsiteX38" fmla="*/ 9226 w 27585"/>
                    <a:gd name="connsiteY38" fmla="*/ 9492 h 19320"/>
                    <a:gd name="connsiteX39" fmla="*/ 11124 w 27585"/>
                    <a:gd name="connsiteY39" fmla="*/ 8288 h 19320"/>
                    <a:gd name="connsiteX40" fmla="*/ 7929 w 27585"/>
                    <a:gd name="connsiteY40" fmla="*/ 8312 h 19320"/>
                    <a:gd name="connsiteX41" fmla="*/ 7814 w 27585"/>
                    <a:gd name="connsiteY41" fmla="*/ 8080 h 19320"/>
                    <a:gd name="connsiteX42" fmla="*/ 9365 w 27585"/>
                    <a:gd name="connsiteY42" fmla="*/ 8115 h 19320"/>
                    <a:gd name="connsiteX43" fmla="*/ 7293 w 27585"/>
                    <a:gd name="connsiteY43" fmla="*/ 7038 h 19320"/>
                    <a:gd name="connsiteX44" fmla="*/ 6089 w 27585"/>
                    <a:gd name="connsiteY44" fmla="*/ 4607 h 19320"/>
                    <a:gd name="connsiteX45" fmla="*/ 5788 w 27585"/>
                    <a:gd name="connsiteY45" fmla="*/ 6390 h 19320"/>
                    <a:gd name="connsiteX46" fmla="*/ 0 w 27585"/>
                    <a:gd name="connsiteY46" fmla="*/ 7524 h 19320"/>
                    <a:gd name="connsiteX47" fmla="*/ 3994 w 27585"/>
                    <a:gd name="connsiteY47" fmla="*/ 6344 h 19320"/>
                    <a:gd name="connsiteX48" fmla="*/ 1968 w 27585"/>
                    <a:gd name="connsiteY48" fmla="*/ 4364 h 19320"/>
                    <a:gd name="connsiteX49" fmla="*/ 4584 w 27585"/>
                    <a:gd name="connsiteY49" fmla="*/ 5857 h 19320"/>
                    <a:gd name="connsiteX50" fmla="*/ 5290 w 27585"/>
                    <a:gd name="connsiteY50" fmla="*/ 3172 h 19320"/>
                    <a:gd name="connsiteX51" fmla="*/ 9122 w 27585"/>
                    <a:gd name="connsiteY51" fmla="*/ 2674 h 19320"/>
                    <a:gd name="connsiteX52" fmla="*/ 9400 w 27585"/>
                    <a:gd name="connsiteY52" fmla="*/ 1354 h 19320"/>
                    <a:gd name="connsiteX53" fmla="*/ 9237 w 27585"/>
                    <a:gd name="connsiteY53" fmla="*/ 2686 h 19320"/>
                    <a:gd name="connsiteX54" fmla="*/ 13162 w 27585"/>
                    <a:gd name="connsiteY54" fmla="*/ 3264 h 19320"/>
                    <a:gd name="connsiteX55" fmla="*/ 14169 w 27585"/>
                    <a:gd name="connsiteY55" fmla="*/ 2153 h 19320"/>
                    <a:gd name="connsiteX56" fmla="*/ 12409 w 27585"/>
                    <a:gd name="connsiteY56" fmla="*/ 0 h 19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27585" h="19320">
                      <a:moveTo>
                        <a:pt x="12409" y="0"/>
                      </a:moveTo>
                      <a:lnTo>
                        <a:pt x="19274" y="1424"/>
                      </a:lnTo>
                      <a:lnTo>
                        <a:pt x="19135" y="3149"/>
                      </a:lnTo>
                      <a:lnTo>
                        <a:pt x="14227" y="2153"/>
                      </a:lnTo>
                      <a:lnTo>
                        <a:pt x="17097" y="5452"/>
                      </a:lnTo>
                      <a:lnTo>
                        <a:pt x="17318" y="2836"/>
                      </a:lnTo>
                      <a:lnTo>
                        <a:pt x="19320" y="4897"/>
                      </a:lnTo>
                      <a:lnTo>
                        <a:pt x="22723" y="5279"/>
                      </a:lnTo>
                      <a:lnTo>
                        <a:pt x="21647" y="3415"/>
                      </a:lnTo>
                      <a:lnTo>
                        <a:pt x="23476" y="4260"/>
                      </a:lnTo>
                      <a:lnTo>
                        <a:pt x="23974" y="4654"/>
                      </a:lnTo>
                      <a:lnTo>
                        <a:pt x="23487" y="8462"/>
                      </a:lnTo>
                      <a:lnTo>
                        <a:pt x="21763" y="7825"/>
                      </a:lnTo>
                      <a:lnTo>
                        <a:pt x="23927" y="10754"/>
                      </a:lnTo>
                      <a:lnTo>
                        <a:pt x="21820" y="10442"/>
                      </a:lnTo>
                      <a:lnTo>
                        <a:pt x="25548" y="12236"/>
                      </a:lnTo>
                      <a:lnTo>
                        <a:pt x="26983" y="14447"/>
                      </a:lnTo>
                      <a:lnTo>
                        <a:pt x="27169" y="15651"/>
                      </a:lnTo>
                      <a:lnTo>
                        <a:pt x="25305" y="16334"/>
                      </a:lnTo>
                      <a:lnTo>
                        <a:pt x="27585" y="18637"/>
                      </a:lnTo>
                      <a:lnTo>
                        <a:pt x="27481" y="18834"/>
                      </a:lnTo>
                      <a:lnTo>
                        <a:pt x="23626" y="18128"/>
                      </a:lnTo>
                      <a:lnTo>
                        <a:pt x="25467" y="18765"/>
                      </a:lnTo>
                      <a:lnTo>
                        <a:pt x="24552" y="19320"/>
                      </a:lnTo>
                      <a:lnTo>
                        <a:pt x="23962" y="19054"/>
                      </a:lnTo>
                      <a:lnTo>
                        <a:pt x="20212" y="16368"/>
                      </a:lnTo>
                      <a:lnTo>
                        <a:pt x="23777" y="17306"/>
                      </a:lnTo>
                      <a:lnTo>
                        <a:pt x="19795" y="16067"/>
                      </a:lnTo>
                      <a:lnTo>
                        <a:pt x="20107" y="15917"/>
                      </a:lnTo>
                      <a:lnTo>
                        <a:pt x="18730" y="15570"/>
                      </a:lnTo>
                      <a:lnTo>
                        <a:pt x="18649" y="14956"/>
                      </a:lnTo>
                      <a:lnTo>
                        <a:pt x="18984" y="12953"/>
                      </a:lnTo>
                      <a:lnTo>
                        <a:pt x="18371" y="12826"/>
                      </a:lnTo>
                      <a:lnTo>
                        <a:pt x="18278" y="12155"/>
                      </a:lnTo>
                      <a:lnTo>
                        <a:pt x="15998" y="12294"/>
                      </a:lnTo>
                      <a:lnTo>
                        <a:pt x="16889" y="15060"/>
                      </a:lnTo>
                      <a:lnTo>
                        <a:pt x="14146" y="15720"/>
                      </a:lnTo>
                      <a:lnTo>
                        <a:pt x="13266" y="14991"/>
                      </a:lnTo>
                      <a:lnTo>
                        <a:pt x="9226" y="9492"/>
                      </a:lnTo>
                      <a:lnTo>
                        <a:pt x="11124" y="8288"/>
                      </a:lnTo>
                      <a:lnTo>
                        <a:pt x="7929" y="8312"/>
                      </a:lnTo>
                      <a:lnTo>
                        <a:pt x="7814" y="8080"/>
                      </a:lnTo>
                      <a:lnTo>
                        <a:pt x="9365" y="8115"/>
                      </a:lnTo>
                      <a:lnTo>
                        <a:pt x="7293" y="7038"/>
                      </a:lnTo>
                      <a:lnTo>
                        <a:pt x="6089" y="4607"/>
                      </a:lnTo>
                      <a:lnTo>
                        <a:pt x="5788" y="6390"/>
                      </a:lnTo>
                      <a:lnTo>
                        <a:pt x="0" y="7524"/>
                      </a:lnTo>
                      <a:lnTo>
                        <a:pt x="3994" y="6344"/>
                      </a:lnTo>
                      <a:lnTo>
                        <a:pt x="1968" y="4364"/>
                      </a:lnTo>
                      <a:lnTo>
                        <a:pt x="4584" y="5857"/>
                      </a:lnTo>
                      <a:lnTo>
                        <a:pt x="5290" y="3172"/>
                      </a:lnTo>
                      <a:lnTo>
                        <a:pt x="9122" y="2674"/>
                      </a:lnTo>
                      <a:lnTo>
                        <a:pt x="9400" y="1354"/>
                      </a:lnTo>
                      <a:lnTo>
                        <a:pt x="9237" y="2686"/>
                      </a:lnTo>
                      <a:lnTo>
                        <a:pt x="13162" y="3264"/>
                      </a:lnTo>
                      <a:lnTo>
                        <a:pt x="14169" y="2153"/>
                      </a:lnTo>
                      <a:lnTo>
                        <a:pt x="12409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24" name="Freeform: Shape 323">
                  <a:extLst>
                    <a:ext uri="{FF2B5EF4-FFF2-40B4-BE49-F238E27FC236}">
                      <a16:creationId xmlns:a16="http://schemas.microsoft.com/office/drawing/2014/main" id="{EFE68A07-5499-A1AC-1F7E-9E7E7DACD3A5}"/>
                    </a:ext>
                  </a:extLst>
                </p:cNvPr>
                <p:cNvSpPr/>
                <p:nvPr/>
              </p:nvSpPr>
              <p:spPr>
                <a:xfrm>
                  <a:off x="7778258" y="3461759"/>
                  <a:ext cx="14793" cy="22920"/>
                </a:xfrm>
                <a:custGeom>
                  <a:avLst/>
                  <a:gdLst>
                    <a:gd name="connsiteX0" fmla="*/ 648 w 14793"/>
                    <a:gd name="connsiteY0" fmla="*/ 69 h 22920"/>
                    <a:gd name="connsiteX1" fmla="*/ 856 w 14793"/>
                    <a:gd name="connsiteY1" fmla="*/ 0 h 22920"/>
                    <a:gd name="connsiteX2" fmla="*/ 1262 w 14793"/>
                    <a:gd name="connsiteY2" fmla="*/ 949 h 22920"/>
                    <a:gd name="connsiteX3" fmla="*/ 4572 w 14793"/>
                    <a:gd name="connsiteY3" fmla="*/ 3102 h 22920"/>
                    <a:gd name="connsiteX4" fmla="*/ 6610 w 14793"/>
                    <a:gd name="connsiteY4" fmla="*/ 417 h 22920"/>
                    <a:gd name="connsiteX5" fmla="*/ 6783 w 14793"/>
                    <a:gd name="connsiteY5" fmla="*/ 278 h 22920"/>
                    <a:gd name="connsiteX6" fmla="*/ 8057 w 14793"/>
                    <a:gd name="connsiteY6" fmla="*/ 1632 h 22920"/>
                    <a:gd name="connsiteX7" fmla="*/ 9550 w 14793"/>
                    <a:gd name="connsiteY7" fmla="*/ 996 h 22920"/>
                    <a:gd name="connsiteX8" fmla="*/ 10777 w 14793"/>
                    <a:gd name="connsiteY8" fmla="*/ 463 h 22920"/>
                    <a:gd name="connsiteX9" fmla="*/ 14794 w 14793"/>
                    <a:gd name="connsiteY9" fmla="*/ 926 h 22920"/>
                    <a:gd name="connsiteX10" fmla="*/ 14620 w 14793"/>
                    <a:gd name="connsiteY10" fmla="*/ 1586 h 22920"/>
                    <a:gd name="connsiteX11" fmla="*/ 12537 w 14793"/>
                    <a:gd name="connsiteY11" fmla="*/ 5255 h 22920"/>
                    <a:gd name="connsiteX12" fmla="*/ 12988 w 14793"/>
                    <a:gd name="connsiteY12" fmla="*/ 7513 h 22920"/>
                    <a:gd name="connsiteX13" fmla="*/ 11530 w 14793"/>
                    <a:gd name="connsiteY13" fmla="*/ 7698 h 22920"/>
                    <a:gd name="connsiteX14" fmla="*/ 13081 w 14793"/>
                    <a:gd name="connsiteY14" fmla="*/ 9006 h 22920"/>
                    <a:gd name="connsiteX15" fmla="*/ 10233 w 14793"/>
                    <a:gd name="connsiteY15" fmla="*/ 11194 h 22920"/>
                    <a:gd name="connsiteX16" fmla="*/ 10580 w 14793"/>
                    <a:gd name="connsiteY16" fmla="*/ 14284 h 22920"/>
                    <a:gd name="connsiteX17" fmla="*/ 9550 w 14793"/>
                    <a:gd name="connsiteY17" fmla="*/ 14261 h 22920"/>
                    <a:gd name="connsiteX18" fmla="*/ 5093 w 14793"/>
                    <a:gd name="connsiteY18" fmla="*/ 14169 h 22920"/>
                    <a:gd name="connsiteX19" fmla="*/ 4179 w 14793"/>
                    <a:gd name="connsiteY19" fmla="*/ 14030 h 22920"/>
                    <a:gd name="connsiteX20" fmla="*/ 4399 w 14793"/>
                    <a:gd name="connsiteY20" fmla="*/ 14146 h 22920"/>
                    <a:gd name="connsiteX21" fmla="*/ 3889 w 14793"/>
                    <a:gd name="connsiteY21" fmla="*/ 14146 h 22920"/>
                    <a:gd name="connsiteX22" fmla="*/ 9550 w 14793"/>
                    <a:gd name="connsiteY22" fmla="*/ 17097 h 22920"/>
                    <a:gd name="connsiteX23" fmla="*/ 10569 w 14793"/>
                    <a:gd name="connsiteY23" fmla="*/ 17641 h 22920"/>
                    <a:gd name="connsiteX24" fmla="*/ 9550 w 14793"/>
                    <a:gd name="connsiteY24" fmla="*/ 17850 h 22920"/>
                    <a:gd name="connsiteX25" fmla="*/ 8184 w 14793"/>
                    <a:gd name="connsiteY25" fmla="*/ 18128 h 22920"/>
                    <a:gd name="connsiteX26" fmla="*/ 9018 w 14793"/>
                    <a:gd name="connsiteY26" fmla="*/ 20327 h 22920"/>
                    <a:gd name="connsiteX27" fmla="*/ 5487 w 14793"/>
                    <a:gd name="connsiteY27" fmla="*/ 22920 h 22920"/>
                    <a:gd name="connsiteX28" fmla="*/ 255 w 14793"/>
                    <a:gd name="connsiteY28" fmla="*/ 17352 h 22920"/>
                    <a:gd name="connsiteX29" fmla="*/ 347 w 14793"/>
                    <a:gd name="connsiteY29" fmla="*/ 15940 h 22920"/>
                    <a:gd name="connsiteX30" fmla="*/ 1597 w 14793"/>
                    <a:gd name="connsiteY30" fmla="*/ 11854 h 22920"/>
                    <a:gd name="connsiteX31" fmla="*/ 2466 w 14793"/>
                    <a:gd name="connsiteY31" fmla="*/ 10858 h 22920"/>
                    <a:gd name="connsiteX32" fmla="*/ 1250 w 14793"/>
                    <a:gd name="connsiteY32" fmla="*/ 8682 h 22920"/>
                    <a:gd name="connsiteX33" fmla="*/ 0 w 14793"/>
                    <a:gd name="connsiteY33" fmla="*/ 5649 h 22920"/>
                    <a:gd name="connsiteX34" fmla="*/ 938 w 14793"/>
                    <a:gd name="connsiteY34" fmla="*/ 891 h 22920"/>
                    <a:gd name="connsiteX35" fmla="*/ 648 w 14793"/>
                    <a:gd name="connsiteY35" fmla="*/ 69 h 22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14793" h="22920">
                      <a:moveTo>
                        <a:pt x="648" y="69"/>
                      </a:moveTo>
                      <a:lnTo>
                        <a:pt x="856" y="0"/>
                      </a:lnTo>
                      <a:lnTo>
                        <a:pt x="1262" y="949"/>
                      </a:lnTo>
                      <a:lnTo>
                        <a:pt x="4572" y="3102"/>
                      </a:lnTo>
                      <a:lnTo>
                        <a:pt x="6610" y="417"/>
                      </a:lnTo>
                      <a:lnTo>
                        <a:pt x="6783" y="278"/>
                      </a:lnTo>
                      <a:lnTo>
                        <a:pt x="8057" y="1632"/>
                      </a:lnTo>
                      <a:lnTo>
                        <a:pt x="9550" y="996"/>
                      </a:lnTo>
                      <a:lnTo>
                        <a:pt x="10777" y="463"/>
                      </a:lnTo>
                      <a:lnTo>
                        <a:pt x="14794" y="926"/>
                      </a:lnTo>
                      <a:lnTo>
                        <a:pt x="14620" y="1586"/>
                      </a:lnTo>
                      <a:lnTo>
                        <a:pt x="12537" y="5255"/>
                      </a:lnTo>
                      <a:lnTo>
                        <a:pt x="12988" y="7513"/>
                      </a:lnTo>
                      <a:lnTo>
                        <a:pt x="11530" y="7698"/>
                      </a:lnTo>
                      <a:lnTo>
                        <a:pt x="13081" y="9006"/>
                      </a:lnTo>
                      <a:lnTo>
                        <a:pt x="10233" y="11194"/>
                      </a:lnTo>
                      <a:lnTo>
                        <a:pt x="10580" y="14284"/>
                      </a:lnTo>
                      <a:lnTo>
                        <a:pt x="9550" y="14261"/>
                      </a:lnTo>
                      <a:lnTo>
                        <a:pt x="5093" y="14169"/>
                      </a:lnTo>
                      <a:lnTo>
                        <a:pt x="4179" y="14030"/>
                      </a:lnTo>
                      <a:lnTo>
                        <a:pt x="4399" y="14146"/>
                      </a:lnTo>
                      <a:lnTo>
                        <a:pt x="3889" y="14146"/>
                      </a:lnTo>
                      <a:lnTo>
                        <a:pt x="9550" y="17097"/>
                      </a:lnTo>
                      <a:lnTo>
                        <a:pt x="10569" y="17641"/>
                      </a:lnTo>
                      <a:lnTo>
                        <a:pt x="9550" y="17850"/>
                      </a:lnTo>
                      <a:lnTo>
                        <a:pt x="8184" y="18128"/>
                      </a:lnTo>
                      <a:lnTo>
                        <a:pt x="9018" y="20327"/>
                      </a:lnTo>
                      <a:lnTo>
                        <a:pt x="5487" y="22920"/>
                      </a:lnTo>
                      <a:lnTo>
                        <a:pt x="255" y="17352"/>
                      </a:lnTo>
                      <a:lnTo>
                        <a:pt x="347" y="15940"/>
                      </a:lnTo>
                      <a:lnTo>
                        <a:pt x="1597" y="11854"/>
                      </a:lnTo>
                      <a:lnTo>
                        <a:pt x="2466" y="10858"/>
                      </a:lnTo>
                      <a:lnTo>
                        <a:pt x="1250" y="8682"/>
                      </a:lnTo>
                      <a:lnTo>
                        <a:pt x="0" y="5649"/>
                      </a:lnTo>
                      <a:lnTo>
                        <a:pt x="938" y="891"/>
                      </a:lnTo>
                      <a:lnTo>
                        <a:pt x="648" y="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25" name="Freeform: Shape 324">
                  <a:extLst>
                    <a:ext uri="{FF2B5EF4-FFF2-40B4-BE49-F238E27FC236}">
                      <a16:creationId xmlns:a16="http://schemas.microsoft.com/office/drawing/2014/main" id="{9A962BCD-05D5-30C8-FE6C-C9CC5F75AC59}"/>
                    </a:ext>
                  </a:extLst>
                </p:cNvPr>
                <p:cNvSpPr/>
                <p:nvPr/>
              </p:nvSpPr>
              <p:spPr>
                <a:xfrm>
                  <a:off x="9662880" y="1745219"/>
                  <a:ext cx="19586" cy="45574"/>
                </a:xfrm>
                <a:custGeom>
                  <a:avLst/>
                  <a:gdLst>
                    <a:gd name="connsiteX0" fmla="*/ 19436 w 19586"/>
                    <a:gd name="connsiteY0" fmla="*/ 7744 h 45574"/>
                    <a:gd name="connsiteX1" fmla="*/ 12490 w 19586"/>
                    <a:gd name="connsiteY1" fmla="*/ 22226 h 45574"/>
                    <a:gd name="connsiteX2" fmla="*/ 12953 w 19586"/>
                    <a:gd name="connsiteY2" fmla="*/ 26312 h 45574"/>
                    <a:gd name="connsiteX3" fmla="*/ 11391 w 19586"/>
                    <a:gd name="connsiteY3" fmla="*/ 28778 h 45574"/>
                    <a:gd name="connsiteX4" fmla="*/ 12479 w 19586"/>
                    <a:gd name="connsiteY4" fmla="*/ 30884 h 45574"/>
                    <a:gd name="connsiteX5" fmla="*/ 12467 w 19586"/>
                    <a:gd name="connsiteY5" fmla="*/ 30919 h 45574"/>
                    <a:gd name="connsiteX6" fmla="*/ 11032 w 19586"/>
                    <a:gd name="connsiteY6" fmla="*/ 31915 h 45574"/>
                    <a:gd name="connsiteX7" fmla="*/ 10627 w 19586"/>
                    <a:gd name="connsiteY7" fmla="*/ 35561 h 45574"/>
                    <a:gd name="connsiteX8" fmla="*/ 8068 w 19586"/>
                    <a:gd name="connsiteY8" fmla="*/ 36522 h 45574"/>
                    <a:gd name="connsiteX9" fmla="*/ 7872 w 19586"/>
                    <a:gd name="connsiteY9" fmla="*/ 41164 h 45574"/>
                    <a:gd name="connsiteX10" fmla="*/ 2084 w 19586"/>
                    <a:gd name="connsiteY10" fmla="*/ 45574 h 45574"/>
                    <a:gd name="connsiteX11" fmla="*/ 394 w 19586"/>
                    <a:gd name="connsiteY11" fmla="*/ 44197 h 45574"/>
                    <a:gd name="connsiteX12" fmla="*/ 0 w 19586"/>
                    <a:gd name="connsiteY12" fmla="*/ 40620 h 45574"/>
                    <a:gd name="connsiteX13" fmla="*/ 23 w 19586"/>
                    <a:gd name="connsiteY13" fmla="*/ 40620 h 45574"/>
                    <a:gd name="connsiteX14" fmla="*/ 1100 w 19586"/>
                    <a:gd name="connsiteY14" fmla="*/ 41789 h 45574"/>
                    <a:gd name="connsiteX15" fmla="*/ 3623 w 19586"/>
                    <a:gd name="connsiteY15" fmla="*/ 40932 h 45574"/>
                    <a:gd name="connsiteX16" fmla="*/ 4572 w 19586"/>
                    <a:gd name="connsiteY16" fmla="*/ 38999 h 45574"/>
                    <a:gd name="connsiteX17" fmla="*/ 4955 w 19586"/>
                    <a:gd name="connsiteY17" fmla="*/ 38872 h 45574"/>
                    <a:gd name="connsiteX18" fmla="*/ 4769 w 19586"/>
                    <a:gd name="connsiteY18" fmla="*/ 38606 h 45574"/>
                    <a:gd name="connsiteX19" fmla="*/ 6853 w 19586"/>
                    <a:gd name="connsiteY19" fmla="*/ 34357 h 45574"/>
                    <a:gd name="connsiteX20" fmla="*/ 8265 w 19586"/>
                    <a:gd name="connsiteY20" fmla="*/ 35955 h 45574"/>
                    <a:gd name="connsiteX21" fmla="*/ 10048 w 19586"/>
                    <a:gd name="connsiteY21" fmla="*/ 34728 h 45574"/>
                    <a:gd name="connsiteX22" fmla="*/ 6957 w 19586"/>
                    <a:gd name="connsiteY22" fmla="*/ 33130 h 45574"/>
                    <a:gd name="connsiteX23" fmla="*/ 6853 w 19586"/>
                    <a:gd name="connsiteY23" fmla="*/ 32771 h 45574"/>
                    <a:gd name="connsiteX24" fmla="*/ 7096 w 19586"/>
                    <a:gd name="connsiteY24" fmla="*/ 32250 h 45574"/>
                    <a:gd name="connsiteX25" fmla="*/ 6783 w 19586"/>
                    <a:gd name="connsiteY25" fmla="*/ 32528 h 45574"/>
                    <a:gd name="connsiteX26" fmla="*/ 5765 w 19586"/>
                    <a:gd name="connsiteY26" fmla="*/ 28963 h 45574"/>
                    <a:gd name="connsiteX27" fmla="*/ 8150 w 19586"/>
                    <a:gd name="connsiteY27" fmla="*/ 25421 h 45574"/>
                    <a:gd name="connsiteX28" fmla="*/ 6946 w 19586"/>
                    <a:gd name="connsiteY28" fmla="*/ 25837 h 45574"/>
                    <a:gd name="connsiteX29" fmla="*/ 6552 w 19586"/>
                    <a:gd name="connsiteY29" fmla="*/ 24599 h 45574"/>
                    <a:gd name="connsiteX30" fmla="*/ 6112 w 19586"/>
                    <a:gd name="connsiteY30" fmla="*/ 23117 h 45574"/>
                    <a:gd name="connsiteX31" fmla="*/ 6402 w 19586"/>
                    <a:gd name="connsiteY31" fmla="*/ 22909 h 45574"/>
                    <a:gd name="connsiteX32" fmla="*/ 9758 w 19586"/>
                    <a:gd name="connsiteY32" fmla="*/ 22121 h 45574"/>
                    <a:gd name="connsiteX33" fmla="*/ 10141 w 19586"/>
                    <a:gd name="connsiteY33" fmla="*/ 22249 h 45574"/>
                    <a:gd name="connsiteX34" fmla="*/ 10175 w 19586"/>
                    <a:gd name="connsiteY34" fmla="*/ 22017 h 45574"/>
                    <a:gd name="connsiteX35" fmla="*/ 10187 w 19586"/>
                    <a:gd name="connsiteY35" fmla="*/ 22017 h 45574"/>
                    <a:gd name="connsiteX36" fmla="*/ 10175 w 19586"/>
                    <a:gd name="connsiteY36" fmla="*/ 22006 h 45574"/>
                    <a:gd name="connsiteX37" fmla="*/ 10349 w 19586"/>
                    <a:gd name="connsiteY37" fmla="*/ 20663 h 45574"/>
                    <a:gd name="connsiteX38" fmla="*/ 8786 w 19586"/>
                    <a:gd name="connsiteY38" fmla="*/ 20628 h 45574"/>
                    <a:gd name="connsiteX39" fmla="*/ 9990 w 19586"/>
                    <a:gd name="connsiteY39" fmla="*/ 17769 h 45574"/>
                    <a:gd name="connsiteX40" fmla="*/ 13625 w 19586"/>
                    <a:gd name="connsiteY40" fmla="*/ 16542 h 45574"/>
                    <a:gd name="connsiteX41" fmla="*/ 13775 w 19586"/>
                    <a:gd name="connsiteY41" fmla="*/ 16229 h 45574"/>
                    <a:gd name="connsiteX42" fmla="*/ 13891 w 19586"/>
                    <a:gd name="connsiteY42" fmla="*/ 15952 h 45574"/>
                    <a:gd name="connsiteX43" fmla="*/ 14840 w 19586"/>
                    <a:gd name="connsiteY43" fmla="*/ 13833 h 45574"/>
                    <a:gd name="connsiteX44" fmla="*/ 14331 w 19586"/>
                    <a:gd name="connsiteY44" fmla="*/ 10395 h 45574"/>
                    <a:gd name="connsiteX45" fmla="*/ 12155 w 19586"/>
                    <a:gd name="connsiteY45" fmla="*/ 9793 h 45574"/>
                    <a:gd name="connsiteX46" fmla="*/ 10407 w 19586"/>
                    <a:gd name="connsiteY46" fmla="*/ 11830 h 45574"/>
                    <a:gd name="connsiteX47" fmla="*/ 8103 w 19586"/>
                    <a:gd name="connsiteY47" fmla="*/ 6899 h 45574"/>
                    <a:gd name="connsiteX48" fmla="*/ 9700 w 19586"/>
                    <a:gd name="connsiteY48" fmla="*/ 8937 h 45574"/>
                    <a:gd name="connsiteX49" fmla="*/ 10743 w 19586"/>
                    <a:gd name="connsiteY49" fmla="*/ 8751 h 45574"/>
                    <a:gd name="connsiteX50" fmla="*/ 10881 w 19586"/>
                    <a:gd name="connsiteY50" fmla="*/ 8856 h 45574"/>
                    <a:gd name="connsiteX51" fmla="*/ 10847 w 19586"/>
                    <a:gd name="connsiteY51" fmla="*/ 8740 h 45574"/>
                    <a:gd name="connsiteX52" fmla="*/ 11460 w 19586"/>
                    <a:gd name="connsiteY52" fmla="*/ 8624 h 45574"/>
                    <a:gd name="connsiteX53" fmla="*/ 10326 w 19586"/>
                    <a:gd name="connsiteY53" fmla="*/ 7246 h 45574"/>
                    <a:gd name="connsiteX54" fmla="*/ 10048 w 19586"/>
                    <a:gd name="connsiteY54" fmla="*/ 6471 h 45574"/>
                    <a:gd name="connsiteX55" fmla="*/ 11078 w 19586"/>
                    <a:gd name="connsiteY55" fmla="*/ 5116 h 45574"/>
                    <a:gd name="connsiteX56" fmla="*/ 13602 w 19586"/>
                    <a:gd name="connsiteY56" fmla="*/ 7698 h 45574"/>
                    <a:gd name="connsiteX57" fmla="*/ 16195 w 19586"/>
                    <a:gd name="connsiteY57" fmla="*/ 7848 h 45574"/>
                    <a:gd name="connsiteX58" fmla="*/ 16449 w 19586"/>
                    <a:gd name="connsiteY58" fmla="*/ 822 h 45574"/>
                    <a:gd name="connsiteX59" fmla="*/ 17688 w 19586"/>
                    <a:gd name="connsiteY59" fmla="*/ 0 h 45574"/>
                    <a:gd name="connsiteX60" fmla="*/ 19586 w 19586"/>
                    <a:gd name="connsiteY60" fmla="*/ 1945 h 45574"/>
                    <a:gd name="connsiteX61" fmla="*/ 19436 w 19586"/>
                    <a:gd name="connsiteY61" fmla="*/ 7744 h 45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19586" h="45574">
                      <a:moveTo>
                        <a:pt x="19436" y="7744"/>
                      </a:moveTo>
                      <a:lnTo>
                        <a:pt x="12490" y="22226"/>
                      </a:lnTo>
                      <a:lnTo>
                        <a:pt x="12953" y="26312"/>
                      </a:lnTo>
                      <a:lnTo>
                        <a:pt x="11391" y="28778"/>
                      </a:lnTo>
                      <a:lnTo>
                        <a:pt x="12479" y="30884"/>
                      </a:lnTo>
                      <a:lnTo>
                        <a:pt x="12467" y="30919"/>
                      </a:lnTo>
                      <a:lnTo>
                        <a:pt x="11032" y="31915"/>
                      </a:lnTo>
                      <a:lnTo>
                        <a:pt x="10627" y="35561"/>
                      </a:lnTo>
                      <a:lnTo>
                        <a:pt x="8068" y="36522"/>
                      </a:lnTo>
                      <a:lnTo>
                        <a:pt x="7872" y="41164"/>
                      </a:lnTo>
                      <a:lnTo>
                        <a:pt x="2084" y="45574"/>
                      </a:lnTo>
                      <a:lnTo>
                        <a:pt x="394" y="44197"/>
                      </a:lnTo>
                      <a:lnTo>
                        <a:pt x="0" y="40620"/>
                      </a:lnTo>
                      <a:lnTo>
                        <a:pt x="23" y="40620"/>
                      </a:lnTo>
                      <a:lnTo>
                        <a:pt x="1100" y="41789"/>
                      </a:lnTo>
                      <a:lnTo>
                        <a:pt x="3623" y="40932"/>
                      </a:lnTo>
                      <a:lnTo>
                        <a:pt x="4572" y="38999"/>
                      </a:lnTo>
                      <a:lnTo>
                        <a:pt x="4955" y="38872"/>
                      </a:lnTo>
                      <a:lnTo>
                        <a:pt x="4769" y="38606"/>
                      </a:lnTo>
                      <a:lnTo>
                        <a:pt x="6853" y="34357"/>
                      </a:lnTo>
                      <a:lnTo>
                        <a:pt x="8265" y="35955"/>
                      </a:lnTo>
                      <a:lnTo>
                        <a:pt x="10048" y="34728"/>
                      </a:lnTo>
                      <a:lnTo>
                        <a:pt x="6957" y="33130"/>
                      </a:lnTo>
                      <a:lnTo>
                        <a:pt x="6853" y="32771"/>
                      </a:lnTo>
                      <a:lnTo>
                        <a:pt x="7096" y="32250"/>
                      </a:lnTo>
                      <a:lnTo>
                        <a:pt x="6783" y="32528"/>
                      </a:lnTo>
                      <a:lnTo>
                        <a:pt x="5765" y="28963"/>
                      </a:lnTo>
                      <a:lnTo>
                        <a:pt x="8150" y="25421"/>
                      </a:lnTo>
                      <a:lnTo>
                        <a:pt x="6946" y="25837"/>
                      </a:lnTo>
                      <a:lnTo>
                        <a:pt x="6552" y="24599"/>
                      </a:lnTo>
                      <a:lnTo>
                        <a:pt x="6112" y="23117"/>
                      </a:lnTo>
                      <a:lnTo>
                        <a:pt x="6402" y="22909"/>
                      </a:lnTo>
                      <a:lnTo>
                        <a:pt x="9758" y="22121"/>
                      </a:lnTo>
                      <a:lnTo>
                        <a:pt x="10141" y="22249"/>
                      </a:lnTo>
                      <a:lnTo>
                        <a:pt x="10175" y="22017"/>
                      </a:lnTo>
                      <a:lnTo>
                        <a:pt x="10187" y="22017"/>
                      </a:lnTo>
                      <a:lnTo>
                        <a:pt x="10175" y="22006"/>
                      </a:lnTo>
                      <a:lnTo>
                        <a:pt x="10349" y="20663"/>
                      </a:lnTo>
                      <a:lnTo>
                        <a:pt x="8786" y="20628"/>
                      </a:lnTo>
                      <a:lnTo>
                        <a:pt x="9990" y="17769"/>
                      </a:lnTo>
                      <a:lnTo>
                        <a:pt x="13625" y="16542"/>
                      </a:lnTo>
                      <a:lnTo>
                        <a:pt x="13775" y="16229"/>
                      </a:lnTo>
                      <a:lnTo>
                        <a:pt x="13891" y="15952"/>
                      </a:lnTo>
                      <a:lnTo>
                        <a:pt x="14840" y="13833"/>
                      </a:lnTo>
                      <a:lnTo>
                        <a:pt x="14331" y="10395"/>
                      </a:lnTo>
                      <a:lnTo>
                        <a:pt x="12155" y="9793"/>
                      </a:lnTo>
                      <a:lnTo>
                        <a:pt x="10407" y="11830"/>
                      </a:lnTo>
                      <a:lnTo>
                        <a:pt x="8103" y="6899"/>
                      </a:lnTo>
                      <a:lnTo>
                        <a:pt x="9700" y="8937"/>
                      </a:lnTo>
                      <a:lnTo>
                        <a:pt x="10743" y="8751"/>
                      </a:lnTo>
                      <a:lnTo>
                        <a:pt x="10881" y="8856"/>
                      </a:lnTo>
                      <a:lnTo>
                        <a:pt x="10847" y="8740"/>
                      </a:lnTo>
                      <a:lnTo>
                        <a:pt x="11460" y="8624"/>
                      </a:lnTo>
                      <a:lnTo>
                        <a:pt x="10326" y="7246"/>
                      </a:lnTo>
                      <a:lnTo>
                        <a:pt x="10048" y="6471"/>
                      </a:lnTo>
                      <a:lnTo>
                        <a:pt x="11078" y="5116"/>
                      </a:lnTo>
                      <a:lnTo>
                        <a:pt x="13602" y="7698"/>
                      </a:lnTo>
                      <a:lnTo>
                        <a:pt x="16195" y="7848"/>
                      </a:lnTo>
                      <a:lnTo>
                        <a:pt x="16449" y="822"/>
                      </a:lnTo>
                      <a:lnTo>
                        <a:pt x="17688" y="0"/>
                      </a:lnTo>
                      <a:lnTo>
                        <a:pt x="19586" y="1945"/>
                      </a:lnTo>
                      <a:lnTo>
                        <a:pt x="19436" y="774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26" name="Freeform: Shape 325">
                  <a:extLst>
                    <a:ext uri="{FF2B5EF4-FFF2-40B4-BE49-F238E27FC236}">
                      <a16:creationId xmlns:a16="http://schemas.microsoft.com/office/drawing/2014/main" id="{C2C24262-07AA-6B65-66CE-61BFBCD334C8}"/>
                    </a:ext>
                  </a:extLst>
                </p:cNvPr>
                <p:cNvSpPr/>
                <p:nvPr/>
              </p:nvSpPr>
              <p:spPr>
                <a:xfrm>
                  <a:off x="8002482" y="3012708"/>
                  <a:ext cx="21982" cy="18081"/>
                </a:xfrm>
                <a:custGeom>
                  <a:avLst/>
                  <a:gdLst>
                    <a:gd name="connsiteX0" fmla="*/ 3889 w 21982"/>
                    <a:gd name="connsiteY0" fmla="*/ 93 h 18081"/>
                    <a:gd name="connsiteX1" fmla="*/ 13521 w 21982"/>
                    <a:gd name="connsiteY1" fmla="*/ 3623 h 18081"/>
                    <a:gd name="connsiteX2" fmla="*/ 14157 w 21982"/>
                    <a:gd name="connsiteY2" fmla="*/ 4121 h 18081"/>
                    <a:gd name="connsiteX3" fmla="*/ 13451 w 21982"/>
                    <a:gd name="connsiteY3" fmla="*/ 4978 h 18081"/>
                    <a:gd name="connsiteX4" fmla="*/ 15396 w 21982"/>
                    <a:gd name="connsiteY4" fmla="*/ 4306 h 18081"/>
                    <a:gd name="connsiteX5" fmla="*/ 17352 w 21982"/>
                    <a:gd name="connsiteY5" fmla="*/ 5024 h 18081"/>
                    <a:gd name="connsiteX6" fmla="*/ 19424 w 21982"/>
                    <a:gd name="connsiteY6" fmla="*/ 6135 h 18081"/>
                    <a:gd name="connsiteX7" fmla="*/ 18186 w 21982"/>
                    <a:gd name="connsiteY7" fmla="*/ 8265 h 18081"/>
                    <a:gd name="connsiteX8" fmla="*/ 21103 w 21982"/>
                    <a:gd name="connsiteY8" fmla="*/ 9562 h 18081"/>
                    <a:gd name="connsiteX9" fmla="*/ 21983 w 21982"/>
                    <a:gd name="connsiteY9" fmla="*/ 14759 h 18081"/>
                    <a:gd name="connsiteX10" fmla="*/ 21172 w 21982"/>
                    <a:gd name="connsiteY10" fmla="*/ 13613 h 18081"/>
                    <a:gd name="connsiteX11" fmla="*/ 21103 w 21982"/>
                    <a:gd name="connsiteY11" fmla="*/ 13868 h 18081"/>
                    <a:gd name="connsiteX12" fmla="*/ 18394 w 21982"/>
                    <a:gd name="connsiteY12" fmla="*/ 16009 h 18081"/>
                    <a:gd name="connsiteX13" fmla="*/ 12433 w 21982"/>
                    <a:gd name="connsiteY13" fmla="*/ 18081 h 18081"/>
                    <a:gd name="connsiteX14" fmla="*/ 12988 w 21982"/>
                    <a:gd name="connsiteY14" fmla="*/ 14632 h 18081"/>
                    <a:gd name="connsiteX15" fmla="*/ 10847 w 21982"/>
                    <a:gd name="connsiteY15" fmla="*/ 13590 h 18081"/>
                    <a:gd name="connsiteX16" fmla="*/ 11379 w 21982"/>
                    <a:gd name="connsiteY16" fmla="*/ 13185 h 18081"/>
                    <a:gd name="connsiteX17" fmla="*/ 12652 w 21982"/>
                    <a:gd name="connsiteY17" fmla="*/ 12282 h 18081"/>
                    <a:gd name="connsiteX18" fmla="*/ 12351 w 21982"/>
                    <a:gd name="connsiteY18" fmla="*/ 12433 h 18081"/>
                    <a:gd name="connsiteX19" fmla="*/ 12722 w 21982"/>
                    <a:gd name="connsiteY19" fmla="*/ 12143 h 18081"/>
                    <a:gd name="connsiteX20" fmla="*/ 10499 w 21982"/>
                    <a:gd name="connsiteY20" fmla="*/ 13266 h 18081"/>
                    <a:gd name="connsiteX21" fmla="*/ 10210 w 21982"/>
                    <a:gd name="connsiteY21" fmla="*/ 13035 h 18081"/>
                    <a:gd name="connsiteX22" fmla="*/ 9423 w 21982"/>
                    <a:gd name="connsiteY22" fmla="*/ 12132 h 18081"/>
                    <a:gd name="connsiteX23" fmla="*/ 9712 w 21982"/>
                    <a:gd name="connsiteY23" fmla="*/ 12664 h 18081"/>
                    <a:gd name="connsiteX24" fmla="*/ 9041 w 21982"/>
                    <a:gd name="connsiteY24" fmla="*/ 12155 h 18081"/>
                    <a:gd name="connsiteX25" fmla="*/ 9770 w 21982"/>
                    <a:gd name="connsiteY25" fmla="*/ 12780 h 18081"/>
                    <a:gd name="connsiteX26" fmla="*/ 11078 w 21982"/>
                    <a:gd name="connsiteY26" fmla="*/ 15176 h 18081"/>
                    <a:gd name="connsiteX27" fmla="*/ 10800 w 21982"/>
                    <a:gd name="connsiteY27" fmla="*/ 15477 h 18081"/>
                    <a:gd name="connsiteX28" fmla="*/ 9249 w 21982"/>
                    <a:gd name="connsiteY28" fmla="*/ 14389 h 18081"/>
                    <a:gd name="connsiteX29" fmla="*/ 8774 w 21982"/>
                    <a:gd name="connsiteY29" fmla="*/ 14794 h 18081"/>
                    <a:gd name="connsiteX30" fmla="*/ 7304 w 21982"/>
                    <a:gd name="connsiteY30" fmla="*/ 13856 h 18081"/>
                    <a:gd name="connsiteX31" fmla="*/ 6911 w 21982"/>
                    <a:gd name="connsiteY31" fmla="*/ 11981 h 18081"/>
                    <a:gd name="connsiteX32" fmla="*/ 7733 w 21982"/>
                    <a:gd name="connsiteY32" fmla="*/ 11252 h 18081"/>
                    <a:gd name="connsiteX33" fmla="*/ 8971 w 21982"/>
                    <a:gd name="connsiteY33" fmla="*/ 10384 h 18081"/>
                    <a:gd name="connsiteX34" fmla="*/ 8867 w 21982"/>
                    <a:gd name="connsiteY34" fmla="*/ 10268 h 18081"/>
                    <a:gd name="connsiteX35" fmla="*/ 9018 w 21982"/>
                    <a:gd name="connsiteY35" fmla="*/ 10129 h 18081"/>
                    <a:gd name="connsiteX36" fmla="*/ 4376 w 21982"/>
                    <a:gd name="connsiteY36" fmla="*/ 4850 h 18081"/>
                    <a:gd name="connsiteX37" fmla="*/ 4387 w 21982"/>
                    <a:gd name="connsiteY37" fmla="*/ 5186 h 18081"/>
                    <a:gd name="connsiteX38" fmla="*/ 4318 w 21982"/>
                    <a:gd name="connsiteY38" fmla="*/ 5105 h 18081"/>
                    <a:gd name="connsiteX39" fmla="*/ 4434 w 21982"/>
                    <a:gd name="connsiteY39" fmla="*/ 8983 h 18081"/>
                    <a:gd name="connsiteX40" fmla="*/ 2524 w 21982"/>
                    <a:gd name="connsiteY40" fmla="*/ 8995 h 18081"/>
                    <a:gd name="connsiteX41" fmla="*/ 3311 w 21982"/>
                    <a:gd name="connsiteY41" fmla="*/ 11263 h 18081"/>
                    <a:gd name="connsiteX42" fmla="*/ 1829 w 21982"/>
                    <a:gd name="connsiteY42" fmla="*/ 9018 h 18081"/>
                    <a:gd name="connsiteX43" fmla="*/ 1702 w 21982"/>
                    <a:gd name="connsiteY43" fmla="*/ 8578 h 18081"/>
                    <a:gd name="connsiteX44" fmla="*/ 3380 w 21982"/>
                    <a:gd name="connsiteY44" fmla="*/ 6760 h 18081"/>
                    <a:gd name="connsiteX45" fmla="*/ 0 w 21982"/>
                    <a:gd name="connsiteY45" fmla="*/ 2257 h 18081"/>
                    <a:gd name="connsiteX46" fmla="*/ 370 w 21982"/>
                    <a:gd name="connsiteY46" fmla="*/ 2211 h 18081"/>
                    <a:gd name="connsiteX47" fmla="*/ 2500 w 21982"/>
                    <a:gd name="connsiteY47" fmla="*/ 2269 h 18081"/>
                    <a:gd name="connsiteX48" fmla="*/ 3994 w 21982"/>
                    <a:gd name="connsiteY48" fmla="*/ 4179 h 18081"/>
                    <a:gd name="connsiteX49" fmla="*/ 6679 w 21982"/>
                    <a:gd name="connsiteY49" fmla="*/ 3658 h 18081"/>
                    <a:gd name="connsiteX50" fmla="*/ 4723 w 21982"/>
                    <a:gd name="connsiteY50" fmla="*/ 2709 h 18081"/>
                    <a:gd name="connsiteX51" fmla="*/ 5035 w 21982"/>
                    <a:gd name="connsiteY51" fmla="*/ 1285 h 18081"/>
                    <a:gd name="connsiteX52" fmla="*/ 2709 w 21982"/>
                    <a:gd name="connsiteY52" fmla="*/ 1146 h 18081"/>
                    <a:gd name="connsiteX53" fmla="*/ 2199 w 21982"/>
                    <a:gd name="connsiteY53" fmla="*/ 1042 h 18081"/>
                    <a:gd name="connsiteX54" fmla="*/ 3519 w 21982"/>
                    <a:gd name="connsiteY54" fmla="*/ 0 h 18081"/>
                    <a:gd name="connsiteX55" fmla="*/ 3889 w 21982"/>
                    <a:gd name="connsiteY55" fmla="*/ 93 h 18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21982" h="18081">
                      <a:moveTo>
                        <a:pt x="3889" y="93"/>
                      </a:moveTo>
                      <a:lnTo>
                        <a:pt x="13521" y="3623"/>
                      </a:lnTo>
                      <a:lnTo>
                        <a:pt x="14157" y="4121"/>
                      </a:lnTo>
                      <a:lnTo>
                        <a:pt x="13451" y="4978"/>
                      </a:lnTo>
                      <a:lnTo>
                        <a:pt x="15396" y="4306"/>
                      </a:lnTo>
                      <a:lnTo>
                        <a:pt x="17352" y="5024"/>
                      </a:lnTo>
                      <a:lnTo>
                        <a:pt x="19424" y="6135"/>
                      </a:lnTo>
                      <a:lnTo>
                        <a:pt x="18186" y="8265"/>
                      </a:lnTo>
                      <a:lnTo>
                        <a:pt x="21103" y="9562"/>
                      </a:lnTo>
                      <a:lnTo>
                        <a:pt x="21983" y="14759"/>
                      </a:lnTo>
                      <a:lnTo>
                        <a:pt x="21172" y="13613"/>
                      </a:lnTo>
                      <a:lnTo>
                        <a:pt x="21103" y="13868"/>
                      </a:lnTo>
                      <a:lnTo>
                        <a:pt x="18394" y="16009"/>
                      </a:lnTo>
                      <a:lnTo>
                        <a:pt x="12433" y="18081"/>
                      </a:lnTo>
                      <a:lnTo>
                        <a:pt x="12988" y="14632"/>
                      </a:lnTo>
                      <a:lnTo>
                        <a:pt x="10847" y="13590"/>
                      </a:lnTo>
                      <a:lnTo>
                        <a:pt x="11379" y="13185"/>
                      </a:lnTo>
                      <a:lnTo>
                        <a:pt x="12652" y="12282"/>
                      </a:lnTo>
                      <a:lnTo>
                        <a:pt x="12351" y="12433"/>
                      </a:lnTo>
                      <a:lnTo>
                        <a:pt x="12722" y="12143"/>
                      </a:lnTo>
                      <a:lnTo>
                        <a:pt x="10499" y="13266"/>
                      </a:lnTo>
                      <a:lnTo>
                        <a:pt x="10210" y="13035"/>
                      </a:lnTo>
                      <a:lnTo>
                        <a:pt x="9423" y="12132"/>
                      </a:lnTo>
                      <a:lnTo>
                        <a:pt x="9712" y="12664"/>
                      </a:lnTo>
                      <a:lnTo>
                        <a:pt x="9041" y="12155"/>
                      </a:lnTo>
                      <a:lnTo>
                        <a:pt x="9770" y="12780"/>
                      </a:lnTo>
                      <a:lnTo>
                        <a:pt x="11078" y="15176"/>
                      </a:lnTo>
                      <a:lnTo>
                        <a:pt x="10800" y="15477"/>
                      </a:lnTo>
                      <a:lnTo>
                        <a:pt x="9249" y="14389"/>
                      </a:lnTo>
                      <a:lnTo>
                        <a:pt x="8774" y="14794"/>
                      </a:lnTo>
                      <a:lnTo>
                        <a:pt x="7304" y="13856"/>
                      </a:lnTo>
                      <a:lnTo>
                        <a:pt x="6911" y="11981"/>
                      </a:lnTo>
                      <a:lnTo>
                        <a:pt x="7733" y="11252"/>
                      </a:lnTo>
                      <a:lnTo>
                        <a:pt x="8971" y="10384"/>
                      </a:lnTo>
                      <a:lnTo>
                        <a:pt x="8867" y="10268"/>
                      </a:lnTo>
                      <a:lnTo>
                        <a:pt x="9018" y="10129"/>
                      </a:lnTo>
                      <a:lnTo>
                        <a:pt x="4376" y="4850"/>
                      </a:lnTo>
                      <a:lnTo>
                        <a:pt x="4387" y="5186"/>
                      </a:lnTo>
                      <a:lnTo>
                        <a:pt x="4318" y="5105"/>
                      </a:lnTo>
                      <a:lnTo>
                        <a:pt x="4434" y="8983"/>
                      </a:lnTo>
                      <a:lnTo>
                        <a:pt x="2524" y="8995"/>
                      </a:lnTo>
                      <a:lnTo>
                        <a:pt x="3311" y="11263"/>
                      </a:lnTo>
                      <a:lnTo>
                        <a:pt x="1829" y="9018"/>
                      </a:lnTo>
                      <a:lnTo>
                        <a:pt x="1702" y="8578"/>
                      </a:lnTo>
                      <a:lnTo>
                        <a:pt x="3380" y="6760"/>
                      </a:lnTo>
                      <a:lnTo>
                        <a:pt x="0" y="2257"/>
                      </a:lnTo>
                      <a:lnTo>
                        <a:pt x="370" y="2211"/>
                      </a:lnTo>
                      <a:lnTo>
                        <a:pt x="2500" y="2269"/>
                      </a:lnTo>
                      <a:lnTo>
                        <a:pt x="3994" y="4179"/>
                      </a:lnTo>
                      <a:lnTo>
                        <a:pt x="6679" y="3658"/>
                      </a:lnTo>
                      <a:lnTo>
                        <a:pt x="4723" y="2709"/>
                      </a:lnTo>
                      <a:lnTo>
                        <a:pt x="5035" y="1285"/>
                      </a:lnTo>
                      <a:lnTo>
                        <a:pt x="2709" y="1146"/>
                      </a:lnTo>
                      <a:lnTo>
                        <a:pt x="2199" y="1042"/>
                      </a:lnTo>
                      <a:lnTo>
                        <a:pt x="3519" y="0"/>
                      </a:lnTo>
                      <a:lnTo>
                        <a:pt x="3889" y="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27" name="Freeform: Shape 326">
                  <a:extLst>
                    <a:ext uri="{FF2B5EF4-FFF2-40B4-BE49-F238E27FC236}">
                      <a16:creationId xmlns:a16="http://schemas.microsoft.com/office/drawing/2014/main" id="{AC0047E6-E6A0-9009-2473-A547E3C0F92A}"/>
                    </a:ext>
                  </a:extLst>
                </p:cNvPr>
                <p:cNvSpPr/>
                <p:nvPr/>
              </p:nvSpPr>
              <p:spPr>
                <a:xfrm>
                  <a:off x="9193906" y="2302481"/>
                  <a:ext cx="11228" cy="26566"/>
                </a:xfrm>
                <a:custGeom>
                  <a:avLst/>
                  <a:gdLst>
                    <a:gd name="connsiteX0" fmla="*/ 4491 w 11228"/>
                    <a:gd name="connsiteY0" fmla="*/ 0 h 26566"/>
                    <a:gd name="connsiteX1" fmla="*/ 10569 w 11228"/>
                    <a:gd name="connsiteY1" fmla="*/ 3461 h 26566"/>
                    <a:gd name="connsiteX2" fmla="*/ 11229 w 11228"/>
                    <a:gd name="connsiteY2" fmla="*/ 4086 h 26566"/>
                    <a:gd name="connsiteX3" fmla="*/ 7247 w 11228"/>
                    <a:gd name="connsiteY3" fmla="*/ 26567 h 26566"/>
                    <a:gd name="connsiteX4" fmla="*/ 1887 w 11228"/>
                    <a:gd name="connsiteY4" fmla="*/ 17862 h 26566"/>
                    <a:gd name="connsiteX5" fmla="*/ 2350 w 11228"/>
                    <a:gd name="connsiteY5" fmla="*/ 14956 h 26566"/>
                    <a:gd name="connsiteX6" fmla="*/ 0 w 11228"/>
                    <a:gd name="connsiteY6" fmla="*/ 9006 h 26566"/>
                    <a:gd name="connsiteX7" fmla="*/ 1192 w 11228"/>
                    <a:gd name="connsiteY7" fmla="*/ 2489 h 26566"/>
                    <a:gd name="connsiteX8" fmla="*/ 4491 w 11228"/>
                    <a:gd name="connsiteY8" fmla="*/ 0 h 2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228" h="26566">
                      <a:moveTo>
                        <a:pt x="4491" y="0"/>
                      </a:moveTo>
                      <a:lnTo>
                        <a:pt x="10569" y="3461"/>
                      </a:lnTo>
                      <a:lnTo>
                        <a:pt x="11229" y="4086"/>
                      </a:lnTo>
                      <a:lnTo>
                        <a:pt x="7247" y="26567"/>
                      </a:lnTo>
                      <a:lnTo>
                        <a:pt x="1887" y="17862"/>
                      </a:lnTo>
                      <a:lnTo>
                        <a:pt x="2350" y="14956"/>
                      </a:lnTo>
                      <a:lnTo>
                        <a:pt x="0" y="9006"/>
                      </a:lnTo>
                      <a:lnTo>
                        <a:pt x="1192" y="2489"/>
                      </a:lnTo>
                      <a:lnTo>
                        <a:pt x="4491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28" name="Freeform: Shape 327">
                  <a:extLst>
                    <a:ext uri="{FF2B5EF4-FFF2-40B4-BE49-F238E27FC236}">
                      <a16:creationId xmlns:a16="http://schemas.microsoft.com/office/drawing/2014/main" id="{33CFA259-A7B3-B2A6-C5E0-F58A50C26073}"/>
                    </a:ext>
                  </a:extLst>
                </p:cNvPr>
                <p:cNvSpPr/>
                <p:nvPr/>
              </p:nvSpPr>
              <p:spPr>
                <a:xfrm>
                  <a:off x="7404056" y="2992624"/>
                  <a:ext cx="20500" cy="17884"/>
                </a:xfrm>
                <a:custGeom>
                  <a:avLst/>
                  <a:gdLst>
                    <a:gd name="connsiteX0" fmla="*/ 0 w 20500"/>
                    <a:gd name="connsiteY0" fmla="*/ 2269 h 17884"/>
                    <a:gd name="connsiteX1" fmla="*/ 914 w 20500"/>
                    <a:gd name="connsiteY1" fmla="*/ 0 h 17884"/>
                    <a:gd name="connsiteX2" fmla="*/ 5730 w 20500"/>
                    <a:gd name="connsiteY2" fmla="*/ 5313 h 17884"/>
                    <a:gd name="connsiteX3" fmla="*/ 7733 w 20500"/>
                    <a:gd name="connsiteY3" fmla="*/ 1285 h 17884"/>
                    <a:gd name="connsiteX4" fmla="*/ 14042 w 20500"/>
                    <a:gd name="connsiteY4" fmla="*/ 4573 h 17884"/>
                    <a:gd name="connsiteX5" fmla="*/ 16345 w 20500"/>
                    <a:gd name="connsiteY5" fmla="*/ 3230 h 17884"/>
                    <a:gd name="connsiteX6" fmla="*/ 16206 w 20500"/>
                    <a:gd name="connsiteY6" fmla="*/ 5811 h 17884"/>
                    <a:gd name="connsiteX7" fmla="*/ 16924 w 20500"/>
                    <a:gd name="connsiteY7" fmla="*/ 6714 h 17884"/>
                    <a:gd name="connsiteX8" fmla="*/ 20501 w 20500"/>
                    <a:gd name="connsiteY8" fmla="*/ 11229 h 17884"/>
                    <a:gd name="connsiteX9" fmla="*/ 19714 w 20500"/>
                    <a:gd name="connsiteY9" fmla="*/ 11807 h 17884"/>
                    <a:gd name="connsiteX10" fmla="*/ 17827 w 20500"/>
                    <a:gd name="connsiteY10" fmla="*/ 12965 h 17884"/>
                    <a:gd name="connsiteX11" fmla="*/ 14412 w 20500"/>
                    <a:gd name="connsiteY11" fmla="*/ 11588 h 17884"/>
                    <a:gd name="connsiteX12" fmla="*/ 14342 w 20500"/>
                    <a:gd name="connsiteY12" fmla="*/ 11750 h 17884"/>
                    <a:gd name="connsiteX13" fmla="*/ 13972 w 20500"/>
                    <a:gd name="connsiteY13" fmla="*/ 11599 h 17884"/>
                    <a:gd name="connsiteX14" fmla="*/ 13717 w 20500"/>
                    <a:gd name="connsiteY14" fmla="*/ 13289 h 17884"/>
                    <a:gd name="connsiteX15" fmla="*/ 12548 w 20500"/>
                    <a:gd name="connsiteY15" fmla="*/ 16114 h 17884"/>
                    <a:gd name="connsiteX16" fmla="*/ 13185 w 20500"/>
                    <a:gd name="connsiteY16" fmla="*/ 16692 h 17884"/>
                    <a:gd name="connsiteX17" fmla="*/ 13092 w 20500"/>
                    <a:gd name="connsiteY17" fmla="*/ 17260 h 17884"/>
                    <a:gd name="connsiteX18" fmla="*/ 12143 w 20500"/>
                    <a:gd name="connsiteY18" fmla="*/ 17827 h 17884"/>
                    <a:gd name="connsiteX19" fmla="*/ 11043 w 20500"/>
                    <a:gd name="connsiteY19" fmla="*/ 17885 h 17884"/>
                    <a:gd name="connsiteX20" fmla="*/ 9214 w 20500"/>
                    <a:gd name="connsiteY20" fmla="*/ 13451 h 17884"/>
                    <a:gd name="connsiteX21" fmla="*/ 7223 w 20500"/>
                    <a:gd name="connsiteY21" fmla="*/ 14331 h 17884"/>
                    <a:gd name="connsiteX22" fmla="*/ 1447 w 20500"/>
                    <a:gd name="connsiteY22" fmla="*/ 11101 h 17884"/>
                    <a:gd name="connsiteX23" fmla="*/ 2373 w 20500"/>
                    <a:gd name="connsiteY23" fmla="*/ 8057 h 17884"/>
                    <a:gd name="connsiteX24" fmla="*/ 2408 w 20500"/>
                    <a:gd name="connsiteY24" fmla="*/ 7929 h 17884"/>
                    <a:gd name="connsiteX25" fmla="*/ 2269 w 20500"/>
                    <a:gd name="connsiteY25" fmla="*/ 6714 h 17884"/>
                    <a:gd name="connsiteX26" fmla="*/ 1933 w 20500"/>
                    <a:gd name="connsiteY26" fmla="*/ 3832 h 17884"/>
                    <a:gd name="connsiteX27" fmla="*/ 0 w 20500"/>
                    <a:gd name="connsiteY27" fmla="*/ 2269 h 178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20500" h="17884">
                      <a:moveTo>
                        <a:pt x="0" y="2269"/>
                      </a:moveTo>
                      <a:lnTo>
                        <a:pt x="914" y="0"/>
                      </a:lnTo>
                      <a:lnTo>
                        <a:pt x="5730" y="5313"/>
                      </a:lnTo>
                      <a:lnTo>
                        <a:pt x="7733" y="1285"/>
                      </a:lnTo>
                      <a:lnTo>
                        <a:pt x="14042" y="4573"/>
                      </a:lnTo>
                      <a:lnTo>
                        <a:pt x="16345" y="3230"/>
                      </a:lnTo>
                      <a:lnTo>
                        <a:pt x="16206" y="5811"/>
                      </a:lnTo>
                      <a:lnTo>
                        <a:pt x="16924" y="6714"/>
                      </a:lnTo>
                      <a:lnTo>
                        <a:pt x="20501" y="11229"/>
                      </a:lnTo>
                      <a:lnTo>
                        <a:pt x="19714" y="11807"/>
                      </a:lnTo>
                      <a:lnTo>
                        <a:pt x="17827" y="12965"/>
                      </a:lnTo>
                      <a:lnTo>
                        <a:pt x="14412" y="11588"/>
                      </a:lnTo>
                      <a:lnTo>
                        <a:pt x="14342" y="11750"/>
                      </a:lnTo>
                      <a:lnTo>
                        <a:pt x="13972" y="11599"/>
                      </a:lnTo>
                      <a:lnTo>
                        <a:pt x="13717" y="13289"/>
                      </a:lnTo>
                      <a:lnTo>
                        <a:pt x="12548" y="16114"/>
                      </a:lnTo>
                      <a:lnTo>
                        <a:pt x="13185" y="16692"/>
                      </a:lnTo>
                      <a:lnTo>
                        <a:pt x="13092" y="17260"/>
                      </a:lnTo>
                      <a:lnTo>
                        <a:pt x="12143" y="17827"/>
                      </a:lnTo>
                      <a:lnTo>
                        <a:pt x="11043" y="17885"/>
                      </a:lnTo>
                      <a:lnTo>
                        <a:pt x="9214" y="13451"/>
                      </a:lnTo>
                      <a:lnTo>
                        <a:pt x="7223" y="14331"/>
                      </a:lnTo>
                      <a:lnTo>
                        <a:pt x="1447" y="11101"/>
                      </a:lnTo>
                      <a:lnTo>
                        <a:pt x="2373" y="8057"/>
                      </a:lnTo>
                      <a:lnTo>
                        <a:pt x="2408" y="7929"/>
                      </a:lnTo>
                      <a:lnTo>
                        <a:pt x="2269" y="6714"/>
                      </a:lnTo>
                      <a:lnTo>
                        <a:pt x="1933" y="3832"/>
                      </a:lnTo>
                      <a:lnTo>
                        <a:pt x="0" y="22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29" name="Freeform: Shape 328">
                  <a:extLst>
                    <a:ext uri="{FF2B5EF4-FFF2-40B4-BE49-F238E27FC236}">
                      <a16:creationId xmlns:a16="http://schemas.microsoft.com/office/drawing/2014/main" id="{9FDAEE1C-6CB8-9F34-DEA1-52EB08886035}"/>
                    </a:ext>
                  </a:extLst>
                </p:cNvPr>
                <p:cNvSpPr/>
                <p:nvPr/>
              </p:nvSpPr>
              <p:spPr>
                <a:xfrm>
                  <a:off x="8225029" y="3657345"/>
                  <a:ext cx="25107" cy="14990"/>
                </a:xfrm>
                <a:custGeom>
                  <a:avLst/>
                  <a:gdLst>
                    <a:gd name="connsiteX0" fmla="*/ 3704 w 25107"/>
                    <a:gd name="connsiteY0" fmla="*/ 579 h 14990"/>
                    <a:gd name="connsiteX1" fmla="*/ 3913 w 25107"/>
                    <a:gd name="connsiteY1" fmla="*/ 0 h 14990"/>
                    <a:gd name="connsiteX2" fmla="*/ 8230 w 25107"/>
                    <a:gd name="connsiteY2" fmla="*/ 3519 h 14990"/>
                    <a:gd name="connsiteX3" fmla="*/ 9654 w 25107"/>
                    <a:gd name="connsiteY3" fmla="*/ 2477 h 14990"/>
                    <a:gd name="connsiteX4" fmla="*/ 10499 w 25107"/>
                    <a:gd name="connsiteY4" fmla="*/ 2014 h 14990"/>
                    <a:gd name="connsiteX5" fmla="*/ 17190 w 25107"/>
                    <a:gd name="connsiteY5" fmla="*/ 9481 h 14990"/>
                    <a:gd name="connsiteX6" fmla="*/ 17931 w 25107"/>
                    <a:gd name="connsiteY6" fmla="*/ 7165 h 14990"/>
                    <a:gd name="connsiteX7" fmla="*/ 19841 w 25107"/>
                    <a:gd name="connsiteY7" fmla="*/ 6876 h 14990"/>
                    <a:gd name="connsiteX8" fmla="*/ 25108 w 25107"/>
                    <a:gd name="connsiteY8" fmla="*/ 11287 h 14990"/>
                    <a:gd name="connsiteX9" fmla="*/ 19378 w 25107"/>
                    <a:gd name="connsiteY9" fmla="*/ 12409 h 14990"/>
                    <a:gd name="connsiteX10" fmla="*/ 18186 w 25107"/>
                    <a:gd name="connsiteY10" fmla="*/ 10025 h 14990"/>
                    <a:gd name="connsiteX11" fmla="*/ 16947 w 25107"/>
                    <a:gd name="connsiteY11" fmla="*/ 11773 h 14990"/>
                    <a:gd name="connsiteX12" fmla="*/ 16912 w 25107"/>
                    <a:gd name="connsiteY12" fmla="*/ 11749 h 14990"/>
                    <a:gd name="connsiteX13" fmla="*/ 16357 w 25107"/>
                    <a:gd name="connsiteY13" fmla="*/ 12618 h 14990"/>
                    <a:gd name="connsiteX14" fmla="*/ 14944 w 25107"/>
                    <a:gd name="connsiteY14" fmla="*/ 14609 h 14990"/>
                    <a:gd name="connsiteX15" fmla="*/ 11286 w 25107"/>
                    <a:gd name="connsiteY15" fmla="*/ 14991 h 14990"/>
                    <a:gd name="connsiteX16" fmla="*/ 4515 w 25107"/>
                    <a:gd name="connsiteY16" fmla="*/ 10893 h 14990"/>
                    <a:gd name="connsiteX17" fmla="*/ 2512 w 25107"/>
                    <a:gd name="connsiteY17" fmla="*/ 10835 h 14990"/>
                    <a:gd name="connsiteX18" fmla="*/ 2257 w 25107"/>
                    <a:gd name="connsiteY18" fmla="*/ 10615 h 14990"/>
                    <a:gd name="connsiteX19" fmla="*/ 1748 w 25107"/>
                    <a:gd name="connsiteY19" fmla="*/ 10812 h 14990"/>
                    <a:gd name="connsiteX20" fmla="*/ 0 w 25107"/>
                    <a:gd name="connsiteY20" fmla="*/ 10754 h 14990"/>
                    <a:gd name="connsiteX21" fmla="*/ 3924 w 25107"/>
                    <a:gd name="connsiteY21" fmla="*/ 1424 h 14990"/>
                    <a:gd name="connsiteX22" fmla="*/ 3704 w 25107"/>
                    <a:gd name="connsiteY22" fmla="*/ 579 h 149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107" h="14990">
                      <a:moveTo>
                        <a:pt x="3704" y="579"/>
                      </a:moveTo>
                      <a:lnTo>
                        <a:pt x="3913" y="0"/>
                      </a:lnTo>
                      <a:lnTo>
                        <a:pt x="8230" y="3519"/>
                      </a:lnTo>
                      <a:lnTo>
                        <a:pt x="9654" y="2477"/>
                      </a:lnTo>
                      <a:lnTo>
                        <a:pt x="10499" y="2014"/>
                      </a:lnTo>
                      <a:lnTo>
                        <a:pt x="17190" y="9481"/>
                      </a:lnTo>
                      <a:lnTo>
                        <a:pt x="17931" y="7165"/>
                      </a:lnTo>
                      <a:lnTo>
                        <a:pt x="19841" y="6876"/>
                      </a:lnTo>
                      <a:lnTo>
                        <a:pt x="25108" y="11287"/>
                      </a:lnTo>
                      <a:lnTo>
                        <a:pt x="19378" y="12409"/>
                      </a:lnTo>
                      <a:lnTo>
                        <a:pt x="18186" y="10025"/>
                      </a:lnTo>
                      <a:lnTo>
                        <a:pt x="16947" y="11773"/>
                      </a:lnTo>
                      <a:lnTo>
                        <a:pt x="16912" y="11749"/>
                      </a:lnTo>
                      <a:lnTo>
                        <a:pt x="16357" y="12618"/>
                      </a:lnTo>
                      <a:lnTo>
                        <a:pt x="14944" y="14609"/>
                      </a:lnTo>
                      <a:lnTo>
                        <a:pt x="11286" y="14991"/>
                      </a:lnTo>
                      <a:lnTo>
                        <a:pt x="4515" y="10893"/>
                      </a:lnTo>
                      <a:lnTo>
                        <a:pt x="2512" y="10835"/>
                      </a:lnTo>
                      <a:lnTo>
                        <a:pt x="2257" y="10615"/>
                      </a:lnTo>
                      <a:lnTo>
                        <a:pt x="1748" y="10812"/>
                      </a:lnTo>
                      <a:lnTo>
                        <a:pt x="0" y="10754"/>
                      </a:lnTo>
                      <a:lnTo>
                        <a:pt x="3924" y="1424"/>
                      </a:lnTo>
                      <a:lnTo>
                        <a:pt x="3704" y="57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30" name="Freeform: Shape 329">
                  <a:extLst>
                    <a:ext uri="{FF2B5EF4-FFF2-40B4-BE49-F238E27FC236}">
                      <a16:creationId xmlns:a16="http://schemas.microsoft.com/office/drawing/2014/main" id="{28DE6141-FEBC-91F3-2239-6C420FEB9D54}"/>
                    </a:ext>
                  </a:extLst>
                </p:cNvPr>
                <p:cNvSpPr/>
                <p:nvPr/>
              </p:nvSpPr>
              <p:spPr>
                <a:xfrm>
                  <a:off x="7651687" y="3606226"/>
                  <a:ext cx="15997" cy="19852"/>
                </a:xfrm>
                <a:custGeom>
                  <a:avLst/>
                  <a:gdLst>
                    <a:gd name="connsiteX0" fmla="*/ 14910 w 15997"/>
                    <a:gd name="connsiteY0" fmla="*/ 4098 h 19852"/>
                    <a:gd name="connsiteX1" fmla="*/ 15998 w 15997"/>
                    <a:gd name="connsiteY1" fmla="*/ 8196 h 19852"/>
                    <a:gd name="connsiteX2" fmla="*/ 12548 w 15997"/>
                    <a:gd name="connsiteY2" fmla="*/ 11634 h 19852"/>
                    <a:gd name="connsiteX3" fmla="*/ 15049 w 15997"/>
                    <a:gd name="connsiteY3" fmla="*/ 14910 h 19852"/>
                    <a:gd name="connsiteX4" fmla="*/ 14412 w 15997"/>
                    <a:gd name="connsiteY4" fmla="*/ 16739 h 19852"/>
                    <a:gd name="connsiteX5" fmla="*/ 7756 w 15997"/>
                    <a:gd name="connsiteY5" fmla="*/ 19853 h 19852"/>
                    <a:gd name="connsiteX6" fmla="*/ 3924 w 15997"/>
                    <a:gd name="connsiteY6" fmla="*/ 19714 h 19852"/>
                    <a:gd name="connsiteX7" fmla="*/ 4329 w 15997"/>
                    <a:gd name="connsiteY7" fmla="*/ 16982 h 19852"/>
                    <a:gd name="connsiteX8" fmla="*/ 2790 w 15997"/>
                    <a:gd name="connsiteY8" fmla="*/ 17353 h 19852"/>
                    <a:gd name="connsiteX9" fmla="*/ 2709 w 15997"/>
                    <a:gd name="connsiteY9" fmla="*/ 15894 h 19852"/>
                    <a:gd name="connsiteX10" fmla="*/ 0 w 15997"/>
                    <a:gd name="connsiteY10" fmla="*/ 17248 h 19852"/>
                    <a:gd name="connsiteX11" fmla="*/ 2906 w 15997"/>
                    <a:gd name="connsiteY11" fmla="*/ 14933 h 19852"/>
                    <a:gd name="connsiteX12" fmla="*/ 2686 w 15997"/>
                    <a:gd name="connsiteY12" fmla="*/ 11958 h 19852"/>
                    <a:gd name="connsiteX13" fmla="*/ 6471 w 15997"/>
                    <a:gd name="connsiteY13" fmla="*/ 10141 h 19852"/>
                    <a:gd name="connsiteX14" fmla="*/ 4283 w 15997"/>
                    <a:gd name="connsiteY14" fmla="*/ 9666 h 19852"/>
                    <a:gd name="connsiteX15" fmla="*/ 5070 w 15997"/>
                    <a:gd name="connsiteY15" fmla="*/ 6529 h 19852"/>
                    <a:gd name="connsiteX16" fmla="*/ 3438 w 15997"/>
                    <a:gd name="connsiteY16" fmla="*/ 4283 h 19852"/>
                    <a:gd name="connsiteX17" fmla="*/ 3600 w 15997"/>
                    <a:gd name="connsiteY17" fmla="*/ 4225 h 19852"/>
                    <a:gd name="connsiteX18" fmla="*/ 4677 w 15997"/>
                    <a:gd name="connsiteY18" fmla="*/ 4804 h 19852"/>
                    <a:gd name="connsiteX19" fmla="*/ 5742 w 15997"/>
                    <a:gd name="connsiteY19" fmla="*/ 3542 h 19852"/>
                    <a:gd name="connsiteX20" fmla="*/ 5823 w 15997"/>
                    <a:gd name="connsiteY20" fmla="*/ 3519 h 19852"/>
                    <a:gd name="connsiteX21" fmla="*/ 6865 w 15997"/>
                    <a:gd name="connsiteY21" fmla="*/ 5290 h 19852"/>
                    <a:gd name="connsiteX22" fmla="*/ 11981 w 15997"/>
                    <a:gd name="connsiteY22" fmla="*/ 3774 h 19852"/>
                    <a:gd name="connsiteX23" fmla="*/ 13787 w 15997"/>
                    <a:gd name="connsiteY23" fmla="*/ 0 h 19852"/>
                    <a:gd name="connsiteX24" fmla="*/ 15060 w 15997"/>
                    <a:gd name="connsiteY24" fmla="*/ 926 h 19852"/>
                    <a:gd name="connsiteX25" fmla="*/ 15523 w 15997"/>
                    <a:gd name="connsiteY25" fmla="*/ 3369 h 19852"/>
                    <a:gd name="connsiteX26" fmla="*/ 14910 w 15997"/>
                    <a:gd name="connsiteY26" fmla="*/ 4098 h 19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5997" h="19852">
                      <a:moveTo>
                        <a:pt x="14910" y="4098"/>
                      </a:moveTo>
                      <a:lnTo>
                        <a:pt x="15998" y="8196"/>
                      </a:lnTo>
                      <a:lnTo>
                        <a:pt x="12548" y="11634"/>
                      </a:lnTo>
                      <a:lnTo>
                        <a:pt x="15049" y="14910"/>
                      </a:lnTo>
                      <a:lnTo>
                        <a:pt x="14412" y="16739"/>
                      </a:lnTo>
                      <a:lnTo>
                        <a:pt x="7756" y="19853"/>
                      </a:lnTo>
                      <a:lnTo>
                        <a:pt x="3924" y="19714"/>
                      </a:lnTo>
                      <a:lnTo>
                        <a:pt x="4329" y="16982"/>
                      </a:lnTo>
                      <a:lnTo>
                        <a:pt x="2790" y="17353"/>
                      </a:lnTo>
                      <a:lnTo>
                        <a:pt x="2709" y="15894"/>
                      </a:lnTo>
                      <a:lnTo>
                        <a:pt x="0" y="17248"/>
                      </a:lnTo>
                      <a:lnTo>
                        <a:pt x="2906" y="14933"/>
                      </a:lnTo>
                      <a:lnTo>
                        <a:pt x="2686" y="11958"/>
                      </a:lnTo>
                      <a:lnTo>
                        <a:pt x="6471" y="10141"/>
                      </a:lnTo>
                      <a:lnTo>
                        <a:pt x="4283" y="9666"/>
                      </a:lnTo>
                      <a:lnTo>
                        <a:pt x="5070" y="6529"/>
                      </a:lnTo>
                      <a:lnTo>
                        <a:pt x="3438" y="4283"/>
                      </a:lnTo>
                      <a:lnTo>
                        <a:pt x="3600" y="4225"/>
                      </a:lnTo>
                      <a:lnTo>
                        <a:pt x="4677" y="4804"/>
                      </a:lnTo>
                      <a:lnTo>
                        <a:pt x="5742" y="3542"/>
                      </a:lnTo>
                      <a:lnTo>
                        <a:pt x="5823" y="3519"/>
                      </a:lnTo>
                      <a:lnTo>
                        <a:pt x="6865" y="5290"/>
                      </a:lnTo>
                      <a:lnTo>
                        <a:pt x="11981" y="3774"/>
                      </a:lnTo>
                      <a:lnTo>
                        <a:pt x="13787" y="0"/>
                      </a:lnTo>
                      <a:lnTo>
                        <a:pt x="15060" y="926"/>
                      </a:lnTo>
                      <a:lnTo>
                        <a:pt x="15523" y="3369"/>
                      </a:lnTo>
                      <a:lnTo>
                        <a:pt x="14910" y="409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31" name="Freeform: Shape 330">
                  <a:extLst>
                    <a:ext uri="{FF2B5EF4-FFF2-40B4-BE49-F238E27FC236}">
                      <a16:creationId xmlns:a16="http://schemas.microsoft.com/office/drawing/2014/main" id="{D45309FC-1132-B8F0-9410-92115E15F811}"/>
                    </a:ext>
                  </a:extLst>
                </p:cNvPr>
                <p:cNvSpPr/>
                <p:nvPr/>
              </p:nvSpPr>
              <p:spPr>
                <a:xfrm>
                  <a:off x="8100669" y="3627862"/>
                  <a:ext cx="20211" cy="15372"/>
                </a:xfrm>
                <a:custGeom>
                  <a:avLst/>
                  <a:gdLst>
                    <a:gd name="connsiteX0" fmla="*/ 4202 w 20211"/>
                    <a:gd name="connsiteY0" fmla="*/ 0 h 15372"/>
                    <a:gd name="connsiteX1" fmla="*/ 4248 w 20211"/>
                    <a:gd name="connsiteY1" fmla="*/ 69 h 15372"/>
                    <a:gd name="connsiteX2" fmla="*/ 7409 w 20211"/>
                    <a:gd name="connsiteY2" fmla="*/ 4839 h 15372"/>
                    <a:gd name="connsiteX3" fmla="*/ 9203 w 20211"/>
                    <a:gd name="connsiteY3" fmla="*/ 4306 h 15372"/>
                    <a:gd name="connsiteX4" fmla="*/ 8798 w 20211"/>
                    <a:gd name="connsiteY4" fmla="*/ 2720 h 15372"/>
                    <a:gd name="connsiteX5" fmla="*/ 9840 w 20211"/>
                    <a:gd name="connsiteY5" fmla="*/ 3751 h 15372"/>
                    <a:gd name="connsiteX6" fmla="*/ 9481 w 20211"/>
                    <a:gd name="connsiteY6" fmla="*/ 2211 h 15372"/>
                    <a:gd name="connsiteX7" fmla="*/ 12247 w 20211"/>
                    <a:gd name="connsiteY7" fmla="*/ 4075 h 15372"/>
                    <a:gd name="connsiteX8" fmla="*/ 13602 w 20211"/>
                    <a:gd name="connsiteY8" fmla="*/ 2581 h 15372"/>
                    <a:gd name="connsiteX9" fmla="*/ 17885 w 20211"/>
                    <a:gd name="connsiteY9" fmla="*/ 2489 h 15372"/>
                    <a:gd name="connsiteX10" fmla="*/ 19285 w 20211"/>
                    <a:gd name="connsiteY10" fmla="*/ 5695 h 15372"/>
                    <a:gd name="connsiteX11" fmla="*/ 20177 w 20211"/>
                    <a:gd name="connsiteY11" fmla="*/ 7733 h 15372"/>
                    <a:gd name="connsiteX12" fmla="*/ 20212 w 20211"/>
                    <a:gd name="connsiteY12" fmla="*/ 7825 h 15372"/>
                    <a:gd name="connsiteX13" fmla="*/ 19123 w 20211"/>
                    <a:gd name="connsiteY13" fmla="*/ 9770 h 15372"/>
                    <a:gd name="connsiteX14" fmla="*/ 18684 w 20211"/>
                    <a:gd name="connsiteY14" fmla="*/ 10210 h 15372"/>
                    <a:gd name="connsiteX15" fmla="*/ 18718 w 20211"/>
                    <a:gd name="connsiteY15" fmla="*/ 10499 h 15372"/>
                    <a:gd name="connsiteX16" fmla="*/ 18360 w 20211"/>
                    <a:gd name="connsiteY16" fmla="*/ 11147 h 15372"/>
                    <a:gd name="connsiteX17" fmla="*/ 15685 w 20211"/>
                    <a:gd name="connsiteY17" fmla="*/ 8473 h 15372"/>
                    <a:gd name="connsiteX18" fmla="*/ 16218 w 20211"/>
                    <a:gd name="connsiteY18" fmla="*/ 13081 h 15372"/>
                    <a:gd name="connsiteX19" fmla="*/ 14065 w 20211"/>
                    <a:gd name="connsiteY19" fmla="*/ 12826 h 15372"/>
                    <a:gd name="connsiteX20" fmla="*/ 12953 w 20211"/>
                    <a:gd name="connsiteY20" fmla="*/ 15373 h 15372"/>
                    <a:gd name="connsiteX21" fmla="*/ 9446 w 20211"/>
                    <a:gd name="connsiteY21" fmla="*/ 9342 h 15372"/>
                    <a:gd name="connsiteX22" fmla="*/ 7548 w 20211"/>
                    <a:gd name="connsiteY22" fmla="*/ 9330 h 15372"/>
                    <a:gd name="connsiteX23" fmla="*/ 5892 w 20211"/>
                    <a:gd name="connsiteY23" fmla="*/ 12838 h 15372"/>
                    <a:gd name="connsiteX24" fmla="*/ 4248 w 20211"/>
                    <a:gd name="connsiteY24" fmla="*/ 12351 h 15372"/>
                    <a:gd name="connsiteX25" fmla="*/ 2014 w 20211"/>
                    <a:gd name="connsiteY25" fmla="*/ 11715 h 15372"/>
                    <a:gd name="connsiteX26" fmla="*/ 301 w 20211"/>
                    <a:gd name="connsiteY26" fmla="*/ 8068 h 15372"/>
                    <a:gd name="connsiteX27" fmla="*/ 0 w 20211"/>
                    <a:gd name="connsiteY27" fmla="*/ 7281 h 15372"/>
                    <a:gd name="connsiteX28" fmla="*/ 3056 w 20211"/>
                    <a:gd name="connsiteY28" fmla="*/ 6436 h 15372"/>
                    <a:gd name="connsiteX29" fmla="*/ 2975 w 20211"/>
                    <a:gd name="connsiteY29" fmla="*/ 5695 h 15372"/>
                    <a:gd name="connsiteX30" fmla="*/ 2767 w 20211"/>
                    <a:gd name="connsiteY30" fmla="*/ 3716 h 15372"/>
                    <a:gd name="connsiteX31" fmla="*/ 4248 w 20211"/>
                    <a:gd name="connsiteY31" fmla="*/ 4456 h 15372"/>
                    <a:gd name="connsiteX32" fmla="*/ 5001 w 20211"/>
                    <a:gd name="connsiteY32" fmla="*/ 4827 h 15372"/>
                    <a:gd name="connsiteX33" fmla="*/ 4248 w 20211"/>
                    <a:gd name="connsiteY33" fmla="*/ 289 h 15372"/>
                    <a:gd name="connsiteX34" fmla="*/ 4202 w 20211"/>
                    <a:gd name="connsiteY34" fmla="*/ 0 h 15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0211" h="15372">
                      <a:moveTo>
                        <a:pt x="4202" y="0"/>
                      </a:moveTo>
                      <a:lnTo>
                        <a:pt x="4248" y="69"/>
                      </a:lnTo>
                      <a:lnTo>
                        <a:pt x="7409" y="4839"/>
                      </a:lnTo>
                      <a:lnTo>
                        <a:pt x="9203" y="4306"/>
                      </a:lnTo>
                      <a:lnTo>
                        <a:pt x="8798" y="2720"/>
                      </a:lnTo>
                      <a:lnTo>
                        <a:pt x="9840" y="3751"/>
                      </a:lnTo>
                      <a:lnTo>
                        <a:pt x="9481" y="2211"/>
                      </a:lnTo>
                      <a:lnTo>
                        <a:pt x="12247" y="4075"/>
                      </a:lnTo>
                      <a:lnTo>
                        <a:pt x="13602" y="2581"/>
                      </a:lnTo>
                      <a:lnTo>
                        <a:pt x="17885" y="2489"/>
                      </a:lnTo>
                      <a:lnTo>
                        <a:pt x="19285" y="5695"/>
                      </a:lnTo>
                      <a:lnTo>
                        <a:pt x="20177" y="7733"/>
                      </a:lnTo>
                      <a:lnTo>
                        <a:pt x="20212" y="7825"/>
                      </a:lnTo>
                      <a:lnTo>
                        <a:pt x="19123" y="9770"/>
                      </a:lnTo>
                      <a:lnTo>
                        <a:pt x="18684" y="10210"/>
                      </a:lnTo>
                      <a:lnTo>
                        <a:pt x="18718" y="10499"/>
                      </a:lnTo>
                      <a:lnTo>
                        <a:pt x="18360" y="11147"/>
                      </a:lnTo>
                      <a:lnTo>
                        <a:pt x="15685" y="8473"/>
                      </a:lnTo>
                      <a:lnTo>
                        <a:pt x="16218" y="13081"/>
                      </a:lnTo>
                      <a:lnTo>
                        <a:pt x="14065" y="12826"/>
                      </a:lnTo>
                      <a:lnTo>
                        <a:pt x="12953" y="15373"/>
                      </a:lnTo>
                      <a:lnTo>
                        <a:pt x="9446" y="9342"/>
                      </a:lnTo>
                      <a:lnTo>
                        <a:pt x="7548" y="9330"/>
                      </a:lnTo>
                      <a:lnTo>
                        <a:pt x="5892" y="12838"/>
                      </a:lnTo>
                      <a:lnTo>
                        <a:pt x="4248" y="12351"/>
                      </a:lnTo>
                      <a:lnTo>
                        <a:pt x="2014" y="11715"/>
                      </a:lnTo>
                      <a:lnTo>
                        <a:pt x="301" y="8068"/>
                      </a:lnTo>
                      <a:lnTo>
                        <a:pt x="0" y="7281"/>
                      </a:lnTo>
                      <a:lnTo>
                        <a:pt x="3056" y="6436"/>
                      </a:lnTo>
                      <a:lnTo>
                        <a:pt x="2975" y="5695"/>
                      </a:lnTo>
                      <a:lnTo>
                        <a:pt x="2767" y="3716"/>
                      </a:lnTo>
                      <a:lnTo>
                        <a:pt x="4248" y="4456"/>
                      </a:lnTo>
                      <a:lnTo>
                        <a:pt x="5001" y="4827"/>
                      </a:lnTo>
                      <a:lnTo>
                        <a:pt x="4248" y="289"/>
                      </a:lnTo>
                      <a:lnTo>
                        <a:pt x="4202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32" name="Freeform: Shape 331">
                  <a:extLst>
                    <a:ext uri="{FF2B5EF4-FFF2-40B4-BE49-F238E27FC236}">
                      <a16:creationId xmlns:a16="http://schemas.microsoft.com/office/drawing/2014/main" id="{B182629E-E501-ECE2-E674-21BDB91B534A}"/>
                    </a:ext>
                  </a:extLst>
                </p:cNvPr>
                <p:cNvSpPr/>
                <p:nvPr/>
              </p:nvSpPr>
              <p:spPr>
                <a:xfrm>
                  <a:off x="7830685" y="3223250"/>
                  <a:ext cx="15268" cy="19667"/>
                </a:xfrm>
                <a:custGeom>
                  <a:avLst/>
                  <a:gdLst>
                    <a:gd name="connsiteX0" fmla="*/ 4225 w 15268"/>
                    <a:gd name="connsiteY0" fmla="*/ 1910 h 19667"/>
                    <a:gd name="connsiteX1" fmla="*/ 4515 w 15268"/>
                    <a:gd name="connsiteY1" fmla="*/ 0 h 19667"/>
                    <a:gd name="connsiteX2" fmla="*/ 5626 w 15268"/>
                    <a:gd name="connsiteY2" fmla="*/ 764 h 19667"/>
                    <a:gd name="connsiteX3" fmla="*/ 5649 w 15268"/>
                    <a:gd name="connsiteY3" fmla="*/ 752 h 19667"/>
                    <a:gd name="connsiteX4" fmla="*/ 5973 w 15268"/>
                    <a:gd name="connsiteY4" fmla="*/ 1111 h 19667"/>
                    <a:gd name="connsiteX5" fmla="*/ 12583 w 15268"/>
                    <a:gd name="connsiteY5" fmla="*/ 359 h 19667"/>
                    <a:gd name="connsiteX6" fmla="*/ 12896 w 15268"/>
                    <a:gd name="connsiteY6" fmla="*/ 695 h 19667"/>
                    <a:gd name="connsiteX7" fmla="*/ 12294 w 15268"/>
                    <a:gd name="connsiteY7" fmla="*/ 3230 h 19667"/>
                    <a:gd name="connsiteX8" fmla="*/ 12027 w 15268"/>
                    <a:gd name="connsiteY8" fmla="*/ 3612 h 19667"/>
                    <a:gd name="connsiteX9" fmla="*/ 14435 w 15268"/>
                    <a:gd name="connsiteY9" fmla="*/ 4839 h 19667"/>
                    <a:gd name="connsiteX10" fmla="*/ 13995 w 15268"/>
                    <a:gd name="connsiteY10" fmla="*/ 5742 h 19667"/>
                    <a:gd name="connsiteX11" fmla="*/ 14227 w 15268"/>
                    <a:gd name="connsiteY11" fmla="*/ 5904 h 19667"/>
                    <a:gd name="connsiteX12" fmla="*/ 13440 w 15268"/>
                    <a:gd name="connsiteY12" fmla="*/ 6610 h 19667"/>
                    <a:gd name="connsiteX13" fmla="*/ 12676 w 15268"/>
                    <a:gd name="connsiteY13" fmla="*/ 6482 h 19667"/>
                    <a:gd name="connsiteX14" fmla="*/ 11796 w 15268"/>
                    <a:gd name="connsiteY14" fmla="*/ 5962 h 19667"/>
                    <a:gd name="connsiteX15" fmla="*/ 11148 w 15268"/>
                    <a:gd name="connsiteY15" fmla="*/ 6876 h 19667"/>
                    <a:gd name="connsiteX16" fmla="*/ 12988 w 15268"/>
                    <a:gd name="connsiteY16" fmla="*/ 7767 h 19667"/>
                    <a:gd name="connsiteX17" fmla="*/ 13058 w 15268"/>
                    <a:gd name="connsiteY17" fmla="*/ 7848 h 19667"/>
                    <a:gd name="connsiteX18" fmla="*/ 9990 w 15268"/>
                    <a:gd name="connsiteY18" fmla="*/ 8856 h 19667"/>
                    <a:gd name="connsiteX19" fmla="*/ 13312 w 15268"/>
                    <a:gd name="connsiteY19" fmla="*/ 10198 h 19667"/>
                    <a:gd name="connsiteX20" fmla="*/ 14331 w 15268"/>
                    <a:gd name="connsiteY20" fmla="*/ 9214 h 19667"/>
                    <a:gd name="connsiteX21" fmla="*/ 15269 w 15268"/>
                    <a:gd name="connsiteY21" fmla="*/ 11449 h 19667"/>
                    <a:gd name="connsiteX22" fmla="*/ 12896 w 15268"/>
                    <a:gd name="connsiteY22" fmla="*/ 12803 h 19667"/>
                    <a:gd name="connsiteX23" fmla="*/ 13046 w 15268"/>
                    <a:gd name="connsiteY23" fmla="*/ 13278 h 19667"/>
                    <a:gd name="connsiteX24" fmla="*/ 10036 w 15268"/>
                    <a:gd name="connsiteY24" fmla="*/ 12444 h 19667"/>
                    <a:gd name="connsiteX25" fmla="*/ 11819 w 15268"/>
                    <a:gd name="connsiteY25" fmla="*/ 14111 h 19667"/>
                    <a:gd name="connsiteX26" fmla="*/ 11483 w 15268"/>
                    <a:gd name="connsiteY26" fmla="*/ 16611 h 19667"/>
                    <a:gd name="connsiteX27" fmla="*/ 11368 w 15268"/>
                    <a:gd name="connsiteY27" fmla="*/ 17271 h 19667"/>
                    <a:gd name="connsiteX28" fmla="*/ 7409 w 15268"/>
                    <a:gd name="connsiteY28" fmla="*/ 19667 h 19667"/>
                    <a:gd name="connsiteX29" fmla="*/ 5950 w 15268"/>
                    <a:gd name="connsiteY29" fmla="*/ 17097 h 19667"/>
                    <a:gd name="connsiteX30" fmla="*/ 3542 w 15268"/>
                    <a:gd name="connsiteY30" fmla="*/ 16577 h 19667"/>
                    <a:gd name="connsiteX31" fmla="*/ 3565 w 15268"/>
                    <a:gd name="connsiteY31" fmla="*/ 16553 h 19667"/>
                    <a:gd name="connsiteX32" fmla="*/ 5174 w 15268"/>
                    <a:gd name="connsiteY32" fmla="*/ 16148 h 19667"/>
                    <a:gd name="connsiteX33" fmla="*/ 5302 w 15268"/>
                    <a:gd name="connsiteY33" fmla="*/ 13903 h 19667"/>
                    <a:gd name="connsiteX34" fmla="*/ 5418 w 15268"/>
                    <a:gd name="connsiteY34" fmla="*/ 14018 h 19667"/>
                    <a:gd name="connsiteX35" fmla="*/ 5406 w 15268"/>
                    <a:gd name="connsiteY35" fmla="*/ 12097 h 19667"/>
                    <a:gd name="connsiteX36" fmla="*/ 5499 w 15268"/>
                    <a:gd name="connsiteY36" fmla="*/ 10453 h 19667"/>
                    <a:gd name="connsiteX37" fmla="*/ 5406 w 15268"/>
                    <a:gd name="connsiteY37" fmla="*/ 10488 h 19667"/>
                    <a:gd name="connsiteX38" fmla="*/ 5406 w 15268"/>
                    <a:gd name="connsiteY38" fmla="*/ 10464 h 19667"/>
                    <a:gd name="connsiteX39" fmla="*/ 5279 w 15268"/>
                    <a:gd name="connsiteY39" fmla="*/ 10546 h 19667"/>
                    <a:gd name="connsiteX40" fmla="*/ 4110 w 15268"/>
                    <a:gd name="connsiteY40" fmla="*/ 10997 h 19667"/>
                    <a:gd name="connsiteX41" fmla="*/ 3866 w 15268"/>
                    <a:gd name="connsiteY41" fmla="*/ 9863 h 19667"/>
                    <a:gd name="connsiteX42" fmla="*/ 3774 w 15268"/>
                    <a:gd name="connsiteY42" fmla="*/ 9041 h 19667"/>
                    <a:gd name="connsiteX43" fmla="*/ 2466 w 15268"/>
                    <a:gd name="connsiteY43" fmla="*/ 9168 h 19667"/>
                    <a:gd name="connsiteX44" fmla="*/ 1493 w 15268"/>
                    <a:gd name="connsiteY44" fmla="*/ 9122 h 19667"/>
                    <a:gd name="connsiteX45" fmla="*/ 1748 w 15268"/>
                    <a:gd name="connsiteY45" fmla="*/ 7524 h 19667"/>
                    <a:gd name="connsiteX46" fmla="*/ 463 w 15268"/>
                    <a:gd name="connsiteY46" fmla="*/ 6876 h 19667"/>
                    <a:gd name="connsiteX47" fmla="*/ 0 w 15268"/>
                    <a:gd name="connsiteY47" fmla="*/ 6621 h 19667"/>
                    <a:gd name="connsiteX48" fmla="*/ 1146 w 15268"/>
                    <a:gd name="connsiteY48" fmla="*/ 6911 h 19667"/>
                    <a:gd name="connsiteX49" fmla="*/ 1331 w 15268"/>
                    <a:gd name="connsiteY49" fmla="*/ 1910 h 19667"/>
                    <a:gd name="connsiteX50" fmla="*/ 1354 w 15268"/>
                    <a:gd name="connsiteY50" fmla="*/ 1841 h 19667"/>
                    <a:gd name="connsiteX51" fmla="*/ 8983 w 15268"/>
                    <a:gd name="connsiteY51" fmla="*/ 6274 h 19667"/>
                    <a:gd name="connsiteX52" fmla="*/ 9539 w 15268"/>
                    <a:gd name="connsiteY52" fmla="*/ 6633 h 19667"/>
                    <a:gd name="connsiteX53" fmla="*/ 9504 w 15268"/>
                    <a:gd name="connsiteY53" fmla="*/ 6575 h 19667"/>
                    <a:gd name="connsiteX54" fmla="*/ 9608 w 15268"/>
                    <a:gd name="connsiteY54" fmla="*/ 6633 h 19667"/>
                    <a:gd name="connsiteX55" fmla="*/ 8427 w 15268"/>
                    <a:gd name="connsiteY55" fmla="*/ 4642 h 19667"/>
                    <a:gd name="connsiteX56" fmla="*/ 7478 w 15268"/>
                    <a:gd name="connsiteY56" fmla="*/ 2940 h 19667"/>
                    <a:gd name="connsiteX57" fmla="*/ 7409 w 15268"/>
                    <a:gd name="connsiteY57" fmla="*/ 2917 h 19667"/>
                    <a:gd name="connsiteX58" fmla="*/ 6830 w 15268"/>
                    <a:gd name="connsiteY58" fmla="*/ 1945 h 19667"/>
                    <a:gd name="connsiteX59" fmla="*/ 4225 w 15268"/>
                    <a:gd name="connsiteY59" fmla="*/ 1910 h 19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</a:cxnLst>
                  <a:rect l="l" t="t" r="r" b="b"/>
                  <a:pathLst>
                    <a:path w="15268" h="19667">
                      <a:moveTo>
                        <a:pt x="4225" y="1910"/>
                      </a:moveTo>
                      <a:lnTo>
                        <a:pt x="4515" y="0"/>
                      </a:lnTo>
                      <a:lnTo>
                        <a:pt x="5626" y="764"/>
                      </a:lnTo>
                      <a:lnTo>
                        <a:pt x="5649" y="752"/>
                      </a:lnTo>
                      <a:lnTo>
                        <a:pt x="5973" y="1111"/>
                      </a:lnTo>
                      <a:lnTo>
                        <a:pt x="12583" y="359"/>
                      </a:lnTo>
                      <a:lnTo>
                        <a:pt x="12896" y="695"/>
                      </a:lnTo>
                      <a:lnTo>
                        <a:pt x="12294" y="3230"/>
                      </a:lnTo>
                      <a:lnTo>
                        <a:pt x="12027" y="3612"/>
                      </a:lnTo>
                      <a:lnTo>
                        <a:pt x="14435" y="4839"/>
                      </a:lnTo>
                      <a:lnTo>
                        <a:pt x="13995" y="5742"/>
                      </a:lnTo>
                      <a:lnTo>
                        <a:pt x="14227" y="5904"/>
                      </a:lnTo>
                      <a:lnTo>
                        <a:pt x="13440" y="6610"/>
                      </a:lnTo>
                      <a:lnTo>
                        <a:pt x="12676" y="6482"/>
                      </a:lnTo>
                      <a:lnTo>
                        <a:pt x="11796" y="5962"/>
                      </a:lnTo>
                      <a:lnTo>
                        <a:pt x="11148" y="6876"/>
                      </a:lnTo>
                      <a:lnTo>
                        <a:pt x="12988" y="7767"/>
                      </a:lnTo>
                      <a:lnTo>
                        <a:pt x="13058" y="7848"/>
                      </a:lnTo>
                      <a:lnTo>
                        <a:pt x="9990" y="8856"/>
                      </a:lnTo>
                      <a:lnTo>
                        <a:pt x="13312" y="10198"/>
                      </a:lnTo>
                      <a:lnTo>
                        <a:pt x="14331" y="9214"/>
                      </a:lnTo>
                      <a:lnTo>
                        <a:pt x="15269" y="11449"/>
                      </a:lnTo>
                      <a:lnTo>
                        <a:pt x="12896" y="12803"/>
                      </a:lnTo>
                      <a:lnTo>
                        <a:pt x="13046" y="13278"/>
                      </a:lnTo>
                      <a:lnTo>
                        <a:pt x="10036" y="12444"/>
                      </a:lnTo>
                      <a:lnTo>
                        <a:pt x="11819" y="14111"/>
                      </a:lnTo>
                      <a:lnTo>
                        <a:pt x="11483" y="16611"/>
                      </a:lnTo>
                      <a:lnTo>
                        <a:pt x="11368" y="17271"/>
                      </a:lnTo>
                      <a:lnTo>
                        <a:pt x="7409" y="19667"/>
                      </a:lnTo>
                      <a:lnTo>
                        <a:pt x="5950" y="17097"/>
                      </a:lnTo>
                      <a:lnTo>
                        <a:pt x="3542" y="16577"/>
                      </a:lnTo>
                      <a:lnTo>
                        <a:pt x="3565" y="16553"/>
                      </a:lnTo>
                      <a:lnTo>
                        <a:pt x="5174" y="16148"/>
                      </a:lnTo>
                      <a:lnTo>
                        <a:pt x="5302" y="13903"/>
                      </a:lnTo>
                      <a:lnTo>
                        <a:pt x="5418" y="14018"/>
                      </a:lnTo>
                      <a:lnTo>
                        <a:pt x="5406" y="12097"/>
                      </a:lnTo>
                      <a:lnTo>
                        <a:pt x="5499" y="10453"/>
                      </a:lnTo>
                      <a:lnTo>
                        <a:pt x="5406" y="10488"/>
                      </a:lnTo>
                      <a:lnTo>
                        <a:pt x="5406" y="10464"/>
                      </a:lnTo>
                      <a:lnTo>
                        <a:pt x="5279" y="10546"/>
                      </a:lnTo>
                      <a:lnTo>
                        <a:pt x="4110" y="10997"/>
                      </a:lnTo>
                      <a:lnTo>
                        <a:pt x="3866" y="9863"/>
                      </a:lnTo>
                      <a:lnTo>
                        <a:pt x="3774" y="9041"/>
                      </a:lnTo>
                      <a:lnTo>
                        <a:pt x="2466" y="9168"/>
                      </a:lnTo>
                      <a:lnTo>
                        <a:pt x="1493" y="9122"/>
                      </a:lnTo>
                      <a:lnTo>
                        <a:pt x="1748" y="7524"/>
                      </a:lnTo>
                      <a:lnTo>
                        <a:pt x="463" y="6876"/>
                      </a:lnTo>
                      <a:lnTo>
                        <a:pt x="0" y="6621"/>
                      </a:lnTo>
                      <a:lnTo>
                        <a:pt x="1146" y="6911"/>
                      </a:lnTo>
                      <a:lnTo>
                        <a:pt x="1331" y="1910"/>
                      </a:lnTo>
                      <a:lnTo>
                        <a:pt x="1354" y="1841"/>
                      </a:lnTo>
                      <a:lnTo>
                        <a:pt x="8983" y="6274"/>
                      </a:lnTo>
                      <a:lnTo>
                        <a:pt x="9539" y="6633"/>
                      </a:lnTo>
                      <a:lnTo>
                        <a:pt x="9504" y="6575"/>
                      </a:lnTo>
                      <a:lnTo>
                        <a:pt x="9608" y="6633"/>
                      </a:lnTo>
                      <a:lnTo>
                        <a:pt x="8427" y="4642"/>
                      </a:lnTo>
                      <a:lnTo>
                        <a:pt x="7478" y="2940"/>
                      </a:lnTo>
                      <a:lnTo>
                        <a:pt x="7409" y="2917"/>
                      </a:lnTo>
                      <a:lnTo>
                        <a:pt x="6830" y="1945"/>
                      </a:lnTo>
                      <a:lnTo>
                        <a:pt x="4225" y="191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33" name="Freeform: Shape 332">
                  <a:extLst>
                    <a:ext uri="{FF2B5EF4-FFF2-40B4-BE49-F238E27FC236}">
                      <a16:creationId xmlns:a16="http://schemas.microsoft.com/office/drawing/2014/main" id="{8D100F9F-1DC4-8B0F-A1E7-CBF30DBDB477}"/>
                    </a:ext>
                  </a:extLst>
                </p:cNvPr>
                <p:cNvSpPr/>
                <p:nvPr/>
              </p:nvSpPr>
              <p:spPr>
                <a:xfrm>
                  <a:off x="8071856" y="4110321"/>
                  <a:ext cx="22468" cy="15499"/>
                </a:xfrm>
                <a:custGeom>
                  <a:avLst/>
                  <a:gdLst>
                    <a:gd name="connsiteX0" fmla="*/ 13173 w 22468"/>
                    <a:gd name="connsiteY0" fmla="*/ 1713 h 15499"/>
                    <a:gd name="connsiteX1" fmla="*/ 16056 w 22468"/>
                    <a:gd name="connsiteY1" fmla="*/ 0 h 15499"/>
                    <a:gd name="connsiteX2" fmla="*/ 18660 w 22468"/>
                    <a:gd name="connsiteY2" fmla="*/ 428 h 15499"/>
                    <a:gd name="connsiteX3" fmla="*/ 19459 w 22468"/>
                    <a:gd name="connsiteY3" fmla="*/ 1030 h 15499"/>
                    <a:gd name="connsiteX4" fmla="*/ 20327 w 22468"/>
                    <a:gd name="connsiteY4" fmla="*/ 695 h 15499"/>
                    <a:gd name="connsiteX5" fmla="*/ 21219 w 22468"/>
                    <a:gd name="connsiteY5" fmla="*/ 845 h 15499"/>
                    <a:gd name="connsiteX6" fmla="*/ 21867 w 22468"/>
                    <a:gd name="connsiteY6" fmla="*/ 3218 h 15499"/>
                    <a:gd name="connsiteX7" fmla="*/ 21821 w 22468"/>
                    <a:gd name="connsiteY7" fmla="*/ 4434 h 15499"/>
                    <a:gd name="connsiteX8" fmla="*/ 22191 w 22468"/>
                    <a:gd name="connsiteY8" fmla="*/ 4422 h 15499"/>
                    <a:gd name="connsiteX9" fmla="*/ 22469 w 22468"/>
                    <a:gd name="connsiteY9" fmla="*/ 5429 h 15499"/>
                    <a:gd name="connsiteX10" fmla="*/ 21091 w 22468"/>
                    <a:gd name="connsiteY10" fmla="*/ 6042 h 15499"/>
                    <a:gd name="connsiteX11" fmla="*/ 19957 w 22468"/>
                    <a:gd name="connsiteY11" fmla="*/ 4179 h 15499"/>
                    <a:gd name="connsiteX12" fmla="*/ 17457 w 22468"/>
                    <a:gd name="connsiteY12" fmla="*/ 5996 h 15499"/>
                    <a:gd name="connsiteX13" fmla="*/ 14134 w 22468"/>
                    <a:gd name="connsiteY13" fmla="*/ 5475 h 15499"/>
                    <a:gd name="connsiteX14" fmla="*/ 11657 w 22468"/>
                    <a:gd name="connsiteY14" fmla="*/ 12235 h 15499"/>
                    <a:gd name="connsiteX15" fmla="*/ 4897 w 22468"/>
                    <a:gd name="connsiteY15" fmla="*/ 15500 h 15499"/>
                    <a:gd name="connsiteX16" fmla="*/ 6795 w 22468"/>
                    <a:gd name="connsiteY16" fmla="*/ 8253 h 15499"/>
                    <a:gd name="connsiteX17" fmla="*/ 4052 w 22468"/>
                    <a:gd name="connsiteY17" fmla="*/ 6482 h 15499"/>
                    <a:gd name="connsiteX18" fmla="*/ 4654 w 22468"/>
                    <a:gd name="connsiteY18" fmla="*/ 4700 h 15499"/>
                    <a:gd name="connsiteX19" fmla="*/ 0 w 22468"/>
                    <a:gd name="connsiteY19" fmla="*/ 3635 h 15499"/>
                    <a:gd name="connsiteX20" fmla="*/ 1875 w 22468"/>
                    <a:gd name="connsiteY20" fmla="*/ 3264 h 15499"/>
                    <a:gd name="connsiteX21" fmla="*/ 1401 w 22468"/>
                    <a:gd name="connsiteY21" fmla="*/ 2396 h 15499"/>
                    <a:gd name="connsiteX22" fmla="*/ 1470 w 22468"/>
                    <a:gd name="connsiteY22" fmla="*/ 1829 h 15499"/>
                    <a:gd name="connsiteX23" fmla="*/ 9191 w 22468"/>
                    <a:gd name="connsiteY23" fmla="*/ 567 h 15499"/>
                    <a:gd name="connsiteX24" fmla="*/ 13173 w 22468"/>
                    <a:gd name="connsiteY24" fmla="*/ 1713 h 15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2468" h="15499">
                      <a:moveTo>
                        <a:pt x="13173" y="1713"/>
                      </a:moveTo>
                      <a:lnTo>
                        <a:pt x="16056" y="0"/>
                      </a:lnTo>
                      <a:lnTo>
                        <a:pt x="18660" y="428"/>
                      </a:lnTo>
                      <a:lnTo>
                        <a:pt x="19459" y="1030"/>
                      </a:lnTo>
                      <a:lnTo>
                        <a:pt x="20327" y="695"/>
                      </a:lnTo>
                      <a:lnTo>
                        <a:pt x="21219" y="845"/>
                      </a:lnTo>
                      <a:lnTo>
                        <a:pt x="21867" y="3218"/>
                      </a:lnTo>
                      <a:lnTo>
                        <a:pt x="21821" y="4434"/>
                      </a:lnTo>
                      <a:lnTo>
                        <a:pt x="22191" y="4422"/>
                      </a:lnTo>
                      <a:lnTo>
                        <a:pt x="22469" y="5429"/>
                      </a:lnTo>
                      <a:lnTo>
                        <a:pt x="21091" y="6042"/>
                      </a:lnTo>
                      <a:lnTo>
                        <a:pt x="19957" y="4179"/>
                      </a:lnTo>
                      <a:lnTo>
                        <a:pt x="17457" y="5996"/>
                      </a:lnTo>
                      <a:lnTo>
                        <a:pt x="14134" y="5475"/>
                      </a:lnTo>
                      <a:lnTo>
                        <a:pt x="11657" y="12235"/>
                      </a:lnTo>
                      <a:lnTo>
                        <a:pt x="4897" y="15500"/>
                      </a:lnTo>
                      <a:lnTo>
                        <a:pt x="6795" y="8253"/>
                      </a:lnTo>
                      <a:lnTo>
                        <a:pt x="4052" y="6482"/>
                      </a:lnTo>
                      <a:lnTo>
                        <a:pt x="4654" y="4700"/>
                      </a:lnTo>
                      <a:lnTo>
                        <a:pt x="0" y="3635"/>
                      </a:lnTo>
                      <a:lnTo>
                        <a:pt x="1875" y="3264"/>
                      </a:lnTo>
                      <a:lnTo>
                        <a:pt x="1401" y="2396"/>
                      </a:lnTo>
                      <a:lnTo>
                        <a:pt x="1470" y="1829"/>
                      </a:lnTo>
                      <a:lnTo>
                        <a:pt x="9191" y="567"/>
                      </a:lnTo>
                      <a:lnTo>
                        <a:pt x="13173" y="171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34" name="Freeform: Shape 333">
                  <a:extLst>
                    <a:ext uri="{FF2B5EF4-FFF2-40B4-BE49-F238E27FC236}">
                      <a16:creationId xmlns:a16="http://schemas.microsoft.com/office/drawing/2014/main" id="{15FE1CCD-CF48-7127-64DD-36AE06BA1F9B}"/>
                    </a:ext>
                  </a:extLst>
                </p:cNvPr>
                <p:cNvSpPr/>
                <p:nvPr/>
              </p:nvSpPr>
              <p:spPr>
                <a:xfrm>
                  <a:off x="9673958" y="1757987"/>
                  <a:ext cx="12004" cy="33292"/>
                </a:xfrm>
                <a:custGeom>
                  <a:avLst/>
                  <a:gdLst>
                    <a:gd name="connsiteX0" fmla="*/ 8253 w 12004"/>
                    <a:gd name="connsiteY0" fmla="*/ 2003 h 33292"/>
                    <a:gd name="connsiteX1" fmla="*/ 11182 w 12004"/>
                    <a:gd name="connsiteY1" fmla="*/ 0 h 33292"/>
                    <a:gd name="connsiteX2" fmla="*/ 11576 w 12004"/>
                    <a:gd name="connsiteY2" fmla="*/ 625 h 33292"/>
                    <a:gd name="connsiteX3" fmla="*/ 12004 w 12004"/>
                    <a:gd name="connsiteY3" fmla="*/ 6043 h 33292"/>
                    <a:gd name="connsiteX4" fmla="*/ 7131 w 12004"/>
                    <a:gd name="connsiteY4" fmla="*/ 17873 h 33292"/>
                    <a:gd name="connsiteX5" fmla="*/ 6610 w 12004"/>
                    <a:gd name="connsiteY5" fmla="*/ 18626 h 33292"/>
                    <a:gd name="connsiteX6" fmla="*/ 6262 w 12004"/>
                    <a:gd name="connsiteY6" fmla="*/ 17352 h 33292"/>
                    <a:gd name="connsiteX7" fmla="*/ 6181 w 12004"/>
                    <a:gd name="connsiteY7" fmla="*/ 17399 h 33292"/>
                    <a:gd name="connsiteX8" fmla="*/ 6170 w 12004"/>
                    <a:gd name="connsiteY8" fmla="*/ 17225 h 33292"/>
                    <a:gd name="connsiteX9" fmla="*/ 5394 w 12004"/>
                    <a:gd name="connsiteY9" fmla="*/ 17815 h 33292"/>
                    <a:gd name="connsiteX10" fmla="*/ 4966 w 12004"/>
                    <a:gd name="connsiteY10" fmla="*/ 18047 h 33292"/>
                    <a:gd name="connsiteX11" fmla="*/ 4978 w 12004"/>
                    <a:gd name="connsiteY11" fmla="*/ 18139 h 33292"/>
                    <a:gd name="connsiteX12" fmla="*/ 4804 w 12004"/>
                    <a:gd name="connsiteY12" fmla="*/ 18267 h 33292"/>
                    <a:gd name="connsiteX13" fmla="*/ 4341 w 12004"/>
                    <a:gd name="connsiteY13" fmla="*/ 20860 h 33292"/>
                    <a:gd name="connsiteX14" fmla="*/ 5672 w 12004"/>
                    <a:gd name="connsiteY14" fmla="*/ 22029 h 33292"/>
                    <a:gd name="connsiteX15" fmla="*/ 5800 w 12004"/>
                    <a:gd name="connsiteY15" fmla="*/ 22770 h 33292"/>
                    <a:gd name="connsiteX16" fmla="*/ 891 w 12004"/>
                    <a:gd name="connsiteY16" fmla="*/ 33292 h 33292"/>
                    <a:gd name="connsiteX17" fmla="*/ 0 w 12004"/>
                    <a:gd name="connsiteY17" fmla="*/ 28754 h 33292"/>
                    <a:gd name="connsiteX18" fmla="*/ 4514 w 12004"/>
                    <a:gd name="connsiteY18" fmla="*/ 21265 h 33292"/>
                    <a:gd name="connsiteX19" fmla="*/ 4399 w 12004"/>
                    <a:gd name="connsiteY19" fmla="*/ 21184 h 33292"/>
                    <a:gd name="connsiteX20" fmla="*/ 4410 w 12004"/>
                    <a:gd name="connsiteY20" fmla="*/ 21161 h 33292"/>
                    <a:gd name="connsiteX21" fmla="*/ 4318 w 12004"/>
                    <a:gd name="connsiteY21" fmla="*/ 21126 h 33292"/>
                    <a:gd name="connsiteX22" fmla="*/ 2663 w 12004"/>
                    <a:gd name="connsiteY22" fmla="*/ 19876 h 33292"/>
                    <a:gd name="connsiteX23" fmla="*/ 2674 w 12004"/>
                    <a:gd name="connsiteY23" fmla="*/ 19737 h 33292"/>
                    <a:gd name="connsiteX24" fmla="*/ 3843 w 12004"/>
                    <a:gd name="connsiteY24" fmla="*/ 17734 h 33292"/>
                    <a:gd name="connsiteX25" fmla="*/ 3611 w 12004"/>
                    <a:gd name="connsiteY25" fmla="*/ 13150 h 33292"/>
                    <a:gd name="connsiteX26" fmla="*/ 3357 w 12004"/>
                    <a:gd name="connsiteY26" fmla="*/ 12988 h 33292"/>
                    <a:gd name="connsiteX27" fmla="*/ 2095 w 12004"/>
                    <a:gd name="connsiteY27" fmla="*/ 11148 h 33292"/>
                    <a:gd name="connsiteX28" fmla="*/ 2327 w 12004"/>
                    <a:gd name="connsiteY28" fmla="*/ 10094 h 33292"/>
                    <a:gd name="connsiteX29" fmla="*/ 3241 w 12004"/>
                    <a:gd name="connsiteY29" fmla="*/ 8531 h 33292"/>
                    <a:gd name="connsiteX30" fmla="*/ 4700 w 12004"/>
                    <a:gd name="connsiteY30" fmla="*/ 7791 h 33292"/>
                    <a:gd name="connsiteX31" fmla="*/ 7779 w 12004"/>
                    <a:gd name="connsiteY31" fmla="*/ 880 h 33292"/>
                    <a:gd name="connsiteX32" fmla="*/ 8253 w 12004"/>
                    <a:gd name="connsiteY32" fmla="*/ 2003 h 33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2004" h="33292">
                      <a:moveTo>
                        <a:pt x="8253" y="2003"/>
                      </a:moveTo>
                      <a:lnTo>
                        <a:pt x="11182" y="0"/>
                      </a:lnTo>
                      <a:lnTo>
                        <a:pt x="11576" y="625"/>
                      </a:lnTo>
                      <a:lnTo>
                        <a:pt x="12004" y="6043"/>
                      </a:lnTo>
                      <a:lnTo>
                        <a:pt x="7131" y="17873"/>
                      </a:lnTo>
                      <a:lnTo>
                        <a:pt x="6610" y="18626"/>
                      </a:lnTo>
                      <a:lnTo>
                        <a:pt x="6262" y="17352"/>
                      </a:lnTo>
                      <a:lnTo>
                        <a:pt x="6181" y="17399"/>
                      </a:lnTo>
                      <a:lnTo>
                        <a:pt x="6170" y="17225"/>
                      </a:lnTo>
                      <a:lnTo>
                        <a:pt x="5394" y="17815"/>
                      </a:lnTo>
                      <a:lnTo>
                        <a:pt x="4966" y="18047"/>
                      </a:lnTo>
                      <a:lnTo>
                        <a:pt x="4978" y="18139"/>
                      </a:lnTo>
                      <a:lnTo>
                        <a:pt x="4804" y="18267"/>
                      </a:lnTo>
                      <a:lnTo>
                        <a:pt x="4341" y="20860"/>
                      </a:lnTo>
                      <a:lnTo>
                        <a:pt x="5672" y="22029"/>
                      </a:lnTo>
                      <a:lnTo>
                        <a:pt x="5800" y="22770"/>
                      </a:lnTo>
                      <a:lnTo>
                        <a:pt x="891" y="33292"/>
                      </a:lnTo>
                      <a:lnTo>
                        <a:pt x="0" y="28754"/>
                      </a:lnTo>
                      <a:lnTo>
                        <a:pt x="4514" y="21265"/>
                      </a:lnTo>
                      <a:lnTo>
                        <a:pt x="4399" y="21184"/>
                      </a:lnTo>
                      <a:lnTo>
                        <a:pt x="4410" y="21161"/>
                      </a:lnTo>
                      <a:lnTo>
                        <a:pt x="4318" y="21126"/>
                      </a:lnTo>
                      <a:lnTo>
                        <a:pt x="2663" y="19876"/>
                      </a:lnTo>
                      <a:lnTo>
                        <a:pt x="2674" y="19737"/>
                      </a:lnTo>
                      <a:lnTo>
                        <a:pt x="3843" y="17734"/>
                      </a:lnTo>
                      <a:lnTo>
                        <a:pt x="3611" y="13150"/>
                      </a:lnTo>
                      <a:lnTo>
                        <a:pt x="3357" y="12988"/>
                      </a:lnTo>
                      <a:lnTo>
                        <a:pt x="2095" y="11148"/>
                      </a:lnTo>
                      <a:lnTo>
                        <a:pt x="2327" y="10094"/>
                      </a:lnTo>
                      <a:lnTo>
                        <a:pt x="3241" y="8531"/>
                      </a:lnTo>
                      <a:lnTo>
                        <a:pt x="4700" y="7791"/>
                      </a:lnTo>
                      <a:lnTo>
                        <a:pt x="7779" y="880"/>
                      </a:lnTo>
                      <a:lnTo>
                        <a:pt x="8253" y="20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35" name="Freeform: Shape 334">
                  <a:extLst>
                    <a:ext uri="{FF2B5EF4-FFF2-40B4-BE49-F238E27FC236}">
                      <a16:creationId xmlns:a16="http://schemas.microsoft.com/office/drawing/2014/main" id="{0ECA5DBA-54E7-2B9E-FE3B-E98B8776641D}"/>
                    </a:ext>
                  </a:extLst>
                </p:cNvPr>
                <p:cNvSpPr/>
                <p:nvPr/>
              </p:nvSpPr>
              <p:spPr>
                <a:xfrm>
                  <a:off x="8077911" y="3833368"/>
                  <a:ext cx="17803" cy="14110"/>
                </a:xfrm>
                <a:custGeom>
                  <a:avLst/>
                  <a:gdLst>
                    <a:gd name="connsiteX0" fmla="*/ 5869 w 17803"/>
                    <a:gd name="connsiteY0" fmla="*/ 0 h 14110"/>
                    <a:gd name="connsiteX1" fmla="*/ 9458 w 17803"/>
                    <a:gd name="connsiteY1" fmla="*/ 58 h 14110"/>
                    <a:gd name="connsiteX2" fmla="*/ 9643 w 17803"/>
                    <a:gd name="connsiteY2" fmla="*/ 405 h 14110"/>
                    <a:gd name="connsiteX3" fmla="*/ 11634 w 17803"/>
                    <a:gd name="connsiteY3" fmla="*/ 5024 h 14110"/>
                    <a:gd name="connsiteX4" fmla="*/ 14389 w 17803"/>
                    <a:gd name="connsiteY4" fmla="*/ 1841 h 14110"/>
                    <a:gd name="connsiteX5" fmla="*/ 15546 w 17803"/>
                    <a:gd name="connsiteY5" fmla="*/ 2906 h 14110"/>
                    <a:gd name="connsiteX6" fmla="*/ 16461 w 17803"/>
                    <a:gd name="connsiteY6" fmla="*/ 2257 h 14110"/>
                    <a:gd name="connsiteX7" fmla="*/ 17780 w 17803"/>
                    <a:gd name="connsiteY7" fmla="*/ 2628 h 14110"/>
                    <a:gd name="connsiteX8" fmla="*/ 17804 w 17803"/>
                    <a:gd name="connsiteY8" fmla="*/ 2767 h 14110"/>
                    <a:gd name="connsiteX9" fmla="*/ 14342 w 17803"/>
                    <a:gd name="connsiteY9" fmla="*/ 7281 h 14110"/>
                    <a:gd name="connsiteX10" fmla="*/ 11807 w 17803"/>
                    <a:gd name="connsiteY10" fmla="*/ 9330 h 14110"/>
                    <a:gd name="connsiteX11" fmla="*/ 10638 w 17803"/>
                    <a:gd name="connsiteY11" fmla="*/ 12120 h 14110"/>
                    <a:gd name="connsiteX12" fmla="*/ 9122 w 17803"/>
                    <a:gd name="connsiteY12" fmla="*/ 14111 h 14110"/>
                    <a:gd name="connsiteX13" fmla="*/ 8798 w 17803"/>
                    <a:gd name="connsiteY13" fmla="*/ 11599 h 14110"/>
                    <a:gd name="connsiteX14" fmla="*/ 8427 w 17803"/>
                    <a:gd name="connsiteY14" fmla="*/ 8670 h 14110"/>
                    <a:gd name="connsiteX15" fmla="*/ 5776 w 17803"/>
                    <a:gd name="connsiteY15" fmla="*/ 9318 h 14110"/>
                    <a:gd name="connsiteX16" fmla="*/ 4792 w 17803"/>
                    <a:gd name="connsiteY16" fmla="*/ 11356 h 14110"/>
                    <a:gd name="connsiteX17" fmla="*/ 4387 w 17803"/>
                    <a:gd name="connsiteY17" fmla="*/ 9296 h 14110"/>
                    <a:gd name="connsiteX18" fmla="*/ 1875 w 17803"/>
                    <a:gd name="connsiteY18" fmla="*/ 10129 h 14110"/>
                    <a:gd name="connsiteX19" fmla="*/ 1794 w 17803"/>
                    <a:gd name="connsiteY19" fmla="*/ 9654 h 14110"/>
                    <a:gd name="connsiteX20" fmla="*/ 1644 w 17803"/>
                    <a:gd name="connsiteY20" fmla="*/ 8184 h 14110"/>
                    <a:gd name="connsiteX21" fmla="*/ 1551 w 17803"/>
                    <a:gd name="connsiteY21" fmla="*/ 8288 h 14110"/>
                    <a:gd name="connsiteX22" fmla="*/ 1493 w 17803"/>
                    <a:gd name="connsiteY22" fmla="*/ 7929 h 14110"/>
                    <a:gd name="connsiteX23" fmla="*/ 1401 w 17803"/>
                    <a:gd name="connsiteY23" fmla="*/ 8485 h 14110"/>
                    <a:gd name="connsiteX24" fmla="*/ 498 w 17803"/>
                    <a:gd name="connsiteY24" fmla="*/ 9643 h 14110"/>
                    <a:gd name="connsiteX25" fmla="*/ 35 w 17803"/>
                    <a:gd name="connsiteY25" fmla="*/ 9353 h 14110"/>
                    <a:gd name="connsiteX26" fmla="*/ 0 w 17803"/>
                    <a:gd name="connsiteY26" fmla="*/ 3681 h 14110"/>
                    <a:gd name="connsiteX27" fmla="*/ 1123 w 17803"/>
                    <a:gd name="connsiteY27" fmla="*/ 4190 h 14110"/>
                    <a:gd name="connsiteX28" fmla="*/ 1748 w 17803"/>
                    <a:gd name="connsiteY28" fmla="*/ 2477 h 14110"/>
                    <a:gd name="connsiteX29" fmla="*/ 2292 w 17803"/>
                    <a:gd name="connsiteY29" fmla="*/ 4318 h 14110"/>
                    <a:gd name="connsiteX30" fmla="*/ 3577 w 17803"/>
                    <a:gd name="connsiteY30" fmla="*/ 2431 h 14110"/>
                    <a:gd name="connsiteX31" fmla="*/ 2720 w 17803"/>
                    <a:gd name="connsiteY31" fmla="*/ 35 h 14110"/>
                    <a:gd name="connsiteX32" fmla="*/ 5869 w 17803"/>
                    <a:gd name="connsiteY32" fmla="*/ 0 h 14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7803" h="14110">
                      <a:moveTo>
                        <a:pt x="5869" y="0"/>
                      </a:moveTo>
                      <a:lnTo>
                        <a:pt x="9458" y="58"/>
                      </a:lnTo>
                      <a:lnTo>
                        <a:pt x="9643" y="405"/>
                      </a:lnTo>
                      <a:lnTo>
                        <a:pt x="11634" y="5024"/>
                      </a:lnTo>
                      <a:lnTo>
                        <a:pt x="14389" y="1841"/>
                      </a:lnTo>
                      <a:lnTo>
                        <a:pt x="15546" y="2906"/>
                      </a:lnTo>
                      <a:lnTo>
                        <a:pt x="16461" y="2257"/>
                      </a:lnTo>
                      <a:lnTo>
                        <a:pt x="17780" y="2628"/>
                      </a:lnTo>
                      <a:lnTo>
                        <a:pt x="17804" y="2767"/>
                      </a:lnTo>
                      <a:lnTo>
                        <a:pt x="14342" y="7281"/>
                      </a:lnTo>
                      <a:lnTo>
                        <a:pt x="11807" y="9330"/>
                      </a:lnTo>
                      <a:lnTo>
                        <a:pt x="10638" y="12120"/>
                      </a:lnTo>
                      <a:lnTo>
                        <a:pt x="9122" y="14111"/>
                      </a:lnTo>
                      <a:lnTo>
                        <a:pt x="8798" y="11599"/>
                      </a:lnTo>
                      <a:lnTo>
                        <a:pt x="8427" y="8670"/>
                      </a:lnTo>
                      <a:lnTo>
                        <a:pt x="5776" y="9318"/>
                      </a:lnTo>
                      <a:lnTo>
                        <a:pt x="4792" y="11356"/>
                      </a:lnTo>
                      <a:lnTo>
                        <a:pt x="4387" y="9296"/>
                      </a:lnTo>
                      <a:lnTo>
                        <a:pt x="1875" y="10129"/>
                      </a:lnTo>
                      <a:lnTo>
                        <a:pt x="1794" y="9654"/>
                      </a:lnTo>
                      <a:lnTo>
                        <a:pt x="1644" y="8184"/>
                      </a:lnTo>
                      <a:lnTo>
                        <a:pt x="1551" y="8288"/>
                      </a:lnTo>
                      <a:lnTo>
                        <a:pt x="1493" y="7929"/>
                      </a:lnTo>
                      <a:lnTo>
                        <a:pt x="1401" y="8485"/>
                      </a:lnTo>
                      <a:lnTo>
                        <a:pt x="498" y="9643"/>
                      </a:lnTo>
                      <a:lnTo>
                        <a:pt x="35" y="9353"/>
                      </a:lnTo>
                      <a:lnTo>
                        <a:pt x="0" y="3681"/>
                      </a:lnTo>
                      <a:lnTo>
                        <a:pt x="1123" y="4190"/>
                      </a:lnTo>
                      <a:lnTo>
                        <a:pt x="1748" y="2477"/>
                      </a:lnTo>
                      <a:lnTo>
                        <a:pt x="2292" y="4318"/>
                      </a:lnTo>
                      <a:lnTo>
                        <a:pt x="3577" y="2431"/>
                      </a:lnTo>
                      <a:lnTo>
                        <a:pt x="2720" y="35"/>
                      </a:lnTo>
                      <a:lnTo>
                        <a:pt x="5869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36" name="Freeform: Shape 335">
                  <a:extLst>
                    <a:ext uri="{FF2B5EF4-FFF2-40B4-BE49-F238E27FC236}">
                      <a16:creationId xmlns:a16="http://schemas.microsoft.com/office/drawing/2014/main" id="{10789F18-5B73-9C67-3469-E97486BD4463}"/>
                    </a:ext>
                  </a:extLst>
                </p:cNvPr>
                <p:cNvSpPr/>
                <p:nvPr/>
              </p:nvSpPr>
              <p:spPr>
                <a:xfrm>
                  <a:off x="7697342" y="3566914"/>
                  <a:ext cx="14655" cy="13277"/>
                </a:xfrm>
                <a:custGeom>
                  <a:avLst/>
                  <a:gdLst>
                    <a:gd name="connsiteX0" fmla="*/ 1725 w 14655"/>
                    <a:gd name="connsiteY0" fmla="*/ 637 h 13277"/>
                    <a:gd name="connsiteX1" fmla="*/ 4225 w 14655"/>
                    <a:gd name="connsiteY1" fmla="*/ 0 h 13277"/>
                    <a:gd name="connsiteX2" fmla="*/ 9307 w 14655"/>
                    <a:gd name="connsiteY2" fmla="*/ 590 h 13277"/>
                    <a:gd name="connsiteX3" fmla="*/ 12861 w 14655"/>
                    <a:gd name="connsiteY3" fmla="*/ 3218 h 13277"/>
                    <a:gd name="connsiteX4" fmla="*/ 13035 w 14655"/>
                    <a:gd name="connsiteY4" fmla="*/ 6668 h 13277"/>
                    <a:gd name="connsiteX5" fmla="*/ 12953 w 14655"/>
                    <a:gd name="connsiteY5" fmla="*/ 7374 h 13277"/>
                    <a:gd name="connsiteX6" fmla="*/ 14655 w 14655"/>
                    <a:gd name="connsiteY6" fmla="*/ 9585 h 13277"/>
                    <a:gd name="connsiteX7" fmla="*/ 13370 w 14655"/>
                    <a:gd name="connsiteY7" fmla="*/ 9191 h 13277"/>
                    <a:gd name="connsiteX8" fmla="*/ 12953 w 14655"/>
                    <a:gd name="connsiteY8" fmla="*/ 8914 h 13277"/>
                    <a:gd name="connsiteX9" fmla="*/ 12930 w 14655"/>
                    <a:gd name="connsiteY9" fmla="*/ 9052 h 13277"/>
                    <a:gd name="connsiteX10" fmla="*/ 11993 w 14655"/>
                    <a:gd name="connsiteY10" fmla="*/ 8774 h 13277"/>
                    <a:gd name="connsiteX11" fmla="*/ 11993 w 14655"/>
                    <a:gd name="connsiteY11" fmla="*/ 13278 h 13277"/>
                    <a:gd name="connsiteX12" fmla="*/ 10094 w 14655"/>
                    <a:gd name="connsiteY12" fmla="*/ 10835 h 13277"/>
                    <a:gd name="connsiteX13" fmla="*/ 10106 w 14655"/>
                    <a:gd name="connsiteY13" fmla="*/ 12606 h 13277"/>
                    <a:gd name="connsiteX14" fmla="*/ 9735 w 14655"/>
                    <a:gd name="connsiteY14" fmla="*/ 13092 h 13277"/>
                    <a:gd name="connsiteX15" fmla="*/ 6737 w 14655"/>
                    <a:gd name="connsiteY15" fmla="*/ 10731 h 13277"/>
                    <a:gd name="connsiteX16" fmla="*/ 6494 w 14655"/>
                    <a:gd name="connsiteY16" fmla="*/ 13243 h 13277"/>
                    <a:gd name="connsiteX17" fmla="*/ 4167 w 14655"/>
                    <a:gd name="connsiteY17" fmla="*/ 9597 h 13277"/>
                    <a:gd name="connsiteX18" fmla="*/ 2767 w 14655"/>
                    <a:gd name="connsiteY18" fmla="*/ 9168 h 13277"/>
                    <a:gd name="connsiteX19" fmla="*/ 1563 w 14655"/>
                    <a:gd name="connsiteY19" fmla="*/ 7837 h 13277"/>
                    <a:gd name="connsiteX20" fmla="*/ 0 w 14655"/>
                    <a:gd name="connsiteY20" fmla="*/ 2003 h 13277"/>
                    <a:gd name="connsiteX21" fmla="*/ 1123 w 14655"/>
                    <a:gd name="connsiteY21" fmla="*/ 2721 h 13277"/>
                    <a:gd name="connsiteX22" fmla="*/ 1250 w 14655"/>
                    <a:gd name="connsiteY22" fmla="*/ 2825 h 13277"/>
                    <a:gd name="connsiteX23" fmla="*/ 1262 w 14655"/>
                    <a:gd name="connsiteY23" fmla="*/ 2801 h 13277"/>
                    <a:gd name="connsiteX24" fmla="*/ 1540 w 14655"/>
                    <a:gd name="connsiteY24" fmla="*/ 2987 h 13277"/>
                    <a:gd name="connsiteX25" fmla="*/ 1725 w 14655"/>
                    <a:gd name="connsiteY25" fmla="*/ 637 h 132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4655" h="13277">
                      <a:moveTo>
                        <a:pt x="1725" y="637"/>
                      </a:moveTo>
                      <a:lnTo>
                        <a:pt x="4225" y="0"/>
                      </a:lnTo>
                      <a:lnTo>
                        <a:pt x="9307" y="590"/>
                      </a:lnTo>
                      <a:lnTo>
                        <a:pt x="12861" y="3218"/>
                      </a:lnTo>
                      <a:lnTo>
                        <a:pt x="13035" y="6668"/>
                      </a:lnTo>
                      <a:lnTo>
                        <a:pt x="12953" y="7374"/>
                      </a:lnTo>
                      <a:lnTo>
                        <a:pt x="14655" y="9585"/>
                      </a:lnTo>
                      <a:lnTo>
                        <a:pt x="13370" y="9191"/>
                      </a:lnTo>
                      <a:lnTo>
                        <a:pt x="12953" y="8914"/>
                      </a:lnTo>
                      <a:lnTo>
                        <a:pt x="12930" y="9052"/>
                      </a:lnTo>
                      <a:lnTo>
                        <a:pt x="11993" y="8774"/>
                      </a:lnTo>
                      <a:lnTo>
                        <a:pt x="11993" y="13278"/>
                      </a:lnTo>
                      <a:lnTo>
                        <a:pt x="10094" y="10835"/>
                      </a:lnTo>
                      <a:lnTo>
                        <a:pt x="10106" y="12606"/>
                      </a:lnTo>
                      <a:lnTo>
                        <a:pt x="9735" y="13092"/>
                      </a:lnTo>
                      <a:lnTo>
                        <a:pt x="6737" y="10731"/>
                      </a:lnTo>
                      <a:lnTo>
                        <a:pt x="6494" y="13243"/>
                      </a:lnTo>
                      <a:lnTo>
                        <a:pt x="4167" y="9597"/>
                      </a:lnTo>
                      <a:lnTo>
                        <a:pt x="2767" y="9168"/>
                      </a:lnTo>
                      <a:lnTo>
                        <a:pt x="1563" y="7837"/>
                      </a:lnTo>
                      <a:lnTo>
                        <a:pt x="0" y="2003"/>
                      </a:lnTo>
                      <a:lnTo>
                        <a:pt x="1123" y="2721"/>
                      </a:lnTo>
                      <a:lnTo>
                        <a:pt x="1250" y="2825"/>
                      </a:lnTo>
                      <a:lnTo>
                        <a:pt x="1262" y="2801"/>
                      </a:lnTo>
                      <a:lnTo>
                        <a:pt x="1540" y="2987"/>
                      </a:lnTo>
                      <a:lnTo>
                        <a:pt x="1725" y="6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37" name="Freeform: Shape 336">
                  <a:extLst>
                    <a:ext uri="{FF2B5EF4-FFF2-40B4-BE49-F238E27FC236}">
                      <a16:creationId xmlns:a16="http://schemas.microsoft.com/office/drawing/2014/main" id="{3C90F0EE-C652-A54B-B760-9AAF12C1C693}"/>
                    </a:ext>
                  </a:extLst>
                </p:cNvPr>
                <p:cNvSpPr/>
                <p:nvPr/>
              </p:nvSpPr>
              <p:spPr>
                <a:xfrm>
                  <a:off x="8293604" y="4003777"/>
                  <a:ext cx="9642" cy="19933"/>
                </a:xfrm>
                <a:custGeom>
                  <a:avLst/>
                  <a:gdLst>
                    <a:gd name="connsiteX0" fmla="*/ 0 w 9642"/>
                    <a:gd name="connsiteY0" fmla="*/ 11483 h 19933"/>
                    <a:gd name="connsiteX1" fmla="*/ 2014 w 9642"/>
                    <a:gd name="connsiteY1" fmla="*/ 4711 h 19933"/>
                    <a:gd name="connsiteX2" fmla="*/ 3588 w 9642"/>
                    <a:gd name="connsiteY2" fmla="*/ 0 h 19933"/>
                    <a:gd name="connsiteX3" fmla="*/ 3947 w 9642"/>
                    <a:gd name="connsiteY3" fmla="*/ 1945 h 19933"/>
                    <a:gd name="connsiteX4" fmla="*/ 5742 w 9642"/>
                    <a:gd name="connsiteY4" fmla="*/ 58 h 19933"/>
                    <a:gd name="connsiteX5" fmla="*/ 9272 w 9642"/>
                    <a:gd name="connsiteY5" fmla="*/ 4017 h 19933"/>
                    <a:gd name="connsiteX6" fmla="*/ 8358 w 9642"/>
                    <a:gd name="connsiteY6" fmla="*/ 11495 h 19933"/>
                    <a:gd name="connsiteX7" fmla="*/ 9643 w 9642"/>
                    <a:gd name="connsiteY7" fmla="*/ 13254 h 19933"/>
                    <a:gd name="connsiteX8" fmla="*/ 1875 w 9642"/>
                    <a:gd name="connsiteY8" fmla="*/ 19933 h 19933"/>
                    <a:gd name="connsiteX9" fmla="*/ 1956 w 9642"/>
                    <a:gd name="connsiteY9" fmla="*/ 13683 h 19933"/>
                    <a:gd name="connsiteX10" fmla="*/ 1250 w 9642"/>
                    <a:gd name="connsiteY10" fmla="*/ 13035 h 19933"/>
                    <a:gd name="connsiteX11" fmla="*/ 0 w 9642"/>
                    <a:gd name="connsiteY11" fmla="*/ 11483 h 19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9642" h="19933">
                      <a:moveTo>
                        <a:pt x="0" y="11483"/>
                      </a:moveTo>
                      <a:lnTo>
                        <a:pt x="2014" y="4711"/>
                      </a:lnTo>
                      <a:lnTo>
                        <a:pt x="3588" y="0"/>
                      </a:lnTo>
                      <a:lnTo>
                        <a:pt x="3947" y="1945"/>
                      </a:lnTo>
                      <a:lnTo>
                        <a:pt x="5742" y="58"/>
                      </a:lnTo>
                      <a:lnTo>
                        <a:pt x="9272" y="4017"/>
                      </a:lnTo>
                      <a:lnTo>
                        <a:pt x="8358" y="11495"/>
                      </a:lnTo>
                      <a:lnTo>
                        <a:pt x="9643" y="13254"/>
                      </a:lnTo>
                      <a:lnTo>
                        <a:pt x="1875" y="19933"/>
                      </a:lnTo>
                      <a:lnTo>
                        <a:pt x="1956" y="13683"/>
                      </a:lnTo>
                      <a:lnTo>
                        <a:pt x="1250" y="13035"/>
                      </a:lnTo>
                      <a:lnTo>
                        <a:pt x="0" y="1148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38" name="Freeform: Shape 337">
                  <a:extLst>
                    <a:ext uri="{FF2B5EF4-FFF2-40B4-BE49-F238E27FC236}">
                      <a16:creationId xmlns:a16="http://schemas.microsoft.com/office/drawing/2014/main" id="{628816E9-ABE9-9A51-C18E-4A87220C4140}"/>
                    </a:ext>
                  </a:extLst>
                </p:cNvPr>
                <p:cNvSpPr/>
                <p:nvPr/>
              </p:nvSpPr>
              <p:spPr>
                <a:xfrm>
                  <a:off x="9080012" y="2435535"/>
                  <a:ext cx="14458" cy="12455"/>
                </a:xfrm>
                <a:custGeom>
                  <a:avLst/>
                  <a:gdLst>
                    <a:gd name="connsiteX0" fmla="*/ 0 w 14458"/>
                    <a:gd name="connsiteY0" fmla="*/ 1239 h 12455"/>
                    <a:gd name="connsiteX1" fmla="*/ 1574 w 14458"/>
                    <a:gd name="connsiteY1" fmla="*/ 0 h 12455"/>
                    <a:gd name="connsiteX2" fmla="*/ 1667 w 14458"/>
                    <a:gd name="connsiteY2" fmla="*/ 35 h 12455"/>
                    <a:gd name="connsiteX3" fmla="*/ 9341 w 14458"/>
                    <a:gd name="connsiteY3" fmla="*/ 5070 h 12455"/>
                    <a:gd name="connsiteX4" fmla="*/ 12375 w 14458"/>
                    <a:gd name="connsiteY4" fmla="*/ 3114 h 12455"/>
                    <a:gd name="connsiteX5" fmla="*/ 14458 w 14458"/>
                    <a:gd name="connsiteY5" fmla="*/ 6587 h 12455"/>
                    <a:gd name="connsiteX6" fmla="*/ 14053 w 14458"/>
                    <a:gd name="connsiteY6" fmla="*/ 10198 h 12455"/>
                    <a:gd name="connsiteX7" fmla="*/ 9261 w 14458"/>
                    <a:gd name="connsiteY7" fmla="*/ 12456 h 12455"/>
                    <a:gd name="connsiteX8" fmla="*/ 2523 w 14458"/>
                    <a:gd name="connsiteY8" fmla="*/ 9782 h 12455"/>
                    <a:gd name="connsiteX9" fmla="*/ 2327 w 14458"/>
                    <a:gd name="connsiteY9" fmla="*/ 9689 h 12455"/>
                    <a:gd name="connsiteX10" fmla="*/ 0 w 14458"/>
                    <a:gd name="connsiteY10" fmla="*/ 1239 h 12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4458" h="12455">
                      <a:moveTo>
                        <a:pt x="0" y="1239"/>
                      </a:moveTo>
                      <a:lnTo>
                        <a:pt x="1574" y="0"/>
                      </a:lnTo>
                      <a:lnTo>
                        <a:pt x="1667" y="35"/>
                      </a:lnTo>
                      <a:lnTo>
                        <a:pt x="9341" y="5070"/>
                      </a:lnTo>
                      <a:lnTo>
                        <a:pt x="12375" y="3114"/>
                      </a:lnTo>
                      <a:lnTo>
                        <a:pt x="14458" y="6587"/>
                      </a:lnTo>
                      <a:lnTo>
                        <a:pt x="14053" y="10198"/>
                      </a:lnTo>
                      <a:lnTo>
                        <a:pt x="9261" y="12456"/>
                      </a:lnTo>
                      <a:lnTo>
                        <a:pt x="2523" y="9782"/>
                      </a:lnTo>
                      <a:lnTo>
                        <a:pt x="2327" y="9689"/>
                      </a:lnTo>
                      <a:lnTo>
                        <a:pt x="0" y="12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39" name="Freeform: Shape 338">
                  <a:extLst>
                    <a:ext uri="{FF2B5EF4-FFF2-40B4-BE49-F238E27FC236}">
                      <a16:creationId xmlns:a16="http://schemas.microsoft.com/office/drawing/2014/main" id="{D73EAEBE-930F-F220-4FE2-1B843445473D}"/>
                    </a:ext>
                  </a:extLst>
                </p:cNvPr>
                <p:cNvSpPr/>
                <p:nvPr/>
              </p:nvSpPr>
              <p:spPr>
                <a:xfrm>
                  <a:off x="7817847" y="3276835"/>
                  <a:ext cx="14967" cy="13960"/>
                </a:xfrm>
                <a:custGeom>
                  <a:avLst/>
                  <a:gdLst>
                    <a:gd name="connsiteX0" fmla="*/ 11807 w 14967"/>
                    <a:gd name="connsiteY0" fmla="*/ 822 h 13960"/>
                    <a:gd name="connsiteX1" fmla="*/ 14690 w 14967"/>
                    <a:gd name="connsiteY1" fmla="*/ 0 h 13960"/>
                    <a:gd name="connsiteX2" fmla="*/ 11946 w 14967"/>
                    <a:gd name="connsiteY2" fmla="*/ 5047 h 13960"/>
                    <a:gd name="connsiteX3" fmla="*/ 14968 w 14967"/>
                    <a:gd name="connsiteY3" fmla="*/ 7524 h 13960"/>
                    <a:gd name="connsiteX4" fmla="*/ 14956 w 14967"/>
                    <a:gd name="connsiteY4" fmla="*/ 7628 h 13960"/>
                    <a:gd name="connsiteX5" fmla="*/ 14180 w 14967"/>
                    <a:gd name="connsiteY5" fmla="*/ 8890 h 13960"/>
                    <a:gd name="connsiteX6" fmla="*/ 12942 w 14967"/>
                    <a:gd name="connsiteY6" fmla="*/ 8451 h 13960"/>
                    <a:gd name="connsiteX7" fmla="*/ 11495 w 14967"/>
                    <a:gd name="connsiteY7" fmla="*/ 10175 h 13960"/>
                    <a:gd name="connsiteX8" fmla="*/ 11205 w 14967"/>
                    <a:gd name="connsiteY8" fmla="*/ 10245 h 13960"/>
                    <a:gd name="connsiteX9" fmla="*/ 10164 w 14967"/>
                    <a:gd name="connsiteY9" fmla="*/ 11773 h 13960"/>
                    <a:gd name="connsiteX10" fmla="*/ 9619 w 14967"/>
                    <a:gd name="connsiteY10" fmla="*/ 12421 h 13960"/>
                    <a:gd name="connsiteX11" fmla="*/ 8045 w 14967"/>
                    <a:gd name="connsiteY11" fmla="*/ 11124 h 13960"/>
                    <a:gd name="connsiteX12" fmla="*/ 6135 w 14967"/>
                    <a:gd name="connsiteY12" fmla="*/ 10036 h 13960"/>
                    <a:gd name="connsiteX13" fmla="*/ 4769 w 14967"/>
                    <a:gd name="connsiteY13" fmla="*/ 11310 h 13960"/>
                    <a:gd name="connsiteX14" fmla="*/ 4619 w 14967"/>
                    <a:gd name="connsiteY14" fmla="*/ 11298 h 13960"/>
                    <a:gd name="connsiteX15" fmla="*/ 4677 w 14967"/>
                    <a:gd name="connsiteY15" fmla="*/ 11402 h 13960"/>
                    <a:gd name="connsiteX16" fmla="*/ 3704 w 14967"/>
                    <a:gd name="connsiteY16" fmla="*/ 12305 h 13960"/>
                    <a:gd name="connsiteX17" fmla="*/ 5267 w 14967"/>
                    <a:gd name="connsiteY17" fmla="*/ 12398 h 13960"/>
                    <a:gd name="connsiteX18" fmla="*/ 5429 w 14967"/>
                    <a:gd name="connsiteY18" fmla="*/ 12687 h 13960"/>
                    <a:gd name="connsiteX19" fmla="*/ 5765 w 14967"/>
                    <a:gd name="connsiteY19" fmla="*/ 12433 h 13960"/>
                    <a:gd name="connsiteX20" fmla="*/ 8022 w 14967"/>
                    <a:gd name="connsiteY20" fmla="*/ 12571 h 13960"/>
                    <a:gd name="connsiteX21" fmla="*/ 8832 w 14967"/>
                    <a:gd name="connsiteY21" fmla="*/ 13960 h 13960"/>
                    <a:gd name="connsiteX22" fmla="*/ 8682 w 14967"/>
                    <a:gd name="connsiteY22" fmla="*/ 13937 h 13960"/>
                    <a:gd name="connsiteX23" fmla="*/ 2963 w 14967"/>
                    <a:gd name="connsiteY23" fmla="*/ 13035 h 13960"/>
                    <a:gd name="connsiteX24" fmla="*/ 0 w 14967"/>
                    <a:gd name="connsiteY24" fmla="*/ 10233 h 13960"/>
                    <a:gd name="connsiteX25" fmla="*/ 1378 w 14967"/>
                    <a:gd name="connsiteY25" fmla="*/ 9249 h 13960"/>
                    <a:gd name="connsiteX26" fmla="*/ 2639 w 14967"/>
                    <a:gd name="connsiteY26" fmla="*/ 8473 h 13960"/>
                    <a:gd name="connsiteX27" fmla="*/ 2396 w 14967"/>
                    <a:gd name="connsiteY27" fmla="*/ 6737 h 13960"/>
                    <a:gd name="connsiteX28" fmla="*/ 4028 w 14967"/>
                    <a:gd name="connsiteY28" fmla="*/ 6922 h 13960"/>
                    <a:gd name="connsiteX29" fmla="*/ 3878 w 14967"/>
                    <a:gd name="connsiteY29" fmla="*/ 6749 h 13960"/>
                    <a:gd name="connsiteX30" fmla="*/ 4827 w 14967"/>
                    <a:gd name="connsiteY30" fmla="*/ 6841 h 13960"/>
                    <a:gd name="connsiteX31" fmla="*/ 3264 w 14967"/>
                    <a:gd name="connsiteY31" fmla="*/ 5603 h 13960"/>
                    <a:gd name="connsiteX32" fmla="*/ 4781 w 14967"/>
                    <a:gd name="connsiteY32" fmla="*/ 6135 h 13960"/>
                    <a:gd name="connsiteX33" fmla="*/ 3866 w 14967"/>
                    <a:gd name="connsiteY33" fmla="*/ 4179 h 13960"/>
                    <a:gd name="connsiteX34" fmla="*/ 5475 w 14967"/>
                    <a:gd name="connsiteY34" fmla="*/ 2616 h 13960"/>
                    <a:gd name="connsiteX35" fmla="*/ 6679 w 14967"/>
                    <a:gd name="connsiteY35" fmla="*/ 2280 h 13960"/>
                    <a:gd name="connsiteX36" fmla="*/ 7466 w 14967"/>
                    <a:gd name="connsiteY36" fmla="*/ 2651 h 13960"/>
                    <a:gd name="connsiteX37" fmla="*/ 7987 w 14967"/>
                    <a:gd name="connsiteY37" fmla="*/ 1910 h 13960"/>
                    <a:gd name="connsiteX38" fmla="*/ 10360 w 14967"/>
                    <a:gd name="connsiteY38" fmla="*/ 1227 h 13960"/>
                    <a:gd name="connsiteX39" fmla="*/ 12062 w 14967"/>
                    <a:gd name="connsiteY39" fmla="*/ 1725 h 13960"/>
                    <a:gd name="connsiteX40" fmla="*/ 11807 w 14967"/>
                    <a:gd name="connsiteY40" fmla="*/ 822 h 13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</a:cxnLst>
                  <a:rect l="l" t="t" r="r" b="b"/>
                  <a:pathLst>
                    <a:path w="14967" h="13960">
                      <a:moveTo>
                        <a:pt x="11807" y="822"/>
                      </a:moveTo>
                      <a:lnTo>
                        <a:pt x="14690" y="0"/>
                      </a:lnTo>
                      <a:lnTo>
                        <a:pt x="11946" y="5047"/>
                      </a:lnTo>
                      <a:lnTo>
                        <a:pt x="14968" y="7524"/>
                      </a:lnTo>
                      <a:lnTo>
                        <a:pt x="14956" y="7628"/>
                      </a:lnTo>
                      <a:lnTo>
                        <a:pt x="14180" y="8890"/>
                      </a:lnTo>
                      <a:lnTo>
                        <a:pt x="12942" y="8451"/>
                      </a:lnTo>
                      <a:lnTo>
                        <a:pt x="11495" y="10175"/>
                      </a:lnTo>
                      <a:lnTo>
                        <a:pt x="11205" y="10245"/>
                      </a:lnTo>
                      <a:lnTo>
                        <a:pt x="10164" y="11773"/>
                      </a:lnTo>
                      <a:lnTo>
                        <a:pt x="9619" y="12421"/>
                      </a:lnTo>
                      <a:lnTo>
                        <a:pt x="8045" y="11124"/>
                      </a:lnTo>
                      <a:lnTo>
                        <a:pt x="6135" y="10036"/>
                      </a:lnTo>
                      <a:lnTo>
                        <a:pt x="4769" y="11310"/>
                      </a:lnTo>
                      <a:lnTo>
                        <a:pt x="4619" y="11298"/>
                      </a:lnTo>
                      <a:lnTo>
                        <a:pt x="4677" y="11402"/>
                      </a:lnTo>
                      <a:lnTo>
                        <a:pt x="3704" y="12305"/>
                      </a:lnTo>
                      <a:lnTo>
                        <a:pt x="5267" y="12398"/>
                      </a:lnTo>
                      <a:lnTo>
                        <a:pt x="5429" y="12687"/>
                      </a:lnTo>
                      <a:lnTo>
                        <a:pt x="5765" y="12433"/>
                      </a:lnTo>
                      <a:lnTo>
                        <a:pt x="8022" y="12571"/>
                      </a:lnTo>
                      <a:lnTo>
                        <a:pt x="8832" y="13960"/>
                      </a:lnTo>
                      <a:lnTo>
                        <a:pt x="8682" y="13937"/>
                      </a:lnTo>
                      <a:lnTo>
                        <a:pt x="2963" y="13035"/>
                      </a:lnTo>
                      <a:lnTo>
                        <a:pt x="0" y="10233"/>
                      </a:lnTo>
                      <a:lnTo>
                        <a:pt x="1378" y="9249"/>
                      </a:lnTo>
                      <a:lnTo>
                        <a:pt x="2639" y="8473"/>
                      </a:lnTo>
                      <a:lnTo>
                        <a:pt x="2396" y="6737"/>
                      </a:lnTo>
                      <a:lnTo>
                        <a:pt x="4028" y="6922"/>
                      </a:lnTo>
                      <a:lnTo>
                        <a:pt x="3878" y="6749"/>
                      </a:lnTo>
                      <a:lnTo>
                        <a:pt x="4827" y="6841"/>
                      </a:lnTo>
                      <a:lnTo>
                        <a:pt x="3264" y="5603"/>
                      </a:lnTo>
                      <a:lnTo>
                        <a:pt x="4781" y="6135"/>
                      </a:lnTo>
                      <a:lnTo>
                        <a:pt x="3866" y="4179"/>
                      </a:lnTo>
                      <a:lnTo>
                        <a:pt x="5475" y="2616"/>
                      </a:lnTo>
                      <a:lnTo>
                        <a:pt x="6679" y="2280"/>
                      </a:lnTo>
                      <a:lnTo>
                        <a:pt x="7466" y="2651"/>
                      </a:lnTo>
                      <a:lnTo>
                        <a:pt x="7987" y="1910"/>
                      </a:lnTo>
                      <a:lnTo>
                        <a:pt x="10360" y="1227"/>
                      </a:lnTo>
                      <a:lnTo>
                        <a:pt x="12062" y="1725"/>
                      </a:lnTo>
                      <a:lnTo>
                        <a:pt x="11807" y="8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40" name="Freeform: Shape 339">
                  <a:extLst>
                    <a:ext uri="{FF2B5EF4-FFF2-40B4-BE49-F238E27FC236}">
                      <a16:creationId xmlns:a16="http://schemas.microsoft.com/office/drawing/2014/main" id="{70D8D93B-9FB3-42E9-B7B7-C0BB1C7DACD5}"/>
                    </a:ext>
                  </a:extLst>
                </p:cNvPr>
                <p:cNvSpPr/>
                <p:nvPr/>
              </p:nvSpPr>
              <p:spPr>
                <a:xfrm>
                  <a:off x="9130077" y="2580326"/>
                  <a:ext cx="12270" cy="17201"/>
                </a:xfrm>
                <a:custGeom>
                  <a:avLst/>
                  <a:gdLst>
                    <a:gd name="connsiteX0" fmla="*/ 3299 w 12270"/>
                    <a:gd name="connsiteY0" fmla="*/ 16507 h 17201"/>
                    <a:gd name="connsiteX1" fmla="*/ 417 w 12270"/>
                    <a:gd name="connsiteY1" fmla="*/ 17202 h 17201"/>
                    <a:gd name="connsiteX2" fmla="*/ 0 w 12270"/>
                    <a:gd name="connsiteY2" fmla="*/ 15396 h 17201"/>
                    <a:gd name="connsiteX3" fmla="*/ 1077 w 12270"/>
                    <a:gd name="connsiteY3" fmla="*/ 14389 h 17201"/>
                    <a:gd name="connsiteX4" fmla="*/ 1644 w 12270"/>
                    <a:gd name="connsiteY4" fmla="*/ 14215 h 17201"/>
                    <a:gd name="connsiteX5" fmla="*/ 1713 w 12270"/>
                    <a:gd name="connsiteY5" fmla="*/ 13798 h 17201"/>
                    <a:gd name="connsiteX6" fmla="*/ 2894 w 12270"/>
                    <a:gd name="connsiteY6" fmla="*/ 12699 h 17201"/>
                    <a:gd name="connsiteX7" fmla="*/ 2639 w 12270"/>
                    <a:gd name="connsiteY7" fmla="*/ 9226 h 17201"/>
                    <a:gd name="connsiteX8" fmla="*/ 4920 w 12270"/>
                    <a:gd name="connsiteY8" fmla="*/ 8369 h 17201"/>
                    <a:gd name="connsiteX9" fmla="*/ 5418 w 12270"/>
                    <a:gd name="connsiteY9" fmla="*/ 1366 h 17201"/>
                    <a:gd name="connsiteX10" fmla="*/ 7756 w 12270"/>
                    <a:gd name="connsiteY10" fmla="*/ 0 h 17201"/>
                    <a:gd name="connsiteX11" fmla="*/ 10141 w 12270"/>
                    <a:gd name="connsiteY11" fmla="*/ 5858 h 17201"/>
                    <a:gd name="connsiteX12" fmla="*/ 12270 w 12270"/>
                    <a:gd name="connsiteY12" fmla="*/ 7015 h 17201"/>
                    <a:gd name="connsiteX13" fmla="*/ 10083 w 12270"/>
                    <a:gd name="connsiteY13" fmla="*/ 14342 h 17201"/>
                    <a:gd name="connsiteX14" fmla="*/ 10627 w 12270"/>
                    <a:gd name="connsiteY14" fmla="*/ 14748 h 17201"/>
                    <a:gd name="connsiteX15" fmla="*/ 9527 w 12270"/>
                    <a:gd name="connsiteY15" fmla="*/ 15014 h 17201"/>
                    <a:gd name="connsiteX16" fmla="*/ 3947 w 12270"/>
                    <a:gd name="connsiteY16" fmla="*/ 15755 h 17201"/>
                    <a:gd name="connsiteX17" fmla="*/ 3299 w 12270"/>
                    <a:gd name="connsiteY17" fmla="*/ 16507 h 172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2270" h="17201">
                      <a:moveTo>
                        <a:pt x="3299" y="16507"/>
                      </a:moveTo>
                      <a:lnTo>
                        <a:pt x="417" y="17202"/>
                      </a:lnTo>
                      <a:lnTo>
                        <a:pt x="0" y="15396"/>
                      </a:lnTo>
                      <a:lnTo>
                        <a:pt x="1077" y="14389"/>
                      </a:lnTo>
                      <a:lnTo>
                        <a:pt x="1644" y="14215"/>
                      </a:lnTo>
                      <a:lnTo>
                        <a:pt x="1713" y="13798"/>
                      </a:lnTo>
                      <a:lnTo>
                        <a:pt x="2894" y="12699"/>
                      </a:lnTo>
                      <a:lnTo>
                        <a:pt x="2639" y="9226"/>
                      </a:lnTo>
                      <a:lnTo>
                        <a:pt x="4920" y="8369"/>
                      </a:lnTo>
                      <a:lnTo>
                        <a:pt x="5418" y="1366"/>
                      </a:lnTo>
                      <a:lnTo>
                        <a:pt x="7756" y="0"/>
                      </a:lnTo>
                      <a:lnTo>
                        <a:pt x="10141" y="5858"/>
                      </a:lnTo>
                      <a:lnTo>
                        <a:pt x="12270" y="7015"/>
                      </a:lnTo>
                      <a:lnTo>
                        <a:pt x="10083" y="14342"/>
                      </a:lnTo>
                      <a:lnTo>
                        <a:pt x="10627" y="14748"/>
                      </a:lnTo>
                      <a:lnTo>
                        <a:pt x="9527" y="15014"/>
                      </a:lnTo>
                      <a:lnTo>
                        <a:pt x="3947" y="15755"/>
                      </a:lnTo>
                      <a:lnTo>
                        <a:pt x="3299" y="1650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41" name="Freeform: Shape 340">
                  <a:extLst>
                    <a:ext uri="{FF2B5EF4-FFF2-40B4-BE49-F238E27FC236}">
                      <a16:creationId xmlns:a16="http://schemas.microsoft.com/office/drawing/2014/main" id="{9E10CADF-588B-31BE-274C-DDEFCBCF5982}"/>
                    </a:ext>
                  </a:extLst>
                </p:cNvPr>
                <p:cNvSpPr/>
                <p:nvPr/>
              </p:nvSpPr>
              <p:spPr>
                <a:xfrm>
                  <a:off x="9628187" y="1614377"/>
                  <a:ext cx="15453" cy="17884"/>
                </a:xfrm>
                <a:custGeom>
                  <a:avLst/>
                  <a:gdLst>
                    <a:gd name="connsiteX0" fmla="*/ 3542 w 15453"/>
                    <a:gd name="connsiteY0" fmla="*/ 3079 h 17884"/>
                    <a:gd name="connsiteX1" fmla="*/ 4943 w 15453"/>
                    <a:gd name="connsiteY1" fmla="*/ 6239 h 17884"/>
                    <a:gd name="connsiteX2" fmla="*/ 5858 w 15453"/>
                    <a:gd name="connsiteY2" fmla="*/ 3994 h 17884"/>
                    <a:gd name="connsiteX3" fmla="*/ 8601 w 15453"/>
                    <a:gd name="connsiteY3" fmla="*/ 3542 h 17884"/>
                    <a:gd name="connsiteX4" fmla="*/ 10245 w 15453"/>
                    <a:gd name="connsiteY4" fmla="*/ 6598 h 17884"/>
                    <a:gd name="connsiteX5" fmla="*/ 12467 w 15453"/>
                    <a:gd name="connsiteY5" fmla="*/ 7571 h 17884"/>
                    <a:gd name="connsiteX6" fmla="*/ 12467 w 15453"/>
                    <a:gd name="connsiteY6" fmla="*/ 7501 h 17884"/>
                    <a:gd name="connsiteX7" fmla="*/ 12722 w 15453"/>
                    <a:gd name="connsiteY7" fmla="*/ 5198 h 17884"/>
                    <a:gd name="connsiteX8" fmla="*/ 12884 w 15453"/>
                    <a:gd name="connsiteY8" fmla="*/ 7038 h 17884"/>
                    <a:gd name="connsiteX9" fmla="*/ 12907 w 15453"/>
                    <a:gd name="connsiteY9" fmla="*/ 7015 h 17884"/>
                    <a:gd name="connsiteX10" fmla="*/ 12919 w 15453"/>
                    <a:gd name="connsiteY10" fmla="*/ 7119 h 17884"/>
                    <a:gd name="connsiteX11" fmla="*/ 14018 w 15453"/>
                    <a:gd name="connsiteY11" fmla="*/ 5649 h 17884"/>
                    <a:gd name="connsiteX12" fmla="*/ 15454 w 15453"/>
                    <a:gd name="connsiteY12" fmla="*/ 8288 h 17884"/>
                    <a:gd name="connsiteX13" fmla="*/ 12734 w 15453"/>
                    <a:gd name="connsiteY13" fmla="*/ 9203 h 17884"/>
                    <a:gd name="connsiteX14" fmla="*/ 11287 w 15453"/>
                    <a:gd name="connsiteY14" fmla="*/ 9654 h 17884"/>
                    <a:gd name="connsiteX15" fmla="*/ 11333 w 15453"/>
                    <a:gd name="connsiteY15" fmla="*/ 9677 h 17884"/>
                    <a:gd name="connsiteX16" fmla="*/ 10939 w 15453"/>
                    <a:gd name="connsiteY16" fmla="*/ 9816 h 17884"/>
                    <a:gd name="connsiteX17" fmla="*/ 12190 w 15453"/>
                    <a:gd name="connsiteY17" fmla="*/ 10395 h 17884"/>
                    <a:gd name="connsiteX18" fmla="*/ 11796 w 15453"/>
                    <a:gd name="connsiteY18" fmla="*/ 10812 h 17884"/>
                    <a:gd name="connsiteX19" fmla="*/ 9296 w 15453"/>
                    <a:gd name="connsiteY19" fmla="*/ 13521 h 17884"/>
                    <a:gd name="connsiteX20" fmla="*/ 6482 w 15453"/>
                    <a:gd name="connsiteY20" fmla="*/ 12930 h 17884"/>
                    <a:gd name="connsiteX21" fmla="*/ 6853 w 15453"/>
                    <a:gd name="connsiteY21" fmla="*/ 16530 h 17884"/>
                    <a:gd name="connsiteX22" fmla="*/ 5348 w 15453"/>
                    <a:gd name="connsiteY22" fmla="*/ 17885 h 17884"/>
                    <a:gd name="connsiteX23" fmla="*/ 4028 w 15453"/>
                    <a:gd name="connsiteY23" fmla="*/ 15072 h 17884"/>
                    <a:gd name="connsiteX24" fmla="*/ 4573 w 15453"/>
                    <a:gd name="connsiteY24" fmla="*/ 14065 h 17884"/>
                    <a:gd name="connsiteX25" fmla="*/ 2593 w 15453"/>
                    <a:gd name="connsiteY25" fmla="*/ 11993 h 17884"/>
                    <a:gd name="connsiteX26" fmla="*/ 3519 w 15453"/>
                    <a:gd name="connsiteY26" fmla="*/ 10812 h 17884"/>
                    <a:gd name="connsiteX27" fmla="*/ 4468 w 15453"/>
                    <a:gd name="connsiteY27" fmla="*/ 9585 h 17884"/>
                    <a:gd name="connsiteX28" fmla="*/ 5996 w 15453"/>
                    <a:gd name="connsiteY28" fmla="*/ 11298 h 17884"/>
                    <a:gd name="connsiteX29" fmla="*/ 6101 w 15453"/>
                    <a:gd name="connsiteY29" fmla="*/ 11425 h 17884"/>
                    <a:gd name="connsiteX30" fmla="*/ 6321 w 15453"/>
                    <a:gd name="connsiteY30" fmla="*/ 10812 h 17884"/>
                    <a:gd name="connsiteX31" fmla="*/ 6656 w 15453"/>
                    <a:gd name="connsiteY31" fmla="*/ 9863 h 17884"/>
                    <a:gd name="connsiteX32" fmla="*/ 7247 w 15453"/>
                    <a:gd name="connsiteY32" fmla="*/ 8566 h 17884"/>
                    <a:gd name="connsiteX33" fmla="*/ 7108 w 15453"/>
                    <a:gd name="connsiteY33" fmla="*/ 8555 h 17884"/>
                    <a:gd name="connsiteX34" fmla="*/ 7212 w 15453"/>
                    <a:gd name="connsiteY34" fmla="*/ 8265 h 17884"/>
                    <a:gd name="connsiteX35" fmla="*/ 0 w 15453"/>
                    <a:gd name="connsiteY35" fmla="*/ 8497 h 17884"/>
                    <a:gd name="connsiteX36" fmla="*/ 2176 w 15453"/>
                    <a:gd name="connsiteY36" fmla="*/ 1655 h 17884"/>
                    <a:gd name="connsiteX37" fmla="*/ 4804 w 15453"/>
                    <a:gd name="connsiteY37" fmla="*/ 0 h 17884"/>
                    <a:gd name="connsiteX38" fmla="*/ 6135 w 15453"/>
                    <a:gd name="connsiteY38" fmla="*/ 1760 h 17884"/>
                    <a:gd name="connsiteX39" fmla="*/ 3542 w 15453"/>
                    <a:gd name="connsiteY39" fmla="*/ 3079 h 178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5453" h="17884">
                      <a:moveTo>
                        <a:pt x="3542" y="3079"/>
                      </a:moveTo>
                      <a:lnTo>
                        <a:pt x="4943" y="6239"/>
                      </a:lnTo>
                      <a:lnTo>
                        <a:pt x="5858" y="3994"/>
                      </a:lnTo>
                      <a:lnTo>
                        <a:pt x="8601" y="3542"/>
                      </a:lnTo>
                      <a:lnTo>
                        <a:pt x="10245" y="6598"/>
                      </a:lnTo>
                      <a:lnTo>
                        <a:pt x="12467" y="7571"/>
                      </a:lnTo>
                      <a:lnTo>
                        <a:pt x="12467" y="7501"/>
                      </a:lnTo>
                      <a:lnTo>
                        <a:pt x="12722" y="5198"/>
                      </a:lnTo>
                      <a:lnTo>
                        <a:pt x="12884" y="7038"/>
                      </a:lnTo>
                      <a:lnTo>
                        <a:pt x="12907" y="7015"/>
                      </a:lnTo>
                      <a:lnTo>
                        <a:pt x="12919" y="7119"/>
                      </a:lnTo>
                      <a:lnTo>
                        <a:pt x="14018" y="5649"/>
                      </a:lnTo>
                      <a:lnTo>
                        <a:pt x="15454" y="8288"/>
                      </a:lnTo>
                      <a:lnTo>
                        <a:pt x="12734" y="9203"/>
                      </a:lnTo>
                      <a:lnTo>
                        <a:pt x="11287" y="9654"/>
                      </a:lnTo>
                      <a:lnTo>
                        <a:pt x="11333" y="9677"/>
                      </a:lnTo>
                      <a:lnTo>
                        <a:pt x="10939" y="9816"/>
                      </a:lnTo>
                      <a:lnTo>
                        <a:pt x="12190" y="10395"/>
                      </a:lnTo>
                      <a:lnTo>
                        <a:pt x="11796" y="10812"/>
                      </a:lnTo>
                      <a:lnTo>
                        <a:pt x="9296" y="13521"/>
                      </a:lnTo>
                      <a:lnTo>
                        <a:pt x="6482" y="12930"/>
                      </a:lnTo>
                      <a:lnTo>
                        <a:pt x="6853" y="16530"/>
                      </a:lnTo>
                      <a:lnTo>
                        <a:pt x="5348" y="17885"/>
                      </a:lnTo>
                      <a:lnTo>
                        <a:pt x="4028" y="15072"/>
                      </a:lnTo>
                      <a:lnTo>
                        <a:pt x="4573" y="14065"/>
                      </a:lnTo>
                      <a:lnTo>
                        <a:pt x="2593" y="11993"/>
                      </a:lnTo>
                      <a:lnTo>
                        <a:pt x="3519" y="10812"/>
                      </a:lnTo>
                      <a:lnTo>
                        <a:pt x="4468" y="9585"/>
                      </a:lnTo>
                      <a:lnTo>
                        <a:pt x="5996" y="11298"/>
                      </a:lnTo>
                      <a:lnTo>
                        <a:pt x="6101" y="11425"/>
                      </a:lnTo>
                      <a:lnTo>
                        <a:pt x="6321" y="10812"/>
                      </a:lnTo>
                      <a:lnTo>
                        <a:pt x="6656" y="9863"/>
                      </a:lnTo>
                      <a:lnTo>
                        <a:pt x="7247" y="8566"/>
                      </a:lnTo>
                      <a:lnTo>
                        <a:pt x="7108" y="8555"/>
                      </a:lnTo>
                      <a:lnTo>
                        <a:pt x="7212" y="8265"/>
                      </a:lnTo>
                      <a:lnTo>
                        <a:pt x="0" y="8497"/>
                      </a:lnTo>
                      <a:lnTo>
                        <a:pt x="2176" y="1655"/>
                      </a:lnTo>
                      <a:lnTo>
                        <a:pt x="4804" y="0"/>
                      </a:lnTo>
                      <a:lnTo>
                        <a:pt x="6135" y="1760"/>
                      </a:lnTo>
                      <a:lnTo>
                        <a:pt x="3542" y="307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42" name="Freeform: Shape 341">
                  <a:extLst>
                    <a:ext uri="{FF2B5EF4-FFF2-40B4-BE49-F238E27FC236}">
                      <a16:creationId xmlns:a16="http://schemas.microsoft.com/office/drawing/2014/main" id="{CC7601E0-037B-38BA-0285-DA016AF0BAE5}"/>
                    </a:ext>
                  </a:extLst>
                </p:cNvPr>
                <p:cNvSpPr/>
                <p:nvPr/>
              </p:nvSpPr>
              <p:spPr>
                <a:xfrm>
                  <a:off x="8336180" y="3051892"/>
                  <a:ext cx="13138" cy="16102"/>
                </a:xfrm>
                <a:custGeom>
                  <a:avLst/>
                  <a:gdLst>
                    <a:gd name="connsiteX0" fmla="*/ 3623 w 13138"/>
                    <a:gd name="connsiteY0" fmla="*/ 3265 h 16102"/>
                    <a:gd name="connsiteX1" fmla="*/ 10534 w 13138"/>
                    <a:gd name="connsiteY1" fmla="*/ 8231 h 16102"/>
                    <a:gd name="connsiteX2" fmla="*/ 13139 w 13138"/>
                    <a:gd name="connsiteY2" fmla="*/ 10939 h 16102"/>
                    <a:gd name="connsiteX3" fmla="*/ 12421 w 13138"/>
                    <a:gd name="connsiteY3" fmla="*/ 16102 h 16102"/>
                    <a:gd name="connsiteX4" fmla="*/ 8196 w 13138"/>
                    <a:gd name="connsiteY4" fmla="*/ 15419 h 16102"/>
                    <a:gd name="connsiteX5" fmla="*/ 1447 w 13138"/>
                    <a:gd name="connsiteY5" fmla="*/ 8520 h 16102"/>
                    <a:gd name="connsiteX6" fmla="*/ 0 w 13138"/>
                    <a:gd name="connsiteY6" fmla="*/ 4364 h 16102"/>
                    <a:gd name="connsiteX7" fmla="*/ 3693 w 13138"/>
                    <a:gd name="connsiteY7" fmla="*/ 0 h 16102"/>
                    <a:gd name="connsiteX8" fmla="*/ 3623 w 13138"/>
                    <a:gd name="connsiteY8" fmla="*/ 3265 h 16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138" h="16102">
                      <a:moveTo>
                        <a:pt x="3623" y="3265"/>
                      </a:moveTo>
                      <a:lnTo>
                        <a:pt x="10534" y="8231"/>
                      </a:lnTo>
                      <a:lnTo>
                        <a:pt x="13139" y="10939"/>
                      </a:lnTo>
                      <a:lnTo>
                        <a:pt x="12421" y="16102"/>
                      </a:lnTo>
                      <a:lnTo>
                        <a:pt x="8196" y="15419"/>
                      </a:lnTo>
                      <a:lnTo>
                        <a:pt x="1447" y="8520"/>
                      </a:lnTo>
                      <a:lnTo>
                        <a:pt x="0" y="4364"/>
                      </a:lnTo>
                      <a:lnTo>
                        <a:pt x="3693" y="0"/>
                      </a:lnTo>
                      <a:lnTo>
                        <a:pt x="3623" y="326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43" name="Freeform: Shape 342">
                  <a:extLst>
                    <a:ext uri="{FF2B5EF4-FFF2-40B4-BE49-F238E27FC236}">
                      <a16:creationId xmlns:a16="http://schemas.microsoft.com/office/drawing/2014/main" id="{F37C9BDC-6F53-4DC8-D99D-4950D25CBCBD}"/>
                    </a:ext>
                  </a:extLst>
                </p:cNvPr>
                <p:cNvSpPr/>
                <p:nvPr/>
              </p:nvSpPr>
              <p:spPr>
                <a:xfrm>
                  <a:off x="8487766" y="2740582"/>
                  <a:ext cx="13300" cy="9839"/>
                </a:xfrm>
                <a:custGeom>
                  <a:avLst/>
                  <a:gdLst>
                    <a:gd name="connsiteX0" fmla="*/ 3207 w 13300"/>
                    <a:gd name="connsiteY0" fmla="*/ 671 h 9839"/>
                    <a:gd name="connsiteX1" fmla="*/ 5545 w 13300"/>
                    <a:gd name="connsiteY1" fmla="*/ 1632 h 9839"/>
                    <a:gd name="connsiteX2" fmla="*/ 9469 w 13300"/>
                    <a:gd name="connsiteY2" fmla="*/ 0 h 9839"/>
                    <a:gd name="connsiteX3" fmla="*/ 13301 w 13300"/>
                    <a:gd name="connsiteY3" fmla="*/ 4260 h 9839"/>
                    <a:gd name="connsiteX4" fmla="*/ 11599 w 13300"/>
                    <a:gd name="connsiteY4" fmla="*/ 8867 h 9839"/>
                    <a:gd name="connsiteX5" fmla="*/ 11588 w 13300"/>
                    <a:gd name="connsiteY5" fmla="*/ 8612 h 9839"/>
                    <a:gd name="connsiteX6" fmla="*/ 11726 w 13300"/>
                    <a:gd name="connsiteY6" fmla="*/ 7721 h 9839"/>
                    <a:gd name="connsiteX7" fmla="*/ 9886 w 13300"/>
                    <a:gd name="connsiteY7" fmla="*/ 9226 h 9839"/>
                    <a:gd name="connsiteX8" fmla="*/ 8983 w 13300"/>
                    <a:gd name="connsiteY8" fmla="*/ 8832 h 9839"/>
                    <a:gd name="connsiteX9" fmla="*/ 8068 w 13300"/>
                    <a:gd name="connsiteY9" fmla="*/ 8161 h 9839"/>
                    <a:gd name="connsiteX10" fmla="*/ 7767 w 13300"/>
                    <a:gd name="connsiteY10" fmla="*/ 8300 h 9839"/>
                    <a:gd name="connsiteX11" fmla="*/ 6992 w 13300"/>
                    <a:gd name="connsiteY11" fmla="*/ 7964 h 9839"/>
                    <a:gd name="connsiteX12" fmla="*/ 5302 w 13300"/>
                    <a:gd name="connsiteY12" fmla="*/ 9458 h 9839"/>
                    <a:gd name="connsiteX13" fmla="*/ 4468 w 13300"/>
                    <a:gd name="connsiteY13" fmla="*/ 9839 h 9839"/>
                    <a:gd name="connsiteX14" fmla="*/ 0 w 13300"/>
                    <a:gd name="connsiteY14" fmla="*/ 7050 h 9839"/>
                    <a:gd name="connsiteX15" fmla="*/ 278 w 13300"/>
                    <a:gd name="connsiteY15" fmla="*/ 3670 h 9839"/>
                    <a:gd name="connsiteX16" fmla="*/ 729 w 13300"/>
                    <a:gd name="connsiteY16" fmla="*/ 3542 h 9839"/>
                    <a:gd name="connsiteX17" fmla="*/ 2419 w 13300"/>
                    <a:gd name="connsiteY17" fmla="*/ 3345 h 9839"/>
                    <a:gd name="connsiteX18" fmla="*/ 2500 w 13300"/>
                    <a:gd name="connsiteY18" fmla="*/ 3044 h 9839"/>
                    <a:gd name="connsiteX19" fmla="*/ 2535 w 13300"/>
                    <a:gd name="connsiteY19" fmla="*/ 3033 h 9839"/>
                    <a:gd name="connsiteX20" fmla="*/ 3207 w 13300"/>
                    <a:gd name="connsiteY20" fmla="*/ 671 h 9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3300" h="9839">
                      <a:moveTo>
                        <a:pt x="3207" y="671"/>
                      </a:moveTo>
                      <a:lnTo>
                        <a:pt x="5545" y="1632"/>
                      </a:lnTo>
                      <a:lnTo>
                        <a:pt x="9469" y="0"/>
                      </a:lnTo>
                      <a:lnTo>
                        <a:pt x="13301" y="4260"/>
                      </a:lnTo>
                      <a:lnTo>
                        <a:pt x="11599" y="8867"/>
                      </a:lnTo>
                      <a:lnTo>
                        <a:pt x="11588" y="8612"/>
                      </a:lnTo>
                      <a:lnTo>
                        <a:pt x="11726" y="7721"/>
                      </a:lnTo>
                      <a:lnTo>
                        <a:pt x="9886" y="9226"/>
                      </a:lnTo>
                      <a:lnTo>
                        <a:pt x="8983" y="8832"/>
                      </a:lnTo>
                      <a:lnTo>
                        <a:pt x="8068" y="8161"/>
                      </a:lnTo>
                      <a:lnTo>
                        <a:pt x="7767" y="8300"/>
                      </a:lnTo>
                      <a:lnTo>
                        <a:pt x="6992" y="7964"/>
                      </a:lnTo>
                      <a:lnTo>
                        <a:pt x="5302" y="9458"/>
                      </a:lnTo>
                      <a:lnTo>
                        <a:pt x="4468" y="9839"/>
                      </a:lnTo>
                      <a:lnTo>
                        <a:pt x="0" y="7050"/>
                      </a:lnTo>
                      <a:lnTo>
                        <a:pt x="278" y="3670"/>
                      </a:lnTo>
                      <a:lnTo>
                        <a:pt x="729" y="3542"/>
                      </a:lnTo>
                      <a:lnTo>
                        <a:pt x="2419" y="3345"/>
                      </a:lnTo>
                      <a:lnTo>
                        <a:pt x="2500" y="3044"/>
                      </a:lnTo>
                      <a:lnTo>
                        <a:pt x="2535" y="3033"/>
                      </a:lnTo>
                      <a:lnTo>
                        <a:pt x="3207" y="67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44" name="Freeform: Shape 343">
                  <a:extLst>
                    <a:ext uri="{FF2B5EF4-FFF2-40B4-BE49-F238E27FC236}">
                      <a16:creationId xmlns:a16="http://schemas.microsoft.com/office/drawing/2014/main" id="{6E147B71-90EF-A7B2-8D94-FBF580C5B676}"/>
                    </a:ext>
                  </a:extLst>
                </p:cNvPr>
                <p:cNvSpPr/>
                <p:nvPr/>
              </p:nvSpPr>
              <p:spPr>
                <a:xfrm>
                  <a:off x="8256307" y="4159923"/>
                  <a:ext cx="13289" cy="17445"/>
                </a:xfrm>
                <a:custGeom>
                  <a:avLst/>
                  <a:gdLst>
                    <a:gd name="connsiteX0" fmla="*/ 11078 w 13289"/>
                    <a:gd name="connsiteY0" fmla="*/ 4434 h 17445"/>
                    <a:gd name="connsiteX1" fmla="*/ 4005 w 13289"/>
                    <a:gd name="connsiteY1" fmla="*/ 17225 h 17445"/>
                    <a:gd name="connsiteX2" fmla="*/ 3808 w 13289"/>
                    <a:gd name="connsiteY2" fmla="*/ 17445 h 17445"/>
                    <a:gd name="connsiteX3" fmla="*/ 3588 w 13289"/>
                    <a:gd name="connsiteY3" fmla="*/ 17353 h 17445"/>
                    <a:gd name="connsiteX4" fmla="*/ 2894 w 13289"/>
                    <a:gd name="connsiteY4" fmla="*/ 15998 h 17445"/>
                    <a:gd name="connsiteX5" fmla="*/ 2257 w 13289"/>
                    <a:gd name="connsiteY5" fmla="*/ 16785 h 17445"/>
                    <a:gd name="connsiteX6" fmla="*/ 1817 w 13289"/>
                    <a:gd name="connsiteY6" fmla="*/ 16600 h 17445"/>
                    <a:gd name="connsiteX7" fmla="*/ 1134 w 13289"/>
                    <a:gd name="connsiteY7" fmla="*/ 15234 h 17445"/>
                    <a:gd name="connsiteX8" fmla="*/ 764 w 13289"/>
                    <a:gd name="connsiteY8" fmla="*/ 13509 h 17445"/>
                    <a:gd name="connsiteX9" fmla="*/ 370 w 13289"/>
                    <a:gd name="connsiteY9" fmla="*/ 13717 h 17445"/>
                    <a:gd name="connsiteX10" fmla="*/ 0 w 13289"/>
                    <a:gd name="connsiteY10" fmla="*/ 12977 h 17445"/>
                    <a:gd name="connsiteX11" fmla="*/ 2825 w 13289"/>
                    <a:gd name="connsiteY11" fmla="*/ 4399 h 17445"/>
                    <a:gd name="connsiteX12" fmla="*/ 2963 w 13289"/>
                    <a:gd name="connsiteY12" fmla="*/ 4248 h 17445"/>
                    <a:gd name="connsiteX13" fmla="*/ 5371 w 13289"/>
                    <a:gd name="connsiteY13" fmla="*/ 2199 h 17445"/>
                    <a:gd name="connsiteX14" fmla="*/ 8913 w 13289"/>
                    <a:gd name="connsiteY14" fmla="*/ 5707 h 17445"/>
                    <a:gd name="connsiteX15" fmla="*/ 11541 w 13289"/>
                    <a:gd name="connsiteY15" fmla="*/ 2153 h 17445"/>
                    <a:gd name="connsiteX16" fmla="*/ 12872 w 13289"/>
                    <a:gd name="connsiteY16" fmla="*/ 347 h 17445"/>
                    <a:gd name="connsiteX17" fmla="*/ 13289 w 13289"/>
                    <a:gd name="connsiteY17" fmla="*/ 0 h 17445"/>
                    <a:gd name="connsiteX18" fmla="*/ 12212 w 13289"/>
                    <a:gd name="connsiteY18" fmla="*/ 2153 h 17445"/>
                    <a:gd name="connsiteX19" fmla="*/ 11078 w 13289"/>
                    <a:gd name="connsiteY19" fmla="*/ 4434 h 174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3289" h="17445">
                      <a:moveTo>
                        <a:pt x="11078" y="4434"/>
                      </a:moveTo>
                      <a:lnTo>
                        <a:pt x="4005" y="17225"/>
                      </a:lnTo>
                      <a:lnTo>
                        <a:pt x="3808" y="17445"/>
                      </a:lnTo>
                      <a:lnTo>
                        <a:pt x="3588" y="17353"/>
                      </a:lnTo>
                      <a:lnTo>
                        <a:pt x="2894" y="15998"/>
                      </a:lnTo>
                      <a:lnTo>
                        <a:pt x="2257" y="16785"/>
                      </a:lnTo>
                      <a:lnTo>
                        <a:pt x="1817" y="16600"/>
                      </a:lnTo>
                      <a:lnTo>
                        <a:pt x="1134" y="15234"/>
                      </a:lnTo>
                      <a:lnTo>
                        <a:pt x="764" y="13509"/>
                      </a:lnTo>
                      <a:lnTo>
                        <a:pt x="370" y="13717"/>
                      </a:lnTo>
                      <a:lnTo>
                        <a:pt x="0" y="12977"/>
                      </a:lnTo>
                      <a:lnTo>
                        <a:pt x="2825" y="4399"/>
                      </a:lnTo>
                      <a:lnTo>
                        <a:pt x="2963" y="4248"/>
                      </a:lnTo>
                      <a:lnTo>
                        <a:pt x="5371" y="2199"/>
                      </a:lnTo>
                      <a:lnTo>
                        <a:pt x="8913" y="5707"/>
                      </a:lnTo>
                      <a:lnTo>
                        <a:pt x="11541" y="2153"/>
                      </a:lnTo>
                      <a:lnTo>
                        <a:pt x="12872" y="347"/>
                      </a:lnTo>
                      <a:lnTo>
                        <a:pt x="13289" y="0"/>
                      </a:lnTo>
                      <a:lnTo>
                        <a:pt x="12212" y="2153"/>
                      </a:lnTo>
                      <a:lnTo>
                        <a:pt x="11078" y="443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45" name="Freeform: Shape 344">
                  <a:extLst>
                    <a:ext uri="{FF2B5EF4-FFF2-40B4-BE49-F238E27FC236}">
                      <a16:creationId xmlns:a16="http://schemas.microsoft.com/office/drawing/2014/main" id="{4BFDE6ED-ED2A-50D7-A7B0-F482FE9AD076}"/>
                    </a:ext>
                  </a:extLst>
                </p:cNvPr>
                <p:cNvSpPr/>
                <p:nvPr/>
              </p:nvSpPr>
              <p:spPr>
                <a:xfrm>
                  <a:off x="9759770" y="1722924"/>
                  <a:ext cx="12467" cy="13312"/>
                </a:xfrm>
                <a:custGeom>
                  <a:avLst/>
                  <a:gdLst>
                    <a:gd name="connsiteX0" fmla="*/ 2523 w 12467"/>
                    <a:gd name="connsiteY0" fmla="*/ 0 h 13312"/>
                    <a:gd name="connsiteX1" fmla="*/ 3924 w 12467"/>
                    <a:gd name="connsiteY1" fmla="*/ 1875 h 13312"/>
                    <a:gd name="connsiteX2" fmla="*/ 11588 w 12467"/>
                    <a:gd name="connsiteY2" fmla="*/ 1968 h 13312"/>
                    <a:gd name="connsiteX3" fmla="*/ 12352 w 12467"/>
                    <a:gd name="connsiteY3" fmla="*/ 7964 h 13312"/>
                    <a:gd name="connsiteX4" fmla="*/ 12467 w 12467"/>
                    <a:gd name="connsiteY4" fmla="*/ 8809 h 13312"/>
                    <a:gd name="connsiteX5" fmla="*/ 10384 w 12467"/>
                    <a:gd name="connsiteY5" fmla="*/ 9469 h 13312"/>
                    <a:gd name="connsiteX6" fmla="*/ 10349 w 12467"/>
                    <a:gd name="connsiteY6" fmla="*/ 13312 h 13312"/>
                    <a:gd name="connsiteX7" fmla="*/ 6645 w 12467"/>
                    <a:gd name="connsiteY7" fmla="*/ 12050 h 13312"/>
                    <a:gd name="connsiteX8" fmla="*/ 4920 w 12467"/>
                    <a:gd name="connsiteY8" fmla="*/ 7964 h 13312"/>
                    <a:gd name="connsiteX9" fmla="*/ 3149 w 12467"/>
                    <a:gd name="connsiteY9" fmla="*/ 3797 h 13312"/>
                    <a:gd name="connsiteX10" fmla="*/ 1910 w 12467"/>
                    <a:gd name="connsiteY10" fmla="*/ 4700 h 13312"/>
                    <a:gd name="connsiteX11" fmla="*/ 602 w 12467"/>
                    <a:gd name="connsiteY11" fmla="*/ 5371 h 13312"/>
                    <a:gd name="connsiteX12" fmla="*/ 1042 w 12467"/>
                    <a:gd name="connsiteY12" fmla="*/ 3125 h 13312"/>
                    <a:gd name="connsiteX13" fmla="*/ 116 w 12467"/>
                    <a:gd name="connsiteY13" fmla="*/ 3612 h 13312"/>
                    <a:gd name="connsiteX14" fmla="*/ 0 w 12467"/>
                    <a:gd name="connsiteY14" fmla="*/ 2176 h 13312"/>
                    <a:gd name="connsiteX15" fmla="*/ 2523 w 12467"/>
                    <a:gd name="connsiteY15" fmla="*/ 0 h 13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2467" h="13312">
                      <a:moveTo>
                        <a:pt x="2523" y="0"/>
                      </a:moveTo>
                      <a:lnTo>
                        <a:pt x="3924" y="1875"/>
                      </a:lnTo>
                      <a:lnTo>
                        <a:pt x="11588" y="1968"/>
                      </a:lnTo>
                      <a:lnTo>
                        <a:pt x="12352" y="7964"/>
                      </a:lnTo>
                      <a:lnTo>
                        <a:pt x="12467" y="8809"/>
                      </a:lnTo>
                      <a:lnTo>
                        <a:pt x="10384" y="9469"/>
                      </a:lnTo>
                      <a:lnTo>
                        <a:pt x="10349" y="13312"/>
                      </a:lnTo>
                      <a:lnTo>
                        <a:pt x="6645" y="12050"/>
                      </a:lnTo>
                      <a:lnTo>
                        <a:pt x="4920" y="7964"/>
                      </a:lnTo>
                      <a:lnTo>
                        <a:pt x="3149" y="3797"/>
                      </a:lnTo>
                      <a:lnTo>
                        <a:pt x="1910" y="4700"/>
                      </a:lnTo>
                      <a:lnTo>
                        <a:pt x="602" y="5371"/>
                      </a:lnTo>
                      <a:lnTo>
                        <a:pt x="1042" y="3125"/>
                      </a:lnTo>
                      <a:lnTo>
                        <a:pt x="116" y="3612"/>
                      </a:lnTo>
                      <a:lnTo>
                        <a:pt x="0" y="2176"/>
                      </a:lnTo>
                      <a:lnTo>
                        <a:pt x="252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46" name="Freeform: Shape 345">
                  <a:extLst>
                    <a:ext uri="{FF2B5EF4-FFF2-40B4-BE49-F238E27FC236}">
                      <a16:creationId xmlns:a16="http://schemas.microsoft.com/office/drawing/2014/main" id="{AD65D3B7-774C-3B49-FE96-BB27465437C3}"/>
                    </a:ext>
                  </a:extLst>
                </p:cNvPr>
                <p:cNvSpPr/>
                <p:nvPr/>
              </p:nvSpPr>
              <p:spPr>
                <a:xfrm>
                  <a:off x="8252660" y="3336392"/>
                  <a:ext cx="11830" cy="14921"/>
                </a:xfrm>
                <a:custGeom>
                  <a:avLst/>
                  <a:gdLst>
                    <a:gd name="connsiteX0" fmla="*/ 2593 w 11830"/>
                    <a:gd name="connsiteY0" fmla="*/ 4167 h 14921"/>
                    <a:gd name="connsiteX1" fmla="*/ 4619 w 11830"/>
                    <a:gd name="connsiteY1" fmla="*/ 5279 h 14921"/>
                    <a:gd name="connsiteX2" fmla="*/ 5198 w 11830"/>
                    <a:gd name="connsiteY2" fmla="*/ 11472 h 14921"/>
                    <a:gd name="connsiteX3" fmla="*/ 4943 w 11830"/>
                    <a:gd name="connsiteY3" fmla="*/ 4248 h 14921"/>
                    <a:gd name="connsiteX4" fmla="*/ 7524 w 11830"/>
                    <a:gd name="connsiteY4" fmla="*/ 3889 h 14921"/>
                    <a:gd name="connsiteX5" fmla="*/ 11831 w 11830"/>
                    <a:gd name="connsiteY5" fmla="*/ 9376 h 14921"/>
                    <a:gd name="connsiteX6" fmla="*/ 11310 w 11830"/>
                    <a:gd name="connsiteY6" fmla="*/ 14030 h 14921"/>
                    <a:gd name="connsiteX7" fmla="*/ 7142 w 11830"/>
                    <a:gd name="connsiteY7" fmla="*/ 14921 h 14921"/>
                    <a:gd name="connsiteX8" fmla="*/ 5325 w 11830"/>
                    <a:gd name="connsiteY8" fmla="*/ 12826 h 14921"/>
                    <a:gd name="connsiteX9" fmla="*/ 3739 w 11830"/>
                    <a:gd name="connsiteY9" fmla="*/ 13289 h 14921"/>
                    <a:gd name="connsiteX10" fmla="*/ 1459 w 11830"/>
                    <a:gd name="connsiteY10" fmla="*/ 5753 h 14921"/>
                    <a:gd name="connsiteX11" fmla="*/ 2454 w 11830"/>
                    <a:gd name="connsiteY11" fmla="*/ 4029 h 14921"/>
                    <a:gd name="connsiteX12" fmla="*/ 0 w 11830"/>
                    <a:gd name="connsiteY12" fmla="*/ 2362 h 14921"/>
                    <a:gd name="connsiteX13" fmla="*/ 1540 w 11830"/>
                    <a:gd name="connsiteY13" fmla="*/ 0 h 14921"/>
                    <a:gd name="connsiteX14" fmla="*/ 3415 w 11830"/>
                    <a:gd name="connsiteY14" fmla="*/ 3068 h 14921"/>
                    <a:gd name="connsiteX15" fmla="*/ 2593 w 11830"/>
                    <a:gd name="connsiteY15" fmla="*/ 4167 h 14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1830" h="14921">
                      <a:moveTo>
                        <a:pt x="2593" y="4167"/>
                      </a:moveTo>
                      <a:lnTo>
                        <a:pt x="4619" y="5279"/>
                      </a:lnTo>
                      <a:lnTo>
                        <a:pt x="5198" y="11472"/>
                      </a:lnTo>
                      <a:lnTo>
                        <a:pt x="4943" y="4248"/>
                      </a:lnTo>
                      <a:lnTo>
                        <a:pt x="7524" y="3889"/>
                      </a:lnTo>
                      <a:lnTo>
                        <a:pt x="11831" y="9376"/>
                      </a:lnTo>
                      <a:lnTo>
                        <a:pt x="11310" y="14030"/>
                      </a:lnTo>
                      <a:lnTo>
                        <a:pt x="7142" y="14921"/>
                      </a:lnTo>
                      <a:lnTo>
                        <a:pt x="5325" y="12826"/>
                      </a:lnTo>
                      <a:lnTo>
                        <a:pt x="3739" y="13289"/>
                      </a:lnTo>
                      <a:lnTo>
                        <a:pt x="1459" y="5753"/>
                      </a:lnTo>
                      <a:lnTo>
                        <a:pt x="2454" y="4029"/>
                      </a:lnTo>
                      <a:lnTo>
                        <a:pt x="0" y="2362"/>
                      </a:lnTo>
                      <a:lnTo>
                        <a:pt x="1540" y="0"/>
                      </a:lnTo>
                      <a:lnTo>
                        <a:pt x="3415" y="3068"/>
                      </a:lnTo>
                      <a:lnTo>
                        <a:pt x="2593" y="416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47" name="Freeform: Shape 346">
                  <a:extLst>
                    <a:ext uri="{FF2B5EF4-FFF2-40B4-BE49-F238E27FC236}">
                      <a16:creationId xmlns:a16="http://schemas.microsoft.com/office/drawing/2014/main" id="{A5F829FB-919D-AF2F-2398-4391E57FDF0E}"/>
                    </a:ext>
                  </a:extLst>
                </p:cNvPr>
                <p:cNvSpPr/>
                <p:nvPr/>
              </p:nvSpPr>
              <p:spPr>
                <a:xfrm>
                  <a:off x="8411041" y="2952085"/>
                  <a:ext cx="12085" cy="14110"/>
                </a:xfrm>
                <a:custGeom>
                  <a:avLst/>
                  <a:gdLst>
                    <a:gd name="connsiteX0" fmla="*/ 2639 w 12085"/>
                    <a:gd name="connsiteY0" fmla="*/ 3635 h 14110"/>
                    <a:gd name="connsiteX1" fmla="*/ 4445 w 12085"/>
                    <a:gd name="connsiteY1" fmla="*/ 0 h 14110"/>
                    <a:gd name="connsiteX2" fmla="*/ 7918 w 12085"/>
                    <a:gd name="connsiteY2" fmla="*/ 4063 h 14110"/>
                    <a:gd name="connsiteX3" fmla="*/ 7710 w 12085"/>
                    <a:gd name="connsiteY3" fmla="*/ 4573 h 14110"/>
                    <a:gd name="connsiteX4" fmla="*/ 6841 w 12085"/>
                    <a:gd name="connsiteY4" fmla="*/ 4410 h 14110"/>
                    <a:gd name="connsiteX5" fmla="*/ 5823 w 12085"/>
                    <a:gd name="connsiteY5" fmla="*/ 8312 h 14110"/>
                    <a:gd name="connsiteX6" fmla="*/ 10985 w 12085"/>
                    <a:gd name="connsiteY6" fmla="*/ 10013 h 14110"/>
                    <a:gd name="connsiteX7" fmla="*/ 12085 w 12085"/>
                    <a:gd name="connsiteY7" fmla="*/ 10372 h 14110"/>
                    <a:gd name="connsiteX8" fmla="*/ 12085 w 12085"/>
                    <a:gd name="connsiteY8" fmla="*/ 10465 h 14110"/>
                    <a:gd name="connsiteX9" fmla="*/ 10985 w 12085"/>
                    <a:gd name="connsiteY9" fmla="*/ 11344 h 14110"/>
                    <a:gd name="connsiteX10" fmla="*/ 7513 w 12085"/>
                    <a:gd name="connsiteY10" fmla="*/ 14111 h 14110"/>
                    <a:gd name="connsiteX11" fmla="*/ 2975 w 12085"/>
                    <a:gd name="connsiteY11" fmla="*/ 14099 h 14110"/>
                    <a:gd name="connsiteX12" fmla="*/ 2454 w 12085"/>
                    <a:gd name="connsiteY12" fmla="*/ 10303 h 14110"/>
                    <a:gd name="connsiteX13" fmla="*/ 0 w 12085"/>
                    <a:gd name="connsiteY13" fmla="*/ 10650 h 14110"/>
                    <a:gd name="connsiteX14" fmla="*/ 1065 w 12085"/>
                    <a:gd name="connsiteY14" fmla="*/ 3612 h 14110"/>
                    <a:gd name="connsiteX15" fmla="*/ 2558 w 12085"/>
                    <a:gd name="connsiteY15" fmla="*/ 4480 h 14110"/>
                    <a:gd name="connsiteX16" fmla="*/ 2639 w 12085"/>
                    <a:gd name="connsiteY16" fmla="*/ 3635 h 14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085" h="14110">
                      <a:moveTo>
                        <a:pt x="2639" y="3635"/>
                      </a:moveTo>
                      <a:lnTo>
                        <a:pt x="4445" y="0"/>
                      </a:lnTo>
                      <a:lnTo>
                        <a:pt x="7918" y="4063"/>
                      </a:lnTo>
                      <a:lnTo>
                        <a:pt x="7710" y="4573"/>
                      </a:lnTo>
                      <a:lnTo>
                        <a:pt x="6841" y="4410"/>
                      </a:lnTo>
                      <a:lnTo>
                        <a:pt x="5823" y="8312"/>
                      </a:lnTo>
                      <a:lnTo>
                        <a:pt x="10985" y="10013"/>
                      </a:lnTo>
                      <a:lnTo>
                        <a:pt x="12085" y="10372"/>
                      </a:lnTo>
                      <a:lnTo>
                        <a:pt x="12085" y="10465"/>
                      </a:lnTo>
                      <a:lnTo>
                        <a:pt x="10985" y="11344"/>
                      </a:lnTo>
                      <a:lnTo>
                        <a:pt x="7513" y="14111"/>
                      </a:lnTo>
                      <a:lnTo>
                        <a:pt x="2975" y="14099"/>
                      </a:lnTo>
                      <a:lnTo>
                        <a:pt x="2454" y="10303"/>
                      </a:lnTo>
                      <a:lnTo>
                        <a:pt x="0" y="10650"/>
                      </a:lnTo>
                      <a:lnTo>
                        <a:pt x="1065" y="3612"/>
                      </a:lnTo>
                      <a:lnTo>
                        <a:pt x="2558" y="4480"/>
                      </a:lnTo>
                      <a:lnTo>
                        <a:pt x="2639" y="36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48" name="Freeform: Shape 347">
                  <a:extLst>
                    <a:ext uri="{FF2B5EF4-FFF2-40B4-BE49-F238E27FC236}">
                      <a16:creationId xmlns:a16="http://schemas.microsoft.com/office/drawing/2014/main" id="{D374B408-1976-E8F9-DAE0-B58609EF2736}"/>
                    </a:ext>
                  </a:extLst>
                </p:cNvPr>
                <p:cNvSpPr/>
                <p:nvPr/>
              </p:nvSpPr>
              <p:spPr>
                <a:xfrm>
                  <a:off x="9595439" y="1692224"/>
                  <a:ext cx="12200" cy="11066"/>
                </a:xfrm>
                <a:custGeom>
                  <a:avLst/>
                  <a:gdLst>
                    <a:gd name="connsiteX0" fmla="*/ 2709 w 12200"/>
                    <a:gd name="connsiteY0" fmla="*/ 1042 h 11066"/>
                    <a:gd name="connsiteX1" fmla="*/ 6008 w 12200"/>
                    <a:gd name="connsiteY1" fmla="*/ 0 h 11066"/>
                    <a:gd name="connsiteX2" fmla="*/ 10476 w 12200"/>
                    <a:gd name="connsiteY2" fmla="*/ 3415 h 11066"/>
                    <a:gd name="connsiteX3" fmla="*/ 10812 w 12200"/>
                    <a:gd name="connsiteY3" fmla="*/ 3866 h 11066"/>
                    <a:gd name="connsiteX4" fmla="*/ 12201 w 12200"/>
                    <a:gd name="connsiteY4" fmla="*/ 8751 h 11066"/>
                    <a:gd name="connsiteX5" fmla="*/ 10569 w 12200"/>
                    <a:gd name="connsiteY5" fmla="*/ 7837 h 11066"/>
                    <a:gd name="connsiteX6" fmla="*/ 10569 w 12200"/>
                    <a:gd name="connsiteY6" fmla="*/ 7895 h 11066"/>
                    <a:gd name="connsiteX7" fmla="*/ 10545 w 12200"/>
                    <a:gd name="connsiteY7" fmla="*/ 10048 h 11066"/>
                    <a:gd name="connsiteX8" fmla="*/ 5765 w 12200"/>
                    <a:gd name="connsiteY8" fmla="*/ 8450 h 11066"/>
                    <a:gd name="connsiteX9" fmla="*/ 4943 w 12200"/>
                    <a:gd name="connsiteY9" fmla="*/ 11067 h 11066"/>
                    <a:gd name="connsiteX10" fmla="*/ 4329 w 12200"/>
                    <a:gd name="connsiteY10" fmla="*/ 8740 h 11066"/>
                    <a:gd name="connsiteX11" fmla="*/ 1597 w 12200"/>
                    <a:gd name="connsiteY11" fmla="*/ 7189 h 11066"/>
                    <a:gd name="connsiteX12" fmla="*/ 0 w 12200"/>
                    <a:gd name="connsiteY12" fmla="*/ 5336 h 11066"/>
                    <a:gd name="connsiteX13" fmla="*/ 1111 w 12200"/>
                    <a:gd name="connsiteY13" fmla="*/ 1887 h 11066"/>
                    <a:gd name="connsiteX14" fmla="*/ 1319 w 12200"/>
                    <a:gd name="connsiteY14" fmla="*/ 1482 h 11066"/>
                    <a:gd name="connsiteX15" fmla="*/ 2535 w 12200"/>
                    <a:gd name="connsiteY15" fmla="*/ 1088 h 11066"/>
                    <a:gd name="connsiteX16" fmla="*/ 2732 w 12200"/>
                    <a:gd name="connsiteY16" fmla="*/ 1146 h 11066"/>
                    <a:gd name="connsiteX17" fmla="*/ 2709 w 12200"/>
                    <a:gd name="connsiteY17" fmla="*/ 1042 h 11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2200" h="11066">
                      <a:moveTo>
                        <a:pt x="2709" y="1042"/>
                      </a:moveTo>
                      <a:lnTo>
                        <a:pt x="6008" y="0"/>
                      </a:lnTo>
                      <a:lnTo>
                        <a:pt x="10476" y="3415"/>
                      </a:lnTo>
                      <a:lnTo>
                        <a:pt x="10812" y="3866"/>
                      </a:lnTo>
                      <a:lnTo>
                        <a:pt x="12201" y="8751"/>
                      </a:lnTo>
                      <a:lnTo>
                        <a:pt x="10569" y="7837"/>
                      </a:lnTo>
                      <a:lnTo>
                        <a:pt x="10569" y="7895"/>
                      </a:lnTo>
                      <a:lnTo>
                        <a:pt x="10545" y="10048"/>
                      </a:lnTo>
                      <a:lnTo>
                        <a:pt x="5765" y="8450"/>
                      </a:lnTo>
                      <a:lnTo>
                        <a:pt x="4943" y="11067"/>
                      </a:lnTo>
                      <a:lnTo>
                        <a:pt x="4329" y="8740"/>
                      </a:lnTo>
                      <a:lnTo>
                        <a:pt x="1597" y="7189"/>
                      </a:lnTo>
                      <a:lnTo>
                        <a:pt x="0" y="5336"/>
                      </a:lnTo>
                      <a:lnTo>
                        <a:pt x="1111" y="1887"/>
                      </a:lnTo>
                      <a:lnTo>
                        <a:pt x="1319" y="1482"/>
                      </a:lnTo>
                      <a:lnTo>
                        <a:pt x="2535" y="1088"/>
                      </a:lnTo>
                      <a:lnTo>
                        <a:pt x="2732" y="1146"/>
                      </a:lnTo>
                      <a:lnTo>
                        <a:pt x="2709" y="104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49" name="Freeform: Shape 348">
                  <a:extLst>
                    <a:ext uri="{FF2B5EF4-FFF2-40B4-BE49-F238E27FC236}">
                      <a16:creationId xmlns:a16="http://schemas.microsoft.com/office/drawing/2014/main" id="{CBA0C385-F738-2E20-5226-1180ABBDBEA4}"/>
                    </a:ext>
                  </a:extLst>
                </p:cNvPr>
                <p:cNvSpPr/>
                <p:nvPr/>
              </p:nvSpPr>
              <p:spPr>
                <a:xfrm>
                  <a:off x="9173464" y="2327624"/>
                  <a:ext cx="18231" cy="9573"/>
                </a:xfrm>
                <a:custGeom>
                  <a:avLst/>
                  <a:gdLst>
                    <a:gd name="connsiteX0" fmla="*/ 15141 w 18231"/>
                    <a:gd name="connsiteY0" fmla="*/ 0 h 9573"/>
                    <a:gd name="connsiteX1" fmla="*/ 17294 w 18231"/>
                    <a:gd name="connsiteY1" fmla="*/ 613 h 9573"/>
                    <a:gd name="connsiteX2" fmla="*/ 18232 w 18231"/>
                    <a:gd name="connsiteY2" fmla="*/ 5140 h 9573"/>
                    <a:gd name="connsiteX3" fmla="*/ 13451 w 18231"/>
                    <a:gd name="connsiteY3" fmla="*/ 9573 h 9573"/>
                    <a:gd name="connsiteX4" fmla="*/ 9388 w 18231"/>
                    <a:gd name="connsiteY4" fmla="*/ 7733 h 9573"/>
                    <a:gd name="connsiteX5" fmla="*/ 0 w 18231"/>
                    <a:gd name="connsiteY5" fmla="*/ 7918 h 9573"/>
                    <a:gd name="connsiteX6" fmla="*/ 417 w 18231"/>
                    <a:gd name="connsiteY6" fmla="*/ 7686 h 9573"/>
                    <a:gd name="connsiteX7" fmla="*/ 1921 w 18231"/>
                    <a:gd name="connsiteY7" fmla="*/ 7571 h 9573"/>
                    <a:gd name="connsiteX8" fmla="*/ 9585 w 18231"/>
                    <a:gd name="connsiteY8" fmla="*/ 2894 h 9573"/>
                    <a:gd name="connsiteX9" fmla="*/ 15141 w 18231"/>
                    <a:gd name="connsiteY9" fmla="*/ 0 h 95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231" h="9573">
                      <a:moveTo>
                        <a:pt x="15141" y="0"/>
                      </a:moveTo>
                      <a:lnTo>
                        <a:pt x="17294" y="613"/>
                      </a:lnTo>
                      <a:lnTo>
                        <a:pt x="18232" y="5140"/>
                      </a:lnTo>
                      <a:lnTo>
                        <a:pt x="13451" y="9573"/>
                      </a:lnTo>
                      <a:lnTo>
                        <a:pt x="9388" y="7733"/>
                      </a:lnTo>
                      <a:lnTo>
                        <a:pt x="0" y="7918"/>
                      </a:lnTo>
                      <a:lnTo>
                        <a:pt x="417" y="7686"/>
                      </a:lnTo>
                      <a:lnTo>
                        <a:pt x="1921" y="7571"/>
                      </a:lnTo>
                      <a:lnTo>
                        <a:pt x="9585" y="2894"/>
                      </a:lnTo>
                      <a:lnTo>
                        <a:pt x="15141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50" name="Freeform: Shape 349">
                  <a:extLst>
                    <a:ext uri="{FF2B5EF4-FFF2-40B4-BE49-F238E27FC236}">
                      <a16:creationId xmlns:a16="http://schemas.microsoft.com/office/drawing/2014/main" id="{A891A28A-F0F2-FC25-1298-27F4D84CECCC}"/>
                    </a:ext>
                  </a:extLst>
                </p:cNvPr>
                <p:cNvSpPr/>
                <p:nvPr/>
              </p:nvSpPr>
              <p:spPr>
                <a:xfrm>
                  <a:off x="9764806" y="1449339"/>
                  <a:ext cx="12571" cy="12719"/>
                </a:xfrm>
                <a:custGeom>
                  <a:avLst/>
                  <a:gdLst>
                    <a:gd name="connsiteX0" fmla="*/ 4179 w 12571"/>
                    <a:gd name="connsiteY0" fmla="*/ 109 h 12719"/>
                    <a:gd name="connsiteX1" fmla="*/ 7409 w 12571"/>
                    <a:gd name="connsiteY1" fmla="*/ 0 h 12719"/>
                    <a:gd name="connsiteX2" fmla="*/ 7906 w 12571"/>
                    <a:gd name="connsiteY2" fmla="*/ 588 h 12719"/>
                    <a:gd name="connsiteX3" fmla="*/ 8856 w 12571"/>
                    <a:gd name="connsiteY3" fmla="*/ 1861 h 12719"/>
                    <a:gd name="connsiteX4" fmla="*/ 11969 w 12571"/>
                    <a:gd name="connsiteY4" fmla="*/ 1491 h 12719"/>
                    <a:gd name="connsiteX5" fmla="*/ 12259 w 12571"/>
                    <a:gd name="connsiteY5" fmla="*/ 2103 h 12719"/>
                    <a:gd name="connsiteX6" fmla="*/ 12571 w 12571"/>
                    <a:gd name="connsiteY6" fmla="*/ 5518 h 12719"/>
                    <a:gd name="connsiteX7" fmla="*/ 12490 w 12571"/>
                    <a:gd name="connsiteY7" fmla="*/ 5641 h 12719"/>
                    <a:gd name="connsiteX8" fmla="*/ 10314 w 12571"/>
                    <a:gd name="connsiteY8" fmla="*/ 5856 h 12719"/>
                    <a:gd name="connsiteX9" fmla="*/ 9967 w 12571"/>
                    <a:gd name="connsiteY9" fmla="*/ 9405 h 12719"/>
                    <a:gd name="connsiteX10" fmla="*/ 3635 w 12571"/>
                    <a:gd name="connsiteY10" fmla="*/ 7545 h 12719"/>
                    <a:gd name="connsiteX11" fmla="*/ 3646 w 12571"/>
                    <a:gd name="connsiteY11" fmla="*/ 7714 h 12719"/>
                    <a:gd name="connsiteX12" fmla="*/ 3612 w 12571"/>
                    <a:gd name="connsiteY12" fmla="*/ 7704 h 12719"/>
                    <a:gd name="connsiteX13" fmla="*/ 3704 w 12571"/>
                    <a:gd name="connsiteY13" fmla="*/ 8229 h 12719"/>
                    <a:gd name="connsiteX14" fmla="*/ 4214 w 12571"/>
                    <a:gd name="connsiteY14" fmla="*/ 12720 h 12719"/>
                    <a:gd name="connsiteX15" fmla="*/ 961 w 12571"/>
                    <a:gd name="connsiteY15" fmla="*/ 12072 h 12719"/>
                    <a:gd name="connsiteX16" fmla="*/ 0 w 12571"/>
                    <a:gd name="connsiteY16" fmla="*/ 9720 h 12719"/>
                    <a:gd name="connsiteX17" fmla="*/ 4214 w 12571"/>
                    <a:gd name="connsiteY17" fmla="*/ 4562 h 12719"/>
                    <a:gd name="connsiteX18" fmla="*/ 4179 w 12571"/>
                    <a:gd name="connsiteY18" fmla="*/ 109 h 12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2571" h="12719">
                      <a:moveTo>
                        <a:pt x="4179" y="109"/>
                      </a:moveTo>
                      <a:lnTo>
                        <a:pt x="7409" y="0"/>
                      </a:lnTo>
                      <a:lnTo>
                        <a:pt x="7906" y="588"/>
                      </a:lnTo>
                      <a:lnTo>
                        <a:pt x="8856" y="1861"/>
                      </a:lnTo>
                      <a:lnTo>
                        <a:pt x="11969" y="1491"/>
                      </a:lnTo>
                      <a:lnTo>
                        <a:pt x="12259" y="2103"/>
                      </a:lnTo>
                      <a:lnTo>
                        <a:pt x="12571" y="5518"/>
                      </a:lnTo>
                      <a:lnTo>
                        <a:pt x="12490" y="5641"/>
                      </a:lnTo>
                      <a:lnTo>
                        <a:pt x="10314" y="5856"/>
                      </a:lnTo>
                      <a:lnTo>
                        <a:pt x="9967" y="9405"/>
                      </a:lnTo>
                      <a:lnTo>
                        <a:pt x="3635" y="7545"/>
                      </a:lnTo>
                      <a:lnTo>
                        <a:pt x="3646" y="7714"/>
                      </a:lnTo>
                      <a:lnTo>
                        <a:pt x="3612" y="7704"/>
                      </a:lnTo>
                      <a:lnTo>
                        <a:pt x="3704" y="8229"/>
                      </a:lnTo>
                      <a:lnTo>
                        <a:pt x="4214" y="12720"/>
                      </a:lnTo>
                      <a:lnTo>
                        <a:pt x="961" y="12072"/>
                      </a:lnTo>
                      <a:lnTo>
                        <a:pt x="0" y="9720"/>
                      </a:lnTo>
                      <a:lnTo>
                        <a:pt x="4214" y="4562"/>
                      </a:lnTo>
                      <a:lnTo>
                        <a:pt x="4179" y="10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51" name="Freeform: Shape 350">
                  <a:extLst>
                    <a:ext uri="{FF2B5EF4-FFF2-40B4-BE49-F238E27FC236}">
                      <a16:creationId xmlns:a16="http://schemas.microsoft.com/office/drawing/2014/main" id="{FC488A5B-F63B-B5C7-6FF8-A79863F72E7C}"/>
                    </a:ext>
                  </a:extLst>
                </p:cNvPr>
                <p:cNvSpPr/>
                <p:nvPr/>
              </p:nvSpPr>
              <p:spPr>
                <a:xfrm>
                  <a:off x="9178835" y="2348993"/>
                  <a:ext cx="13983" cy="10927"/>
                </a:xfrm>
                <a:custGeom>
                  <a:avLst/>
                  <a:gdLst>
                    <a:gd name="connsiteX0" fmla="*/ 0 w 13983"/>
                    <a:gd name="connsiteY0" fmla="*/ 2442 h 10927"/>
                    <a:gd name="connsiteX1" fmla="*/ 8717 w 13983"/>
                    <a:gd name="connsiteY1" fmla="*/ 0 h 10927"/>
                    <a:gd name="connsiteX2" fmla="*/ 10349 w 13983"/>
                    <a:gd name="connsiteY2" fmla="*/ 5742 h 10927"/>
                    <a:gd name="connsiteX3" fmla="*/ 13984 w 13983"/>
                    <a:gd name="connsiteY3" fmla="*/ 7339 h 10927"/>
                    <a:gd name="connsiteX4" fmla="*/ 12421 w 13983"/>
                    <a:gd name="connsiteY4" fmla="*/ 10002 h 10927"/>
                    <a:gd name="connsiteX5" fmla="*/ 9457 w 13983"/>
                    <a:gd name="connsiteY5" fmla="*/ 6077 h 10927"/>
                    <a:gd name="connsiteX6" fmla="*/ 9400 w 13983"/>
                    <a:gd name="connsiteY6" fmla="*/ 9272 h 10927"/>
                    <a:gd name="connsiteX7" fmla="*/ 5661 w 13983"/>
                    <a:gd name="connsiteY7" fmla="*/ 10928 h 10927"/>
                    <a:gd name="connsiteX8" fmla="*/ 4514 w 13983"/>
                    <a:gd name="connsiteY8" fmla="*/ 6841 h 10927"/>
                    <a:gd name="connsiteX9" fmla="*/ 4156 w 13983"/>
                    <a:gd name="connsiteY9" fmla="*/ 6749 h 10927"/>
                    <a:gd name="connsiteX10" fmla="*/ 4133 w 13983"/>
                    <a:gd name="connsiteY10" fmla="*/ 6668 h 10927"/>
                    <a:gd name="connsiteX11" fmla="*/ 2061 w 13983"/>
                    <a:gd name="connsiteY11" fmla="*/ 6228 h 10927"/>
                    <a:gd name="connsiteX12" fmla="*/ 185 w 13983"/>
                    <a:gd name="connsiteY12" fmla="*/ 5765 h 10927"/>
                    <a:gd name="connsiteX13" fmla="*/ 0 w 13983"/>
                    <a:gd name="connsiteY13" fmla="*/ 2442 h 10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3983" h="10927">
                      <a:moveTo>
                        <a:pt x="0" y="2442"/>
                      </a:moveTo>
                      <a:lnTo>
                        <a:pt x="8717" y="0"/>
                      </a:lnTo>
                      <a:lnTo>
                        <a:pt x="10349" y="5742"/>
                      </a:lnTo>
                      <a:lnTo>
                        <a:pt x="13984" y="7339"/>
                      </a:lnTo>
                      <a:lnTo>
                        <a:pt x="12421" y="10002"/>
                      </a:lnTo>
                      <a:lnTo>
                        <a:pt x="9457" y="6077"/>
                      </a:lnTo>
                      <a:lnTo>
                        <a:pt x="9400" y="9272"/>
                      </a:lnTo>
                      <a:lnTo>
                        <a:pt x="5661" y="10928"/>
                      </a:lnTo>
                      <a:lnTo>
                        <a:pt x="4514" y="6841"/>
                      </a:lnTo>
                      <a:lnTo>
                        <a:pt x="4156" y="6749"/>
                      </a:lnTo>
                      <a:lnTo>
                        <a:pt x="4133" y="6668"/>
                      </a:lnTo>
                      <a:lnTo>
                        <a:pt x="2061" y="6228"/>
                      </a:lnTo>
                      <a:lnTo>
                        <a:pt x="185" y="5765"/>
                      </a:lnTo>
                      <a:lnTo>
                        <a:pt x="0" y="244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52" name="Freeform: Shape 351">
                  <a:extLst>
                    <a:ext uri="{FF2B5EF4-FFF2-40B4-BE49-F238E27FC236}">
                      <a16:creationId xmlns:a16="http://schemas.microsoft.com/office/drawing/2014/main" id="{4CF58744-0930-84AB-C889-6C970B8CEB25}"/>
                    </a:ext>
                  </a:extLst>
                </p:cNvPr>
                <p:cNvSpPr/>
                <p:nvPr/>
              </p:nvSpPr>
              <p:spPr>
                <a:xfrm>
                  <a:off x="9119404" y="2485843"/>
                  <a:ext cx="9492" cy="13740"/>
                </a:xfrm>
                <a:custGeom>
                  <a:avLst/>
                  <a:gdLst>
                    <a:gd name="connsiteX0" fmla="*/ 7571 w 9492"/>
                    <a:gd name="connsiteY0" fmla="*/ 13034 h 13740"/>
                    <a:gd name="connsiteX1" fmla="*/ 4688 w 9492"/>
                    <a:gd name="connsiteY1" fmla="*/ 13741 h 13740"/>
                    <a:gd name="connsiteX2" fmla="*/ 3809 w 9492"/>
                    <a:gd name="connsiteY2" fmla="*/ 13636 h 13740"/>
                    <a:gd name="connsiteX3" fmla="*/ 2362 w 9492"/>
                    <a:gd name="connsiteY3" fmla="*/ 12675 h 13740"/>
                    <a:gd name="connsiteX4" fmla="*/ 2142 w 9492"/>
                    <a:gd name="connsiteY4" fmla="*/ 12178 h 13740"/>
                    <a:gd name="connsiteX5" fmla="*/ 0 w 9492"/>
                    <a:gd name="connsiteY5" fmla="*/ 5823 h 13740"/>
                    <a:gd name="connsiteX6" fmla="*/ 509 w 9492"/>
                    <a:gd name="connsiteY6" fmla="*/ 4306 h 13740"/>
                    <a:gd name="connsiteX7" fmla="*/ 3253 w 9492"/>
                    <a:gd name="connsiteY7" fmla="*/ 69 h 13740"/>
                    <a:gd name="connsiteX8" fmla="*/ 3369 w 9492"/>
                    <a:gd name="connsiteY8" fmla="*/ 0 h 13740"/>
                    <a:gd name="connsiteX9" fmla="*/ 5718 w 9492"/>
                    <a:gd name="connsiteY9" fmla="*/ 891 h 13740"/>
                    <a:gd name="connsiteX10" fmla="*/ 4897 w 9492"/>
                    <a:gd name="connsiteY10" fmla="*/ 3808 h 13740"/>
                    <a:gd name="connsiteX11" fmla="*/ 9492 w 9492"/>
                    <a:gd name="connsiteY11" fmla="*/ 10708 h 13740"/>
                    <a:gd name="connsiteX12" fmla="*/ 8566 w 9492"/>
                    <a:gd name="connsiteY12" fmla="*/ 12305 h 13740"/>
                    <a:gd name="connsiteX13" fmla="*/ 7571 w 9492"/>
                    <a:gd name="connsiteY13" fmla="*/ 13034 h 13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9492" h="13740">
                      <a:moveTo>
                        <a:pt x="7571" y="13034"/>
                      </a:moveTo>
                      <a:lnTo>
                        <a:pt x="4688" y="13741"/>
                      </a:lnTo>
                      <a:lnTo>
                        <a:pt x="3809" y="13636"/>
                      </a:lnTo>
                      <a:lnTo>
                        <a:pt x="2362" y="12675"/>
                      </a:lnTo>
                      <a:lnTo>
                        <a:pt x="2142" y="12178"/>
                      </a:lnTo>
                      <a:lnTo>
                        <a:pt x="0" y="5823"/>
                      </a:lnTo>
                      <a:lnTo>
                        <a:pt x="509" y="4306"/>
                      </a:lnTo>
                      <a:lnTo>
                        <a:pt x="3253" y="69"/>
                      </a:lnTo>
                      <a:lnTo>
                        <a:pt x="3369" y="0"/>
                      </a:lnTo>
                      <a:lnTo>
                        <a:pt x="5718" y="891"/>
                      </a:lnTo>
                      <a:lnTo>
                        <a:pt x="4897" y="3808"/>
                      </a:lnTo>
                      <a:lnTo>
                        <a:pt x="9492" y="10708"/>
                      </a:lnTo>
                      <a:lnTo>
                        <a:pt x="8566" y="12305"/>
                      </a:lnTo>
                      <a:lnTo>
                        <a:pt x="7571" y="1303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53" name="Freeform: Shape 352">
                  <a:extLst>
                    <a:ext uri="{FF2B5EF4-FFF2-40B4-BE49-F238E27FC236}">
                      <a16:creationId xmlns:a16="http://schemas.microsoft.com/office/drawing/2014/main" id="{B2A40A6C-4A94-31A5-848A-6D3B99125A29}"/>
                    </a:ext>
                  </a:extLst>
                </p:cNvPr>
                <p:cNvSpPr/>
                <p:nvPr/>
              </p:nvSpPr>
              <p:spPr>
                <a:xfrm>
                  <a:off x="9682293" y="1737278"/>
                  <a:ext cx="9955" cy="19227"/>
                </a:xfrm>
                <a:custGeom>
                  <a:avLst/>
                  <a:gdLst>
                    <a:gd name="connsiteX0" fmla="*/ 9886 w 9955"/>
                    <a:gd name="connsiteY0" fmla="*/ 0 h 19227"/>
                    <a:gd name="connsiteX1" fmla="*/ 9932 w 9955"/>
                    <a:gd name="connsiteY1" fmla="*/ 347 h 19227"/>
                    <a:gd name="connsiteX2" fmla="*/ 9955 w 9955"/>
                    <a:gd name="connsiteY2" fmla="*/ 2871 h 19227"/>
                    <a:gd name="connsiteX3" fmla="*/ 8172 w 9955"/>
                    <a:gd name="connsiteY3" fmla="*/ 4318 h 19227"/>
                    <a:gd name="connsiteX4" fmla="*/ 7536 w 9955"/>
                    <a:gd name="connsiteY4" fmla="*/ 4839 h 19227"/>
                    <a:gd name="connsiteX5" fmla="*/ 7061 w 9955"/>
                    <a:gd name="connsiteY5" fmla="*/ 14736 h 19227"/>
                    <a:gd name="connsiteX6" fmla="*/ 6170 w 9955"/>
                    <a:gd name="connsiteY6" fmla="*/ 15743 h 19227"/>
                    <a:gd name="connsiteX7" fmla="*/ 3160 w 9955"/>
                    <a:gd name="connsiteY7" fmla="*/ 18626 h 19227"/>
                    <a:gd name="connsiteX8" fmla="*/ 0 w 9955"/>
                    <a:gd name="connsiteY8" fmla="*/ 19228 h 19227"/>
                    <a:gd name="connsiteX9" fmla="*/ 1482 w 9955"/>
                    <a:gd name="connsiteY9" fmla="*/ 17734 h 19227"/>
                    <a:gd name="connsiteX10" fmla="*/ 637 w 9955"/>
                    <a:gd name="connsiteY10" fmla="*/ 15488 h 19227"/>
                    <a:gd name="connsiteX11" fmla="*/ 3635 w 9955"/>
                    <a:gd name="connsiteY11" fmla="*/ 13648 h 19227"/>
                    <a:gd name="connsiteX12" fmla="*/ 3554 w 9955"/>
                    <a:gd name="connsiteY12" fmla="*/ 12178 h 19227"/>
                    <a:gd name="connsiteX13" fmla="*/ 3415 w 9955"/>
                    <a:gd name="connsiteY13" fmla="*/ 3091 h 19227"/>
                    <a:gd name="connsiteX14" fmla="*/ 4144 w 9955"/>
                    <a:gd name="connsiteY14" fmla="*/ 2743 h 19227"/>
                    <a:gd name="connsiteX15" fmla="*/ 4920 w 9955"/>
                    <a:gd name="connsiteY15" fmla="*/ 3079 h 19227"/>
                    <a:gd name="connsiteX16" fmla="*/ 9504 w 9955"/>
                    <a:gd name="connsiteY16" fmla="*/ 174 h 19227"/>
                    <a:gd name="connsiteX17" fmla="*/ 9886 w 9955"/>
                    <a:gd name="connsiteY17" fmla="*/ 0 h 19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9955" h="19227">
                      <a:moveTo>
                        <a:pt x="9886" y="0"/>
                      </a:moveTo>
                      <a:lnTo>
                        <a:pt x="9932" y="347"/>
                      </a:lnTo>
                      <a:lnTo>
                        <a:pt x="9955" y="2871"/>
                      </a:lnTo>
                      <a:lnTo>
                        <a:pt x="8172" y="4318"/>
                      </a:lnTo>
                      <a:lnTo>
                        <a:pt x="7536" y="4839"/>
                      </a:lnTo>
                      <a:lnTo>
                        <a:pt x="7061" y="14736"/>
                      </a:lnTo>
                      <a:lnTo>
                        <a:pt x="6170" y="15743"/>
                      </a:lnTo>
                      <a:lnTo>
                        <a:pt x="3160" y="18626"/>
                      </a:lnTo>
                      <a:lnTo>
                        <a:pt x="0" y="19228"/>
                      </a:lnTo>
                      <a:lnTo>
                        <a:pt x="1482" y="17734"/>
                      </a:lnTo>
                      <a:lnTo>
                        <a:pt x="637" y="15488"/>
                      </a:lnTo>
                      <a:lnTo>
                        <a:pt x="3635" y="13648"/>
                      </a:lnTo>
                      <a:lnTo>
                        <a:pt x="3554" y="12178"/>
                      </a:lnTo>
                      <a:lnTo>
                        <a:pt x="3415" y="3091"/>
                      </a:lnTo>
                      <a:lnTo>
                        <a:pt x="4144" y="2743"/>
                      </a:lnTo>
                      <a:lnTo>
                        <a:pt x="4920" y="3079"/>
                      </a:lnTo>
                      <a:lnTo>
                        <a:pt x="9504" y="174"/>
                      </a:lnTo>
                      <a:lnTo>
                        <a:pt x="9886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54" name="Freeform: Shape 353">
                  <a:extLst>
                    <a:ext uri="{FF2B5EF4-FFF2-40B4-BE49-F238E27FC236}">
                      <a16:creationId xmlns:a16="http://schemas.microsoft.com/office/drawing/2014/main" id="{BDB20C5D-59C8-25F4-F5CC-A49ABFF93534}"/>
                    </a:ext>
                  </a:extLst>
                </p:cNvPr>
                <p:cNvSpPr/>
                <p:nvPr/>
              </p:nvSpPr>
              <p:spPr>
                <a:xfrm>
                  <a:off x="8449230" y="4419166"/>
                  <a:ext cx="9283" cy="14851"/>
                </a:xfrm>
                <a:custGeom>
                  <a:avLst/>
                  <a:gdLst>
                    <a:gd name="connsiteX0" fmla="*/ 4584 w 9283"/>
                    <a:gd name="connsiteY0" fmla="*/ 1088 h 14851"/>
                    <a:gd name="connsiteX1" fmla="*/ 7848 w 9283"/>
                    <a:gd name="connsiteY1" fmla="*/ 7709 h 14851"/>
                    <a:gd name="connsiteX2" fmla="*/ 9284 w 9283"/>
                    <a:gd name="connsiteY2" fmla="*/ 11738 h 14851"/>
                    <a:gd name="connsiteX3" fmla="*/ 8045 w 9283"/>
                    <a:gd name="connsiteY3" fmla="*/ 14852 h 14851"/>
                    <a:gd name="connsiteX4" fmla="*/ 5707 w 9283"/>
                    <a:gd name="connsiteY4" fmla="*/ 14817 h 14851"/>
                    <a:gd name="connsiteX5" fmla="*/ 3936 w 9283"/>
                    <a:gd name="connsiteY5" fmla="*/ 9562 h 14851"/>
                    <a:gd name="connsiteX6" fmla="*/ 3901 w 9283"/>
                    <a:gd name="connsiteY6" fmla="*/ 9423 h 14851"/>
                    <a:gd name="connsiteX7" fmla="*/ 3658 w 9283"/>
                    <a:gd name="connsiteY7" fmla="*/ 8717 h 14851"/>
                    <a:gd name="connsiteX8" fmla="*/ 544 w 9283"/>
                    <a:gd name="connsiteY8" fmla="*/ 6482 h 14851"/>
                    <a:gd name="connsiteX9" fmla="*/ 0 w 9283"/>
                    <a:gd name="connsiteY9" fmla="*/ 961 h 14851"/>
                    <a:gd name="connsiteX10" fmla="*/ 2385 w 9283"/>
                    <a:gd name="connsiteY10" fmla="*/ 0 h 14851"/>
                    <a:gd name="connsiteX11" fmla="*/ 4584 w 9283"/>
                    <a:gd name="connsiteY11" fmla="*/ 1088 h 148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9283" h="14851">
                      <a:moveTo>
                        <a:pt x="4584" y="1088"/>
                      </a:moveTo>
                      <a:lnTo>
                        <a:pt x="7848" y="7709"/>
                      </a:lnTo>
                      <a:lnTo>
                        <a:pt x="9284" y="11738"/>
                      </a:lnTo>
                      <a:lnTo>
                        <a:pt x="8045" y="14852"/>
                      </a:lnTo>
                      <a:lnTo>
                        <a:pt x="5707" y="14817"/>
                      </a:lnTo>
                      <a:lnTo>
                        <a:pt x="3936" y="9562"/>
                      </a:lnTo>
                      <a:lnTo>
                        <a:pt x="3901" y="9423"/>
                      </a:lnTo>
                      <a:lnTo>
                        <a:pt x="3658" y="8717"/>
                      </a:lnTo>
                      <a:lnTo>
                        <a:pt x="544" y="6482"/>
                      </a:lnTo>
                      <a:lnTo>
                        <a:pt x="0" y="961"/>
                      </a:lnTo>
                      <a:lnTo>
                        <a:pt x="2385" y="0"/>
                      </a:lnTo>
                      <a:lnTo>
                        <a:pt x="4584" y="108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55" name="Freeform: Shape 354">
                  <a:extLst>
                    <a:ext uri="{FF2B5EF4-FFF2-40B4-BE49-F238E27FC236}">
                      <a16:creationId xmlns:a16="http://schemas.microsoft.com/office/drawing/2014/main" id="{C993C5A4-CC44-ADA0-CADB-CD1E53F19D6C}"/>
                    </a:ext>
                  </a:extLst>
                </p:cNvPr>
                <p:cNvSpPr/>
                <p:nvPr/>
              </p:nvSpPr>
              <p:spPr>
                <a:xfrm>
                  <a:off x="8494399" y="4304842"/>
                  <a:ext cx="10163" cy="14307"/>
                </a:xfrm>
                <a:custGeom>
                  <a:avLst/>
                  <a:gdLst>
                    <a:gd name="connsiteX0" fmla="*/ 7432 w 10163"/>
                    <a:gd name="connsiteY0" fmla="*/ 11229 h 14307"/>
                    <a:gd name="connsiteX1" fmla="*/ 4237 w 10163"/>
                    <a:gd name="connsiteY1" fmla="*/ 14308 h 14307"/>
                    <a:gd name="connsiteX2" fmla="*/ 23 w 10163"/>
                    <a:gd name="connsiteY2" fmla="*/ 9515 h 14307"/>
                    <a:gd name="connsiteX3" fmla="*/ 0 w 10163"/>
                    <a:gd name="connsiteY3" fmla="*/ 7443 h 14307"/>
                    <a:gd name="connsiteX4" fmla="*/ 6320 w 10163"/>
                    <a:gd name="connsiteY4" fmla="*/ 2813 h 14307"/>
                    <a:gd name="connsiteX5" fmla="*/ 10164 w 10163"/>
                    <a:gd name="connsiteY5" fmla="*/ 0 h 14307"/>
                    <a:gd name="connsiteX6" fmla="*/ 7432 w 10163"/>
                    <a:gd name="connsiteY6" fmla="*/ 11229 h 14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163" h="14307">
                      <a:moveTo>
                        <a:pt x="7432" y="11229"/>
                      </a:moveTo>
                      <a:lnTo>
                        <a:pt x="4237" y="14308"/>
                      </a:lnTo>
                      <a:lnTo>
                        <a:pt x="23" y="9515"/>
                      </a:lnTo>
                      <a:lnTo>
                        <a:pt x="0" y="7443"/>
                      </a:lnTo>
                      <a:lnTo>
                        <a:pt x="6320" y="2813"/>
                      </a:lnTo>
                      <a:lnTo>
                        <a:pt x="10164" y="0"/>
                      </a:lnTo>
                      <a:lnTo>
                        <a:pt x="7432" y="1122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56" name="Freeform: Shape 355">
                  <a:extLst>
                    <a:ext uri="{FF2B5EF4-FFF2-40B4-BE49-F238E27FC236}">
                      <a16:creationId xmlns:a16="http://schemas.microsoft.com/office/drawing/2014/main" id="{3AD379E1-8FB1-748A-6577-342E7F01D505}"/>
                    </a:ext>
                  </a:extLst>
                </p:cNvPr>
                <p:cNvSpPr/>
                <p:nvPr/>
              </p:nvSpPr>
              <p:spPr>
                <a:xfrm>
                  <a:off x="7748149" y="3476530"/>
                  <a:ext cx="10267" cy="11575"/>
                </a:xfrm>
                <a:custGeom>
                  <a:avLst/>
                  <a:gdLst>
                    <a:gd name="connsiteX0" fmla="*/ 5093 w 10267"/>
                    <a:gd name="connsiteY0" fmla="*/ 11518 h 11575"/>
                    <a:gd name="connsiteX1" fmla="*/ 2894 w 10267"/>
                    <a:gd name="connsiteY1" fmla="*/ 11576 h 11575"/>
                    <a:gd name="connsiteX2" fmla="*/ 2442 w 10267"/>
                    <a:gd name="connsiteY2" fmla="*/ 11564 h 11575"/>
                    <a:gd name="connsiteX3" fmla="*/ 0 w 10267"/>
                    <a:gd name="connsiteY3" fmla="*/ 8080 h 11575"/>
                    <a:gd name="connsiteX4" fmla="*/ 3531 w 10267"/>
                    <a:gd name="connsiteY4" fmla="*/ 4665 h 11575"/>
                    <a:gd name="connsiteX5" fmla="*/ 1956 w 10267"/>
                    <a:gd name="connsiteY5" fmla="*/ 2095 h 11575"/>
                    <a:gd name="connsiteX6" fmla="*/ 3901 w 10267"/>
                    <a:gd name="connsiteY6" fmla="*/ 695 h 11575"/>
                    <a:gd name="connsiteX7" fmla="*/ 4966 w 10267"/>
                    <a:gd name="connsiteY7" fmla="*/ 0 h 11575"/>
                    <a:gd name="connsiteX8" fmla="*/ 8277 w 10267"/>
                    <a:gd name="connsiteY8" fmla="*/ 2014 h 11575"/>
                    <a:gd name="connsiteX9" fmla="*/ 10268 w 10267"/>
                    <a:gd name="connsiteY9" fmla="*/ 6425 h 11575"/>
                    <a:gd name="connsiteX10" fmla="*/ 7547 w 10267"/>
                    <a:gd name="connsiteY10" fmla="*/ 7339 h 11575"/>
                    <a:gd name="connsiteX11" fmla="*/ 7895 w 10267"/>
                    <a:gd name="connsiteY11" fmla="*/ 8832 h 11575"/>
                    <a:gd name="connsiteX12" fmla="*/ 5093 w 10267"/>
                    <a:gd name="connsiteY12" fmla="*/ 11518 h 11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0267" h="11575">
                      <a:moveTo>
                        <a:pt x="5093" y="11518"/>
                      </a:moveTo>
                      <a:lnTo>
                        <a:pt x="2894" y="11576"/>
                      </a:lnTo>
                      <a:lnTo>
                        <a:pt x="2442" y="11564"/>
                      </a:lnTo>
                      <a:lnTo>
                        <a:pt x="0" y="8080"/>
                      </a:lnTo>
                      <a:lnTo>
                        <a:pt x="3531" y="4665"/>
                      </a:lnTo>
                      <a:lnTo>
                        <a:pt x="1956" y="2095"/>
                      </a:lnTo>
                      <a:lnTo>
                        <a:pt x="3901" y="695"/>
                      </a:lnTo>
                      <a:lnTo>
                        <a:pt x="4966" y="0"/>
                      </a:lnTo>
                      <a:lnTo>
                        <a:pt x="8277" y="2014"/>
                      </a:lnTo>
                      <a:lnTo>
                        <a:pt x="10268" y="6425"/>
                      </a:lnTo>
                      <a:lnTo>
                        <a:pt x="7547" y="7339"/>
                      </a:lnTo>
                      <a:lnTo>
                        <a:pt x="7895" y="8832"/>
                      </a:lnTo>
                      <a:lnTo>
                        <a:pt x="5093" y="1151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57" name="Freeform: Shape 356">
                  <a:extLst>
                    <a:ext uri="{FF2B5EF4-FFF2-40B4-BE49-F238E27FC236}">
                      <a16:creationId xmlns:a16="http://schemas.microsoft.com/office/drawing/2014/main" id="{88099F00-F430-7CE3-D598-7A6C881BF2CF}"/>
                    </a:ext>
                  </a:extLst>
                </p:cNvPr>
                <p:cNvSpPr/>
                <p:nvPr/>
              </p:nvSpPr>
              <p:spPr>
                <a:xfrm>
                  <a:off x="7764934" y="3119403"/>
                  <a:ext cx="20836" cy="9642"/>
                </a:xfrm>
                <a:custGeom>
                  <a:avLst/>
                  <a:gdLst>
                    <a:gd name="connsiteX0" fmla="*/ 12502 w 20836"/>
                    <a:gd name="connsiteY0" fmla="*/ 2535 h 9642"/>
                    <a:gd name="connsiteX1" fmla="*/ 14215 w 20836"/>
                    <a:gd name="connsiteY1" fmla="*/ 0 h 9642"/>
                    <a:gd name="connsiteX2" fmla="*/ 15361 w 20836"/>
                    <a:gd name="connsiteY2" fmla="*/ 324 h 9642"/>
                    <a:gd name="connsiteX3" fmla="*/ 18753 w 20836"/>
                    <a:gd name="connsiteY3" fmla="*/ 1644 h 9642"/>
                    <a:gd name="connsiteX4" fmla="*/ 19158 w 20836"/>
                    <a:gd name="connsiteY4" fmla="*/ 1389 h 9642"/>
                    <a:gd name="connsiteX5" fmla="*/ 20837 w 20836"/>
                    <a:gd name="connsiteY5" fmla="*/ 1852 h 9642"/>
                    <a:gd name="connsiteX6" fmla="*/ 14968 w 20836"/>
                    <a:gd name="connsiteY6" fmla="*/ 5834 h 9642"/>
                    <a:gd name="connsiteX7" fmla="*/ 14574 w 20836"/>
                    <a:gd name="connsiteY7" fmla="*/ 9643 h 9642"/>
                    <a:gd name="connsiteX8" fmla="*/ 13266 w 20836"/>
                    <a:gd name="connsiteY8" fmla="*/ 5915 h 9642"/>
                    <a:gd name="connsiteX9" fmla="*/ 11136 w 20836"/>
                    <a:gd name="connsiteY9" fmla="*/ 5441 h 9642"/>
                    <a:gd name="connsiteX10" fmla="*/ 8242 w 20836"/>
                    <a:gd name="connsiteY10" fmla="*/ 8080 h 9642"/>
                    <a:gd name="connsiteX11" fmla="*/ 7108 w 20836"/>
                    <a:gd name="connsiteY11" fmla="*/ 6656 h 9642"/>
                    <a:gd name="connsiteX12" fmla="*/ 845 w 20836"/>
                    <a:gd name="connsiteY12" fmla="*/ 6054 h 9642"/>
                    <a:gd name="connsiteX13" fmla="*/ 0 w 20836"/>
                    <a:gd name="connsiteY13" fmla="*/ 4225 h 9642"/>
                    <a:gd name="connsiteX14" fmla="*/ 232 w 20836"/>
                    <a:gd name="connsiteY14" fmla="*/ 3913 h 9642"/>
                    <a:gd name="connsiteX15" fmla="*/ 3646 w 20836"/>
                    <a:gd name="connsiteY15" fmla="*/ 3982 h 9642"/>
                    <a:gd name="connsiteX16" fmla="*/ 6008 w 20836"/>
                    <a:gd name="connsiteY16" fmla="*/ 4630 h 9642"/>
                    <a:gd name="connsiteX17" fmla="*/ 9029 w 20836"/>
                    <a:gd name="connsiteY17" fmla="*/ 2940 h 9642"/>
                    <a:gd name="connsiteX18" fmla="*/ 8091 w 20836"/>
                    <a:gd name="connsiteY18" fmla="*/ 347 h 9642"/>
                    <a:gd name="connsiteX19" fmla="*/ 8080 w 20836"/>
                    <a:gd name="connsiteY19" fmla="*/ 313 h 9642"/>
                    <a:gd name="connsiteX20" fmla="*/ 9376 w 20836"/>
                    <a:gd name="connsiteY20" fmla="*/ 2350 h 9642"/>
                    <a:gd name="connsiteX21" fmla="*/ 12502 w 20836"/>
                    <a:gd name="connsiteY21" fmla="*/ 2535 h 96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836" h="9642">
                      <a:moveTo>
                        <a:pt x="12502" y="2535"/>
                      </a:moveTo>
                      <a:lnTo>
                        <a:pt x="14215" y="0"/>
                      </a:lnTo>
                      <a:lnTo>
                        <a:pt x="15361" y="324"/>
                      </a:lnTo>
                      <a:lnTo>
                        <a:pt x="18753" y="1644"/>
                      </a:lnTo>
                      <a:lnTo>
                        <a:pt x="19158" y="1389"/>
                      </a:lnTo>
                      <a:lnTo>
                        <a:pt x="20837" y="1852"/>
                      </a:lnTo>
                      <a:lnTo>
                        <a:pt x="14968" y="5834"/>
                      </a:lnTo>
                      <a:lnTo>
                        <a:pt x="14574" y="9643"/>
                      </a:lnTo>
                      <a:lnTo>
                        <a:pt x="13266" y="5915"/>
                      </a:lnTo>
                      <a:lnTo>
                        <a:pt x="11136" y="5441"/>
                      </a:lnTo>
                      <a:lnTo>
                        <a:pt x="8242" y="8080"/>
                      </a:lnTo>
                      <a:lnTo>
                        <a:pt x="7108" y="6656"/>
                      </a:lnTo>
                      <a:lnTo>
                        <a:pt x="845" y="6054"/>
                      </a:lnTo>
                      <a:lnTo>
                        <a:pt x="0" y="4225"/>
                      </a:lnTo>
                      <a:lnTo>
                        <a:pt x="232" y="3913"/>
                      </a:lnTo>
                      <a:lnTo>
                        <a:pt x="3646" y="3982"/>
                      </a:lnTo>
                      <a:lnTo>
                        <a:pt x="6008" y="4630"/>
                      </a:lnTo>
                      <a:lnTo>
                        <a:pt x="9029" y="2940"/>
                      </a:lnTo>
                      <a:lnTo>
                        <a:pt x="8091" y="347"/>
                      </a:lnTo>
                      <a:lnTo>
                        <a:pt x="8080" y="313"/>
                      </a:lnTo>
                      <a:lnTo>
                        <a:pt x="9376" y="2350"/>
                      </a:lnTo>
                      <a:lnTo>
                        <a:pt x="12502" y="25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58" name="Freeform: Shape 357">
                  <a:extLst>
                    <a:ext uri="{FF2B5EF4-FFF2-40B4-BE49-F238E27FC236}">
                      <a16:creationId xmlns:a16="http://schemas.microsoft.com/office/drawing/2014/main" id="{8FC334C4-64DA-C048-C1E2-362F744C2509}"/>
                    </a:ext>
                  </a:extLst>
                </p:cNvPr>
                <p:cNvSpPr/>
                <p:nvPr/>
              </p:nvSpPr>
              <p:spPr>
                <a:xfrm>
                  <a:off x="8261921" y="3998845"/>
                  <a:ext cx="9503" cy="19482"/>
                </a:xfrm>
                <a:custGeom>
                  <a:avLst/>
                  <a:gdLst>
                    <a:gd name="connsiteX0" fmla="*/ 6702 w 9503"/>
                    <a:gd name="connsiteY0" fmla="*/ 4341 h 19482"/>
                    <a:gd name="connsiteX1" fmla="*/ 7953 w 9503"/>
                    <a:gd name="connsiteY1" fmla="*/ 4445 h 19482"/>
                    <a:gd name="connsiteX2" fmla="*/ 8080 w 9503"/>
                    <a:gd name="connsiteY2" fmla="*/ 7142 h 19482"/>
                    <a:gd name="connsiteX3" fmla="*/ 5892 w 9503"/>
                    <a:gd name="connsiteY3" fmla="*/ 6668 h 19482"/>
                    <a:gd name="connsiteX4" fmla="*/ 6147 w 9503"/>
                    <a:gd name="connsiteY4" fmla="*/ 8022 h 19482"/>
                    <a:gd name="connsiteX5" fmla="*/ 8103 w 9503"/>
                    <a:gd name="connsiteY5" fmla="*/ 7860 h 19482"/>
                    <a:gd name="connsiteX6" fmla="*/ 6737 w 9503"/>
                    <a:gd name="connsiteY6" fmla="*/ 14875 h 19482"/>
                    <a:gd name="connsiteX7" fmla="*/ 9504 w 9503"/>
                    <a:gd name="connsiteY7" fmla="*/ 19100 h 19482"/>
                    <a:gd name="connsiteX8" fmla="*/ 5672 w 9503"/>
                    <a:gd name="connsiteY8" fmla="*/ 19482 h 19482"/>
                    <a:gd name="connsiteX9" fmla="*/ 4260 w 9503"/>
                    <a:gd name="connsiteY9" fmla="*/ 12919 h 19482"/>
                    <a:gd name="connsiteX10" fmla="*/ 3971 w 9503"/>
                    <a:gd name="connsiteY10" fmla="*/ 13173 h 19482"/>
                    <a:gd name="connsiteX11" fmla="*/ 3878 w 9503"/>
                    <a:gd name="connsiteY11" fmla="*/ 12780 h 19482"/>
                    <a:gd name="connsiteX12" fmla="*/ 1505 w 9503"/>
                    <a:gd name="connsiteY12" fmla="*/ 15407 h 19482"/>
                    <a:gd name="connsiteX13" fmla="*/ 0 w 9503"/>
                    <a:gd name="connsiteY13" fmla="*/ 13370 h 19482"/>
                    <a:gd name="connsiteX14" fmla="*/ 1169 w 9503"/>
                    <a:gd name="connsiteY14" fmla="*/ 9238 h 19482"/>
                    <a:gd name="connsiteX15" fmla="*/ 5394 w 9503"/>
                    <a:gd name="connsiteY15" fmla="*/ 8416 h 19482"/>
                    <a:gd name="connsiteX16" fmla="*/ 4862 w 9503"/>
                    <a:gd name="connsiteY16" fmla="*/ 5244 h 19482"/>
                    <a:gd name="connsiteX17" fmla="*/ 6031 w 9503"/>
                    <a:gd name="connsiteY17" fmla="*/ 5718 h 19482"/>
                    <a:gd name="connsiteX18" fmla="*/ 6633 w 9503"/>
                    <a:gd name="connsiteY18" fmla="*/ 4341 h 19482"/>
                    <a:gd name="connsiteX19" fmla="*/ 8809 w 9503"/>
                    <a:gd name="connsiteY19" fmla="*/ 0 h 19482"/>
                    <a:gd name="connsiteX20" fmla="*/ 8728 w 9503"/>
                    <a:gd name="connsiteY20" fmla="*/ 845 h 19482"/>
                    <a:gd name="connsiteX21" fmla="*/ 8172 w 9503"/>
                    <a:gd name="connsiteY21" fmla="*/ 4005 h 19482"/>
                    <a:gd name="connsiteX22" fmla="*/ 6714 w 9503"/>
                    <a:gd name="connsiteY22" fmla="*/ 4318 h 19482"/>
                    <a:gd name="connsiteX23" fmla="*/ 6702 w 9503"/>
                    <a:gd name="connsiteY23" fmla="*/ 4341 h 194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9503" h="19482">
                      <a:moveTo>
                        <a:pt x="6702" y="4341"/>
                      </a:moveTo>
                      <a:lnTo>
                        <a:pt x="7953" y="4445"/>
                      </a:lnTo>
                      <a:lnTo>
                        <a:pt x="8080" y="7142"/>
                      </a:lnTo>
                      <a:lnTo>
                        <a:pt x="5892" y="6668"/>
                      </a:lnTo>
                      <a:lnTo>
                        <a:pt x="6147" y="8022"/>
                      </a:lnTo>
                      <a:lnTo>
                        <a:pt x="8103" y="7860"/>
                      </a:lnTo>
                      <a:lnTo>
                        <a:pt x="6737" y="14875"/>
                      </a:lnTo>
                      <a:lnTo>
                        <a:pt x="9504" y="19100"/>
                      </a:lnTo>
                      <a:lnTo>
                        <a:pt x="5672" y="19482"/>
                      </a:lnTo>
                      <a:lnTo>
                        <a:pt x="4260" y="12919"/>
                      </a:lnTo>
                      <a:lnTo>
                        <a:pt x="3971" y="13173"/>
                      </a:lnTo>
                      <a:lnTo>
                        <a:pt x="3878" y="12780"/>
                      </a:lnTo>
                      <a:lnTo>
                        <a:pt x="1505" y="15407"/>
                      </a:lnTo>
                      <a:lnTo>
                        <a:pt x="0" y="13370"/>
                      </a:lnTo>
                      <a:lnTo>
                        <a:pt x="1169" y="9238"/>
                      </a:lnTo>
                      <a:lnTo>
                        <a:pt x="5394" y="8416"/>
                      </a:lnTo>
                      <a:lnTo>
                        <a:pt x="4862" y="5244"/>
                      </a:lnTo>
                      <a:lnTo>
                        <a:pt x="6031" y="5718"/>
                      </a:lnTo>
                      <a:lnTo>
                        <a:pt x="6633" y="4341"/>
                      </a:lnTo>
                      <a:lnTo>
                        <a:pt x="8809" y="0"/>
                      </a:lnTo>
                      <a:lnTo>
                        <a:pt x="8728" y="845"/>
                      </a:lnTo>
                      <a:lnTo>
                        <a:pt x="8172" y="4005"/>
                      </a:lnTo>
                      <a:lnTo>
                        <a:pt x="6714" y="4318"/>
                      </a:lnTo>
                      <a:lnTo>
                        <a:pt x="6702" y="434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59" name="Freeform: Shape 358">
                  <a:extLst>
                    <a:ext uri="{FF2B5EF4-FFF2-40B4-BE49-F238E27FC236}">
                      <a16:creationId xmlns:a16="http://schemas.microsoft.com/office/drawing/2014/main" id="{5043B701-CB64-541A-AA1D-57F50FF8B86F}"/>
                    </a:ext>
                  </a:extLst>
                </p:cNvPr>
                <p:cNvSpPr/>
                <p:nvPr/>
              </p:nvSpPr>
              <p:spPr>
                <a:xfrm>
                  <a:off x="7999310" y="2936701"/>
                  <a:ext cx="8415" cy="13173"/>
                </a:xfrm>
                <a:custGeom>
                  <a:avLst/>
                  <a:gdLst>
                    <a:gd name="connsiteX0" fmla="*/ 5394 w 8415"/>
                    <a:gd name="connsiteY0" fmla="*/ 12780 h 13173"/>
                    <a:gd name="connsiteX1" fmla="*/ 4654 w 8415"/>
                    <a:gd name="connsiteY1" fmla="*/ 13173 h 13173"/>
                    <a:gd name="connsiteX2" fmla="*/ 0 w 8415"/>
                    <a:gd name="connsiteY2" fmla="*/ 3519 h 13173"/>
                    <a:gd name="connsiteX3" fmla="*/ 1482 w 8415"/>
                    <a:gd name="connsiteY3" fmla="*/ 1019 h 13173"/>
                    <a:gd name="connsiteX4" fmla="*/ 4943 w 8415"/>
                    <a:gd name="connsiteY4" fmla="*/ 0 h 13173"/>
                    <a:gd name="connsiteX5" fmla="*/ 8416 w 8415"/>
                    <a:gd name="connsiteY5" fmla="*/ 8288 h 13173"/>
                    <a:gd name="connsiteX6" fmla="*/ 7061 w 8415"/>
                    <a:gd name="connsiteY6" fmla="*/ 11599 h 13173"/>
                    <a:gd name="connsiteX7" fmla="*/ 5394 w 8415"/>
                    <a:gd name="connsiteY7" fmla="*/ 12780 h 13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15" h="13173">
                      <a:moveTo>
                        <a:pt x="5394" y="12780"/>
                      </a:moveTo>
                      <a:lnTo>
                        <a:pt x="4654" y="13173"/>
                      </a:lnTo>
                      <a:lnTo>
                        <a:pt x="0" y="3519"/>
                      </a:lnTo>
                      <a:lnTo>
                        <a:pt x="1482" y="1019"/>
                      </a:lnTo>
                      <a:lnTo>
                        <a:pt x="4943" y="0"/>
                      </a:lnTo>
                      <a:lnTo>
                        <a:pt x="8416" y="8288"/>
                      </a:lnTo>
                      <a:lnTo>
                        <a:pt x="7061" y="11599"/>
                      </a:lnTo>
                      <a:lnTo>
                        <a:pt x="5394" y="127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0" name="Freeform: Shape 359">
                  <a:extLst>
                    <a:ext uri="{FF2B5EF4-FFF2-40B4-BE49-F238E27FC236}">
                      <a16:creationId xmlns:a16="http://schemas.microsoft.com/office/drawing/2014/main" id="{5658512F-A1FC-F51F-1F25-E1F9F87ED2CA}"/>
                    </a:ext>
                  </a:extLst>
                </p:cNvPr>
                <p:cNvSpPr/>
                <p:nvPr/>
              </p:nvSpPr>
              <p:spPr>
                <a:xfrm>
                  <a:off x="7699275" y="3194403"/>
                  <a:ext cx="9121" cy="12837"/>
                </a:xfrm>
                <a:custGeom>
                  <a:avLst/>
                  <a:gdLst>
                    <a:gd name="connsiteX0" fmla="*/ 7848 w 9121"/>
                    <a:gd name="connsiteY0" fmla="*/ 5406 h 12837"/>
                    <a:gd name="connsiteX1" fmla="*/ 8358 w 9121"/>
                    <a:gd name="connsiteY1" fmla="*/ 5800 h 12837"/>
                    <a:gd name="connsiteX2" fmla="*/ 8103 w 9121"/>
                    <a:gd name="connsiteY2" fmla="*/ 7177 h 12837"/>
                    <a:gd name="connsiteX3" fmla="*/ 5001 w 9121"/>
                    <a:gd name="connsiteY3" fmla="*/ 7582 h 12837"/>
                    <a:gd name="connsiteX4" fmla="*/ 6239 w 9121"/>
                    <a:gd name="connsiteY4" fmla="*/ 9261 h 12837"/>
                    <a:gd name="connsiteX5" fmla="*/ 3797 w 9121"/>
                    <a:gd name="connsiteY5" fmla="*/ 12548 h 12837"/>
                    <a:gd name="connsiteX6" fmla="*/ 625 w 9121"/>
                    <a:gd name="connsiteY6" fmla="*/ 12838 h 12837"/>
                    <a:gd name="connsiteX7" fmla="*/ 2095 w 9121"/>
                    <a:gd name="connsiteY7" fmla="*/ 11877 h 12837"/>
                    <a:gd name="connsiteX8" fmla="*/ 0 w 9121"/>
                    <a:gd name="connsiteY8" fmla="*/ 8543 h 12837"/>
                    <a:gd name="connsiteX9" fmla="*/ 104 w 9121"/>
                    <a:gd name="connsiteY9" fmla="*/ 8242 h 12837"/>
                    <a:gd name="connsiteX10" fmla="*/ 1169 w 9121"/>
                    <a:gd name="connsiteY10" fmla="*/ 5973 h 12837"/>
                    <a:gd name="connsiteX11" fmla="*/ 856 w 9121"/>
                    <a:gd name="connsiteY11" fmla="*/ 6135 h 12837"/>
                    <a:gd name="connsiteX12" fmla="*/ 1875 w 9121"/>
                    <a:gd name="connsiteY12" fmla="*/ 3334 h 12837"/>
                    <a:gd name="connsiteX13" fmla="*/ 4966 w 9121"/>
                    <a:gd name="connsiteY13" fmla="*/ 3091 h 12837"/>
                    <a:gd name="connsiteX14" fmla="*/ 7270 w 9121"/>
                    <a:gd name="connsiteY14" fmla="*/ 0 h 12837"/>
                    <a:gd name="connsiteX15" fmla="*/ 7918 w 9121"/>
                    <a:gd name="connsiteY15" fmla="*/ 440 h 12837"/>
                    <a:gd name="connsiteX16" fmla="*/ 9122 w 9121"/>
                    <a:gd name="connsiteY16" fmla="*/ 1771 h 12837"/>
                    <a:gd name="connsiteX17" fmla="*/ 8624 w 9121"/>
                    <a:gd name="connsiteY17" fmla="*/ 4422 h 12837"/>
                    <a:gd name="connsiteX18" fmla="*/ 7848 w 9121"/>
                    <a:gd name="connsiteY18" fmla="*/ 5406 h 12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9121" h="12837">
                      <a:moveTo>
                        <a:pt x="7848" y="5406"/>
                      </a:moveTo>
                      <a:lnTo>
                        <a:pt x="8358" y="5800"/>
                      </a:lnTo>
                      <a:lnTo>
                        <a:pt x="8103" y="7177"/>
                      </a:lnTo>
                      <a:lnTo>
                        <a:pt x="5001" y="7582"/>
                      </a:lnTo>
                      <a:lnTo>
                        <a:pt x="6239" y="9261"/>
                      </a:lnTo>
                      <a:lnTo>
                        <a:pt x="3797" y="12548"/>
                      </a:lnTo>
                      <a:lnTo>
                        <a:pt x="625" y="12838"/>
                      </a:lnTo>
                      <a:lnTo>
                        <a:pt x="2095" y="11877"/>
                      </a:lnTo>
                      <a:lnTo>
                        <a:pt x="0" y="8543"/>
                      </a:lnTo>
                      <a:lnTo>
                        <a:pt x="104" y="8242"/>
                      </a:lnTo>
                      <a:lnTo>
                        <a:pt x="1169" y="5973"/>
                      </a:lnTo>
                      <a:lnTo>
                        <a:pt x="856" y="6135"/>
                      </a:lnTo>
                      <a:lnTo>
                        <a:pt x="1875" y="3334"/>
                      </a:lnTo>
                      <a:lnTo>
                        <a:pt x="4966" y="3091"/>
                      </a:lnTo>
                      <a:lnTo>
                        <a:pt x="7270" y="0"/>
                      </a:lnTo>
                      <a:lnTo>
                        <a:pt x="7918" y="440"/>
                      </a:lnTo>
                      <a:lnTo>
                        <a:pt x="9122" y="1771"/>
                      </a:lnTo>
                      <a:lnTo>
                        <a:pt x="8624" y="4422"/>
                      </a:lnTo>
                      <a:lnTo>
                        <a:pt x="7848" y="540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1" name="Freeform: Shape 360">
                  <a:extLst>
                    <a:ext uri="{FF2B5EF4-FFF2-40B4-BE49-F238E27FC236}">
                      <a16:creationId xmlns:a16="http://schemas.microsoft.com/office/drawing/2014/main" id="{57D8EA71-7F60-141B-9330-7F1B675189DA}"/>
                    </a:ext>
                  </a:extLst>
                </p:cNvPr>
                <p:cNvSpPr/>
                <p:nvPr/>
              </p:nvSpPr>
              <p:spPr>
                <a:xfrm>
                  <a:off x="8429864" y="4260576"/>
                  <a:ext cx="6632" cy="16750"/>
                </a:xfrm>
                <a:custGeom>
                  <a:avLst/>
                  <a:gdLst>
                    <a:gd name="connsiteX0" fmla="*/ 787 w 6632"/>
                    <a:gd name="connsiteY0" fmla="*/ 1343 h 16750"/>
                    <a:gd name="connsiteX1" fmla="*/ 2558 w 6632"/>
                    <a:gd name="connsiteY1" fmla="*/ 0 h 16750"/>
                    <a:gd name="connsiteX2" fmla="*/ 6633 w 6632"/>
                    <a:gd name="connsiteY2" fmla="*/ 12027 h 16750"/>
                    <a:gd name="connsiteX3" fmla="*/ 2859 w 6632"/>
                    <a:gd name="connsiteY3" fmla="*/ 16750 h 16750"/>
                    <a:gd name="connsiteX4" fmla="*/ 0 w 6632"/>
                    <a:gd name="connsiteY4" fmla="*/ 8022 h 16750"/>
                    <a:gd name="connsiteX5" fmla="*/ 787 w 6632"/>
                    <a:gd name="connsiteY5" fmla="*/ 1343 h 16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632" h="16750">
                      <a:moveTo>
                        <a:pt x="787" y="1343"/>
                      </a:moveTo>
                      <a:lnTo>
                        <a:pt x="2558" y="0"/>
                      </a:lnTo>
                      <a:lnTo>
                        <a:pt x="6633" y="12027"/>
                      </a:lnTo>
                      <a:lnTo>
                        <a:pt x="2859" y="16750"/>
                      </a:lnTo>
                      <a:lnTo>
                        <a:pt x="0" y="8022"/>
                      </a:lnTo>
                      <a:lnTo>
                        <a:pt x="787" y="134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2" name="Freeform: Shape 361">
                  <a:extLst>
                    <a:ext uri="{FF2B5EF4-FFF2-40B4-BE49-F238E27FC236}">
                      <a16:creationId xmlns:a16="http://schemas.microsoft.com/office/drawing/2014/main" id="{3D88F3E9-B6AE-71AE-9B90-E00C16066425}"/>
                    </a:ext>
                  </a:extLst>
                </p:cNvPr>
                <p:cNvSpPr/>
                <p:nvPr/>
              </p:nvSpPr>
              <p:spPr>
                <a:xfrm>
                  <a:off x="9791662" y="1413602"/>
                  <a:ext cx="12374" cy="11026"/>
                </a:xfrm>
                <a:custGeom>
                  <a:avLst/>
                  <a:gdLst>
                    <a:gd name="connsiteX0" fmla="*/ 2859 w 12374"/>
                    <a:gd name="connsiteY0" fmla="*/ 0 h 11026"/>
                    <a:gd name="connsiteX1" fmla="*/ 4295 w 12374"/>
                    <a:gd name="connsiteY1" fmla="*/ 502 h 11026"/>
                    <a:gd name="connsiteX2" fmla="*/ 4514 w 12374"/>
                    <a:gd name="connsiteY2" fmla="*/ 675 h 11026"/>
                    <a:gd name="connsiteX3" fmla="*/ 9712 w 12374"/>
                    <a:gd name="connsiteY3" fmla="*/ 4794 h 11026"/>
                    <a:gd name="connsiteX4" fmla="*/ 12375 w 12374"/>
                    <a:gd name="connsiteY4" fmla="*/ 4566 h 11026"/>
                    <a:gd name="connsiteX5" fmla="*/ 9851 w 12374"/>
                    <a:gd name="connsiteY5" fmla="*/ 6691 h 11026"/>
                    <a:gd name="connsiteX6" fmla="*/ 9955 w 12374"/>
                    <a:gd name="connsiteY6" fmla="*/ 6984 h 11026"/>
                    <a:gd name="connsiteX7" fmla="*/ 9932 w 12374"/>
                    <a:gd name="connsiteY7" fmla="*/ 10792 h 11026"/>
                    <a:gd name="connsiteX8" fmla="*/ 9805 w 12374"/>
                    <a:gd name="connsiteY8" fmla="*/ 11026 h 11026"/>
                    <a:gd name="connsiteX9" fmla="*/ 8624 w 12374"/>
                    <a:gd name="connsiteY9" fmla="*/ 9150 h 11026"/>
                    <a:gd name="connsiteX10" fmla="*/ 8520 w 12374"/>
                    <a:gd name="connsiteY10" fmla="*/ 8924 h 11026"/>
                    <a:gd name="connsiteX11" fmla="*/ 6286 w 12374"/>
                    <a:gd name="connsiteY11" fmla="*/ 10169 h 11026"/>
                    <a:gd name="connsiteX12" fmla="*/ 5568 w 12374"/>
                    <a:gd name="connsiteY12" fmla="*/ 10532 h 11026"/>
                    <a:gd name="connsiteX13" fmla="*/ 4920 w 12374"/>
                    <a:gd name="connsiteY13" fmla="*/ 6720 h 11026"/>
                    <a:gd name="connsiteX14" fmla="*/ 4514 w 12374"/>
                    <a:gd name="connsiteY14" fmla="*/ 6460 h 11026"/>
                    <a:gd name="connsiteX15" fmla="*/ 197 w 12374"/>
                    <a:gd name="connsiteY15" fmla="*/ 3678 h 11026"/>
                    <a:gd name="connsiteX16" fmla="*/ 0 w 12374"/>
                    <a:gd name="connsiteY16" fmla="*/ 798 h 11026"/>
                    <a:gd name="connsiteX17" fmla="*/ 2234 w 12374"/>
                    <a:gd name="connsiteY17" fmla="*/ 176 h 11026"/>
                    <a:gd name="connsiteX18" fmla="*/ 2859 w 12374"/>
                    <a:gd name="connsiteY18" fmla="*/ 0 h 110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2374" h="11026">
                      <a:moveTo>
                        <a:pt x="2859" y="0"/>
                      </a:moveTo>
                      <a:lnTo>
                        <a:pt x="4295" y="502"/>
                      </a:lnTo>
                      <a:lnTo>
                        <a:pt x="4514" y="675"/>
                      </a:lnTo>
                      <a:lnTo>
                        <a:pt x="9712" y="4794"/>
                      </a:lnTo>
                      <a:lnTo>
                        <a:pt x="12375" y="4566"/>
                      </a:lnTo>
                      <a:lnTo>
                        <a:pt x="9851" y="6691"/>
                      </a:lnTo>
                      <a:lnTo>
                        <a:pt x="9955" y="6984"/>
                      </a:lnTo>
                      <a:lnTo>
                        <a:pt x="9932" y="10792"/>
                      </a:lnTo>
                      <a:lnTo>
                        <a:pt x="9805" y="11026"/>
                      </a:lnTo>
                      <a:lnTo>
                        <a:pt x="8624" y="9150"/>
                      </a:lnTo>
                      <a:lnTo>
                        <a:pt x="8520" y="8924"/>
                      </a:lnTo>
                      <a:lnTo>
                        <a:pt x="6286" y="10169"/>
                      </a:lnTo>
                      <a:lnTo>
                        <a:pt x="5568" y="10532"/>
                      </a:lnTo>
                      <a:lnTo>
                        <a:pt x="4920" y="6720"/>
                      </a:lnTo>
                      <a:lnTo>
                        <a:pt x="4514" y="6460"/>
                      </a:lnTo>
                      <a:lnTo>
                        <a:pt x="197" y="3678"/>
                      </a:lnTo>
                      <a:lnTo>
                        <a:pt x="0" y="798"/>
                      </a:lnTo>
                      <a:lnTo>
                        <a:pt x="2234" y="176"/>
                      </a:lnTo>
                      <a:lnTo>
                        <a:pt x="2859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3" name="Freeform: Shape 362">
                  <a:extLst>
                    <a:ext uri="{FF2B5EF4-FFF2-40B4-BE49-F238E27FC236}">
                      <a16:creationId xmlns:a16="http://schemas.microsoft.com/office/drawing/2014/main" id="{CE8A4819-8010-AC1B-8701-A324A74A68DB}"/>
                    </a:ext>
                  </a:extLst>
                </p:cNvPr>
                <p:cNvSpPr/>
                <p:nvPr/>
              </p:nvSpPr>
              <p:spPr>
                <a:xfrm>
                  <a:off x="9652948" y="1613578"/>
                  <a:ext cx="9318" cy="12409"/>
                </a:xfrm>
                <a:custGeom>
                  <a:avLst/>
                  <a:gdLst>
                    <a:gd name="connsiteX0" fmla="*/ 4213 w 9318"/>
                    <a:gd name="connsiteY0" fmla="*/ 11611 h 12409"/>
                    <a:gd name="connsiteX1" fmla="*/ 3345 w 9318"/>
                    <a:gd name="connsiteY1" fmla="*/ 12409 h 12409"/>
                    <a:gd name="connsiteX2" fmla="*/ 2454 w 9318"/>
                    <a:gd name="connsiteY2" fmla="*/ 11611 h 12409"/>
                    <a:gd name="connsiteX3" fmla="*/ 0 w 9318"/>
                    <a:gd name="connsiteY3" fmla="*/ 9411 h 12409"/>
                    <a:gd name="connsiteX4" fmla="*/ 579 w 9318"/>
                    <a:gd name="connsiteY4" fmla="*/ 5499 h 12409"/>
                    <a:gd name="connsiteX5" fmla="*/ 3253 w 9318"/>
                    <a:gd name="connsiteY5" fmla="*/ 5290 h 12409"/>
                    <a:gd name="connsiteX6" fmla="*/ 4202 w 9318"/>
                    <a:gd name="connsiteY6" fmla="*/ 5255 h 12409"/>
                    <a:gd name="connsiteX7" fmla="*/ 3403 w 9318"/>
                    <a:gd name="connsiteY7" fmla="*/ 1783 h 12409"/>
                    <a:gd name="connsiteX8" fmla="*/ 1725 w 9318"/>
                    <a:gd name="connsiteY8" fmla="*/ 1655 h 12409"/>
                    <a:gd name="connsiteX9" fmla="*/ 2304 w 9318"/>
                    <a:gd name="connsiteY9" fmla="*/ 1366 h 12409"/>
                    <a:gd name="connsiteX10" fmla="*/ 5858 w 9318"/>
                    <a:gd name="connsiteY10" fmla="*/ 0 h 12409"/>
                    <a:gd name="connsiteX11" fmla="*/ 8150 w 9318"/>
                    <a:gd name="connsiteY11" fmla="*/ 3160 h 12409"/>
                    <a:gd name="connsiteX12" fmla="*/ 9318 w 9318"/>
                    <a:gd name="connsiteY12" fmla="*/ 4885 h 12409"/>
                    <a:gd name="connsiteX13" fmla="*/ 7698 w 9318"/>
                    <a:gd name="connsiteY13" fmla="*/ 5047 h 12409"/>
                    <a:gd name="connsiteX14" fmla="*/ 6853 w 9318"/>
                    <a:gd name="connsiteY14" fmla="*/ 9191 h 12409"/>
                    <a:gd name="connsiteX15" fmla="*/ 4213 w 9318"/>
                    <a:gd name="connsiteY15" fmla="*/ 11611 h 12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9318" h="12409">
                      <a:moveTo>
                        <a:pt x="4213" y="11611"/>
                      </a:moveTo>
                      <a:lnTo>
                        <a:pt x="3345" y="12409"/>
                      </a:lnTo>
                      <a:lnTo>
                        <a:pt x="2454" y="11611"/>
                      </a:lnTo>
                      <a:lnTo>
                        <a:pt x="0" y="9411"/>
                      </a:lnTo>
                      <a:lnTo>
                        <a:pt x="579" y="5499"/>
                      </a:lnTo>
                      <a:lnTo>
                        <a:pt x="3253" y="5290"/>
                      </a:lnTo>
                      <a:lnTo>
                        <a:pt x="4202" y="5255"/>
                      </a:lnTo>
                      <a:lnTo>
                        <a:pt x="3403" y="1783"/>
                      </a:lnTo>
                      <a:lnTo>
                        <a:pt x="1725" y="1655"/>
                      </a:lnTo>
                      <a:lnTo>
                        <a:pt x="2304" y="1366"/>
                      </a:lnTo>
                      <a:lnTo>
                        <a:pt x="5858" y="0"/>
                      </a:lnTo>
                      <a:lnTo>
                        <a:pt x="8150" y="3160"/>
                      </a:lnTo>
                      <a:lnTo>
                        <a:pt x="9318" y="4885"/>
                      </a:lnTo>
                      <a:lnTo>
                        <a:pt x="7698" y="5047"/>
                      </a:lnTo>
                      <a:lnTo>
                        <a:pt x="6853" y="9191"/>
                      </a:lnTo>
                      <a:lnTo>
                        <a:pt x="4213" y="1161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4" name="Freeform: Shape 363">
                  <a:extLst>
                    <a:ext uri="{FF2B5EF4-FFF2-40B4-BE49-F238E27FC236}">
                      <a16:creationId xmlns:a16="http://schemas.microsoft.com/office/drawing/2014/main" id="{4B6DC797-1806-F005-5F83-CE6D55D2FB43}"/>
                    </a:ext>
                  </a:extLst>
                </p:cNvPr>
                <p:cNvSpPr/>
                <p:nvPr/>
              </p:nvSpPr>
              <p:spPr>
                <a:xfrm>
                  <a:off x="8462473" y="2811288"/>
                  <a:ext cx="12154" cy="10163"/>
                </a:xfrm>
                <a:custGeom>
                  <a:avLst/>
                  <a:gdLst>
                    <a:gd name="connsiteX0" fmla="*/ 0 w 12154"/>
                    <a:gd name="connsiteY0" fmla="*/ 5244 h 10163"/>
                    <a:gd name="connsiteX1" fmla="*/ 5915 w 12154"/>
                    <a:gd name="connsiteY1" fmla="*/ 0 h 10163"/>
                    <a:gd name="connsiteX2" fmla="*/ 6922 w 12154"/>
                    <a:gd name="connsiteY2" fmla="*/ 4271 h 10163"/>
                    <a:gd name="connsiteX3" fmla="*/ 7200 w 12154"/>
                    <a:gd name="connsiteY3" fmla="*/ 3750 h 10163"/>
                    <a:gd name="connsiteX4" fmla="*/ 9087 w 12154"/>
                    <a:gd name="connsiteY4" fmla="*/ 4607 h 10163"/>
                    <a:gd name="connsiteX5" fmla="*/ 9863 w 12154"/>
                    <a:gd name="connsiteY5" fmla="*/ 5452 h 10163"/>
                    <a:gd name="connsiteX6" fmla="*/ 12155 w 12154"/>
                    <a:gd name="connsiteY6" fmla="*/ 4260 h 10163"/>
                    <a:gd name="connsiteX7" fmla="*/ 11588 w 12154"/>
                    <a:gd name="connsiteY7" fmla="*/ 5707 h 10163"/>
                    <a:gd name="connsiteX8" fmla="*/ 11599 w 12154"/>
                    <a:gd name="connsiteY8" fmla="*/ 10164 h 10163"/>
                    <a:gd name="connsiteX9" fmla="*/ 9400 w 12154"/>
                    <a:gd name="connsiteY9" fmla="*/ 9978 h 10163"/>
                    <a:gd name="connsiteX10" fmla="*/ 8879 w 12154"/>
                    <a:gd name="connsiteY10" fmla="*/ 9828 h 10163"/>
                    <a:gd name="connsiteX11" fmla="*/ 8856 w 12154"/>
                    <a:gd name="connsiteY11" fmla="*/ 9932 h 10163"/>
                    <a:gd name="connsiteX12" fmla="*/ 6181 w 12154"/>
                    <a:gd name="connsiteY12" fmla="*/ 9712 h 10163"/>
                    <a:gd name="connsiteX13" fmla="*/ 6043 w 12154"/>
                    <a:gd name="connsiteY13" fmla="*/ 9550 h 10163"/>
                    <a:gd name="connsiteX14" fmla="*/ 4654 w 12154"/>
                    <a:gd name="connsiteY14" fmla="*/ 7327 h 10163"/>
                    <a:gd name="connsiteX15" fmla="*/ 2848 w 12154"/>
                    <a:gd name="connsiteY15" fmla="*/ 8578 h 10163"/>
                    <a:gd name="connsiteX16" fmla="*/ 2662 w 12154"/>
                    <a:gd name="connsiteY16" fmla="*/ 7026 h 10163"/>
                    <a:gd name="connsiteX17" fmla="*/ 2709 w 12154"/>
                    <a:gd name="connsiteY17" fmla="*/ 6019 h 10163"/>
                    <a:gd name="connsiteX18" fmla="*/ 0 w 12154"/>
                    <a:gd name="connsiteY18" fmla="*/ 5244 h 10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2154" h="10163">
                      <a:moveTo>
                        <a:pt x="0" y="5244"/>
                      </a:moveTo>
                      <a:lnTo>
                        <a:pt x="5915" y="0"/>
                      </a:lnTo>
                      <a:lnTo>
                        <a:pt x="6922" y="4271"/>
                      </a:lnTo>
                      <a:lnTo>
                        <a:pt x="7200" y="3750"/>
                      </a:lnTo>
                      <a:lnTo>
                        <a:pt x="9087" y="4607"/>
                      </a:lnTo>
                      <a:lnTo>
                        <a:pt x="9863" y="5452"/>
                      </a:lnTo>
                      <a:lnTo>
                        <a:pt x="12155" y="4260"/>
                      </a:lnTo>
                      <a:lnTo>
                        <a:pt x="11588" y="5707"/>
                      </a:lnTo>
                      <a:lnTo>
                        <a:pt x="11599" y="10164"/>
                      </a:lnTo>
                      <a:lnTo>
                        <a:pt x="9400" y="9978"/>
                      </a:lnTo>
                      <a:lnTo>
                        <a:pt x="8879" y="9828"/>
                      </a:lnTo>
                      <a:lnTo>
                        <a:pt x="8856" y="9932"/>
                      </a:lnTo>
                      <a:lnTo>
                        <a:pt x="6181" y="9712"/>
                      </a:lnTo>
                      <a:lnTo>
                        <a:pt x="6043" y="9550"/>
                      </a:lnTo>
                      <a:lnTo>
                        <a:pt x="4654" y="7327"/>
                      </a:lnTo>
                      <a:lnTo>
                        <a:pt x="2848" y="8578"/>
                      </a:lnTo>
                      <a:lnTo>
                        <a:pt x="2662" y="7026"/>
                      </a:lnTo>
                      <a:lnTo>
                        <a:pt x="2709" y="6019"/>
                      </a:lnTo>
                      <a:lnTo>
                        <a:pt x="0" y="524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5" name="Freeform: Shape 364">
                  <a:extLst>
                    <a:ext uri="{FF2B5EF4-FFF2-40B4-BE49-F238E27FC236}">
                      <a16:creationId xmlns:a16="http://schemas.microsoft.com/office/drawing/2014/main" id="{2653827E-8E1B-8F2E-5BA9-B6CA0408ED0A}"/>
                    </a:ext>
                  </a:extLst>
                </p:cNvPr>
                <p:cNvSpPr/>
                <p:nvPr/>
              </p:nvSpPr>
              <p:spPr>
                <a:xfrm>
                  <a:off x="7811422" y="3092905"/>
                  <a:ext cx="8080" cy="11784"/>
                </a:xfrm>
                <a:custGeom>
                  <a:avLst/>
                  <a:gdLst>
                    <a:gd name="connsiteX0" fmla="*/ 5429 w 8080"/>
                    <a:gd name="connsiteY0" fmla="*/ 6494 h 11784"/>
                    <a:gd name="connsiteX1" fmla="*/ 7108 w 8080"/>
                    <a:gd name="connsiteY1" fmla="*/ 10198 h 11784"/>
                    <a:gd name="connsiteX2" fmla="*/ 5938 w 8080"/>
                    <a:gd name="connsiteY2" fmla="*/ 11784 h 11784"/>
                    <a:gd name="connsiteX3" fmla="*/ 5336 w 8080"/>
                    <a:gd name="connsiteY3" fmla="*/ 11530 h 11784"/>
                    <a:gd name="connsiteX4" fmla="*/ 1007 w 8080"/>
                    <a:gd name="connsiteY4" fmla="*/ 8404 h 11784"/>
                    <a:gd name="connsiteX5" fmla="*/ 104 w 8080"/>
                    <a:gd name="connsiteY5" fmla="*/ 7096 h 11784"/>
                    <a:gd name="connsiteX6" fmla="*/ 1169 w 8080"/>
                    <a:gd name="connsiteY6" fmla="*/ 6124 h 11784"/>
                    <a:gd name="connsiteX7" fmla="*/ 0 w 8080"/>
                    <a:gd name="connsiteY7" fmla="*/ 1436 h 11784"/>
                    <a:gd name="connsiteX8" fmla="*/ 915 w 8080"/>
                    <a:gd name="connsiteY8" fmla="*/ 915 h 11784"/>
                    <a:gd name="connsiteX9" fmla="*/ 2894 w 8080"/>
                    <a:gd name="connsiteY9" fmla="*/ 0 h 11784"/>
                    <a:gd name="connsiteX10" fmla="*/ 8080 w 8080"/>
                    <a:gd name="connsiteY10" fmla="*/ 2825 h 11784"/>
                    <a:gd name="connsiteX11" fmla="*/ 5429 w 8080"/>
                    <a:gd name="connsiteY11" fmla="*/ 6494 h 11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080" h="11784">
                      <a:moveTo>
                        <a:pt x="5429" y="6494"/>
                      </a:moveTo>
                      <a:lnTo>
                        <a:pt x="7108" y="10198"/>
                      </a:lnTo>
                      <a:lnTo>
                        <a:pt x="5938" y="11784"/>
                      </a:lnTo>
                      <a:lnTo>
                        <a:pt x="5336" y="11530"/>
                      </a:lnTo>
                      <a:lnTo>
                        <a:pt x="1007" y="8404"/>
                      </a:lnTo>
                      <a:lnTo>
                        <a:pt x="104" y="7096"/>
                      </a:lnTo>
                      <a:lnTo>
                        <a:pt x="1169" y="6124"/>
                      </a:lnTo>
                      <a:lnTo>
                        <a:pt x="0" y="1436"/>
                      </a:lnTo>
                      <a:lnTo>
                        <a:pt x="915" y="915"/>
                      </a:lnTo>
                      <a:lnTo>
                        <a:pt x="2894" y="0"/>
                      </a:lnTo>
                      <a:lnTo>
                        <a:pt x="8080" y="2825"/>
                      </a:lnTo>
                      <a:lnTo>
                        <a:pt x="5429" y="64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6" name="Freeform: Shape 365">
                  <a:extLst>
                    <a:ext uri="{FF2B5EF4-FFF2-40B4-BE49-F238E27FC236}">
                      <a16:creationId xmlns:a16="http://schemas.microsoft.com/office/drawing/2014/main" id="{5DD0C71B-954C-D908-D721-44D58E4E46D4}"/>
                    </a:ext>
                  </a:extLst>
                </p:cNvPr>
                <p:cNvSpPr/>
                <p:nvPr/>
              </p:nvSpPr>
              <p:spPr>
                <a:xfrm>
                  <a:off x="9254471" y="2257880"/>
                  <a:ext cx="8647" cy="10904"/>
                </a:xfrm>
                <a:custGeom>
                  <a:avLst/>
                  <a:gdLst>
                    <a:gd name="connsiteX0" fmla="*/ 7443 w 8647"/>
                    <a:gd name="connsiteY0" fmla="*/ 10326 h 10904"/>
                    <a:gd name="connsiteX1" fmla="*/ 4538 w 8647"/>
                    <a:gd name="connsiteY1" fmla="*/ 10904 h 10904"/>
                    <a:gd name="connsiteX2" fmla="*/ 0 w 8647"/>
                    <a:gd name="connsiteY2" fmla="*/ 7872 h 10904"/>
                    <a:gd name="connsiteX3" fmla="*/ 0 w 8647"/>
                    <a:gd name="connsiteY3" fmla="*/ 2535 h 10904"/>
                    <a:gd name="connsiteX4" fmla="*/ 880 w 8647"/>
                    <a:gd name="connsiteY4" fmla="*/ 1528 h 10904"/>
                    <a:gd name="connsiteX5" fmla="*/ 2211 w 8647"/>
                    <a:gd name="connsiteY5" fmla="*/ 0 h 10904"/>
                    <a:gd name="connsiteX6" fmla="*/ 3438 w 8647"/>
                    <a:gd name="connsiteY6" fmla="*/ 1528 h 10904"/>
                    <a:gd name="connsiteX7" fmla="*/ 8647 w 8647"/>
                    <a:gd name="connsiteY7" fmla="*/ 7976 h 10904"/>
                    <a:gd name="connsiteX8" fmla="*/ 8184 w 8647"/>
                    <a:gd name="connsiteY8" fmla="*/ 9145 h 10904"/>
                    <a:gd name="connsiteX9" fmla="*/ 7443 w 8647"/>
                    <a:gd name="connsiteY9" fmla="*/ 10326 h 10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647" h="10904">
                      <a:moveTo>
                        <a:pt x="7443" y="10326"/>
                      </a:moveTo>
                      <a:lnTo>
                        <a:pt x="4538" y="10904"/>
                      </a:lnTo>
                      <a:lnTo>
                        <a:pt x="0" y="7872"/>
                      </a:lnTo>
                      <a:lnTo>
                        <a:pt x="0" y="2535"/>
                      </a:lnTo>
                      <a:lnTo>
                        <a:pt x="880" y="1528"/>
                      </a:lnTo>
                      <a:lnTo>
                        <a:pt x="2211" y="0"/>
                      </a:lnTo>
                      <a:lnTo>
                        <a:pt x="3438" y="1528"/>
                      </a:lnTo>
                      <a:lnTo>
                        <a:pt x="8647" y="7976"/>
                      </a:lnTo>
                      <a:lnTo>
                        <a:pt x="8184" y="9145"/>
                      </a:lnTo>
                      <a:lnTo>
                        <a:pt x="7443" y="1032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7" name="Freeform: Shape 366">
                  <a:extLst>
                    <a:ext uri="{FF2B5EF4-FFF2-40B4-BE49-F238E27FC236}">
                      <a16:creationId xmlns:a16="http://schemas.microsoft.com/office/drawing/2014/main" id="{248C4F97-9DA5-34C2-57D7-A8FABC337400}"/>
                    </a:ext>
                  </a:extLst>
                </p:cNvPr>
                <p:cNvSpPr/>
                <p:nvPr/>
              </p:nvSpPr>
              <p:spPr>
                <a:xfrm>
                  <a:off x="7676077" y="3589823"/>
                  <a:ext cx="12988" cy="8207"/>
                </a:xfrm>
                <a:custGeom>
                  <a:avLst/>
                  <a:gdLst>
                    <a:gd name="connsiteX0" fmla="*/ 1968 w 12988"/>
                    <a:gd name="connsiteY0" fmla="*/ 405 h 8207"/>
                    <a:gd name="connsiteX1" fmla="*/ 5047 w 12988"/>
                    <a:gd name="connsiteY1" fmla="*/ 1667 h 8207"/>
                    <a:gd name="connsiteX2" fmla="*/ 7351 w 12988"/>
                    <a:gd name="connsiteY2" fmla="*/ 0 h 8207"/>
                    <a:gd name="connsiteX3" fmla="*/ 12988 w 12988"/>
                    <a:gd name="connsiteY3" fmla="*/ 3253 h 8207"/>
                    <a:gd name="connsiteX4" fmla="*/ 10627 w 12988"/>
                    <a:gd name="connsiteY4" fmla="*/ 4654 h 8207"/>
                    <a:gd name="connsiteX5" fmla="*/ 9400 w 12988"/>
                    <a:gd name="connsiteY5" fmla="*/ 8207 h 8207"/>
                    <a:gd name="connsiteX6" fmla="*/ 6020 w 12988"/>
                    <a:gd name="connsiteY6" fmla="*/ 6726 h 8207"/>
                    <a:gd name="connsiteX7" fmla="*/ 4746 w 12988"/>
                    <a:gd name="connsiteY7" fmla="*/ 6170 h 8207"/>
                    <a:gd name="connsiteX8" fmla="*/ 3554 w 12988"/>
                    <a:gd name="connsiteY8" fmla="*/ 7142 h 8207"/>
                    <a:gd name="connsiteX9" fmla="*/ 475 w 12988"/>
                    <a:gd name="connsiteY9" fmla="*/ 6529 h 8207"/>
                    <a:gd name="connsiteX10" fmla="*/ 0 w 12988"/>
                    <a:gd name="connsiteY10" fmla="*/ 6320 h 8207"/>
                    <a:gd name="connsiteX11" fmla="*/ 3079 w 12988"/>
                    <a:gd name="connsiteY11" fmla="*/ 3091 h 8207"/>
                    <a:gd name="connsiteX12" fmla="*/ 1968 w 12988"/>
                    <a:gd name="connsiteY12" fmla="*/ 405 h 8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988" h="8207">
                      <a:moveTo>
                        <a:pt x="1968" y="405"/>
                      </a:moveTo>
                      <a:lnTo>
                        <a:pt x="5047" y="1667"/>
                      </a:lnTo>
                      <a:lnTo>
                        <a:pt x="7351" y="0"/>
                      </a:lnTo>
                      <a:lnTo>
                        <a:pt x="12988" y="3253"/>
                      </a:lnTo>
                      <a:lnTo>
                        <a:pt x="10627" y="4654"/>
                      </a:lnTo>
                      <a:lnTo>
                        <a:pt x="9400" y="8207"/>
                      </a:lnTo>
                      <a:lnTo>
                        <a:pt x="6020" y="6726"/>
                      </a:lnTo>
                      <a:lnTo>
                        <a:pt x="4746" y="6170"/>
                      </a:lnTo>
                      <a:lnTo>
                        <a:pt x="3554" y="7142"/>
                      </a:lnTo>
                      <a:lnTo>
                        <a:pt x="475" y="6529"/>
                      </a:lnTo>
                      <a:lnTo>
                        <a:pt x="0" y="6320"/>
                      </a:lnTo>
                      <a:lnTo>
                        <a:pt x="3079" y="3091"/>
                      </a:lnTo>
                      <a:lnTo>
                        <a:pt x="1968" y="40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8" name="Freeform: Shape 367">
                  <a:extLst>
                    <a:ext uri="{FF2B5EF4-FFF2-40B4-BE49-F238E27FC236}">
                      <a16:creationId xmlns:a16="http://schemas.microsoft.com/office/drawing/2014/main" id="{39527BDF-C335-C932-760D-63D7962B9670}"/>
                    </a:ext>
                  </a:extLst>
                </p:cNvPr>
                <p:cNvSpPr/>
                <p:nvPr/>
              </p:nvSpPr>
              <p:spPr>
                <a:xfrm>
                  <a:off x="7652787" y="3630049"/>
                  <a:ext cx="15662" cy="6864"/>
                </a:xfrm>
                <a:custGeom>
                  <a:avLst/>
                  <a:gdLst>
                    <a:gd name="connsiteX0" fmla="*/ 4862 w 15662"/>
                    <a:gd name="connsiteY0" fmla="*/ 35 h 6864"/>
                    <a:gd name="connsiteX1" fmla="*/ 5915 w 15662"/>
                    <a:gd name="connsiteY1" fmla="*/ 0 h 6864"/>
                    <a:gd name="connsiteX2" fmla="*/ 13891 w 15662"/>
                    <a:gd name="connsiteY2" fmla="*/ 1644 h 6864"/>
                    <a:gd name="connsiteX3" fmla="*/ 15245 w 15662"/>
                    <a:gd name="connsiteY3" fmla="*/ 3508 h 6864"/>
                    <a:gd name="connsiteX4" fmla="*/ 15662 w 15662"/>
                    <a:gd name="connsiteY4" fmla="*/ 4086 h 6864"/>
                    <a:gd name="connsiteX5" fmla="*/ 15639 w 15662"/>
                    <a:gd name="connsiteY5" fmla="*/ 4086 h 6864"/>
                    <a:gd name="connsiteX6" fmla="*/ 13115 w 15662"/>
                    <a:gd name="connsiteY6" fmla="*/ 3508 h 6864"/>
                    <a:gd name="connsiteX7" fmla="*/ 12953 w 15662"/>
                    <a:gd name="connsiteY7" fmla="*/ 3473 h 6864"/>
                    <a:gd name="connsiteX8" fmla="*/ 12930 w 15662"/>
                    <a:gd name="connsiteY8" fmla="*/ 3508 h 6864"/>
                    <a:gd name="connsiteX9" fmla="*/ 11367 w 15662"/>
                    <a:gd name="connsiteY9" fmla="*/ 5996 h 6864"/>
                    <a:gd name="connsiteX10" fmla="*/ 7316 w 15662"/>
                    <a:gd name="connsiteY10" fmla="*/ 6864 h 6864"/>
                    <a:gd name="connsiteX11" fmla="*/ 4086 w 15662"/>
                    <a:gd name="connsiteY11" fmla="*/ 3508 h 6864"/>
                    <a:gd name="connsiteX12" fmla="*/ 3507 w 15662"/>
                    <a:gd name="connsiteY12" fmla="*/ 2906 h 6864"/>
                    <a:gd name="connsiteX13" fmla="*/ 0 w 15662"/>
                    <a:gd name="connsiteY13" fmla="*/ 2014 h 6864"/>
                    <a:gd name="connsiteX14" fmla="*/ 58 w 15662"/>
                    <a:gd name="connsiteY14" fmla="*/ 1956 h 6864"/>
                    <a:gd name="connsiteX15" fmla="*/ 4862 w 15662"/>
                    <a:gd name="connsiteY15" fmla="*/ 35 h 6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5662" h="6864">
                      <a:moveTo>
                        <a:pt x="4862" y="35"/>
                      </a:moveTo>
                      <a:lnTo>
                        <a:pt x="5915" y="0"/>
                      </a:lnTo>
                      <a:lnTo>
                        <a:pt x="13891" y="1644"/>
                      </a:lnTo>
                      <a:lnTo>
                        <a:pt x="15245" y="3508"/>
                      </a:lnTo>
                      <a:lnTo>
                        <a:pt x="15662" y="4086"/>
                      </a:lnTo>
                      <a:lnTo>
                        <a:pt x="15639" y="4086"/>
                      </a:lnTo>
                      <a:lnTo>
                        <a:pt x="13115" y="3508"/>
                      </a:lnTo>
                      <a:lnTo>
                        <a:pt x="12953" y="3473"/>
                      </a:lnTo>
                      <a:lnTo>
                        <a:pt x="12930" y="3508"/>
                      </a:lnTo>
                      <a:lnTo>
                        <a:pt x="11367" y="5996"/>
                      </a:lnTo>
                      <a:lnTo>
                        <a:pt x="7316" y="6864"/>
                      </a:lnTo>
                      <a:lnTo>
                        <a:pt x="4086" y="3508"/>
                      </a:lnTo>
                      <a:lnTo>
                        <a:pt x="3507" y="2906"/>
                      </a:lnTo>
                      <a:lnTo>
                        <a:pt x="0" y="2014"/>
                      </a:lnTo>
                      <a:lnTo>
                        <a:pt x="58" y="1956"/>
                      </a:lnTo>
                      <a:lnTo>
                        <a:pt x="4862" y="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9" name="Freeform: Shape 368">
                  <a:extLst>
                    <a:ext uri="{FF2B5EF4-FFF2-40B4-BE49-F238E27FC236}">
                      <a16:creationId xmlns:a16="http://schemas.microsoft.com/office/drawing/2014/main" id="{E25AC63F-4448-146F-77B2-E46CA276EB4A}"/>
                    </a:ext>
                  </a:extLst>
                </p:cNvPr>
                <p:cNvSpPr/>
                <p:nvPr/>
              </p:nvSpPr>
              <p:spPr>
                <a:xfrm>
                  <a:off x="8217724" y="3739881"/>
                  <a:ext cx="8091" cy="11054"/>
                </a:xfrm>
                <a:custGeom>
                  <a:avLst/>
                  <a:gdLst>
                    <a:gd name="connsiteX0" fmla="*/ 4758 w 8091"/>
                    <a:gd name="connsiteY0" fmla="*/ 0 h 11054"/>
                    <a:gd name="connsiteX1" fmla="*/ 8080 w 8091"/>
                    <a:gd name="connsiteY1" fmla="*/ 2906 h 11054"/>
                    <a:gd name="connsiteX2" fmla="*/ 8092 w 8091"/>
                    <a:gd name="connsiteY2" fmla="*/ 5174 h 11054"/>
                    <a:gd name="connsiteX3" fmla="*/ 1725 w 8091"/>
                    <a:gd name="connsiteY3" fmla="*/ 11055 h 11054"/>
                    <a:gd name="connsiteX4" fmla="*/ 1621 w 8091"/>
                    <a:gd name="connsiteY4" fmla="*/ 10986 h 11054"/>
                    <a:gd name="connsiteX5" fmla="*/ 104 w 8091"/>
                    <a:gd name="connsiteY5" fmla="*/ 9608 h 11054"/>
                    <a:gd name="connsiteX6" fmla="*/ 0 w 8091"/>
                    <a:gd name="connsiteY6" fmla="*/ 4920 h 11054"/>
                    <a:gd name="connsiteX7" fmla="*/ 4758 w 8091"/>
                    <a:gd name="connsiteY7" fmla="*/ 0 h 11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91" h="11054">
                      <a:moveTo>
                        <a:pt x="4758" y="0"/>
                      </a:moveTo>
                      <a:lnTo>
                        <a:pt x="8080" y="2906"/>
                      </a:lnTo>
                      <a:lnTo>
                        <a:pt x="8092" y="5174"/>
                      </a:lnTo>
                      <a:lnTo>
                        <a:pt x="1725" y="11055"/>
                      </a:lnTo>
                      <a:lnTo>
                        <a:pt x="1621" y="10986"/>
                      </a:lnTo>
                      <a:lnTo>
                        <a:pt x="104" y="9608"/>
                      </a:lnTo>
                      <a:lnTo>
                        <a:pt x="0" y="4920"/>
                      </a:lnTo>
                      <a:lnTo>
                        <a:pt x="4758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70" name="Freeform: Shape 369">
                  <a:extLst>
                    <a:ext uri="{FF2B5EF4-FFF2-40B4-BE49-F238E27FC236}">
                      <a16:creationId xmlns:a16="http://schemas.microsoft.com/office/drawing/2014/main" id="{D2E64947-F04D-6AB7-99FC-95950823FFEA}"/>
                    </a:ext>
                  </a:extLst>
                </p:cNvPr>
                <p:cNvSpPr/>
                <p:nvPr/>
              </p:nvSpPr>
              <p:spPr>
                <a:xfrm>
                  <a:off x="8045278" y="3947495"/>
                  <a:ext cx="10533" cy="9607"/>
                </a:xfrm>
                <a:custGeom>
                  <a:avLst/>
                  <a:gdLst>
                    <a:gd name="connsiteX0" fmla="*/ 9863 w 10533"/>
                    <a:gd name="connsiteY0" fmla="*/ 3172 h 9607"/>
                    <a:gd name="connsiteX1" fmla="*/ 7443 w 10533"/>
                    <a:gd name="connsiteY1" fmla="*/ 9608 h 9607"/>
                    <a:gd name="connsiteX2" fmla="*/ 5336 w 10533"/>
                    <a:gd name="connsiteY2" fmla="*/ 8867 h 9607"/>
                    <a:gd name="connsiteX3" fmla="*/ 5360 w 10533"/>
                    <a:gd name="connsiteY3" fmla="*/ 8844 h 9607"/>
                    <a:gd name="connsiteX4" fmla="*/ 4387 w 10533"/>
                    <a:gd name="connsiteY4" fmla="*/ 7316 h 9607"/>
                    <a:gd name="connsiteX5" fmla="*/ 4619 w 10533"/>
                    <a:gd name="connsiteY5" fmla="*/ 5209 h 9607"/>
                    <a:gd name="connsiteX6" fmla="*/ 3716 w 10533"/>
                    <a:gd name="connsiteY6" fmla="*/ 6262 h 9607"/>
                    <a:gd name="connsiteX7" fmla="*/ 3612 w 10533"/>
                    <a:gd name="connsiteY7" fmla="*/ 6101 h 9607"/>
                    <a:gd name="connsiteX8" fmla="*/ 2292 w 10533"/>
                    <a:gd name="connsiteY8" fmla="*/ 7941 h 9607"/>
                    <a:gd name="connsiteX9" fmla="*/ 2037 w 10533"/>
                    <a:gd name="connsiteY9" fmla="*/ 8242 h 9607"/>
                    <a:gd name="connsiteX10" fmla="*/ 1134 w 10533"/>
                    <a:gd name="connsiteY10" fmla="*/ 6378 h 9607"/>
                    <a:gd name="connsiteX11" fmla="*/ 0 w 10533"/>
                    <a:gd name="connsiteY11" fmla="*/ 7073 h 9607"/>
                    <a:gd name="connsiteX12" fmla="*/ 23 w 10533"/>
                    <a:gd name="connsiteY12" fmla="*/ 7026 h 9607"/>
                    <a:gd name="connsiteX13" fmla="*/ 2419 w 10533"/>
                    <a:gd name="connsiteY13" fmla="*/ 4190 h 9607"/>
                    <a:gd name="connsiteX14" fmla="*/ 2917 w 10533"/>
                    <a:gd name="connsiteY14" fmla="*/ 3172 h 9607"/>
                    <a:gd name="connsiteX15" fmla="*/ 2940 w 10533"/>
                    <a:gd name="connsiteY15" fmla="*/ 3114 h 9607"/>
                    <a:gd name="connsiteX16" fmla="*/ 3449 w 10533"/>
                    <a:gd name="connsiteY16" fmla="*/ 3044 h 9607"/>
                    <a:gd name="connsiteX17" fmla="*/ 3369 w 10533"/>
                    <a:gd name="connsiteY17" fmla="*/ 2234 h 9607"/>
                    <a:gd name="connsiteX18" fmla="*/ 4410 w 10533"/>
                    <a:gd name="connsiteY18" fmla="*/ 58 h 9607"/>
                    <a:gd name="connsiteX19" fmla="*/ 5383 w 10533"/>
                    <a:gd name="connsiteY19" fmla="*/ 0 h 9607"/>
                    <a:gd name="connsiteX20" fmla="*/ 10534 w 10533"/>
                    <a:gd name="connsiteY20" fmla="*/ 1366 h 9607"/>
                    <a:gd name="connsiteX21" fmla="*/ 9863 w 10533"/>
                    <a:gd name="connsiteY21" fmla="*/ 3172 h 9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0533" h="9607">
                      <a:moveTo>
                        <a:pt x="9863" y="3172"/>
                      </a:moveTo>
                      <a:lnTo>
                        <a:pt x="7443" y="9608"/>
                      </a:lnTo>
                      <a:lnTo>
                        <a:pt x="5336" y="8867"/>
                      </a:lnTo>
                      <a:lnTo>
                        <a:pt x="5360" y="8844"/>
                      </a:lnTo>
                      <a:lnTo>
                        <a:pt x="4387" y="7316"/>
                      </a:lnTo>
                      <a:lnTo>
                        <a:pt x="4619" y="5209"/>
                      </a:lnTo>
                      <a:lnTo>
                        <a:pt x="3716" y="6262"/>
                      </a:lnTo>
                      <a:lnTo>
                        <a:pt x="3612" y="6101"/>
                      </a:lnTo>
                      <a:lnTo>
                        <a:pt x="2292" y="7941"/>
                      </a:lnTo>
                      <a:lnTo>
                        <a:pt x="2037" y="8242"/>
                      </a:lnTo>
                      <a:lnTo>
                        <a:pt x="1134" y="6378"/>
                      </a:lnTo>
                      <a:lnTo>
                        <a:pt x="0" y="7073"/>
                      </a:lnTo>
                      <a:lnTo>
                        <a:pt x="23" y="7026"/>
                      </a:lnTo>
                      <a:lnTo>
                        <a:pt x="2419" y="4190"/>
                      </a:lnTo>
                      <a:lnTo>
                        <a:pt x="2917" y="3172"/>
                      </a:lnTo>
                      <a:lnTo>
                        <a:pt x="2940" y="3114"/>
                      </a:lnTo>
                      <a:lnTo>
                        <a:pt x="3449" y="3044"/>
                      </a:lnTo>
                      <a:lnTo>
                        <a:pt x="3369" y="2234"/>
                      </a:lnTo>
                      <a:lnTo>
                        <a:pt x="4410" y="58"/>
                      </a:lnTo>
                      <a:lnTo>
                        <a:pt x="5383" y="0"/>
                      </a:lnTo>
                      <a:lnTo>
                        <a:pt x="10534" y="1366"/>
                      </a:lnTo>
                      <a:lnTo>
                        <a:pt x="9863" y="317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71" name="Freeform: Shape 370">
                  <a:extLst>
                    <a:ext uri="{FF2B5EF4-FFF2-40B4-BE49-F238E27FC236}">
                      <a16:creationId xmlns:a16="http://schemas.microsoft.com/office/drawing/2014/main" id="{434F7DE3-C23D-C380-7BD5-54D64FE8026E}"/>
                    </a:ext>
                  </a:extLst>
                </p:cNvPr>
                <p:cNvSpPr/>
                <p:nvPr/>
              </p:nvSpPr>
              <p:spPr>
                <a:xfrm>
                  <a:off x="8389441" y="3024562"/>
                  <a:ext cx="6088" cy="12212"/>
                </a:xfrm>
                <a:custGeom>
                  <a:avLst/>
                  <a:gdLst>
                    <a:gd name="connsiteX0" fmla="*/ 2975 w 6088"/>
                    <a:gd name="connsiteY0" fmla="*/ 0 h 12212"/>
                    <a:gd name="connsiteX1" fmla="*/ 4804 w 6088"/>
                    <a:gd name="connsiteY1" fmla="*/ 3542 h 12212"/>
                    <a:gd name="connsiteX2" fmla="*/ 6077 w 6088"/>
                    <a:gd name="connsiteY2" fmla="*/ 11831 h 12212"/>
                    <a:gd name="connsiteX3" fmla="*/ 6089 w 6088"/>
                    <a:gd name="connsiteY3" fmla="*/ 12212 h 12212"/>
                    <a:gd name="connsiteX4" fmla="*/ 3450 w 6088"/>
                    <a:gd name="connsiteY4" fmla="*/ 11958 h 12212"/>
                    <a:gd name="connsiteX5" fmla="*/ 104 w 6088"/>
                    <a:gd name="connsiteY5" fmla="*/ 8312 h 12212"/>
                    <a:gd name="connsiteX6" fmla="*/ 0 w 6088"/>
                    <a:gd name="connsiteY6" fmla="*/ 7594 h 12212"/>
                    <a:gd name="connsiteX7" fmla="*/ 313 w 6088"/>
                    <a:gd name="connsiteY7" fmla="*/ 312 h 12212"/>
                    <a:gd name="connsiteX8" fmla="*/ 2975 w 6088"/>
                    <a:gd name="connsiteY8" fmla="*/ 0 h 12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088" h="12212">
                      <a:moveTo>
                        <a:pt x="2975" y="0"/>
                      </a:moveTo>
                      <a:lnTo>
                        <a:pt x="4804" y="3542"/>
                      </a:lnTo>
                      <a:lnTo>
                        <a:pt x="6077" y="11831"/>
                      </a:lnTo>
                      <a:lnTo>
                        <a:pt x="6089" y="12212"/>
                      </a:lnTo>
                      <a:lnTo>
                        <a:pt x="3450" y="11958"/>
                      </a:lnTo>
                      <a:lnTo>
                        <a:pt x="104" y="8312"/>
                      </a:lnTo>
                      <a:lnTo>
                        <a:pt x="0" y="7594"/>
                      </a:lnTo>
                      <a:lnTo>
                        <a:pt x="313" y="312"/>
                      </a:lnTo>
                      <a:lnTo>
                        <a:pt x="297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72" name="Freeform: Shape 371">
                  <a:extLst>
                    <a:ext uri="{FF2B5EF4-FFF2-40B4-BE49-F238E27FC236}">
                      <a16:creationId xmlns:a16="http://schemas.microsoft.com/office/drawing/2014/main" id="{876B50BF-4C4A-5B4C-4075-838AD447EE00}"/>
                    </a:ext>
                  </a:extLst>
                </p:cNvPr>
                <p:cNvSpPr/>
                <p:nvPr/>
              </p:nvSpPr>
              <p:spPr>
                <a:xfrm>
                  <a:off x="7761114" y="3177490"/>
                  <a:ext cx="10939" cy="11807"/>
                </a:xfrm>
                <a:custGeom>
                  <a:avLst/>
                  <a:gdLst>
                    <a:gd name="connsiteX0" fmla="*/ 1146 w 10939"/>
                    <a:gd name="connsiteY0" fmla="*/ 81 h 11807"/>
                    <a:gd name="connsiteX1" fmla="*/ 1482 w 10939"/>
                    <a:gd name="connsiteY1" fmla="*/ 0 h 11807"/>
                    <a:gd name="connsiteX2" fmla="*/ 5059 w 10939"/>
                    <a:gd name="connsiteY2" fmla="*/ 6077 h 11807"/>
                    <a:gd name="connsiteX3" fmla="*/ 5336 w 10939"/>
                    <a:gd name="connsiteY3" fmla="*/ 6274 h 11807"/>
                    <a:gd name="connsiteX4" fmla="*/ 6158 w 10939"/>
                    <a:gd name="connsiteY4" fmla="*/ 4353 h 11807"/>
                    <a:gd name="connsiteX5" fmla="*/ 6645 w 10939"/>
                    <a:gd name="connsiteY5" fmla="*/ 5475 h 11807"/>
                    <a:gd name="connsiteX6" fmla="*/ 10893 w 10939"/>
                    <a:gd name="connsiteY6" fmla="*/ 5313 h 11807"/>
                    <a:gd name="connsiteX7" fmla="*/ 6795 w 10939"/>
                    <a:gd name="connsiteY7" fmla="*/ 6899 h 11807"/>
                    <a:gd name="connsiteX8" fmla="*/ 6054 w 10939"/>
                    <a:gd name="connsiteY8" fmla="*/ 6772 h 11807"/>
                    <a:gd name="connsiteX9" fmla="*/ 10939 w 10939"/>
                    <a:gd name="connsiteY9" fmla="*/ 10175 h 11807"/>
                    <a:gd name="connsiteX10" fmla="*/ 8416 w 10939"/>
                    <a:gd name="connsiteY10" fmla="*/ 11807 h 11807"/>
                    <a:gd name="connsiteX11" fmla="*/ 4885 w 10939"/>
                    <a:gd name="connsiteY11" fmla="*/ 11194 h 11807"/>
                    <a:gd name="connsiteX12" fmla="*/ 1493 w 10939"/>
                    <a:gd name="connsiteY12" fmla="*/ 7189 h 11807"/>
                    <a:gd name="connsiteX13" fmla="*/ 0 w 10939"/>
                    <a:gd name="connsiteY13" fmla="*/ 2408 h 11807"/>
                    <a:gd name="connsiteX14" fmla="*/ 1146 w 10939"/>
                    <a:gd name="connsiteY14" fmla="*/ 81 h 118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0939" h="11807">
                      <a:moveTo>
                        <a:pt x="1146" y="81"/>
                      </a:moveTo>
                      <a:lnTo>
                        <a:pt x="1482" y="0"/>
                      </a:lnTo>
                      <a:lnTo>
                        <a:pt x="5059" y="6077"/>
                      </a:lnTo>
                      <a:lnTo>
                        <a:pt x="5336" y="6274"/>
                      </a:lnTo>
                      <a:lnTo>
                        <a:pt x="6158" y="4353"/>
                      </a:lnTo>
                      <a:lnTo>
                        <a:pt x="6645" y="5475"/>
                      </a:lnTo>
                      <a:lnTo>
                        <a:pt x="10893" y="5313"/>
                      </a:lnTo>
                      <a:lnTo>
                        <a:pt x="6795" y="6899"/>
                      </a:lnTo>
                      <a:lnTo>
                        <a:pt x="6054" y="6772"/>
                      </a:lnTo>
                      <a:lnTo>
                        <a:pt x="10939" y="10175"/>
                      </a:lnTo>
                      <a:lnTo>
                        <a:pt x="8416" y="11807"/>
                      </a:lnTo>
                      <a:lnTo>
                        <a:pt x="4885" y="11194"/>
                      </a:lnTo>
                      <a:lnTo>
                        <a:pt x="1493" y="7189"/>
                      </a:lnTo>
                      <a:lnTo>
                        <a:pt x="0" y="2408"/>
                      </a:lnTo>
                      <a:lnTo>
                        <a:pt x="1146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73" name="Freeform: Shape 372">
                  <a:extLst>
                    <a:ext uri="{FF2B5EF4-FFF2-40B4-BE49-F238E27FC236}">
                      <a16:creationId xmlns:a16="http://schemas.microsoft.com/office/drawing/2014/main" id="{263C1B10-0B68-12FA-C82C-19AB06AA9816}"/>
                    </a:ext>
                  </a:extLst>
                </p:cNvPr>
                <p:cNvSpPr/>
                <p:nvPr/>
              </p:nvSpPr>
              <p:spPr>
                <a:xfrm>
                  <a:off x="7877486" y="3066107"/>
                  <a:ext cx="8346" cy="13381"/>
                </a:xfrm>
                <a:custGeom>
                  <a:avLst/>
                  <a:gdLst>
                    <a:gd name="connsiteX0" fmla="*/ 4897 w 8346"/>
                    <a:gd name="connsiteY0" fmla="*/ 243 h 13381"/>
                    <a:gd name="connsiteX1" fmla="*/ 5383 w 8346"/>
                    <a:gd name="connsiteY1" fmla="*/ 0 h 13381"/>
                    <a:gd name="connsiteX2" fmla="*/ 8346 w 8346"/>
                    <a:gd name="connsiteY2" fmla="*/ 8601 h 13381"/>
                    <a:gd name="connsiteX3" fmla="*/ 6367 w 8346"/>
                    <a:gd name="connsiteY3" fmla="*/ 13382 h 13381"/>
                    <a:gd name="connsiteX4" fmla="*/ 0 w 8346"/>
                    <a:gd name="connsiteY4" fmla="*/ 2755 h 13381"/>
                    <a:gd name="connsiteX5" fmla="*/ 4399 w 8346"/>
                    <a:gd name="connsiteY5" fmla="*/ 1690 h 13381"/>
                    <a:gd name="connsiteX6" fmla="*/ 4897 w 8346"/>
                    <a:gd name="connsiteY6" fmla="*/ 243 h 13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346" h="13381">
                      <a:moveTo>
                        <a:pt x="4897" y="243"/>
                      </a:moveTo>
                      <a:lnTo>
                        <a:pt x="5383" y="0"/>
                      </a:lnTo>
                      <a:lnTo>
                        <a:pt x="8346" y="8601"/>
                      </a:lnTo>
                      <a:lnTo>
                        <a:pt x="6367" y="13382"/>
                      </a:lnTo>
                      <a:lnTo>
                        <a:pt x="0" y="2755"/>
                      </a:lnTo>
                      <a:lnTo>
                        <a:pt x="4399" y="1690"/>
                      </a:lnTo>
                      <a:lnTo>
                        <a:pt x="4897" y="24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74" name="Freeform: Shape 373">
                  <a:extLst>
                    <a:ext uri="{FF2B5EF4-FFF2-40B4-BE49-F238E27FC236}">
                      <a16:creationId xmlns:a16="http://schemas.microsoft.com/office/drawing/2014/main" id="{044CA290-D6BF-14D9-5315-E46996C80D0D}"/>
                    </a:ext>
                  </a:extLst>
                </p:cNvPr>
                <p:cNvSpPr/>
                <p:nvPr/>
              </p:nvSpPr>
              <p:spPr>
                <a:xfrm>
                  <a:off x="8033101" y="3501268"/>
                  <a:ext cx="15048" cy="7200"/>
                </a:xfrm>
                <a:custGeom>
                  <a:avLst/>
                  <a:gdLst>
                    <a:gd name="connsiteX0" fmla="*/ 3623 w 15048"/>
                    <a:gd name="connsiteY0" fmla="*/ 2442 h 7200"/>
                    <a:gd name="connsiteX1" fmla="*/ 5325 w 15048"/>
                    <a:gd name="connsiteY1" fmla="*/ 0 h 7200"/>
                    <a:gd name="connsiteX2" fmla="*/ 7026 w 15048"/>
                    <a:gd name="connsiteY2" fmla="*/ 1262 h 7200"/>
                    <a:gd name="connsiteX3" fmla="*/ 11344 w 15048"/>
                    <a:gd name="connsiteY3" fmla="*/ 4654 h 7200"/>
                    <a:gd name="connsiteX4" fmla="*/ 13937 w 15048"/>
                    <a:gd name="connsiteY4" fmla="*/ 3809 h 7200"/>
                    <a:gd name="connsiteX5" fmla="*/ 15049 w 15048"/>
                    <a:gd name="connsiteY5" fmla="*/ 7200 h 7200"/>
                    <a:gd name="connsiteX6" fmla="*/ 9434 w 15048"/>
                    <a:gd name="connsiteY6" fmla="*/ 6783 h 7200"/>
                    <a:gd name="connsiteX7" fmla="*/ 9087 w 15048"/>
                    <a:gd name="connsiteY7" fmla="*/ 6320 h 7200"/>
                    <a:gd name="connsiteX8" fmla="*/ 8856 w 15048"/>
                    <a:gd name="connsiteY8" fmla="*/ 3994 h 7200"/>
                    <a:gd name="connsiteX9" fmla="*/ 7443 w 15048"/>
                    <a:gd name="connsiteY9" fmla="*/ 3889 h 7200"/>
                    <a:gd name="connsiteX10" fmla="*/ 6610 w 15048"/>
                    <a:gd name="connsiteY10" fmla="*/ 6262 h 7200"/>
                    <a:gd name="connsiteX11" fmla="*/ 2963 w 15048"/>
                    <a:gd name="connsiteY11" fmla="*/ 4283 h 7200"/>
                    <a:gd name="connsiteX12" fmla="*/ 370 w 15048"/>
                    <a:gd name="connsiteY12" fmla="*/ 6332 h 7200"/>
                    <a:gd name="connsiteX13" fmla="*/ 0 w 15048"/>
                    <a:gd name="connsiteY13" fmla="*/ 3276 h 7200"/>
                    <a:gd name="connsiteX14" fmla="*/ 949 w 15048"/>
                    <a:gd name="connsiteY14" fmla="*/ 1042 h 7200"/>
                    <a:gd name="connsiteX15" fmla="*/ 891 w 15048"/>
                    <a:gd name="connsiteY15" fmla="*/ 926 h 7200"/>
                    <a:gd name="connsiteX16" fmla="*/ 1864 w 15048"/>
                    <a:gd name="connsiteY16" fmla="*/ 313 h 7200"/>
                    <a:gd name="connsiteX17" fmla="*/ 3623 w 15048"/>
                    <a:gd name="connsiteY17" fmla="*/ 2442 h 7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5048" h="7200">
                      <a:moveTo>
                        <a:pt x="3623" y="2442"/>
                      </a:moveTo>
                      <a:lnTo>
                        <a:pt x="5325" y="0"/>
                      </a:lnTo>
                      <a:lnTo>
                        <a:pt x="7026" y="1262"/>
                      </a:lnTo>
                      <a:lnTo>
                        <a:pt x="11344" y="4654"/>
                      </a:lnTo>
                      <a:lnTo>
                        <a:pt x="13937" y="3809"/>
                      </a:lnTo>
                      <a:lnTo>
                        <a:pt x="15049" y="7200"/>
                      </a:lnTo>
                      <a:lnTo>
                        <a:pt x="9434" y="6783"/>
                      </a:lnTo>
                      <a:lnTo>
                        <a:pt x="9087" y="6320"/>
                      </a:lnTo>
                      <a:lnTo>
                        <a:pt x="8856" y="3994"/>
                      </a:lnTo>
                      <a:lnTo>
                        <a:pt x="7443" y="3889"/>
                      </a:lnTo>
                      <a:lnTo>
                        <a:pt x="6610" y="6262"/>
                      </a:lnTo>
                      <a:lnTo>
                        <a:pt x="2963" y="4283"/>
                      </a:lnTo>
                      <a:lnTo>
                        <a:pt x="370" y="6332"/>
                      </a:lnTo>
                      <a:lnTo>
                        <a:pt x="0" y="3276"/>
                      </a:lnTo>
                      <a:lnTo>
                        <a:pt x="949" y="1042"/>
                      </a:lnTo>
                      <a:lnTo>
                        <a:pt x="891" y="926"/>
                      </a:lnTo>
                      <a:lnTo>
                        <a:pt x="1864" y="313"/>
                      </a:lnTo>
                      <a:lnTo>
                        <a:pt x="3623" y="244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75" name="Freeform: Shape 374">
                  <a:extLst>
                    <a:ext uri="{FF2B5EF4-FFF2-40B4-BE49-F238E27FC236}">
                      <a16:creationId xmlns:a16="http://schemas.microsoft.com/office/drawing/2014/main" id="{6F3B8EF2-D09F-CE80-2ADC-6CEF6ED4BFCB}"/>
                    </a:ext>
                  </a:extLst>
                </p:cNvPr>
                <p:cNvSpPr/>
                <p:nvPr/>
              </p:nvSpPr>
              <p:spPr>
                <a:xfrm>
                  <a:off x="8200025" y="3739465"/>
                  <a:ext cx="14550" cy="7211"/>
                </a:xfrm>
                <a:custGeom>
                  <a:avLst/>
                  <a:gdLst>
                    <a:gd name="connsiteX0" fmla="*/ 6691 w 14550"/>
                    <a:gd name="connsiteY0" fmla="*/ 2269 h 7211"/>
                    <a:gd name="connsiteX1" fmla="*/ 7212 w 14550"/>
                    <a:gd name="connsiteY1" fmla="*/ 799 h 7211"/>
                    <a:gd name="connsiteX2" fmla="*/ 7594 w 14550"/>
                    <a:gd name="connsiteY2" fmla="*/ 0 h 7211"/>
                    <a:gd name="connsiteX3" fmla="*/ 9388 w 14550"/>
                    <a:gd name="connsiteY3" fmla="*/ 4167 h 7211"/>
                    <a:gd name="connsiteX4" fmla="*/ 9990 w 14550"/>
                    <a:gd name="connsiteY4" fmla="*/ 4086 h 7211"/>
                    <a:gd name="connsiteX5" fmla="*/ 13127 w 14550"/>
                    <a:gd name="connsiteY5" fmla="*/ 5314 h 7211"/>
                    <a:gd name="connsiteX6" fmla="*/ 14551 w 14550"/>
                    <a:gd name="connsiteY6" fmla="*/ 6575 h 7211"/>
                    <a:gd name="connsiteX7" fmla="*/ 11831 w 14550"/>
                    <a:gd name="connsiteY7" fmla="*/ 7212 h 7211"/>
                    <a:gd name="connsiteX8" fmla="*/ 11159 w 14550"/>
                    <a:gd name="connsiteY8" fmla="*/ 7142 h 7211"/>
                    <a:gd name="connsiteX9" fmla="*/ 10592 w 14550"/>
                    <a:gd name="connsiteY9" fmla="*/ 5117 h 7211"/>
                    <a:gd name="connsiteX10" fmla="*/ 9272 w 14550"/>
                    <a:gd name="connsiteY10" fmla="*/ 5360 h 7211"/>
                    <a:gd name="connsiteX11" fmla="*/ 10592 w 14550"/>
                    <a:gd name="connsiteY11" fmla="*/ 6911 h 7211"/>
                    <a:gd name="connsiteX12" fmla="*/ 10754 w 14550"/>
                    <a:gd name="connsiteY12" fmla="*/ 7096 h 7211"/>
                    <a:gd name="connsiteX13" fmla="*/ 7640 w 14550"/>
                    <a:gd name="connsiteY13" fmla="*/ 6783 h 7211"/>
                    <a:gd name="connsiteX14" fmla="*/ 6749 w 14550"/>
                    <a:gd name="connsiteY14" fmla="*/ 4214 h 7211"/>
                    <a:gd name="connsiteX15" fmla="*/ 6251 w 14550"/>
                    <a:gd name="connsiteY15" fmla="*/ 6529 h 7211"/>
                    <a:gd name="connsiteX16" fmla="*/ 5290 w 14550"/>
                    <a:gd name="connsiteY16" fmla="*/ 6552 h 7211"/>
                    <a:gd name="connsiteX17" fmla="*/ 197 w 14550"/>
                    <a:gd name="connsiteY17" fmla="*/ 6031 h 7211"/>
                    <a:gd name="connsiteX18" fmla="*/ 0 w 14550"/>
                    <a:gd name="connsiteY18" fmla="*/ 5580 h 7211"/>
                    <a:gd name="connsiteX19" fmla="*/ 1181 w 14550"/>
                    <a:gd name="connsiteY19" fmla="*/ 3403 h 7211"/>
                    <a:gd name="connsiteX20" fmla="*/ 3519 w 14550"/>
                    <a:gd name="connsiteY20" fmla="*/ 301 h 7211"/>
                    <a:gd name="connsiteX21" fmla="*/ 3126 w 14550"/>
                    <a:gd name="connsiteY21" fmla="*/ 5776 h 7211"/>
                    <a:gd name="connsiteX22" fmla="*/ 3392 w 14550"/>
                    <a:gd name="connsiteY22" fmla="*/ 5209 h 7211"/>
                    <a:gd name="connsiteX23" fmla="*/ 4387 w 14550"/>
                    <a:gd name="connsiteY23" fmla="*/ 2813 h 7211"/>
                    <a:gd name="connsiteX24" fmla="*/ 4445 w 14550"/>
                    <a:gd name="connsiteY24" fmla="*/ 3855 h 7211"/>
                    <a:gd name="connsiteX25" fmla="*/ 4630 w 14550"/>
                    <a:gd name="connsiteY25" fmla="*/ 2234 h 7211"/>
                    <a:gd name="connsiteX26" fmla="*/ 5348 w 14550"/>
                    <a:gd name="connsiteY26" fmla="*/ 532 h 7211"/>
                    <a:gd name="connsiteX27" fmla="*/ 5475 w 14550"/>
                    <a:gd name="connsiteY27" fmla="*/ 672 h 7211"/>
                    <a:gd name="connsiteX28" fmla="*/ 6691 w 14550"/>
                    <a:gd name="connsiteY28" fmla="*/ 2269 h 7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4550" h="7211">
                      <a:moveTo>
                        <a:pt x="6691" y="2269"/>
                      </a:moveTo>
                      <a:lnTo>
                        <a:pt x="7212" y="799"/>
                      </a:lnTo>
                      <a:lnTo>
                        <a:pt x="7594" y="0"/>
                      </a:lnTo>
                      <a:lnTo>
                        <a:pt x="9388" y="4167"/>
                      </a:lnTo>
                      <a:lnTo>
                        <a:pt x="9990" y="4086"/>
                      </a:lnTo>
                      <a:lnTo>
                        <a:pt x="13127" y="5314"/>
                      </a:lnTo>
                      <a:lnTo>
                        <a:pt x="14551" y="6575"/>
                      </a:lnTo>
                      <a:lnTo>
                        <a:pt x="11831" y="7212"/>
                      </a:lnTo>
                      <a:lnTo>
                        <a:pt x="11159" y="7142"/>
                      </a:lnTo>
                      <a:lnTo>
                        <a:pt x="10592" y="5117"/>
                      </a:lnTo>
                      <a:lnTo>
                        <a:pt x="9272" y="5360"/>
                      </a:lnTo>
                      <a:lnTo>
                        <a:pt x="10592" y="6911"/>
                      </a:lnTo>
                      <a:lnTo>
                        <a:pt x="10754" y="7096"/>
                      </a:lnTo>
                      <a:lnTo>
                        <a:pt x="7640" y="6783"/>
                      </a:lnTo>
                      <a:lnTo>
                        <a:pt x="6749" y="4214"/>
                      </a:lnTo>
                      <a:lnTo>
                        <a:pt x="6251" y="6529"/>
                      </a:lnTo>
                      <a:lnTo>
                        <a:pt x="5290" y="6552"/>
                      </a:lnTo>
                      <a:lnTo>
                        <a:pt x="197" y="6031"/>
                      </a:lnTo>
                      <a:lnTo>
                        <a:pt x="0" y="5580"/>
                      </a:lnTo>
                      <a:lnTo>
                        <a:pt x="1181" y="3403"/>
                      </a:lnTo>
                      <a:lnTo>
                        <a:pt x="3519" y="301"/>
                      </a:lnTo>
                      <a:lnTo>
                        <a:pt x="3126" y="5776"/>
                      </a:lnTo>
                      <a:lnTo>
                        <a:pt x="3392" y="5209"/>
                      </a:lnTo>
                      <a:lnTo>
                        <a:pt x="4387" y="2813"/>
                      </a:lnTo>
                      <a:lnTo>
                        <a:pt x="4445" y="3855"/>
                      </a:lnTo>
                      <a:lnTo>
                        <a:pt x="4630" y="2234"/>
                      </a:lnTo>
                      <a:lnTo>
                        <a:pt x="5348" y="532"/>
                      </a:lnTo>
                      <a:lnTo>
                        <a:pt x="5475" y="672"/>
                      </a:lnTo>
                      <a:lnTo>
                        <a:pt x="6691" y="22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76" name="Freeform: Shape 375">
                  <a:extLst>
                    <a:ext uri="{FF2B5EF4-FFF2-40B4-BE49-F238E27FC236}">
                      <a16:creationId xmlns:a16="http://schemas.microsoft.com/office/drawing/2014/main" id="{F214AECD-C0A7-1470-1212-60432D01CC63}"/>
                    </a:ext>
                  </a:extLst>
                </p:cNvPr>
                <p:cNvSpPr/>
                <p:nvPr/>
              </p:nvSpPr>
              <p:spPr>
                <a:xfrm>
                  <a:off x="8466328" y="2998713"/>
                  <a:ext cx="9700" cy="7420"/>
                </a:xfrm>
                <a:custGeom>
                  <a:avLst/>
                  <a:gdLst>
                    <a:gd name="connsiteX0" fmla="*/ 6691 w 9700"/>
                    <a:gd name="connsiteY0" fmla="*/ 5846 h 7420"/>
                    <a:gd name="connsiteX1" fmla="*/ 7767 w 9700"/>
                    <a:gd name="connsiteY1" fmla="*/ 7212 h 7420"/>
                    <a:gd name="connsiteX2" fmla="*/ 6714 w 9700"/>
                    <a:gd name="connsiteY2" fmla="*/ 7420 h 7420"/>
                    <a:gd name="connsiteX3" fmla="*/ 4966 w 9700"/>
                    <a:gd name="connsiteY3" fmla="*/ 7362 h 7420"/>
                    <a:gd name="connsiteX4" fmla="*/ 2292 w 9700"/>
                    <a:gd name="connsiteY4" fmla="*/ 4897 h 7420"/>
                    <a:gd name="connsiteX5" fmla="*/ 1354 w 9700"/>
                    <a:gd name="connsiteY5" fmla="*/ 3901 h 7420"/>
                    <a:gd name="connsiteX6" fmla="*/ 0 w 9700"/>
                    <a:gd name="connsiteY6" fmla="*/ 706 h 7420"/>
                    <a:gd name="connsiteX7" fmla="*/ 3577 w 9700"/>
                    <a:gd name="connsiteY7" fmla="*/ 0 h 7420"/>
                    <a:gd name="connsiteX8" fmla="*/ 7212 w 9700"/>
                    <a:gd name="connsiteY8" fmla="*/ 625 h 7420"/>
                    <a:gd name="connsiteX9" fmla="*/ 9122 w 9700"/>
                    <a:gd name="connsiteY9" fmla="*/ 949 h 7420"/>
                    <a:gd name="connsiteX10" fmla="*/ 9701 w 9700"/>
                    <a:gd name="connsiteY10" fmla="*/ 2281 h 7420"/>
                    <a:gd name="connsiteX11" fmla="*/ 6691 w 9700"/>
                    <a:gd name="connsiteY11" fmla="*/ 5846 h 7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9700" h="7420">
                      <a:moveTo>
                        <a:pt x="6691" y="5846"/>
                      </a:moveTo>
                      <a:lnTo>
                        <a:pt x="7767" y="7212"/>
                      </a:lnTo>
                      <a:lnTo>
                        <a:pt x="6714" y="7420"/>
                      </a:lnTo>
                      <a:lnTo>
                        <a:pt x="4966" y="7362"/>
                      </a:lnTo>
                      <a:lnTo>
                        <a:pt x="2292" y="4897"/>
                      </a:lnTo>
                      <a:lnTo>
                        <a:pt x="1354" y="3901"/>
                      </a:lnTo>
                      <a:lnTo>
                        <a:pt x="0" y="706"/>
                      </a:lnTo>
                      <a:lnTo>
                        <a:pt x="3577" y="0"/>
                      </a:lnTo>
                      <a:lnTo>
                        <a:pt x="7212" y="625"/>
                      </a:lnTo>
                      <a:lnTo>
                        <a:pt x="9122" y="949"/>
                      </a:lnTo>
                      <a:lnTo>
                        <a:pt x="9701" y="2281"/>
                      </a:lnTo>
                      <a:lnTo>
                        <a:pt x="6691" y="58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77" name="Freeform: Shape 376">
                  <a:extLst>
                    <a:ext uri="{FF2B5EF4-FFF2-40B4-BE49-F238E27FC236}">
                      <a16:creationId xmlns:a16="http://schemas.microsoft.com/office/drawing/2014/main" id="{CCBDB942-0693-3775-2A1D-96D3B941D619}"/>
                    </a:ext>
                  </a:extLst>
                </p:cNvPr>
                <p:cNvSpPr/>
                <p:nvPr/>
              </p:nvSpPr>
              <p:spPr>
                <a:xfrm>
                  <a:off x="8044040" y="3331126"/>
                  <a:ext cx="9353" cy="8959"/>
                </a:xfrm>
                <a:custGeom>
                  <a:avLst/>
                  <a:gdLst>
                    <a:gd name="connsiteX0" fmla="*/ 2269 w 9353"/>
                    <a:gd name="connsiteY0" fmla="*/ 3137 h 8959"/>
                    <a:gd name="connsiteX1" fmla="*/ 7177 w 9353"/>
                    <a:gd name="connsiteY1" fmla="*/ 0 h 8959"/>
                    <a:gd name="connsiteX2" fmla="*/ 9353 w 9353"/>
                    <a:gd name="connsiteY2" fmla="*/ 2292 h 8959"/>
                    <a:gd name="connsiteX3" fmla="*/ 6552 w 9353"/>
                    <a:gd name="connsiteY3" fmla="*/ 8647 h 8959"/>
                    <a:gd name="connsiteX4" fmla="*/ 4306 w 9353"/>
                    <a:gd name="connsiteY4" fmla="*/ 8960 h 8959"/>
                    <a:gd name="connsiteX5" fmla="*/ 4306 w 9353"/>
                    <a:gd name="connsiteY5" fmla="*/ 7050 h 8959"/>
                    <a:gd name="connsiteX6" fmla="*/ 0 w 9353"/>
                    <a:gd name="connsiteY6" fmla="*/ 7698 h 8959"/>
                    <a:gd name="connsiteX7" fmla="*/ 2269 w 9353"/>
                    <a:gd name="connsiteY7" fmla="*/ 3137 h 89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353" h="8959">
                      <a:moveTo>
                        <a:pt x="2269" y="3137"/>
                      </a:moveTo>
                      <a:lnTo>
                        <a:pt x="7177" y="0"/>
                      </a:lnTo>
                      <a:lnTo>
                        <a:pt x="9353" y="2292"/>
                      </a:lnTo>
                      <a:lnTo>
                        <a:pt x="6552" y="8647"/>
                      </a:lnTo>
                      <a:lnTo>
                        <a:pt x="4306" y="8960"/>
                      </a:lnTo>
                      <a:lnTo>
                        <a:pt x="4306" y="7050"/>
                      </a:lnTo>
                      <a:lnTo>
                        <a:pt x="0" y="7698"/>
                      </a:lnTo>
                      <a:lnTo>
                        <a:pt x="2269" y="31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78" name="Freeform: Shape 377">
                  <a:extLst>
                    <a:ext uri="{FF2B5EF4-FFF2-40B4-BE49-F238E27FC236}">
                      <a16:creationId xmlns:a16="http://schemas.microsoft.com/office/drawing/2014/main" id="{0BC9DB02-6E79-D961-F5FD-6388C9AA00D0}"/>
                    </a:ext>
                  </a:extLst>
                </p:cNvPr>
                <p:cNvSpPr/>
                <p:nvPr/>
              </p:nvSpPr>
              <p:spPr>
                <a:xfrm>
                  <a:off x="8272027" y="4558539"/>
                  <a:ext cx="11112" cy="6968"/>
                </a:xfrm>
                <a:custGeom>
                  <a:avLst/>
                  <a:gdLst>
                    <a:gd name="connsiteX0" fmla="*/ 3739 w 11112"/>
                    <a:gd name="connsiteY0" fmla="*/ 128 h 6968"/>
                    <a:gd name="connsiteX1" fmla="*/ 6135 w 11112"/>
                    <a:gd name="connsiteY1" fmla="*/ 1679 h 6968"/>
                    <a:gd name="connsiteX2" fmla="*/ 8647 w 11112"/>
                    <a:gd name="connsiteY2" fmla="*/ 0 h 6968"/>
                    <a:gd name="connsiteX3" fmla="*/ 11113 w 11112"/>
                    <a:gd name="connsiteY3" fmla="*/ 3172 h 6968"/>
                    <a:gd name="connsiteX4" fmla="*/ 9365 w 11112"/>
                    <a:gd name="connsiteY4" fmla="*/ 5163 h 6968"/>
                    <a:gd name="connsiteX5" fmla="*/ 5857 w 11112"/>
                    <a:gd name="connsiteY5" fmla="*/ 5117 h 6968"/>
                    <a:gd name="connsiteX6" fmla="*/ 4850 w 11112"/>
                    <a:gd name="connsiteY6" fmla="*/ 6969 h 6968"/>
                    <a:gd name="connsiteX7" fmla="*/ 0 w 11112"/>
                    <a:gd name="connsiteY7" fmla="*/ 4248 h 6968"/>
                    <a:gd name="connsiteX8" fmla="*/ 3739 w 11112"/>
                    <a:gd name="connsiteY8" fmla="*/ 128 h 6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112" h="6968">
                      <a:moveTo>
                        <a:pt x="3739" y="128"/>
                      </a:moveTo>
                      <a:lnTo>
                        <a:pt x="6135" y="1679"/>
                      </a:lnTo>
                      <a:lnTo>
                        <a:pt x="8647" y="0"/>
                      </a:lnTo>
                      <a:lnTo>
                        <a:pt x="11113" y="3172"/>
                      </a:lnTo>
                      <a:lnTo>
                        <a:pt x="9365" y="5163"/>
                      </a:lnTo>
                      <a:lnTo>
                        <a:pt x="5857" y="5117"/>
                      </a:lnTo>
                      <a:lnTo>
                        <a:pt x="4850" y="6969"/>
                      </a:lnTo>
                      <a:lnTo>
                        <a:pt x="0" y="4248"/>
                      </a:lnTo>
                      <a:lnTo>
                        <a:pt x="3739" y="12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79" name="Freeform: Shape 378">
                  <a:extLst>
                    <a:ext uri="{FF2B5EF4-FFF2-40B4-BE49-F238E27FC236}">
                      <a16:creationId xmlns:a16="http://schemas.microsoft.com/office/drawing/2014/main" id="{FB7639C4-D4E6-ED0F-FDCA-6BE92F5619C2}"/>
                    </a:ext>
                  </a:extLst>
                </p:cNvPr>
                <p:cNvSpPr/>
                <p:nvPr/>
              </p:nvSpPr>
              <p:spPr>
                <a:xfrm>
                  <a:off x="9717449" y="1809615"/>
                  <a:ext cx="9966" cy="10788"/>
                </a:xfrm>
                <a:custGeom>
                  <a:avLst/>
                  <a:gdLst>
                    <a:gd name="connsiteX0" fmla="*/ 0 w 9966"/>
                    <a:gd name="connsiteY0" fmla="*/ 3241 h 10788"/>
                    <a:gd name="connsiteX1" fmla="*/ 1308 w 9966"/>
                    <a:gd name="connsiteY1" fmla="*/ 0 h 10788"/>
                    <a:gd name="connsiteX2" fmla="*/ 4688 w 9966"/>
                    <a:gd name="connsiteY2" fmla="*/ 2223 h 10788"/>
                    <a:gd name="connsiteX3" fmla="*/ 3542 w 9966"/>
                    <a:gd name="connsiteY3" fmla="*/ 3253 h 10788"/>
                    <a:gd name="connsiteX4" fmla="*/ 6205 w 9966"/>
                    <a:gd name="connsiteY4" fmla="*/ 2825 h 10788"/>
                    <a:gd name="connsiteX5" fmla="*/ 7154 w 9966"/>
                    <a:gd name="connsiteY5" fmla="*/ 4306 h 10788"/>
                    <a:gd name="connsiteX6" fmla="*/ 7663 w 9966"/>
                    <a:gd name="connsiteY6" fmla="*/ 5418 h 10788"/>
                    <a:gd name="connsiteX7" fmla="*/ 7918 w 9966"/>
                    <a:gd name="connsiteY7" fmla="*/ 5499 h 10788"/>
                    <a:gd name="connsiteX8" fmla="*/ 9967 w 9966"/>
                    <a:gd name="connsiteY8" fmla="*/ 8705 h 10788"/>
                    <a:gd name="connsiteX9" fmla="*/ 7432 w 9966"/>
                    <a:gd name="connsiteY9" fmla="*/ 7177 h 10788"/>
                    <a:gd name="connsiteX10" fmla="*/ 6656 w 9966"/>
                    <a:gd name="connsiteY10" fmla="*/ 8138 h 10788"/>
                    <a:gd name="connsiteX11" fmla="*/ 8485 w 9966"/>
                    <a:gd name="connsiteY11" fmla="*/ 9342 h 10788"/>
                    <a:gd name="connsiteX12" fmla="*/ 6205 w 9966"/>
                    <a:gd name="connsiteY12" fmla="*/ 10789 h 10788"/>
                    <a:gd name="connsiteX13" fmla="*/ 5371 w 9966"/>
                    <a:gd name="connsiteY13" fmla="*/ 10360 h 10788"/>
                    <a:gd name="connsiteX14" fmla="*/ 3484 w 9966"/>
                    <a:gd name="connsiteY14" fmla="*/ 9307 h 10788"/>
                    <a:gd name="connsiteX15" fmla="*/ 3311 w 9966"/>
                    <a:gd name="connsiteY15" fmla="*/ 7744 h 10788"/>
                    <a:gd name="connsiteX16" fmla="*/ 2929 w 9966"/>
                    <a:gd name="connsiteY16" fmla="*/ 3716 h 10788"/>
                    <a:gd name="connsiteX17" fmla="*/ 0 w 9966"/>
                    <a:gd name="connsiteY17" fmla="*/ 3241 h 107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9966" h="10788">
                      <a:moveTo>
                        <a:pt x="0" y="3241"/>
                      </a:moveTo>
                      <a:lnTo>
                        <a:pt x="1308" y="0"/>
                      </a:lnTo>
                      <a:lnTo>
                        <a:pt x="4688" y="2223"/>
                      </a:lnTo>
                      <a:lnTo>
                        <a:pt x="3542" y="3253"/>
                      </a:lnTo>
                      <a:lnTo>
                        <a:pt x="6205" y="2825"/>
                      </a:lnTo>
                      <a:lnTo>
                        <a:pt x="7154" y="4306"/>
                      </a:lnTo>
                      <a:lnTo>
                        <a:pt x="7663" y="5418"/>
                      </a:lnTo>
                      <a:lnTo>
                        <a:pt x="7918" y="5499"/>
                      </a:lnTo>
                      <a:lnTo>
                        <a:pt x="9967" y="8705"/>
                      </a:lnTo>
                      <a:lnTo>
                        <a:pt x="7432" y="7177"/>
                      </a:lnTo>
                      <a:lnTo>
                        <a:pt x="6656" y="8138"/>
                      </a:lnTo>
                      <a:lnTo>
                        <a:pt x="8485" y="9342"/>
                      </a:lnTo>
                      <a:lnTo>
                        <a:pt x="6205" y="10789"/>
                      </a:lnTo>
                      <a:lnTo>
                        <a:pt x="5371" y="10360"/>
                      </a:lnTo>
                      <a:lnTo>
                        <a:pt x="3484" y="9307"/>
                      </a:lnTo>
                      <a:lnTo>
                        <a:pt x="3311" y="7744"/>
                      </a:lnTo>
                      <a:lnTo>
                        <a:pt x="2929" y="3716"/>
                      </a:lnTo>
                      <a:lnTo>
                        <a:pt x="0" y="324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80" name="Freeform: Shape 379">
                  <a:extLst>
                    <a:ext uri="{FF2B5EF4-FFF2-40B4-BE49-F238E27FC236}">
                      <a16:creationId xmlns:a16="http://schemas.microsoft.com/office/drawing/2014/main" id="{3420180B-3C2C-0597-26B9-D19B46DBE3A8}"/>
                    </a:ext>
                  </a:extLst>
                </p:cNvPr>
                <p:cNvSpPr/>
                <p:nvPr/>
              </p:nvSpPr>
              <p:spPr>
                <a:xfrm>
                  <a:off x="9829237" y="1558835"/>
                  <a:ext cx="12814" cy="12629"/>
                </a:xfrm>
                <a:custGeom>
                  <a:avLst/>
                  <a:gdLst>
                    <a:gd name="connsiteX0" fmla="*/ 5707 w 12814"/>
                    <a:gd name="connsiteY0" fmla="*/ 3670 h 12629"/>
                    <a:gd name="connsiteX1" fmla="*/ 7536 w 12814"/>
                    <a:gd name="connsiteY1" fmla="*/ 614 h 12629"/>
                    <a:gd name="connsiteX2" fmla="*/ 11252 w 12814"/>
                    <a:gd name="connsiteY2" fmla="*/ 0 h 12629"/>
                    <a:gd name="connsiteX3" fmla="*/ 10141 w 12814"/>
                    <a:gd name="connsiteY3" fmla="*/ 4491 h 12629"/>
                    <a:gd name="connsiteX4" fmla="*/ 10511 w 12814"/>
                    <a:gd name="connsiteY4" fmla="*/ 4434 h 12629"/>
                    <a:gd name="connsiteX5" fmla="*/ 11923 w 12814"/>
                    <a:gd name="connsiteY5" fmla="*/ 5036 h 12629"/>
                    <a:gd name="connsiteX6" fmla="*/ 12814 w 12814"/>
                    <a:gd name="connsiteY6" fmla="*/ 6992 h 12629"/>
                    <a:gd name="connsiteX7" fmla="*/ 11911 w 12814"/>
                    <a:gd name="connsiteY7" fmla="*/ 6807 h 12629"/>
                    <a:gd name="connsiteX8" fmla="*/ 6795 w 12814"/>
                    <a:gd name="connsiteY8" fmla="*/ 7594 h 12629"/>
                    <a:gd name="connsiteX9" fmla="*/ 6563 w 12814"/>
                    <a:gd name="connsiteY9" fmla="*/ 6436 h 12629"/>
                    <a:gd name="connsiteX10" fmla="*/ 6552 w 12814"/>
                    <a:gd name="connsiteY10" fmla="*/ 6448 h 12629"/>
                    <a:gd name="connsiteX11" fmla="*/ 6529 w 12814"/>
                    <a:gd name="connsiteY11" fmla="*/ 6297 h 12629"/>
                    <a:gd name="connsiteX12" fmla="*/ 0 w 12814"/>
                    <a:gd name="connsiteY12" fmla="*/ 12629 h 12629"/>
                    <a:gd name="connsiteX13" fmla="*/ 3855 w 12814"/>
                    <a:gd name="connsiteY13" fmla="*/ 5626 h 12629"/>
                    <a:gd name="connsiteX14" fmla="*/ 4075 w 12814"/>
                    <a:gd name="connsiteY14" fmla="*/ 5603 h 12629"/>
                    <a:gd name="connsiteX15" fmla="*/ 6668 w 12814"/>
                    <a:gd name="connsiteY15" fmla="*/ 5533 h 12629"/>
                    <a:gd name="connsiteX16" fmla="*/ 9700 w 12814"/>
                    <a:gd name="connsiteY16" fmla="*/ 2605 h 12629"/>
                    <a:gd name="connsiteX17" fmla="*/ 9411 w 12814"/>
                    <a:gd name="connsiteY17" fmla="*/ 2674 h 12629"/>
                    <a:gd name="connsiteX18" fmla="*/ 9573 w 12814"/>
                    <a:gd name="connsiteY18" fmla="*/ 2524 h 12629"/>
                    <a:gd name="connsiteX19" fmla="*/ 9018 w 12814"/>
                    <a:gd name="connsiteY19" fmla="*/ 2778 h 12629"/>
                    <a:gd name="connsiteX20" fmla="*/ 5707 w 12814"/>
                    <a:gd name="connsiteY20" fmla="*/ 3670 h 12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2814" h="12629">
                      <a:moveTo>
                        <a:pt x="5707" y="3670"/>
                      </a:moveTo>
                      <a:lnTo>
                        <a:pt x="7536" y="614"/>
                      </a:lnTo>
                      <a:lnTo>
                        <a:pt x="11252" y="0"/>
                      </a:lnTo>
                      <a:lnTo>
                        <a:pt x="10141" y="4491"/>
                      </a:lnTo>
                      <a:lnTo>
                        <a:pt x="10511" y="4434"/>
                      </a:lnTo>
                      <a:lnTo>
                        <a:pt x="11923" y="5036"/>
                      </a:lnTo>
                      <a:lnTo>
                        <a:pt x="12814" y="6992"/>
                      </a:lnTo>
                      <a:lnTo>
                        <a:pt x="11911" y="6807"/>
                      </a:lnTo>
                      <a:lnTo>
                        <a:pt x="6795" y="7594"/>
                      </a:lnTo>
                      <a:lnTo>
                        <a:pt x="6563" y="6436"/>
                      </a:lnTo>
                      <a:lnTo>
                        <a:pt x="6552" y="6448"/>
                      </a:lnTo>
                      <a:lnTo>
                        <a:pt x="6529" y="6297"/>
                      </a:lnTo>
                      <a:lnTo>
                        <a:pt x="0" y="12629"/>
                      </a:lnTo>
                      <a:lnTo>
                        <a:pt x="3855" y="5626"/>
                      </a:lnTo>
                      <a:lnTo>
                        <a:pt x="4075" y="5603"/>
                      </a:lnTo>
                      <a:lnTo>
                        <a:pt x="6668" y="5533"/>
                      </a:lnTo>
                      <a:lnTo>
                        <a:pt x="9700" y="2605"/>
                      </a:lnTo>
                      <a:lnTo>
                        <a:pt x="9411" y="2674"/>
                      </a:lnTo>
                      <a:lnTo>
                        <a:pt x="9573" y="2524"/>
                      </a:lnTo>
                      <a:lnTo>
                        <a:pt x="9018" y="2778"/>
                      </a:lnTo>
                      <a:lnTo>
                        <a:pt x="5707" y="36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81" name="Freeform: Shape 380">
                  <a:extLst>
                    <a:ext uri="{FF2B5EF4-FFF2-40B4-BE49-F238E27FC236}">
                      <a16:creationId xmlns:a16="http://schemas.microsoft.com/office/drawing/2014/main" id="{12D1D2C7-C36C-1652-790F-F574E4B8942D}"/>
                    </a:ext>
                  </a:extLst>
                </p:cNvPr>
                <p:cNvSpPr/>
                <p:nvPr/>
              </p:nvSpPr>
              <p:spPr>
                <a:xfrm>
                  <a:off x="8090019" y="2944352"/>
                  <a:ext cx="11645" cy="4850"/>
                </a:xfrm>
                <a:custGeom>
                  <a:avLst/>
                  <a:gdLst>
                    <a:gd name="connsiteX0" fmla="*/ 2234 w 11645"/>
                    <a:gd name="connsiteY0" fmla="*/ 197 h 4850"/>
                    <a:gd name="connsiteX1" fmla="*/ 2489 w 11645"/>
                    <a:gd name="connsiteY1" fmla="*/ 0 h 4850"/>
                    <a:gd name="connsiteX2" fmla="*/ 9481 w 11645"/>
                    <a:gd name="connsiteY2" fmla="*/ 255 h 4850"/>
                    <a:gd name="connsiteX3" fmla="*/ 11645 w 11645"/>
                    <a:gd name="connsiteY3" fmla="*/ 4850 h 4850"/>
                    <a:gd name="connsiteX4" fmla="*/ 8369 w 11645"/>
                    <a:gd name="connsiteY4" fmla="*/ 4688 h 4850"/>
                    <a:gd name="connsiteX5" fmla="*/ 5707 w 11645"/>
                    <a:gd name="connsiteY5" fmla="*/ 2466 h 4850"/>
                    <a:gd name="connsiteX6" fmla="*/ 5707 w 11645"/>
                    <a:gd name="connsiteY6" fmla="*/ 4561 h 4850"/>
                    <a:gd name="connsiteX7" fmla="*/ 2408 w 11645"/>
                    <a:gd name="connsiteY7" fmla="*/ 4399 h 4850"/>
                    <a:gd name="connsiteX8" fmla="*/ 1667 w 11645"/>
                    <a:gd name="connsiteY8" fmla="*/ 4272 h 4850"/>
                    <a:gd name="connsiteX9" fmla="*/ 0 w 11645"/>
                    <a:gd name="connsiteY9" fmla="*/ 2188 h 4850"/>
                    <a:gd name="connsiteX10" fmla="*/ 2234 w 11645"/>
                    <a:gd name="connsiteY10" fmla="*/ 197 h 4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645" h="4850">
                      <a:moveTo>
                        <a:pt x="2234" y="197"/>
                      </a:moveTo>
                      <a:lnTo>
                        <a:pt x="2489" y="0"/>
                      </a:lnTo>
                      <a:lnTo>
                        <a:pt x="9481" y="255"/>
                      </a:lnTo>
                      <a:lnTo>
                        <a:pt x="11645" y="4850"/>
                      </a:lnTo>
                      <a:lnTo>
                        <a:pt x="8369" y="4688"/>
                      </a:lnTo>
                      <a:lnTo>
                        <a:pt x="5707" y="2466"/>
                      </a:lnTo>
                      <a:lnTo>
                        <a:pt x="5707" y="4561"/>
                      </a:lnTo>
                      <a:lnTo>
                        <a:pt x="2408" y="4399"/>
                      </a:lnTo>
                      <a:lnTo>
                        <a:pt x="1667" y="4272"/>
                      </a:lnTo>
                      <a:lnTo>
                        <a:pt x="0" y="2188"/>
                      </a:lnTo>
                      <a:lnTo>
                        <a:pt x="2234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82" name="Freeform: Shape 381">
                  <a:extLst>
                    <a:ext uri="{FF2B5EF4-FFF2-40B4-BE49-F238E27FC236}">
                      <a16:creationId xmlns:a16="http://schemas.microsoft.com/office/drawing/2014/main" id="{B874F3ED-0E58-5131-E21E-43867FEF9E4E}"/>
                    </a:ext>
                  </a:extLst>
                </p:cNvPr>
                <p:cNvSpPr/>
                <p:nvPr/>
              </p:nvSpPr>
              <p:spPr>
                <a:xfrm>
                  <a:off x="7683196" y="3192099"/>
                  <a:ext cx="12293" cy="8971"/>
                </a:xfrm>
                <a:custGeom>
                  <a:avLst/>
                  <a:gdLst>
                    <a:gd name="connsiteX0" fmla="*/ 10071 w 12293"/>
                    <a:gd name="connsiteY0" fmla="*/ 2882 h 8971"/>
                    <a:gd name="connsiteX1" fmla="*/ 12294 w 12293"/>
                    <a:gd name="connsiteY1" fmla="*/ 6344 h 8971"/>
                    <a:gd name="connsiteX2" fmla="*/ 9770 w 12293"/>
                    <a:gd name="connsiteY2" fmla="*/ 5232 h 8971"/>
                    <a:gd name="connsiteX3" fmla="*/ 6043 w 12293"/>
                    <a:gd name="connsiteY3" fmla="*/ 7640 h 8971"/>
                    <a:gd name="connsiteX4" fmla="*/ 3056 w 12293"/>
                    <a:gd name="connsiteY4" fmla="*/ 7061 h 8971"/>
                    <a:gd name="connsiteX5" fmla="*/ 1875 w 12293"/>
                    <a:gd name="connsiteY5" fmla="*/ 8971 h 8971"/>
                    <a:gd name="connsiteX6" fmla="*/ 1632 w 12293"/>
                    <a:gd name="connsiteY6" fmla="*/ 8913 h 8971"/>
                    <a:gd name="connsiteX7" fmla="*/ 127 w 12293"/>
                    <a:gd name="connsiteY7" fmla="*/ 7906 h 8971"/>
                    <a:gd name="connsiteX8" fmla="*/ 0 w 12293"/>
                    <a:gd name="connsiteY8" fmla="*/ 5881 h 8971"/>
                    <a:gd name="connsiteX9" fmla="*/ 324 w 12293"/>
                    <a:gd name="connsiteY9" fmla="*/ 5059 h 8971"/>
                    <a:gd name="connsiteX10" fmla="*/ 2605 w 12293"/>
                    <a:gd name="connsiteY10" fmla="*/ 5093 h 8971"/>
                    <a:gd name="connsiteX11" fmla="*/ 3160 w 12293"/>
                    <a:gd name="connsiteY11" fmla="*/ 5603 h 8971"/>
                    <a:gd name="connsiteX12" fmla="*/ 4179 w 12293"/>
                    <a:gd name="connsiteY12" fmla="*/ 5128 h 8971"/>
                    <a:gd name="connsiteX13" fmla="*/ 5846 w 12293"/>
                    <a:gd name="connsiteY13" fmla="*/ 5151 h 8971"/>
                    <a:gd name="connsiteX14" fmla="*/ 6506 w 12293"/>
                    <a:gd name="connsiteY14" fmla="*/ 4028 h 8971"/>
                    <a:gd name="connsiteX15" fmla="*/ 6726 w 12293"/>
                    <a:gd name="connsiteY15" fmla="*/ 3924 h 8971"/>
                    <a:gd name="connsiteX16" fmla="*/ 6830 w 12293"/>
                    <a:gd name="connsiteY16" fmla="*/ 3461 h 8971"/>
                    <a:gd name="connsiteX17" fmla="*/ 8149 w 12293"/>
                    <a:gd name="connsiteY17" fmla="*/ 1192 h 8971"/>
                    <a:gd name="connsiteX18" fmla="*/ 11020 w 12293"/>
                    <a:gd name="connsiteY18" fmla="*/ 0 h 8971"/>
                    <a:gd name="connsiteX19" fmla="*/ 10071 w 12293"/>
                    <a:gd name="connsiteY19" fmla="*/ 2882 h 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2293" h="8971">
                      <a:moveTo>
                        <a:pt x="10071" y="2882"/>
                      </a:moveTo>
                      <a:lnTo>
                        <a:pt x="12294" y="6344"/>
                      </a:lnTo>
                      <a:lnTo>
                        <a:pt x="9770" y="5232"/>
                      </a:lnTo>
                      <a:lnTo>
                        <a:pt x="6043" y="7640"/>
                      </a:lnTo>
                      <a:lnTo>
                        <a:pt x="3056" y="7061"/>
                      </a:lnTo>
                      <a:lnTo>
                        <a:pt x="1875" y="8971"/>
                      </a:lnTo>
                      <a:lnTo>
                        <a:pt x="1632" y="8913"/>
                      </a:lnTo>
                      <a:lnTo>
                        <a:pt x="127" y="7906"/>
                      </a:lnTo>
                      <a:lnTo>
                        <a:pt x="0" y="5881"/>
                      </a:lnTo>
                      <a:lnTo>
                        <a:pt x="324" y="5059"/>
                      </a:lnTo>
                      <a:lnTo>
                        <a:pt x="2605" y="5093"/>
                      </a:lnTo>
                      <a:lnTo>
                        <a:pt x="3160" y="5603"/>
                      </a:lnTo>
                      <a:lnTo>
                        <a:pt x="4179" y="5128"/>
                      </a:lnTo>
                      <a:lnTo>
                        <a:pt x="5846" y="5151"/>
                      </a:lnTo>
                      <a:lnTo>
                        <a:pt x="6506" y="4028"/>
                      </a:lnTo>
                      <a:lnTo>
                        <a:pt x="6726" y="3924"/>
                      </a:lnTo>
                      <a:lnTo>
                        <a:pt x="6830" y="3461"/>
                      </a:lnTo>
                      <a:lnTo>
                        <a:pt x="8149" y="1192"/>
                      </a:lnTo>
                      <a:lnTo>
                        <a:pt x="11020" y="0"/>
                      </a:lnTo>
                      <a:lnTo>
                        <a:pt x="10071" y="28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83" name="Freeform: Shape 382">
                  <a:extLst>
                    <a:ext uri="{FF2B5EF4-FFF2-40B4-BE49-F238E27FC236}">
                      <a16:creationId xmlns:a16="http://schemas.microsoft.com/office/drawing/2014/main" id="{57034937-99D2-C433-15D0-3BFFFA54D747}"/>
                    </a:ext>
                  </a:extLst>
                </p:cNvPr>
                <p:cNvSpPr/>
                <p:nvPr/>
              </p:nvSpPr>
              <p:spPr>
                <a:xfrm>
                  <a:off x="7759435" y="3502900"/>
                  <a:ext cx="10429" cy="8045"/>
                </a:xfrm>
                <a:custGeom>
                  <a:avLst/>
                  <a:gdLst>
                    <a:gd name="connsiteX0" fmla="*/ 7814 w 10429"/>
                    <a:gd name="connsiteY0" fmla="*/ 5163 h 8045"/>
                    <a:gd name="connsiteX1" fmla="*/ 9342 w 10429"/>
                    <a:gd name="connsiteY1" fmla="*/ 5742 h 8045"/>
                    <a:gd name="connsiteX2" fmla="*/ 9226 w 10429"/>
                    <a:gd name="connsiteY2" fmla="*/ 4353 h 8045"/>
                    <a:gd name="connsiteX3" fmla="*/ 9851 w 10429"/>
                    <a:gd name="connsiteY3" fmla="*/ 3693 h 8045"/>
                    <a:gd name="connsiteX4" fmla="*/ 10430 w 10429"/>
                    <a:gd name="connsiteY4" fmla="*/ 3728 h 8045"/>
                    <a:gd name="connsiteX5" fmla="*/ 10141 w 10429"/>
                    <a:gd name="connsiteY5" fmla="*/ 8045 h 8045"/>
                    <a:gd name="connsiteX6" fmla="*/ 6540 w 10429"/>
                    <a:gd name="connsiteY6" fmla="*/ 5163 h 8045"/>
                    <a:gd name="connsiteX7" fmla="*/ 3889 w 10429"/>
                    <a:gd name="connsiteY7" fmla="*/ 5406 h 8045"/>
                    <a:gd name="connsiteX8" fmla="*/ 370 w 10429"/>
                    <a:gd name="connsiteY8" fmla="*/ 3901 h 8045"/>
                    <a:gd name="connsiteX9" fmla="*/ 0 w 10429"/>
                    <a:gd name="connsiteY9" fmla="*/ 3658 h 8045"/>
                    <a:gd name="connsiteX10" fmla="*/ 0 w 10429"/>
                    <a:gd name="connsiteY10" fmla="*/ 3577 h 8045"/>
                    <a:gd name="connsiteX11" fmla="*/ 834 w 10429"/>
                    <a:gd name="connsiteY11" fmla="*/ 1551 h 8045"/>
                    <a:gd name="connsiteX12" fmla="*/ 1250 w 10429"/>
                    <a:gd name="connsiteY12" fmla="*/ 1308 h 8045"/>
                    <a:gd name="connsiteX13" fmla="*/ 4329 w 10429"/>
                    <a:gd name="connsiteY13" fmla="*/ 0 h 8045"/>
                    <a:gd name="connsiteX14" fmla="*/ 7409 w 10429"/>
                    <a:gd name="connsiteY14" fmla="*/ 1736 h 8045"/>
                    <a:gd name="connsiteX15" fmla="*/ 8288 w 10429"/>
                    <a:gd name="connsiteY15" fmla="*/ 2281 h 8045"/>
                    <a:gd name="connsiteX16" fmla="*/ 7814 w 10429"/>
                    <a:gd name="connsiteY16" fmla="*/ 5163 h 8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0429" h="8045">
                      <a:moveTo>
                        <a:pt x="7814" y="5163"/>
                      </a:moveTo>
                      <a:lnTo>
                        <a:pt x="9342" y="5742"/>
                      </a:lnTo>
                      <a:lnTo>
                        <a:pt x="9226" y="4353"/>
                      </a:lnTo>
                      <a:lnTo>
                        <a:pt x="9851" y="3693"/>
                      </a:lnTo>
                      <a:lnTo>
                        <a:pt x="10430" y="3728"/>
                      </a:lnTo>
                      <a:lnTo>
                        <a:pt x="10141" y="8045"/>
                      </a:lnTo>
                      <a:lnTo>
                        <a:pt x="6540" y="5163"/>
                      </a:lnTo>
                      <a:lnTo>
                        <a:pt x="3889" y="5406"/>
                      </a:lnTo>
                      <a:lnTo>
                        <a:pt x="370" y="3901"/>
                      </a:lnTo>
                      <a:lnTo>
                        <a:pt x="0" y="3658"/>
                      </a:lnTo>
                      <a:lnTo>
                        <a:pt x="0" y="3577"/>
                      </a:lnTo>
                      <a:lnTo>
                        <a:pt x="834" y="1551"/>
                      </a:lnTo>
                      <a:lnTo>
                        <a:pt x="1250" y="1308"/>
                      </a:lnTo>
                      <a:lnTo>
                        <a:pt x="4329" y="0"/>
                      </a:lnTo>
                      <a:lnTo>
                        <a:pt x="7409" y="1736"/>
                      </a:lnTo>
                      <a:lnTo>
                        <a:pt x="8288" y="2281"/>
                      </a:lnTo>
                      <a:lnTo>
                        <a:pt x="7814" y="516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84" name="Freeform: Shape 383">
                  <a:extLst>
                    <a:ext uri="{FF2B5EF4-FFF2-40B4-BE49-F238E27FC236}">
                      <a16:creationId xmlns:a16="http://schemas.microsoft.com/office/drawing/2014/main" id="{C74AE31D-6C37-8EA9-5E8B-34EFFF3DC8F7}"/>
                    </a:ext>
                  </a:extLst>
                </p:cNvPr>
                <p:cNvSpPr/>
                <p:nvPr/>
              </p:nvSpPr>
              <p:spPr>
                <a:xfrm>
                  <a:off x="7876884" y="3080415"/>
                  <a:ext cx="10325" cy="10163"/>
                </a:xfrm>
                <a:custGeom>
                  <a:avLst/>
                  <a:gdLst>
                    <a:gd name="connsiteX0" fmla="*/ 5047 w 10325"/>
                    <a:gd name="connsiteY0" fmla="*/ 4596 h 10163"/>
                    <a:gd name="connsiteX1" fmla="*/ 10326 w 10325"/>
                    <a:gd name="connsiteY1" fmla="*/ 10164 h 10163"/>
                    <a:gd name="connsiteX2" fmla="*/ 5985 w 10325"/>
                    <a:gd name="connsiteY2" fmla="*/ 7767 h 10163"/>
                    <a:gd name="connsiteX3" fmla="*/ 4457 w 10325"/>
                    <a:gd name="connsiteY3" fmla="*/ 8786 h 10163"/>
                    <a:gd name="connsiteX4" fmla="*/ 845 w 10325"/>
                    <a:gd name="connsiteY4" fmla="*/ 5556 h 10163"/>
                    <a:gd name="connsiteX5" fmla="*/ 0 w 10325"/>
                    <a:gd name="connsiteY5" fmla="*/ 2130 h 10163"/>
                    <a:gd name="connsiteX6" fmla="*/ 3056 w 10325"/>
                    <a:gd name="connsiteY6" fmla="*/ 0 h 10163"/>
                    <a:gd name="connsiteX7" fmla="*/ 4989 w 10325"/>
                    <a:gd name="connsiteY7" fmla="*/ 2709 h 10163"/>
                    <a:gd name="connsiteX8" fmla="*/ 5070 w 10325"/>
                    <a:gd name="connsiteY8" fmla="*/ 3253 h 10163"/>
                    <a:gd name="connsiteX9" fmla="*/ 5522 w 10325"/>
                    <a:gd name="connsiteY9" fmla="*/ 3473 h 10163"/>
                    <a:gd name="connsiteX10" fmla="*/ 6251 w 10325"/>
                    <a:gd name="connsiteY10" fmla="*/ 4503 h 10163"/>
                    <a:gd name="connsiteX11" fmla="*/ 5047 w 10325"/>
                    <a:gd name="connsiteY11" fmla="*/ 4596 h 10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0325" h="10163">
                      <a:moveTo>
                        <a:pt x="5047" y="4596"/>
                      </a:moveTo>
                      <a:lnTo>
                        <a:pt x="10326" y="10164"/>
                      </a:lnTo>
                      <a:lnTo>
                        <a:pt x="5985" y="7767"/>
                      </a:lnTo>
                      <a:lnTo>
                        <a:pt x="4457" y="8786"/>
                      </a:lnTo>
                      <a:lnTo>
                        <a:pt x="845" y="5556"/>
                      </a:lnTo>
                      <a:lnTo>
                        <a:pt x="0" y="2130"/>
                      </a:lnTo>
                      <a:lnTo>
                        <a:pt x="3056" y="0"/>
                      </a:lnTo>
                      <a:lnTo>
                        <a:pt x="4989" y="2709"/>
                      </a:lnTo>
                      <a:lnTo>
                        <a:pt x="5070" y="3253"/>
                      </a:lnTo>
                      <a:lnTo>
                        <a:pt x="5522" y="3473"/>
                      </a:lnTo>
                      <a:lnTo>
                        <a:pt x="6251" y="4503"/>
                      </a:lnTo>
                      <a:lnTo>
                        <a:pt x="5047" y="459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85" name="Freeform: Shape 384">
                  <a:extLst>
                    <a:ext uri="{FF2B5EF4-FFF2-40B4-BE49-F238E27FC236}">
                      <a16:creationId xmlns:a16="http://schemas.microsoft.com/office/drawing/2014/main" id="{21D14144-DA5D-3A01-C08C-A8ABD9A623E3}"/>
                    </a:ext>
                  </a:extLst>
                </p:cNvPr>
                <p:cNvSpPr/>
                <p:nvPr/>
              </p:nvSpPr>
              <p:spPr>
                <a:xfrm>
                  <a:off x="9228935" y="2269467"/>
                  <a:ext cx="4653" cy="14388"/>
                </a:xfrm>
                <a:custGeom>
                  <a:avLst/>
                  <a:gdLst>
                    <a:gd name="connsiteX0" fmla="*/ 0 w 4653"/>
                    <a:gd name="connsiteY0" fmla="*/ 961 h 14388"/>
                    <a:gd name="connsiteX1" fmla="*/ 1204 w 4653"/>
                    <a:gd name="connsiteY1" fmla="*/ 0 h 14388"/>
                    <a:gd name="connsiteX2" fmla="*/ 4654 w 4653"/>
                    <a:gd name="connsiteY2" fmla="*/ 7767 h 14388"/>
                    <a:gd name="connsiteX3" fmla="*/ 2801 w 4653"/>
                    <a:gd name="connsiteY3" fmla="*/ 14389 h 14388"/>
                    <a:gd name="connsiteX4" fmla="*/ 197 w 4653"/>
                    <a:gd name="connsiteY4" fmla="*/ 8057 h 14388"/>
                    <a:gd name="connsiteX5" fmla="*/ 0 w 4653"/>
                    <a:gd name="connsiteY5" fmla="*/ 961 h 14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53" h="14388">
                      <a:moveTo>
                        <a:pt x="0" y="961"/>
                      </a:moveTo>
                      <a:lnTo>
                        <a:pt x="1204" y="0"/>
                      </a:lnTo>
                      <a:lnTo>
                        <a:pt x="4654" y="7767"/>
                      </a:lnTo>
                      <a:lnTo>
                        <a:pt x="2801" y="14389"/>
                      </a:lnTo>
                      <a:lnTo>
                        <a:pt x="197" y="8057"/>
                      </a:lnTo>
                      <a:lnTo>
                        <a:pt x="0" y="96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86" name="Freeform: Shape 385">
                  <a:extLst>
                    <a:ext uri="{FF2B5EF4-FFF2-40B4-BE49-F238E27FC236}">
                      <a16:creationId xmlns:a16="http://schemas.microsoft.com/office/drawing/2014/main" id="{E718D8CA-4CBB-5F3A-DB6B-09B80C60A3A1}"/>
                    </a:ext>
                  </a:extLst>
                </p:cNvPr>
                <p:cNvSpPr/>
                <p:nvPr/>
              </p:nvSpPr>
              <p:spPr>
                <a:xfrm>
                  <a:off x="8375179" y="3792158"/>
                  <a:ext cx="7443" cy="9851"/>
                </a:xfrm>
                <a:custGeom>
                  <a:avLst/>
                  <a:gdLst>
                    <a:gd name="connsiteX0" fmla="*/ 5360 w 7443"/>
                    <a:gd name="connsiteY0" fmla="*/ 5452 h 9851"/>
                    <a:gd name="connsiteX1" fmla="*/ 1621 w 7443"/>
                    <a:gd name="connsiteY1" fmla="*/ 9851 h 9851"/>
                    <a:gd name="connsiteX2" fmla="*/ 0 w 7443"/>
                    <a:gd name="connsiteY2" fmla="*/ 3739 h 9851"/>
                    <a:gd name="connsiteX3" fmla="*/ 127 w 7443"/>
                    <a:gd name="connsiteY3" fmla="*/ 3125 h 9851"/>
                    <a:gd name="connsiteX4" fmla="*/ 903 w 7443"/>
                    <a:gd name="connsiteY4" fmla="*/ 2558 h 9851"/>
                    <a:gd name="connsiteX5" fmla="*/ 6147 w 7443"/>
                    <a:gd name="connsiteY5" fmla="*/ 0 h 9851"/>
                    <a:gd name="connsiteX6" fmla="*/ 7443 w 7443"/>
                    <a:gd name="connsiteY6" fmla="*/ 104 h 9851"/>
                    <a:gd name="connsiteX7" fmla="*/ 5360 w 7443"/>
                    <a:gd name="connsiteY7" fmla="*/ 5452 h 98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443" h="9851">
                      <a:moveTo>
                        <a:pt x="5360" y="5452"/>
                      </a:moveTo>
                      <a:lnTo>
                        <a:pt x="1621" y="9851"/>
                      </a:lnTo>
                      <a:lnTo>
                        <a:pt x="0" y="3739"/>
                      </a:lnTo>
                      <a:lnTo>
                        <a:pt x="127" y="3125"/>
                      </a:lnTo>
                      <a:lnTo>
                        <a:pt x="903" y="2558"/>
                      </a:lnTo>
                      <a:lnTo>
                        <a:pt x="6147" y="0"/>
                      </a:lnTo>
                      <a:lnTo>
                        <a:pt x="7443" y="104"/>
                      </a:lnTo>
                      <a:lnTo>
                        <a:pt x="5360" y="545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87" name="Freeform: Shape 386">
                  <a:extLst>
                    <a:ext uri="{FF2B5EF4-FFF2-40B4-BE49-F238E27FC236}">
                      <a16:creationId xmlns:a16="http://schemas.microsoft.com/office/drawing/2014/main" id="{35FDAEE9-1652-F3F2-629F-A9C83C189597}"/>
                    </a:ext>
                  </a:extLst>
                </p:cNvPr>
                <p:cNvSpPr/>
                <p:nvPr/>
              </p:nvSpPr>
              <p:spPr>
                <a:xfrm>
                  <a:off x="8246699" y="3380369"/>
                  <a:ext cx="7026" cy="8079"/>
                </a:xfrm>
                <a:custGeom>
                  <a:avLst/>
                  <a:gdLst>
                    <a:gd name="connsiteX0" fmla="*/ 3843 w 7026"/>
                    <a:gd name="connsiteY0" fmla="*/ 7999 h 8079"/>
                    <a:gd name="connsiteX1" fmla="*/ 1436 w 7026"/>
                    <a:gd name="connsiteY1" fmla="*/ 8080 h 8079"/>
                    <a:gd name="connsiteX2" fmla="*/ 0 w 7026"/>
                    <a:gd name="connsiteY2" fmla="*/ 2558 h 8079"/>
                    <a:gd name="connsiteX3" fmla="*/ 4654 w 7026"/>
                    <a:gd name="connsiteY3" fmla="*/ 0 h 8079"/>
                    <a:gd name="connsiteX4" fmla="*/ 7026 w 7026"/>
                    <a:gd name="connsiteY4" fmla="*/ 4989 h 8079"/>
                    <a:gd name="connsiteX5" fmla="*/ 3843 w 7026"/>
                    <a:gd name="connsiteY5" fmla="*/ 7999 h 80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26" h="8079">
                      <a:moveTo>
                        <a:pt x="3843" y="7999"/>
                      </a:moveTo>
                      <a:lnTo>
                        <a:pt x="1436" y="8080"/>
                      </a:lnTo>
                      <a:lnTo>
                        <a:pt x="0" y="2558"/>
                      </a:lnTo>
                      <a:lnTo>
                        <a:pt x="4654" y="0"/>
                      </a:lnTo>
                      <a:lnTo>
                        <a:pt x="7026" y="4989"/>
                      </a:lnTo>
                      <a:lnTo>
                        <a:pt x="3843" y="799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88" name="Freeform: Shape 387">
                  <a:extLst>
                    <a:ext uri="{FF2B5EF4-FFF2-40B4-BE49-F238E27FC236}">
                      <a16:creationId xmlns:a16="http://schemas.microsoft.com/office/drawing/2014/main" id="{4D37CBC3-FDD8-4769-370E-0F0ED0EFE5C0}"/>
                    </a:ext>
                  </a:extLst>
                </p:cNvPr>
                <p:cNvSpPr/>
                <p:nvPr/>
              </p:nvSpPr>
              <p:spPr>
                <a:xfrm>
                  <a:off x="8242311" y="3989226"/>
                  <a:ext cx="9364" cy="7049"/>
                </a:xfrm>
                <a:custGeom>
                  <a:avLst/>
                  <a:gdLst>
                    <a:gd name="connsiteX0" fmla="*/ 8092 w 9364"/>
                    <a:gd name="connsiteY0" fmla="*/ 4712 h 7049"/>
                    <a:gd name="connsiteX1" fmla="*/ 0 w 9364"/>
                    <a:gd name="connsiteY1" fmla="*/ 7050 h 7049"/>
                    <a:gd name="connsiteX2" fmla="*/ 2107 w 9364"/>
                    <a:gd name="connsiteY2" fmla="*/ 1933 h 7049"/>
                    <a:gd name="connsiteX3" fmla="*/ 8161 w 9364"/>
                    <a:gd name="connsiteY3" fmla="*/ 0 h 7049"/>
                    <a:gd name="connsiteX4" fmla="*/ 9365 w 9364"/>
                    <a:gd name="connsiteY4" fmla="*/ 845 h 7049"/>
                    <a:gd name="connsiteX5" fmla="*/ 8092 w 9364"/>
                    <a:gd name="connsiteY5" fmla="*/ 4712 h 7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364" h="7049">
                      <a:moveTo>
                        <a:pt x="8092" y="4712"/>
                      </a:moveTo>
                      <a:lnTo>
                        <a:pt x="0" y="7050"/>
                      </a:lnTo>
                      <a:lnTo>
                        <a:pt x="2107" y="1933"/>
                      </a:lnTo>
                      <a:lnTo>
                        <a:pt x="8161" y="0"/>
                      </a:lnTo>
                      <a:lnTo>
                        <a:pt x="9365" y="845"/>
                      </a:lnTo>
                      <a:lnTo>
                        <a:pt x="8092" y="47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89" name="Freeform: Shape 388">
                  <a:extLst>
                    <a:ext uri="{FF2B5EF4-FFF2-40B4-BE49-F238E27FC236}">
                      <a16:creationId xmlns:a16="http://schemas.microsoft.com/office/drawing/2014/main" id="{AE2AACA7-6FB8-0730-F8F4-4B563F7FCA3F}"/>
                    </a:ext>
                  </a:extLst>
                </p:cNvPr>
                <p:cNvSpPr/>
                <p:nvPr/>
              </p:nvSpPr>
              <p:spPr>
                <a:xfrm>
                  <a:off x="8403066" y="2936191"/>
                  <a:ext cx="8519" cy="7049"/>
                </a:xfrm>
                <a:custGeom>
                  <a:avLst/>
                  <a:gdLst>
                    <a:gd name="connsiteX0" fmla="*/ 0 w 8519"/>
                    <a:gd name="connsiteY0" fmla="*/ 3924 h 7049"/>
                    <a:gd name="connsiteX1" fmla="*/ 2882 w 8519"/>
                    <a:gd name="connsiteY1" fmla="*/ 0 h 7049"/>
                    <a:gd name="connsiteX2" fmla="*/ 5267 w 8519"/>
                    <a:gd name="connsiteY2" fmla="*/ 1933 h 7049"/>
                    <a:gd name="connsiteX3" fmla="*/ 7686 w 8519"/>
                    <a:gd name="connsiteY3" fmla="*/ 1841 h 7049"/>
                    <a:gd name="connsiteX4" fmla="*/ 8520 w 8519"/>
                    <a:gd name="connsiteY4" fmla="*/ 1968 h 7049"/>
                    <a:gd name="connsiteX5" fmla="*/ 6795 w 8519"/>
                    <a:gd name="connsiteY5" fmla="*/ 5302 h 7049"/>
                    <a:gd name="connsiteX6" fmla="*/ 5672 w 8519"/>
                    <a:gd name="connsiteY6" fmla="*/ 7050 h 7049"/>
                    <a:gd name="connsiteX7" fmla="*/ 498 w 8519"/>
                    <a:gd name="connsiteY7" fmla="*/ 5880 h 7049"/>
                    <a:gd name="connsiteX8" fmla="*/ 1597 w 8519"/>
                    <a:gd name="connsiteY8" fmla="*/ 4978 h 7049"/>
                    <a:gd name="connsiteX9" fmla="*/ 0 w 8519"/>
                    <a:gd name="connsiteY9" fmla="*/ 3924 h 7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519" h="7049">
                      <a:moveTo>
                        <a:pt x="0" y="3924"/>
                      </a:moveTo>
                      <a:lnTo>
                        <a:pt x="2882" y="0"/>
                      </a:lnTo>
                      <a:lnTo>
                        <a:pt x="5267" y="1933"/>
                      </a:lnTo>
                      <a:lnTo>
                        <a:pt x="7686" y="1841"/>
                      </a:lnTo>
                      <a:lnTo>
                        <a:pt x="8520" y="1968"/>
                      </a:lnTo>
                      <a:lnTo>
                        <a:pt x="6795" y="5302"/>
                      </a:lnTo>
                      <a:lnTo>
                        <a:pt x="5672" y="7050"/>
                      </a:lnTo>
                      <a:lnTo>
                        <a:pt x="498" y="5880"/>
                      </a:lnTo>
                      <a:lnTo>
                        <a:pt x="1597" y="4978"/>
                      </a:lnTo>
                      <a:lnTo>
                        <a:pt x="0" y="39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0" name="Freeform: Shape 389">
                  <a:extLst>
                    <a:ext uri="{FF2B5EF4-FFF2-40B4-BE49-F238E27FC236}">
                      <a16:creationId xmlns:a16="http://schemas.microsoft.com/office/drawing/2014/main" id="{B7DB732C-BC08-7B4E-B32F-7AF4DB660399}"/>
                    </a:ext>
                  </a:extLst>
                </p:cNvPr>
                <p:cNvSpPr/>
                <p:nvPr/>
              </p:nvSpPr>
              <p:spPr>
                <a:xfrm>
                  <a:off x="8107638" y="3005114"/>
                  <a:ext cx="9804" cy="14527"/>
                </a:xfrm>
                <a:custGeom>
                  <a:avLst/>
                  <a:gdLst>
                    <a:gd name="connsiteX0" fmla="*/ 4468 w 9804"/>
                    <a:gd name="connsiteY0" fmla="*/ 197 h 14527"/>
                    <a:gd name="connsiteX1" fmla="*/ 6124 w 9804"/>
                    <a:gd name="connsiteY1" fmla="*/ 0 h 14527"/>
                    <a:gd name="connsiteX2" fmla="*/ 7258 w 9804"/>
                    <a:gd name="connsiteY2" fmla="*/ 440 h 14527"/>
                    <a:gd name="connsiteX3" fmla="*/ 8960 w 9804"/>
                    <a:gd name="connsiteY3" fmla="*/ 1424 h 14527"/>
                    <a:gd name="connsiteX4" fmla="*/ 8867 w 9804"/>
                    <a:gd name="connsiteY4" fmla="*/ 1505 h 14527"/>
                    <a:gd name="connsiteX5" fmla="*/ 7617 w 9804"/>
                    <a:gd name="connsiteY5" fmla="*/ 1528 h 14527"/>
                    <a:gd name="connsiteX6" fmla="*/ 7374 w 9804"/>
                    <a:gd name="connsiteY6" fmla="*/ 3102 h 14527"/>
                    <a:gd name="connsiteX7" fmla="*/ 7200 w 9804"/>
                    <a:gd name="connsiteY7" fmla="*/ 3288 h 14527"/>
                    <a:gd name="connsiteX8" fmla="*/ 7177 w 9804"/>
                    <a:gd name="connsiteY8" fmla="*/ 4399 h 14527"/>
                    <a:gd name="connsiteX9" fmla="*/ 6957 w 9804"/>
                    <a:gd name="connsiteY9" fmla="*/ 5776 h 14527"/>
                    <a:gd name="connsiteX10" fmla="*/ 7142 w 9804"/>
                    <a:gd name="connsiteY10" fmla="*/ 5881 h 14527"/>
                    <a:gd name="connsiteX11" fmla="*/ 9805 w 9804"/>
                    <a:gd name="connsiteY11" fmla="*/ 7281 h 14527"/>
                    <a:gd name="connsiteX12" fmla="*/ 8173 w 9804"/>
                    <a:gd name="connsiteY12" fmla="*/ 14528 h 14527"/>
                    <a:gd name="connsiteX13" fmla="*/ 6865 w 9804"/>
                    <a:gd name="connsiteY13" fmla="*/ 5707 h 14527"/>
                    <a:gd name="connsiteX14" fmla="*/ 0 w 9804"/>
                    <a:gd name="connsiteY14" fmla="*/ 706 h 14527"/>
                    <a:gd name="connsiteX15" fmla="*/ 3357 w 9804"/>
                    <a:gd name="connsiteY15" fmla="*/ 1158 h 14527"/>
                    <a:gd name="connsiteX16" fmla="*/ 4468 w 9804"/>
                    <a:gd name="connsiteY16" fmla="*/ 197 h 14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9804" h="14527">
                      <a:moveTo>
                        <a:pt x="4468" y="197"/>
                      </a:moveTo>
                      <a:lnTo>
                        <a:pt x="6124" y="0"/>
                      </a:lnTo>
                      <a:lnTo>
                        <a:pt x="7258" y="440"/>
                      </a:lnTo>
                      <a:lnTo>
                        <a:pt x="8960" y="1424"/>
                      </a:lnTo>
                      <a:lnTo>
                        <a:pt x="8867" y="1505"/>
                      </a:lnTo>
                      <a:lnTo>
                        <a:pt x="7617" y="1528"/>
                      </a:lnTo>
                      <a:lnTo>
                        <a:pt x="7374" y="3102"/>
                      </a:lnTo>
                      <a:lnTo>
                        <a:pt x="7200" y="3288"/>
                      </a:lnTo>
                      <a:lnTo>
                        <a:pt x="7177" y="4399"/>
                      </a:lnTo>
                      <a:lnTo>
                        <a:pt x="6957" y="5776"/>
                      </a:lnTo>
                      <a:lnTo>
                        <a:pt x="7142" y="5881"/>
                      </a:lnTo>
                      <a:lnTo>
                        <a:pt x="9805" y="7281"/>
                      </a:lnTo>
                      <a:lnTo>
                        <a:pt x="8173" y="14528"/>
                      </a:lnTo>
                      <a:lnTo>
                        <a:pt x="6865" y="5707"/>
                      </a:lnTo>
                      <a:lnTo>
                        <a:pt x="0" y="706"/>
                      </a:lnTo>
                      <a:lnTo>
                        <a:pt x="3357" y="1158"/>
                      </a:lnTo>
                      <a:lnTo>
                        <a:pt x="4468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1" name="Freeform: Shape 390">
                  <a:extLst>
                    <a:ext uri="{FF2B5EF4-FFF2-40B4-BE49-F238E27FC236}">
                      <a16:creationId xmlns:a16="http://schemas.microsoft.com/office/drawing/2014/main" id="{A8B6BDC0-C530-5EA0-0F44-4F2B11DEA811}"/>
                    </a:ext>
                  </a:extLst>
                </p:cNvPr>
                <p:cNvSpPr/>
                <p:nvPr/>
              </p:nvSpPr>
              <p:spPr>
                <a:xfrm>
                  <a:off x="7964942" y="2779222"/>
                  <a:ext cx="8473" cy="6077"/>
                </a:xfrm>
                <a:custGeom>
                  <a:avLst/>
                  <a:gdLst>
                    <a:gd name="connsiteX0" fmla="*/ 0 w 8473"/>
                    <a:gd name="connsiteY0" fmla="*/ 1100 h 6077"/>
                    <a:gd name="connsiteX1" fmla="*/ 1401 w 8473"/>
                    <a:gd name="connsiteY1" fmla="*/ 0 h 6077"/>
                    <a:gd name="connsiteX2" fmla="*/ 3253 w 8473"/>
                    <a:gd name="connsiteY2" fmla="*/ 729 h 6077"/>
                    <a:gd name="connsiteX3" fmla="*/ 6100 w 8473"/>
                    <a:gd name="connsiteY3" fmla="*/ 2732 h 6077"/>
                    <a:gd name="connsiteX4" fmla="*/ 7918 w 8473"/>
                    <a:gd name="connsiteY4" fmla="*/ 2535 h 6077"/>
                    <a:gd name="connsiteX5" fmla="*/ 7976 w 8473"/>
                    <a:gd name="connsiteY5" fmla="*/ 2558 h 6077"/>
                    <a:gd name="connsiteX6" fmla="*/ 8473 w 8473"/>
                    <a:gd name="connsiteY6" fmla="*/ 6077 h 6077"/>
                    <a:gd name="connsiteX7" fmla="*/ 2223 w 8473"/>
                    <a:gd name="connsiteY7" fmla="*/ 6077 h 6077"/>
                    <a:gd name="connsiteX8" fmla="*/ 1933 w 8473"/>
                    <a:gd name="connsiteY8" fmla="*/ 5429 h 6077"/>
                    <a:gd name="connsiteX9" fmla="*/ 1042 w 8473"/>
                    <a:gd name="connsiteY9" fmla="*/ 2813 h 6077"/>
                    <a:gd name="connsiteX10" fmla="*/ 776 w 8473"/>
                    <a:gd name="connsiteY10" fmla="*/ 2836 h 6077"/>
                    <a:gd name="connsiteX11" fmla="*/ 0 w 8473"/>
                    <a:gd name="connsiteY11" fmla="*/ 1100 h 60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473" h="6077">
                      <a:moveTo>
                        <a:pt x="0" y="1100"/>
                      </a:moveTo>
                      <a:lnTo>
                        <a:pt x="1401" y="0"/>
                      </a:lnTo>
                      <a:lnTo>
                        <a:pt x="3253" y="729"/>
                      </a:lnTo>
                      <a:lnTo>
                        <a:pt x="6100" y="2732"/>
                      </a:lnTo>
                      <a:lnTo>
                        <a:pt x="7918" y="2535"/>
                      </a:lnTo>
                      <a:lnTo>
                        <a:pt x="7976" y="2558"/>
                      </a:lnTo>
                      <a:lnTo>
                        <a:pt x="8473" y="6077"/>
                      </a:lnTo>
                      <a:lnTo>
                        <a:pt x="2223" y="6077"/>
                      </a:lnTo>
                      <a:lnTo>
                        <a:pt x="1933" y="5429"/>
                      </a:lnTo>
                      <a:lnTo>
                        <a:pt x="1042" y="2813"/>
                      </a:lnTo>
                      <a:lnTo>
                        <a:pt x="776" y="2836"/>
                      </a:lnTo>
                      <a:lnTo>
                        <a:pt x="0" y="110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2" name="Freeform: Shape 391">
                  <a:extLst>
                    <a:ext uri="{FF2B5EF4-FFF2-40B4-BE49-F238E27FC236}">
                      <a16:creationId xmlns:a16="http://schemas.microsoft.com/office/drawing/2014/main" id="{CAD28EB6-47EF-4F14-25F1-84DBBE472022}"/>
                    </a:ext>
                  </a:extLst>
                </p:cNvPr>
                <p:cNvSpPr/>
                <p:nvPr/>
              </p:nvSpPr>
              <p:spPr>
                <a:xfrm>
                  <a:off x="8276842" y="3113997"/>
                  <a:ext cx="10383" cy="6343"/>
                </a:xfrm>
                <a:custGeom>
                  <a:avLst/>
                  <a:gdLst>
                    <a:gd name="connsiteX0" fmla="*/ 0 w 10383"/>
                    <a:gd name="connsiteY0" fmla="*/ 3577 h 6343"/>
                    <a:gd name="connsiteX1" fmla="*/ 880 w 10383"/>
                    <a:gd name="connsiteY1" fmla="*/ 0 h 6343"/>
                    <a:gd name="connsiteX2" fmla="*/ 2848 w 10383"/>
                    <a:gd name="connsiteY2" fmla="*/ 2269 h 6343"/>
                    <a:gd name="connsiteX3" fmla="*/ 6193 w 10383"/>
                    <a:gd name="connsiteY3" fmla="*/ 1459 h 6343"/>
                    <a:gd name="connsiteX4" fmla="*/ 10384 w 10383"/>
                    <a:gd name="connsiteY4" fmla="*/ 648 h 6343"/>
                    <a:gd name="connsiteX5" fmla="*/ 6552 w 10383"/>
                    <a:gd name="connsiteY5" fmla="*/ 6344 h 6343"/>
                    <a:gd name="connsiteX6" fmla="*/ 0 w 10383"/>
                    <a:gd name="connsiteY6" fmla="*/ 3577 h 63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83" h="6343">
                      <a:moveTo>
                        <a:pt x="0" y="3577"/>
                      </a:moveTo>
                      <a:lnTo>
                        <a:pt x="880" y="0"/>
                      </a:lnTo>
                      <a:lnTo>
                        <a:pt x="2848" y="2269"/>
                      </a:lnTo>
                      <a:lnTo>
                        <a:pt x="6193" y="1459"/>
                      </a:lnTo>
                      <a:lnTo>
                        <a:pt x="10384" y="648"/>
                      </a:lnTo>
                      <a:lnTo>
                        <a:pt x="6552" y="6344"/>
                      </a:lnTo>
                      <a:lnTo>
                        <a:pt x="0" y="357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3" name="Freeform: Shape 392">
                  <a:extLst>
                    <a:ext uri="{FF2B5EF4-FFF2-40B4-BE49-F238E27FC236}">
                      <a16:creationId xmlns:a16="http://schemas.microsoft.com/office/drawing/2014/main" id="{A0754623-B063-E17F-1FBE-C2145B530930}"/>
                    </a:ext>
                  </a:extLst>
                </p:cNvPr>
                <p:cNvSpPr/>
                <p:nvPr/>
              </p:nvSpPr>
              <p:spPr>
                <a:xfrm>
                  <a:off x="9757941" y="1595867"/>
                  <a:ext cx="5035" cy="11599"/>
                </a:xfrm>
                <a:custGeom>
                  <a:avLst/>
                  <a:gdLst>
                    <a:gd name="connsiteX0" fmla="*/ 3797 w 5035"/>
                    <a:gd name="connsiteY0" fmla="*/ 9666 h 11599"/>
                    <a:gd name="connsiteX1" fmla="*/ 1181 w 5035"/>
                    <a:gd name="connsiteY1" fmla="*/ 11599 h 11599"/>
                    <a:gd name="connsiteX2" fmla="*/ 0 w 5035"/>
                    <a:gd name="connsiteY2" fmla="*/ 4306 h 11599"/>
                    <a:gd name="connsiteX3" fmla="*/ 2130 w 5035"/>
                    <a:gd name="connsiteY3" fmla="*/ 1250 h 11599"/>
                    <a:gd name="connsiteX4" fmla="*/ 2465 w 5035"/>
                    <a:gd name="connsiteY4" fmla="*/ 787 h 11599"/>
                    <a:gd name="connsiteX5" fmla="*/ 5035 w 5035"/>
                    <a:gd name="connsiteY5" fmla="*/ 0 h 11599"/>
                    <a:gd name="connsiteX6" fmla="*/ 3172 w 5035"/>
                    <a:gd name="connsiteY6" fmla="*/ 6737 h 11599"/>
                    <a:gd name="connsiteX7" fmla="*/ 3878 w 5035"/>
                    <a:gd name="connsiteY7" fmla="*/ 9550 h 11599"/>
                    <a:gd name="connsiteX8" fmla="*/ 3797 w 5035"/>
                    <a:gd name="connsiteY8" fmla="*/ 9666 h 115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035" h="11599">
                      <a:moveTo>
                        <a:pt x="3797" y="9666"/>
                      </a:moveTo>
                      <a:lnTo>
                        <a:pt x="1181" y="11599"/>
                      </a:lnTo>
                      <a:lnTo>
                        <a:pt x="0" y="4306"/>
                      </a:lnTo>
                      <a:lnTo>
                        <a:pt x="2130" y="1250"/>
                      </a:lnTo>
                      <a:lnTo>
                        <a:pt x="2465" y="787"/>
                      </a:lnTo>
                      <a:lnTo>
                        <a:pt x="5035" y="0"/>
                      </a:lnTo>
                      <a:lnTo>
                        <a:pt x="3172" y="6737"/>
                      </a:lnTo>
                      <a:lnTo>
                        <a:pt x="3878" y="9550"/>
                      </a:lnTo>
                      <a:lnTo>
                        <a:pt x="3797" y="966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4" name="Freeform: Shape 393">
                  <a:extLst>
                    <a:ext uri="{FF2B5EF4-FFF2-40B4-BE49-F238E27FC236}">
                      <a16:creationId xmlns:a16="http://schemas.microsoft.com/office/drawing/2014/main" id="{F30152B6-8101-F8F5-F4E5-964216AC8B50}"/>
                    </a:ext>
                  </a:extLst>
                </p:cNvPr>
                <p:cNvSpPr/>
                <p:nvPr/>
              </p:nvSpPr>
              <p:spPr>
                <a:xfrm>
                  <a:off x="8201854" y="3251472"/>
                  <a:ext cx="5139" cy="12339"/>
                </a:xfrm>
                <a:custGeom>
                  <a:avLst/>
                  <a:gdLst>
                    <a:gd name="connsiteX0" fmla="*/ 3010 w 5139"/>
                    <a:gd name="connsiteY0" fmla="*/ 0 h 12339"/>
                    <a:gd name="connsiteX1" fmla="*/ 5140 w 5139"/>
                    <a:gd name="connsiteY1" fmla="*/ 4931 h 12339"/>
                    <a:gd name="connsiteX2" fmla="*/ 5059 w 5139"/>
                    <a:gd name="connsiteY2" fmla="*/ 5313 h 12339"/>
                    <a:gd name="connsiteX3" fmla="*/ 2315 w 5139"/>
                    <a:gd name="connsiteY3" fmla="*/ 12340 h 12339"/>
                    <a:gd name="connsiteX4" fmla="*/ 0 w 5139"/>
                    <a:gd name="connsiteY4" fmla="*/ 3832 h 12339"/>
                    <a:gd name="connsiteX5" fmla="*/ 521 w 5139"/>
                    <a:gd name="connsiteY5" fmla="*/ 2257 h 12339"/>
                    <a:gd name="connsiteX6" fmla="*/ 3021 w 5139"/>
                    <a:gd name="connsiteY6" fmla="*/ 2338 h 12339"/>
                    <a:gd name="connsiteX7" fmla="*/ 3010 w 5139"/>
                    <a:gd name="connsiteY7" fmla="*/ 0 h 123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39" h="12339">
                      <a:moveTo>
                        <a:pt x="3010" y="0"/>
                      </a:moveTo>
                      <a:lnTo>
                        <a:pt x="5140" y="4931"/>
                      </a:lnTo>
                      <a:lnTo>
                        <a:pt x="5059" y="5313"/>
                      </a:lnTo>
                      <a:lnTo>
                        <a:pt x="2315" y="12340"/>
                      </a:lnTo>
                      <a:lnTo>
                        <a:pt x="0" y="3832"/>
                      </a:lnTo>
                      <a:lnTo>
                        <a:pt x="521" y="2257"/>
                      </a:lnTo>
                      <a:lnTo>
                        <a:pt x="3021" y="2338"/>
                      </a:lnTo>
                      <a:lnTo>
                        <a:pt x="301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5" name="Freeform: Shape 394">
                  <a:extLst>
                    <a:ext uri="{FF2B5EF4-FFF2-40B4-BE49-F238E27FC236}">
                      <a16:creationId xmlns:a16="http://schemas.microsoft.com/office/drawing/2014/main" id="{67CEB6B9-D3C9-5C2D-9636-B08424514F09}"/>
                    </a:ext>
                  </a:extLst>
                </p:cNvPr>
                <p:cNvSpPr/>
                <p:nvPr/>
              </p:nvSpPr>
              <p:spPr>
                <a:xfrm>
                  <a:off x="8756141" y="2650151"/>
                  <a:ext cx="8091" cy="7281"/>
                </a:xfrm>
                <a:custGeom>
                  <a:avLst/>
                  <a:gdLst>
                    <a:gd name="connsiteX0" fmla="*/ 4561 w 8091"/>
                    <a:gd name="connsiteY0" fmla="*/ 6772 h 7281"/>
                    <a:gd name="connsiteX1" fmla="*/ 3739 w 8091"/>
                    <a:gd name="connsiteY1" fmla="*/ 7281 h 7281"/>
                    <a:gd name="connsiteX2" fmla="*/ 197 w 8091"/>
                    <a:gd name="connsiteY2" fmla="*/ 5811 h 7281"/>
                    <a:gd name="connsiteX3" fmla="*/ 0 w 8091"/>
                    <a:gd name="connsiteY3" fmla="*/ 5325 h 7281"/>
                    <a:gd name="connsiteX4" fmla="*/ 544 w 8091"/>
                    <a:gd name="connsiteY4" fmla="*/ 4711 h 7281"/>
                    <a:gd name="connsiteX5" fmla="*/ 2442 w 8091"/>
                    <a:gd name="connsiteY5" fmla="*/ 3264 h 7281"/>
                    <a:gd name="connsiteX6" fmla="*/ 1100 w 8091"/>
                    <a:gd name="connsiteY6" fmla="*/ 2408 h 7281"/>
                    <a:gd name="connsiteX7" fmla="*/ 1574 w 8091"/>
                    <a:gd name="connsiteY7" fmla="*/ 1354 h 7281"/>
                    <a:gd name="connsiteX8" fmla="*/ 7582 w 8091"/>
                    <a:gd name="connsiteY8" fmla="*/ 0 h 7281"/>
                    <a:gd name="connsiteX9" fmla="*/ 8092 w 8091"/>
                    <a:gd name="connsiteY9" fmla="*/ 2535 h 7281"/>
                    <a:gd name="connsiteX10" fmla="*/ 5012 w 8091"/>
                    <a:gd name="connsiteY10" fmla="*/ 3994 h 7281"/>
                    <a:gd name="connsiteX11" fmla="*/ 4989 w 8091"/>
                    <a:gd name="connsiteY11" fmla="*/ 5059 h 7281"/>
                    <a:gd name="connsiteX12" fmla="*/ 4561 w 8091"/>
                    <a:gd name="connsiteY12" fmla="*/ 6772 h 7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091" h="7281">
                      <a:moveTo>
                        <a:pt x="4561" y="6772"/>
                      </a:moveTo>
                      <a:lnTo>
                        <a:pt x="3739" y="7281"/>
                      </a:lnTo>
                      <a:lnTo>
                        <a:pt x="197" y="5811"/>
                      </a:lnTo>
                      <a:lnTo>
                        <a:pt x="0" y="5325"/>
                      </a:lnTo>
                      <a:lnTo>
                        <a:pt x="544" y="4711"/>
                      </a:lnTo>
                      <a:lnTo>
                        <a:pt x="2442" y="3264"/>
                      </a:lnTo>
                      <a:lnTo>
                        <a:pt x="1100" y="2408"/>
                      </a:lnTo>
                      <a:lnTo>
                        <a:pt x="1574" y="1354"/>
                      </a:lnTo>
                      <a:lnTo>
                        <a:pt x="7582" y="0"/>
                      </a:lnTo>
                      <a:lnTo>
                        <a:pt x="8092" y="2535"/>
                      </a:lnTo>
                      <a:lnTo>
                        <a:pt x="5012" y="3994"/>
                      </a:lnTo>
                      <a:lnTo>
                        <a:pt x="4989" y="5059"/>
                      </a:lnTo>
                      <a:lnTo>
                        <a:pt x="4561" y="677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6" name="Freeform: Shape 395">
                  <a:extLst>
                    <a:ext uri="{FF2B5EF4-FFF2-40B4-BE49-F238E27FC236}">
                      <a16:creationId xmlns:a16="http://schemas.microsoft.com/office/drawing/2014/main" id="{68B697AD-CADD-80CE-498C-84B7AD72EDAF}"/>
                    </a:ext>
                  </a:extLst>
                </p:cNvPr>
                <p:cNvSpPr/>
                <p:nvPr/>
              </p:nvSpPr>
              <p:spPr>
                <a:xfrm>
                  <a:off x="7394124" y="2989012"/>
                  <a:ext cx="8218" cy="5648"/>
                </a:xfrm>
                <a:custGeom>
                  <a:avLst/>
                  <a:gdLst>
                    <a:gd name="connsiteX0" fmla="*/ 5649 w 8218"/>
                    <a:gd name="connsiteY0" fmla="*/ 5117 h 5648"/>
                    <a:gd name="connsiteX1" fmla="*/ 2500 w 8218"/>
                    <a:gd name="connsiteY1" fmla="*/ 5649 h 5648"/>
                    <a:gd name="connsiteX2" fmla="*/ 2686 w 8218"/>
                    <a:gd name="connsiteY2" fmla="*/ 3924 h 5648"/>
                    <a:gd name="connsiteX3" fmla="*/ 2582 w 8218"/>
                    <a:gd name="connsiteY3" fmla="*/ 3195 h 5648"/>
                    <a:gd name="connsiteX4" fmla="*/ 0 w 8218"/>
                    <a:gd name="connsiteY4" fmla="*/ 2570 h 5648"/>
                    <a:gd name="connsiteX5" fmla="*/ 2385 w 8218"/>
                    <a:gd name="connsiteY5" fmla="*/ 486 h 5648"/>
                    <a:gd name="connsiteX6" fmla="*/ 8219 w 8218"/>
                    <a:gd name="connsiteY6" fmla="*/ 0 h 5648"/>
                    <a:gd name="connsiteX7" fmla="*/ 7721 w 8218"/>
                    <a:gd name="connsiteY7" fmla="*/ 3855 h 5648"/>
                    <a:gd name="connsiteX8" fmla="*/ 5649 w 8218"/>
                    <a:gd name="connsiteY8" fmla="*/ 5117 h 5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218" h="5648">
                      <a:moveTo>
                        <a:pt x="5649" y="5117"/>
                      </a:moveTo>
                      <a:lnTo>
                        <a:pt x="2500" y="5649"/>
                      </a:lnTo>
                      <a:lnTo>
                        <a:pt x="2686" y="3924"/>
                      </a:lnTo>
                      <a:lnTo>
                        <a:pt x="2582" y="3195"/>
                      </a:lnTo>
                      <a:lnTo>
                        <a:pt x="0" y="2570"/>
                      </a:lnTo>
                      <a:lnTo>
                        <a:pt x="2385" y="486"/>
                      </a:lnTo>
                      <a:lnTo>
                        <a:pt x="8219" y="0"/>
                      </a:lnTo>
                      <a:lnTo>
                        <a:pt x="7721" y="3855"/>
                      </a:lnTo>
                      <a:lnTo>
                        <a:pt x="5649" y="51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7" name="Freeform: Shape 396">
                  <a:extLst>
                    <a:ext uri="{FF2B5EF4-FFF2-40B4-BE49-F238E27FC236}">
                      <a16:creationId xmlns:a16="http://schemas.microsoft.com/office/drawing/2014/main" id="{CC4AD31E-0E7E-A35C-8D6D-B2083BC1D406}"/>
                    </a:ext>
                  </a:extLst>
                </p:cNvPr>
                <p:cNvSpPr/>
                <p:nvPr/>
              </p:nvSpPr>
              <p:spPr>
                <a:xfrm>
                  <a:off x="8377217" y="2983317"/>
                  <a:ext cx="8693" cy="7709"/>
                </a:xfrm>
                <a:custGeom>
                  <a:avLst/>
                  <a:gdLst>
                    <a:gd name="connsiteX0" fmla="*/ 5742 w 8693"/>
                    <a:gd name="connsiteY0" fmla="*/ 4468 h 7709"/>
                    <a:gd name="connsiteX1" fmla="*/ 8022 w 8693"/>
                    <a:gd name="connsiteY1" fmla="*/ 4573 h 7709"/>
                    <a:gd name="connsiteX2" fmla="*/ 8485 w 8693"/>
                    <a:gd name="connsiteY2" fmla="*/ 4538 h 7709"/>
                    <a:gd name="connsiteX3" fmla="*/ 8694 w 8693"/>
                    <a:gd name="connsiteY3" fmla="*/ 6309 h 7709"/>
                    <a:gd name="connsiteX4" fmla="*/ 4607 w 8693"/>
                    <a:gd name="connsiteY4" fmla="*/ 7154 h 7709"/>
                    <a:gd name="connsiteX5" fmla="*/ 1748 w 8693"/>
                    <a:gd name="connsiteY5" fmla="*/ 7710 h 7709"/>
                    <a:gd name="connsiteX6" fmla="*/ 2130 w 8693"/>
                    <a:gd name="connsiteY6" fmla="*/ 7223 h 7709"/>
                    <a:gd name="connsiteX7" fmla="*/ 2593 w 8693"/>
                    <a:gd name="connsiteY7" fmla="*/ 6679 h 7709"/>
                    <a:gd name="connsiteX8" fmla="*/ 2582 w 8693"/>
                    <a:gd name="connsiteY8" fmla="*/ 6656 h 7709"/>
                    <a:gd name="connsiteX9" fmla="*/ 3137 w 8693"/>
                    <a:gd name="connsiteY9" fmla="*/ 5950 h 7709"/>
                    <a:gd name="connsiteX10" fmla="*/ 0 w 8693"/>
                    <a:gd name="connsiteY10" fmla="*/ 3808 h 7709"/>
                    <a:gd name="connsiteX11" fmla="*/ 2327 w 8693"/>
                    <a:gd name="connsiteY11" fmla="*/ 3646 h 7709"/>
                    <a:gd name="connsiteX12" fmla="*/ 5325 w 8693"/>
                    <a:gd name="connsiteY12" fmla="*/ 0 h 7709"/>
                    <a:gd name="connsiteX13" fmla="*/ 6922 w 8693"/>
                    <a:gd name="connsiteY13" fmla="*/ 2350 h 7709"/>
                    <a:gd name="connsiteX14" fmla="*/ 6876 w 8693"/>
                    <a:gd name="connsiteY14" fmla="*/ 2454 h 7709"/>
                    <a:gd name="connsiteX15" fmla="*/ 5742 w 8693"/>
                    <a:gd name="connsiteY15" fmla="*/ 4468 h 7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693" h="7709">
                      <a:moveTo>
                        <a:pt x="5742" y="4468"/>
                      </a:moveTo>
                      <a:lnTo>
                        <a:pt x="8022" y="4573"/>
                      </a:lnTo>
                      <a:lnTo>
                        <a:pt x="8485" y="4538"/>
                      </a:lnTo>
                      <a:lnTo>
                        <a:pt x="8694" y="6309"/>
                      </a:lnTo>
                      <a:lnTo>
                        <a:pt x="4607" y="7154"/>
                      </a:lnTo>
                      <a:lnTo>
                        <a:pt x="1748" y="7710"/>
                      </a:lnTo>
                      <a:lnTo>
                        <a:pt x="2130" y="7223"/>
                      </a:lnTo>
                      <a:lnTo>
                        <a:pt x="2593" y="6679"/>
                      </a:lnTo>
                      <a:lnTo>
                        <a:pt x="2582" y="6656"/>
                      </a:lnTo>
                      <a:lnTo>
                        <a:pt x="3137" y="5950"/>
                      </a:lnTo>
                      <a:lnTo>
                        <a:pt x="0" y="3808"/>
                      </a:lnTo>
                      <a:lnTo>
                        <a:pt x="2327" y="3646"/>
                      </a:lnTo>
                      <a:lnTo>
                        <a:pt x="5325" y="0"/>
                      </a:lnTo>
                      <a:lnTo>
                        <a:pt x="6922" y="2350"/>
                      </a:lnTo>
                      <a:lnTo>
                        <a:pt x="6876" y="2454"/>
                      </a:lnTo>
                      <a:lnTo>
                        <a:pt x="5742" y="446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8" name="Freeform: Shape 397">
                  <a:extLst>
                    <a:ext uri="{FF2B5EF4-FFF2-40B4-BE49-F238E27FC236}">
                      <a16:creationId xmlns:a16="http://schemas.microsoft.com/office/drawing/2014/main" id="{8624D40C-F525-EE89-CE51-53F43B4F1582}"/>
                    </a:ext>
                  </a:extLst>
                </p:cNvPr>
                <p:cNvSpPr/>
                <p:nvPr/>
              </p:nvSpPr>
              <p:spPr>
                <a:xfrm>
                  <a:off x="8317728" y="2293128"/>
                  <a:ext cx="8438" cy="9677"/>
                </a:xfrm>
                <a:custGeom>
                  <a:avLst/>
                  <a:gdLst>
                    <a:gd name="connsiteX0" fmla="*/ 5290 w 8438"/>
                    <a:gd name="connsiteY0" fmla="*/ 0 h 9677"/>
                    <a:gd name="connsiteX1" fmla="*/ 8439 w 8438"/>
                    <a:gd name="connsiteY1" fmla="*/ 8381 h 9677"/>
                    <a:gd name="connsiteX2" fmla="*/ 2223 w 8438"/>
                    <a:gd name="connsiteY2" fmla="*/ 8092 h 9677"/>
                    <a:gd name="connsiteX3" fmla="*/ 0 w 8438"/>
                    <a:gd name="connsiteY3" fmla="*/ 9677 h 9677"/>
                    <a:gd name="connsiteX4" fmla="*/ 1621 w 8438"/>
                    <a:gd name="connsiteY4" fmla="*/ 4665 h 9677"/>
                    <a:gd name="connsiteX5" fmla="*/ 5753 w 8438"/>
                    <a:gd name="connsiteY5" fmla="*/ 4075 h 9677"/>
                    <a:gd name="connsiteX6" fmla="*/ 5290 w 8438"/>
                    <a:gd name="connsiteY6" fmla="*/ 0 h 9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438" h="9677">
                      <a:moveTo>
                        <a:pt x="5290" y="0"/>
                      </a:moveTo>
                      <a:lnTo>
                        <a:pt x="8439" y="8381"/>
                      </a:lnTo>
                      <a:lnTo>
                        <a:pt x="2223" y="8092"/>
                      </a:lnTo>
                      <a:lnTo>
                        <a:pt x="0" y="9677"/>
                      </a:lnTo>
                      <a:lnTo>
                        <a:pt x="1621" y="4665"/>
                      </a:lnTo>
                      <a:lnTo>
                        <a:pt x="5753" y="4075"/>
                      </a:lnTo>
                      <a:lnTo>
                        <a:pt x="529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9" name="Freeform: Shape 398">
                  <a:extLst>
                    <a:ext uri="{FF2B5EF4-FFF2-40B4-BE49-F238E27FC236}">
                      <a16:creationId xmlns:a16="http://schemas.microsoft.com/office/drawing/2014/main" id="{144A1078-AD8B-C56D-3E2C-DD1D1FD28CBA}"/>
                    </a:ext>
                  </a:extLst>
                </p:cNvPr>
                <p:cNvSpPr/>
                <p:nvPr/>
              </p:nvSpPr>
              <p:spPr>
                <a:xfrm>
                  <a:off x="8364379" y="3826770"/>
                  <a:ext cx="9561" cy="6170"/>
                </a:xfrm>
                <a:custGeom>
                  <a:avLst/>
                  <a:gdLst>
                    <a:gd name="connsiteX0" fmla="*/ 8612 w 9561"/>
                    <a:gd name="connsiteY0" fmla="*/ 3126 h 6170"/>
                    <a:gd name="connsiteX1" fmla="*/ 7084 w 9561"/>
                    <a:gd name="connsiteY1" fmla="*/ 5649 h 6170"/>
                    <a:gd name="connsiteX2" fmla="*/ 3820 w 9561"/>
                    <a:gd name="connsiteY2" fmla="*/ 5082 h 6170"/>
                    <a:gd name="connsiteX3" fmla="*/ 3774 w 9561"/>
                    <a:gd name="connsiteY3" fmla="*/ 3762 h 6170"/>
                    <a:gd name="connsiteX4" fmla="*/ 0 w 9561"/>
                    <a:gd name="connsiteY4" fmla="*/ 6170 h 6170"/>
                    <a:gd name="connsiteX5" fmla="*/ 556 w 9561"/>
                    <a:gd name="connsiteY5" fmla="*/ 5418 h 6170"/>
                    <a:gd name="connsiteX6" fmla="*/ 3670 w 9561"/>
                    <a:gd name="connsiteY6" fmla="*/ 1493 h 6170"/>
                    <a:gd name="connsiteX7" fmla="*/ 5302 w 9561"/>
                    <a:gd name="connsiteY7" fmla="*/ 591 h 6170"/>
                    <a:gd name="connsiteX8" fmla="*/ 8381 w 9561"/>
                    <a:gd name="connsiteY8" fmla="*/ 0 h 6170"/>
                    <a:gd name="connsiteX9" fmla="*/ 9562 w 9561"/>
                    <a:gd name="connsiteY9" fmla="*/ 683 h 6170"/>
                    <a:gd name="connsiteX10" fmla="*/ 8612 w 9561"/>
                    <a:gd name="connsiteY10" fmla="*/ 3126 h 61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561" h="6170">
                      <a:moveTo>
                        <a:pt x="8612" y="3126"/>
                      </a:moveTo>
                      <a:lnTo>
                        <a:pt x="7084" y="5649"/>
                      </a:lnTo>
                      <a:lnTo>
                        <a:pt x="3820" y="5082"/>
                      </a:lnTo>
                      <a:lnTo>
                        <a:pt x="3774" y="3762"/>
                      </a:lnTo>
                      <a:lnTo>
                        <a:pt x="0" y="6170"/>
                      </a:lnTo>
                      <a:lnTo>
                        <a:pt x="556" y="5418"/>
                      </a:lnTo>
                      <a:lnTo>
                        <a:pt x="3670" y="1493"/>
                      </a:lnTo>
                      <a:lnTo>
                        <a:pt x="5302" y="591"/>
                      </a:lnTo>
                      <a:lnTo>
                        <a:pt x="8381" y="0"/>
                      </a:lnTo>
                      <a:lnTo>
                        <a:pt x="9562" y="683"/>
                      </a:lnTo>
                      <a:lnTo>
                        <a:pt x="8612" y="312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00" name="Freeform: Shape 399">
                  <a:extLst>
                    <a:ext uri="{FF2B5EF4-FFF2-40B4-BE49-F238E27FC236}">
                      <a16:creationId xmlns:a16="http://schemas.microsoft.com/office/drawing/2014/main" id="{986F0654-4865-C8B7-5267-7288FC4A05B9}"/>
                    </a:ext>
                  </a:extLst>
                </p:cNvPr>
                <p:cNvSpPr/>
                <p:nvPr/>
              </p:nvSpPr>
              <p:spPr>
                <a:xfrm>
                  <a:off x="7878817" y="2881484"/>
                  <a:ext cx="6146" cy="7848"/>
                </a:xfrm>
                <a:custGeom>
                  <a:avLst/>
                  <a:gdLst>
                    <a:gd name="connsiteX0" fmla="*/ 3044 w 6146"/>
                    <a:gd name="connsiteY0" fmla="*/ 0 h 7848"/>
                    <a:gd name="connsiteX1" fmla="*/ 5279 w 6146"/>
                    <a:gd name="connsiteY1" fmla="*/ 1204 h 7848"/>
                    <a:gd name="connsiteX2" fmla="*/ 6147 w 6146"/>
                    <a:gd name="connsiteY2" fmla="*/ 1898 h 7848"/>
                    <a:gd name="connsiteX3" fmla="*/ 5776 w 6146"/>
                    <a:gd name="connsiteY3" fmla="*/ 7848 h 7848"/>
                    <a:gd name="connsiteX4" fmla="*/ 556 w 6146"/>
                    <a:gd name="connsiteY4" fmla="*/ 6309 h 7848"/>
                    <a:gd name="connsiteX5" fmla="*/ 3033 w 6146"/>
                    <a:gd name="connsiteY5" fmla="*/ 3507 h 7848"/>
                    <a:gd name="connsiteX6" fmla="*/ 1829 w 6146"/>
                    <a:gd name="connsiteY6" fmla="*/ 1505 h 7848"/>
                    <a:gd name="connsiteX7" fmla="*/ 0 w 6146"/>
                    <a:gd name="connsiteY7" fmla="*/ 1320 h 7848"/>
                    <a:gd name="connsiteX8" fmla="*/ 35 w 6146"/>
                    <a:gd name="connsiteY8" fmla="*/ 1285 h 7848"/>
                    <a:gd name="connsiteX9" fmla="*/ 3044 w 6146"/>
                    <a:gd name="connsiteY9" fmla="*/ 0 h 78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46" h="7848">
                      <a:moveTo>
                        <a:pt x="3044" y="0"/>
                      </a:moveTo>
                      <a:lnTo>
                        <a:pt x="5279" y="1204"/>
                      </a:lnTo>
                      <a:lnTo>
                        <a:pt x="6147" y="1898"/>
                      </a:lnTo>
                      <a:lnTo>
                        <a:pt x="5776" y="7848"/>
                      </a:lnTo>
                      <a:lnTo>
                        <a:pt x="556" y="6309"/>
                      </a:lnTo>
                      <a:lnTo>
                        <a:pt x="3033" y="3507"/>
                      </a:lnTo>
                      <a:lnTo>
                        <a:pt x="1829" y="1505"/>
                      </a:lnTo>
                      <a:lnTo>
                        <a:pt x="0" y="1320"/>
                      </a:lnTo>
                      <a:lnTo>
                        <a:pt x="35" y="1285"/>
                      </a:lnTo>
                      <a:lnTo>
                        <a:pt x="3044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01" name="Freeform: Shape 400">
                  <a:extLst>
                    <a:ext uri="{FF2B5EF4-FFF2-40B4-BE49-F238E27FC236}">
                      <a16:creationId xmlns:a16="http://schemas.microsoft.com/office/drawing/2014/main" id="{36B0C338-7C26-F2A8-E0ED-6D40F7A91B3E}"/>
                    </a:ext>
                  </a:extLst>
                </p:cNvPr>
                <p:cNvSpPr/>
                <p:nvPr/>
              </p:nvSpPr>
              <p:spPr>
                <a:xfrm>
                  <a:off x="8292389" y="3982361"/>
                  <a:ext cx="6065" cy="9063"/>
                </a:xfrm>
                <a:custGeom>
                  <a:avLst/>
                  <a:gdLst>
                    <a:gd name="connsiteX0" fmla="*/ 4758 w 6065"/>
                    <a:gd name="connsiteY0" fmla="*/ 1285 h 9063"/>
                    <a:gd name="connsiteX1" fmla="*/ 5892 w 6065"/>
                    <a:gd name="connsiteY1" fmla="*/ 0 h 9063"/>
                    <a:gd name="connsiteX2" fmla="*/ 6066 w 6065"/>
                    <a:gd name="connsiteY2" fmla="*/ 5545 h 9063"/>
                    <a:gd name="connsiteX3" fmla="*/ 4561 w 6065"/>
                    <a:gd name="connsiteY3" fmla="*/ 8462 h 9063"/>
                    <a:gd name="connsiteX4" fmla="*/ 4422 w 6065"/>
                    <a:gd name="connsiteY4" fmla="*/ 8508 h 9063"/>
                    <a:gd name="connsiteX5" fmla="*/ 1898 w 6065"/>
                    <a:gd name="connsiteY5" fmla="*/ 9064 h 9063"/>
                    <a:gd name="connsiteX6" fmla="*/ 1632 w 6065"/>
                    <a:gd name="connsiteY6" fmla="*/ 5718 h 9063"/>
                    <a:gd name="connsiteX7" fmla="*/ 822 w 6065"/>
                    <a:gd name="connsiteY7" fmla="*/ 7929 h 9063"/>
                    <a:gd name="connsiteX8" fmla="*/ 139 w 6065"/>
                    <a:gd name="connsiteY8" fmla="*/ 7026 h 9063"/>
                    <a:gd name="connsiteX9" fmla="*/ 0 w 6065"/>
                    <a:gd name="connsiteY9" fmla="*/ 6714 h 9063"/>
                    <a:gd name="connsiteX10" fmla="*/ 4758 w 6065"/>
                    <a:gd name="connsiteY10" fmla="*/ 1285 h 9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065" h="9063">
                      <a:moveTo>
                        <a:pt x="4758" y="1285"/>
                      </a:moveTo>
                      <a:lnTo>
                        <a:pt x="5892" y="0"/>
                      </a:lnTo>
                      <a:lnTo>
                        <a:pt x="6066" y="5545"/>
                      </a:lnTo>
                      <a:lnTo>
                        <a:pt x="4561" y="8462"/>
                      </a:lnTo>
                      <a:lnTo>
                        <a:pt x="4422" y="8508"/>
                      </a:lnTo>
                      <a:lnTo>
                        <a:pt x="1898" y="9064"/>
                      </a:lnTo>
                      <a:lnTo>
                        <a:pt x="1632" y="5718"/>
                      </a:lnTo>
                      <a:lnTo>
                        <a:pt x="822" y="7929"/>
                      </a:lnTo>
                      <a:lnTo>
                        <a:pt x="139" y="7026"/>
                      </a:lnTo>
                      <a:lnTo>
                        <a:pt x="0" y="6714"/>
                      </a:lnTo>
                      <a:lnTo>
                        <a:pt x="4758" y="12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02" name="Freeform: Shape 401">
                  <a:extLst>
                    <a:ext uri="{FF2B5EF4-FFF2-40B4-BE49-F238E27FC236}">
                      <a16:creationId xmlns:a16="http://schemas.microsoft.com/office/drawing/2014/main" id="{1E28631A-5460-46D9-BBB3-8A02EDD45766}"/>
                    </a:ext>
                  </a:extLst>
                </p:cNvPr>
                <p:cNvSpPr/>
                <p:nvPr/>
              </p:nvSpPr>
              <p:spPr>
                <a:xfrm>
                  <a:off x="8312936" y="4040808"/>
                  <a:ext cx="9411" cy="12744"/>
                </a:xfrm>
                <a:custGeom>
                  <a:avLst/>
                  <a:gdLst>
                    <a:gd name="connsiteX0" fmla="*/ 1621 w 9411"/>
                    <a:gd name="connsiteY0" fmla="*/ 12733 h 12744"/>
                    <a:gd name="connsiteX1" fmla="*/ 1551 w 9411"/>
                    <a:gd name="connsiteY1" fmla="*/ 12745 h 12744"/>
                    <a:gd name="connsiteX2" fmla="*/ 0 w 9411"/>
                    <a:gd name="connsiteY2" fmla="*/ 12340 h 12744"/>
                    <a:gd name="connsiteX3" fmla="*/ 2697 w 9411"/>
                    <a:gd name="connsiteY3" fmla="*/ 6737 h 12744"/>
                    <a:gd name="connsiteX4" fmla="*/ 3392 w 9411"/>
                    <a:gd name="connsiteY4" fmla="*/ 5626 h 12744"/>
                    <a:gd name="connsiteX5" fmla="*/ 4538 w 9411"/>
                    <a:gd name="connsiteY5" fmla="*/ 3762 h 12744"/>
                    <a:gd name="connsiteX6" fmla="*/ 9411 w 9411"/>
                    <a:gd name="connsiteY6" fmla="*/ 0 h 12744"/>
                    <a:gd name="connsiteX7" fmla="*/ 3392 w 9411"/>
                    <a:gd name="connsiteY7" fmla="*/ 9851 h 12744"/>
                    <a:gd name="connsiteX8" fmla="*/ 1621 w 9411"/>
                    <a:gd name="connsiteY8" fmla="*/ 12733 h 127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11" h="12744">
                      <a:moveTo>
                        <a:pt x="1621" y="12733"/>
                      </a:moveTo>
                      <a:lnTo>
                        <a:pt x="1551" y="12745"/>
                      </a:lnTo>
                      <a:lnTo>
                        <a:pt x="0" y="12340"/>
                      </a:lnTo>
                      <a:lnTo>
                        <a:pt x="2697" y="6737"/>
                      </a:lnTo>
                      <a:lnTo>
                        <a:pt x="3392" y="5626"/>
                      </a:lnTo>
                      <a:lnTo>
                        <a:pt x="4538" y="3762"/>
                      </a:lnTo>
                      <a:lnTo>
                        <a:pt x="9411" y="0"/>
                      </a:lnTo>
                      <a:lnTo>
                        <a:pt x="3392" y="9851"/>
                      </a:lnTo>
                      <a:lnTo>
                        <a:pt x="1621" y="1273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03" name="Freeform: Shape 402">
                  <a:extLst>
                    <a:ext uri="{FF2B5EF4-FFF2-40B4-BE49-F238E27FC236}">
                      <a16:creationId xmlns:a16="http://schemas.microsoft.com/office/drawing/2014/main" id="{6CDE1429-3546-D70F-5B32-2A0A6BC41D38}"/>
                    </a:ext>
                  </a:extLst>
                </p:cNvPr>
                <p:cNvSpPr/>
                <p:nvPr/>
              </p:nvSpPr>
              <p:spPr>
                <a:xfrm>
                  <a:off x="9825521" y="1365247"/>
                  <a:ext cx="4352" cy="11978"/>
                </a:xfrm>
                <a:custGeom>
                  <a:avLst/>
                  <a:gdLst>
                    <a:gd name="connsiteX0" fmla="*/ 695 w 4352"/>
                    <a:gd name="connsiteY0" fmla="*/ 2320 h 11978"/>
                    <a:gd name="connsiteX1" fmla="*/ 2257 w 4352"/>
                    <a:gd name="connsiteY1" fmla="*/ 0 h 11978"/>
                    <a:gd name="connsiteX2" fmla="*/ 4353 w 4352"/>
                    <a:gd name="connsiteY2" fmla="*/ 7983 h 11978"/>
                    <a:gd name="connsiteX3" fmla="*/ 1239 w 4352"/>
                    <a:gd name="connsiteY3" fmla="*/ 11979 h 11978"/>
                    <a:gd name="connsiteX4" fmla="*/ 0 w 4352"/>
                    <a:gd name="connsiteY4" fmla="*/ 9022 h 11978"/>
                    <a:gd name="connsiteX5" fmla="*/ 1829 w 4352"/>
                    <a:gd name="connsiteY5" fmla="*/ 7679 h 11978"/>
                    <a:gd name="connsiteX6" fmla="*/ 695 w 4352"/>
                    <a:gd name="connsiteY6" fmla="*/ 2320 h 1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352" h="11978">
                      <a:moveTo>
                        <a:pt x="695" y="2320"/>
                      </a:moveTo>
                      <a:lnTo>
                        <a:pt x="2257" y="0"/>
                      </a:lnTo>
                      <a:lnTo>
                        <a:pt x="4353" y="7983"/>
                      </a:lnTo>
                      <a:lnTo>
                        <a:pt x="1239" y="11979"/>
                      </a:lnTo>
                      <a:lnTo>
                        <a:pt x="0" y="9022"/>
                      </a:lnTo>
                      <a:lnTo>
                        <a:pt x="1829" y="7679"/>
                      </a:lnTo>
                      <a:lnTo>
                        <a:pt x="695" y="23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04" name="Freeform: Shape 403">
                  <a:extLst>
                    <a:ext uri="{FF2B5EF4-FFF2-40B4-BE49-F238E27FC236}">
                      <a16:creationId xmlns:a16="http://schemas.microsoft.com/office/drawing/2014/main" id="{BE2F21FC-B4AB-C743-861B-6EA81EDE6833}"/>
                    </a:ext>
                  </a:extLst>
                </p:cNvPr>
                <p:cNvSpPr/>
                <p:nvPr/>
              </p:nvSpPr>
              <p:spPr>
                <a:xfrm>
                  <a:off x="7443379" y="2967793"/>
                  <a:ext cx="6077" cy="7964"/>
                </a:xfrm>
                <a:custGeom>
                  <a:avLst/>
                  <a:gdLst>
                    <a:gd name="connsiteX0" fmla="*/ 2477 w 6077"/>
                    <a:gd name="connsiteY0" fmla="*/ 1528 h 7964"/>
                    <a:gd name="connsiteX1" fmla="*/ 3369 w 6077"/>
                    <a:gd name="connsiteY1" fmla="*/ 0 h 7964"/>
                    <a:gd name="connsiteX2" fmla="*/ 6077 w 6077"/>
                    <a:gd name="connsiteY2" fmla="*/ 6159 h 7964"/>
                    <a:gd name="connsiteX3" fmla="*/ 3971 w 6077"/>
                    <a:gd name="connsiteY3" fmla="*/ 7964 h 7964"/>
                    <a:gd name="connsiteX4" fmla="*/ 0 w 6077"/>
                    <a:gd name="connsiteY4" fmla="*/ 5510 h 7964"/>
                    <a:gd name="connsiteX5" fmla="*/ 2477 w 6077"/>
                    <a:gd name="connsiteY5" fmla="*/ 1528 h 7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077" h="7964">
                      <a:moveTo>
                        <a:pt x="2477" y="1528"/>
                      </a:moveTo>
                      <a:lnTo>
                        <a:pt x="3369" y="0"/>
                      </a:lnTo>
                      <a:lnTo>
                        <a:pt x="6077" y="6159"/>
                      </a:lnTo>
                      <a:lnTo>
                        <a:pt x="3971" y="7964"/>
                      </a:lnTo>
                      <a:lnTo>
                        <a:pt x="0" y="5510"/>
                      </a:lnTo>
                      <a:lnTo>
                        <a:pt x="2477" y="152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05" name="Freeform: Shape 404">
                  <a:extLst>
                    <a:ext uri="{FF2B5EF4-FFF2-40B4-BE49-F238E27FC236}">
                      <a16:creationId xmlns:a16="http://schemas.microsoft.com/office/drawing/2014/main" id="{C75E2A08-4E27-46E4-82FA-068C94A89AEA}"/>
                    </a:ext>
                  </a:extLst>
                </p:cNvPr>
                <p:cNvSpPr/>
                <p:nvPr/>
              </p:nvSpPr>
              <p:spPr>
                <a:xfrm>
                  <a:off x="8093677" y="2882931"/>
                  <a:ext cx="7292" cy="6494"/>
                </a:xfrm>
                <a:custGeom>
                  <a:avLst/>
                  <a:gdLst>
                    <a:gd name="connsiteX0" fmla="*/ 4225 w 7292"/>
                    <a:gd name="connsiteY0" fmla="*/ 706 h 6494"/>
                    <a:gd name="connsiteX1" fmla="*/ 5255 w 7292"/>
                    <a:gd name="connsiteY1" fmla="*/ 0 h 6494"/>
                    <a:gd name="connsiteX2" fmla="*/ 5637 w 7292"/>
                    <a:gd name="connsiteY2" fmla="*/ 208 h 6494"/>
                    <a:gd name="connsiteX3" fmla="*/ 6448 w 7292"/>
                    <a:gd name="connsiteY3" fmla="*/ 1343 h 6494"/>
                    <a:gd name="connsiteX4" fmla="*/ 6633 w 7292"/>
                    <a:gd name="connsiteY4" fmla="*/ 764 h 6494"/>
                    <a:gd name="connsiteX5" fmla="*/ 7293 w 7292"/>
                    <a:gd name="connsiteY5" fmla="*/ 1123 h 6494"/>
                    <a:gd name="connsiteX6" fmla="*/ 6633 w 7292"/>
                    <a:gd name="connsiteY6" fmla="*/ 2998 h 6494"/>
                    <a:gd name="connsiteX7" fmla="*/ 6332 w 7292"/>
                    <a:gd name="connsiteY7" fmla="*/ 3519 h 6494"/>
                    <a:gd name="connsiteX8" fmla="*/ 2084 w 7292"/>
                    <a:gd name="connsiteY8" fmla="*/ 6494 h 6494"/>
                    <a:gd name="connsiteX9" fmla="*/ 197 w 7292"/>
                    <a:gd name="connsiteY9" fmla="*/ 5371 h 6494"/>
                    <a:gd name="connsiteX10" fmla="*/ 0 w 7292"/>
                    <a:gd name="connsiteY10" fmla="*/ 4225 h 6494"/>
                    <a:gd name="connsiteX11" fmla="*/ 4225 w 7292"/>
                    <a:gd name="connsiteY11" fmla="*/ 706 h 6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292" h="6494">
                      <a:moveTo>
                        <a:pt x="4225" y="706"/>
                      </a:moveTo>
                      <a:lnTo>
                        <a:pt x="5255" y="0"/>
                      </a:lnTo>
                      <a:lnTo>
                        <a:pt x="5637" y="208"/>
                      </a:lnTo>
                      <a:lnTo>
                        <a:pt x="6448" y="1343"/>
                      </a:lnTo>
                      <a:lnTo>
                        <a:pt x="6633" y="764"/>
                      </a:lnTo>
                      <a:lnTo>
                        <a:pt x="7293" y="1123"/>
                      </a:lnTo>
                      <a:lnTo>
                        <a:pt x="6633" y="2998"/>
                      </a:lnTo>
                      <a:lnTo>
                        <a:pt x="6332" y="3519"/>
                      </a:lnTo>
                      <a:lnTo>
                        <a:pt x="2084" y="6494"/>
                      </a:lnTo>
                      <a:lnTo>
                        <a:pt x="197" y="5371"/>
                      </a:lnTo>
                      <a:lnTo>
                        <a:pt x="0" y="4225"/>
                      </a:lnTo>
                      <a:lnTo>
                        <a:pt x="4225" y="70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06" name="Freeform: Shape 405">
                  <a:extLst>
                    <a:ext uri="{FF2B5EF4-FFF2-40B4-BE49-F238E27FC236}">
                      <a16:creationId xmlns:a16="http://schemas.microsoft.com/office/drawing/2014/main" id="{8DE2D25F-026B-C7C4-F70E-2454F442BE60}"/>
                    </a:ext>
                  </a:extLst>
                </p:cNvPr>
                <p:cNvSpPr/>
                <p:nvPr/>
              </p:nvSpPr>
              <p:spPr>
                <a:xfrm>
                  <a:off x="9722959" y="1534792"/>
                  <a:ext cx="6852" cy="7605"/>
                </a:xfrm>
                <a:custGeom>
                  <a:avLst/>
                  <a:gdLst>
                    <a:gd name="connsiteX0" fmla="*/ 0 w 6852"/>
                    <a:gd name="connsiteY0" fmla="*/ 5151 h 7605"/>
                    <a:gd name="connsiteX1" fmla="*/ 2049 w 6852"/>
                    <a:gd name="connsiteY1" fmla="*/ 0 h 7605"/>
                    <a:gd name="connsiteX2" fmla="*/ 6853 w 6852"/>
                    <a:gd name="connsiteY2" fmla="*/ 6517 h 7605"/>
                    <a:gd name="connsiteX3" fmla="*/ 6170 w 6852"/>
                    <a:gd name="connsiteY3" fmla="*/ 7605 h 7605"/>
                    <a:gd name="connsiteX4" fmla="*/ 0 w 6852"/>
                    <a:gd name="connsiteY4" fmla="*/ 5151 h 76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52" h="7605">
                      <a:moveTo>
                        <a:pt x="0" y="5151"/>
                      </a:moveTo>
                      <a:lnTo>
                        <a:pt x="2049" y="0"/>
                      </a:lnTo>
                      <a:lnTo>
                        <a:pt x="6853" y="6517"/>
                      </a:lnTo>
                      <a:lnTo>
                        <a:pt x="6170" y="7605"/>
                      </a:lnTo>
                      <a:lnTo>
                        <a:pt x="0" y="515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07" name="Freeform: Shape 406">
                  <a:extLst>
                    <a:ext uri="{FF2B5EF4-FFF2-40B4-BE49-F238E27FC236}">
                      <a16:creationId xmlns:a16="http://schemas.microsoft.com/office/drawing/2014/main" id="{FF29B6ED-84E8-3260-BBED-143D22516B51}"/>
                    </a:ext>
                  </a:extLst>
                </p:cNvPr>
                <p:cNvSpPr/>
                <p:nvPr/>
              </p:nvSpPr>
              <p:spPr>
                <a:xfrm>
                  <a:off x="7943955" y="2795081"/>
                  <a:ext cx="6204" cy="7570"/>
                </a:xfrm>
                <a:custGeom>
                  <a:avLst/>
                  <a:gdLst>
                    <a:gd name="connsiteX0" fmla="*/ 3160 w 6204"/>
                    <a:gd name="connsiteY0" fmla="*/ 834 h 7570"/>
                    <a:gd name="connsiteX1" fmla="*/ 4688 w 6204"/>
                    <a:gd name="connsiteY1" fmla="*/ 12 h 7570"/>
                    <a:gd name="connsiteX2" fmla="*/ 4723 w 6204"/>
                    <a:gd name="connsiteY2" fmla="*/ 0 h 7570"/>
                    <a:gd name="connsiteX3" fmla="*/ 6205 w 6204"/>
                    <a:gd name="connsiteY3" fmla="*/ 6471 h 7570"/>
                    <a:gd name="connsiteX4" fmla="*/ 4353 w 6204"/>
                    <a:gd name="connsiteY4" fmla="*/ 7571 h 7570"/>
                    <a:gd name="connsiteX5" fmla="*/ 0 w 6204"/>
                    <a:gd name="connsiteY5" fmla="*/ 845 h 7570"/>
                    <a:gd name="connsiteX6" fmla="*/ 2836 w 6204"/>
                    <a:gd name="connsiteY6" fmla="*/ 787 h 7570"/>
                    <a:gd name="connsiteX7" fmla="*/ 3670 w 6204"/>
                    <a:gd name="connsiteY7" fmla="*/ 2558 h 7570"/>
                    <a:gd name="connsiteX8" fmla="*/ 3160 w 6204"/>
                    <a:gd name="connsiteY8" fmla="*/ 834 h 7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04" h="7570">
                      <a:moveTo>
                        <a:pt x="3160" y="834"/>
                      </a:moveTo>
                      <a:lnTo>
                        <a:pt x="4688" y="12"/>
                      </a:lnTo>
                      <a:lnTo>
                        <a:pt x="4723" y="0"/>
                      </a:lnTo>
                      <a:lnTo>
                        <a:pt x="6205" y="6471"/>
                      </a:lnTo>
                      <a:lnTo>
                        <a:pt x="4353" y="7571"/>
                      </a:lnTo>
                      <a:lnTo>
                        <a:pt x="0" y="845"/>
                      </a:lnTo>
                      <a:lnTo>
                        <a:pt x="2836" y="787"/>
                      </a:lnTo>
                      <a:lnTo>
                        <a:pt x="3670" y="2558"/>
                      </a:lnTo>
                      <a:lnTo>
                        <a:pt x="3160" y="83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08" name="Freeform: Shape 407">
                  <a:extLst>
                    <a:ext uri="{FF2B5EF4-FFF2-40B4-BE49-F238E27FC236}">
                      <a16:creationId xmlns:a16="http://schemas.microsoft.com/office/drawing/2014/main" id="{27907C21-339E-BE34-BA98-786064B3A061}"/>
                    </a:ext>
                  </a:extLst>
                </p:cNvPr>
                <p:cNvSpPr/>
                <p:nvPr/>
              </p:nvSpPr>
              <p:spPr>
                <a:xfrm>
                  <a:off x="8399859" y="2956171"/>
                  <a:ext cx="7246" cy="7049"/>
                </a:xfrm>
                <a:custGeom>
                  <a:avLst/>
                  <a:gdLst>
                    <a:gd name="connsiteX0" fmla="*/ 3936 w 7246"/>
                    <a:gd name="connsiteY0" fmla="*/ 2199 h 7049"/>
                    <a:gd name="connsiteX1" fmla="*/ 4468 w 7246"/>
                    <a:gd name="connsiteY1" fmla="*/ 2477 h 7049"/>
                    <a:gd name="connsiteX2" fmla="*/ 7246 w 7246"/>
                    <a:gd name="connsiteY2" fmla="*/ 4295 h 7049"/>
                    <a:gd name="connsiteX3" fmla="*/ 6054 w 7246"/>
                    <a:gd name="connsiteY3" fmla="*/ 6737 h 7049"/>
                    <a:gd name="connsiteX4" fmla="*/ 4816 w 7246"/>
                    <a:gd name="connsiteY4" fmla="*/ 5788 h 7049"/>
                    <a:gd name="connsiteX5" fmla="*/ 3068 w 7246"/>
                    <a:gd name="connsiteY5" fmla="*/ 7050 h 7049"/>
                    <a:gd name="connsiteX6" fmla="*/ 2072 w 7246"/>
                    <a:gd name="connsiteY6" fmla="*/ 6760 h 7049"/>
                    <a:gd name="connsiteX7" fmla="*/ 1759 w 7246"/>
                    <a:gd name="connsiteY7" fmla="*/ 6633 h 7049"/>
                    <a:gd name="connsiteX8" fmla="*/ 2500 w 7246"/>
                    <a:gd name="connsiteY8" fmla="*/ 2998 h 7049"/>
                    <a:gd name="connsiteX9" fmla="*/ 0 w 7246"/>
                    <a:gd name="connsiteY9" fmla="*/ 2026 h 7049"/>
                    <a:gd name="connsiteX10" fmla="*/ 1192 w 7246"/>
                    <a:gd name="connsiteY10" fmla="*/ 1389 h 7049"/>
                    <a:gd name="connsiteX11" fmla="*/ 3924 w 7246"/>
                    <a:gd name="connsiteY11" fmla="*/ 0 h 7049"/>
                    <a:gd name="connsiteX12" fmla="*/ 3936 w 7246"/>
                    <a:gd name="connsiteY12" fmla="*/ 2199 h 7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246" h="7049">
                      <a:moveTo>
                        <a:pt x="3936" y="2199"/>
                      </a:moveTo>
                      <a:lnTo>
                        <a:pt x="4468" y="2477"/>
                      </a:lnTo>
                      <a:lnTo>
                        <a:pt x="7246" y="4295"/>
                      </a:lnTo>
                      <a:lnTo>
                        <a:pt x="6054" y="6737"/>
                      </a:lnTo>
                      <a:lnTo>
                        <a:pt x="4816" y="5788"/>
                      </a:lnTo>
                      <a:lnTo>
                        <a:pt x="3068" y="7050"/>
                      </a:lnTo>
                      <a:lnTo>
                        <a:pt x="2072" y="6760"/>
                      </a:lnTo>
                      <a:lnTo>
                        <a:pt x="1759" y="6633"/>
                      </a:lnTo>
                      <a:lnTo>
                        <a:pt x="2500" y="2998"/>
                      </a:lnTo>
                      <a:lnTo>
                        <a:pt x="0" y="2026"/>
                      </a:lnTo>
                      <a:lnTo>
                        <a:pt x="1192" y="1389"/>
                      </a:lnTo>
                      <a:lnTo>
                        <a:pt x="3924" y="0"/>
                      </a:lnTo>
                      <a:lnTo>
                        <a:pt x="3936" y="219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09" name="Freeform: Shape 408">
                  <a:extLst>
                    <a:ext uri="{FF2B5EF4-FFF2-40B4-BE49-F238E27FC236}">
                      <a16:creationId xmlns:a16="http://schemas.microsoft.com/office/drawing/2014/main" id="{18CDCF6A-B850-2445-06C8-6C5C45895F44}"/>
                    </a:ext>
                  </a:extLst>
                </p:cNvPr>
                <p:cNvSpPr/>
                <p:nvPr/>
              </p:nvSpPr>
              <p:spPr>
                <a:xfrm>
                  <a:off x="7959814" y="2809019"/>
                  <a:ext cx="5776" cy="8809"/>
                </a:xfrm>
                <a:custGeom>
                  <a:avLst/>
                  <a:gdLst>
                    <a:gd name="connsiteX0" fmla="*/ 0 w 5776"/>
                    <a:gd name="connsiteY0" fmla="*/ 6760 h 8809"/>
                    <a:gd name="connsiteX1" fmla="*/ 834 w 5776"/>
                    <a:gd name="connsiteY1" fmla="*/ 0 h 8809"/>
                    <a:gd name="connsiteX2" fmla="*/ 2697 w 5776"/>
                    <a:gd name="connsiteY2" fmla="*/ 4688 h 8809"/>
                    <a:gd name="connsiteX3" fmla="*/ 3739 w 5776"/>
                    <a:gd name="connsiteY3" fmla="*/ 3727 h 8809"/>
                    <a:gd name="connsiteX4" fmla="*/ 5776 w 5776"/>
                    <a:gd name="connsiteY4" fmla="*/ 6459 h 8809"/>
                    <a:gd name="connsiteX5" fmla="*/ 5626 w 5776"/>
                    <a:gd name="connsiteY5" fmla="*/ 6564 h 8809"/>
                    <a:gd name="connsiteX6" fmla="*/ 2442 w 5776"/>
                    <a:gd name="connsiteY6" fmla="*/ 8809 h 8809"/>
                    <a:gd name="connsiteX7" fmla="*/ 232 w 5776"/>
                    <a:gd name="connsiteY7" fmla="*/ 6969 h 8809"/>
                    <a:gd name="connsiteX8" fmla="*/ 0 w 5776"/>
                    <a:gd name="connsiteY8" fmla="*/ 6760 h 8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776" h="8809">
                      <a:moveTo>
                        <a:pt x="0" y="6760"/>
                      </a:moveTo>
                      <a:lnTo>
                        <a:pt x="834" y="0"/>
                      </a:lnTo>
                      <a:lnTo>
                        <a:pt x="2697" y="4688"/>
                      </a:lnTo>
                      <a:lnTo>
                        <a:pt x="3739" y="3727"/>
                      </a:lnTo>
                      <a:lnTo>
                        <a:pt x="5776" y="6459"/>
                      </a:lnTo>
                      <a:lnTo>
                        <a:pt x="5626" y="6564"/>
                      </a:lnTo>
                      <a:lnTo>
                        <a:pt x="2442" y="8809"/>
                      </a:lnTo>
                      <a:lnTo>
                        <a:pt x="232" y="6969"/>
                      </a:lnTo>
                      <a:lnTo>
                        <a:pt x="0" y="676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10" name="Freeform: Shape 409">
                  <a:extLst>
                    <a:ext uri="{FF2B5EF4-FFF2-40B4-BE49-F238E27FC236}">
                      <a16:creationId xmlns:a16="http://schemas.microsoft.com/office/drawing/2014/main" id="{AB72B5B4-0868-5242-13DE-2A45DC63AF59}"/>
                    </a:ext>
                  </a:extLst>
                </p:cNvPr>
                <p:cNvSpPr/>
                <p:nvPr/>
              </p:nvSpPr>
              <p:spPr>
                <a:xfrm>
                  <a:off x="7805912" y="3123350"/>
                  <a:ext cx="9318" cy="7744"/>
                </a:xfrm>
                <a:custGeom>
                  <a:avLst/>
                  <a:gdLst>
                    <a:gd name="connsiteX0" fmla="*/ 4931 w 9318"/>
                    <a:gd name="connsiteY0" fmla="*/ 2199 h 7744"/>
                    <a:gd name="connsiteX1" fmla="*/ 7420 w 9318"/>
                    <a:gd name="connsiteY1" fmla="*/ 0 h 7744"/>
                    <a:gd name="connsiteX2" fmla="*/ 9319 w 9318"/>
                    <a:gd name="connsiteY2" fmla="*/ 4503 h 7744"/>
                    <a:gd name="connsiteX3" fmla="*/ 8150 w 9318"/>
                    <a:gd name="connsiteY3" fmla="*/ 7744 h 7744"/>
                    <a:gd name="connsiteX4" fmla="*/ 7698 w 9318"/>
                    <a:gd name="connsiteY4" fmla="*/ 5163 h 7744"/>
                    <a:gd name="connsiteX5" fmla="*/ 12 w 9318"/>
                    <a:gd name="connsiteY5" fmla="*/ 3334 h 7744"/>
                    <a:gd name="connsiteX6" fmla="*/ 0 w 9318"/>
                    <a:gd name="connsiteY6" fmla="*/ 3183 h 7744"/>
                    <a:gd name="connsiteX7" fmla="*/ 4931 w 9318"/>
                    <a:gd name="connsiteY7" fmla="*/ 2199 h 77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318" h="7744">
                      <a:moveTo>
                        <a:pt x="4931" y="2199"/>
                      </a:moveTo>
                      <a:lnTo>
                        <a:pt x="7420" y="0"/>
                      </a:lnTo>
                      <a:lnTo>
                        <a:pt x="9319" y="4503"/>
                      </a:lnTo>
                      <a:lnTo>
                        <a:pt x="8150" y="7744"/>
                      </a:lnTo>
                      <a:lnTo>
                        <a:pt x="7698" y="5163"/>
                      </a:lnTo>
                      <a:lnTo>
                        <a:pt x="12" y="3334"/>
                      </a:lnTo>
                      <a:lnTo>
                        <a:pt x="0" y="3183"/>
                      </a:lnTo>
                      <a:lnTo>
                        <a:pt x="4931" y="219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11" name="Freeform: Shape 410">
                  <a:extLst>
                    <a:ext uri="{FF2B5EF4-FFF2-40B4-BE49-F238E27FC236}">
                      <a16:creationId xmlns:a16="http://schemas.microsoft.com/office/drawing/2014/main" id="{86BA35C1-B65C-A821-BCEA-BAFA07A07431}"/>
                    </a:ext>
                  </a:extLst>
                </p:cNvPr>
                <p:cNvSpPr/>
                <p:nvPr/>
              </p:nvSpPr>
              <p:spPr>
                <a:xfrm>
                  <a:off x="9177943" y="2484906"/>
                  <a:ext cx="8623" cy="6320"/>
                </a:xfrm>
                <a:custGeom>
                  <a:avLst/>
                  <a:gdLst>
                    <a:gd name="connsiteX0" fmla="*/ 6170 w 8623"/>
                    <a:gd name="connsiteY0" fmla="*/ 2500 h 6320"/>
                    <a:gd name="connsiteX1" fmla="*/ 6286 w 8623"/>
                    <a:gd name="connsiteY1" fmla="*/ 2686 h 6320"/>
                    <a:gd name="connsiteX2" fmla="*/ 2304 w 8623"/>
                    <a:gd name="connsiteY2" fmla="*/ 6320 h 6320"/>
                    <a:gd name="connsiteX3" fmla="*/ 0 w 8623"/>
                    <a:gd name="connsiteY3" fmla="*/ 4202 h 6320"/>
                    <a:gd name="connsiteX4" fmla="*/ 2003 w 8623"/>
                    <a:gd name="connsiteY4" fmla="*/ 1563 h 6320"/>
                    <a:gd name="connsiteX5" fmla="*/ 8624 w 8623"/>
                    <a:gd name="connsiteY5" fmla="*/ 0 h 6320"/>
                    <a:gd name="connsiteX6" fmla="*/ 6170 w 8623"/>
                    <a:gd name="connsiteY6" fmla="*/ 2500 h 6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623" h="6320">
                      <a:moveTo>
                        <a:pt x="6170" y="2500"/>
                      </a:moveTo>
                      <a:lnTo>
                        <a:pt x="6286" y="2686"/>
                      </a:lnTo>
                      <a:lnTo>
                        <a:pt x="2304" y="6320"/>
                      </a:lnTo>
                      <a:lnTo>
                        <a:pt x="0" y="4202"/>
                      </a:lnTo>
                      <a:lnTo>
                        <a:pt x="2003" y="1563"/>
                      </a:lnTo>
                      <a:lnTo>
                        <a:pt x="8624" y="0"/>
                      </a:lnTo>
                      <a:lnTo>
                        <a:pt x="6170" y="250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12" name="Freeform: Shape 411">
                  <a:extLst>
                    <a:ext uri="{FF2B5EF4-FFF2-40B4-BE49-F238E27FC236}">
                      <a16:creationId xmlns:a16="http://schemas.microsoft.com/office/drawing/2014/main" id="{478742CC-1401-9184-9FC6-DC52DA023592}"/>
                    </a:ext>
                  </a:extLst>
                </p:cNvPr>
                <p:cNvSpPr/>
                <p:nvPr/>
              </p:nvSpPr>
              <p:spPr>
                <a:xfrm>
                  <a:off x="7765686" y="3499358"/>
                  <a:ext cx="7570" cy="7084"/>
                </a:xfrm>
                <a:custGeom>
                  <a:avLst/>
                  <a:gdLst>
                    <a:gd name="connsiteX0" fmla="*/ 5360 w 7570"/>
                    <a:gd name="connsiteY0" fmla="*/ 1239 h 7084"/>
                    <a:gd name="connsiteX1" fmla="*/ 7571 w 7570"/>
                    <a:gd name="connsiteY1" fmla="*/ 6656 h 7084"/>
                    <a:gd name="connsiteX2" fmla="*/ 6100 w 7570"/>
                    <a:gd name="connsiteY2" fmla="*/ 7084 h 7084"/>
                    <a:gd name="connsiteX3" fmla="*/ 4491 w 7570"/>
                    <a:gd name="connsiteY3" fmla="*/ 5927 h 7084"/>
                    <a:gd name="connsiteX4" fmla="*/ 3588 w 7570"/>
                    <a:gd name="connsiteY4" fmla="*/ 4376 h 7084"/>
                    <a:gd name="connsiteX5" fmla="*/ 1551 w 7570"/>
                    <a:gd name="connsiteY5" fmla="*/ 3820 h 7084"/>
                    <a:gd name="connsiteX6" fmla="*/ 0 w 7570"/>
                    <a:gd name="connsiteY6" fmla="*/ 2709 h 7084"/>
                    <a:gd name="connsiteX7" fmla="*/ 6436 w 7570"/>
                    <a:gd name="connsiteY7" fmla="*/ 0 h 7084"/>
                    <a:gd name="connsiteX8" fmla="*/ 6471 w 7570"/>
                    <a:gd name="connsiteY8" fmla="*/ 0 h 7084"/>
                    <a:gd name="connsiteX9" fmla="*/ 5360 w 7570"/>
                    <a:gd name="connsiteY9" fmla="*/ 1239 h 7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570" h="7084">
                      <a:moveTo>
                        <a:pt x="5360" y="1239"/>
                      </a:moveTo>
                      <a:lnTo>
                        <a:pt x="7571" y="6656"/>
                      </a:lnTo>
                      <a:lnTo>
                        <a:pt x="6100" y="7084"/>
                      </a:lnTo>
                      <a:lnTo>
                        <a:pt x="4491" y="5927"/>
                      </a:lnTo>
                      <a:lnTo>
                        <a:pt x="3588" y="4376"/>
                      </a:lnTo>
                      <a:lnTo>
                        <a:pt x="1551" y="3820"/>
                      </a:lnTo>
                      <a:lnTo>
                        <a:pt x="0" y="2709"/>
                      </a:lnTo>
                      <a:lnTo>
                        <a:pt x="6436" y="0"/>
                      </a:lnTo>
                      <a:lnTo>
                        <a:pt x="6471" y="0"/>
                      </a:lnTo>
                      <a:lnTo>
                        <a:pt x="5360" y="12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13" name="Freeform: Shape 412">
                  <a:extLst>
                    <a:ext uri="{FF2B5EF4-FFF2-40B4-BE49-F238E27FC236}">
                      <a16:creationId xmlns:a16="http://schemas.microsoft.com/office/drawing/2014/main" id="{41710482-A9A5-1730-4FAD-F738328BA504}"/>
                    </a:ext>
                  </a:extLst>
                </p:cNvPr>
                <p:cNvSpPr/>
                <p:nvPr/>
              </p:nvSpPr>
              <p:spPr>
                <a:xfrm>
                  <a:off x="9304688" y="2381093"/>
                  <a:ext cx="5128" cy="7987"/>
                </a:xfrm>
                <a:custGeom>
                  <a:avLst/>
                  <a:gdLst>
                    <a:gd name="connsiteX0" fmla="*/ 3623 w 5128"/>
                    <a:gd name="connsiteY0" fmla="*/ 5973 h 7987"/>
                    <a:gd name="connsiteX1" fmla="*/ 1111 w 5128"/>
                    <a:gd name="connsiteY1" fmla="*/ 7987 h 7987"/>
                    <a:gd name="connsiteX2" fmla="*/ 0 w 5128"/>
                    <a:gd name="connsiteY2" fmla="*/ 2512 h 7987"/>
                    <a:gd name="connsiteX3" fmla="*/ 509 w 5128"/>
                    <a:gd name="connsiteY3" fmla="*/ 243 h 7987"/>
                    <a:gd name="connsiteX4" fmla="*/ 637 w 5128"/>
                    <a:gd name="connsiteY4" fmla="*/ 0 h 7987"/>
                    <a:gd name="connsiteX5" fmla="*/ 2188 w 5128"/>
                    <a:gd name="connsiteY5" fmla="*/ 1748 h 7987"/>
                    <a:gd name="connsiteX6" fmla="*/ 3450 w 5128"/>
                    <a:gd name="connsiteY6" fmla="*/ 2188 h 7987"/>
                    <a:gd name="connsiteX7" fmla="*/ 5070 w 5128"/>
                    <a:gd name="connsiteY7" fmla="*/ 3635 h 7987"/>
                    <a:gd name="connsiteX8" fmla="*/ 5128 w 5128"/>
                    <a:gd name="connsiteY8" fmla="*/ 4260 h 7987"/>
                    <a:gd name="connsiteX9" fmla="*/ 3623 w 5128"/>
                    <a:gd name="connsiteY9" fmla="*/ 5973 h 79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128" h="7987">
                      <a:moveTo>
                        <a:pt x="3623" y="5973"/>
                      </a:moveTo>
                      <a:lnTo>
                        <a:pt x="1111" y="7987"/>
                      </a:lnTo>
                      <a:lnTo>
                        <a:pt x="0" y="2512"/>
                      </a:lnTo>
                      <a:lnTo>
                        <a:pt x="509" y="243"/>
                      </a:lnTo>
                      <a:lnTo>
                        <a:pt x="637" y="0"/>
                      </a:lnTo>
                      <a:lnTo>
                        <a:pt x="2188" y="1748"/>
                      </a:lnTo>
                      <a:lnTo>
                        <a:pt x="3450" y="2188"/>
                      </a:lnTo>
                      <a:lnTo>
                        <a:pt x="5070" y="3635"/>
                      </a:lnTo>
                      <a:lnTo>
                        <a:pt x="5128" y="4260"/>
                      </a:lnTo>
                      <a:lnTo>
                        <a:pt x="3623" y="597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14" name="Freeform: Shape 413">
                  <a:extLst>
                    <a:ext uri="{FF2B5EF4-FFF2-40B4-BE49-F238E27FC236}">
                      <a16:creationId xmlns:a16="http://schemas.microsoft.com/office/drawing/2014/main" id="{14BC8E6E-45BA-B2DB-F079-597ADB9C75CF}"/>
                    </a:ext>
                  </a:extLst>
                </p:cNvPr>
                <p:cNvSpPr/>
                <p:nvPr/>
              </p:nvSpPr>
              <p:spPr>
                <a:xfrm>
                  <a:off x="9120678" y="2467982"/>
                  <a:ext cx="5868" cy="8681"/>
                </a:xfrm>
                <a:custGeom>
                  <a:avLst/>
                  <a:gdLst>
                    <a:gd name="connsiteX0" fmla="*/ 4133 w 5868"/>
                    <a:gd name="connsiteY0" fmla="*/ 7802 h 8681"/>
                    <a:gd name="connsiteX1" fmla="*/ 2801 w 5868"/>
                    <a:gd name="connsiteY1" fmla="*/ 8682 h 8681"/>
                    <a:gd name="connsiteX2" fmla="*/ 1644 w 5868"/>
                    <a:gd name="connsiteY2" fmla="*/ 6922 h 8681"/>
                    <a:gd name="connsiteX3" fmla="*/ 312 w 5868"/>
                    <a:gd name="connsiteY3" fmla="*/ 4306 h 8681"/>
                    <a:gd name="connsiteX4" fmla="*/ 150 w 5868"/>
                    <a:gd name="connsiteY4" fmla="*/ 2836 h 8681"/>
                    <a:gd name="connsiteX5" fmla="*/ 81 w 5868"/>
                    <a:gd name="connsiteY5" fmla="*/ 2199 h 8681"/>
                    <a:gd name="connsiteX6" fmla="*/ 0 w 5868"/>
                    <a:gd name="connsiteY6" fmla="*/ 0 h 8681"/>
                    <a:gd name="connsiteX7" fmla="*/ 1435 w 5868"/>
                    <a:gd name="connsiteY7" fmla="*/ 2049 h 8681"/>
                    <a:gd name="connsiteX8" fmla="*/ 2361 w 5868"/>
                    <a:gd name="connsiteY8" fmla="*/ 2836 h 8681"/>
                    <a:gd name="connsiteX9" fmla="*/ 5869 w 5868"/>
                    <a:gd name="connsiteY9" fmla="*/ 5799 h 8681"/>
                    <a:gd name="connsiteX10" fmla="*/ 4133 w 5868"/>
                    <a:gd name="connsiteY10" fmla="*/ 7802 h 8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868" h="8681">
                      <a:moveTo>
                        <a:pt x="4133" y="7802"/>
                      </a:moveTo>
                      <a:lnTo>
                        <a:pt x="2801" y="8682"/>
                      </a:lnTo>
                      <a:lnTo>
                        <a:pt x="1644" y="6922"/>
                      </a:lnTo>
                      <a:lnTo>
                        <a:pt x="312" y="4306"/>
                      </a:lnTo>
                      <a:lnTo>
                        <a:pt x="150" y="2836"/>
                      </a:lnTo>
                      <a:lnTo>
                        <a:pt x="81" y="2199"/>
                      </a:lnTo>
                      <a:lnTo>
                        <a:pt x="0" y="0"/>
                      </a:lnTo>
                      <a:lnTo>
                        <a:pt x="1435" y="2049"/>
                      </a:lnTo>
                      <a:lnTo>
                        <a:pt x="2361" y="2836"/>
                      </a:lnTo>
                      <a:lnTo>
                        <a:pt x="5869" y="5799"/>
                      </a:lnTo>
                      <a:lnTo>
                        <a:pt x="4133" y="78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15" name="Freeform: Shape 414">
                  <a:extLst>
                    <a:ext uri="{FF2B5EF4-FFF2-40B4-BE49-F238E27FC236}">
                      <a16:creationId xmlns:a16="http://schemas.microsoft.com/office/drawing/2014/main" id="{0436C42E-87EA-9A6A-352D-E57840DF78C1}"/>
                    </a:ext>
                  </a:extLst>
                </p:cNvPr>
                <p:cNvSpPr/>
                <p:nvPr/>
              </p:nvSpPr>
              <p:spPr>
                <a:xfrm>
                  <a:off x="8430130" y="4582790"/>
                  <a:ext cx="5822" cy="6285"/>
                </a:xfrm>
                <a:custGeom>
                  <a:avLst/>
                  <a:gdLst>
                    <a:gd name="connsiteX0" fmla="*/ 3253 w 5822"/>
                    <a:gd name="connsiteY0" fmla="*/ 6263 h 6285"/>
                    <a:gd name="connsiteX1" fmla="*/ 2269 w 5822"/>
                    <a:gd name="connsiteY1" fmla="*/ 6286 h 6285"/>
                    <a:gd name="connsiteX2" fmla="*/ 0 w 5822"/>
                    <a:gd name="connsiteY2" fmla="*/ 4839 h 6285"/>
                    <a:gd name="connsiteX3" fmla="*/ 104 w 5822"/>
                    <a:gd name="connsiteY3" fmla="*/ 4029 h 6285"/>
                    <a:gd name="connsiteX4" fmla="*/ 1910 w 5822"/>
                    <a:gd name="connsiteY4" fmla="*/ 0 h 6285"/>
                    <a:gd name="connsiteX5" fmla="*/ 2732 w 5822"/>
                    <a:gd name="connsiteY5" fmla="*/ 463 h 6285"/>
                    <a:gd name="connsiteX6" fmla="*/ 5151 w 5822"/>
                    <a:gd name="connsiteY6" fmla="*/ 2894 h 6285"/>
                    <a:gd name="connsiteX7" fmla="*/ 5823 w 5822"/>
                    <a:gd name="connsiteY7" fmla="*/ 3739 h 6285"/>
                    <a:gd name="connsiteX8" fmla="*/ 5776 w 5822"/>
                    <a:gd name="connsiteY8" fmla="*/ 3797 h 6285"/>
                    <a:gd name="connsiteX9" fmla="*/ 3253 w 5822"/>
                    <a:gd name="connsiteY9" fmla="*/ 6263 h 6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822" h="6285">
                      <a:moveTo>
                        <a:pt x="3253" y="6263"/>
                      </a:moveTo>
                      <a:lnTo>
                        <a:pt x="2269" y="6286"/>
                      </a:lnTo>
                      <a:lnTo>
                        <a:pt x="0" y="4839"/>
                      </a:lnTo>
                      <a:lnTo>
                        <a:pt x="104" y="4029"/>
                      </a:lnTo>
                      <a:lnTo>
                        <a:pt x="1910" y="0"/>
                      </a:lnTo>
                      <a:lnTo>
                        <a:pt x="2732" y="463"/>
                      </a:lnTo>
                      <a:lnTo>
                        <a:pt x="5151" y="2894"/>
                      </a:lnTo>
                      <a:lnTo>
                        <a:pt x="5823" y="3739"/>
                      </a:lnTo>
                      <a:lnTo>
                        <a:pt x="5776" y="3797"/>
                      </a:lnTo>
                      <a:lnTo>
                        <a:pt x="3253" y="626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16" name="Freeform: Shape 415">
                  <a:extLst>
                    <a:ext uri="{FF2B5EF4-FFF2-40B4-BE49-F238E27FC236}">
                      <a16:creationId xmlns:a16="http://schemas.microsoft.com/office/drawing/2014/main" id="{AADF93CB-C766-E19B-8CB8-EAF8B7BFC11A}"/>
                    </a:ext>
                  </a:extLst>
                </p:cNvPr>
                <p:cNvSpPr/>
                <p:nvPr/>
              </p:nvSpPr>
              <p:spPr>
                <a:xfrm>
                  <a:off x="8431982" y="2971150"/>
                  <a:ext cx="4329" cy="7871"/>
                </a:xfrm>
                <a:custGeom>
                  <a:avLst/>
                  <a:gdLst>
                    <a:gd name="connsiteX0" fmla="*/ 2720 w 4329"/>
                    <a:gd name="connsiteY0" fmla="*/ 544 h 7871"/>
                    <a:gd name="connsiteX1" fmla="*/ 4156 w 4329"/>
                    <a:gd name="connsiteY1" fmla="*/ 3947 h 7871"/>
                    <a:gd name="connsiteX2" fmla="*/ 4329 w 4329"/>
                    <a:gd name="connsiteY2" fmla="*/ 4769 h 7871"/>
                    <a:gd name="connsiteX3" fmla="*/ 1875 w 4329"/>
                    <a:gd name="connsiteY3" fmla="*/ 7872 h 7871"/>
                    <a:gd name="connsiteX4" fmla="*/ 0 w 4329"/>
                    <a:gd name="connsiteY4" fmla="*/ 6714 h 7871"/>
                    <a:gd name="connsiteX5" fmla="*/ 1181 w 4329"/>
                    <a:gd name="connsiteY5" fmla="*/ 0 h 7871"/>
                    <a:gd name="connsiteX6" fmla="*/ 2720 w 4329"/>
                    <a:gd name="connsiteY6" fmla="*/ 544 h 7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329" h="7871">
                      <a:moveTo>
                        <a:pt x="2720" y="544"/>
                      </a:moveTo>
                      <a:lnTo>
                        <a:pt x="4156" y="3947"/>
                      </a:lnTo>
                      <a:lnTo>
                        <a:pt x="4329" y="4769"/>
                      </a:lnTo>
                      <a:lnTo>
                        <a:pt x="1875" y="7872"/>
                      </a:lnTo>
                      <a:lnTo>
                        <a:pt x="0" y="6714"/>
                      </a:lnTo>
                      <a:lnTo>
                        <a:pt x="1181" y="0"/>
                      </a:lnTo>
                      <a:lnTo>
                        <a:pt x="2720" y="54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17" name="Freeform: Shape 416">
                  <a:extLst>
                    <a:ext uri="{FF2B5EF4-FFF2-40B4-BE49-F238E27FC236}">
                      <a16:creationId xmlns:a16="http://schemas.microsoft.com/office/drawing/2014/main" id="{7D60CD57-8A36-783E-24F4-F324C942E7B6}"/>
                    </a:ext>
                  </a:extLst>
                </p:cNvPr>
                <p:cNvSpPr/>
                <p:nvPr/>
              </p:nvSpPr>
              <p:spPr>
                <a:xfrm>
                  <a:off x="9297349" y="2311314"/>
                  <a:ext cx="7269" cy="5660"/>
                </a:xfrm>
                <a:custGeom>
                  <a:avLst/>
                  <a:gdLst>
                    <a:gd name="connsiteX0" fmla="*/ 3149 w 7269"/>
                    <a:gd name="connsiteY0" fmla="*/ 2651 h 5660"/>
                    <a:gd name="connsiteX1" fmla="*/ 4734 w 7269"/>
                    <a:gd name="connsiteY1" fmla="*/ 0 h 5660"/>
                    <a:gd name="connsiteX2" fmla="*/ 6494 w 7269"/>
                    <a:gd name="connsiteY2" fmla="*/ 787 h 5660"/>
                    <a:gd name="connsiteX3" fmla="*/ 7270 w 7269"/>
                    <a:gd name="connsiteY3" fmla="*/ 5256 h 5660"/>
                    <a:gd name="connsiteX4" fmla="*/ 4561 w 7269"/>
                    <a:gd name="connsiteY4" fmla="*/ 5661 h 5660"/>
                    <a:gd name="connsiteX5" fmla="*/ 3774 w 7269"/>
                    <a:gd name="connsiteY5" fmla="*/ 5117 h 5660"/>
                    <a:gd name="connsiteX6" fmla="*/ 2489 w 7269"/>
                    <a:gd name="connsiteY6" fmla="*/ 2975 h 5660"/>
                    <a:gd name="connsiteX7" fmla="*/ 949 w 7269"/>
                    <a:gd name="connsiteY7" fmla="*/ 5348 h 5660"/>
                    <a:gd name="connsiteX8" fmla="*/ 0 w 7269"/>
                    <a:gd name="connsiteY8" fmla="*/ 3137 h 5660"/>
                    <a:gd name="connsiteX9" fmla="*/ 3149 w 7269"/>
                    <a:gd name="connsiteY9" fmla="*/ 2651 h 5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269" h="5660">
                      <a:moveTo>
                        <a:pt x="3149" y="2651"/>
                      </a:moveTo>
                      <a:lnTo>
                        <a:pt x="4734" y="0"/>
                      </a:lnTo>
                      <a:lnTo>
                        <a:pt x="6494" y="787"/>
                      </a:lnTo>
                      <a:lnTo>
                        <a:pt x="7270" y="5256"/>
                      </a:lnTo>
                      <a:lnTo>
                        <a:pt x="4561" y="5661"/>
                      </a:lnTo>
                      <a:lnTo>
                        <a:pt x="3774" y="5117"/>
                      </a:lnTo>
                      <a:lnTo>
                        <a:pt x="2489" y="2975"/>
                      </a:lnTo>
                      <a:lnTo>
                        <a:pt x="949" y="5348"/>
                      </a:lnTo>
                      <a:lnTo>
                        <a:pt x="0" y="3137"/>
                      </a:lnTo>
                      <a:lnTo>
                        <a:pt x="3149" y="265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18" name="Freeform: Shape 417">
                  <a:extLst>
                    <a:ext uri="{FF2B5EF4-FFF2-40B4-BE49-F238E27FC236}">
                      <a16:creationId xmlns:a16="http://schemas.microsoft.com/office/drawing/2014/main" id="{0C501FBB-8E92-F510-1D47-8710C24846C7}"/>
                    </a:ext>
                  </a:extLst>
                </p:cNvPr>
                <p:cNvSpPr/>
                <p:nvPr/>
              </p:nvSpPr>
              <p:spPr>
                <a:xfrm>
                  <a:off x="9664894" y="1725320"/>
                  <a:ext cx="5359" cy="7697"/>
                </a:xfrm>
                <a:custGeom>
                  <a:avLst/>
                  <a:gdLst>
                    <a:gd name="connsiteX0" fmla="*/ 1181 w 5359"/>
                    <a:gd name="connsiteY0" fmla="*/ 1945 h 7697"/>
                    <a:gd name="connsiteX1" fmla="*/ 2014 w 5359"/>
                    <a:gd name="connsiteY1" fmla="*/ 0 h 7697"/>
                    <a:gd name="connsiteX2" fmla="*/ 5359 w 5359"/>
                    <a:gd name="connsiteY2" fmla="*/ 3010 h 7697"/>
                    <a:gd name="connsiteX3" fmla="*/ 3808 w 5359"/>
                    <a:gd name="connsiteY3" fmla="*/ 5568 h 7697"/>
                    <a:gd name="connsiteX4" fmla="*/ 2512 w 5359"/>
                    <a:gd name="connsiteY4" fmla="*/ 7698 h 7697"/>
                    <a:gd name="connsiteX5" fmla="*/ 2442 w 5359"/>
                    <a:gd name="connsiteY5" fmla="*/ 7432 h 7697"/>
                    <a:gd name="connsiteX6" fmla="*/ 2604 w 5359"/>
                    <a:gd name="connsiteY6" fmla="*/ 5568 h 7697"/>
                    <a:gd name="connsiteX7" fmla="*/ 1018 w 5359"/>
                    <a:gd name="connsiteY7" fmla="*/ 7235 h 7697"/>
                    <a:gd name="connsiteX8" fmla="*/ 961 w 5359"/>
                    <a:gd name="connsiteY8" fmla="*/ 7200 h 7697"/>
                    <a:gd name="connsiteX9" fmla="*/ 1528 w 5359"/>
                    <a:gd name="connsiteY9" fmla="*/ 5962 h 7697"/>
                    <a:gd name="connsiteX10" fmla="*/ 428 w 5359"/>
                    <a:gd name="connsiteY10" fmla="*/ 5568 h 7697"/>
                    <a:gd name="connsiteX11" fmla="*/ 0 w 5359"/>
                    <a:gd name="connsiteY11" fmla="*/ 5417 h 7697"/>
                    <a:gd name="connsiteX12" fmla="*/ 1181 w 5359"/>
                    <a:gd name="connsiteY12" fmla="*/ 1945 h 76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359" h="7697">
                      <a:moveTo>
                        <a:pt x="1181" y="1945"/>
                      </a:moveTo>
                      <a:lnTo>
                        <a:pt x="2014" y="0"/>
                      </a:lnTo>
                      <a:lnTo>
                        <a:pt x="5359" y="3010"/>
                      </a:lnTo>
                      <a:lnTo>
                        <a:pt x="3808" y="5568"/>
                      </a:lnTo>
                      <a:lnTo>
                        <a:pt x="2512" y="7698"/>
                      </a:lnTo>
                      <a:lnTo>
                        <a:pt x="2442" y="7432"/>
                      </a:lnTo>
                      <a:lnTo>
                        <a:pt x="2604" y="5568"/>
                      </a:lnTo>
                      <a:lnTo>
                        <a:pt x="1018" y="7235"/>
                      </a:lnTo>
                      <a:lnTo>
                        <a:pt x="961" y="7200"/>
                      </a:lnTo>
                      <a:lnTo>
                        <a:pt x="1528" y="5962"/>
                      </a:lnTo>
                      <a:lnTo>
                        <a:pt x="428" y="5568"/>
                      </a:lnTo>
                      <a:lnTo>
                        <a:pt x="0" y="5417"/>
                      </a:lnTo>
                      <a:lnTo>
                        <a:pt x="1181" y="194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19" name="Freeform: Shape 418">
                  <a:extLst>
                    <a:ext uri="{FF2B5EF4-FFF2-40B4-BE49-F238E27FC236}">
                      <a16:creationId xmlns:a16="http://schemas.microsoft.com/office/drawing/2014/main" id="{CB1EC227-3B04-2638-27ED-B57ACBD54070}"/>
                    </a:ext>
                  </a:extLst>
                </p:cNvPr>
                <p:cNvSpPr/>
                <p:nvPr/>
              </p:nvSpPr>
              <p:spPr>
                <a:xfrm>
                  <a:off x="8144576" y="3853464"/>
                  <a:ext cx="7848" cy="4445"/>
                </a:xfrm>
                <a:custGeom>
                  <a:avLst/>
                  <a:gdLst>
                    <a:gd name="connsiteX0" fmla="*/ 6517 w 7848"/>
                    <a:gd name="connsiteY0" fmla="*/ 4422 h 4445"/>
                    <a:gd name="connsiteX1" fmla="*/ 6378 w 7848"/>
                    <a:gd name="connsiteY1" fmla="*/ 4445 h 4445"/>
                    <a:gd name="connsiteX2" fmla="*/ 0 w 7848"/>
                    <a:gd name="connsiteY2" fmla="*/ 3357 h 4445"/>
                    <a:gd name="connsiteX3" fmla="*/ 2825 w 7848"/>
                    <a:gd name="connsiteY3" fmla="*/ 729 h 4445"/>
                    <a:gd name="connsiteX4" fmla="*/ 3762 w 7848"/>
                    <a:gd name="connsiteY4" fmla="*/ 0 h 4445"/>
                    <a:gd name="connsiteX5" fmla="*/ 7849 w 7848"/>
                    <a:gd name="connsiteY5" fmla="*/ 1852 h 4445"/>
                    <a:gd name="connsiteX6" fmla="*/ 7640 w 7848"/>
                    <a:gd name="connsiteY6" fmla="*/ 2628 h 4445"/>
                    <a:gd name="connsiteX7" fmla="*/ 6517 w 7848"/>
                    <a:gd name="connsiteY7" fmla="*/ 4422 h 44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848" h="4445">
                      <a:moveTo>
                        <a:pt x="6517" y="4422"/>
                      </a:moveTo>
                      <a:lnTo>
                        <a:pt x="6378" y="4445"/>
                      </a:lnTo>
                      <a:lnTo>
                        <a:pt x="0" y="3357"/>
                      </a:lnTo>
                      <a:lnTo>
                        <a:pt x="2825" y="729"/>
                      </a:lnTo>
                      <a:lnTo>
                        <a:pt x="3762" y="0"/>
                      </a:lnTo>
                      <a:lnTo>
                        <a:pt x="7849" y="1852"/>
                      </a:lnTo>
                      <a:lnTo>
                        <a:pt x="7640" y="2628"/>
                      </a:lnTo>
                      <a:lnTo>
                        <a:pt x="6517" y="44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20" name="Freeform: Shape 419">
                  <a:extLst>
                    <a:ext uri="{FF2B5EF4-FFF2-40B4-BE49-F238E27FC236}">
                      <a16:creationId xmlns:a16="http://schemas.microsoft.com/office/drawing/2014/main" id="{AFEA7229-9B49-5F77-8A04-A071E76CCFF7}"/>
                    </a:ext>
                  </a:extLst>
                </p:cNvPr>
                <p:cNvSpPr/>
                <p:nvPr/>
              </p:nvSpPr>
              <p:spPr>
                <a:xfrm>
                  <a:off x="7807371" y="3232731"/>
                  <a:ext cx="6702" cy="5961"/>
                </a:xfrm>
                <a:custGeom>
                  <a:avLst/>
                  <a:gdLst>
                    <a:gd name="connsiteX0" fmla="*/ 0 w 6702"/>
                    <a:gd name="connsiteY0" fmla="*/ 764 h 5961"/>
                    <a:gd name="connsiteX1" fmla="*/ 556 w 6702"/>
                    <a:gd name="connsiteY1" fmla="*/ 266 h 5961"/>
                    <a:gd name="connsiteX2" fmla="*/ 2107 w 6702"/>
                    <a:gd name="connsiteY2" fmla="*/ 0 h 5961"/>
                    <a:gd name="connsiteX3" fmla="*/ 4769 w 6702"/>
                    <a:gd name="connsiteY3" fmla="*/ 2894 h 5961"/>
                    <a:gd name="connsiteX4" fmla="*/ 6702 w 6702"/>
                    <a:gd name="connsiteY4" fmla="*/ 2697 h 5961"/>
                    <a:gd name="connsiteX5" fmla="*/ 6644 w 6702"/>
                    <a:gd name="connsiteY5" fmla="*/ 5962 h 5961"/>
                    <a:gd name="connsiteX6" fmla="*/ 2581 w 6702"/>
                    <a:gd name="connsiteY6" fmla="*/ 5950 h 5961"/>
                    <a:gd name="connsiteX7" fmla="*/ 2732 w 6702"/>
                    <a:gd name="connsiteY7" fmla="*/ 3403 h 5961"/>
                    <a:gd name="connsiteX8" fmla="*/ 0 w 6702"/>
                    <a:gd name="connsiteY8" fmla="*/ 764 h 59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702" h="5961">
                      <a:moveTo>
                        <a:pt x="0" y="764"/>
                      </a:moveTo>
                      <a:lnTo>
                        <a:pt x="556" y="266"/>
                      </a:lnTo>
                      <a:lnTo>
                        <a:pt x="2107" y="0"/>
                      </a:lnTo>
                      <a:lnTo>
                        <a:pt x="4769" y="2894"/>
                      </a:lnTo>
                      <a:lnTo>
                        <a:pt x="6702" y="2697"/>
                      </a:lnTo>
                      <a:lnTo>
                        <a:pt x="6644" y="5962"/>
                      </a:lnTo>
                      <a:lnTo>
                        <a:pt x="2581" y="5950"/>
                      </a:lnTo>
                      <a:lnTo>
                        <a:pt x="2732" y="3403"/>
                      </a:lnTo>
                      <a:lnTo>
                        <a:pt x="0" y="76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21" name="Freeform: Shape 420">
                  <a:extLst>
                    <a:ext uri="{FF2B5EF4-FFF2-40B4-BE49-F238E27FC236}">
                      <a16:creationId xmlns:a16="http://schemas.microsoft.com/office/drawing/2014/main" id="{5AF332DA-89C8-EF92-FA22-0C709F3058F8}"/>
                    </a:ext>
                  </a:extLst>
                </p:cNvPr>
                <p:cNvSpPr/>
                <p:nvPr/>
              </p:nvSpPr>
              <p:spPr>
                <a:xfrm>
                  <a:off x="9138284" y="2314266"/>
                  <a:ext cx="5556" cy="5348"/>
                </a:xfrm>
                <a:custGeom>
                  <a:avLst/>
                  <a:gdLst>
                    <a:gd name="connsiteX0" fmla="*/ 4711 w 5556"/>
                    <a:gd name="connsiteY0" fmla="*/ 4109 h 5348"/>
                    <a:gd name="connsiteX1" fmla="*/ 3230 w 5556"/>
                    <a:gd name="connsiteY1" fmla="*/ 5348 h 5348"/>
                    <a:gd name="connsiteX2" fmla="*/ 0 w 5556"/>
                    <a:gd name="connsiteY2" fmla="*/ 3728 h 5348"/>
                    <a:gd name="connsiteX3" fmla="*/ 891 w 5556"/>
                    <a:gd name="connsiteY3" fmla="*/ 0 h 5348"/>
                    <a:gd name="connsiteX4" fmla="*/ 5359 w 5556"/>
                    <a:gd name="connsiteY4" fmla="*/ 1296 h 5348"/>
                    <a:gd name="connsiteX5" fmla="*/ 5556 w 5556"/>
                    <a:gd name="connsiteY5" fmla="*/ 2396 h 5348"/>
                    <a:gd name="connsiteX6" fmla="*/ 4711 w 5556"/>
                    <a:gd name="connsiteY6" fmla="*/ 4109 h 53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556" h="5348">
                      <a:moveTo>
                        <a:pt x="4711" y="4109"/>
                      </a:moveTo>
                      <a:lnTo>
                        <a:pt x="3230" y="5348"/>
                      </a:lnTo>
                      <a:lnTo>
                        <a:pt x="0" y="3728"/>
                      </a:lnTo>
                      <a:lnTo>
                        <a:pt x="891" y="0"/>
                      </a:lnTo>
                      <a:lnTo>
                        <a:pt x="5359" y="1296"/>
                      </a:lnTo>
                      <a:lnTo>
                        <a:pt x="5556" y="2396"/>
                      </a:lnTo>
                      <a:lnTo>
                        <a:pt x="4711" y="410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22" name="Freeform: Shape 421">
                  <a:extLst>
                    <a:ext uri="{FF2B5EF4-FFF2-40B4-BE49-F238E27FC236}">
                      <a16:creationId xmlns:a16="http://schemas.microsoft.com/office/drawing/2014/main" id="{86F2B151-3A04-F3F3-F7C8-C11C47BC5825}"/>
                    </a:ext>
                  </a:extLst>
                </p:cNvPr>
                <p:cNvSpPr/>
                <p:nvPr/>
              </p:nvSpPr>
              <p:spPr>
                <a:xfrm>
                  <a:off x="8007367" y="3222243"/>
                  <a:ext cx="4097" cy="7941"/>
                </a:xfrm>
                <a:custGeom>
                  <a:avLst/>
                  <a:gdLst>
                    <a:gd name="connsiteX0" fmla="*/ 0 w 4097"/>
                    <a:gd name="connsiteY0" fmla="*/ 4179 h 7941"/>
                    <a:gd name="connsiteX1" fmla="*/ 996 w 4097"/>
                    <a:gd name="connsiteY1" fmla="*/ 799 h 7941"/>
                    <a:gd name="connsiteX2" fmla="*/ 1864 w 4097"/>
                    <a:gd name="connsiteY2" fmla="*/ 0 h 7941"/>
                    <a:gd name="connsiteX3" fmla="*/ 4098 w 4097"/>
                    <a:gd name="connsiteY3" fmla="*/ 7941 h 7941"/>
                    <a:gd name="connsiteX4" fmla="*/ 336 w 4097"/>
                    <a:gd name="connsiteY4" fmla="*/ 7559 h 7941"/>
                    <a:gd name="connsiteX5" fmla="*/ 0 w 4097"/>
                    <a:gd name="connsiteY5" fmla="*/ 4179 h 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097" h="7941">
                      <a:moveTo>
                        <a:pt x="0" y="4179"/>
                      </a:moveTo>
                      <a:lnTo>
                        <a:pt x="996" y="799"/>
                      </a:lnTo>
                      <a:lnTo>
                        <a:pt x="1864" y="0"/>
                      </a:lnTo>
                      <a:lnTo>
                        <a:pt x="4098" y="7941"/>
                      </a:lnTo>
                      <a:lnTo>
                        <a:pt x="336" y="7559"/>
                      </a:lnTo>
                      <a:lnTo>
                        <a:pt x="0" y="417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23" name="Freeform: Shape 422">
                  <a:extLst>
                    <a:ext uri="{FF2B5EF4-FFF2-40B4-BE49-F238E27FC236}">
                      <a16:creationId xmlns:a16="http://schemas.microsoft.com/office/drawing/2014/main" id="{598FDD5A-9E02-BF8E-F9F4-60AB54055CD7}"/>
                    </a:ext>
                  </a:extLst>
                </p:cNvPr>
                <p:cNvSpPr/>
                <p:nvPr/>
              </p:nvSpPr>
              <p:spPr>
                <a:xfrm>
                  <a:off x="7777112" y="3426707"/>
                  <a:ext cx="8369" cy="4653"/>
                </a:xfrm>
                <a:custGeom>
                  <a:avLst/>
                  <a:gdLst>
                    <a:gd name="connsiteX0" fmla="*/ 0 w 8369"/>
                    <a:gd name="connsiteY0" fmla="*/ 2211 h 4653"/>
                    <a:gd name="connsiteX1" fmla="*/ 336 w 8369"/>
                    <a:gd name="connsiteY1" fmla="*/ 0 h 4653"/>
                    <a:gd name="connsiteX2" fmla="*/ 6494 w 8369"/>
                    <a:gd name="connsiteY2" fmla="*/ 2281 h 4653"/>
                    <a:gd name="connsiteX3" fmla="*/ 8369 w 8369"/>
                    <a:gd name="connsiteY3" fmla="*/ 4584 h 4653"/>
                    <a:gd name="connsiteX4" fmla="*/ 4850 w 8369"/>
                    <a:gd name="connsiteY4" fmla="*/ 4468 h 4653"/>
                    <a:gd name="connsiteX5" fmla="*/ 3507 w 8369"/>
                    <a:gd name="connsiteY5" fmla="*/ 2663 h 4653"/>
                    <a:gd name="connsiteX6" fmla="*/ 2720 w 8369"/>
                    <a:gd name="connsiteY6" fmla="*/ 4654 h 4653"/>
                    <a:gd name="connsiteX7" fmla="*/ 0 w 8369"/>
                    <a:gd name="connsiteY7" fmla="*/ 2211 h 4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369" h="4653">
                      <a:moveTo>
                        <a:pt x="0" y="2211"/>
                      </a:moveTo>
                      <a:lnTo>
                        <a:pt x="336" y="0"/>
                      </a:lnTo>
                      <a:lnTo>
                        <a:pt x="6494" y="2281"/>
                      </a:lnTo>
                      <a:lnTo>
                        <a:pt x="8369" y="4584"/>
                      </a:lnTo>
                      <a:lnTo>
                        <a:pt x="4850" y="4468"/>
                      </a:lnTo>
                      <a:lnTo>
                        <a:pt x="3507" y="2663"/>
                      </a:lnTo>
                      <a:lnTo>
                        <a:pt x="2720" y="4654"/>
                      </a:lnTo>
                      <a:lnTo>
                        <a:pt x="0" y="221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24" name="Freeform: Shape 423">
                  <a:extLst>
                    <a:ext uri="{FF2B5EF4-FFF2-40B4-BE49-F238E27FC236}">
                      <a16:creationId xmlns:a16="http://schemas.microsoft.com/office/drawing/2014/main" id="{2B02BB9D-D058-8BF7-D3ED-B5D3E363E18A}"/>
                    </a:ext>
                  </a:extLst>
                </p:cNvPr>
                <p:cNvSpPr/>
                <p:nvPr/>
              </p:nvSpPr>
              <p:spPr>
                <a:xfrm>
                  <a:off x="8090193" y="3858430"/>
                  <a:ext cx="4665" cy="5567"/>
                </a:xfrm>
                <a:custGeom>
                  <a:avLst/>
                  <a:gdLst>
                    <a:gd name="connsiteX0" fmla="*/ 3762 w 4665"/>
                    <a:gd name="connsiteY0" fmla="*/ 1319 h 5567"/>
                    <a:gd name="connsiteX1" fmla="*/ 4515 w 4665"/>
                    <a:gd name="connsiteY1" fmla="*/ 1678 h 5567"/>
                    <a:gd name="connsiteX2" fmla="*/ 4665 w 4665"/>
                    <a:gd name="connsiteY2" fmla="*/ 4804 h 5567"/>
                    <a:gd name="connsiteX3" fmla="*/ 1829 w 4665"/>
                    <a:gd name="connsiteY3" fmla="*/ 5568 h 5567"/>
                    <a:gd name="connsiteX4" fmla="*/ 0 w 4665"/>
                    <a:gd name="connsiteY4" fmla="*/ 3496 h 5567"/>
                    <a:gd name="connsiteX5" fmla="*/ 35 w 4665"/>
                    <a:gd name="connsiteY5" fmla="*/ 1748 h 5567"/>
                    <a:gd name="connsiteX6" fmla="*/ 139 w 4665"/>
                    <a:gd name="connsiteY6" fmla="*/ 0 h 5567"/>
                    <a:gd name="connsiteX7" fmla="*/ 3762 w 4665"/>
                    <a:gd name="connsiteY7" fmla="*/ 1319 h 55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665" h="5567">
                      <a:moveTo>
                        <a:pt x="3762" y="1319"/>
                      </a:moveTo>
                      <a:lnTo>
                        <a:pt x="4515" y="1678"/>
                      </a:lnTo>
                      <a:lnTo>
                        <a:pt x="4665" y="4804"/>
                      </a:lnTo>
                      <a:lnTo>
                        <a:pt x="1829" y="5568"/>
                      </a:lnTo>
                      <a:lnTo>
                        <a:pt x="0" y="3496"/>
                      </a:lnTo>
                      <a:lnTo>
                        <a:pt x="35" y="1748"/>
                      </a:lnTo>
                      <a:lnTo>
                        <a:pt x="139" y="0"/>
                      </a:lnTo>
                      <a:lnTo>
                        <a:pt x="3762" y="131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25" name="Freeform: Shape 424">
                  <a:extLst>
                    <a:ext uri="{FF2B5EF4-FFF2-40B4-BE49-F238E27FC236}">
                      <a16:creationId xmlns:a16="http://schemas.microsoft.com/office/drawing/2014/main" id="{A123BEF0-25CD-1842-0DB7-0D1F4BCA0729}"/>
                    </a:ext>
                  </a:extLst>
                </p:cNvPr>
                <p:cNvSpPr/>
                <p:nvPr/>
              </p:nvSpPr>
              <p:spPr>
                <a:xfrm>
                  <a:off x="9152002" y="2547948"/>
                  <a:ext cx="6378" cy="9168"/>
                </a:xfrm>
                <a:custGeom>
                  <a:avLst/>
                  <a:gdLst>
                    <a:gd name="connsiteX0" fmla="*/ 5394 w 6378"/>
                    <a:gd name="connsiteY0" fmla="*/ 7212 h 9168"/>
                    <a:gd name="connsiteX1" fmla="*/ 0 w 6378"/>
                    <a:gd name="connsiteY1" fmla="*/ 9168 h 9168"/>
                    <a:gd name="connsiteX2" fmla="*/ 845 w 6378"/>
                    <a:gd name="connsiteY2" fmla="*/ 7953 h 9168"/>
                    <a:gd name="connsiteX3" fmla="*/ 1783 w 6378"/>
                    <a:gd name="connsiteY3" fmla="*/ 7027 h 9168"/>
                    <a:gd name="connsiteX4" fmla="*/ 1875 w 6378"/>
                    <a:gd name="connsiteY4" fmla="*/ 6471 h 9168"/>
                    <a:gd name="connsiteX5" fmla="*/ 6378 w 6378"/>
                    <a:gd name="connsiteY5" fmla="*/ 0 h 9168"/>
                    <a:gd name="connsiteX6" fmla="*/ 5394 w 6378"/>
                    <a:gd name="connsiteY6" fmla="*/ 7212 h 91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8" h="9168">
                      <a:moveTo>
                        <a:pt x="5394" y="7212"/>
                      </a:moveTo>
                      <a:lnTo>
                        <a:pt x="0" y="9168"/>
                      </a:lnTo>
                      <a:lnTo>
                        <a:pt x="845" y="7953"/>
                      </a:lnTo>
                      <a:lnTo>
                        <a:pt x="1783" y="7027"/>
                      </a:lnTo>
                      <a:lnTo>
                        <a:pt x="1875" y="6471"/>
                      </a:lnTo>
                      <a:lnTo>
                        <a:pt x="6378" y="0"/>
                      </a:lnTo>
                      <a:lnTo>
                        <a:pt x="5394" y="72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26" name="Freeform: Shape 425">
                  <a:extLst>
                    <a:ext uri="{FF2B5EF4-FFF2-40B4-BE49-F238E27FC236}">
                      <a16:creationId xmlns:a16="http://schemas.microsoft.com/office/drawing/2014/main" id="{338A0209-8B15-6A87-2D37-73C5D112954E}"/>
                    </a:ext>
                  </a:extLst>
                </p:cNvPr>
                <p:cNvSpPr/>
                <p:nvPr/>
              </p:nvSpPr>
              <p:spPr>
                <a:xfrm>
                  <a:off x="9662220" y="1742568"/>
                  <a:ext cx="5683" cy="6216"/>
                </a:xfrm>
                <a:custGeom>
                  <a:avLst/>
                  <a:gdLst>
                    <a:gd name="connsiteX0" fmla="*/ 4202 w 5683"/>
                    <a:gd name="connsiteY0" fmla="*/ 3994 h 6216"/>
                    <a:gd name="connsiteX1" fmla="*/ 1192 w 5683"/>
                    <a:gd name="connsiteY1" fmla="*/ 6216 h 6216"/>
                    <a:gd name="connsiteX2" fmla="*/ 0 w 5683"/>
                    <a:gd name="connsiteY2" fmla="*/ 2547 h 6216"/>
                    <a:gd name="connsiteX3" fmla="*/ 2940 w 5683"/>
                    <a:gd name="connsiteY3" fmla="*/ 23 h 6216"/>
                    <a:gd name="connsiteX4" fmla="*/ 3010 w 5683"/>
                    <a:gd name="connsiteY4" fmla="*/ 0 h 6216"/>
                    <a:gd name="connsiteX5" fmla="*/ 4110 w 5683"/>
                    <a:gd name="connsiteY5" fmla="*/ 1065 h 6216"/>
                    <a:gd name="connsiteX6" fmla="*/ 5684 w 5683"/>
                    <a:gd name="connsiteY6" fmla="*/ 2720 h 6216"/>
                    <a:gd name="connsiteX7" fmla="*/ 4202 w 5683"/>
                    <a:gd name="connsiteY7" fmla="*/ 3994 h 62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683" h="6216">
                      <a:moveTo>
                        <a:pt x="4202" y="3994"/>
                      </a:moveTo>
                      <a:lnTo>
                        <a:pt x="1192" y="6216"/>
                      </a:lnTo>
                      <a:lnTo>
                        <a:pt x="0" y="2547"/>
                      </a:lnTo>
                      <a:lnTo>
                        <a:pt x="2940" y="23"/>
                      </a:lnTo>
                      <a:lnTo>
                        <a:pt x="3010" y="0"/>
                      </a:lnTo>
                      <a:lnTo>
                        <a:pt x="4110" y="1065"/>
                      </a:lnTo>
                      <a:lnTo>
                        <a:pt x="5684" y="2720"/>
                      </a:lnTo>
                      <a:lnTo>
                        <a:pt x="4202" y="39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27" name="Freeform: Shape 426">
                  <a:extLst>
                    <a:ext uri="{FF2B5EF4-FFF2-40B4-BE49-F238E27FC236}">
                      <a16:creationId xmlns:a16="http://schemas.microsoft.com/office/drawing/2014/main" id="{66990725-C45E-51DF-1BBF-259AC6880B69}"/>
                    </a:ext>
                  </a:extLst>
                </p:cNvPr>
                <p:cNvSpPr/>
                <p:nvPr/>
              </p:nvSpPr>
              <p:spPr>
                <a:xfrm>
                  <a:off x="7884767" y="3132426"/>
                  <a:ext cx="4653" cy="7096"/>
                </a:xfrm>
                <a:custGeom>
                  <a:avLst/>
                  <a:gdLst>
                    <a:gd name="connsiteX0" fmla="*/ 1852 w 4653"/>
                    <a:gd name="connsiteY0" fmla="*/ 984 h 7096"/>
                    <a:gd name="connsiteX1" fmla="*/ 2350 w 4653"/>
                    <a:gd name="connsiteY1" fmla="*/ 0 h 7096"/>
                    <a:gd name="connsiteX2" fmla="*/ 2801 w 4653"/>
                    <a:gd name="connsiteY2" fmla="*/ 266 h 7096"/>
                    <a:gd name="connsiteX3" fmla="*/ 4654 w 4653"/>
                    <a:gd name="connsiteY3" fmla="*/ 2489 h 7096"/>
                    <a:gd name="connsiteX4" fmla="*/ 4654 w 4653"/>
                    <a:gd name="connsiteY4" fmla="*/ 2558 h 7096"/>
                    <a:gd name="connsiteX5" fmla="*/ 3542 w 4653"/>
                    <a:gd name="connsiteY5" fmla="*/ 7096 h 7096"/>
                    <a:gd name="connsiteX6" fmla="*/ 3369 w 4653"/>
                    <a:gd name="connsiteY6" fmla="*/ 7015 h 7096"/>
                    <a:gd name="connsiteX7" fmla="*/ 0 w 4653"/>
                    <a:gd name="connsiteY7" fmla="*/ 4561 h 7096"/>
                    <a:gd name="connsiteX8" fmla="*/ 1320 w 4653"/>
                    <a:gd name="connsiteY8" fmla="*/ 2014 h 7096"/>
                    <a:gd name="connsiteX9" fmla="*/ 1875 w 4653"/>
                    <a:gd name="connsiteY9" fmla="*/ 2350 h 7096"/>
                    <a:gd name="connsiteX10" fmla="*/ 1852 w 4653"/>
                    <a:gd name="connsiteY10" fmla="*/ 984 h 7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53" h="7096">
                      <a:moveTo>
                        <a:pt x="1852" y="984"/>
                      </a:moveTo>
                      <a:lnTo>
                        <a:pt x="2350" y="0"/>
                      </a:lnTo>
                      <a:lnTo>
                        <a:pt x="2801" y="266"/>
                      </a:lnTo>
                      <a:lnTo>
                        <a:pt x="4654" y="2489"/>
                      </a:lnTo>
                      <a:lnTo>
                        <a:pt x="4654" y="2558"/>
                      </a:lnTo>
                      <a:lnTo>
                        <a:pt x="3542" y="7096"/>
                      </a:lnTo>
                      <a:lnTo>
                        <a:pt x="3369" y="7015"/>
                      </a:lnTo>
                      <a:lnTo>
                        <a:pt x="0" y="4561"/>
                      </a:lnTo>
                      <a:lnTo>
                        <a:pt x="1320" y="2014"/>
                      </a:lnTo>
                      <a:lnTo>
                        <a:pt x="1875" y="2350"/>
                      </a:lnTo>
                      <a:lnTo>
                        <a:pt x="1852" y="98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28" name="Freeform: Shape 427">
                  <a:extLst>
                    <a:ext uri="{FF2B5EF4-FFF2-40B4-BE49-F238E27FC236}">
                      <a16:creationId xmlns:a16="http://schemas.microsoft.com/office/drawing/2014/main" id="{B9EB2D75-E6F2-2B1B-46EE-917A38CDECDF}"/>
                    </a:ext>
                  </a:extLst>
                </p:cNvPr>
                <p:cNvSpPr/>
                <p:nvPr/>
              </p:nvSpPr>
              <p:spPr>
                <a:xfrm>
                  <a:off x="7754122" y="3513087"/>
                  <a:ext cx="4572" cy="5440"/>
                </a:xfrm>
                <a:custGeom>
                  <a:avLst/>
                  <a:gdLst>
                    <a:gd name="connsiteX0" fmla="*/ 787 w 4572"/>
                    <a:gd name="connsiteY0" fmla="*/ 0 h 5440"/>
                    <a:gd name="connsiteX1" fmla="*/ 2362 w 4572"/>
                    <a:gd name="connsiteY1" fmla="*/ 139 h 5440"/>
                    <a:gd name="connsiteX2" fmla="*/ 3704 w 4572"/>
                    <a:gd name="connsiteY2" fmla="*/ 359 h 5440"/>
                    <a:gd name="connsiteX3" fmla="*/ 4573 w 4572"/>
                    <a:gd name="connsiteY3" fmla="*/ 5441 h 5440"/>
                    <a:gd name="connsiteX4" fmla="*/ 0 w 4572"/>
                    <a:gd name="connsiteY4" fmla="*/ 3727 h 5440"/>
                    <a:gd name="connsiteX5" fmla="*/ 46 w 4572"/>
                    <a:gd name="connsiteY5" fmla="*/ 162 h 5440"/>
                    <a:gd name="connsiteX6" fmla="*/ 810 w 4572"/>
                    <a:gd name="connsiteY6" fmla="*/ 1435 h 5440"/>
                    <a:gd name="connsiteX7" fmla="*/ 787 w 4572"/>
                    <a:gd name="connsiteY7" fmla="*/ 0 h 5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572" h="5440">
                      <a:moveTo>
                        <a:pt x="787" y="0"/>
                      </a:moveTo>
                      <a:lnTo>
                        <a:pt x="2362" y="139"/>
                      </a:lnTo>
                      <a:lnTo>
                        <a:pt x="3704" y="359"/>
                      </a:lnTo>
                      <a:lnTo>
                        <a:pt x="4573" y="5441"/>
                      </a:lnTo>
                      <a:lnTo>
                        <a:pt x="0" y="3727"/>
                      </a:lnTo>
                      <a:lnTo>
                        <a:pt x="46" y="162"/>
                      </a:lnTo>
                      <a:lnTo>
                        <a:pt x="810" y="1435"/>
                      </a:lnTo>
                      <a:lnTo>
                        <a:pt x="78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29" name="Freeform: Shape 428">
                  <a:extLst>
                    <a:ext uri="{FF2B5EF4-FFF2-40B4-BE49-F238E27FC236}">
                      <a16:creationId xmlns:a16="http://schemas.microsoft.com/office/drawing/2014/main" id="{2EDECB74-6797-0D87-9FA8-EE5D312739E3}"/>
                    </a:ext>
                  </a:extLst>
                </p:cNvPr>
                <p:cNvSpPr/>
                <p:nvPr/>
              </p:nvSpPr>
              <p:spPr>
                <a:xfrm>
                  <a:off x="7726664" y="3557434"/>
                  <a:ext cx="4560" cy="6389"/>
                </a:xfrm>
                <a:custGeom>
                  <a:avLst/>
                  <a:gdLst>
                    <a:gd name="connsiteX0" fmla="*/ 2952 w 4560"/>
                    <a:gd name="connsiteY0" fmla="*/ 5035 h 6389"/>
                    <a:gd name="connsiteX1" fmla="*/ 1574 w 4560"/>
                    <a:gd name="connsiteY1" fmla="*/ 6390 h 6389"/>
                    <a:gd name="connsiteX2" fmla="*/ 0 w 4560"/>
                    <a:gd name="connsiteY2" fmla="*/ 996 h 6389"/>
                    <a:gd name="connsiteX3" fmla="*/ 2639 w 4560"/>
                    <a:gd name="connsiteY3" fmla="*/ 197 h 6389"/>
                    <a:gd name="connsiteX4" fmla="*/ 3565 w 4560"/>
                    <a:gd name="connsiteY4" fmla="*/ 0 h 6389"/>
                    <a:gd name="connsiteX5" fmla="*/ 3936 w 4560"/>
                    <a:gd name="connsiteY5" fmla="*/ 915 h 6389"/>
                    <a:gd name="connsiteX6" fmla="*/ 4561 w 4560"/>
                    <a:gd name="connsiteY6" fmla="*/ 3207 h 6389"/>
                    <a:gd name="connsiteX7" fmla="*/ 2952 w 4560"/>
                    <a:gd name="connsiteY7" fmla="*/ 5035 h 6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560" h="6389">
                      <a:moveTo>
                        <a:pt x="2952" y="5035"/>
                      </a:moveTo>
                      <a:lnTo>
                        <a:pt x="1574" y="6390"/>
                      </a:lnTo>
                      <a:lnTo>
                        <a:pt x="0" y="996"/>
                      </a:lnTo>
                      <a:lnTo>
                        <a:pt x="2639" y="197"/>
                      </a:lnTo>
                      <a:lnTo>
                        <a:pt x="3565" y="0"/>
                      </a:lnTo>
                      <a:lnTo>
                        <a:pt x="3936" y="915"/>
                      </a:lnTo>
                      <a:lnTo>
                        <a:pt x="4561" y="3207"/>
                      </a:lnTo>
                      <a:lnTo>
                        <a:pt x="2952" y="50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30" name="Freeform: Shape 429">
                  <a:extLst>
                    <a:ext uri="{FF2B5EF4-FFF2-40B4-BE49-F238E27FC236}">
                      <a16:creationId xmlns:a16="http://schemas.microsoft.com/office/drawing/2014/main" id="{A53A75C1-2050-8E10-1EF4-090EDDE7DC14}"/>
                    </a:ext>
                  </a:extLst>
                </p:cNvPr>
                <p:cNvSpPr/>
                <p:nvPr/>
              </p:nvSpPr>
              <p:spPr>
                <a:xfrm>
                  <a:off x="8228895" y="4347951"/>
                  <a:ext cx="4884" cy="8369"/>
                </a:xfrm>
                <a:custGeom>
                  <a:avLst/>
                  <a:gdLst>
                    <a:gd name="connsiteX0" fmla="*/ 0 w 4884"/>
                    <a:gd name="connsiteY0" fmla="*/ 6239 h 8369"/>
                    <a:gd name="connsiteX1" fmla="*/ 3658 w 4884"/>
                    <a:gd name="connsiteY1" fmla="*/ 0 h 8369"/>
                    <a:gd name="connsiteX2" fmla="*/ 4885 w 4884"/>
                    <a:gd name="connsiteY2" fmla="*/ 2396 h 8369"/>
                    <a:gd name="connsiteX3" fmla="*/ 1829 w 4884"/>
                    <a:gd name="connsiteY3" fmla="*/ 8369 h 8369"/>
                    <a:gd name="connsiteX4" fmla="*/ 324 w 4884"/>
                    <a:gd name="connsiteY4" fmla="*/ 6668 h 8369"/>
                    <a:gd name="connsiteX5" fmla="*/ 0 w 4884"/>
                    <a:gd name="connsiteY5" fmla="*/ 6239 h 83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84" h="8369">
                      <a:moveTo>
                        <a:pt x="0" y="6239"/>
                      </a:moveTo>
                      <a:lnTo>
                        <a:pt x="3658" y="0"/>
                      </a:lnTo>
                      <a:lnTo>
                        <a:pt x="4885" y="2396"/>
                      </a:lnTo>
                      <a:lnTo>
                        <a:pt x="1829" y="8369"/>
                      </a:lnTo>
                      <a:lnTo>
                        <a:pt x="324" y="6668"/>
                      </a:lnTo>
                      <a:lnTo>
                        <a:pt x="0" y="62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31" name="Freeform: Shape 430">
                  <a:extLst>
                    <a:ext uri="{FF2B5EF4-FFF2-40B4-BE49-F238E27FC236}">
                      <a16:creationId xmlns:a16="http://schemas.microsoft.com/office/drawing/2014/main" id="{D678B7A4-381D-CA11-1E9F-EAA96596F41F}"/>
                    </a:ext>
                  </a:extLst>
                </p:cNvPr>
                <p:cNvSpPr/>
                <p:nvPr/>
              </p:nvSpPr>
              <p:spPr>
                <a:xfrm>
                  <a:off x="9273607" y="2321477"/>
                  <a:ext cx="5104" cy="6575"/>
                </a:xfrm>
                <a:custGeom>
                  <a:avLst/>
                  <a:gdLst>
                    <a:gd name="connsiteX0" fmla="*/ 3496 w 5104"/>
                    <a:gd name="connsiteY0" fmla="*/ 3380 h 6575"/>
                    <a:gd name="connsiteX1" fmla="*/ 4850 w 5104"/>
                    <a:gd name="connsiteY1" fmla="*/ 0 h 6575"/>
                    <a:gd name="connsiteX2" fmla="*/ 4966 w 5104"/>
                    <a:gd name="connsiteY2" fmla="*/ 301 h 6575"/>
                    <a:gd name="connsiteX3" fmla="*/ 5105 w 5104"/>
                    <a:gd name="connsiteY3" fmla="*/ 6378 h 6575"/>
                    <a:gd name="connsiteX4" fmla="*/ 5058 w 5104"/>
                    <a:gd name="connsiteY4" fmla="*/ 6575 h 6575"/>
                    <a:gd name="connsiteX5" fmla="*/ 1169 w 5104"/>
                    <a:gd name="connsiteY5" fmla="*/ 5846 h 6575"/>
                    <a:gd name="connsiteX6" fmla="*/ 0 w 5104"/>
                    <a:gd name="connsiteY6" fmla="*/ 2431 h 6575"/>
                    <a:gd name="connsiteX7" fmla="*/ 3496 w 5104"/>
                    <a:gd name="connsiteY7" fmla="*/ 3380 h 6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04" h="6575">
                      <a:moveTo>
                        <a:pt x="3496" y="3380"/>
                      </a:moveTo>
                      <a:lnTo>
                        <a:pt x="4850" y="0"/>
                      </a:lnTo>
                      <a:lnTo>
                        <a:pt x="4966" y="301"/>
                      </a:lnTo>
                      <a:lnTo>
                        <a:pt x="5105" y="6378"/>
                      </a:lnTo>
                      <a:lnTo>
                        <a:pt x="5058" y="6575"/>
                      </a:lnTo>
                      <a:lnTo>
                        <a:pt x="1169" y="5846"/>
                      </a:lnTo>
                      <a:lnTo>
                        <a:pt x="0" y="2431"/>
                      </a:lnTo>
                      <a:lnTo>
                        <a:pt x="3496" y="33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32" name="Freeform: Shape 431">
                  <a:extLst>
                    <a:ext uri="{FF2B5EF4-FFF2-40B4-BE49-F238E27FC236}">
                      <a16:creationId xmlns:a16="http://schemas.microsoft.com/office/drawing/2014/main" id="{5C121276-7066-DEE0-D093-F0FBFD50306B}"/>
                    </a:ext>
                  </a:extLst>
                </p:cNvPr>
                <p:cNvSpPr/>
                <p:nvPr/>
              </p:nvSpPr>
              <p:spPr>
                <a:xfrm>
                  <a:off x="7942774" y="3782747"/>
                  <a:ext cx="8380" cy="4363"/>
                </a:xfrm>
                <a:custGeom>
                  <a:avLst/>
                  <a:gdLst>
                    <a:gd name="connsiteX0" fmla="*/ 4167 w 8380"/>
                    <a:gd name="connsiteY0" fmla="*/ 1563 h 4363"/>
                    <a:gd name="connsiteX1" fmla="*/ 7339 w 8380"/>
                    <a:gd name="connsiteY1" fmla="*/ 0 h 4363"/>
                    <a:gd name="connsiteX2" fmla="*/ 8381 w 8380"/>
                    <a:gd name="connsiteY2" fmla="*/ 2477 h 4363"/>
                    <a:gd name="connsiteX3" fmla="*/ 0 w 8380"/>
                    <a:gd name="connsiteY3" fmla="*/ 4364 h 4363"/>
                    <a:gd name="connsiteX4" fmla="*/ 139 w 8380"/>
                    <a:gd name="connsiteY4" fmla="*/ 2489 h 4363"/>
                    <a:gd name="connsiteX5" fmla="*/ 4110 w 8380"/>
                    <a:gd name="connsiteY5" fmla="*/ 1702 h 4363"/>
                    <a:gd name="connsiteX6" fmla="*/ 3889 w 8380"/>
                    <a:gd name="connsiteY6" fmla="*/ 1632 h 4363"/>
                    <a:gd name="connsiteX7" fmla="*/ 4167 w 8380"/>
                    <a:gd name="connsiteY7" fmla="*/ 1563 h 4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380" h="4363">
                      <a:moveTo>
                        <a:pt x="4167" y="1563"/>
                      </a:moveTo>
                      <a:lnTo>
                        <a:pt x="7339" y="0"/>
                      </a:lnTo>
                      <a:lnTo>
                        <a:pt x="8381" y="2477"/>
                      </a:lnTo>
                      <a:lnTo>
                        <a:pt x="0" y="4364"/>
                      </a:lnTo>
                      <a:lnTo>
                        <a:pt x="139" y="2489"/>
                      </a:lnTo>
                      <a:lnTo>
                        <a:pt x="4110" y="1702"/>
                      </a:lnTo>
                      <a:lnTo>
                        <a:pt x="3889" y="1632"/>
                      </a:lnTo>
                      <a:lnTo>
                        <a:pt x="4167" y="156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33" name="Freeform: Shape 432">
                  <a:extLst>
                    <a:ext uri="{FF2B5EF4-FFF2-40B4-BE49-F238E27FC236}">
                      <a16:creationId xmlns:a16="http://schemas.microsoft.com/office/drawing/2014/main" id="{4AB0D5A2-7925-DC8E-2210-334D9C8E892E}"/>
                    </a:ext>
                  </a:extLst>
                </p:cNvPr>
                <p:cNvSpPr/>
                <p:nvPr/>
              </p:nvSpPr>
              <p:spPr>
                <a:xfrm>
                  <a:off x="7857981" y="3129508"/>
                  <a:ext cx="5278" cy="7119"/>
                </a:xfrm>
                <a:custGeom>
                  <a:avLst/>
                  <a:gdLst>
                    <a:gd name="connsiteX0" fmla="*/ 3091 w 5278"/>
                    <a:gd name="connsiteY0" fmla="*/ 2095 h 7119"/>
                    <a:gd name="connsiteX1" fmla="*/ 4179 w 5278"/>
                    <a:gd name="connsiteY1" fmla="*/ 3114 h 7119"/>
                    <a:gd name="connsiteX2" fmla="*/ 4561 w 5278"/>
                    <a:gd name="connsiteY2" fmla="*/ 3635 h 7119"/>
                    <a:gd name="connsiteX3" fmla="*/ 1493 w 5278"/>
                    <a:gd name="connsiteY3" fmla="*/ 5128 h 7119"/>
                    <a:gd name="connsiteX4" fmla="*/ 3021 w 5278"/>
                    <a:gd name="connsiteY4" fmla="*/ 6402 h 7119"/>
                    <a:gd name="connsiteX5" fmla="*/ 0 w 5278"/>
                    <a:gd name="connsiteY5" fmla="*/ 7119 h 7119"/>
                    <a:gd name="connsiteX6" fmla="*/ 116 w 5278"/>
                    <a:gd name="connsiteY6" fmla="*/ 6482 h 7119"/>
                    <a:gd name="connsiteX7" fmla="*/ 521 w 5278"/>
                    <a:gd name="connsiteY7" fmla="*/ 5047 h 7119"/>
                    <a:gd name="connsiteX8" fmla="*/ 370 w 5278"/>
                    <a:gd name="connsiteY8" fmla="*/ 5082 h 7119"/>
                    <a:gd name="connsiteX9" fmla="*/ 903 w 5278"/>
                    <a:gd name="connsiteY9" fmla="*/ 2269 h 7119"/>
                    <a:gd name="connsiteX10" fmla="*/ 1771 w 5278"/>
                    <a:gd name="connsiteY10" fmla="*/ 1771 h 7119"/>
                    <a:gd name="connsiteX11" fmla="*/ 2165 w 5278"/>
                    <a:gd name="connsiteY11" fmla="*/ 1690 h 7119"/>
                    <a:gd name="connsiteX12" fmla="*/ 2199 w 5278"/>
                    <a:gd name="connsiteY12" fmla="*/ 1517 h 7119"/>
                    <a:gd name="connsiteX13" fmla="*/ 4839 w 5278"/>
                    <a:gd name="connsiteY13" fmla="*/ 0 h 7119"/>
                    <a:gd name="connsiteX14" fmla="*/ 5279 w 5278"/>
                    <a:gd name="connsiteY14" fmla="*/ 1667 h 7119"/>
                    <a:gd name="connsiteX15" fmla="*/ 3091 w 5278"/>
                    <a:gd name="connsiteY15" fmla="*/ 2095 h 7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278" h="7119">
                      <a:moveTo>
                        <a:pt x="3091" y="2095"/>
                      </a:moveTo>
                      <a:lnTo>
                        <a:pt x="4179" y="3114"/>
                      </a:lnTo>
                      <a:lnTo>
                        <a:pt x="4561" y="3635"/>
                      </a:lnTo>
                      <a:lnTo>
                        <a:pt x="1493" y="5128"/>
                      </a:lnTo>
                      <a:lnTo>
                        <a:pt x="3021" y="6402"/>
                      </a:lnTo>
                      <a:lnTo>
                        <a:pt x="0" y="7119"/>
                      </a:lnTo>
                      <a:lnTo>
                        <a:pt x="116" y="6482"/>
                      </a:lnTo>
                      <a:lnTo>
                        <a:pt x="521" y="5047"/>
                      </a:lnTo>
                      <a:lnTo>
                        <a:pt x="370" y="5082"/>
                      </a:lnTo>
                      <a:lnTo>
                        <a:pt x="903" y="2269"/>
                      </a:lnTo>
                      <a:lnTo>
                        <a:pt x="1771" y="1771"/>
                      </a:lnTo>
                      <a:lnTo>
                        <a:pt x="2165" y="1690"/>
                      </a:lnTo>
                      <a:lnTo>
                        <a:pt x="2199" y="1517"/>
                      </a:lnTo>
                      <a:lnTo>
                        <a:pt x="4839" y="0"/>
                      </a:lnTo>
                      <a:lnTo>
                        <a:pt x="5279" y="1667"/>
                      </a:lnTo>
                      <a:lnTo>
                        <a:pt x="3091" y="209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34" name="Freeform: Shape 433">
                  <a:extLst>
                    <a:ext uri="{FF2B5EF4-FFF2-40B4-BE49-F238E27FC236}">
                      <a16:creationId xmlns:a16="http://schemas.microsoft.com/office/drawing/2014/main" id="{0C5FBB9E-9875-5323-65E1-97D4592700A7}"/>
                    </a:ext>
                  </a:extLst>
                </p:cNvPr>
                <p:cNvSpPr/>
                <p:nvPr/>
              </p:nvSpPr>
              <p:spPr>
                <a:xfrm>
                  <a:off x="7771578" y="3268558"/>
                  <a:ext cx="6389" cy="12085"/>
                </a:xfrm>
                <a:custGeom>
                  <a:avLst/>
                  <a:gdLst>
                    <a:gd name="connsiteX0" fmla="*/ 3716 w 6389"/>
                    <a:gd name="connsiteY0" fmla="*/ 7617 h 12085"/>
                    <a:gd name="connsiteX1" fmla="*/ 0 w 6389"/>
                    <a:gd name="connsiteY1" fmla="*/ 12085 h 12085"/>
                    <a:gd name="connsiteX2" fmla="*/ 4052 w 6389"/>
                    <a:gd name="connsiteY2" fmla="*/ 2107 h 12085"/>
                    <a:gd name="connsiteX3" fmla="*/ 6390 w 6389"/>
                    <a:gd name="connsiteY3" fmla="*/ 0 h 12085"/>
                    <a:gd name="connsiteX4" fmla="*/ 3716 w 6389"/>
                    <a:gd name="connsiteY4" fmla="*/ 7617 h 12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89" h="12085">
                      <a:moveTo>
                        <a:pt x="3716" y="7617"/>
                      </a:moveTo>
                      <a:lnTo>
                        <a:pt x="0" y="12085"/>
                      </a:lnTo>
                      <a:lnTo>
                        <a:pt x="4052" y="2107"/>
                      </a:lnTo>
                      <a:lnTo>
                        <a:pt x="6390" y="0"/>
                      </a:lnTo>
                      <a:lnTo>
                        <a:pt x="3716" y="76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35" name="Freeform: Shape 434">
                  <a:extLst>
                    <a:ext uri="{FF2B5EF4-FFF2-40B4-BE49-F238E27FC236}">
                      <a16:creationId xmlns:a16="http://schemas.microsoft.com/office/drawing/2014/main" id="{D3FAB5C2-B525-5B02-38B6-5CB71368A569}"/>
                    </a:ext>
                  </a:extLst>
                </p:cNvPr>
                <p:cNvSpPr/>
                <p:nvPr/>
              </p:nvSpPr>
              <p:spPr>
                <a:xfrm>
                  <a:off x="9666052" y="1797102"/>
                  <a:ext cx="6528" cy="6343"/>
                </a:xfrm>
                <a:custGeom>
                  <a:avLst/>
                  <a:gdLst>
                    <a:gd name="connsiteX0" fmla="*/ 0 w 6528"/>
                    <a:gd name="connsiteY0" fmla="*/ 741 h 6343"/>
                    <a:gd name="connsiteX1" fmla="*/ 313 w 6528"/>
                    <a:gd name="connsiteY1" fmla="*/ 405 h 6343"/>
                    <a:gd name="connsiteX2" fmla="*/ 1007 w 6528"/>
                    <a:gd name="connsiteY2" fmla="*/ 0 h 6343"/>
                    <a:gd name="connsiteX3" fmla="*/ 2709 w 6528"/>
                    <a:gd name="connsiteY3" fmla="*/ 1979 h 6343"/>
                    <a:gd name="connsiteX4" fmla="*/ 3947 w 6528"/>
                    <a:gd name="connsiteY4" fmla="*/ 1412 h 6343"/>
                    <a:gd name="connsiteX5" fmla="*/ 4549 w 6528"/>
                    <a:gd name="connsiteY5" fmla="*/ 648 h 6343"/>
                    <a:gd name="connsiteX6" fmla="*/ 4654 w 6528"/>
                    <a:gd name="connsiteY6" fmla="*/ 567 h 6343"/>
                    <a:gd name="connsiteX7" fmla="*/ 6529 w 6528"/>
                    <a:gd name="connsiteY7" fmla="*/ 1771 h 6343"/>
                    <a:gd name="connsiteX8" fmla="*/ 4665 w 6528"/>
                    <a:gd name="connsiteY8" fmla="*/ 3438 h 6343"/>
                    <a:gd name="connsiteX9" fmla="*/ 4677 w 6528"/>
                    <a:gd name="connsiteY9" fmla="*/ 5591 h 6343"/>
                    <a:gd name="connsiteX10" fmla="*/ 4665 w 6528"/>
                    <a:gd name="connsiteY10" fmla="*/ 6343 h 6343"/>
                    <a:gd name="connsiteX11" fmla="*/ 4364 w 6528"/>
                    <a:gd name="connsiteY11" fmla="*/ 4271 h 6343"/>
                    <a:gd name="connsiteX12" fmla="*/ 3531 w 6528"/>
                    <a:gd name="connsiteY12" fmla="*/ 5221 h 6343"/>
                    <a:gd name="connsiteX13" fmla="*/ 3207 w 6528"/>
                    <a:gd name="connsiteY13" fmla="*/ 5556 h 6343"/>
                    <a:gd name="connsiteX14" fmla="*/ 3566 w 6528"/>
                    <a:gd name="connsiteY14" fmla="*/ 4480 h 6343"/>
                    <a:gd name="connsiteX15" fmla="*/ 3774 w 6528"/>
                    <a:gd name="connsiteY15" fmla="*/ 3994 h 6343"/>
                    <a:gd name="connsiteX16" fmla="*/ 3728 w 6528"/>
                    <a:gd name="connsiteY16" fmla="*/ 3994 h 6343"/>
                    <a:gd name="connsiteX17" fmla="*/ 3762 w 6528"/>
                    <a:gd name="connsiteY17" fmla="*/ 3901 h 6343"/>
                    <a:gd name="connsiteX18" fmla="*/ 3542 w 6528"/>
                    <a:gd name="connsiteY18" fmla="*/ 4051 h 6343"/>
                    <a:gd name="connsiteX19" fmla="*/ 1864 w 6528"/>
                    <a:gd name="connsiteY19" fmla="*/ 4503 h 6343"/>
                    <a:gd name="connsiteX20" fmla="*/ 0 w 6528"/>
                    <a:gd name="connsiteY20" fmla="*/ 741 h 63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528" h="6343">
                      <a:moveTo>
                        <a:pt x="0" y="741"/>
                      </a:moveTo>
                      <a:lnTo>
                        <a:pt x="313" y="405"/>
                      </a:lnTo>
                      <a:lnTo>
                        <a:pt x="1007" y="0"/>
                      </a:lnTo>
                      <a:lnTo>
                        <a:pt x="2709" y="1979"/>
                      </a:lnTo>
                      <a:lnTo>
                        <a:pt x="3947" y="1412"/>
                      </a:lnTo>
                      <a:lnTo>
                        <a:pt x="4549" y="648"/>
                      </a:lnTo>
                      <a:lnTo>
                        <a:pt x="4654" y="567"/>
                      </a:lnTo>
                      <a:lnTo>
                        <a:pt x="6529" y="1771"/>
                      </a:lnTo>
                      <a:lnTo>
                        <a:pt x="4665" y="3438"/>
                      </a:lnTo>
                      <a:lnTo>
                        <a:pt x="4677" y="5591"/>
                      </a:lnTo>
                      <a:lnTo>
                        <a:pt x="4665" y="6343"/>
                      </a:lnTo>
                      <a:lnTo>
                        <a:pt x="4364" y="4271"/>
                      </a:lnTo>
                      <a:lnTo>
                        <a:pt x="3531" y="5221"/>
                      </a:lnTo>
                      <a:lnTo>
                        <a:pt x="3207" y="5556"/>
                      </a:lnTo>
                      <a:lnTo>
                        <a:pt x="3566" y="4480"/>
                      </a:lnTo>
                      <a:lnTo>
                        <a:pt x="3774" y="3994"/>
                      </a:lnTo>
                      <a:lnTo>
                        <a:pt x="3728" y="3994"/>
                      </a:lnTo>
                      <a:lnTo>
                        <a:pt x="3762" y="3901"/>
                      </a:lnTo>
                      <a:lnTo>
                        <a:pt x="3542" y="4051"/>
                      </a:lnTo>
                      <a:lnTo>
                        <a:pt x="1864" y="4503"/>
                      </a:lnTo>
                      <a:lnTo>
                        <a:pt x="0" y="74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36" name="Freeform: Shape 435">
                  <a:extLst>
                    <a:ext uri="{FF2B5EF4-FFF2-40B4-BE49-F238E27FC236}">
                      <a16:creationId xmlns:a16="http://schemas.microsoft.com/office/drawing/2014/main" id="{849D8B75-72C0-2EFC-81F8-C90386FAE510}"/>
                    </a:ext>
                  </a:extLst>
                </p:cNvPr>
                <p:cNvSpPr/>
                <p:nvPr/>
              </p:nvSpPr>
              <p:spPr>
                <a:xfrm>
                  <a:off x="8122571" y="3865642"/>
                  <a:ext cx="5336" cy="6517"/>
                </a:xfrm>
                <a:custGeom>
                  <a:avLst/>
                  <a:gdLst>
                    <a:gd name="connsiteX0" fmla="*/ 1748 w 5336"/>
                    <a:gd name="connsiteY0" fmla="*/ 4341 h 6517"/>
                    <a:gd name="connsiteX1" fmla="*/ 1968 w 5336"/>
                    <a:gd name="connsiteY1" fmla="*/ 5082 h 6517"/>
                    <a:gd name="connsiteX2" fmla="*/ 764 w 5336"/>
                    <a:gd name="connsiteY2" fmla="*/ 6517 h 6517"/>
                    <a:gd name="connsiteX3" fmla="*/ 301 w 5336"/>
                    <a:gd name="connsiteY3" fmla="*/ 4827 h 6517"/>
                    <a:gd name="connsiteX4" fmla="*/ 0 w 5336"/>
                    <a:gd name="connsiteY4" fmla="*/ 2072 h 6517"/>
                    <a:gd name="connsiteX5" fmla="*/ 4399 w 5336"/>
                    <a:gd name="connsiteY5" fmla="*/ 0 h 6517"/>
                    <a:gd name="connsiteX6" fmla="*/ 5336 w 5336"/>
                    <a:gd name="connsiteY6" fmla="*/ 1042 h 6517"/>
                    <a:gd name="connsiteX7" fmla="*/ 3056 w 5336"/>
                    <a:gd name="connsiteY7" fmla="*/ 3785 h 6517"/>
                    <a:gd name="connsiteX8" fmla="*/ 1748 w 5336"/>
                    <a:gd name="connsiteY8" fmla="*/ 4341 h 65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336" h="6517">
                      <a:moveTo>
                        <a:pt x="1748" y="4341"/>
                      </a:moveTo>
                      <a:lnTo>
                        <a:pt x="1968" y="5082"/>
                      </a:lnTo>
                      <a:lnTo>
                        <a:pt x="764" y="6517"/>
                      </a:lnTo>
                      <a:lnTo>
                        <a:pt x="301" y="4827"/>
                      </a:lnTo>
                      <a:lnTo>
                        <a:pt x="0" y="2072"/>
                      </a:lnTo>
                      <a:lnTo>
                        <a:pt x="4399" y="0"/>
                      </a:lnTo>
                      <a:lnTo>
                        <a:pt x="5336" y="1042"/>
                      </a:lnTo>
                      <a:lnTo>
                        <a:pt x="3056" y="3785"/>
                      </a:lnTo>
                      <a:lnTo>
                        <a:pt x="1748" y="434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37" name="Freeform: Shape 436">
                  <a:extLst>
                    <a:ext uri="{FF2B5EF4-FFF2-40B4-BE49-F238E27FC236}">
                      <a16:creationId xmlns:a16="http://schemas.microsoft.com/office/drawing/2014/main" id="{894CDF46-EB71-8C2D-96DB-C9E1BF06C83F}"/>
                    </a:ext>
                  </a:extLst>
                </p:cNvPr>
                <p:cNvSpPr/>
                <p:nvPr/>
              </p:nvSpPr>
              <p:spPr>
                <a:xfrm>
                  <a:off x="8506971" y="2801008"/>
                  <a:ext cx="4989" cy="5857"/>
                </a:xfrm>
                <a:custGeom>
                  <a:avLst/>
                  <a:gdLst>
                    <a:gd name="connsiteX0" fmla="*/ 2049 w 4989"/>
                    <a:gd name="connsiteY0" fmla="*/ 23 h 5857"/>
                    <a:gd name="connsiteX1" fmla="*/ 2234 w 4989"/>
                    <a:gd name="connsiteY1" fmla="*/ 0 h 5857"/>
                    <a:gd name="connsiteX2" fmla="*/ 3021 w 4989"/>
                    <a:gd name="connsiteY2" fmla="*/ 1007 h 5857"/>
                    <a:gd name="connsiteX3" fmla="*/ 4063 w 4989"/>
                    <a:gd name="connsiteY3" fmla="*/ 2998 h 5857"/>
                    <a:gd name="connsiteX4" fmla="*/ 4503 w 4989"/>
                    <a:gd name="connsiteY4" fmla="*/ 2905 h 5857"/>
                    <a:gd name="connsiteX5" fmla="*/ 4989 w 4989"/>
                    <a:gd name="connsiteY5" fmla="*/ 3531 h 5857"/>
                    <a:gd name="connsiteX6" fmla="*/ 1239 w 4989"/>
                    <a:gd name="connsiteY6" fmla="*/ 5857 h 5857"/>
                    <a:gd name="connsiteX7" fmla="*/ 0 w 4989"/>
                    <a:gd name="connsiteY7" fmla="*/ 2998 h 5857"/>
                    <a:gd name="connsiteX8" fmla="*/ 359 w 4989"/>
                    <a:gd name="connsiteY8" fmla="*/ 2072 h 5857"/>
                    <a:gd name="connsiteX9" fmla="*/ 2049 w 4989"/>
                    <a:gd name="connsiteY9" fmla="*/ 23 h 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89" h="5857">
                      <a:moveTo>
                        <a:pt x="2049" y="23"/>
                      </a:moveTo>
                      <a:lnTo>
                        <a:pt x="2234" y="0"/>
                      </a:lnTo>
                      <a:lnTo>
                        <a:pt x="3021" y="1007"/>
                      </a:lnTo>
                      <a:lnTo>
                        <a:pt x="4063" y="2998"/>
                      </a:lnTo>
                      <a:lnTo>
                        <a:pt x="4503" y="2905"/>
                      </a:lnTo>
                      <a:lnTo>
                        <a:pt x="4989" y="3531"/>
                      </a:lnTo>
                      <a:lnTo>
                        <a:pt x="1239" y="5857"/>
                      </a:lnTo>
                      <a:lnTo>
                        <a:pt x="0" y="2998"/>
                      </a:lnTo>
                      <a:lnTo>
                        <a:pt x="359" y="2072"/>
                      </a:lnTo>
                      <a:lnTo>
                        <a:pt x="2049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38" name="Freeform: Shape 437">
                  <a:extLst>
                    <a:ext uri="{FF2B5EF4-FFF2-40B4-BE49-F238E27FC236}">
                      <a16:creationId xmlns:a16="http://schemas.microsoft.com/office/drawing/2014/main" id="{D5C29936-E471-442B-9BAC-D15A9858B253}"/>
                    </a:ext>
                  </a:extLst>
                </p:cNvPr>
                <p:cNvSpPr/>
                <p:nvPr/>
              </p:nvSpPr>
              <p:spPr>
                <a:xfrm>
                  <a:off x="8315760" y="4033110"/>
                  <a:ext cx="6690" cy="9272"/>
                </a:xfrm>
                <a:custGeom>
                  <a:avLst/>
                  <a:gdLst>
                    <a:gd name="connsiteX0" fmla="*/ 139 w 6690"/>
                    <a:gd name="connsiteY0" fmla="*/ 9249 h 9272"/>
                    <a:gd name="connsiteX1" fmla="*/ 0 w 6690"/>
                    <a:gd name="connsiteY1" fmla="*/ 9272 h 9272"/>
                    <a:gd name="connsiteX2" fmla="*/ 567 w 6690"/>
                    <a:gd name="connsiteY2" fmla="*/ 6645 h 9272"/>
                    <a:gd name="connsiteX3" fmla="*/ 637 w 6690"/>
                    <a:gd name="connsiteY3" fmla="*/ 6274 h 9272"/>
                    <a:gd name="connsiteX4" fmla="*/ 1204 w 6690"/>
                    <a:gd name="connsiteY4" fmla="*/ 5475 h 9272"/>
                    <a:gd name="connsiteX5" fmla="*/ 5649 w 6690"/>
                    <a:gd name="connsiteY5" fmla="*/ 0 h 9272"/>
                    <a:gd name="connsiteX6" fmla="*/ 6691 w 6690"/>
                    <a:gd name="connsiteY6" fmla="*/ 1331 h 9272"/>
                    <a:gd name="connsiteX7" fmla="*/ 567 w 6690"/>
                    <a:gd name="connsiteY7" fmla="*/ 8740 h 9272"/>
                    <a:gd name="connsiteX8" fmla="*/ 139 w 6690"/>
                    <a:gd name="connsiteY8" fmla="*/ 9249 h 9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690" h="9272">
                      <a:moveTo>
                        <a:pt x="139" y="9249"/>
                      </a:moveTo>
                      <a:lnTo>
                        <a:pt x="0" y="9272"/>
                      </a:lnTo>
                      <a:lnTo>
                        <a:pt x="567" y="6645"/>
                      </a:lnTo>
                      <a:lnTo>
                        <a:pt x="637" y="6274"/>
                      </a:lnTo>
                      <a:lnTo>
                        <a:pt x="1204" y="5475"/>
                      </a:lnTo>
                      <a:lnTo>
                        <a:pt x="5649" y="0"/>
                      </a:lnTo>
                      <a:lnTo>
                        <a:pt x="6691" y="1331"/>
                      </a:lnTo>
                      <a:lnTo>
                        <a:pt x="567" y="8740"/>
                      </a:lnTo>
                      <a:lnTo>
                        <a:pt x="139" y="924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39" name="Freeform: Shape 438">
                  <a:extLst>
                    <a:ext uri="{FF2B5EF4-FFF2-40B4-BE49-F238E27FC236}">
                      <a16:creationId xmlns:a16="http://schemas.microsoft.com/office/drawing/2014/main" id="{EEE13167-EDCD-B56D-3901-9CB60E63A8C2}"/>
                    </a:ext>
                  </a:extLst>
                </p:cNvPr>
                <p:cNvSpPr/>
                <p:nvPr/>
              </p:nvSpPr>
              <p:spPr>
                <a:xfrm>
                  <a:off x="8258205" y="3998880"/>
                  <a:ext cx="6100" cy="4421"/>
                </a:xfrm>
                <a:custGeom>
                  <a:avLst/>
                  <a:gdLst>
                    <a:gd name="connsiteX0" fmla="*/ 3971 w 6100"/>
                    <a:gd name="connsiteY0" fmla="*/ 3727 h 4421"/>
                    <a:gd name="connsiteX1" fmla="*/ 1053 w 6100"/>
                    <a:gd name="connsiteY1" fmla="*/ 4422 h 4421"/>
                    <a:gd name="connsiteX2" fmla="*/ 0 w 6100"/>
                    <a:gd name="connsiteY2" fmla="*/ 3172 h 4421"/>
                    <a:gd name="connsiteX3" fmla="*/ 1875 w 6100"/>
                    <a:gd name="connsiteY3" fmla="*/ 706 h 4421"/>
                    <a:gd name="connsiteX4" fmla="*/ 6100 w 6100"/>
                    <a:gd name="connsiteY4" fmla="*/ 0 h 4421"/>
                    <a:gd name="connsiteX5" fmla="*/ 3971 w 6100"/>
                    <a:gd name="connsiteY5" fmla="*/ 3727 h 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100" h="4421">
                      <a:moveTo>
                        <a:pt x="3971" y="3727"/>
                      </a:moveTo>
                      <a:lnTo>
                        <a:pt x="1053" y="4422"/>
                      </a:lnTo>
                      <a:lnTo>
                        <a:pt x="0" y="3172"/>
                      </a:lnTo>
                      <a:lnTo>
                        <a:pt x="1875" y="706"/>
                      </a:lnTo>
                      <a:lnTo>
                        <a:pt x="6100" y="0"/>
                      </a:lnTo>
                      <a:lnTo>
                        <a:pt x="3971" y="37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40" name="Freeform: Shape 439">
                  <a:extLst>
                    <a:ext uri="{FF2B5EF4-FFF2-40B4-BE49-F238E27FC236}">
                      <a16:creationId xmlns:a16="http://schemas.microsoft.com/office/drawing/2014/main" id="{0F6B4B2A-F624-71C7-73CB-A0E897C1CA40}"/>
                    </a:ext>
                  </a:extLst>
                </p:cNvPr>
                <p:cNvSpPr/>
                <p:nvPr/>
              </p:nvSpPr>
              <p:spPr>
                <a:xfrm>
                  <a:off x="7844969" y="3223181"/>
                  <a:ext cx="6308" cy="4306"/>
                </a:xfrm>
                <a:custGeom>
                  <a:avLst/>
                  <a:gdLst>
                    <a:gd name="connsiteX0" fmla="*/ 6181 w 6308"/>
                    <a:gd name="connsiteY0" fmla="*/ 1956 h 4306"/>
                    <a:gd name="connsiteX1" fmla="*/ 3484 w 6308"/>
                    <a:gd name="connsiteY1" fmla="*/ 4306 h 4306"/>
                    <a:gd name="connsiteX2" fmla="*/ 312 w 6308"/>
                    <a:gd name="connsiteY2" fmla="*/ 2871 h 4306"/>
                    <a:gd name="connsiteX3" fmla="*/ 0 w 6308"/>
                    <a:gd name="connsiteY3" fmla="*/ 2593 h 4306"/>
                    <a:gd name="connsiteX4" fmla="*/ 394 w 6308"/>
                    <a:gd name="connsiteY4" fmla="*/ 1979 h 4306"/>
                    <a:gd name="connsiteX5" fmla="*/ 1875 w 6308"/>
                    <a:gd name="connsiteY5" fmla="*/ 0 h 4306"/>
                    <a:gd name="connsiteX6" fmla="*/ 2153 w 6308"/>
                    <a:gd name="connsiteY6" fmla="*/ 104 h 4306"/>
                    <a:gd name="connsiteX7" fmla="*/ 6309 w 6308"/>
                    <a:gd name="connsiteY7" fmla="*/ 1771 h 4306"/>
                    <a:gd name="connsiteX8" fmla="*/ 6181 w 6308"/>
                    <a:gd name="connsiteY8" fmla="*/ 1956 h 4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308" h="4306">
                      <a:moveTo>
                        <a:pt x="6181" y="1956"/>
                      </a:moveTo>
                      <a:lnTo>
                        <a:pt x="3484" y="4306"/>
                      </a:lnTo>
                      <a:lnTo>
                        <a:pt x="312" y="2871"/>
                      </a:lnTo>
                      <a:lnTo>
                        <a:pt x="0" y="2593"/>
                      </a:lnTo>
                      <a:lnTo>
                        <a:pt x="394" y="1979"/>
                      </a:lnTo>
                      <a:lnTo>
                        <a:pt x="1875" y="0"/>
                      </a:lnTo>
                      <a:lnTo>
                        <a:pt x="2153" y="104"/>
                      </a:lnTo>
                      <a:lnTo>
                        <a:pt x="6309" y="1771"/>
                      </a:lnTo>
                      <a:lnTo>
                        <a:pt x="6181" y="195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41" name="Freeform: Shape 440">
                  <a:extLst>
                    <a:ext uri="{FF2B5EF4-FFF2-40B4-BE49-F238E27FC236}">
                      <a16:creationId xmlns:a16="http://schemas.microsoft.com/office/drawing/2014/main" id="{5DC3282E-56E2-4AA2-170C-9F5DA958BD63}"/>
                    </a:ext>
                  </a:extLst>
                </p:cNvPr>
                <p:cNvSpPr/>
                <p:nvPr/>
              </p:nvSpPr>
              <p:spPr>
                <a:xfrm>
                  <a:off x="7996255" y="2819298"/>
                  <a:ext cx="3576" cy="7420"/>
                </a:xfrm>
                <a:custGeom>
                  <a:avLst/>
                  <a:gdLst>
                    <a:gd name="connsiteX0" fmla="*/ 1493 w 3576"/>
                    <a:gd name="connsiteY0" fmla="*/ 0 h 7420"/>
                    <a:gd name="connsiteX1" fmla="*/ 2952 w 3576"/>
                    <a:gd name="connsiteY1" fmla="*/ 1632 h 7420"/>
                    <a:gd name="connsiteX2" fmla="*/ 3577 w 3576"/>
                    <a:gd name="connsiteY2" fmla="*/ 2315 h 7420"/>
                    <a:gd name="connsiteX3" fmla="*/ 3380 w 3576"/>
                    <a:gd name="connsiteY3" fmla="*/ 7420 h 7420"/>
                    <a:gd name="connsiteX4" fmla="*/ 2952 w 3576"/>
                    <a:gd name="connsiteY4" fmla="*/ 6887 h 7420"/>
                    <a:gd name="connsiteX5" fmla="*/ 1667 w 3576"/>
                    <a:gd name="connsiteY5" fmla="*/ 5290 h 7420"/>
                    <a:gd name="connsiteX6" fmla="*/ 0 w 3576"/>
                    <a:gd name="connsiteY6" fmla="*/ 2987 h 7420"/>
                    <a:gd name="connsiteX7" fmla="*/ 741 w 3576"/>
                    <a:gd name="connsiteY7" fmla="*/ 1157 h 7420"/>
                    <a:gd name="connsiteX8" fmla="*/ 1493 w 3576"/>
                    <a:gd name="connsiteY8" fmla="*/ 0 h 7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576" h="7420">
                      <a:moveTo>
                        <a:pt x="1493" y="0"/>
                      </a:moveTo>
                      <a:lnTo>
                        <a:pt x="2952" y="1632"/>
                      </a:lnTo>
                      <a:lnTo>
                        <a:pt x="3577" y="2315"/>
                      </a:lnTo>
                      <a:lnTo>
                        <a:pt x="3380" y="7420"/>
                      </a:lnTo>
                      <a:lnTo>
                        <a:pt x="2952" y="6887"/>
                      </a:lnTo>
                      <a:lnTo>
                        <a:pt x="1667" y="5290"/>
                      </a:lnTo>
                      <a:lnTo>
                        <a:pt x="0" y="2987"/>
                      </a:lnTo>
                      <a:lnTo>
                        <a:pt x="741" y="1157"/>
                      </a:lnTo>
                      <a:lnTo>
                        <a:pt x="149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42" name="Freeform: Shape 441">
                  <a:extLst>
                    <a:ext uri="{FF2B5EF4-FFF2-40B4-BE49-F238E27FC236}">
                      <a16:creationId xmlns:a16="http://schemas.microsoft.com/office/drawing/2014/main" id="{6C1887F5-4996-15B5-07C2-86EF35CB049C}"/>
                    </a:ext>
                  </a:extLst>
                </p:cNvPr>
                <p:cNvSpPr/>
                <p:nvPr/>
              </p:nvSpPr>
              <p:spPr>
                <a:xfrm>
                  <a:off x="8305574" y="4056053"/>
                  <a:ext cx="6169" cy="7883"/>
                </a:xfrm>
                <a:custGeom>
                  <a:avLst/>
                  <a:gdLst>
                    <a:gd name="connsiteX0" fmla="*/ 4711 w 6169"/>
                    <a:gd name="connsiteY0" fmla="*/ 4862 h 7883"/>
                    <a:gd name="connsiteX1" fmla="*/ 0 w 6169"/>
                    <a:gd name="connsiteY1" fmla="*/ 7883 h 7883"/>
                    <a:gd name="connsiteX2" fmla="*/ 3658 w 6169"/>
                    <a:gd name="connsiteY2" fmla="*/ 1713 h 7883"/>
                    <a:gd name="connsiteX3" fmla="*/ 5950 w 6169"/>
                    <a:gd name="connsiteY3" fmla="*/ 81 h 7883"/>
                    <a:gd name="connsiteX4" fmla="*/ 6170 w 6169"/>
                    <a:gd name="connsiteY4" fmla="*/ 0 h 7883"/>
                    <a:gd name="connsiteX5" fmla="*/ 6077 w 6169"/>
                    <a:gd name="connsiteY5" fmla="*/ 313 h 7883"/>
                    <a:gd name="connsiteX6" fmla="*/ 4711 w 6169"/>
                    <a:gd name="connsiteY6" fmla="*/ 4862 h 7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169" h="7883">
                      <a:moveTo>
                        <a:pt x="4711" y="4862"/>
                      </a:moveTo>
                      <a:lnTo>
                        <a:pt x="0" y="7883"/>
                      </a:lnTo>
                      <a:lnTo>
                        <a:pt x="3658" y="1713"/>
                      </a:lnTo>
                      <a:lnTo>
                        <a:pt x="5950" y="81"/>
                      </a:lnTo>
                      <a:lnTo>
                        <a:pt x="6170" y="0"/>
                      </a:lnTo>
                      <a:lnTo>
                        <a:pt x="6077" y="313"/>
                      </a:lnTo>
                      <a:lnTo>
                        <a:pt x="4711" y="48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43" name="Freeform: Shape 442">
                  <a:extLst>
                    <a:ext uri="{FF2B5EF4-FFF2-40B4-BE49-F238E27FC236}">
                      <a16:creationId xmlns:a16="http://schemas.microsoft.com/office/drawing/2014/main" id="{955A2DF9-5A39-B891-6090-8C07CDDFFB02}"/>
                    </a:ext>
                  </a:extLst>
                </p:cNvPr>
                <p:cNvSpPr/>
                <p:nvPr/>
              </p:nvSpPr>
              <p:spPr>
                <a:xfrm>
                  <a:off x="7871467" y="3128258"/>
                  <a:ext cx="5000" cy="5058"/>
                </a:xfrm>
                <a:custGeom>
                  <a:avLst/>
                  <a:gdLst>
                    <a:gd name="connsiteX0" fmla="*/ 4688 w 5000"/>
                    <a:gd name="connsiteY0" fmla="*/ 4075 h 5058"/>
                    <a:gd name="connsiteX1" fmla="*/ 3982 w 5000"/>
                    <a:gd name="connsiteY1" fmla="*/ 5059 h 5058"/>
                    <a:gd name="connsiteX2" fmla="*/ 2720 w 5000"/>
                    <a:gd name="connsiteY2" fmla="*/ 4839 h 5058"/>
                    <a:gd name="connsiteX3" fmla="*/ 752 w 5000"/>
                    <a:gd name="connsiteY3" fmla="*/ 3357 h 5058"/>
                    <a:gd name="connsiteX4" fmla="*/ 0 w 5000"/>
                    <a:gd name="connsiteY4" fmla="*/ 2176 h 5058"/>
                    <a:gd name="connsiteX5" fmla="*/ 1343 w 5000"/>
                    <a:gd name="connsiteY5" fmla="*/ 799 h 5058"/>
                    <a:gd name="connsiteX6" fmla="*/ 2211 w 5000"/>
                    <a:gd name="connsiteY6" fmla="*/ 0 h 5058"/>
                    <a:gd name="connsiteX7" fmla="*/ 5001 w 5000"/>
                    <a:gd name="connsiteY7" fmla="*/ 3415 h 5058"/>
                    <a:gd name="connsiteX8" fmla="*/ 4688 w 5000"/>
                    <a:gd name="connsiteY8" fmla="*/ 4075 h 5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000" h="5058">
                      <a:moveTo>
                        <a:pt x="4688" y="4075"/>
                      </a:moveTo>
                      <a:lnTo>
                        <a:pt x="3982" y="5059"/>
                      </a:lnTo>
                      <a:lnTo>
                        <a:pt x="2720" y="4839"/>
                      </a:lnTo>
                      <a:lnTo>
                        <a:pt x="752" y="3357"/>
                      </a:lnTo>
                      <a:lnTo>
                        <a:pt x="0" y="2176"/>
                      </a:lnTo>
                      <a:lnTo>
                        <a:pt x="1343" y="799"/>
                      </a:lnTo>
                      <a:lnTo>
                        <a:pt x="2211" y="0"/>
                      </a:lnTo>
                      <a:lnTo>
                        <a:pt x="5001" y="3415"/>
                      </a:lnTo>
                      <a:lnTo>
                        <a:pt x="4688" y="407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44" name="Freeform: Shape 443">
                  <a:extLst>
                    <a:ext uri="{FF2B5EF4-FFF2-40B4-BE49-F238E27FC236}">
                      <a16:creationId xmlns:a16="http://schemas.microsoft.com/office/drawing/2014/main" id="{CE5B1938-84CF-5490-CCFB-3B0BD12DBF38}"/>
                    </a:ext>
                  </a:extLst>
                </p:cNvPr>
                <p:cNvSpPr/>
                <p:nvPr/>
              </p:nvSpPr>
              <p:spPr>
                <a:xfrm>
                  <a:off x="8037592" y="3831204"/>
                  <a:ext cx="5035" cy="8704"/>
                </a:xfrm>
                <a:custGeom>
                  <a:avLst/>
                  <a:gdLst>
                    <a:gd name="connsiteX0" fmla="*/ 440 w 5035"/>
                    <a:gd name="connsiteY0" fmla="*/ 8520 h 8704"/>
                    <a:gd name="connsiteX1" fmla="*/ 0 w 5035"/>
                    <a:gd name="connsiteY1" fmla="*/ 8705 h 8704"/>
                    <a:gd name="connsiteX2" fmla="*/ 961 w 5035"/>
                    <a:gd name="connsiteY2" fmla="*/ 5221 h 8704"/>
                    <a:gd name="connsiteX3" fmla="*/ 3577 w 5035"/>
                    <a:gd name="connsiteY3" fmla="*/ 891 h 8704"/>
                    <a:gd name="connsiteX4" fmla="*/ 3635 w 5035"/>
                    <a:gd name="connsiteY4" fmla="*/ 521 h 8704"/>
                    <a:gd name="connsiteX5" fmla="*/ 4086 w 5035"/>
                    <a:gd name="connsiteY5" fmla="*/ 0 h 8704"/>
                    <a:gd name="connsiteX6" fmla="*/ 5035 w 5035"/>
                    <a:gd name="connsiteY6" fmla="*/ 2709 h 8704"/>
                    <a:gd name="connsiteX7" fmla="*/ 440 w 5035"/>
                    <a:gd name="connsiteY7" fmla="*/ 8520 h 8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035" h="8704">
                      <a:moveTo>
                        <a:pt x="440" y="8520"/>
                      </a:moveTo>
                      <a:lnTo>
                        <a:pt x="0" y="8705"/>
                      </a:lnTo>
                      <a:lnTo>
                        <a:pt x="961" y="5221"/>
                      </a:lnTo>
                      <a:lnTo>
                        <a:pt x="3577" y="891"/>
                      </a:lnTo>
                      <a:lnTo>
                        <a:pt x="3635" y="521"/>
                      </a:lnTo>
                      <a:lnTo>
                        <a:pt x="4086" y="0"/>
                      </a:lnTo>
                      <a:lnTo>
                        <a:pt x="5035" y="2709"/>
                      </a:lnTo>
                      <a:lnTo>
                        <a:pt x="440" y="85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45" name="Freeform: Shape 444">
                  <a:extLst>
                    <a:ext uri="{FF2B5EF4-FFF2-40B4-BE49-F238E27FC236}">
                      <a16:creationId xmlns:a16="http://schemas.microsoft.com/office/drawing/2014/main" id="{75025741-E3F4-9EA2-CA3B-14B5C58A2350}"/>
                    </a:ext>
                  </a:extLst>
                </p:cNvPr>
                <p:cNvSpPr/>
                <p:nvPr/>
              </p:nvSpPr>
              <p:spPr>
                <a:xfrm>
                  <a:off x="7801803" y="3401808"/>
                  <a:ext cx="4618" cy="4584"/>
                </a:xfrm>
                <a:custGeom>
                  <a:avLst/>
                  <a:gdLst>
                    <a:gd name="connsiteX0" fmla="*/ 3855 w 4618"/>
                    <a:gd name="connsiteY0" fmla="*/ 3496 h 4584"/>
                    <a:gd name="connsiteX1" fmla="*/ 3068 w 4618"/>
                    <a:gd name="connsiteY1" fmla="*/ 4584 h 4584"/>
                    <a:gd name="connsiteX2" fmla="*/ 2848 w 4618"/>
                    <a:gd name="connsiteY2" fmla="*/ 4503 h 4584"/>
                    <a:gd name="connsiteX3" fmla="*/ 255 w 4618"/>
                    <a:gd name="connsiteY3" fmla="*/ 3288 h 4584"/>
                    <a:gd name="connsiteX4" fmla="*/ 58 w 4618"/>
                    <a:gd name="connsiteY4" fmla="*/ 1783 h 4584"/>
                    <a:gd name="connsiteX5" fmla="*/ 0 w 4618"/>
                    <a:gd name="connsiteY5" fmla="*/ 1135 h 4584"/>
                    <a:gd name="connsiteX6" fmla="*/ 2026 w 4618"/>
                    <a:gd name="connsiteY6" fmla="*/ 0 h 4584"/>
                    <a:gd name="connsiteX7" fmla="*/ 4619 w 4618"/>
                    <a:gd name="connsiteY7" fmla="*/ 2176 h 4584"/>
                    <a:gd name="connsiteX8" fmla="*/ 3855 w 4618"/>
                    <a:gd name="connsiteY8" fmla="*/ 3496 h 4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18" h="4584">
                      <a:moveTo>
                        <a:pt x="3855" y="3496"/>
                      </a:moveTo>
                      <a:lnTo>
                        <a:pt x="3068" y="4584"/>
                      </a:lnTo>
                      <a:lnTo>
                        <a:pt x="2848" y="4503"/>
                      </a:lnTo>
                      <a:lnTo>
                        <a:pt x="255" y="3288"/>
                      </a:lnTo>
                      <a:lnTo>
                        <a:pt x="58" y="1783"/>
                      </a:lnTo>
                      <a:lnTo>
                        <a:pt x="0" y="1135"/>
                      </a:lnTo>
                      <a:lnTo>
                        <a:pt x="2026" y="0"/>
                      </a:lnTo>
                      <a:lnTo>
                        <a:pt x="4619" y="2176"/>
                      </a:lnTo>
                      <a:lnTo>
                        <a:pt x="3855" y="349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46" name="Freeform: Shape 445">
                  <a:extLst>
                    <a:ext uri="{FF2B5EF4-FFF2-40B4-BE49-F238E27FC236}">
                      <a16:creationId xmlns:a16="http://schemas.microsoft.com/office/drawing/2014/main" id="{6DFC37C3-0B09-2D05-BF53-B058290F9F07}"/>
                    </a:ext>
                  </a:extLst>
                </p:cNvPr>
                <p:cNvSpPr/>
                <p:nvPr/>
              </p:nvSpPr>
              <p:spPr>
                <a:xfrm>
                  <a:off x="8167959" y="3763299"/>
                  <a:ext cx="4352" cy="7269"/>
                </a:xfrm>
                <a:custGeom>
                  <a:avLst/>
                  <a:gdLst>
                    <a:gd name="connsiteX0" fmla="*/ 0 w 4352"/>
                    <a:gd name="connsiteY0" fmla="*/ 0 h 7269"/>
                    <a:gd name="connsiteX1" fmla="*/ 3716 w 4352"/>
                    <a:gd name="connsiteY1" fmla="*/ 3508 h 7269"/>
                    <a:gd name="connsiteX2" fmla="*/ 3809 w 4352"/>
                    <a:gd name="connsiteY2" fmla="*/ 3832 h 7269"/>
                    <a:gd name="connsiteX3" fmla="*/ 4353 w 4352"/>
                    <a:gd name="connsiteY3" fmla="*/ 7270 h 7269"/>
                    <a:gd name="connsiteX4" fmla="*/ 197 w 4352"/>
                    <a:gd name="connsiteY4" fmla="*/ 4619 h 7269"/>
                    <a:gd name="connsiteX5" fmla="*/ 69 w 4352"/>
                    <a:gd name="connsiteY5" fmla="*/ 4503 h 7269"/>
                    <a:gd name="connsiteX6" fmla="*/ 1215 w 4352"/>
                    <a:gd name="connsiteY6" fmla="*/ 3091 h 7269"/>
                    <a:gd name="connsiteX7" fmla="*/ 0 w 4352"/>
                    <a:gd name="connsiteY7" fmla="*/ 0 h 7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52" h="7269">
                      <a:moveTo>
                        <a:pt x="0" y="0"/>
                      </a:moveTo>
                      <a:lnTo>
                        <a:pt x="3716" y="3508"/>
                      </a:lnTo>
                      <a:lnTo>
                        <a:pt x="3809" y="3832"/>
                      </a:lnTo>
                      <a:lnTo>
                        <a:pt x="4353" y="7270"/>
                      </a:lnTo>
                      <a:lnTo>
                        <a:pt x="197" y="4619"/>
                      </a:lnTo>
                      <a:lnTo>
                        <a:pt x="69" y="4503"/>
                      </a:lnTo>
                      <a:lnTo>
                        <a:pt x="1215" y="309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47" name="Freeform: Shape 446">
                  <a:extLst>
                    <a:ext uri="{FF2B5EF4-FFF2-40B4-BE49-F238E27FC236}">
                      <a16:creationId xmlns:a16="http://schemas.microsoft.com/office/drawing/2014/main" id="{6177EA81-E23E-C84C-0D7C-8820CE06C103}"/>
                    </a:ext>
                  </a:extLst>
                </p:cNvPr>
                <p:cNvSpPr/>
                <p:nvPr/>
              </p:nvSpPr>
              <p:spPr>
                <a:xfrm>
                  <a:off x="9271315" y="2461453"/>
                  <a:ext cx="6019" cy="5429"/>
                </a:xfrm>
                <a:custGeom>
                  <a:avLst/>
                  <a:gdLst>
                    <a:gd name="connsiteX0" fmla="*/ 0 w 6019"/>
                    <a:gd name="connsiteY0" fmla="*/ 3091 h 5429"/>
                    <a:gd name="connsiteX1" fmla="*/ 81 w 6019"/>
                    <a:gd name="connsiteY1" fmla="*/ 1273 h 5429"/>
                    <a:gd name="connsiteX2" fmla="*/ 6019 w 6019"/>
                    <a:gd name="connsiteY2" fmla="*/ 0 h 5429"/>
                    <a:gd name="connsiteX3" fmla="*/ 254 w 6019"/>
                    <a:gd name="connsiteY3" fmla="*/ 5429 h 5429"/>
                    <a:gd name="connsiteX4" fmla="*/ 0 w 6019"/>
                    <a:gd name="connsiteY4" fmla="*/ 3091 h 5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19" h="5429">
                      <a:moveTo>
                        <a:pt x="0" y="3091"/>
                      </a:moveTo>
                      <a:lnTo>
                        <a:pt x="81" y="1273"/>
                      </a:lnTo>
                      <a:lnTo>
                        <a:pt x="6019" y="0"/>
                      </a:lnTo>
                      <a:lnTo>
                        <a:pt x="254" y="5429"/>
                      </a:lnTo>
                      <a:lnTo>
                        <a:pt x="0" y="309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48" name="Freeform: Shape 447">
                  <a:extLst>
                    <a:ext uri="{FF2B5EF4-FFF2-40B4-BE49-F238E27FC236}">
                      <a16:creationId xmlns:a16="http://schemas.microsoft.com/office/drawing/2014/main" id="{48450010-4764-10EE-6D0C-A34301F8E6B6}"/>
                    </a:ext>
                  </a:extLst>
                </p:cNvPr>
                <p:cNvSpPr/>
                <p:nvPr/>
              </p:nvSpPr>
              <p:spPr>
                <a:xfrm>
                  <a:off x="9840848" y="1559113"/>
                  <a:ext cx="4780" cy="4942"/>
                </a:xfrm>
                <a:custGeom>
                  <a:avLst/>
                  <a:gdLst>
                    <a:gd name="connsiteX0" fmla="*/ 0 w 4780"/>
                    <a:gd name="connsiteY0" fmla="*/ 2987 h 4942"/>
                    <a:gd name="connsiteX1" fmla="*/ 2917 w 4780"/>
                    <a:gd name="connsiteY1" fmla="*/ 0 h 4942"/>
                    <a:gd name="connsiteX2" fmla="*/ 4781 w 4780"/>
                    <a:gd name="connsiteY2" fmla="*/ 1991 h 4942"/>
                    <a:gd name="connsiteX3" fmla="*/ 3345 w 4780"/>
                    <a:gd name="connsiteY3" fmla="*/ 4214 h 4942"/>
                    <a:gd name="connsiteX4" fmla="*/ 2466 w 4780"/>
                    <a:gd name="connsiteY4" fmla="*/ 4943 h 4942"/>
                    <a:gd name="connsiteX5" fmla="*/ 2338 w 4780"/>
                    <a:gd name="connsiteY5" fmla="*/ 4862 h 4942"/>
                    <a:gd name="connsiteX6" fmla="*/ 1644 w 4780"/>
                    <a:gd name="connsiteY6" fmla="*/ 3369 h 4942"/>
                    <a:gd name="connsiteX7" fmla="*/ 926 w 4780"/>
                    <a:gd name="connsiteY7" fmla="*/ 3982 h 4942"/>
                    <a:gd name="connsiteX8" fmla="*/ 162 w 4780"/>
                    <a:gd name="connsiteY8" fmla="*/ 3508 h 4942"/>
                    <a:gd name="connsiteX9" fmla="*/ 0 w 4780"/>
                    <a:gd name="connsiteY9" fmla="*/ 2987 h 4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780" h="4942">
                      <a:moveTo>
                        <a:pt x="0" y="2987"/>
                      </a:moveTo>
                      <a:lnTo>
                        <a:pt x="2917" y="0"/>
                      </a:lnTo>
                      <a:lnTo>
                        <a:pt x="4781" y="1991"/>
                      </a:lnTo>
                      <a:lnTo>
                        <a:pt x="3345" y="4214"/>
                      </a:lnTo>
                      <a:lnTo>
                        <a:pt x="2466" y="4943"/>
                      </a:lnTo>
                      <a:lnTo>
                        <a:pt x="2338" y="4862"/>
                      </a:lnTo>
                      <a:lnTo>
                        <a:pt x="1644" y="3369"/>
                      </a:lnTo>
                      <a:lnTo>
                        <a:pt x="926" y="3982"/>
                      </a:lnTo>
                      <a:lnTo>
                        <a:pt x="162" y="3508"/>
                      </a:lnTo>
                      <a:lnTo>
                        <a:pt x="0" y="298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49" name="Freeform: Shape 448">
                  <a:extLst>
                    <a:ext uri="{FF2B5EF4-FFF2-40B4-BE49-F238E27FC236}">
                      <a16:creationId xmlns:a16="http://schemas.microsoft.com/office/drawing/2014/main" id="{7F6005CF-50C7-66CF-04A4-63B64122F430}"/>
                    </a:ext>
                  </a:extLst>
                </p:cNvPr>
                <p:cNvSpPr/>
                <p:nvPr/>
              </p:nvSpPr>
              <p:spPr>
                <a:xfrm>
                  <a:off x="9771693" y="1417943"/>
                  <a:ext cx="5730" cy="7409"/>
                </a:xfrm>
                <a:custGeom>
                  <a:avLst/>
                  <a:gdLst>
                    <a:gd name="connsiteX0" fmla="*/ 0 w 5730"/>
                    <a:gd name="connsiteY0" fmla="*/ 1435 h 7409"/>
                    <a:gd name="connsiteX1" fmla="*/ 915 w 5730"/>
                    <a:gd name="connsiteY1" fmla="*/ 0 h 7409"/>
                    <a:gd name="connsiteX2" fmla="*/ 5730 w 5730"/>
                    <a:gd name="connsiteY2" fmla="*/ 5893 h 7409"/>
                    <a:gd name="connsiteX3" fmla="*/ 5209 w 5730"/>
                    <a:gd name="connsiteY3" fmla="*/ 7410 h 7409"/>
                    <a:gd name="connsiteX4" fmla="*/ 0 w 5730"/>
                    <a:gd name="connsiteY4" fmla="*/ 1435 h 7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30" h="7409">
                      <a:moveTo>
                        <a:pt x="0" y="1435"/>
                      </a:moveTo>
                      <a:lnTo>
                        <a:pt x="915" y="0"/>
                      </a:lnTo>
                      <a:lnTo>
                        <a:pt x="5730" y="5893"/>
                      </a:lnTo>
                      <a:lnTo>
                        <a:pt x="5209" y="7410"/>
                      </a:lnTo>
                      <a:lnTo>
                        <a:pt x="0" y="14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50" name="Freeform: Shape 449">
                  <a:extLst>
                    <a:ext uri="{FF2B5EF4-FFF2-40B4-BE49-F238E27FC236}">
                      <a16:creationId xmlns:a16="http://schemas.microsoft.com/office/drawing/2014/main" id="{2BE009B3-D9F6-03FB-21F4-D97409B1EAE2}"/>
                    </a:ext>
                  </a:extLst>
                </p:cNvPr>
                <p:cNvSpPr/>
                <p:nvPr/>
              </p:nvSpPr>
              <p:spPr>
                <a:xfrm>
                  <a:off x="8239417" y="3360424"/>
                  <a:ext cx="4097" cy="5741"/>
                </a:xfrm>
                <a:custGeom>
                  <a:avLst/>
                  <a:gdLst>
                    <a:gd name="connsiteX0" fmla="*/ 289 w 4097"/>
                    <a:gd name="connsiteY0" fmla="*/ 1192 h 5741"/>
                    <a:gd name="connsiteX1" fmla="*/ 1215 w 4097"/>
                    <a:gd name="connsiteY1" fmla="*/ 0 h 5741"/>
                    <a:gd name="connsiteX2" fmla="*/ 4098 w 4097"/>
                    <a:gd name="connsiteY2" fmla="*/ 3438 h 5741"/>
                    <a:gd name="connsiteX3" fmla="*/ 1505 w 4097"/>
                    <a:gd name="connsiteY3" fmla="*/ 5742 h 5741"/>
                    <a:gd name="connsiteX4" fmla="*/ 0 w 4097"/>
                    <a:gd name="connsiteY4" fmla="*/ 1736 h 5741"/>
                    <a:gd name="connsiteX5" fmla="*/ 289 w 4097"/>
                    <a:gd name="connsiteY5" fmla="*/ 1192 h 57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097" h="5741">
                      <a:moveTo>
                        <a:pt x="289" y="1192"/>
                      </a:moveTo>
                      <a:lnTo>
                        <a:pt x="1215" y="0"/>
                      </a:lnTo>
                      <a:lnTo>
                        <a:pt x="4098" y="3438"/>
                      </a:lnTo>
                      <a:lnTo>
                        <a:pt x="1505" y="5742"/>
                      </a:lnTo>
                      <a:lnTo>
                        <a:pt x="0" y="1736"/>
                      </a:lnTo>
                      <a:lnTo>
                        <a:pt x="289" y="119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51" name="Freeform: Shape 450">
                  <a:extLst>
                    <a:ext uri="{FF2B5EF4-FFF2-40B4-BE49-F238E27FC236}">
                      <a16:creationId xmlns:a16="http://schemas.microsoft.com/office/drawing/2014/main" id="{13C3C495-A13B-B5A6-1109-D9E424F16760}"/>
                    </a:ext>
                  </a:extLst>
                </p:cNvPr>
                <p:cNvSpPr/>
                <p:nvPr/>
              </p:nvSpPr>
              <p:spPr>
                <a:xfrm>
                  <a:off x="8097428" y="4351493"/>
                  <a:ext cx="6945" cy="4456"/>
                </a:xfrm>
                <a:custGeom>
                  <a:avLst/>
                  <a:gdLst>
                    <a:gd name="connsiteX0" fmla="*/ 4156 w 6945"/>
                    <a:gd name="connsiteY0" fmla="*/ 2535 h 4456"/>
                    <a:gd name="connsiteX1" fmla="*/ 3542 w 6945"/>
                    <a:gd name="connsiteY1" fmla="*/ 4457 h 4456"/>
                    <a:gd name="connsiteX2" fmla="*/ 0 w 6945"/>
                    <a:gd name="connsiteY2" fmla="*/ 3623 h 4456"/>
                    <a:gd name="connsiteX3" fmla="*/ 938 w 6945"/>
                    <a:gd name="connsiteY3" fmla="*/ 2929 h 4456"/>
                    <a:gd name="connsiteX4" fmla="*/ 5348 w 6945"/>
                    <a:gd name="connsiteY4" fmla="*/ 0 h 4456"/>
                    <a:gd name="connsiteX5" fmla="*/ 6946 w 6945"/>
                    <a:gd name="connsiteY5" fmla="*/ 1412 h 4456"/>
                    <a:gd name="connsiteX6" fmla="*/ 6610 w 6945"/>
                    <a:gd name="connsiteY6" fmla="*/ 1713 h 4456"/>
                    <a:gd name="connsiteX7" fmla="*/ 4156 w 6945"/>
                    <a:gd name="connsiteY7" fmla="*/ 2535 h 4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945" h="4456">
                      <a:moveTo>
                        <a:pt x="4156" y="2535"/>
                      </a:moveTo>
                      <a:lnTo>
                        <a:pt x="3542" y="4457"/>
                      </a:lnTo>
                      <a:lnTo>
                        <a:pt x="0" y="3623"/>
                      </a:lnTo>
                      <a:lnTo>
                        <a:pt x="938" y="2929"/>
                      </a:lnTo>
                      <a:lnTo>
                        <a:pt x="5348" y="0"/>
                      </a:lnTo>
                      <a:lnTo>
                        <a:pt x="6946" y="1412"/>
                      </a:lnTo>
                      <a:lnTo>
                        <a:pt x="6610" y="1713"/>
                      </a:lnTo>
                      <a:lnTo>
                        <a:pt x="4156" y="25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52" name="Freeform: Shape 451">
                  <a:extLst>
                    <a:ext uri="{FF2B5EF4-FFF2-40B4-BE49-F238E27FC236}">
                      <a16:creationId xmlns:a16="http://schemas.microsoft.com/office/drawing/2014/main" id="{8BC9CDA7-38AF-162C-1E3F-623225C497DE}"/>
                    </a:ext>
                  </a:extLst>
                </p:cNvPr>
                <p:cNvSpPr/>
                <p:nvPr/>
              </p:nvSpPr>
              <p:spPr>
                <a:xfrm>
                  <a:off x="9664049" y="1602349"/>
                  <a:ext cx="4005" cy="5104"/>
                </a:xfrm>
                <a:custGeom>
                  <a:avLst/>
                  <a:gdLst>
                    <a:gd name="connsiteX0" fmla="*/ 0 w 4005"/>
                    <a:gd name="connsiteY0" fmla="*/ 1134 h 5104"/>
                    <a:gd name="connsiteX1" fmla="*/ 2755 w 4005"/>
                    <a:gd name="connsiteY1" fmla="*/ 0 h 5104"/>
                    <a:gd name="connsiteX2" fmla="*/ 4005 w 4005"/>
                    <a:gd name="connsiteY2" fmla="*/ 2975 h 5104"/>
                    <a:gd name="connsiteX3" fmla="*/ 1447 w 4005"/>
                    <a:gd name="connsiteY3" fmla="*/ 5105 h 5104"/>
                    <a:gd name="connsiteX4" fmla="*/ 0 w 4005"/>
                    <a:gd name="connsiteY4" fmla="*/ 1134 h 5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05" h="5104">
                      <a:moveTo>
                        <a:pt x="0" y="1134"/>
                      </a:moveTo>
                      <a:lnTo>
                        <a:pt x="2755" y="0"/>
                      </a:lnTo>
                      <a:lnTo>
                        <a:pt x="4005" y="2975"/>
                      </a:lnTo>
                      <a:lnTo>
                        <a:pt x="1447" y="5105"/>
                      </a:lnTo>
                      <a:lnTo>
                        <a:pt x="0" y="113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53" name="Freeform: Shape 452">
                  <a:extLst>
                    <a:ext uri="{FF2B5EF4-FFF2-40B4-BE49-F238E27FC236}">
                      <a16:creationId xmlns:a16="http://schemas.microsoft.com/office/drawing/2014/main" id="{33E11CB6-099E-2B5C-1360-7CB630555A40}"/>
                    </a:ext>
                  </a:extLst>
                </p:cNvPr>
                <p:cNvSpPr/>
                <p:nvPr/>
              </p:nvSpPr>
              <p:spPr>
                <a:xfrm>
                  <a:off x="7846451" y="3148701"/>
                  <a:ext cx="5486" cy="4236"/>
                </a:xfrm>
                <a:custGeom>
                  <a:avLst/>
                  <a:gdLst>
                    <a:gd name="connsiteX0" fmla="*/ 3033 w 5486"/>
                    <a:gd name="connsiteY0" fmla="*/ 0 h 4236"/>
                    <a:gd name="connsiteX1" fmla="*/ 4792 w 5486"/>
                    <a:gd name="connsiteY1" fmla="*/ 451 h 4236"/>
                    <a:gd name="connsiteX2" fmla="*/ 5487 w 5486"/>
                    <a:gd name="connsiteY2" fmla="*/ 776 h 4236"/>
                    <a:gd name="connsiteX3" fmla="*/ 5394 w 5486"/>
                    <a:gd name="connsiteY3" fmla="*/ 2593 h 4236"/>
                    <a:gd name="connsiteX4" fmla="*/ 5163 w 5486"/>
                    <a:gd name="connsiteY4" fmla="*/ 2767 h 4236"/>
                    <a:gd name="connsiteX5" fmla="*/ 5383 w 5486"/>
                    <a:gd name="connsiteY5" fmla="*/ 2732 h 4236"/>
                    <a:gd name="connsiteX6" fmla="*/ 5302 w 5486"/>
                    <a:gd name="connsiteY6" fmla="*/ 4225 h 4236"/>
                    <a:gd name="connsiteX7" fmla="*/ 5290 w 5486"/>
                    <a:gd name="connsiteY7" fmla="*/ 4237 h 4236"/>
                    <a:gd name="connsiteX8" fmla="*/ 1412 w 5486"/>
                    <a:gd name="connsiteY8" fmla="*/ 1586 h 4236"/>
                    <a:gd name="connsiteX9" fmla="*/ 938 w 5486"/>
                    <a:gd name="connsiteY9" fmla="*/ 1053 h 4236"/>
                    <a:gd name="connsiteX10" fmla="*/ 695 w 5486"/>
                    <a:gd name="connsiteY10" fmla="*/ 1100 h 4236"/>
                    <a:gd name="connsiteX11" fmla="*/ 0 w 5486"/>
                    <a:gd name="connsiteY11" fmla="*/ 625 h 4236"/>
                    <a:gd name="connsiteX12" fmla="*/ 2292 w 5486"/>
                    <a:gd name="connsiteY12" fmla="*/ 81 h 4236"/>
                    <a:gd name="connsiteX13" fmla="*/ 2582 w 5486"/>
                    <a:gd name="connsiteY13" fmla="*/ 1447 h 4236"/>
                    <a:gd name="connsiteX14" fmla="*/ 3033 w 5486"/>
                    <a:gd name="connsiteY14" fmla="*/ 0 h 4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486" h="4236">
                      <a:moveTo>
                        <a:pt x="3033" y="0"/>
                      </a:moveTo>
                      <a:lnTo>
                        <a:pt x="4792" y="451"/>
                      </a:lnTo>
                      <a:lnTo>
                        <a:pt x="5487" y="776"/>
                      </a:lnTo>
                      <a:lnTo>
                        <a:pt x="5394" y="2593"/>
                      </a:lnTo>
                      <a:lnTo>
                        <a:pt x="5163" y="2767"/>
                      </a:lnTo>
                      <a:lnTo>
                        <a:pt x="5383" y="2732"/>
                      </a:lnTo>
                      <a:lnTo>
                        <a:pt x="5302" y="4225"/>
                      </a:lnTo>
                      <a:lnTo>
                        <a:pt x="5290" y="4237"/>
                      </a:lnTo>
                      <a:lnTo>
                        <a:pt x="1412" y="1586"/>
                      </a:lnTo>
                      <a:lnTo>
                        <a:pt x="938" y="1053"/>
                      </a:lnTo>
                      <a:lnTo>
                        <a:pt x="695" y="1100"/>
                      </a:lnTo>
                      <a:lnTo>
                        <a:pt x="0" y="625"/>
                      </a:lnTo>
                      <a:lnTo>
                        <a:pt x="2292" y="81"/>
                      </a:lnTo>
                      <a:lnTo>
                        <a:pt x="2582" y="1447"/>
                      </a:lnTo>
                      <a:lnTo>
                        <a:pt x="303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54" name="Freeform: Shape 453">
                  <a:extLst>
                    <a:ext uri="{FF2B5EF4-FFF2-40B4-BE49-F238E27FC236}">
                      <a16:creationId xmlns:a16="http://schemas.microsoft.com/office/drawing/2014/main" id="{F5D378E5-1623-6CED-4A89-996734561FA0}"/>
                    </a:ext>
                  </a:extLst>
                </p:cNvPr>
                <p:cNvSpPr/>
                <p:nvPr/>
              </p:nvSpPr>
              <p:spPr>
                <a:xfrm>
                  <a:off x="8209355" y="3240567"/>
                  <a:ext cx="6216" cy="5648"/>
                </a:xfrm>
                <a:custGeom>
                  <a:avLst/>
                  <a:gdLst>
                    <a:gd name="connsiteX0" fmla="*/ 1262 w 6216"/>
                    <a:gd name="connsiteY0" fmla="*/ 579 h 5648"/>
                    <a:gd name="connsiteX1" fmla="*/ 3241 w 6216"/>
                    <a:gd name="connsiteY1" fmla="*/ 0 h 5648"/>
                    <a:gd name="connsiteX2" fmla="*/ 5394 w 6216"/>
                    <a:gd name="connsiteY2" fmla="*/ 3924 h 5648"/>
                    <a:gd name="connsiteX3" fmla="*/ 6216 w 6216"/>
                    <a:gd name="connsiteY3" fmla="*/ 5649 h 5648"/>
                    <a:gd name="connsiteX4" fmla="*/ 1262 w 6216"/>
                    <a:gd name="connsiteY4" fmla="*/ 1991 h 5648"/>
                    <a:gd name="connsiteX5" fmla="*/ 776 w 6216"/>
                    <a:gd name="connsiteY5" fmla="*/ 1621 h 5648"/>
                    <a:gd name="connsiteX6" fmla="*/ 0 w 6216"/>
                    <a:gd name="connsiteY6" fmla="*/ 961 h 5648"/>
                    <a:gd name="connsiteX7" fmla="*/ 1262 w 6216"/>
                    <a:gd name="connsiteY7" fmla="*/ 579 h 5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216" h="5648">
                      <a:moveTo>
                        <a:pt x="1262" y="579"/>
                      </a:moveTo>
                      <a:lnTo>
                        <a:pt x="3241" y="0"/>
                      </a:lnTo>
                      <a:lnTo>
                        <a:pt x="5394" y="3924"/>
                      </a:lnTo>
                      <a:lnTo>
                        <a:pt x="6216" y="5649"/>
                      </a:lnTo>
                      <a:lnTo>
                        <a:pt x="1262" y="1991"/>
                      </a:lnTo>
                      <a:lnTo>
                        <a:pt x="776" y="1621"/>
                      </a:lnTo>
                      <a:lnTo>
                        <a:pt x="0" y="961"/>
                      </a:lnTo>
                      <a:lnTo>
                        <a:pt x="1262" y="57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55" name="Freeform: Shape 454">
                  <a:extLst>
                    <a:ext uri="{FF2B5EF4-FFF2-40B4-BE49-F238E27FC236}">
                      <a16:creationId xmlns:a16="http://schemas.microsoft.com/office/drawing/2014/main" id="{A839FB19-5CAB-3B96-11A5-F3BBF0CE15F7}"/>
                    </a:ext>
                  </a:extLst>
                </p:cNvPr>
                <p:cNvSpPr/>
                <p:nvPr/>
              </p:nvSpPr>
              <p:spPr>
                <a:xfrm>
                  <a:off x="8228166" y="4000616"/>
                  <a:ext cx="6609" cy="7072"/>
                </a:xfrm>
                <a:custGeom>
                  <a:avLst/>
                  <a:gdLst>
                    <a:gd name="connsiteX0" fmla="*/ 5707 w 6609"/>
                    <a:gd name="connsiteY0" fmla="*/ 4283 h 7072"/>
                    <a:gd name="connsiteX1" fmla="*/ 0 w 6609"/>
                    <a:gd name="connsiteY1" fmla="*/ 7073 h 7072"/>
                    <a:gd name="connsiteX2" fmla="*/ 6610 w 6609"/>
                    <a:gd name="connsiteY2" fmla="*/ 0 h 7072"/>
                    <a:gd name="connsiteX3" fmla="*/ 5707 w 6609"/>
                    <a:gd name="connsiteY3" fmla="*/ 4283 h 7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09" h="7072">
                      <a:moveTo>
                        <a:pt x="5707" y="4283"/>
                      </a:moveTo>
                      <a:lnTo>
                        <a:pt x="0" y="7073"/>
                      </a:lnTo>
                      <a:lnTo>
                        <a:pt x="6610" y="0"/>
                      </a:lnTo>
                      <a:lnTo>
                        <a:pt x="5707" y="428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56" name="Freeform: Shape 455">
                  <a:extLst>
                    <a:ext uri="{FF2B5EF4-FFF2-40B4-BE49-F238E27FC236}">
                      <a16:creationId xmlns:a16="http://schemas.microsoft.com/office/drawing/2014/main" id="{4DBFC0BB-7E31-ECBB-A1AD-FBD9082FAE32}"/>
                    </a:ext>
                  </a:extLst>
                </p:cNvPr>
                <p:cNvSpPr/>
                <p:nvPr/>
              </p:nvSpPr>
              <p:spPr>
                <a:xfrm>
                  <a:off x="7925051" y="2969240"/>
                  <a:ext cx="3715" cy="6008"/>
                </a:xfrm>
                <a:custGeom>
                  <a:avLst/>
                  <a:gdLst>
                    <a:gd name="connsiteX0" fmla="*/ 35 w 3715"/>
                    <a:gd name="connsiteY0" fmla="*/ 0 h 6008"/>
                    <a:gd name="connsiteX1" fmla="*/ 868 w 3715"/>
                    <a:gd name="connsiteY1" fmla="*/ 602 h 6008"/>
                    <a:gd name="connsiteX2" fmla="*/ 3149 w 3715"/>
                    <a:gd name="connsiteY2" fmla="*/ 3299 h 6008"/>
                    <a:gd name="connsiteX3" fmla="*/ 3716 w 3715"/>
                    <a:gd name="connsiteY3" fmla="*/ 6008 h 6008"/>
                    <a:gd name="connsiteX4" fmla="*/ 2269 w 3715"/>
                    <a:gd name="connsiteY4" fmla="*/ 5418 h 6008"/>
                    <a:gd name="connsiteX5" fmla="*/ 660 w 3715"/>
                    <a:gd name="connsiteY5" fmla="*/ 4943 h 6008"/>
                    <a:gd name="connsiteX6" fmla="*/ 0 w 3715"/>
                    <a:gd name="connsiteY6" fmla="*/ 35 h 6008"/>
                    <a:gd name="connsiteX7" fmla="*/ 35 w 3715"/>
                    <a:gd name="connsiteY7" fmla="*/ 0 h 60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15" h="6008">
                      <a:moveTo>
                        <a:pt x="35" y="0"/>
                      </a:moveTo>
                      <a:lnTo>
                        <a:pt x="868" y="602"/>
                      </a:lnTo>
                      <a:lnTo>
                        <a:pt x="3149" y="3299"/>
                      </a:lnTo>
                      <a:lnTo>
                        <a:pt x="3716" y="6008"/>
                      </a:lnTo>
                      <a:lnTo>
                        <a:pt x="2269" y="5418"/>
                      </a:lnTo>
                      <a:lnTo>
                        <a:pt x="660" y="4943"/>
                      </a:lnTo>
                      <a:lnTo>
                        <a:pt x="0" y="35"/>
                      </a:lnTo>
                      <a:lnTo>
                        <a:pt x="3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57" name="Freeform: Shape 456">
                  <a:extLst>
                    <a:ext uri="{FF2B5EF4-FFF2-40B4-BE49-F238E27FC236}">
                      <a16:creationId xmlns:a16="http://schemas.microsoft.com/office/drawing/2014/main" id="{D937FC95-56CA-2D9E-C89D-F2D23F6D4FAA}"/>
                    </a:ext>
                  </a:extLst>
                </p:cNvPr>
                <p:cNvSpPr/>
                <p:nvPr/>
              </p:nvSpPr>
              <p:spPr>
                <a:xfrm>
                  <a:off x="7827941" y="3043696"/>
                  <a:ext cx="4908" cy="4306"/>
                </a:xfrm>
                <a:custGeom>
                  <a:avLst/>
                  <a:gdLst>
                    <a:gd name="connsiteX0" fmla="*/ 3809 w 4908"/>
                    <a:gd name="connsiteY0" fmla="*/ 2859 h 4306"/>
                    <a:gd name="connsiteX1" fmla="*/ 1111 w 4908"/>
                    <a:gd name="connsiteY1" fmla="*/ 4306 h 4306"/>
                    <a:gd name="connsiteX2" fmla="*/ 0 w 4908"/>
                    <a:gd name="connsiteY2" fmla="*/ 1667 h 4306"/>
                    <a:gd name="connsiteX3" fmla="*/ 996 w 4908"/>
                    <a:gd name="connsiteY3" fmla="*/ 0 h 4306"/>
                    <a:gd name="connsiteX4" fmla="*/ 4908 w 4908"/>
                    <a:gd name="connsiteY4" fmla="*/ 2084 h 4306"/>
                    <a:gd name="connsiteX5" fmla="*/ 3809 w 4908"/>
                    <a:gd name="connsiteY5" fmla="*/ 2859 h 4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908" h="4306">
                      <a:moveTo>
                        <a:pt x="3809" y="2859"/>
                      </a:moveTo>
                      <a:lnTo>
                        <a:pt x="1111" y="4306"/>
                      </a:lnTo>
                      <a:lnTo>
                        <a:pt x="0" y="1667"/>
                      </a:lnTo>
                      <a:lnTo>
                        <a:pt x="996" y="0"/>
                      </a:lnTo>
                      <a:lnTo>
                        <a:pt x="4908" y="2084"/>
                      </a:lnTo>
                      <a:lnTo>
                        <a:pt x="3809" y="285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58" name="Freeform: Shape 457">
                  <a:extLst>
                    <a:ext uri="{FF2B5EF4-FFF2-40B4-BE49-F238E27FC236}">
                      <a16:creationId xmlns:a16="http://schemas.microsoft.com/office/drawing/2014/main" id="{4B3A7AD2-93FF-3402-C056-467281DFF177}"/>
                    </a:ext>
                  </a:extLst>
                </p:cNvPr>
                <p:cNvSpPr/>
                <p:nvPr/>
              </p:nvSpPr>
              <p:spPr>
                <a:xfrm>
                  <a:off x="7964131" y="3049218"/>
                  <a:ext cx="4178" cy="5070"/>
                </a:xfrm>
                <a:custGeom>
                  <a:avLst/>
                  <a:gdLst>
                    <a:gd name="connsiteX0" fmla="*/ 0 w 4178"/>
                    <a:gd name="connsiteY0" fmla="*/ 197 h 5070"/>
                    <a:gd name="connsiteX1" fmla="*/ 451 w 4178"/>
                    <a:gd name="connsiteY1" fmla="*/ 0 h 5070"/>
                    <a:gd name="connsiteX2" fmla="*/ 4179 w 4178"/>
                    <a:gd name="connsiteY2" fmla="*/ 3542 h 5070"/>
                    <a:gd name="connsiteX3" fmla="*/ 3704 w 4178"/>
                    <a:gd name="connsiteY3" fmla="*/ 5070 h 5070"/>
                    <a:gd name="connsiteX4" fmla="*/ 2743 w 4178"/>
                    <a:gd name="connsiteY4" fmla="*/ 4885 h 5070"/>
                    <a:gd name="connsiteX5" fmla="*/ 2477 w 4178"/>
                    <a:gd name="connsiteY5" fmla="*/ 4410 h 5070"/>
                    <a:gd name="connsiteX6" fmla="*/ 2014 w 4178"/>
                    <a:gd name="connsiteY6" fmla="*/ 4734 h 5070"/>
                    <a:gd name="connsiteX7" fmla="*/ 996 w 4178"/>
                    <a:gd name="connsiteY7" fmla="*/ 4538 h 5070"/>
                    <a:gd name="connsiteX8" fmla="*/ 0 w 4178"/>
                    <a:gd name="connsiteY8" fmla="*/ 197 h 5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78" h="5070">
                      <a:moveTo>
                        <a:pt x="0" y="197"/>
                      </a:moveTo>
                      <a:lnTo>
                        <a:pt x="451" y="0"/>
                      </a:lnTo>
                      <a:lnTo>
                        <a:pt x="4179" y="3542"/>
                      </a:lnTo>
                      <a:lnTo>
                        <a:pt x="3704" y="5070"/>
                      </a:lnTo>
                      <a:lnTo>
                        <a:pt x="2743" y="4885"/>
                      </a:lnTo>
                      <a:lnTo>
                        <a:pt x="2477" y="4410"/>
                      </a:lnTo>
                      <a:lnTo>
                        <a:pt x="2014" y="4734"/>
                      </a:lnTo>
                      <a:lnTo>
                        <a:pt x="996" y="4538"/>
                      </a:lnTo>
                      <a:lnTo>
                        <a:pt x="0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59" name="Freeform: Shape 458">
                  <a:extLst>
                    <a:ext uri="{FF2B5EF4-FFF2-40B4-BE49-F238E27FC236}">
                      <a16:creationId xmlns:a16="http://schemas.microsoft.com/office/drawing/2014/main" id="{9C3BC169-52AE-E860-62F9-D14B05ECE6F0}"/>
                    </a:ext>
                  </a:extLst>
                </p:cNvPr>
                <p:cNvSpPr/>
                <p:nvPr/>
              </p:nvSpPr>
              <p:spPr>
                <a:xfrm>
                  <a:off x="7947346" y="2820143"/>
                  <a:ext cx="3611" cy="5498"/>
                </a:xfrm>
                <a:custGeom>
                  <a:avLst/>
                  <a:gdLst>
                    <a:gd name="connsiteX0" fmla="*/ 0 w 3611"/>
                    <a:gd name="connsiteY0" fmla="*/ 3311 h 5498"/>
                    <a:gd name="connsiteX1" fmla="*/ 2269 w 3611"/>
                    <a:gd name="connsiteY1" fmla="*/ 0 h 5498"/>
                    <a:gd name="connsiteX2" fmla="*/ 3473 w 3611"/>
                    <a:gd name="connsiteY2" fmla="*/ 2130 h 5498"/>
                    <a:gd name="connsiteX3" fmla="*/ 3612 w 3611"/>
                    <a:gd name="connsiteY3" fmla="*/ 5498 h 5498"/>
                    <a:gd name="connsiteX4" fmla="*/ 0 w 3611"/>
                    <a:gd name="connsiteY4" fmla="*/ 3311 h 54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1" h="5498">
                      <a:moveTo>
                        <a:pt x="0" y="3311"/>
                      </a:moveTo>
                      <a:lnTo>
                        <a:pt x="2269" y="0"/>
                      </a:lnTo>
                      <a:lnTo>
                        <a:pt x="3473" y="2130"/>
                      </a:lnTo>
                      <a:lnTo>
                        <a:pt x="3612" y="5498"/>
                      </a:lnTo>
                      <a:lnTo>
                        <a:pt x="0" y="331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60" name="Freeform: Shape 459">
                  <a:extLst>
                    <a:ext uri="{FF2B5EF4-FFF2-40B4-BE49-F238E27FC236}">
                      <a16:creationId xmlns:a16="http://schemas.microsoft.com/office/drawing/2014/main" id="{AA47E230-0F39-3BFE-9931-A5F2A18EDB86}"/>
                    </a:ext>
                  </a:extLst>
                </p:cNvPr>
                <p:cNvSpPr/>
                <p:nvPr/>
              </p:nvSpPr>
              <p:spPr>
                <a:xfrm>
                  <a:off x="8291046" y="4476431"/>
                  <a:ext cx="5799" cy="2940"/>
                </a:xfrm>
                <a:custGeom>
                  <a:avLst/>
                  <a:gdLst>
                    <a:gd name="connsiteX0" fmla="*/ 5383 w 5799"/>
                    <a:gd name="connsiteY0" fmla="*/ 2709 h 2940"/>
                    <a:gd name="connsiteX1" fmla="*/ 2882 w 5799"/>
                    <a:gd name="connsiteY1" fmla="*/ 2940 h 2940"/>
                    <a:gd name="connsiteX2" fmla="*/ 2582 w 5799"/>
                    <a:gd name="connsiteY2" fmla="*/ 2755 h 2940"/>
                    <a:gd name="connsiteX3" fmla="*/ 0 w 5799"/>
                    <a:gd name="connsiteY3" fmla="*/ 1169 h 2940"/>
                    <a:gd name="connsiteX4" fmla="*/ 5117 w 5799"/>
                    <a:gd name="connsiteY4" fmla="*/ 0 h 2940"/>
                    <a:gd name="connsiteX5" fmla="*/ 5800 w 5799"/>
                    <a:gd name="connsiteY5" fmla="*/ 2477 h 2940"/>
                    <a:gd name="connsiteX6" fmla="*/ 5383 w 5799"/>
                    <a:gd name="connsiteY6" fmla="*/ 2709 h 29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799" h="2940">
                      <a:moveTo>
                        <a:pt x="5383" y="2709"/>
                      </a:moveTo>
                      <a:lnTo>
                        <a:pt x="2882" y="2940"/>
                      </a:lnTo>
                      <a:lnTo>
                        <a:pt x="2582" y="2755"/>
                      </a:lnTo>
                      <a:lnTo>
                        <a:pt x="0" y="1169"/>
                      </a:lnTo>
                      <a:lnTo>
                        <a:pt x="5117" y="0"/>
                      </a:lnTo>
                      <a:lnTo>
                        <a:pt x="5800" y="2477"/>
                      </a:lnTo>
                      <a:lnTo>
                        <a:pt x="5383" y="270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61" name="Freeform: Shape 460">
                  <a:extLst>
                    <a:ext uri="{FF2B5EF4-FFF2-40B4-BE49-F238E27FC236}">
                      <a16:creationId xmlns:a16="http://schemas.microsoft.com/office/drawing/2014/main" id="{42AB808A-0170-6478-7784-0F16D3B4C5E5}"/>
                    </a:ext>
                  </a:extLst>
                </p:cNvPr>
                <p:cNvSpPr/>
                <p:nvPr/>
              </p:nvSpPr>
              <p:spPr>
                <a:xfrm>
                  <a:off x="9668853" y="1741723"/>
                  <a:ext cx="6112" cy="2905"/>
                </a:xfrm>
                <a:custGeom>
                  <a:avLst/>
                  <a:gdLst>
                    <a:gd name="connsiteX0" fmla="*/ 0 w 6112"/>
                    <a:gd name="connsiteY0" fmla="*/ 2072 h 2905"/>
                    <a:gd name="connsiteX1" fmla="*/ 2037 w 6112"/>
                    <a:gd name="connsiteY1" fmla="*/ 0 h 2905"/>
                    <a:gd name="connsiteX2" fmla="*/ 4781 w 6112"/>
                    <a:gd name="connsiteY2" fmla="*/ 1296 h 2905"/>
                    <a:gd name="connsiteX3" fmla="*/ 5418 w 6112"/>
                    <a:gd name="connsiteY3" fmla="*/ 671 h 2905"/>
                    <a:gd name="connsiteX4" fmla="*/ 6112 w 6112"/>
                    <a:gd name="connsiteY4" fmla="*/ 185 h 2905"/>
                    <a:gd name="connsiteX5" fmla="*/ 5788 w 6112"/>
                    <a:gd name="connsiteY5" fmla="*/ 2882 h 2905"/>
                    <a:gd name="connsiteX6" fmla="*/ 4341 w 6112"/>
                    <a:gd name="connsiteY6" fmla="*/ 2906 h 2905"/>
                    <a:gd name="connsiteX7" fmla="*/ 1308 w 6112"/>
                    <a:gd name="connsiteY7" fmla="*/ 2315 h 2905"/>
                    <a:gd name="connsiteX8" fmla="*/ 1655 w 6112"/>
                    <a:gd name="connsiteY8" fmla="*/ 1528 h 2905"/>
                    <a:gd name="connsiteX9" fmla="*/ 104 w 6112"/>
                    <a:gd name="connsiteY9" fmla="*/ 2084 h 2905"/>
                    <a:gd name="connsiteX10" fmla="*/ 0 w 6112"/>
                    <a:gd name="connsiteY10" fmla="*/ 2072 h 2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112" h="2905">
                      <a:moveTo>
                        <a:pt x="0" y="2072"/>
                      </a:moveTo>
                      <a:lnTo>
                        <a:pt x="2037" y="0"/>
                      </a:lnTo>
                      <a:lnTo>
                        <a:pt x="4781" y="1296"/>
                      </a:lnTo>
                      <a:lnTo>
                        <a:pt x="5418" y="671"/>
                      </a:lnTo>
                      <a:lnTo>
                        <a:pt x="6112" y="185"/>
                      </a:lnTo>
                      <a:lnTo>
                        <a:pt x="5788" y="2882"/>
                      </a:lnTo>
                      <a:lnTo>
                        <a:pt x="4341" y="2906"/>
                      </a:lnTo>
                      <a:lnTo>
                        <a:pt x="1308" y="2315"/>
                      </a:lnTo>
                      <a:lnTo>
                        <a:pt x="1655" y="1528"/>
                      </a:lnTo>
                      <a:lnTo>
                        <a:pt x="104" y="2084"/>
                      </a:lnTo>
                      <a:lnTo>
                        <a:pt x="0" y="207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62" name="Freeform: Shape 461">
                  <a:extLst>
                    <a:ext uri="{FF2B5EF4-FFF2-40B4-BE49-F238E27FC236}">
                      <a16:creationId xmlns:a16="http://schemas.microsoft.com/office/drawing/2014/main" id="{7EC4213F-74A9-309A-E435-38693D9B0A45}"/>
                    </a:ext>
                  </a:extLst>
                </p:cNvPr>
                <p:cNvSpPr/>
                <p:nvPr/>
              </p:nvSpPr>
              <p:spPr>
                <a:xfrm>
                  <a:off x="8266621" y="3459143"/>
                  <a:ext cx="3993" cy="4017"/>
                </a:xfrm>
                <a:custGeom>
                  <a:avLst/>
                  <a:gdLst>
                    <a:gd name="connsiteX0" fmla="*/ 3913 w 3993"/>
                    <a:gd name="connsiteY0" fmla="*/ 2825 h 4017"/>
                    <a:gd name="connsiteX1" fmla="*/ 0 w 3993"/>
                    <a:gd name="connsiteY1" fmla="*/ 4017 h 4017"/>
                    <a:gd name="connsiteX2" fmla="*/ 1574 w 3993"/>
                    <a:gd name="connsiteY2" fmla="*/ 0 h 4017"/>
                    <a:gd name="connsiteX3" fmla="*/ 3774 w 3993"/>
                    <a:gd name="connsiteY3" fmla="*/ 128 h 4017"/>
                    <a:gd name="connsiteX4" fmla="*/ 3994 w 3993"/>
                    <a:gd name="connsiteY4" fmla="*/ 1459 h 4017"/>
                    <a:gd name="connsiteX5" fmla="*/ 3913 w 3993"/>
                    <a:gd name="connsiteY5" fmla="*/ 2825 h 4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93" h="4017">
                      <a:moveTo>
                        <a:pt x="3913" y="2825"/>
                      </a:moveTo>
                      <a:lnTo>
                        <a:pt x="0" y="4017"/>
                      </a:lnTo>
                      <a:lnTo>
                        <a:pt x="1574" y="0"/>
                      </a:lnTo>
                      <a:lnTo>
                        <a:pt x="3774" y="128"/>
                      </a:lnTo>
                      <a:lnTo>
                        <a:pt x="3994" y="1459"/>
                      </a:lnTo>
                      <a:lnTo>
                        <a:pt x="3913" y="282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63" name="Freeform: Shape 462">
                  <a:extLst>
                    <a:ext uri="{FF2B5EF4-FFF2-40B4-BE49-F238E27FC236}">
                      <a16:creationId xmlns:a16="http://schemas.microsoft.com/office/drawing/2014/main" id="{321920ED-E8DD-BE47-DF70-C51152F98D32}"/>
                    </a:ext>
                  </a:extLst>
                </p:cNvPr>
                <p:cNvSpPr/>
                <p:nvPr/>
              </p:nvSpPr>
              <p:spPr>
                <a:xfrm>
                  <a:off x="9139720" y="2517631"/>
                  <a:ext cx="5197" cy="4711"/>
                </a:xfrm>
                <a:custGeom>
                  <a:avLst/>
                  <a:gdLst>
                    <a:gd name="connsiteX0" fmla="*/ 4028 w 5197"/>
                    <a:gd name="connsiteY0" fmla="*/ 3496 h 4711"/>
                    <a:gd name="connsiteX1" fmla="*/ 1088 w 5197"/>
                    <a:gd name="connsiteY1" fmla="*/ 4712 h 4711"/>
                    <a:gd name="connsiteX2" fmla="*/ 1470 w 5197"/>
                    <a:gd name="connsiteY2" fmla="*/ 3207 h 4711"/>
                    <a:gd name="connsiteX3" fmla="*/ 0 w 5197"/>
                    <a:gd name="connsiteY3" fmla="*/ 2894 h 4711"/>
                    <a:gd name="connsiteX4" fmla="*/ 5198 w 5197"/>
                    <a:gd name="connsiteY4" fmla="*/ 0 h 4711"/>
                    <a:gd name="connsiteX5" fmla="*/ 4422 w 5197"/>
                    <a:gd name="connsiteY5" fmla="*/ 2732 h 4711"/>
                    <a:gd name="connsiteX6" fmla="*/ 4028 w 5197"/>
                    <a:gd name="connsiteY6" fmla="*/ 3496 h 4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197" h="4711">
                      <a:moveTo>
                        <a:pt x="4028" y="3496"/>
                      </a:moveTo>
                      <a:lnTo>
                        <a:pt x="1088" y="4712"/>
                      </a:lnTo>
                      <a:lnTo>
                        <a:pt x="1470" y="3207"/>
                      </a:lnTo>
                      <a:lnTo>
                        <a:pt x="0" y="2894"/>
                      </a:lnTo>
                      <a:lnTo>
                        <a:pt x="5198" y="0"/>
                      </a:lnTo>
                      <a:lnTo>
                        <a:pt x="4422" y="2732"/>
                      </a:lnTo>
                      <a:lnTo>
                        <a:pt x="4028" y="349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64" name="Freeform: Shape 463">
                  <a:extLst>
                    <a:ext uri="{FF2B5EF4-FFF2-40B4-BE49-F238E27FC236}">
                      <a16:creationId xmlns:a16="http://schemas.microsoft.com/office/drawing/2014/main" id="{8648F04C-3705-4EB4-BC86-4E40456FBFD6}"/>
                    </a:ext>
                  </a:extLst>
                </p:cNvPr>
                <p:cNvSpPr/>
                <p:nvPr/>
              </p:nvSpPr>
              <p:spPr>
                <a:xfrm>
                  <a:off x="8405983" y="2978246"/>
                  <a:ext cx="4144" cy="4954"/>
                </a:xfrm>
                <a:custGeom>
                  <a:avLst/>
                  <a:gdLst>
                    <a:gd name="connsiteX0" fmla="*/ 2350 w 4144"/>
                    <a:gd name="connsiteY0" fmla="*/ 0 h 4954"/>
                    <a:gd name="connsiteX1" fmla="*/ 3079 w 4144"/>
                    <a:gd name="connsiteY1" fmla="*/ 301 h 4954"/>
                    <a:gd name="connsiteX2" fmla="*/ 4144 w 4144"/>
                    <a:gd name="connsiteY2" fmla="*/ 1285 h 4954"/>
                    <a:gd name="connsiteX3" fmla="*/ 602 w 4144"/>
                    <a:gd name="connsiteY3" fmla="*/ 4955 h 4954"/>
                    <a:gd name="connsiteX4" fmla="*/ 0 w 4144"/>
                    <a:gd name="connsiteY4" fmla="*/ 2408 h 4954"/>
                    <a:gd name="connsiteX5" fmla="*/ 949 w 4144"/>
                    <a:gd name="connsiteY5" fmla="*/ 1239 h 4954"/>
                    <a:gd name="connsiteX6" fmla="*/ 2350 w 4144"/>
                    <a:gd name="connsiteY6" fmla="*/ 0 h 4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144" h="4954">
                      <a:moveTo>
                        <a:pt x="2350" y="0"/>
                      </a:moveTo>
                      <a:lnTo>
                        <a:pt x="3079" y="301"/>
                      </a:lnTo>
                      <a:lnTo>
                        <a:pt x="4144" y="1285"/>
                      </a:lnTo>
                      <a:lnTo>
                        <a:pt x="602" y="4955"/>
                      </a:lnTo>
                      <a:lnTo>
                        <a:pt x="0" y="2408"/>
                      </a:lnTo>
                      <a:lnTo>
                        <a:pt x="949" y="1239"/>
                      </a:lnTo>
                      <a:lnTo>
                        <a:pt x="235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65" name="Freeform: Shape 464">
                  <a:extLst>
                    <a:ext uri="{FF2B5EF4-FFF2-40B4-BE49-F238E27FC236}">
                      <a16:creationId xmlns:a16="http://schemas.microsoft.com/office/drawing/2014/main" id="{70434D94-5A47-CA49-4122-5764CFE9D7E7}"/>
                    </a:ext>
                  </a:extLst>
                </p:cNvPr>
                <p:cNvSpPr/>
                <p:nvPr/>
              </p:nvSpPr>
              <p:spPr>
                <a:xfrm>
                  <a:off x="7860574" y="3156700"/>
                  <a:ext cx="3808" cy="6181"/>
                </a:xfrm>
                <a:custGeom>
                  <a:avLst/>
                  <a:gdLst>
                    <a:gd name="connsiteX0" fmla="*/ 2037 w 3808"/>
                    <a:gd name="connsiteY0" fmla="*/ 4167 h 6181"/>
                    <a:gd name="connsiteX1" fmla="*/ 3809 w 3808"/>
                    <a:gd name="connsiteY1" fmla="*/ 4792 h 6181"/>
                    <a:gd name="connsiteX2" fmla="*/ 2906 w 3808"/>
                    <a:gd name="connsiteY2" fmla="*/ 6182 h 6181"/>
                    <a:gd name="connsiteX3" fmla="*/ 0 w 3808"/>
                    <a:gd name="connsiteY3" fmla="*/ 4098 h 6181"/>
                    <a:gd name="connsiteX4" fmla="*/ 58 w 3808"/>
                    <a:gd name="connsiteY4" fmla="*/ 4040 h 6181"/>
                    <a:gd name="connsiteX5" fmla="*/ 1713 w 3808"/>
                    <a:gd name="connsiteY5" fmla="*/ 2859 h 6181"/>
                    <a:gd name="connsiteX6" fmla="*/ 984 w 3808"/>
                    <a:gd name="connsiteY6" fmla="*/ 1829 h 6181"/>
                    <a:gd name="connsiteX7" fmla="*/ 706 w 3808"/>
                    <a:gd name="connsiteY7" fmla="*/ 972 h 6181"/>
                    <a:gd name="connsiteX8" fmla="*/ 1702 w 3808"/>
                    <a:gd name="connsiteY8" fmla="*/ 0 h 6181"/>
                    <a:gd name="connsiteX9" fmla="*/ 3299 w 3808"/>
                    <a:gd name="connsiteY9" fmla="*/ 3496 h 6181"/>
                    <a:gd name="connsiteX10" fmla="*/ 2037 w 3808"/>
                    <a:gd name="connsiteY10" fmla="*/ 4167 h 6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808" h="6181">
                      <a:moveTo>
                        <a:pt x="2037" y="4167"/>
                      </a:moveTo>
                      <a:lnTo>
                        <a:pt x="3809" y="4792"/>
                      </a:lnTo>
                      <a:lnTo>
                        <a:pt x="2906" y="6182"/>
                      </a:lnTo>
                      <a:lnTo>
                        <a:pt x="0" y="4098"/>
                      </a:lnTo>
                      <a:lnTo>
                        <a:pt x="58" y="4040"/>
                      </a:lnTo>
                      <a:lnTo>
                        <a:pt x="1713" y="2859"/>
                      </a:lnTo>
                      <a:lnTo>
                        <a:pt x="984" y="1829"/>
                      </a:lnTo>
                      <a:lnTo>
                        <a:pt x="706" y="972"/>
                      </a:lnTo>
                      <a:lnTo>
                        <a:pt x="1702" y="0"/>
                      </a:lnTo>
                      <a:lnTo>
                        <a:pt x="3299" y="3496"/>
                      </a:lnTo>
                      <a:lnTo>
                        <a:pt x="2037" y="416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66" name="Freeform: Shape 465">
                  <a:extLst>
                    <a:ext uri="{FF2B5EF4-FFF2-40B4-BE49-F238E27FC236}">
                      <a16:creationId xmlns:a16="http://schemas.microsoft.com/office/drawing/2014/main" id="{2B4E5E73-D499-63F9-0430-4A179C9D8375}"/>
                    </a:ext>
                  </a:extLst>
                </p:cNvPr>
                <p:cNvSpPr/>
                <p:nvPr/>
              </p:nvSpPr>
              <p:spPr>
                <a:xfrm>
                  <a:off x="8124677" y="3109494"/>
                  <a:ext cx="4537" cy="4120"/>
                </a:xfrm>
                <a:custGeom>
                  <a:avLst/>
                  <a:gdLst>
                    <a:gd name="connsiteX0" fmla="*/ 0 w 4537"/>
                    <a:gd name="connsiteY0" fmla="*/ 1991 h 4120"/>
                    <a:gd name="connsiteX1" fmla="*/ 2512 w 4537"/>
                    <a:gd name="connsiteY1" fmla="*/ 0 h 4120"/>
                    <a:gd name="connsiteX2" fmla="*/ 4538 w 4537"/>
                    <a:gd name="connsiteY2" fmla="*/ 2072 h 4120"/>
                    <a:gd name="connsiteX3" fmla="*/ 3820 w 4537"/>
                    <a:gd name="connsiteY3" fmla="*/ 4121 h 4120"/>
                    <a:gd name="connsiteX4" fmla="*/ 3241 w 4537"/>
                    <a:gd name="connsiteY4" fmla="*/ 3832 h 4120"/>
                    <a:gd name="connsiteX5" fmla="*/ 0 w 4537"/>
                    <a:gd name="connsiteY5" fmla="*/ 1991 h 4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37" h="4120">
                      <a:moveTo>
                        <a:pt x="0" y="1991"/>
                      </a:moveTo>
                      <a:lnTo>
                        <a:pt x="2512" y="0"/>
                      </a:lnTo>
                      <a:lnTo>
                        <a:pt x="4538" y="2072"/>
                      </a:lnTo>
                      <a:lnTo>
                        <a:pt x="3820" y="4121"/>
                      </a:lnTo>
                      <a:lnTo>
                        <a:pt x="3241" y="3832"/>
                      </a:lnTo>
                      <a:lnTo>
                        <a:pt x="0" y="199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67" name="Freeform: Shape 466">
                  <a:extLst>
                    <a:ext uri="{FF2B5EF4-FFF2-40B4-BE49-F238E27FC236}">
                      <a16:creationId xmlns:a16="http://schemas.microsoft.com/office/drawing/2014/main" id="{180A80A8-F08C-41A0-8846-2D52B66DAE2A}"/>
                    </a:ext>
                  </a:extLst>
                </p:cNvPr>
                <p:cNvSpPr/>
                <p:nvPr/>
              </p:nvSpPr>
              <p:spPr>
                <a:xfrm>
                  <a:off x="7989552" y="3011735"/>
                  <a:ext cx="4780" cy="4931"/>
                </a:xfrm>
                <a:custGeom>
                  <a:avLst/>
                  <a:gdLst>
                    <a:gd name="connsiteX0" fmla="*/ 0 w 4780"/>
                    <a:gd name="connsiteY0" fmla="*/ 1806 h 4931"/>
                    <a:gd name="connsiteX1" fmla="*/ 961 w 4780"/>
                    <a:gd name="connsiteY1" fmla="*/ 1088 h 4931"/>
                    <a:gd name="connsiteX2" fmla="*/ 2466 w 4780"/>
                    <a:gd name="connsiteY2" fmla="*/ 0 h 4931"/>
                    <a:gd name="connsiteX3" fmla="*/ 4781 w 4780"/>
                    <a:gd name="connsiteY3" fmla="*/ 3207 h 4931"/>
                    <a:gd name="connsiteX4" fmla="*/ 4654 w 4780"/>
                    <a:gd name="connsiteY4" fmla="*/ 3311 h 4931"/>
                    <a:gd name="connsiteX5" fmla="*/ 3149 w 4780"/>
                    <a:gd name="connsiteY5" fmla="*/ 2107 h 4931"/>
                    <a:gd name="connsiteX6" fmla="*/ 2477 w 4780"/>
                    <a:gd name="connsiteY6" fmla="*/ 4931 h 4931"/>
                    <a:gd name="connsiteX7" fmla="*/ 0 w 4780"/>
                    <a:gd name="connsiteY7" fmla="*/ 1806 h 4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780" h="4931">
                      <a:moveTo>
                        <a:pt x="0" y="1806"/>
                      </a:moveTo>
                      <a:lnTo>
                        <a:pt x="961" y="1088"/>
                      </a:lnTo>
                      <a:lnTo>
                        <a:pt x="2466" y="0"/>
                      </a:lnTo>
                      <a:lnTo>
                        <a:pt x="4781" y="3207"/>
                      </a:lnTo>
                      <a:lnTo>
                        <a:pt x="4654" y="3311"/>
                      </a:lnTo>
                      <a:lnTo>
                        <a:pt x="3149" y="2107"/>
                      </a:lnTo>
                      <a:lnTo>
                        <a:pt x="2477" y="4931"/>
                      </a:lnTo>
                      <a:lnTo>
                        <a:pt x="0" y="180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68" name="Freeform: Shape 467">
                  <a:extLst>
                    <a:ext uri="{FF2B5EF4-FFF2-40B4-BE49-F238E27FC236}">
                      <a16:creationId xmlns:a16="http://schemas.microsoft.com/office/drawing/2014/main" id="{23DF0C28-BD65-6C40-8AD9-0E235A344794}"/>
                    </a:ext>
                  </a:extLst>
                </p:cNvPr>
                <p:cNvSpPr/>
                <p:nvPr/>
              </p:nvSpPr>
              <p:spPr>
                <a:xfrm>
                  <a:off x="8770912" y="2657016"/>
                  <a:ext cx="4757" cy="3519"/>
                </a:xfrm>
                <a:custGeom>
                  <a:avLst/>
                  <a:gdLst>
                    <a:gd name="connsiteX0" fmla="*/ 1458 w 4757"/>
                    <a:gd name="connsiteY0" fmla="*/ 255 h 3519"/>
                    <a:gd name="connsiteX1" fmla="*/ 2697 w 4757"/>
                    <a:gd name="connsiteY1" fmla="*/ 0 h 3519"/>
                    <a:gd name="connsiteX2" fmla="*/ 4758 w 4757"/>
                    <a:gd name="connsiteY2" fmla="*/ 2720 h 3519"/>
                    <a:gd name="connsiteX3" fmla="*/ 2327 w 4757"/>
                    <a:gd name="connsiteY3" fmla="*/ 3519 h 3519"/>
                    <a:gd name="connsiteX4" fmla="*/ 2084 w 4757"/>
                    <a:gd name="connsiteY4" fmla="*/ 3322 h 3519"/>
                    <a:gd name="connsiteX5" fmla="*/ 0 w 4757"/>
                    <a:gd name="connsiteY5" fmla="*/ 972 h 3519"/>
                    <a:gd name="connsiteX6" fmla="*/ 1458 w 4757"/>
                    <a:gd name="connsiteY6" fmla="*/ 255 h 3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757" h="3519">
                      <a:moveTo>
                        <a:pt x="1458" y="255"/>
                      </a:moveTo>
                      <a:lnTo>
                        <a:pt x="2697" y="0"/>
                      </a:lnTo>
                      <a:lnTo>
                        <a:pt x="4758" y="2720"/>
                      </a:lnTo>
                      <a:lnTo>
                        <a:pt x="2327" y="3519"/>
                      </a:lnTo>
                      <a:lnTo>
                        <a:pt x="2084" y="3322"/>
                      </a:lnTo>
                      <a:lnTo>
                        <a:pt x="0" y="972"/>
                      </a:lnTo>
                      <a:lnTo>
                        <a:pt x="1458" y="25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69" name="Freeform: Shape 468">
                  <a:extLst>
                    <a:ext uri="{FF2B5EF4-FFF2-40B4-BE49-F238E27FC236}">
                      <a16:creationId xmlns:a16="http://schemas.microsoft.com/office/drawing/2014/main" id="{3F97A8A4-50E7-6B10-1226-C6B60BE23D27}"/>
                    </a:ext>
                  </a:extLst>
                </p:cNvPr>
                <p:cNvSpPr/>
                <p:nvPr/>
              </p:nvSpPr>
              <p:spPr>
                <a:xfrm>
                  <a:off x="9701497" y="1509314"/>
                  <a:ext cx="4595" cy="4746"/>
                </a:xfrm>
                <a:custGeom>
                  <a:avLst/>
                  <a:gdLst>
                    <a:gd name="connsiteX0" fmla="*/ 0 w 4595"/>
                    <a:gd name="connsiteY0" fmla="*/ 2199 h 4746"/>
                    <a:gd name="connsiteX1" fmla="*/ 2674 w 4595"/>
                    <a:gd name="connsiteY1" fmla="*/ 0 h 4746"/>
                    <a:gd name="connsiteX2" fmla="*/ 4596 w 4595"/>
                    <a:gd name="connsiteY2" fmla="*/ 4746 h 4746"/>
                    <a:gd name="connsiteX3" fmla="*/ 0 w 4595"/>
                    <a:gd name="connsiteY3" fmla="*/ 2199 h 47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95" h="4746">
                      <a:moveTo>
                        <a:pt x="0" y="2199"/>
                      </a:moveTo>
                      <a:lnTo>
                        <a:pt x="2674" y="0"/>
                      </a:lnTo>
                      <a:lnTo>
                        <a:pt x="4596" y="4746"/>
                      </a:lnTo>
                      <a:lnTo>
                        <a:pt x="0" y="219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70" name="Freeform: Shape 469">
                  <a:extLst>
                    <a:ext uri="{FF2B5EF4-FFF2-40B4-BE49-F238E27FC236}">
                      <a16:creationId xmlns:a16="http://schemas.microsoft.com/office/drawing/2014/main" id="{0E7EE34F-692B-891B-561E-25CECA2F2B5B}"/>
                    </a:ext>
                  </a:extLst>
                </p:cNvPr>
                <p:cNvSpPr/>
                <p:nvPr/>
              </p:nvSpPr>
              <p:spPr>
                <a:xfrm>
                  <a:off x="8039398" y="3318242"/>
                  <a:ext cx="2905" cy="4537"/>
                </a:xfrm>
                <a:custGeom>
                  <a:avLst/>
                  <a:gdLst>
                    <a:gd name="connsiteX0" fmla="*/ 1991 w 2905"/>
                    <a:gd name="connsiteY0" fmla="*/ 0 h 4537"/>
                    <a:gd name="connsiteX1" fmla="*/ 2859 w 2905"/>
                    <a:gd name="connsiteY1" fmla="*/ 3276 h 4537"/>
                    <a:gd name="connsiteX2" fmla="*/ 2906 w 2905"/>
                    <a:gd name="connsiteY2" fmla="*/ 3646 h 4537"/>
                    <a:gd name="connsiteX3" fmla="*/ 359 w 2905"/>
                    <a:gd name="connsiteY3" fmla="*/ 4538 h 4537"/>
                    <a:gd name="connsiteX4" fmla="*/ 0 w 2905"/>
                    <a:gd name="connsiteY4" fmla="*/ 1528 h 4537"/>
                    <a:gd name="connsiteX5" fmla="*/ 46 w 2905"/>
                    <a:gd name="connsiteY5" fmla="*/ 1470 h 4537"/>
                    <a:gd name="connsiteX6" fmla="*/ 1991 w 2905"/>
                    <a:gd name="connsiteY6" fmla="*/ 0 h 4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05" h="4537">
                      <a:moveTo>
                        <a:pt x="1991" y="0"/>
                      </a:moveTo>
                      <a:lnTo>
                        <a:pt x="2859" y="3276"/>
                      </a:lnTo>
                      <a:lnTo>
                        <a:pt x="2906" y="3646"/>
                      </a:lnTo>
                      <a:lnTo>
                        <a:pt x="359" y="4538"/>
                      </a:lnTo>
                      <a:lnTo>
                        <a:pt x="0" y="1528"/>
                      </a:lnTo>
                      <a:lnTo>
                        <a:pt x="46" y="1470"/>
                      </a:lnTo>
                      <a:lnTo>
                        <a:pt x="1991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71" name="Freeform: Shape 470">
                  <a:extLst>
                    <a:ext uri="{FF2B5EF4-FFF2-40B4-BE49-F238E27FC236}">
                      <a16:creationId xmlns:a16="http://schemas.microsoft.com/office/drawing/2014/main" id="{48C5265B-3350-2847-8F4F-3B205D867708}"/>
                    </a:ext>
                  </a:extLst>
                </p:cNvPr>
                <p:cNvSpPr/>
                <p:nvPr/>
              </p:nvSpPr>
              <p:spPr>
                <a:xfrm>
                  <a:off x="7823542" y="3111253"/>
                  <a:ext cx="3958" cy="3553"/>
                </a:xfrm>
                <a:custGeom>
                  <a:avLst/>
                  <a:gdLst>
                    <a:gd name="connsiteX0" fmla="*/ 2743 w 3958"/>
                    <a:gd name="connsiteY0" fmla="*/ 3044 h 3553"/>
                    <a:gd name="connsiteX1" fmla="*/ 1262 w 3958"/>
                    <a:gd name="connsiteY1" fmla="*/ 3554 h 3553"/>
                    <a:gd name="connsiteX2" fmla="*/ 104 w 3958"/>
                    <a:gd name="connsiteY2" fmla="*/ 1389 h 3553"/>
                    <a:gd name="connsiteX3" fmla="*/ 0 w 3958"/>
                    <a:gd name="connsiteY3" fmla="*/ 903 h 3553"/>
                    <a:gd name="connsiteX4" fmla="*/ 2442 w 3958"/>
                    <a:gd name="connsiteY4" fmla="*/ 0 h 3553"/>
                    <a:gd name="connsiteX5" fmla="*/ 3959 w 3958"/>
                    <a:gd name="connsiteY5" fmla="*/ 1817 h 3553"/>
                    <a:gd name="connsiteX6" fmla="*/ 2743 w 3958"/>
                    <a:gd name="connsiteY6" fmla="*/ 3044 h 3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958" h="3553">
                      <a:moveTo>
                        <a:pt x="2743" y="3044"/>
                      </a:moveTo>
                      <a:lnTo>
                        <a:pt x="1262" y="3554"/>
                      </a:lnTo>
                      <a:lnTo>
                        <a:pt x="104" y="1389"/>
                      </a:lnTo>
                      <a:lnTo>
                        <a:pt x="0" y="903"/>
                      </a:lnTo>
                      <a:lnTo>
                        <a:pt x="2442" y="0"/>
                      </a:lnTo>
                      <a:lnTo>
                        <a:pt x="3959" y="1817"/>
                      </a:lnTo>
                      <a:lnTo>
                        <a:pt x="2743" y="304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72" name="Freeform: Shape 471">
                  <a:extLst>
                    <a:ext uri="{FF2B5EF4-FFF2-40B4-BE49-F238E27FC236}">
                      <a16:creationId xmlns:a16="http://schemas.microsoft.com/office/drawing/2014/main" id="{341F9B01-9FB2-E5D2-9861-16D0C75F71A0}"/>
                    </a:ext>
                  </a:extLst>
                </p:cNvPr>
                <p:cNvSpPr/>
                <p:nvPr/>
              </p:nvSpPr>
              <p:spPr>
                <a:xfrm>
                  <a:off x="8225017" y="3589256"/>
                  <a:ext cx="4537" cy="3669"/>
                </a:xfrm>
                <a:custGeom>
                  <a:avLst/>
                  <a:gdLst>
                    <a:gd name="connsiteX0" fmla="*/ 0 w 4537"/>
                    <a:gd name="connsiteY0" fmla="*/ 3531 h 3669"/>
                    <a:gd name="connsiteX1" fmla="*/ 4040 w 4537"/>
                    <a:gd name="connsiteY1" fmla="*/ 0 h 3669"/>
                    <a:gd name="connsiteX2" fmla="*/ 4538 w 4537"/>
                    <a:gd name="connsiteY2" fmla="*/ 3669 h 3669"/>
                    <a:gd name="connsiteX3" fmla="*/ 0 w 4537"/>
                    <a:gd name="connsiteY3" fmla="*/ 3531 h 3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37" h="3669">
                      <a:moveTo>
                        <a:pt x="0" y="3531"/>
                      </a:moveTo>
                      <a:lnTo>
                        <a:pt x="4040" y="0"/>
                      </a:lnTo>
                      <a:lnTo>
                        <a:pt x="4538" y="3669"/>
                      </a:lnTo>
                      <a:lnTo>
                        <a:pt x="0" y="353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73" name="Freeform: Shape 472">
                  <a:extLst>
                    <a:ext uri="{FF2B5EF4-FFF2-40B4-BE49-F238E27FC236}">
                      <a16:creationId xmlns:a16="http://schemas.microsoft.com/office/drawing/2014/main" id="{1DF3E11E-F8D2-26F5-9D05-99ABB5B05404}"/>
                    </a:ext>
                  </a:extLst>
                </p:cNvPr>
                <p:cNvSpPr/>
                <p:nvPr/>
              </p:nvSpPr>
              <p:spPr>
                <a:xfrm>
                  <a:off x="9642287" y="1449555"/>
                  <a:ext cx="6077" cy="2827"/>
                </a:xfrm>
                <a:custGeom>
                  <a:avLst/>
                  <a:gdLst>
                    <a:gd name="connsiteX0" fmla="*/ 0 w 6077"/>
                    <a:gd name="connsiteY0" fmla="*/ 2828 h 2827"/>
                    <a:gd name="connsiteX1" fmla="*/ 1100 w 6077"/>
                    <a:gd name="connsiteY1" fmla="*/ 0 h 2827"/>
                    <a:gd name="connsiteX2" fmla="*/ 3021 w 6077"/>
                    <a:gd name="connsiteY2" fmla="*/ 557 h 2827"/>
                    <a:gd name="connsiteX3" fmla="*/ 6066 w 6077"/>
                    <a:gd name="connsiteY3" fmla="*/ 2495 h 2827"/>
                    <a:gd name="connsiteX4" fmla="*/ 6077 w 6077"/>
                    <a:gd name="connsiteY4" fmla="*/ 2531 h 2827"/>
                    <a:gd name="connsiteX5" fmla="*/ 4572 w 6077"/>
                    <a:gd name="connsiteY5" fmla="*/ 2610 h 2827"/>
                    <a:gd name="connsiteX6" fmla="*/ 4341 w 6077"/>
                    <a:gd name="connsiteY6" fmla="*/ 2052 h 2827"/>
                    <a:gd name="connsiteX7" fmla="*/ 0 w 6077"/>
                    <a:gd name="connsiteY7" fmla="*/ 2828 h 2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077" h="2827">
                      <a:moveTo>
                        <a:pt x="0" y="2828"/>
                      </a:moveTo>
                      <a:lnTo>
                        <a:pt x="1100" y="0"/>
                      </a:lnTo>
                      <a:lnTo>
                        <a:pt x="3021" y="557"/>
                      </a:lnTo>
                      <a:lnTo>
                        <a:pt x="6066" y="2495"/>
                      </a:lnTo>
                      <a:lnTo>
                        <a:pt x="6077" y="2531"/>
                      </a:lnTo>
                      <a:lnTo>
                        <a:pt x="4572" y="2610"/>
                      </a:lnTo>
                      <a:lnTo>
                        <a:pt x="4341" y="2052"/>
                      </a:lnTo>
                      <a:lnTo>
                        <a:pt x="0" y="282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74" name="Freeform: Shape 473">
                  <a:extLst>
                    <a:ext uri="{FF2B5EF4-FFF2-40B4-BE49-F238E27FC236}">
                      <a16:creationId xmlns:a16="http://schemas.microsoft.com/office/drawing/2014/main" id="{481F34B7-2411-9594-0B28-FD8386A60745}"/>
                    </a:ext>
                  </a:extLst>
                </p:cNvPr>
                <p:cNvSpPr/>
                <p:nvPr/>
              </p:nvSpPr>
              <p:spPr>
                <a:xfrm>
                  <a:off x="9113582" y="2478782"/>
                  <a:ext cx="3299" cy="6482"/>
                </a:xfrm>
                <a:custGeom>
                  <a:avLst/>
                  <a:gdLst>
                    <a:gd name="connsiteX0" fmla="*/ 255 w 3299"/>
                    <a:gd name="connsiteY0" fmla="*/ 0 h 6482"/>
                    <a:gd name="connsiteX1" fmla="*/ 556 w 3299"/>
                    <a:gd name="connsiteY1" fmla="*/ 2848 h 6482"/>
                    <a:gd name="connsiteX2" fmla="*/ 3299 w 3299"/>
                    <a:gd name="connsiteY2" fmla="*/ 4549 h 6482"/>
                    <a:gd name="connsiteX3" fmla="*/ 2304 w 3299"/>
                    <a:gd name="connsiteY3" fmla="*/ 6482 h 6482"/>
                    <a:gd name="connsiteX4" fmla="*/ 0 w 3299"/>
                    <a:gd name="connsiteY4" fmla="*/ 5325 h 6482"/>
                    <a:gd name="connsiteX5" fmla="*/ 255 w 3299"/>
                    <a:gd name="connsiteY5" fmla="*/ 0 h 64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99" h="6482">
                      <a:moveTo>
                        <a:pt x="255" y="0"/>
                      </a:moveTo>
                      <a:lnTo>
                        <a:pt x="556" y="2848"/>
                      </a:lnTo>
                      <a:lnTo>
                        <a:pt x="3299" y="4549"/>
                      </a:lnTo>
                      <a:lnTo>
                        <a:pt x="2304" y="6482"/>
                      </a:lnTo>
                      <a:lnTo>
                        <a:pt x="0" y="5325"/>
                      </a:lnTo>
                      <a:lnTo>
                        <a:pt x="25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75" name="Freeform: Shape 474">
                  <a:extLst>
                    <a:ext uri="{FF2B5EF4-FFF2-40B4-BE49-F238E27FC236}">
                      <a16:creationId xmlns:a16="http://schemas.microsoft.com/office/drawing/2014/main" id="{907C098E-4B07-6DDD-70F5-5253BEBED474}"/>
                    </a:ext>
                  </a:extLst>
                </p:cNvPr>
                <p:cNvSpPr/>
                <p:nvPr/>
              </p:nvSpPr>
              <p:spPr>
                <a:xfrm>
                  <a:off x="8307460" y="3132611"/>
                  <a:ext cx="3773" cy="4132"/>
                </a:xfrm>
                <a:custGeom>
                  <a:avLst/>
                  <a:gdLst>
                    <a:gd name="connsiteX0" fmla="*/ 0 w 3773"/>
                    <a:gd name="connsiteY0" fmla="*/ 914 h 4132"/>
                    <a:gd name="connsiteX1" fmla="*/ 1586 w 3773"/>
                    <a:gd name="connsiteY1" fmla="*/ 0 h 4132"/>
                    <a:gd name="connsiteX2" fmla="*/ 3774 w 3773"/>
                    <a:gd name="connsiteY2" fmla="*/ 1007 h 4132"/>
                    <a:gd name="connsiteX3" fmla="*/ 1574 w 3773"/>
                    <a:gd name="connsiteY3" fmla="*/ 4133 h 4132"/>
                    <a:gd name="connsiteX4" fmla="*/ 0 w 3773"/>
                    <a:gd name="connsiteY4" fmla="*/ 914 h 4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73" h="4132">
                      <a:moveTo>
                        <a:pt x="0" y="914"/>
                      </a:moveTo>
                      <a:lnTo>
                        <a:pt x="1586" y="0"/>
                      </a:lnTo>
                      <a:lnTo>
                        <a:pt x="3774" y="1007"/>
                      </a:lnTo>
                      <a:lnTo>
                        <a:pt x="1574" y="4133"/>
                      </a:lnTo>
                      <a:lnTo>
                        <a:pt x="0" y="91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76" name="Freeform: Shape 475">
                  <a:extLst>
                    <a:ext uri="{FF2B5EF4-FFF2-40B4-BE49-F238E27FC236}">
                      <a16:creationId xmlns:a16="http://schemas.microsoft.com/office/drawing/2014/main" id="{A3962A0E-9CF4-1CC8-6F8D-CC2EF24F6888}"/>
                    </a:ext>
                  </a:extLst>
                </p:cNvPr>
                <p:cNvSpPr/>
                <p:nvPr/>
              </p:nvSpPr>
              <p:spPr>
                <a:xfrm>
                  <a:off x="8398181" y="2934883"/>
                  <a:ext cx="3472" cy="5000"/>
                </a:xfrm>
                <a:custGeom>
                  <a:avLst/>
                  <a:gdLst>
                    <a:gd name="connsiteX0" fmla="*/ 3033 w 3472"/>
                    <a:gd name="connsiteY0" fmla="*/ 2072 h 5000"/>
                    <a:gd name="connsiteX1" fmla="*/ 1644 w 3472"/>
                    <a:gd name="connsiteY1" fmla="*/ 5001 h 5000"/>
                    <a:gd name="connsiteX2" fmla="*/ 0 w 3472"/>
                    <a:gd name="connsiteY2" fmla="*/ 2651 h 5000"/>
                    <a:gd name="connsiteX3" fmla="*/ 2732 w 3472"/>
                    <a:gd name="connsiteY3" fmla="*/ 0 h 5000"/>
                    <a:gd name="connsiteX4" fmla="*/ 3473 w 3472"/>
                    <a:gd name="connsiteY4" fmla="*/ 1597 h 5000"/>
                    <a:gd name="connsiteX5" fmla="*/ 3033 w 3472"/>
                    <a:gd name="connsiteY5" fmla="*/ 2072 h 5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72" h="5000">
                      <a:moveTo>
                        <a:pt x="3033" y="2072"/>
                      </a:moveTo>
                      <a:lnTo>
                        <a:pt x="1644" y="5001"/>
                      </a:lnTo>
                      <a:lnTo>
                        <a:pt x="0" y="2651"/>
                      </a:lnTo>
                      <a:lnTo>
                        <a:pt x="2732" y="0"/>
                      </a:lnTo>
                      <a:lnTo>
                        <a:pt x="3473" y="1597"/>
                      </a:lnTo>
                      <a:lnTo>
                        <a:pt x="3033" y="207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77" name="Freeform: Shape 476">
                  <a:extLst>
                    <a:ext uri="{FF2B5EF4-FFF2-40B4-BE49-F238E27FC236}">
                      <a16:creationId xmlns:a16="http://schemas.microsoft.com/office/drawing/2014/main" id="{29FCC405-B5E0-ED5E-6E2D-444ED70D9DE9}"/>
                    </a:ext>
                  </a:extLst>
                </p:cNvPr>
                <p:cNvSpPr/>
                <p:nvPr/>
              </p:nvSpPr>
              <p:spPr>
                <a:xfrm>
                  <a:off x="8149913" y="3613531"/>
                  <a:ext cx="2627" cy="5151"/>
                </a:xfrm>
                <a:custGeom>
                  <a:avLst/>
                  <a:gdLst>
                    <a:gd name="connsiteX0" fmla="*/ 1377 w 2627"/>
                    <a:gd name="connsiteY0" fmla="*/ 0 h 5151"/>
                    <a:gd name="connsiteX1" fmla="*/ 2338 w 2627"/>
                    <a:gd name="connsiteY1" fmla="*/ 2639 h 5151"/>
                    <a:gd name="connsiteX2" fmla="*/ 2628 w 2627"/>
                    <a:gd name="connsiteY2" fmla="*/ 3681 h 5151"/>
                    <a:gd name="connsiteX3" fmla="*/ 498 w 2627"/>
                    <a:gd name="connsiteY3" fmla="*/ 5151 h 5151"/>
                    <a:gd name="connsiteX4" fmla="*/ 0 w 2627"/>
                    <a:gd name="connsiteY4" fmla="*/ 2674 h 5151"/>
                    <a:gd name="connsiteX5" fmla="*/ 451 w 2627"/>
                    <a:gd name="connsiteY5" fmla="*/ 1528 h 5151"/>
                    <a:gd name="connsiteX6" fmla="*/ 1377 w 2627"/>
                    <a:gd name="connsiteY6" fmla="*/ 0 h 5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27" h="5151">
                      <a:moveTo>
                        <a:pt x="1377" y="0"/>
                      </a:moveTo>
                      <a:lnTo>
                        <a:pt x="2338" y="2639"/>
                      </a:lnTo>
                      <a:lnTo>
                        <a:pt x="2628" y="3681"/>
                      </a:lnTo>
                      <a:lnTo>
                        <a:pt x="498" y="5151"/>
                      </a:lnTo>
                      <a:lnTo>
                        <a:pt x="0" y="2674"/>
                      </a:lnTo>
                      <a:lnTo>
                        <a:pt x="451" y="1528"/>
                      </a:lnTo>
                      <a:lnTo>
                        <a:pt x="137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78" name="Freeform: Shape 477">
                  <a:extLst>
                    <a:ext uri="{FF2B5EF4-FFF2-40B4-BE49-F238E27FC236}">
                      <a16:creationId xmlns:a16="http://schemas.microsoft.com/office/drawing/2014/main" id="{8BD7AC73-1F12-AB4A-CBD8-4E748FBC6D51}"/>
                    </a:ext>
                  </a:extLst>
                </p:cNvPr>
                <p:cNvSpPr/>
                <p:nvPr/>
              </p:nvSpPr>
              <p:spPr>
                <a:xfrm>
                  <a:off x="8050302" y="3319573"/>
                  <a:ext cx="2778" cy="5290"/>
                </a:xfrm>
                <a:custGeom>
                  <a:avLst/>
                  <a:gdLst>
                    <a:gd name="connsiteX0" fmla="*/ 509 w 2778"/>
                    <a:gd name="connsiteY0" fmla="*/ 405 h 5290"/>
                    <a:gd name="connsiteX1" fmla="*/ 683 w 2778"/>
                    <a:gd name="connsiteY1" fmla="*/ 0 h 5290"/>
                    <a:gd name="connsiteX2" fmla="*/ 2778 w 2778"/>
                    <a:gd name="connsiteY2" fmla="*/ 3566 h 5290"/>
                    <a:gd name="connsiteX3" fmla="*/ 799 w 2778"/>
                    <a:gd name="connsiteY3" fmla="*/ 5290 h 5290"/>
                    <a:gd name="connsiteX4" fmla="*/ 0 w 2778"/>
                    <a:gd name="connsiteY4" fmla="*/ 3299 h 5290"/>
                    <a:gd name="connsiteX5" fmla="*/ 509 w 2778"/>
                    <a:gd name="connsiteY5" fmla="*/ 405 h 5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78" h="5290">
                      <a:moveTo>
                        <a:pt x="509" y="405"/>
                      </a:moveTo>
                      <a:lnTo>
                        <a:pt x="683" y="0"/>
                      </a:lnTo>
                      <a:lnTo>
                        <a:pt x="2778" y="3566"/>
                      </a:lnTo>
                      <a:lnTo>
                        <a:pt x="799" y="5290"/>
                      </a:lnTo>
                      <a:lnTo>
                        <a:pt x="0" y="3299"/>
                      </a:lnTo>
                      <a:lnTo>
                        <a:pt x="509" y="40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79" name="Freeform: Shape 478">
                  <a:extLst>
                    <a:ext uri="{FF2B5EF4-FFF2-40B4-BE49-F238E27FC236}">
                      <a16:creationId xmlns:a16="http://schemas.microsoft.com/office/drawing/2014/main" id="{E98B4691-E162-0300-30C2-9F319D1AC163}"/>
                    </a:ext>
                  </a:extLst>
                </p:cNvPr>
                <p:cNvSpPr/>
                <p:nvPr/>
              </p:nvSpPr>
              <p:spPr>
                <a:xfrm>
                  <a:off x="8880710" y="4097460"/>
                  <a:ext cx="2731" cy="4202"/>
                </a:xfrm>
                <a:custGeom>
                  <a:avLst/>
                  <a:gdLst>
                    <a:gd name="connsiteX0" fmla="*/ 1018 w 2731"/>
                    <a:gd name="connsiteY0" fmla="*/ 429 h 4202"/>
                    <a:gd name="connsiteX1" fmla="*/ 2616 w 2731"/>
                    <a:gd name="connsiteY1" fmla="*/ 0 h 4202"/>
                    <a:gd name="connsiteX2" fmla="*/ 2732 w 2731"/>
                    <a:gd name="connsiteY2" fmla="*/ 3415 h 4202"/>
                    <a:gd name="connsiteX3" fmla="*/ 0 w 2731"/>
                    <a:gd name="connsiteY3" fmla="*/ 4202 h 4202"/>
                    <a:gd name="connsiteX4" fmla="*/ 1018 w 2731"/>
                    <a:gd name="connsiteY4" fmla="*/ 429 h 4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1" h="4202">
                      <a:moveTo>
                        <a:pt x="1018" y="429"/>
                      </a:moveTo>
                      <a:lnTo>
                        <a:pt x="2616" y="0"/>
                      </a:lnTo>
                      <a:lnTo>
                        <a:pt x="2732" y="3415"/>
                      </a:lnTo>
                      <a:lnTo>
                        <a:pt x="0" y="4202"/>
                      </a:lnTo>
                      <a:lnTo>
                        <a:pt x="1018" y="42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80" name="Freeform: Shape 479">
                  <a:extLst>
                    <a:ext uri="{FF2B5EF4-FFF2-40B4-BE49-F238E27FC236}">
                      <a16:creationId xmlns:a16="http://schemas.microsoft.com/office/drawing/2014/main" id="{FEB6F7B7-502C-24C7-5E4A-7B96B81F53EF}"/>
                    </a:ext>
                  </a:extLst>
                </p:cNvPr>
                <p:cNvSpPr/>
                <p:nvPr/>
              </p:nvSpPr>
              <p:spPr>
                <a:xfrm>
                  <a:off x="9227615" y="2261202"/>
                  <a:ext cx="2616" cy="6401"/>
                </a:xfrm>
                <a:custGeom>
                  <a:avLst/>
                  <a:gdLst>
                    <a:gd name="connsiteX0" fmla="*/ 0 w 2616"/>
                    <a:gd name="connsiteY0" fmla="*/ 2060 h 6401"/>
                    <a:gd name="connsiteX1" fmla="*/ 961 w 2616"/>
                    <a:gd name="connsiteY1" fmla="*/ 0 h 6401"/>
                    <a:gd name="connsiteX2" fmla="*/ 2616 w 2616"/>
                    <a:gd name="connsiteY2" fmla="*/ 5198 h 6401"/>
                    <a:gd name="connsiteX3" fmla="*/ 1922 w 2616"/>
                    <a:gd name="connsiteY3" fmla="*/ 6401 h 6401"/>
                    <a:gd name="connsiteX4" fmla="*/ 915 w 2616"/>
                    <a:gd name="connsiteY4" fmla="*/ 4630 h 6401"/>
                    <a:gd name="connsiteX5" fmla="*/ 0 w 2616"/>
                    <a:gd name="connsiteY5" fmla="*/ 2060 h 64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16" h="6401">
                      <a:moveTo>
                        <a:pt x="0" y="2060"/>
                      </a:moveTo>
                      <a:lnTo>
                        <a:pt x="961" y="0"/>
                      </a:lnTo>
                      <a:lnTo>
                        <a:pt x="2616" y="5198"/>
                      </a:lnTo>
                      <a:lnTo>
                        <a:pt x="1922" y="6401"/>
                      </a:lnTo>
                      <a:lnTo>
                        <a:pt x="915" y="4630"/>
                      </a:lnTo>
                      <a:lnTo>
                        <a:pt x="0" y="206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81" name="Freeform: Shape 480">
                  <a:extLst>
                    <a:ext uri="{FF2B5EF4-FFF2-40B4-BE49-F238E27FC236}">
                      <a16:creationId xmlns:a16="http://schemas.microsoft.com/office/drawing/2014/main" id="{A8842DE4-A175-BC7B-DEAF-022E7B77BD6C}"/>
                    </a:ext>
                  </a:extLst>
                </p:cNvPr>
                <p:cNvSpPr/>
                <p:nvPr/>
              </p:nvSpPr>
              <p:spPr>
                <a:xfrm>
                  <a:off x="7733621" y="3471402"/>
                  <a:ext cx="4989" cy="2801"/>
                </a:xfrm>
                <a:custGeom>
                  <a:avLst/>
                  <a:gdLst>
                    <a:gd name="connsiteX0" fmla="*/ 752 w 4989"/>
                    <a:gd name="connsiteY0" fmla="*/ 231 h 2801"/>
                    <a:gd name="connsiteX1" fmla="*/ 2639 w 4989"/>
                    <a:gd name="connsiteY1" fmla="*/ 0 h 2801"/>
                    <a:gd name="connsiteX2" fmla="*/ 4989 w 4989"/>
                    <a:gd name="connsiteY2" fmla="*/ 2188 h 2801"/>
                    <a:gd name="connsiteX3" fmla="*/ 0 w 4989"/>
                    <a:gd name="connsiteY3" fmla="*/ 2801 h 2801"/>
                    <a:gd name="connsiteX4" fmla="*/ 1551 w 4989"/>
                    <a:gd name="connsiteY4" fmla="*/ 1319 h 2801"/>
                    <a:gd name="connsiteX5" fmla="*/ 741 w 4989"/>
                    <a:gd name="connsiteY5" fmla="*/ 278 h 2801"/>
                    <a:gd name="connsiteX6" fmla="*/ 752 w 4989"/>
                    <a:gd name="connsiteY6" fmla="*/ 231 h 2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989" h="2801">
                      <a:moveTo>
                        <a:pt x="752" y="231"/>
                      </a:moveTo>
                      <a:lnTo>
                        <a:pt x="2639" y="0"/>
                      </a:lnTo>
                      <a:lnTo>
                        <a:pt x="4989" y="2188"/>
                      </a:lnTo>
                      <a:lnTo>
                        <a:pt x="0" y="2801"/>
                      </a:lnTo>
                      <a:lnTo>
                        <a:pt x="1551" y="1319"/>
                      </a:lnTo>
                      <a:lnTo>
                        <a:pt x="741" y="278"/>
                      </a:lnTo>
                      <a:lnTo>
                        <a:pt x="752" y="23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82" name="Freeform: Shape 481">
                  <a:extLst>
                    <a:ext uri="{FF2B5EF4-FFF2-40B4-BE49-F238E27FC236}">
                      <a16:creationId xmlns:a16="http://schemas.microsoft.com/office/drawing/2014/main" id="{D635B46C-D6B4-36E3-306C-0C1DEE7F67B5}"/>
                    </a:ext>
                  </a:extLst>
                </p:cNvPr>
                <p:cNvSpPr/>
                <p:nvPr/>
              </p:nvSpPr>
              <p:spPr>
                <a:xfrm>
                  <a:off x="8501623" y="2801680"/>
                  <a:ext cx="3646" cy="4942"/>
                </a:xfrm>
                <a:custGeom>
                  <a:avLst/>
                  <a:gdLst>
                    <a:gd name="connsiteX0" fmla="*/ 370 w 3646"/>
                    <a:gd name="connsiteY0" fmla="*/ 845 h 4942"/>
                    <a:gd name="connsiteX1" fmla="*/ 1181 w 3646"/>
                    <a:gd name="connsiteY1" fmla="*/ 0 h 4942"/>
                    <a:gd name="connsiteX2" fmla="*/ 1771 w 3646"/>
                    <a:gd name="connsiteY2" fmla="*/ 521 h 4942"/>
                    <a:gd name="connsiteX3" fmla="*/ 3646 w 3646"/>
                    <a:gd name="connsiteY3" fmla="*/ 3889 h 4942"/>
                    <a:gd name="connsiteX4" fmla="*/ 3531 w 3646"/>
                    <a:gd name="connsiteY4" fmla="*/ 4943 h 4942"/>
                    <a:gd name="connsiteX5" fmla="*/ 2651 w 3646"/>
                    <a:gd name="connsiteY5" fmla="*/ 4468 h 4942"/>
                    <a:gd name="connsiteX6" fmla="*/ 1100 w 3646"/>
                    <a:gd name="connsiteY6" fmla="*/ 3507 h 4942"/>
                    <a:gd name="connsiteX7" fmla="*/ 1181 w 3646"/>
                    <a:gd name="connsiteY7" fmla="*/ 2755 h 4942"/>
                    <a:gd name="connsiteX8" fmla="*/ 1354 w 3646"/>
                    <a:gd name="connsiteY8" fmla="*/ 1574 h 4942"/>
                    <a:gd name="connsiteX9" fmla="*/ 1320 w 3646"/>
                    <a:gd name="connsiteY9" fmla="*/ 1586 h 4942"/>
                    <a:gd name="connsiteX10" fmla="*/ 1343 w 3646"/>
                    <a:gd name="connsiteY10" fmla="*/ 1389 h 4942"/>
                    <a:gd name="connsiteX11" fmla="*/ 0 w 3646"/>
                    <a:gd name="connsiteY11" fmla="*/ 1458 h 4942"/>
                    <a:gd name="connsiteX12" fmla="*/ 370 w 3646"/>
                    <a:gd name="connsiteY12" fmla="*/ 845 h 4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646" h="4942">
                      <a:moveTo>
                        <a:pt x="370" y="845"/>
                      </a:moveTo>
                      <a:lnTo>
                        <a:pt x="1181" y="0"/>
                      </a:lnTo>
                      <a:lnTo>
                        <a:pt x="1771" y="521"/>
                      </a:lnTo>
                      <a:lnTo>
                        <a:pt x="3646" y="3889"/>
                      </a:lnTo>
                      <a:lnTo>
                        <a:pt x="3531" y="4943"/>
                      </a:lnTo>
                      <a:lnTo>
                        <a:pt x="2651" y="4468"/>
                      </a:lnTo>
                      <a:lnTo>
                        <a:pt x="1100" y="3507"/>
                      </a:lnTo>
                      <a:lnTo>
                        <a:pt x="1181" y="2755"/>
                      </a:lnTo>
                      <a:lnTo>
                        <a:pt x="1354" y="1574"/>
                      </a:lnTo>
                      <a:lnTo>
                        <a:pt x="1320" y="1586"/>
                      </a:lnTo>
                      <a:lnTo>
                        <a:pt x="1343" y="1389"/>
                      </a:lnTo>
                      <a:lnTo>
                        <a:pt x="0" y="1458"/>
                      </a:lnTo>
                      <a:lnTo>
                        <a:pt x="370" y="84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83" name="Freeform: Shape 482">
                  <a:extLst>
                    <a:ext uri="{FF2B5EF4-FFF2-40B4-BE49-F238E27FC236}">
                      <a16:creationId xmlns:a16="http://schemas.microsoft.com/office/drawing/2014/main" id="{117A6BAF-7386-6B24-E843-8F69939F20F1}"/>
                    </a:ext>
                  </a:extLst>
                </p:cNvPr>
                <p:cNvSpPr/>
                <p:nvPr/>
              </p:nvSpPr>
              <p:spPr>
                <a:xfrm>
                  <a:off x="8309891" y="3846692"/>
                  <a:ext cx="6968" cy="4005"/>
                </a:xfrm>
                <a:custGeom>
                  <a:avLst/>
                  <a:gdLst>
                    <a:gd name="connsiteX0" fmla="*/ 4549 w 6968"/>
                    <a:gd name="connsiteY0" fmla="*/ 2512 h 4005"/>
                    <a:gd name="connsiteX1" fmla="*/ 0 w 6968"/>
                    <a:gd name="connsiteY1" fmla="*/ 4005 h 4005"/>
                    <a:gd name="connsiteX2" fmla="*/ 5568 w 6968"/>
                    <a:gd name="connsiteY2" fmla="*/ 0 h 4005"/>
                    <a:gd name="connsiteX3" fmla="*/ 6436 w 6968"/>
                    <a:gd name="connsiteY3" fmla="*/ 347 h 4005"/>
                    <a:gd name="connsiteX4" fmla="*/ 6969 w 6968"/>
                    <a:gd name="connsiteY4" fmla="*/ 567 h 4005"/>
                    <a:gd name="connsiteX5" fmla="*/ 6587 w 6968"/>
                    <a:gd name="connsiteY5" fmla="*/ 949 h 4005"/>
                    <a:gd name="connsiteX6" fmla="*/ 4549 w 6968"/>
                    <a:gd name="connsiteY6" fmla="*/ 2512 h 40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968" h="4005">
                      <a:moveTo>
                        <a:pt x="4549" y="2512"/>
                      </a:moveTo>
                      <a:lnTo>
                        <a:pt x="0" y="4005"/>
                      </a:lnTo>
                      <a:lnTo>
                        <a:pt x="5568" y="0"/>
                      </a:lnTo>
                      <a:lnTo>
                        <a:pt x="6436" y="347"/>
                      </a:lnTo>
                      <a:lnTo>
                        <a:pt x="6969" y="567"/>
                      </a:lnTo>
                      <a:lnTo>
                        <a:pt x="6587" y="949"/>
                      </a:lnTo>
                      <a:lnTo>
                        <a:pt x="4549" y="25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84" name="Freeform: Shape 483">
                  <a:extLst>
                    <a:ext uri="{FF2B5EF4-FFF2-40B4-BE49-F238E27FC236}">
                      <a16:creationId xmlns:a16="http://schemas.microsoft.com/office/drawing/2014/main" id="{D769A267-0389-BE57-7E4B-B7D98B49131A}"/>
                    </a:ext>
                  </a:extLst>
                </p:cNvPr>
                <p:cNvSpPr/>
                <p:nvPr/>
              </p:nvSpPr>
              <p:spPr>
                <a:xfrm>
                  <a:off x="9724545" y="1551172"/>
                  <a:ext cx="2743" cy="5567"/>
                </a:xfrm>
                <a:custGeom>
                  <a:avLst/>
                  <a:gdLst>
                    <a:gd name="connsiteX0" fmla="*/ 0 w 2743"/>
                    <a:gd name="connsiteY0" fmla="*/ 5568 h 5567"/>
                    <a:gd name="connsiteX1" fmla="*/ 1563 w 2743"/>
                    <a:gd name="connsiteY1" fmla="*/ 0 h 5567"/>
                    <a:gd name="connsiteX2" fmla="*/ 2743 w 2743"/>
                    <a:gd name="connsiteY2" fmla="*/ 4746 h 5567"/>
                    <a:gd name="connsiteX3" fmla="*/ 0 w 2743"/>
                    <a:gd name="connsiteY3" fmla="*/ 5568 h 55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3" h="5567">
                      <a:moveTo>
                        <a:pt x="0" y="5568"/>
                      </a:moveTo>
                      <a:lnTo>
                        <a:pt x="1563" y="0"/>
                      </a:lnTo>
                      <a:lnTo>
                        <a:pt x="2743" y="4746"/>
                      </a:lnTo>
                      <a:lnTo>
                        <a:pt x="0" y="556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85" name="Freeform: Shape 484">
                  <a:extLst>
                    <a:ext uri="{FF2B5EF4-FFF2-40B4-BE49-F238E27FC236}">
                      <a16:creationId xmlns:a16="http://schemas.microsoft.com/office/drawing/2014/main" id="{7F9A979B-E06B-44B5-598F-3DC2514F7B1B}"/>
                    </a:ext>
                  </a:extLst>
                </p:cNvPr>
                <p:cNvSpPr/>
                <p:nvPr/>
              </p:nvSpPr>
              <p:spPr>
                <a:xfrm>
                  <a:off x="7879477" y="3130782"/>
                  <a:ext cx="3484" cy="4780"/>
                </a:xfrm>
                <a:custGeom>
                  <a:avLst/>
                  <a:gdLst>
                    <a:gd name="connsiteX0" fmla="*/ 1169 w 3484"/>
                    <a:gd name="connsiteY0" fmla="*/ 0 h 4780"/>
                    <a:gd name="connsiteX1" fmla="*/ 1412 w 3484"/>
                    <a:gd name="connsiteY1" fmla="*/ 127 h 4780"/>
                    <a:gd name="connsiteX2" fmla="*/ 3484 w 3484"/>
                    <a:gd name="connsiteY2" fmla="*/ 1713 h 4780"/>
                    <a:gd name="connsiteX3" fmla="*/ 2767 w 3484"/>
                    <a:gd name="connsiteY3" fmla="*/ 3878 h 4780"/>
                    <a:gd name="connsiteX4" fmla="*/ 2315 w 3484"/>
                    <a:gd name="connsiteY4" fmla="*/ 4781 h 4780"/>
                    <a:gd name="connsiteX5" fmla="*/ 58 w 3484"/>
                    <a:gd name="connsiteY5" fmla="*/ 3866 h 4780"/>
                    <a:gd name="connsiteX6" fmla="*/ 0 w 3484"/>
                    <a:gd name="connsiteY6" fmla="*/ 3704 h 4780"/>
                    <a:gd name="connsiteX7" fmla="*/ 1574 w 3484"/>
                    <a:gd name="connsiteY7" fmla="*/ 2663 h 4780"/>
                    <a:gd name="connsiteX8" fmla="*/ 891 w 3484"/>
                    <a:gd name="connsiteY8" fmla="*/ 1227 h 4780"/>
                    <a:gd name="connsiteX9" fmla="*/ 1806 w 3484"/>
                    <a:gd name="connsiteY9" fmla="*/ 1632 h 4780"/>
                    <a:gd name="connsiteX10" fmla="*/ 2836 w 3484"/>
                    <a:gd name="connsiteY10" fmla="*/ 2281 h 4780"/>
                    <a:gd name="connsiteX11" fmla="*/ 1169 w 3484"/>
                    <a:gd name="connsiteY11" fmla="*/ 0 h 47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484" h="4780">
                      <a:moveTo>
                        <a:pt x="1169" y="0"/>
                      </a:moveTo>
                      <a:lnTo>
                        <a:pt x="1412" y="127"/>
                      </a:lnTo>
                      <a:lnTo>
                        <a:pt x="3484" y="1713"/>
                      </a:lnTo>
                      <a:lnTo>
                        <a:pt x="2767" y="3878"/>
                      </a:lnTo>
                      <a:lnTo>
                        <a:pt x="2315" y="4781"/>
                      </a:lnTo>
                      <a:lnTo>
                        <a:pt x="58" y="3866"/>
                      </a:lnTo>
                      <a:lnTo>
                        <a:pt x="0" y="3704"/>
                      </a:lnTo>
                      <a:lnTo>
                        <a:pt x="1574" y="2663"/>
                      </a:lnTo>
                      <a:lnTo>
                        <a:pt x="891" y="1227"/>
                      </a:lnTo>
                      <a:lnTo>
                        <a:pt x="1806" y="1632"/>
                      </a:lnTo>
                      <a:lnTo>
                        <a:pt x="2836" y="2281"/>
                      </a:lnTo>
                      <a:lnTo>
                        <a:pt x="1169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86" name="Freeform: Shape 485">
                  <a:extLst>
                    <a:ext uri="{FF2B5EF4-FFF2-40B4-BE49-F238E27FC236}">
                      <a16:creationId xmlns:a16="http://schemas.microsoft.com/office/drawing/2014/main" id="{9DBBB668-6A63-0730-4F65-26F550C948C8}"/>
                    </a:ext>
                  </a:extLst>
                </p:cNvPr>
                <p:cNvSpPr/>
                <p:nvPr/>
              </p:nvSpPr>
              <p:spPr>
                <a:xfrm>
                  <a:off x="7819062" y="3274218"/>
                  <a:ext cx="6285" cy="3183"/>
                </a:xfrm>
                <a:custGeom>
                  <a:avLst/>
                  <a:gdLst>
                    <a:gd name="connsiteX0" fmla="*/ 3091 w 6285"/>
                    <a:gd name="connsiteY0" fmla="*/ 614 h 3183"/>
                    <a:gd name="connsiteX1" fmla="*/ 4457 w 6285"/>
                    <a:gd name="connsiteY1" fmla="*/ 938 h 3183"/>
                    <a:gd name="connsiteX2" fmla="*/ 5452 w 6285"/>
                    <a:gd name="connsiteY2" fmla="*/ 718 h 3183"/>
                    <a:gd name="connsiteX3" fmla="*/ 6286 w 6285"/>
                    <a:gd name="connsiteY3" fmla="*/ 822 h 3183"/>
                    <a:gd name="connsiteX4" fmla="*/ 4758 w 6285"/>
                    <a:gd name="connsiteY4" fmla="*/ 3184 h 3183"/>
                    <a:gd name="connsiteX5" fmla="*/ 0 w 6285"/>
                    <a:gd name="connsiteY5" fmla="*/ 1146 h 3183"/>
                    <a:gd name="connsiteX6" fmla="*/ 3230 w 6285"/>
                    <a:gd name="connsiteY6" fmla="*/ 1887 h 3183"/>
                    <a:gd name="connsiteX7" fmla="*/ 2281 w 6285"/>
                    <a:gd name="connsiteY7" fmla="*/ 0 h 3183"/>
                    <a:gd name="connsiteX8" fmla="*/ 3415 w 6285"/>
                    <a:gd name="connsiteY8" fmla="*/ 104 h 3183"/>
                    <a:gd name="connsiteX9" fmla="*/ 3091 w 6285"/>
                    <a:gd name="connsiteY9" fmla="*/ 614 h 31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285" h="3183">
                      <a:moveTo>
                        <a:pt x="3091" y="614"/>
                      </a:moveTo>
                      <a:lnTo>
                        <a:pt x="4457" y="938"/>
                      </a:lnTo>
                      <a:lnTo>
                        <a:pt x="5452" y="718"/>
                      </a:lnTo>
                      <a:lnTo>
                        <a:pt x="6286" y="822"/>
                      </a:lnTo>
                      <a:lnTo>
                        <a:pt x="4758" y="3184"/>
                      </a:lnTo>
                      <a:lnTo>
                        <a:pt x="0" y="1146"/>
                      </a:lnTo>
                      <a:lnTo>
                        <a:pt x="3230" y="1887"/>
                      </a:lnTo>
                      <a:lnTo>
                        <a:pt x="2281" y="0"/>
                      </a:lnTo>
                      <a:lnTo>
                        <a:pt x="3415" y="104"/>
                      </a:lnTo>
                      <a:lnTo>
                        <a:pt x="3091" y="61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87" name="Freeform: Shape 486">
                  <a:extLst>
                    <a:ext uri="{FF2B5EF4-FFF2-40B4-BE49-F238E27FC236}">
                      <a16:creationId xmlns:a16="http://schemas.microsoft.com/office/drawing/2014/main" id="{D5427A91-7F28-6391-650E-D4DB2696D7A9}"/>
                    </a:ext>
                  </a:extLst>
                </p:cNvPr>
                <p:cNvSpPr/>
                <p:nvPr/>
              </p:nvSpPr>
              <p:spPr>
                <a:xfrm>
                  <a:off x="9295519" y="4057384"/>
                  <a:ext cx="5336" cy="5116"/>
                </a:xfrm>
                <a:custGeom>
                  <a:avLst/>
                  <a:gdLst>
                    <a:gd name="connsiteX0" fmla="*/ 0 w 5336"/>
                    <a:gd name="connsiteY0" fmla="*/ 0 h 5116"/>
                    <a:gd name="connsiteX1" fmla="*/ 5336 w 5336"/>
                    <a:gd name="connsiteY1" fmla="*/ 5117 h 5116"/>
                    <a:gd name="connsiteX2" fmla="*/ 1296 w 5336"/>
                    <a:gd name="connsiteY2" fmla="*/ 3809 h 5116"/>
                    <a:gd name="connsiteX3" fmla="*/ 0 w 5336"/>
                    <a:gd name="connsiteY3" fmla="*/ 0 h 51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336" h="5116">
                      <a:moveTo>
                        <a:pt x="0" y="0"/>
                      </a:moveTo>
                      <a:lnTo>
                        <a:pt x="5336" y="5117"/>
                      </a:lnTo>
                      <a:lnTo>
                        <a:pt x="1296" y="380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88" name="Freeform: Shape 487">
                  <a:extLst>
                    <a:ext uri="{FF2B5EF4-FFF2-40B4-BE49-F238E27FC236}">
                      <a16:creationId xmlns:a16="http://schemas.microsoft.com/office/drawing/2014/main" id="{27852F0F-CBAA-D7F7-42DA-A3D68D5B2460}"/>
                    </a:ext>
                  </a:extLst>
                </p:cNvPr>
                <p:cNvSpPr/>
                <p:nvPr/>
              </p:nvSpPr>
              <p:spPr>
                <a:xfrm>
                  <a:off x="7812892" y="3282206"/>
                  <a:ext cx="2975" cy="3796"/>
                </a:xfrm>
                <a:custGeom>
                  <a:avLst/>
                  <a:gdLst>
                    <a:gd name="connsiteX0" fmla="*/ 35 w 2975"/>
                    <a:gd name="connsiteY0" fmla="*/ 0 h 3796"/>
                    <a:gd name="connsiteX1" fmla="*/ 2512 w 2975"/>
                    <a:gd name="connsiteY1" fmla="*/ 509 h 3796"/>
                    <a:gd name="connsiteX2" fmla="*/ 2975 w 2975"/>
                    <a:gd name="connsiteY2" fmla="*/ 3670 h 3796"/>
                    <a:gd name="connsiteX3" fmla="*/ 2952 w 2975"/>
                    <a:gd name="connsiteY3" fmla="*/ 3797 h 3796"/>
                    <a:gd name="connsiteX4" fmla="*/ 0 w 2975"/>
                    <a:gd name="connsiteY4" fmla="*/ 1864 h 3796"/>
                    <a:gd name="connsiteX5" fmla="*/ 35 w 2975"/>
                    <a:gd name="connsiteY5" fmla="*/ 0 h 37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75" h="3796">
                      <a:moveTo>
                        <a:pt x="35" y="0"/>
                      </a:moveTo>
                      <a:lnTo>
                        <a:pt x="2512" y="509"/>
                      </a:lnTo>
                      <a:lnTo>
                        <a:pt x="2975" y="3670"/>
                      </a:lnTo>
                      <a:lnTo>
                        <a:pt x="2952" y="3797"/>
                      </a:lnTo>
                      <a:lnTo>
                        <a:pt x="0" y="1864"/>
                      </a:lnTo>
                      <a:lnTo>
                        <a:pt x="3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89" name="Freeform: Shape 488">
                  <a:extLst>
                    <a:ext uri="{FF2B5EF4-FFF2-40B4-BE49-F238E27FC236}">
                      <a16:creationId xmlns:a16="http://schemas.microsoft.com/office/drawing/2014/main" id="{644DFE65-2B6B-CAF1-0854-906AE4466DB5}"/>
                    </a:ext>
                  </a:extLst>
                </p:cNvPr>
                <p:cNvSpPr/>
                <p:nvPr/>
              </p:nvSpPr>
              <p:spPr>
                <a:xfrm>
                  <a:off x="7807822" y="3283861"/>
                  <a:ext cx="5347" cy="3658"/>
                </a:xfrm>
                <a:custGeom>
                  <a:avLst/>
                  <a:gdLst>
                    <a:gd name="connsiteX0" fmla="*/ 0 w 5347"/>
                    <a:gd name="connsiteY0" fmla="*/ 799 h 3658"/>
                    <a:gd name="connsiteX1" fmla="*/ 1308 w 5347"/>
                    <a:gd name="connsiteY1" fmla="*/ 0 h 3658"/>
                    <a:gd name="connsiteX2" fmla="*/ 5348 w 5347"/>
                    <a:gd name="connsiteY2" fmla="*/ 3658 h 3658"/>
                    <a:gd name="connsiteX3" fmla="*/ 4133 w 5347"/>
                    <a:gd name="connsiteY3" fmla="*/ 3241 h 3658"/>
                    <a:gd name="connsiteX4" fmla="*/ 4040 w 5347"/>
                    <a:gd name="connsiteY4" fmla="*/ 3207 h 3658"/>
                    <a:gd name="connsiteX5" fmla="*/ 3901 w 5347"/>
                    <a:gd name="connsiteY5" fmla="*/ 2929 h 3658"/>
                    <a:gd name="connsiteX6" fmla="*/ 3774 w 5347"/>
                    <a:gd name="connsiteY6" fmla="*/ 3102 h 3658"/>
                    <a:gd name="connsiteX7" fmla="*/ 1748 w 5347"/>
                    <a:gd name="connsiteY7" fmla="*/ 2385 h 3658"/>
                    <a:gd name="connsiteX8" fmla="*/ 1644 w 5347"/>
                    <a:gd name="connsiteY8" fmla="*/ 3508 h 3658"/>
                    <a:gd name="connsiteX9" fmla="*/ 0 w 5347"/>
                    <a:gd name="connsiteY9" fmla="*/ 799 h 36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347" h="3658">
                      <a:moveTo>
                        <a:pt x="0" y="799"/>
                      </a:moveTo>
                      <a:lnTo>
                        <a:pt x="1308" y="0"/>
                      </a:lnTo>
                      <a:lnTo>
                        <a:pt x="5348" y="3658"/>
                      </a:lnTo>
                      <a:lnTo>
                        <a:pt x="4133" y="3241"/>
                      </a:lnTo>
                      <a:lnTo>
                        <a:pt x="4040" y="3207"/>
                      </a:lnTo>
                      <a:lnTo>
                        <a:pt x="3901" y="2929"/>
                      </a:lnTo>
                      <a:lnTo>
                        <a:pt x="3774" y="3102"/>
                      </a:lnTo>
                      <a:lnTo>
                        <a:pt x="1748" y="2385"/>
                      </a:lnTo>
                      <a:lnTo>
                        <a:pt x="1644" y="3508"/>
                      </a:lnTo>
                      <a:lnTo>
                        <a:pt x="0" y="79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90" name="Freeform: Shape 489">
                  <a:extLst>
                    <a:ext uri="{FF2B5EF4-FFF2-40B4-BE49-F238E27FC236}">
                      <a16:creationId xmlns:a16="http://schemas.microsoft.com/office/drawing/2014/main" id="{2458C073-50ED-F32A-A6AC-E3F34D09F238}"/>
                    </a:ext>
                  </a:extLst>
                </p:cNvPr>
                <p:cNvSpPr/>
                <p:nvPr/>
              </p:nvSpPr>
              <p:spPr>
                <a:xfrm>
                  <a:off x="7892685" y="3106565"/>
                  <a:ext cx="4850" cy="4340"/>
                </a:xfrm>
                <a:custGeom>
                  <a:avLst/>
                  <a:gdLst>
                    <a:gd name="connsiteX0" fmla="*/ 0 w 4850"/>
                    <a:gd name="connsiteY0" fmla="*/ 1181 h 4340"/>
                    <a:gd name="connsiteX1" fmla="*/ 822 w 4850"/>
                    <a:gd name="connsiteY1" fmla="*/ 799 h 4340"/>
                    <a:gd name="connsiteX2" fmla="*/ 2489 w 4850"/>
                    <a:gd name="connsiteY2" fmla="*/ 0 h 4340"/>
                    <a:gd name="connsiteX3" fmla="*/ 4850 w 4850"/>
                    <a:gd name="connsiteY3" fmla="*/ 4341 h 4340"/>
                    <a:gd name="connsiteX4" fmla="*/ 822 w 4850"/>
                    <a:gd name="connsiteY4" fmla="*/ 1713 h 4340"/>
                    <a:gd name="connsiteX5" fmla="*/ 0 w 4850"/>
                    <a:gd name="connsiteY5" fmla="*/ 1181 h 43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50" h="4340">
                      <a:moveTo>
                        <a:pt x="0" y="1181"/>
                      </a:moveTo>
                      <a:lnTo>
                        <a:pt x="822" y="799"/>
                      </a:lnTo>
                      <a:lnTo>
                        <a:pt x="2489" y="0"/>
                      </a:lnTo>
                      <a:lnTo>
                        <a:pt x="4850" y="4341"/>
                      </a:lnTo>
                      <a:lnTo>
                        <a:pt x="822" y="1713"/>
                      </a:lnTo>
                      <a:lnTo>
                        <a:pt x="0" y="11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91" name="Freeform: Shape 490">
                  <a:extLst>
                    <a:ext uri="{FF2B5EF4-FFF2-40B4-BE49-F238E27FC236}">
                      <a16:creationId xmlns:a16="http://schemas.microsoft.com/office/drawing/2014/main" id="{372BE5FA-D986-099D-C311-7469101DE2AA}"/>
                    </a:ext>
                  </a:extLst>
                </p:cNvPr>
                <p:cNvSpPr/>
                <p:nvPr/>
              </p:nvSpPr>
              <p:spPr>
                <a:xfrm>
                  <a:off x="8863380" y="3070911"/>
                  <a:ext cx="11703" cy="6575"/>
                </a:xfrm>
                <a:custGeom>
                  <a:avLst/>
                  <a:gdLst>
                    <a:gd name="connsiteX0" fmla="*/ 0 w 11703"/>
                    <a:gd name="connsiteY0" fmla="*/ 313 h 6575"/>
                    <a:gd name="connsiteX1" fmla="*/ 6610 w 11703"/>
                    <a:gd name="connsiteY1" fmla="*/ 0 h 6575"/>
                    <a:gd name="connsiteX2" fmla="*/ 11703 w 11703"/>
                    <a:gd name="connsiteY2" fmla="*/ 6575 h 6575"/>
                    <a:gd name="connsiteX3" fmla="*/ 5221 w 11703"/>
                    <a:gd name="connsiteY3" fmla="*/ 405 h 6575"/>
                    <a:gd name="connsiteX4" fmla="*/ 0 w 11703"/>
                    <a:gd name="connsiteY4" fmla="*/ 313 h 6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3" h="6575">
                      <a:moveTo>
                        <a:pt x="0" y="313"/>
                      </a:moveTo>
                      <a:lnTo>
                        <a:pt x="6610" y="0"/>
                      </a:lnTo>
                      <a:lnTo>
                        <a:pt x="11703" y="6575"/>
                      </a:lnTo>
                      <a:lnTo>
                        <a:pt x="5221" y="405"/>
                      </a:lnTo>
                      <a:lnTo>
                        <a:pt x="0" y="31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92" name="Freeform: Shape 491">
                  <a:extLst>
                    <a:ext uri="{FF2B5EF4-FFF2-40B4-BE49-F238E27FC236}">
                      <a16:creationId xmlns:a16="http://schemas.microsoft.com/office/drawing/2014/main" id="{4235F0D2-5095-C836-A4CF-C7C4B1A159E3}"/>
                    </a:ext>
                  </a:extLst>
                </p:cNvPr>
                <p:cNvSpPr/>
                <p:nvPr/>
              </p:nvSpPr>
              <p:spPr>
                <a:xfrm>
                  <a:off x="9204348" y="2387321"/>
                  <a:ext cx="3090" cy="4456"/>
                </a:xfrm>
                <a:custGeom>
                  <a:avLst/>
                  <a:gdLst>
                    <a:gd name="connsiteX0" fmla="*/ 1933 w 3090"/>
                    <a:gd name="connsiteY0" fmla="*/ 4434 h 4456"/>
                    <a:gd name="connsiteX1" fmla="*/ 1887 w 3090"/>
                    <a:gd name="connsiteY1" fmla="*/ 4457 h 4456"/>
                    <a:gd name="connsiteX2" fmla="*/ 0 w 3090"/>
                    <a:gd name="connsiteY2" fmla="*/ 405 h 4456"/>
                    <a:gd name="connsiteX3" fmla="*/ 3091 w 3090"/>
                    <a:gd name="connsiteY3" fmla="*/ 0 h 4456"/>
                    <a:gd name="connsiteX4" fmla="*/ 1933 w 3090"/>
                    <a:gd name="connsiteY4" fmla="*/ 4434 h 4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90" h="4456">
                      <a:moveTo>
                        <a:pt x="1933" y="4434"/>
                      </a:moveTo>
                      <a:lnTo>
                        <a:pt x="1887" y="4457"/>
                      </a:lnTo>
                      <a:lnTo>
                        <a:pt x="0" y="405"/>
                      </a:lnTo>
                      <a:lnTo>
                        <a:pt x="3091" y="0"/>
                      </a:lnTo>
                      <a:lnTo>
                        <a:pt x="1933" y="443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93" name="Freeform: Shape 492">
                  <a:extLst>
                    <a:ext uri="{FF2B5EF4-FFF2-40B4-BE49-F238E27FC236}">
                      <a16:creationId xmlns:a16="http://schemas.microsoft.com/office/drawing/2014/main" id="{DFAE434C-2434-41D8-6019-F41A8F4F968C}"/>
                    </a:ext>
                  </a:extLst>
                </p:cNvPr>
                <p:cNvSpPr/>
                <p:nvPr/>
              </p:nvSpPr>
              <p:spPr>
                <a:xfrm>
                  <a:off x="7760107" y="3514360"/>
                  <a:ext cx="4271" cy="2997"/>
                </a:xfrm>
                <a:custGeom>
                  <a:avLst/>
                  <a:gdLst>
                    <a:gd name="connsiteX0" fmla="*/ 4110 w 4271"/>
                    <a:gd name="connsiteY0" fmla="*/ 2778 h 2997"/>
                    <a:gd name="connsiteX1" fmla="*/ 0 w 4271"/>
                    <a:gd name="connsiteY1" fmla="*/ 2998 h 2997"/>
                    <a:gd name="connsiteX2" fmla="*/ 2500 w 4271"/>
                    <a:gd name="connsiteY2" fmla="*/ 23 h 2997"/>
                    <a:gd name="connsiteX3" fmla="*/ 2524 w 4271"/>
                    <a:gd name="connsiteY3" fmla="*/ 0 h 2997"/>
                    <a:gd name="connsiteX4" fmla="*/ 4272 w 4271"/>
                    <a:gd name="connsiteY4" fmla="*/ 2130 h 2997"/>
                    <a:gd name="connsiteX5" fmla="*/ 4110 w 4271"/>
                    <a:gd name="connsiteY5" fmla="*/ 2778 h 29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271" h="2997">
                      <a:moveTo>
                        <a:pt x="4110" y="2778"/>
                      </a:moveTo>
                      <a:lnTo>
                        <a:pt x="0" y="2998"/>
                      </a:lnTo>
                      <a:lnTo>
                        <a:pt x="2500" y="23"/>
                      </a:lnTo>
                      <a:lnTo>
                        <a:pt x="2524" y="0"/>
                      </a:lnTo>
                      <a:lnTo>
                        <a:pt x="4272" y="2130"/>
                      </a:lnTo>
                      <a:lnTo>
                        <a:pt x="4110" y="27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94" name="Freeform: Shape 493">
                  <a:extLst>
                    <a:ext uri="{FF2B5EF4-FFF2-40B4-BE49-F238E27FC236}">
                      <a16:creationId xmlns:a16="http://schemas.microsoft.com/office/drawing/2014/main" id="{B4DE2585-9FA1-C264-8DB6-0364F8E7CD06}"/>
                    </a:ext>
                  </a:extLst>
                </p:cNvPr>
                <p:cNvSpPr/>
                <p:nvPr/>
              </p:nvSpPr>
              <p:spPr>
                <a:xfrm>
                  <a:off x="7869904" y="3123454"/>
                  <a:ext cx="3727" cy="3495"/>
                </a:xfrm>
                <a:custGeom>
                  <a:avLst/>
                  <a:gdLst>
                    <a:gd name="connsiteX0" fmla="*/ 926 w 3727"/>
                    <a:gd name="connsiteY0" fmla="*/ 0 h 3495"/>
                    <a:gd name="connsiteX1" fmla="*/ 3531 w 3727"/>
                    <a:gd name="connsiteY1" fmla="*/ 2998 h 3495"/>
                    <a:gd name="connsiteX2" fmla="*/ 3728 w 3727"/>
                    <a:gd name="connsiteY2" fmla="*/ 3299 h 3495"/>
                    <a:gd name="connsiteX3" fmla="*/ 0 w 3727"/>
                    <a:gd name="connsiteY3" fmla="*/ 3496 h 3495"/>
                    <a:gd name="connsiteX4" fmla="*/ 197 w 3727"/>
                    <a:gd name="connsiteY4" fmla="*/ 2547 h 3495"/>
                    <a:gd name="connsiteX5" fmla="*/ 926 w 3727"/>
                    <a:gd name="connsiteY5" fmla="*/ 0 h 3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27" h="3495">
                      <a:moveTo>
                        <a:pt x="926" y="0"/>
                      </a:moveTo>
                      <a:lnTo>
                        <a:pt x="3531" y="2998"/>
                      </a:lnTo>
                      <a:lnTo>
                        <a:pt x="3728" y="3299"/>
                      </a:lnTo>
                      <a:lnTo>
                        <a:pt x="0" y="3496"/>
                      </a:lnTo>
                      <a:lnTo>
                        <a:pt x="197" y="2547"/>
                      </a:lnTo>
                      <a:lnTo>
                        <a:pt x="926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95" name="Freeform: Shape 494">
                  <a:extLst>
                    <a:ext uri="{FF2B5EF4-FFF2-40B4-BE49-F238E27FC236}">
                      <a16:creationId xmlns:a16="http://schemas.microsoft.com/office/drawing/2014/main" id="{8BB422B5-8A98-6807-74E7-E3D20B03B53E}"/>
                    </a:ext>
                  </a:extLst>
                </p:cNvPr>
                <p:cNvSpPr/>
                <p:nvPr/>
              </p:nvSpPr>
              <p:spPr>
                <a:xfrm>
                  <a:off x="9193826" y="2584528"/>
                  <a:ext cx="5336" cy="2720"/>
                </a:xfrm>
                <a:custGeom>
                  <a:avLst/>
                  <a:gdLst>
                    <a:gd name="connsiteX0" fmla="*/ 0 w 5336"/>
                    <a:gd name="connsiteY0" fmla="*/ 1435 h 2720"/>
                    <a:gd name="connsiteX1" fmla="*/ 4318 w 5336"/>
                    <a:gd name="connsiteY1" fmla="*/ 0 h 2720"/>
                    <a:gd name="connsiteX2" fmla="*/ 4155 w 5336"/>
                    <a:gd name="connsiteY2" fmla="*/ 1378 h 2720"/>
                    <a:gd name="connsiteX3" fmla="*/ 5336 w 5336"/>
                    <a:gd name="connsiteY3" fmla="*/ 1296 h 2720"/>
                    <a:gd name="connsiteX4" fmla="*/ 4005 w 5336"/>
                    <a:gd name="connsiteY4" fmla="*/ 2720 h 2720"/>
                    <a:gd name="connsiteX5" fmla="*/ 1319 w 5336"/>
                    <a:gd name="connsiteY5" fmla="*/ 1933 h 2720"/>
                    <a:gd name="connsiteX6" fmla="*/ 0 w 5336"/>
                    <a:gd name="connsiteY6" fmla="*/ 1435 h 2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336" h="2720">
                      <a:moveTo>
                        <a:pt x="0" y="1435"/>
                      </a:moveTo>
                      <a:lnTo>
                        <a:pt x="4318" y="0"/>
                      </a:lnTo>
                      <a:lnTo>
                        <a:pt x="4155" y="1378"/>
                      </a:lnTo>
                      <a:lnTo>
                        <a:pt x="5336" y="1296"/>
                      </a:lnTo>
                      <a:lnTo>
                        <a:pt x="4005" y="2720"/>
                      </a:lnTo>
                      <a:lnTo>
                        <a:pt x="1319" y="1933"/>
                      </a:lnTo>
                      <a:lnTo>
                        <a:pt x="0" y="14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96" name="Freeform: Shape 495">
                  <a:extLst>
                    <a:ext uri="{FF2B5EF4-FFF2-40B4-BE49-F238E27FC236}">
                      <a16:creationId xmlns:a16="http://schemas.microsoft.com/office/drawing/2014/main" id="{A956CCC1-2881-0782-D2AC-49761972D32A}"/>
                    </a:ext>
                  </a:extLst>
                </p:cNvPr>
                <p:cNvSpPr/>
                <p:nvPr/>
              </p:nvSpPr>
              <p:spPr>
                <a:xfrm>
                  <a:off x="7416616" y="3010254"/>
                  <a:ext cx="6517" cy="4433"/>
                </a:xfrm>
                <a:custGeom>
                  <a:avLst/>
                  <a:gdLst>
                    <a:gd name="connsiteX0" fmla="*/ 0 w 6517"/>
                    <a:gd name="connsiteY0" fmla="*/ 2373 h 4433"/>
                    <a:gd name="connsiteX1" fmla="*/ 741 w 6517"/>
                    <a:gd name="connsiteY1" fmla="*/ 0 h 4433"/>
                    <a:gd name="connsiteX2" fmla="*/ 6517 w 6517"/>
                    <a:gd name="connsiteY2" fmla="*/ 4434 h 4433"/>
                    <a:gd name="connsiteX3" fmla="*/ 4352 w 6517"/>
                    <a:gd name="connsiteY3" fmla="*/ 4399 h 4433"/>
                    <a:gd name="connsiteX4" fmla="*/ 2454 w 6517"/>
                    <a:gd name="connsiteY4" fmla="*/ 1667 h 4433"/>
                    <a:gd name="connsiteX5" fmla="*/ 0 w 6517"/>
                    <a:gd name="connsiteY5" fmla="*/ 2373 h 4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517" h="4433">
                      <a:moveTo>
                        <a:pt x="0" y="2373"/>
                      </a:moveTo>
                      <a:lnTo>
                        <a:pt x="741" y="0"/>
                      </a:lnTo>
                      <a:lnTo>
                        <a:pt x="6517" y="4434"/>
                      </a:lnTo>
                      <a:lnTo>
                        <a:pt x="4352" y="4399"/>
                      </a:lnTo>
                      <a:lnTo>
                        <a:pt x="2454" y="1667"/>
                      </a:lnTo>
                      <a:lnTo>
                        <a:pt x="0" y="237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97" name="Freeform: Shape 496">
                  <a:extLst>
                    <a:ext uri="{FF2B5EF4-FFF2-40B4-BE49-F238E27FC236}">
                      <a16:creationId xmlns:a16="http://schemas.microsoft.com/office/drawing/2014/main" id="{BDC43C35-D9C9-1838-808C-A56F97B97EDA}"/>
                    </a:ext>
                  </a:extLst>
                </p:cNvPr>
                <p:cNvSpPr/>
                <p:nvPr/>
              </p:nvSpPr>
              <p:spPr>
                <a:xfrm>
                  <a:off x="8063395" y="3866047"/>
                  <a:ext cx="2859" cy="5070"/>
                </a:xfrm>
                <a:custGeom>
                  <a:avLst/>
                  <a:gdLst>
                    <a:gd name="connsiteX0" fmla="*/ 0 w 2859"/>
                    <a:gd name="connsiteY0" fmla="*/ 2639 h 5070"/>
                    <a:gd name="connsiteX1" fmla="*/ 2662 w 2859"/>
                    <a:gd name="connsiteY1" fmla="*/ 0 h 5070"/>
                    <a:gd name="connsiteX2" fmla="*/ 2813 w 2859"/>
                    <a:gd name="connsiteY2" fmla="*/ 903 h 5070"/>
                    <a:gd name="connsiteX3" fmla="*/ 2859 w 2859"/>
                    <a:gd name="connsiteY3" fmla="*/ 3566 h 5070"/>
                    <a:gd name="connsiteX4" fmla="*/ 961 w 2859"/>
                    <a:gd name="connsiteY4" fmla="*/ 5070 h 5070"/>
                    <a:gd name="connsiteX5" fmla="*/ 1644 w 2859"/>
                    <a:gd name="connsiteY5" fmla="*/ 3681 h 5070"/>
                    <a:gd name="connsiteX6" fmla="*/ 1100 w 2859"/>
                    <a:gd name="connsiteY6" fmla="*/ 3334 h 5070"/>
                    <a:gd name="connsiteX7" fmla="*/ 1192 w 2859"/>
                    <a:gd name="connsiteY7" fmla="*/ 2859 h 5070"/>
                    <a:gd name="connsiteX8" fmla="*/ 405 w 2859"/>
                    <a:gd name="connsiteY8" fmla="*/ 2894 h 5070"/>
                    <a:gd name="connsiteX9" fmla="*/ 0 w 2859"/>
                    <a:gd name="connsiteY9" fmla="*/ 2639 h 5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" h="5070">
                      <a:moveTo>
                        <a:pt x="0" y="2639"/>
                      </a:moveTo>
                      <a:lnTo>
                        <a:pt x="2662" y="0"/>
                      </a:lnTo>
                      <a:lnTo>
                        <a:pt x="2813" y="903"/>
                      </a:lnTo>
                      <a:lnTo>
                        <a:pt x="2859" y="3566"/>
                      </a:lnTo>
                      <a:lnTo>
                        <a:pt x="961" y="5070"/>
                      </a:lnTo>
                      <a:lnTo>
                        <a:pt x="1644" y="3681"/>
                      </a:lnTo>
                      <a:lnTo>
                        <a:pt x="1100" y="3334"/>
                      </a:lnTo>
                      <a:lnTo>
                        <a:pt x="1192" y="2859"/>
                      </a:lnTo>
                      <a:lnTo>
                        <a:pt x="405" y="2894"/>
                      </a:lnTo>
                      <a:lnTo>
                        <a:pt x="0" y="26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98" name="Freeform: Shape 497">
                  <a:extLst>
                    <a:ext uri="{FF2B5EF4-FFF2-40B4-BE49-F238E27FC236}">
                      <a16:creationId xmlns:a16="http://schemas.microsoft.com/office/drawing/2014/main" id="{617133AF-FE6F-7D9F-A38D-204FB397FDA9}"/>
                    </a:ext>
                  </a:extLst>
                </p:cNvPr>
                <p:cNvSpPr/>
                <p:nvPr/>
              </p:nvSpPr>
              <p:spPr>
                <a:xfrm>
                  <a:off x="8753676" y="2649202"/>
                  <a:ext cx="4121" cy="2801"/>
                </a:xfrm>
                <a:custGeom>
                  <a:avLst/>
                  <a:gdLst>
                    <a:gd name="connsiteX0" fmla="*/ 3994 w 4121"/>
                    <a:gd name="connsiteY0" fmla="*/ 1817 h 2801"/>
                    <a:gd name="connsiteX1" fmla="*/ 3264 w 4121"/>
                    <a:gd name="connsiteY1" fmla="*/ 2801 h 2801"/>
                    <a:gd name="connsiteX2" fmla="*/ 0 w 4121"/>
                    <a:gd name="connsiteY2" fmla="*/ 1574 h 2801"/>
                    <a:gd name="connsiteX3" fmla="*/ 11 w 4121"/>
                    <a:gd name="connsiteY3" fmla="*/ 1551 h 2801"/>
                    <a:gd name="connsiteX4" fmla="*/ 2755 w 4121"/>
                    <a:gd name="connsiteY4" fmla="*/ 0 h 2801"/>
                    <a:gd name="connsiteX5" fmla="*/ 3276 w 4121"/>
                    <a:gd name="connsiteY5" fmla="*/ 104 h 2801"/>
                    <a:gd name="connsiteX6" fmla="*/ 4121 w 4121"/>
                    <a:gd name="connsiteY6" fmla="*/ 729 h 2801"/>
                    <a:gd name="connsiteX7" fmla="*/ 3994 w 4121"/>
                    <a:gd name="connsiteY7" fmla="*/ 1817 h 2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121" h="2801">
                      <a:moveTo>
                        <a:pt x="3994" y="1817"/>
                      </a:moveTo>
                      <a:lnTo>
                        <a:pt x="3264" y="2801"/>
                      </a:lnTo>
                      <a:lnTo>
                        <a:pt x="0" y="1574"/>
                      </a:lnTo>
                      <a:lnTo>
                        <a:pt x="11" y="1551"/>
                      </a:lnTo>
                      <a:lnTo>
                        <a:pt x="2755" y="0"/>
                      </a:lnTo>
                      <a:lnTo>
                        <a:pt x="3276" y="104"/>
                      </a:lnTo>
                      <a:lnTo>
                        <a:pt x="4121" y="729"/>
                      </a:lnTo>
                      <a:lnTo>
                        <a:pt x="3994" y="18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99" name="Freeform: Shape 498">
                  <a:extLst>
                    <a:ext uri="{FF2B5EF4-FFF2-40B4-BE49-F238E27FC236}">
                      <a16:creationId xmlns:a16="http://schemas.microsoft.com/office/drawing/2014/main" id="{CB446EA0-C588-296E-696D-CEE2FB64CC4F}"/>
                    </a:ext>
                  </a:extLst>
                </p:cNvPr>
                <p:cNvSpPr/>
                <p:nvPr/>
              </p:nvSpPr>
              <p:spPr>
                <a:xfrm>
                  <a:off x="7740416" y="3493998"/>
                  <a:ext cx="3889" cy="2303"/>
                </a:xfrm>
                <a:custGeom>
                  <a:avLst/>
                  <a:gdLst>
                    <a:gd name="connsiteX0" fmla="*/ 2767 w 3889"/>
                    <a:gd name="connsiteY0" fmla="*/ 2222 h 2303"/>
                    <a:gd name="connsiteX1" fmla="*/ 0 w 3889"/>
                    <a:gd name="connsiteY1" fmla="*/ 2303 h 2303"/>
                    <a:gd name="connsiteX2" fmla="*/ 278 w 3889"/>
                    <a:gd name="connsiteY2" fmla="*/ 752 h 2303"/>
                    <a:gd name="connsiteX3" fmla="*/ 3264 w 3889"/>
                    <a:gd name="connsiteY3" fmla="*/ 0 h 2303"/>
                    <a:gd name="connsiteX4" fmla="*/ 3889 w 3889"/>
                    <a:gd name="connsiteY4" fmla="*/ 1852 h 2303"/>
                    <a:gd name="connsiteX5" fmla="*/ 2767 w 3889"/>
                    <a:gd name="connsiteY5" fmla="*/ 2222 h 2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89" h="2303">
                      <a:moveTo>
                        <a:pt x="2767" y="2222"/>
                      </a:moveTo>
                      <a:lnTo>
                        <a:pt x="0" y="2303"/>
                      </a:lnTo>
                      <a:lnTo>
                        <a:pt x="278" y="752"/>
                      </a:lnTo>
                      <a:lnTo>
                        <a:pt x="3264" y="0"/>
                      </a:lnTo>
                      <a:lnTo>
                        <a:pt x="3889" y="1852"/>
                      </a:lnTo>
                      <a:lnTo>
                        <a:pt x="2767" y="22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0" name="Freeform: Shape 499">
                  <a:extLst>
                    <a:ext uri="{FF2B5EF4-FFF2-40B4-BE49-F238E27FC236}">
                      <a16:creationId xmlns:a16="http://schemas.microsoft.com/office/drawing/2014/main" id="{9017C725-6930-96B0-4F32-75C3C7EE0BD6}"/>
                    </a:ext>
                  </a:extLst>
                </p:cNvPr>
                <p:cNvSpPr/>
                <p:nvPr/>
              </p:nvSpPr>
              <p:spPr>
                <a:xfrm>
                  <a:off x="8119677" y="3003586"/>
                  <a:ext cx="5243" cy="5764"/>
                </a:xfrm>
                <a:custGeom>
                  <a:avLst/>
                  <a:gdLst>
                    <a:gd name="connsiteX0" fmla="*/ 0 w 5243"/>
                    <a:gd name="connsiteY0" fmla="*/ 3403 h 5764"/>
                    <a:gd name="connsiteX1" fmla="*/ 671 w 5243"/>
                    <a:gd name="connsiteY1" fmla="*/ 3577 h 5764"/>
                    <a:gd name="connsiteX2" fmla="*/ 2512 w 5243"/>
                    <a:gd name="connsiteY2" fmla="*/ 0 h 5764"/>
                    <a:gd name="connsiteX3" fmla="*/ 2871 w 5243"/>
                    <a:gd name="connsiteY3" fmla="*/ 3739 h 5764"/>
                    <a:gd name="connsiteX4" fmla="*/ 3148 w 5243"/>
                    <a:gd name="connsiteY4" fmla="*/ 3971 h 5764"/>
                    <a:gd name="connsiteX5" fmla="*/ 3160 w 5243"/>
                    <a:gd name="connsiteY5" fmla="*/ 4028 h 5764"/>
                    <a:gd name="connsiteX6" fmla="*/ 5244 w 5243"/>
                    <a:gd name="connsiteY6" fmla="*/ 5765 h 5764"/>
                    <a:gd name="connsiteX7" fmla="*/ 0 w 5243"/>
                    <a:gd name="connsiteY7" fmla="*/ 3403 h 5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243" h="5764">
                      <a:moveTo>
                        <a:pt x="0" y="3403"/>
                      </a:moveTo>
                      <a:lnTo>
                        <a:pt x="671" y="3577"/>
                      </a:lnTo>
                      <a:lnTo>
                        <a:pt x="2512" y="0"/>
                      </a:lnTo>
                      <a:lnTo>
                        <a:pt x="2871" y="3739"/>
                      </a:lnTo>
                      <a:lnTo>
                        <a:pt x="3148" y="3971"/>
                      </a:lnTo>
                      <a:lnTo>
                        <a:pt x="3160" y="4028"/>
                      </a:lnTo>
                      <a:lnTo>
                        <a:pt x="5244" y="5765"/>
                      </a:lnTo>
                      <a:lnTo>
                        <a:pt x="0" y="34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1" name="Freeform: Shape 500">
                  <a:extLst>
                    <a:ext uri="{FF2B5EF4-FFF2-40B4-BE49-F238E27FC236}">
                      <a16:creationId xmlns:a16="http://schemas.microsoft.com/office/drawing/2014/main" id="{A76B2C36-654B-6B1B-F59F-D704FD99CFFD}"/>
                    </a:ext>
                  </a:extLst>
                </p:cNvPr>
                <p:cNvSpPr/>
                <p:nvPr/>
              </p:nvSpPr>
              <p:spPr>
                <a:xfrm>
                  <a:off x="8739403" y="2664193"/>
                  <a:ext cx="2766" cy="3623"/>
                </a:xfrm>
                <a:custGeom>
                  <a:avLst/>
                  <a:gdLst>
                    <a:gd name="connsiteX0" fmla="*/ 2385 w 2766"/>
                    <a:gd name="connsiteY0" fmla="*/ 3218 h 3623"/>
                    <a:gd name="connsiteX1" fmla="*/ 1771 w 2766"/>
                    <a:gd name="connsiteY1" fmla="*/ 3623 h 3623"/>
                    <a:gd name="connsiteX2" fmla="*/ 370 w 2766"/>
                    <a:gd name="connsiteY2" fmla="*/ 2940 h 3623"/>
                    <a:gd name="connsiteX3" fmla="*/ 0 w 2766"/>
                    <a:gd name="connsiteY3" fmla="*/ 1192 h 3623"/>
                    <a:gd name="connsiteX4" fmla="*/ 428 w 2766"/>
                    <a:gd name="connsiteY4" fmla="*/ 0 h 3623"/>
                    <a:gd name="connsiteX5" fmla="*/ 2767 w 2766"/>
                    <a:gd name="connsiteY5" fmla="*/ 1493 h 3623"/>
                    <a:gd name="connsiteX6" fmla="*/ 2385 w 2766"/>
                    <a:gd name="connsiteY6" fmla="*/ 3218 h 36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66" h="3623">
                      <a:moveTo>
                        <a:pt x="2385" y="3218"/>
                      </a:moveTo>
                      <a:lnTo>
                        <a:pt x="1771" y="3623"/>
                      </a:lnTo>
                      <a:lnTo>
                        <a:pt x="370" y="2940"/>
                      </a:lnTo>
                      <a:lnTo>
                        <a:pt x="0" y="1192"/>
                      </a:lnTo>
                      <a:lnTo>
                        <a:pt x="428" y="0"/>
                      </a:lnTo>
                      <a:lnTo>
                        <a:pt x="2767" y="1493"/>
                      </a:lnTo>
                      <a:lnTo>
                        <a:pt x="2385" y="321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2" name="Freeform: Shape 501">
                  <a:extLst>
                    <a:ext uri="{FF2B5EF4-FFF2-40B4-BE49-F238E27FC236}">
                      <a16:creationId xmlns:a16="http://schemas.microsoft.com/office/drawing/2014/main" id="{42BA6327-1C58-153E-5342-85AD463149D1}"/>
                    </a:ext>
                  </a:extLst>
                </p:cNvPr>
                <p:cNvSpPr/>
                <p:nvPr/>
              </p:nvSpPr>
              <p:spPr>
                <a:xfrm>
                  <a:off x="8114664" y="2891150"/>
                  <a:ext cx="3160" cy="4630"/>
                </a:xfrm>
                <a:custGeom>
                  <a:avLst/>
                  <a:gdLst>
                    <a:gd name="connsiteX0" fmla="*/ 0 w 3160"/>
                    <a:gd name="connsiteY0" fmla="*/ 0 h 4630"/>
                    <a:gd name="connsiteX1" fmla="*/ 3021 w 3160"/>
                    <a:gd name="connsiteY1" fmla="*/ 474 h 4630"/>
                    <a:gd name="connsiteX2" fmla="*/ 3091 w 3160"/>
                    <a:gd name="connsiteY2" fmla="*/ 2477 h 4630"/>
                    <a:gd name="connsiteX3" fmla="*/ 3160 w 3160"/>
                    <a:gd name="connsiteY3" fmla="*/ 4630 h 4630"/>
                    <a:gd name="connsiteX4" fmla="*/ 1192 w 3160"/>
                    <a:gd name="connsiteY4" fmla="*/ 1759 h 4630"/>
                    <a:gd name="connsiteX5" fmla="*/ 0 w 3160"/>
                    <a:gd name="connsiteY5" fmla="*/ 0 h 46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60" h="4630">
                      <a:moveTo>
                        <a:pt x="0" y="0"/>
                      </a:moveTo>
                      <a:lnTo>
                        <a:pt x="3021" y="474"/>
                      </a:lnTo>
                      <a:lnTo>
                        <a:pt x="3091" y="2477"/>
                      </a:lnTo>
                      <a:lnTo>
                        <a:pt x="3160" y="4630"/>
                      </a:lnTo>
                      <a:lnTo>
                        <a:pt x="1192" y="175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3" name="Freeform: Shape 502">
                  <a:extLst>
                    <a:ext uri="{FF2B5EF4-FFF2-40B4-BE49-F238E27FC236}">
                      <a16:creationId xmlns:a16="http://schemas.microsoft.com/office/drawing/2014/main" id="{6534B141-959B-1932-A0EF-4EF01FF7A7C4}"/>
                    </a:ext>
                  </a:extLst>
                </p:cNvPr>
                <p:cNvSpPr/>
                <p:nvPr/>
              </p:nvSpPr>
              <p:spPr>
                <a:xfrm>
                  <a:off x="8513858" y="2688213"/>
                  <a:ext cx="5220" cy="3750"/>
                </a:xfrm>
                <a:custGeom>
                  <a:avLst/>
                  <a:gdLst>
                    <a:gd name="connsiteX0" fmla="*/ 5105 w 5220"/>
                    <a:gd name="connsiteY0" fmla="*/ 1794 h 3750"/>
                    <a:gd name="connsiteX1" fmla="*/ 0 w 5220"/>
                    <a:gd name="connsiteY1" fmla="*/ 3751 h 3750"/>
                    <a:gd name="connsiteX2" fmla="*/ 3623 w 5220"/>
                    <a:gd name="connsiteY2" fmla="*/ 0 h 3750"/>
                    <a:gd name="connsiteX3" fmla="*/ 5221 w 5220"/>
                    <a:gd name="connsiteY3" fmla="*/ 1713 h 3750"/>
                    <a:gd name="connsiteX4" fmla="*/ 5105 w 5220"/>
                    <a:gd name="connsiteY4" fmla="*/ 1794 h 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20" h="3750">
                      <a:moveTo>
                        <a:pt x="5105" y="1794"/>
                      </a:moveTo>
                      <a:lnTo>
                        <a:pt x="0" y="3751"/>
                      </a:lnTo>
                      <a:lnTo>
                        <a:pt x="3623" y="0"/>
                      </a:lnTo>
                      <a:lnTo>
                        <a:pt x="5221" y="1713"/>
                      </a:lnTo>
                      <a:lnTo>
                        <a:pt x="5105" y="17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4" name="Freeform: Shape 503">
                  <a:extLst>
                    <a:ext uri="{FF2B5EF4-FFF2-40B4-BE49-F238E27FC236}">
                      <a16:creationId xmlns:a16="http://schemas.microsoft.com/office/drawing/2014/main" id="{842EAA6E-2664-89BD-3CDE-BF545F4F5A05}"/>
                    </a:ext>
                  </a:extLst>
                </p:cNvPr>
                <p:cNvSpPr/>
                <p:nvPr/>
              </p:nvSpPr>
              <p:spPr>
                <a:xfrm>
                  <a:off x="9362613" y="2238745"/>
                  <a:ext cx="4120" cy="2755"/>
                </a:xfrm>
                <a:custGeom>
                  <a:avLst/>
                  <a:gdLst>
                    <a:gd name="connsiteX0" fmla="*/ 3704 w 4120"/>
                    <a:gd name="connsiteY0" fmla="*/ 2697 h 2755"/>
                    <a:gd name="connsiteX1" fmla="*/ 3149 w 4120"/>
                    <a:gd name="connsiteY1" fmla="*/ 2755 h 2755"/>
                    <a:gd name="connsiteX2" fmla="*/ 0 w 4120"/>
                    <a:gd name="connsiteY2" fmla="*/ 1436 h 2755"/>
                    <a:gd name="connsiteX3" fmla="*/ 3357 w 4120"/>
                    <a:gd name="connsiteY3" fmla="*/ 12 h 2755"/>
                    <a:gd name="connsiteX4" fmla="*/ 3438 w 4120"/>
                    <a:gd name="connsiteY4" fmla="*/ 0 h 2755"/>
                    <a:gd name="connsiteX5" fmla="*/ 4121 w 4120"/>
                    <a:gd name="connsiteY5" fmla="*/ 1077 h 2755"/>
                    <a:gd name="connsiteX6" fmla="*/ 3704 w 4120"/>
                    <a:gd name="connsiteY6" fmla="*/ 2697 h 2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120" h="2755">
                      <a:moveTo>
                        <a:pt x="3704" y="2697"/>
                      </a:moveTo>
                      <a:lnTo>
                        <a:pt x="3149" y="2755"/>
                      </a:lnTo>
                      <a:lnTo>
                        <a:pt x="0" y="1436"/>
                      </a:lnTo>
                      <a:lnTo>
                        <a:pt x="3357" y="12"/>
                      </a:lnTo>
                      <a:lnTo>
                        <a:pt x="3438" y="0"/>
                      </a:lnTo>
                      <a:lnTo>
                        <a:pt x="4121" y="1077"/>
                      </a:lnTo>
                      <a:lnTo>
                        <a:pt x="3704" y="26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5" name="Freeform: Shape 504">
                  <a:extLst>
                    <a:ext uri="{FF2B5EF4-FFF2-40B4-BE49-F238E27FC236}">
                      <a16:creationId xmlns:a16="http://schemas.microsoft.com/office/drawing/2014/main" id="{4A00C00F-5C7E-38E4-0835-3AF06ACCD0C1}"/>
                    </a:ext>
                  </a:extLst>
                </p:cNvPr>
                <p:cNvSpPr/>
                <p:nvPr/>
              </p:nvSpPr>
              <p:spPr>
                <a:xfrm>
                  <a:off x="8399975" y="2984903"/>
                  <a:ext cx="4086" cy="2581"/>
                </a:xfrm>
                <a:custGeom>
                  <a:avLst/>
                  <a:gdLst>
                    <a:gd name="connsiteX0" fmla="*/ 3866 w 4086"/>
                    <a:gd name="connsiteY0" fmla="*/ 2072 h 2581"/>
                    <a:gd name="connsiteX1" fmla="*/ 0 w 4086"/>
                    <a:gd name="connsiteY1" fmla="*/ 2581 h 2581"/>
                    <a:gd name="connsiteX2" fmla="*/ 2118 w 4086"/>
                    <a:gd name="connsiteY2" fmla="*/ 0 h 2581"/>
                    <a:gd name="connsiteX3" fmla="*/ 4086 w 4086"/>
                    <a:gd name="connsiteY3" fmla="*/ 451 h 2581"/>
                    <a:gd name="connsiteX4" fmla="*/ 3866 w 4086"/>
                    <a:gd name="connsiteY4" fmla="*/ 2072 h 25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86" h="2581">
                      <a:moveTo>
                        <a:pt x="3866" y="2072"/>
                      </a:moveTo>
                      <a:lnTo>
                        <a:pt x="0" y="2581"/>
                      </a:lnTo>
                      <a:lnTo>
                        <a:pt x="2118" y="0"/>
                      </a:lnTo>
                      <a:lnTo>
                        <a:pt x="4086" y="451"/>
                      </a:lnTo>
                      <a:lnTo>
                        <a:pt x="3866" y="207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6" name="Freeform: Shape 505">
                  <a:extLst>
                    <a:ext uri="{FF2B5EF4-FFF2-40B4-BE49-F238E27FC236}">
                      <a16:creationId xmlns:a16="http://schemas.microsoft.com/office/drawing/2014/main" id="{C40B7772-AB7B-D573-58B8-AAA9E19F5259}"/>
                    </a:ext>
                  </a:extLst>
                </p:cNvPr>
                <p:cNvSpPr/>
                <p:nvPr/>
              </p:nvSpPr>
              <p:spPr>
                <a:xfrm>
                  <a:off x="8278405" y="3951130"/>
                  <a:ext cx="3715" cy="5463"/>
                </a:xfrm>
                <a:custGeom>
                  <a:avLst/>
                  <a:gdLst>
                    <a:gd name="connsiteX0" fmla="*/ 394 w 3715"/>
                    <a:gd name="connsiteY0" fmla="*/ 5070 h 5463"/>
                    <a:gd name="connsiteX1" fmla="*/ 0 w 3715"/>
                    <a:gd name="connsiteY1" fmla="*/ 5464 h 5463"/>
                    <a:gd name="connsiteX2" fmla="*/ 544 w 3715"/>
                    <a:gd name="connsiteY2" fmla="*/ 2188 h 5463"/>
                    <a:gd name="connsiteX3" fmla="*/ 1655 w 3715"/>
                    <a:gd name="connsiteY3" fmla="*/ 972 h 5463"/>
                    <a:gd name="connsiteX4" fmla="*/ 3612 w 3715"/>
                    <a:gd name="connsiteY4" fmla="*/ 0 h 5463"/>
                    <a:gd name="connsiteX5" fmla="*/ 3716 w 3715"/>
                    <a:gd name="connsiteY5" fmla="*/ 185 h 5463"/>
                    <a:gd name="connsiteX6" fmla="*/ 394 w 3715"/>
                    <a:gd name="connsiteY6" fmla="*/ 5070 h 54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15" h="5463">
                      <a:moveTo>
                        <a:pt x="394" y="5070"/>
                      </a:moveTo>
                      <a:lnTo>
                        <a:pt x="0" y="5464"/>
                      </a:lnTo>
                      <a:lnTo>
                        <a:pt x="544" y="2188"/>
                      </a:lnTo>
                      <a:lnTo>
                        <a:pt x="1655" y="972"/>
                      </a:lnTo>
                      <a:lnTo>
                        <a:pt x="3612" y="0"/>
                      </a:lnTo>
                      <a:lnTo>
                        <a:pt x="3716" y="185"/>
                      </a:lnTo>
                      <a:lnTo>
                        <a:pt x="394" y="50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7" name="Freeform: Shape 506">
                  <a:extLst>
                    <a:ext uri="{FF2B5EF4-FFF2-40B4-BE49-F238E27FC236}">
                      <a16:creationId xmlns:a16="http://schemas.microsoft.com/office/drawing/2014/main" id="{29AED844-2E77-151E-5A70-504812B0090F}"/>
                    </a:ext>
                  </a:extLst>
                </p:cNvPr>
                <p:cNvSpPr/>
                <p:nvPr/>
              </p:nvSpPr>
              <p:spPr>
                <a:xfrm>
                  <a:off x="7952683" y="2801830"/>
                  <a:ext cx="3148" cy="3657"/>
                </a:xfrm>
                <a:custGeom>
                  <a:avLst/>
                  <a:gdLst>
                    <a:gd name="connsiteX0" fmla="*/ 35 w 3148"/>
                    <a:gd name="connsiteY0" fmla="*/ 0 h 3657"/>
                    <a:gd name="connsiteX1" fmla="*/ 1933 w 3148"/>
                    <a:gd name="connsiteY1" fmla="*/ 104 h 3657"/>
                    <a:gd name="connsiteX2" fmla="*/ 2304 w 3148"/>
                    <a:gd name="connsiteY2" fmla="*/ 359 h 3657"/>
                    <a:gd name="connsiteX3" fmla="*/ 3149 w 3148"/>
                    <a:gd name="connsiteY3" fmla="*/ 3264 h 3657"/>
                    <a:gd name="connsiteX4" fmla="*/ 3068 w 3148"/>
                    <a:gd name="connsiteY4" fmla="*/ 3473 h 3657"/>
                    <a:gd name="connsiteX5" fmla="*/ 1841 w 3148"/>
                    <a:gd name="connsiteY5" fmla="*/ 3473 h 3657"/>
                    <a:gd name="connsiteX6" fmla="*/ 764 w 3148"/>
                    <a:gd name="connsiteY6" fmla="*/ 2836 h 3657"/>
                    <a:gd name="connsiteX7" fmla="*/ 926 w 3148"/>
                    <a:gd name="connsiteY7" fmla="*/ 3484 h 3657"/>
                    <a:gd name="connsiteX8" fmla="*/ 891 w 3148"/>
                    <a:gd name="connsiteY8" fmla="*/ 3484 h 3657"/>
                    <a:gd name="connsiteX9" fmla="*/ 220 w 3148"/>
                    <a:gd name="connsiteY9" fmla="*/ 3658 h 3657"/>
                    <a:gd name="connsiteX10" fmla="*/ 185 w 3148"/>
                    <a:gd name="connsiteY10" fmla="*/ 3623 h 3657"/>
                    <a:gd name="connsiteX11" fmla="*/ 1679 w 3148"/>
                    <a:gd name="connsiteY11" fmla="*/ 1111 h 3657"/>
                    <a:gd name="connsiteX12" fmla="*/ 0 w 3148"/>
                    <a:gd name="connsiteY12" fmla="*/ 93 h 3657"/>
                    <a:gd name="connsiteX13" fmla="*/ 35 w 3148"/>
                    <a:gd name="connsiteY13" fmla="*/ 0 h 3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148" h="3657">
                      <a:moveTo>
                        <a:pt x="35" y="0"/>
                      </a:moveTo>
                      <a:lnTo>
                        <a:pt x="1933" y="104"/>
                      </a:lnTo>
                      <a:lnTo>
                        <a:pt x="2304" y="359"/>
                      </a:lnTo>
                      <a:lnTo>
                        <a:pt x="3149" y="3264"/>
                      </a:lnTo>
                      <a:lnTo>
                        <a:pt x="3068" y="3473"/>
                      </a:lnTo>
                      <a:lnTo>
                        <a:pt x="1841" y="3473"/>
                      </a:lnTo>
                      <a:lnTo>
                        <a:pt x="764" y="2836"/>
                      </a:lnTo>
                      <a:lnTo>
                        <a:pt x="926" y="3484"/>
                      </a:lnTo>
                      <a:lnTo>
                        <a:pt x="891" y="3484"/>
                      </a:lnTo>
                      <a:lnTo>
                        <a:pt x="220" y="3658"/>
                      </a:lnTo>
                      <a:lnTo>
                        <a:pt x="185" y="3623"/>
                      </a:lnTo>
                      <a:lnTo>
                        <a:pt x="1679" y="1111"/>
                      </a:lnTo>
                      <a:lnTo>
                        <a:pt x="0" y="93"/>
                      </a:lnTo>
                      <a:lnTo>
                        <a:pt x="3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8" name="Freeform: Shape 507">
                  <a:extLst>
                    <a:ext uri="{FF2B5EF4-FFF2-40B4-BE49-F238E27FC236}">
                      <a16:creationId xmlns:a16="http://schemas.microsoft.com/office/drawing/2014/main" id="{D5360697-64F3-97FA-33C4-BCDDF4F1185F}"/>
                    </a:ext>
                  </a:extLst>
                </p:cNvPr>
                <p:cNvSpPr/>
                <p:nvPr/>
              </p:nvSpPr>
              <p:spPr>
                <a:xfrm>
                  <a:off x="8044167" y="4181744"/>
                  <a:ext cx="5232" cy="4039"/>
                </a:xfrm>
                <a:custGeom>
                  <a:avLst/>
                  <a:gdLst>
                    <a:gd name="connsiteX0" fmla="*/ 2720 w 5232"/>
                    <a:gd name="connsiteY0" fmla="*/ 3473 h 4039"/>
                    <a:gd name="connsiteX1" fmla="*/ 1956 w 5232"/>
                    <a:gd name="connsiteY1" fmla="*/ 4040 h 4039"/>
                    <a:gd name="connsiteX2" fmla="*/ 0 w 5232"/>
                    <a:gd name="connsiteY2" fmla="*/ 3288 h 4039"/>
                    <a:gd name="connsiteX3" fmla="*/ 5232 w 5232"/>
                    <a:gd name="connsiteY3" fmla="*/ 0 h 4039"/>
                    <a:gd name="connsiteX4" fmla="*/ 2720 w 5232"/>
                    <a:gd name="connsiteY4" fmla="*/ 3473 h 4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32" h="4039">
                      <a:moveTo>
                        <a:pt x="2720" y="3473"/>
                      </a:moveTo>
                      <a:lnTo>
                        <a:pt x="1956" y="4040"/>
                      </a:lnTo>
                      <a:lnTo>
                        <a:pt x="0" y="3288"/>
                      </a:lnTo>
                      <a:lnTo>
                        <a:pt x="5232" y="0"/>
                      </a:lnTo>
                      <a:lnTo>
                        <a:pt x="2720" y="347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9" name="Freeform: Shape 508">
                  <a:extLst>
                    <a:ext uri="{FF2B5EF4-FFF2-40B4-BE49-F238E27FC236}">
                      <a16:creationId xmlns:a16="http://schemas.microsoft.com/office/drawing/2014/main" id="{CDDCEBBD-652D-9B49-6260-82AB560B811C}"/>
                    </a:ext>
                  </a:extLst>
                </p:cNvPr>
                <p:cNvSpPr/>
                <p:nvPr/>
              </p:nvSpPr>
              <p:spPr>
                <a:xfrm>
                  <a:off x="7825950" y="2936446"/>
                  <a:ext cx="3368" cy="3310"/>
                </a:xfrm>
                <a:custGeom>
                  <a:avLst/>
                  <a:gdLst>
                    <a:gd name="connsiteX0" fmla="*/ 0 w 3368"/>
                    <a:gd name="connsiteY0" fmla="*/ 857 h 3310"/>
                    <a:gd name="connsiteX1" fmla="*/ 2234 w 3368"/>
                    <a:gd name="connsiteY1" fmla="*/ 0 h 3310"/>
                    <a:gd name="connsiteX2" fmla="*/ 3369 w 3368"/>
                    <a:gd name="connsiteY2" fmla="*/ 1621 h 3310"/>
                    <a:gd name="connsiteX3" fmla="*/ 1760 w 3368"/>
                    <a:gd name="connsiteY3" fmla="*/ 3311 h 3310"/>
                    <a:gd name="connsiteX4" fmla="*/ 486 w 3368"/>
                    <a:gd name="connsiteY4" fmla="*/ 1551 h 3310"/>
                    <a:gd name="connsiteX5" fmla="*/ 0 w 3368"/>
                    <a:gd name="connsiteY5" fmla="*/ 857 h 33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68" h="3310">
                      <a:moveTo>
                        <a:pt x="0" y="857"/>
                      </a:moveTo>
                      <a:lnTo>
                        <a:pt x="2234" y="0"/>
                      </a:lnTo>
                      <a:lnTo>
                        <a:pt x="3369" y="1621"/>
                      </a:lnTo>
                      <a:lnTo>
                        <a:pt x="1760" y="3311"/>
                      </a:lnTo>
                      <a:lnTo>
                        <a:pt x="486" y="1551"/>
                      </a:lnTo>
                      <a:lnTo>
                        <a:pt x="0" y="85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10" name="Freeform: Shape 509">
                  <a:extLst>
                    <a:ext uri="{FF2B5EF4-FFF2-40B4-BE49-F238E27FC236}">
                      <a16:creationId xmlns:a16="http://schemas.microsoft.com/office/drawing/2014/main" id="{B54D58AD-3C74-5D46-9DEE-F5746FDC3F4E}"/>
                    </a:ext>
                  </a:extLst>
                </p:cNvPr>
                <p:cNvSpPr/>
                <p:nvPr/>
              </p:nvSpPr>
              <p:spPr>
                <a:xfrm>
                  <a:off x="8621074" y="2651506"/>
                  <a:ext cx="3183" cy="3658"/>
                </a:xfrm>
                <a:custGeom>
                  <a:avLst/>
                  <a:gdLst>
                    <a:gd name="connsiteX0" fmla="*/ 0 w 3183"/>
                    <a:gd name="connsiteY0" fmla="*/ 1505 h 3658"/>
                    <a:gd name="connsiteX1" fmla="*/ 1644 w 3183"/>
                    <a:gd name="connsiteY1" fmla="*/ 0 h 3658"/>
                    <a:gd name="connsiteX2" fmla="*/ 3183 w 3183"/>
                    <a:gd name="connsiteY2" fmla="*/ 2419 h 3658"/>
                    <a:gd name="connsiteX3" fmla="*/ 1505 w 3183"/>
                    <a:gd name="connsiteY3" fmla="*/ 3658 h 3658"/>
                    <a:gd name="connsiteX4" fmla="*/ 1192 w 3183"/>
                    <a:gd name="connsiteY4" fmla="*/ 3218 h 3658"/>
                    <a:gd name="connsiteX5" fmla="*/ 1343 w 3183"/>
                    <a:gd name="connsiteY5" fmla="*/ 2952 h 3658"/>
                    <a:gd name="connsiteX6" fmla="*/ 440 w 3183"/>
                    <a:gd name="connsiteY6" fmla="*/ 2130 h 3658"/>
                    <a:gd name="connsiteX7" fmla="*/ 0 w 3183"/>
                    <a:gd name="connsiteY7" fmla="*/ 1505 h 36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83" h="3658">
                      <a:moveTo>
                        <a:pt x="0" y="1505"/>
                      </a:moveTo>
                      <a:lnTo>
                        <a:pt x="1644" y="0"/>
                      </a:lnTo>
                      <a:lnTo>
                        <a:pt x="3183" y="2419"/>
                      </a:lnTo>
                      <a:lnTo>
                        <a:pt x="1505" y="3658"/>
                      </a:lnTo>
                      <a:lnTo>
                        <a:pt x="1192" y="3218"/>
                      </a:lnTo>
                      <a:lnTo>
                        <a:pt x="1343" y="2952"/>
                      </a:lnTo>
                      <a:lnTo>
                        <a:pt x="440" y="2130"/>
                      </a:lnTo>
                      <a:lnTo>
                        <a:pt x="0" y="150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11" name="Freeform: Shape 510">
                  <a:extLst>
                    <a:ext uri="{FF2B5EF4-FFF2-40B4-BE49-F238E27FC236}">
                      <a16:creationId xmlns:a16="http://schemas.microsoft.com/office/drawing/2014/main" id="{4C6CA634-6595-066D-FD6D-11A49DEF61D7}"/>
                    </a:ext>
                  </a:extLst>
                </p:cNvPr>
                <p:cNvSpPr/>
                <p:nvPr/>
              </p:nvSpPr>
              <p:spPr>
                <a:xfrm>
                  <a:off x="8049457" y="3822545"/>
                  <a:ext cx="2546" cy="3970"/>
                </a:xfrm>
                <a:custGeom>
                  <a:avLst/>
                  <a:gdLst>
                    <a:gd name="connsiteX0" fmla="*/ 2292 w 2546"/>
                    <a:gd name="connsiteY0" fmla="*/ 0 h 3970"/>
                    <a:gd name="connsiteX1" fmla="*/ 2500 w 2546"/>
                    <a:gd name="connsiteY1" fmla="*/ 278 h 3970"/>
                    <a:gd name="connsiteX2" fmla="*/ 2500 w 2546"/>
                    <a:gd name="connsiteY2" fmla="*/ 313 h 3970"/>
                    <a:gd name="connsiteX3" fmla="*/ 2547 w 2546"/>
                    <a:gd name="connsiteY3" fmla="*/ 3021 h 3970"/>
                    <a:gd name="connsiteX4" fmla="*/ 2292 w 2546"/>
                    <a:gd name="connsiteY4" fmla="*/ 3149 h 3970"/>
                    <a:gd name="connsiteX5" fmla="*/ 926 w 2546"/>
                    <a:gd name="connsiteY5" fmla="*/ 2535 h 3970"/>
                    <a:gd name="connsiteX6" fmla="*/ 0 w 2546"/>
                    <a:gd name="connsiteY6" fmla="*/ 3970 h 3970"/>
                    <a:gd name="connsiteX7" fmla="*/ 0 w 2546"/>
                    <a:gd name="connsiteY7" fmla="*/ 3588 h 3970"/>
                    <a:gd name="connsiteX8" fmla="*/ 162 w 2546"/>
                    <a:gd name="connsiteY8" fmla="*/ 1563 h 3970"/>
                    <a:gd name="connsiteX9" fmla="*/ 324 w 2546"/>
                    <a:gd name="connsiteY9" fmla="*/ 1343 h 3970"/>
                    <a:gd name="connsiteX10" fmla="*/ 2292 w 2546"/>
                    <a:gd name="connsiteY10" fmla="*/ 0 h 3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546" h="3970">
                      <a:moveTo>
                        <a:pt x="2292" y="0"/>
                      </a:moveTo>
                      <a:lnTo>
                        <a:pt x="2500" y="278"/>
                      </a:lnTo>
                      <a:lnTo>
                        <a:pt x="2500" y="313"/>
                      </a:lnTo>
                      <a:lnTo>
                        <a:pt x="2547" y="3021"/>
                      </a:lnTo>
                      <a:lnTo>
                        <a:pt x="2292" y="3149"/>
                      </a:lnTo>
                      <a:lnTo>
                        <a:pt x="926" y="2535"/>
                      </a:lnTo>
                      <a:lnTo>
                        <a:pt x="0" y="3970"/>
                      </a:lnTo>
                      <a:lnTo>
                        <a:pt x="0" y="3588"/>
                      </a:lnTo>
                      <a:lnTo>
                        <a:pt x="162" y="1563"/>
                      </a:lnTo>
                      <a:lnTo>
                        <a:pt x="324" y="1343"/>
                      </a:lnTo>
                      <a:lnTo>
                        <a:pt x="2292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12" name="Freeform: Shape 511">
                  <a:extLst>
                    <a:ext uri="{FF2B5EF4-FFF2-40B4-BE49-F238E27FC236}">
                      <a16:creationId xmlns:a16="http://schemas.microsoft.com/office/drawing/2014/main" id="{56A56CCA-4413-439F-876D-0D567D56C15B}"/>
                    </a:ext>
                  </a:extLst>
                </p:cNvPr>
                <p:cNvSpPr/>
                <p:nvPr/>
              </p:nvSpPr>
              <p:spPr>
                <a:xfrm>
                  <a:off x="9843776" y="1562285"/>
                  <a:ext cx="3924" cy="3495"/>
                </a:xfrm>
                <a:custGeom>
                  <a:avLst/>
                  <a:gdLst>
                    <a:gd name="connsiteX0" fmla="*/ 915 w 3924"/>
                    <a:gd name="connsiteY0" fmla="*/ 3369 h 3495"/>
                    <a:gd name="connsiteX1" fmla="*/ 0 w 3924"/>
                    <a:gd name="connsiteY1" fmla="*/ 3496 h 3495"/>
                    <a:gd name="connsiteX2" fmla="*/ 2142 w 3924"/>
                    <a:gd name="connsiteY2" fmla="*/ 1296 h 3495"/>
                    <a:gd name="connsiteX3" fmla="*/ 3635 w 3924"/>
                    <a:gd name="connsiteY3" fmla="*/ 0 h 3495"/>
                    <a:gd name="connsiteX4" fmla="*/ 3924 w 3924"/>
                    <a:gd name="connsiteY4" fmla="*/ 2547 h 3495"/>
                    <a:gd name="connsiteX5" fmla="*/ 915 w 3924"/>
                    <a:gd name="connsiteY5" fmla="*/ 3369 h 3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24" h="3495">
                      <a:moveTo>
                        <a:pt x="915" y="3369"/>
                      </a:moveTo>
                      <a:lnTo>
                        <a:pt x="0" y="3496"/>
                      </a:lnTo>
                      <a:lnTo>
                        <a:pt x="2142" y="1296"/>
                      </a:lnTo>
                      <a:lnTo>
                        <a:pt x="3635" y="0"/>
                      </a:lnTo>
                      <a:lnTo>
                        <a:pt x="3924" y="2547"/>
                      </a:lnTo>
                      <a:lnTo>
                        <a:pt x="915" y="33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13" name="Freeform: Shape 512">
                  <a:extLst>
                    <a:ext uri="{FF2B5EF4-FFF2-40B4-BE49-F238E27FC236}">
                      <a16:creationId xmlns:a16="http://schemas.microsoft.com/office/drawing/2014/main" id="{7951668A-2675-FCEB-88A7-8984D01A8E0A}"/>
                    </a:ext>
                  </a:extLst>
                </p:cNvPr>
                <p:cNvSpPr/>
                <p:nvPr/>
              </p:nvSpPr>
              <p:spPr>
                <a:xfrm>
                  <a:off x="8213696" y="3600994"/>
                  <a:ext cx="4028" cy="2037"/>
                </a:xfrm>
                <a:custGeom>
                  <a:avLst/>
                  <a:gdLst>
                    <a:gd name="connsiteX0" fmla="*/ 2848 w 4028"/>
                    <a:gd name="connsiteY0" fmla="*/ 1725 h 2037"/>
                    <a:gd name="connsiteX1" fmla="*/ 1296 w 4028"/>
                    <a:gd name="connsiteY1" fmla="*/ 2037 h 2037"/>
                    <a:gd name="connsiteX2" fmla="*/ 0 w 4028"/>
                    <a:gd name="connsiteY2" fmla="*/ 1991 h 2037"/>
                    <a:gd name="connsiteX3" fmla="*/ 417 w 4028"/>
                    <a:gd name="connsiteY3" fmla="*/ 417 h 2037"/>
                    <a:gd name="connsiteX4" fmla="*/ 3033 w 4028"/>
                    <a:gd name="connsiteY4" fmla="*/ 0 h 2037"/>
                    <a:gd name="connsiteX5" fmla="*/ 4028 w 4028"/>
                    <a:gd name="connsiteY5" fmla="*/ 683 h 2037"/>
                    <a:gd name="connsiteX6" fmla="*/ 2848 w 4028"/>
                    <a:gd name="connsiteY6" fmla="*/ 1725 h 2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28" h="2037">
                      <a:moveTo>
                        <a:pt x="2848" y="1725"/>
                      </a:moveTo>
                      <a:lnTo>
                        <a:pt x="1296" y="2037"/>
                      </a:lnTo>
                      <a:lnTo>
                        <a:pt x="0" y="1991"/>
                      </a:lnTo>
                      <a:lnTo>
                        <a:pt x="417" y="417"/>
                      </a:lnTo>
                      <a:lnTo>
                        <a:pt x="3033" y="0"/>
                      </a:lnTo>
                      <a:lnTo>
                        <a:pt x="4028" y="683"/>
                      </a:lnTo>
                      <a:lnTo>
                        <a:pt x="2848" y="172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14" name="Freeform: Shape 513">
                  <a:extLst>
                    <a:ext uri="{FF2B5EF4-FFF2-40B4-BE49-F238E27FC236}">
                      <a16:creationId xmlns:a16="http://schemas.microsoft.com/office/drawing/2014/main" id="{3F46BCA0-9F3B-3146-A261-E871C68397A9}"/>
                    </a:ext>
                  </a:extLst>
                </p:cNvPr>
                <p:cNvSpPr/>
                <p:nvPr/>
              </p:nvSpPr>
              <p:spPr>
                <a:xfrm>
                  <a:off x="8202629" y="3728745"/>
                  <a:ext cx="1979" cy="4965"/>
                </a:xfrm>
                <a:custGeom>
                  <a:avLst/>
                  <a:gdLst>
                    <a:gd name="connsiteX0" fmla="*/ 613 w 1979"/>
                    <a:gd name="connsiteY0" fmla="*/ 4943 h 4965"/>
                    <a:gd name="connsiteX1" fmla="*/ 0 w 1979"/>
                    <a:gd name="connsiteY1" fmla="*/ 4966 h 4965"/>
                    <a:gd name="connsiteX2" fmla="*/ 289 w 1979"/>
                    <a:gd name="connsiteY2" fmla="*/ 0 h 4965"/>
                    <a:gd name="connsiteX3" fmla="*/ 1921 w 1979"/>
                    <a:gd name="connsiteY3" fmla="*/ 3531 h 4965"/>
                    <a:gd name="connsiteX4" fmla="*/ 1979 w 1979"/>
                    <a:gd name="connsiteY4" fmla="*/ 4260 h 4965"/>
                    <a:gd name="connsiteX5" fmla="*/ 613 w 1979"/>
                    <a:gd name="connsiteY5" fmla="*/ 4943 h 4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79" h="4965">
                      <a:moveTo>
                        <a:pt x="613" y="4943"/>
                      </a:moveTo>
                      <a:lnTo>
                        <a:pt x="0" y="4966"/>
                      </a:lnTo>
                      <a:lnTo>
                        <a:pt x="289" y="0"/>
                      </a:lnTo>
                      <a:lnTo>
                        <a:pt x="1921" y="3531"/>
                      </a:lnTo>
                      <a:lnTo>
                        <a:pt x="1979" y="4260"/>
                      </a:lnTo>
                      <a:lnTo>
                        <a:pt x="613" y="494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15" name="Freeform: Shape 514">
                  <a:extLst>
                    <a:ext uri="{FF2B5EF4-FFF2-40B4-BE49-F238E27FC236}">
                      <a16:creationId xmlns:a16="http://schemas.microsoft.com/office/drawing/2014/main" id="{9E92D7A1-C2E3-0F9A-7A62-B205CAC09011}"/>
                    </a:ext>
                  </a:extLst>
                </p:cNvPr>
                <p:cNvSpPr/>
                <p:nvPr/>
              </p:nvSpPr>
              <p:spPr>
                <a:xfrm>
                  <a:off x="9690141" y="1519640"/>
                  <a:ext cx="3137" cy="3634"/>
                </a:xfrm>
                <a:custGeom>
                  <a:avLst/>
                  <a:gdLst>
                    <a:gd name="connsiteX0" fmla="*/ 324 w 3137"/>
                    <a:gd name="connsiteY0" fmla="*/ 660 h 3634"/>
                    <a:gd name="connsiteX1" fmla="*/ 775 w 3137"/>
                    <a:gd name="connsiteY1" fmla="*/ 0 h 3634"/>
                    <a:gd name="connsiteX2" fmla="*/ 2940 w 3137"/>
                    <a:gd name="connsiteY2" fmla="*/ 1042 h 3634"/>
                    <a:gd name="connsiteX3" fmla="*/ 3137 w 3137"/>
                    <a:gd name="connsiteY3" fmla="*/ 3635 h 3634"/>
                    <a:gd name="connsiteX4" fmla="*/ 324 w 3137"/>
                    <a:gd name="connsiteY4" fmla="*/ 1424 h 3634"/>
                    <a:gd name="connsiteX5" fmla="*/ 0 w 3137"/>
                    <a:gd name="connsiteY5" fmla="*/ 1158 h 3634"/>
                    <a:gd name="connsiteX6" fmla="*/ 324 w 3137"/>
                    <a:gd name="connsiteY6" fmla="*/ 660 h 3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37" h="3634">
                      <a:moveTo>
                        <a:pt x="324" y="660"/>
                      </a:moveTo>
                      <a:lnTo>
                        <a:pt x="775" y="0"/>
                      </a:lnTo>
                      <a:lnTo>
                        <a:pt x="2940" y="1042"/>
                      </a:lnTo>
                      <a:lnTo>
                        <a:pt x="3137" y="3635"/>
                      </a:lnTo>
                      <a:lnTo>
                        <a:pt x="324" y="1424"/>
                      </a:lnTo>
                      <a:lnTo>
                        <a:pt x="0" y="1158"/>
                      </a:lnTo>
                      <a:lnTo>
                        <a:pt x="324" y="66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16" name="Freeform: Shape 515">
                  <a:extLst>
                    <a:ext uri="{FF2B5EF4-FFF2-40B4-BE49-F238E27FC236}">
                      <a16:creationId xmlns:a16="http://schemas.microsoft.com/office/drawing/2014/main" id="{CEA4507B-2F27-683E-9AD0-81E86452672B}"/>
                    </a:ext>
                  </a:extLst>
                </p:cNvPr>
                <p:cNvSpPr/>
                <p:nvPr/>
              </p:nvSpPr>
              <p:spPr>
                <a:xfrm>
                  <a:off x="7837051" y="3108325"/>
                  <a:ext cx="2836" cy="2616"/>
                </a:xfrm>
                <a:custGeom>
                  <a:avLst/>
                  <a:gdLst>
                    <a:gd name="connsiteX0" fmla="*/ 0 w 2836"/>
                    <a:gd name="connsiteY0" fmla="*/ 2003 h 2616"/>
                    <a:gd name="connsiteX1" fmla="*/ 394 w 2836"/>
                    <a:gd name="connsiteY1" fmla="*/ 35 h 2616"/>
                    <a:gd name="connsiteX2" fmla="*/ 2836 w 2836"/>
                    <a:gd name="connsiteY2" fmla="*/ 0 h 2616"/>
                    <a:gd name="connsiteX3" fmla="*/ 2246 w 2836"/>
                    <a:gd name="connsiteY3" fmla="*/ 2616 h 2616"/>
                    <a:gd name="connsiteX4" fmla="*/ 0 w 2836"/>
                    <a:gd name="connsiteY4" fmla="*/ 2003 h 26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36" h="2616">
                      <a:moveTo>
                        <a:pt x="0" y="2003"/>
                      </a:moveTo>
                      <a:lnTo>
                        <a:pt x="394" y="35"/>
                      </a:lnTo>
                      <a:lnTo>
                        <a:pt x="2836" y="0"/>
                      </a:lnTo>
                      <a:lnTo>
                        <a:pt x="2246" y="2616"/>
                      </a:lnTo>
                      <a:lnTo>
                        <a:pt x="0" y="20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17" name="Freeform: Shape 516">
                  <a:extLst>
                    <a:ext uri="{FF2B5EF4-FFF2-40B4-BE49-F238E27FC236}">
                      <a16:creationId xmlns:a16="http://schemas.microsoft.com/office/drawing/2014/main" id="{74BDB916-8483-CD95-65A3-C2FBDE05CE58}"/>
                    </a:ext>
                  </a:extLst>
                </p:cNvPr>
                <p:cNvSpPr/>
                <p:nvPr/>
              </p:nvSpPr>
              <p:spPr>
                <a:xfrm>
                  <a:off x="7682652" y="3580782"/>
                  <a:ext cx="3009" cy="3472"/>
                </a:xfrm>
                <a:custGeom>
                  <a:avLst/>
                  <a:gdLst>
                    <a:gd name="connsiteX0" fmla="*/ 1227 w 3009"/>
                    <a:gd name="connsiteY0" fmla="*/ 0 h 3472"/>
                    <a:gd name="connsiteX1" fmla="*/ 2385 w 3009"/>
                    <a:gd name="connsiteY1" fmla="*/ 996 h 3472"/>
                    <a:gd name="connsiteX2" fmla="*/ 3010 w 3009"/>
                    <a:gd name="connsiteY2" fmla="*/ 1783 h 3472"/>
                    <a:gd name="connsiteX3" fmla="*/ 1563 w 3009"/>
                    <a:gd name="connsiteY3" fmla="*/ 3473 h 3472"/>
                    <a:gd name="connsiteX4" fmla="*/ 243 w 3009"/>
                    <a:gd name="connsiteY4" fmla="*/ 2072 h 3472"/>
                    <a:gd name="connsiteX5" fmla="*/ 0 w 3009"/>
                    <a:gd name="connsiteY5" fmla="*/ 1737 h 3472"/>
                    <a:gd name="connsiteX6" fmla="*/ 463 w 3009"/>
                    <a:gd name="connsiteY6" fmla="*/ 1030 h 3472"/>
                    <a:gd name="connsiteX7" fmla="*/ 1227 w 3009"/>
                    <a:gd name="connsiteY7" fmla="*/ 0 h 34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009" h="3472">
                      <a:moveTo>
                        <a:pt x="1227" y="0"/>
                      </a:moveTo>
                      <a:lnTo>
                        <a:pt x="2385" y="996"/>
                      </a:lnTo>
                      <a:lnTo>
                        <a:pt x="3010" y="1783"/>
                      </a:lnTo>
                      <a:lnTo>
                        <a:pt x="1563" y="3473"/>
                      </a:lnTo>
                      <a:lnTo>
                        <a:pt x="243" y="2072"/>
                      </a:lnTo>
                      <a:lnTo>
                        <a:pt x="0" y="1737"/>
                      </a:lnTo>
                      <a:lnTo>
                        <a:pt x="463" y="1030"/>
                      </a:lnTo>
                      <a:lnTo>
                        <a:pt x="122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18" name="Freeform: Shape 517">
                  <a:extLst>
                    <a:ext uri="{FF2B5EF4-FFF2-40B4-BE49-F238E27FC236}">
                      <a16:creationId xmlns:a16="http://schemas.microsoft.com/office/drawing/2014/main" id="{B822E241-5A4D-CBA7-F991-3CC53DA31CC4}"/>
                    </a:ext>
                  </a:extLst>
                </p:cNvPr>
                <p:cNvSpPr/>
                <p:nvPr/>
              </p:nvSpPr>
              <p:spPr>
                <a:xfrm>
                  <a:off x="8057954" y="3335964"/>
                  <a:ext cx="4074" cy="3588"/>
                </a:xfrm>
                <a:custGeom>
                  <a:avLst/>
                  <a:gdLst>
                    <a:gd name="connsiteX0" fmla="*/ 1042 w 4074"/>
                    <a:gd name="connsiteY0" fmla="*/ 1019 h 3588"/>
                    <a:gd name="connsiteX1" fmla="*/ 2523 w 4074"/>
                    <a:gd name="connsiteY1" fmla="*/ 0 h 3588"/>
                    <a:gd name="connsiteX2" fmla="*/ 4075 w 4074"/>
                    <a:gd name="connsiteY2" fmla="*/ 1169 h 3588"/>
                    <a:gd name="connsiteX3" fmla="*/ 3148 w 4074"/>
                    <a:gd name="connsiteY3" fmla="*/ 1806 h 3588"/>
                    <a:gd name="connsiteX4" fmla="*/ 2604 w 4074"/>
                    <a:gd name="connsiteY4" fmla="*/ 1597 h 3588"/>
                    <a:gd name="connsiteX5" fmla="*/ 46 w 4074"/>
                    <a:gd name="connsiteY5" fmla="*/ 3588 h 3588"/>
                    <a:gd name="connsiteX6" fmla="*/ 0 w 4074"/>
                    <a:gd name="connsiteY6" fmla="*/ 3033 h 3588"/>
                    <a:gd name="connsiteX7" fmla="*/ 1042 w 4074"/>
                    <a:gd name="connsiteY7" fmla="*/ 1019 h 3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074" h="3588">
                      <a:moveTo>
                        <a:pt x="1042" y="1019"/>
                      </a:moveTo>
                      <a:lnTo>
                        <a:pt x="2523" y="0"/>
                      </a:lnTo>
                      <a:lnTo>
                        <a:pt x="4075" y="1169"/>
                      </a:lnTo>
                      <a:lnTo>
                        <a:pt x="3148" y="1806"/>
                      </a:lnTo>
                      <a:lnTo>
                        <a:pt x="2604" y="1597"/>
                      </a:lnTo>
                      <a:lnTo>
                        <a:pt x="46" y="3588"/>
                      </a:lnTo>
                      <a:lnTo>
                        <a:pt x="0" y="3033"/>
                      </a:lnTo>
                      <a:lnTo>
                        <a:pt x="1042" y="101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19" name="Freeform: Shape 518">
                  <a:extLst>
                    <a:ext uri="{FF2B5EF4-FFF2-40B4-BE49-F238E27FC236}">
                      <a16:creationId xmlns:a16="http://schemas.microsoft.com/office/drawing/2014/main" id="{CC39E5C0-096D-7896-6D5F-8A87A5CB4DA1}"/>
                    </a:ext>
                  </a:extLst>
                </p:cNvPr>
                <p:cNvSpPr/>
                <p:nvPr/>
              </p:nvSpPr>
              <p:spPr>
                <a:xfrm>
                  <a:off x="8653625" y="2641111"/>
                  <a:ext cx="5637" cy="3102"/>
                </a:xfrm>
                <a:custGeom>
                  <a:avLst/>
                  <a:gdLst>
                    <a:gd name="connsiteX0" fmla="*/ 4410 w 5637"/>
                    <a:gd name="connsiteY0" fmla="*/ 1505 h 3102"/>
                    <a:gd name="connsiteX1" fmla="*/ 5279 w 5637"/>
                    <a:gd name="connsiteY1" fmla="*/ 197 h 3102"/>
                    <a:gd name="connsiteX2" fmla="*/ 5637 w 5637"/>
                    <a:gd name="connsiteY2" fmla="*/ 0 h 3102"/>
                    <a:gd name="connsiteX3" fmla="*/ 5510 w 5637"/>
                    <a:gd name="connsiteY3" fmla="*/ 2014 h 3102"/>
                    <a:gd name="connsiteX4" fmla="*/ 4387 w 5637"/>
                    <a:gd name="connsiteY4" fmla="*/ 2315 h 3102"/>
                    <a:gd name="connsiteX5" fmla="*/ 0 w 5637"/>
                    <a:gd name="connsiteY5" fmla="*/ 3102 h 3102"/>
                    <a:gd name="connsiteX6" fmla="*/ 2570 w 5637"/>
                    <a:gd name="connsiteY6" fmla="*/ 1679 h 3102"/>
                    <a:gd name="connsiteX7" fmla="*/ 2825 w 5637"/>
                    <a:gd name="connsiteY7" fmla="*/ 1725 h 3102"/>
                    <a:gd name="connsiteX8" fmla="*/ 3056 w 5637"/>
                    <a:gd name="connsiteY8" fmla="*/ 1424 h 3102"/>
                    <a:gd name="connsiteX9" fmla="*/ 4156 w 5637"/>
                    <a:gd name="connsiteY9" fmla="*/ 822 h 3102"/>
                    <a:gd name="connsiteX10" fmla="*/ 4410 w 5637"/>
                    <a:gd name="connsiteY10" fmla="*/ 1505 h 3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637" h="3102">
                      <a:moveTo>
                        <a:pt x="4410" y="1505"/>
                      </a:moveTo>
                      <a:lnTo>
                        <a:pt x="5279" y="197"/>
                      </a:lnTo>
                      <a:lnTo>
                        <a:pt x="5637" y="0"/>
                      </a:lnTo>
                      <a:lnTo>
                        <a:pt x="5510" y="2014"/>
                      </a:lnTo>
                      <a:lnTo>
                        <a:pt x="4387" y="2315"/>
                      </a:lnTo>
                      <a:lnTo>
                        <a:pt x="0" y="3102"/>
                      </a:lnTo>
                      <a:lnTo>
                        <a:pt x="2570" y="1679"/>
                      </a:lnTo>
                      <a:lnTo>
                        <a:pt x="2825" y="1725"/>
                      </a:lnTo>
                      <a:lnTo>
                        <a:pt x="3056" y="1424"/>
                      </a:lnTo>
                      <a:lnTo>
                        <a:pt x="4156" y="822"/>
                      </a:lnTo>
                      <a:lnTo>
                        <a:pt x="4410" y="150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20" name="Freeform: Shape 519">
                  <a:extLst>
                    <a:ext uri="{FF2B5EF4-FFF2-40B4-BE49-F238E27FC236}">
                      <a16:creationId xmlns:a16="http://schemas.microsoft.com/office/drawing/2014/main" id="{39D2EFB9-8F79-A29C-8E73-588EAAEF624B}"/>
                    </a:ext>
                  </a:extLst>
                </p:cNvPr>
                <p:cNvSpPr/>
                <p:nvPr/>
              </p:nvSpPr>
              <p:spPr>
                <a:xfrm>
                  <a:off x="8443685" y="2882167"/>
                  <a:ext cx="6054" cy="1574"/>
                </a:xfrm>
                <a:custGeom>
                  <a:avLst/>
                  <a:gdLst>
                    <a:gd name="connsiteX0" fmla="*/ 5707 w 6054"/>
                    <a:gd name="connsiteY0" fmla="*/ 1482 h 1574"/>
                    <a:gd name="connsiteX1" fmla="*/ 1794 w 6054"/>
                    <a:gd name="connsiteY1" fmla="*/ 1574 h 1574"/>
                    <a:gd name="connsiteX2" fmla="*/ 0 w 6054"/>
                    <a:gd name="connsiteY2" fmla="*/ 1458 h 1574"/>
                    <a:gd name="connsiteX3" fmla="*/ 1980 w 6054"/>
                    <a:gd name="connsiteY3" fmla="*/ 637 h 1574"/>
                    <a:gd name="connsiteX4" fmla="*/ 3565 w 6054"/>
                    <a:gd name="connsiteY4" fmla="*/ 255 h 1574"/>
                    <a:gd name="connsiteX5" fmla="*/ 3797 w 6054"/>
                    <a:gd name="connsiteY5" fmla="*/ 0 h 1574"/>
                    <a:gd name="connsiteX6" fmla="*/ 5336 w 6054"/>
                    <a:gd name="connsiteY6" fmla="*/ 683 h 1574"/>
                    <a:gd name="connsiteX7" fmla="*/ 6054 w 6054"/>
                    <a:gd name="connsiteY7" fmla="*/ 1123 h 1574"/>
                    <a:gd name="connsiteX8" fmla="*/ 5707 w 6054"/>
                    <a:gd name="connsiteY8" fmla="*/ 1482 h 1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054" h="1574">
                      <a:moveTo>
                        <a:pt x="5707" y="1482"/>
                      </a:moveTo>
                      <a:lnTo>
                        <a:pt x="1794" y="1574"/>
                      </a:lnTo>
                      <a:lnTo>
                        <a:pt x="0" y="1458"/>
                      </a:lnTo>
                      <a:lnTo>
                        <a:pt x="1980" y="637"/>
                      </a:lnTo>
                      <a:lnTo>
                        <a:pt x="3565" y="255"/>
                      </a:lnTo>
                      <a:lnTo>
                        <a:pt x="3797" y="0"/>
                      </a:lnTo>
                      <a:lnTo>
                        <a:pt x="5336" y="683"/>
                      </a:lnTo>
                      <a:lnTo>
                        <a:pt x="6054" y="1123"/>
                      </a:lnTo>
                      <a:lnTo>
                        <a:pt x="5707" y="14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21" name="Freeform: Shape 520">
                  <a:extLst>
                    <a:ext uri="{FF2B5EF4-FFF2-40B4-BE49-F238E27FC236}">
                      <a16:creationId xmlns:a16="http://schemas.microsoft.com/office/drawing/2014/main" id="{D91BCAA9-7A1B-08AF-E1EA-E98BC61A625D}"/>
                    </a:ext>
                  </a:extLst>
                </p:cNvPr>
                <p:cNvSpPr/>
                <p:nvPr/>
              </p:nvSpPr>
              <p:spPr>
                <a:xfrm>
                  <a:off x="9217394" y="2194050"/>
                  <a:ext cx="2570" cy="4769"/>
                </a:xfrm>
                <a:custGeom>
                  <a:avLst/>
                  <a:gdLst>
                    <a:gd name="connsiteX0" fmla="*/ 2547 w 2570"/>
                    <a:gd name="connsiteY0" fmla="*/ 2570 h 4769"/>
                    <a:gd name="connsiteX1" fmla="*/ 1609 w 2570"/>
                    <a:gd name="connsiteY1" fmla="*/ 4769 h 4769"/>
                    <a:gd name="connsiteX2" fmla="*/ 938 w 2570"/>
                    <a:gd name="connsiteY2" fmla="*/ 3704 h 4769"/>
                    <a:gd name="connsiteX3" fmla="*/ 0 w 2570"/>
                    <a:gd name="connsiteY3" fmla="*/ 0 h 4769"/>
                    <a:gd name="connsiteX4" fmla="*/ 2570 w 2570"/>
                    <a:gd name="connsiteY4" fmla="*/ 2373 h 4769"/>
                    <a:gd name="connsiteX5" fmla="*/ 2547 w 2570"/>
                    <a:gd name="connsiteY5" fmla="*/ 2570 h 4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70" h="4769">
                      <a:moveTo>
                        <a:pt x="2547" y="2570"/>
                      </a:moveTo>
                      <a:lnTo>
                        <a:pt x="1609" y="4769"/>
                      </a:lnTo>
                      <a:lnTo>
                        <a:pt x="938" y="3704"/>
                      </a:lnTo>
                      <a:lnTo>
                        <a:pt x="0" y="0"/>
                      </a:lnTo>
                      <a:lnTo>
                        <a:pt x="2570" y="2373"/>
                      </a:lnTo>
                      <a:lnTo>
                        <a:pt x="2547" y="25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22" name="Freeform: Shape 521">
                  <a:extLst>
                    <a:ext uri="{FF2B5EF4-FFF2-40B4-BE49-F238E27FC236}">
                      <a16:creationId xmlns:a16="http://schemas.microsoft.com/office/drawing/2014/main" id="{080398DB-77D0-D116-5295-8831A77D0315}"/>
                    </a:ext>
                  </a:extLst>
                </p:cNvPr>
                <p:cNvSpPr/>
                <p:nvPr/>
              </p:nvSpPr>
              <p:spPr>
                <a:xfrm>
                  <a:off x="7771787" y="3428814"/>
                  <a:ext cx="3183" cy="3426"/>
                </a:xfrm>
                <a:custGeom>
                  <a:avLst/>
                  <a:gdLst>
                    <a:gd name="connsiteX0" fmla="*/ 0 w 3183"/>
                    <a:gd name="connsiteY0" fmla="*/ 1389 h 3426"/>
                    <a:gd name="connsiteX1" fmla="*/ 1459 w 3183"/>
                    <a:gd name="connsiteY1" fmla="*/ 0 h 3426"/>
                    <a:gd name="connsiteX2" fmla="*/ 3183 w 3183"/>
                    <a:gd name="connsiteY2" fmla="*/ 2697 h 3426"/>
                    <a:gd name="connsiteX3" fmla="*/ 2061 w 3183"/>
                    <a:gd name="connsiteY3" fmla="*/ 3426 h 3426"/>
                    <a:gd name="connsiteX4" fmla="*/ 0 w 3183"/>
                    <a:gd name="connsiteY4" fmla="*/ 1389 h 3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" h="3426">
                      <a:moveTo>
                        <a:pt x="0" y="1389"/>
                      </a:moveTo>
                      <a:lnTo>
                        <a:pt x="1459" y="0"/>
                      </a:lnTo>
                      <a:lnTo>
                        <a:pt x="3183" y="2697"/>
                      </a:lnTo>
                      <a:lnTo>
                        <a:pt x="2061" y="3426"/>
                      </a:lnTo>
                      <a:lnTo>
                        <a:pt x="0" y="138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23" name="Freeform: Shape 522">
                  <a:extLst>
                    <a:ext uri="{FF2B5EF4-FFF2-40B4-BE49-F238E27FC236}">
                      <a16:creationId xmlns:a16="http://schemas.microsoft.com/office/drawing/2014/main" id="{ED7015E0-2FA3-A715-8112-0942E1DCF0CF}"/>
                    </a:ext>
                  </a:extLst>
                </p:cNvPr>
                <p:cNvSpPr/>
                <p:nvPr/>
              </p:nvSpPr>
              <p:spPr>
                <a:xfrm>
                  <a:off x="7771775" y="3374060"/>
                  <a:ext cx="3067" cy="4769"/>
                </a:xfrm>
                <a:custGeom>
                  <a:avLst/>
                  <a:gdLst>
                    <a:gd name="connsiteX0" fmla="*/ 0 w 3067"/>
                    <a:gd name="connsiteY0" fmla="*/ 0 h 4769"/>
                    <a:gd name="connsiteX1" fmla="*/ 3068 w 3067"/>
                    <a:gd name="connsiteY1" fmla="*/ 1829 h 4769"/>
                    <a:gd name="connsiteX2" fmla="*/ 2489 w 3067"/>
                    <a:gd name="connsiteY2" fmla="*/ 4769 h 4769"/>
                    <a:gd name="connsiteX3" fmla="*/ 0 w 3067"/>
                    <a:gd name="connsiteY3" fmla="*/ 0 h 4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67" h="4769">
                      <a:moveTo>
                        <a:pt x="0" y="0"/>
                      </a:moveTo>
                      <a:lnTo>
                        <a:pt x="3068" y="1829"/>
                      </a:lnTo>
                      <a:lnTo>
                        <a:pt x="2489" y="476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24" name="Freeform: Shape 523">
                  <a:extLst>
                    <a:ext uri="{FF2B5EF4-FFF2-40B4-BE49-F238E27FC236}">
                      <a16:creationId xmlns:a16="http://schemas.microsoft.com/office/drawing/2014/main" id="{F4013F5F-DA6E-2246-FAE1-37BE5121FD79}"/>
                    </a:ext>
                  </a:extLst>
                </p:cNvPr>
                <p:cNvSpPr/>
                <p:nvPr/>
              </p:nvSpPr>
              <p:spPr>
                <a:xfrm>
                  <a:off x="8742655" y="2661310"/>
                  <a:ext cx="2118" cy="4665"/>
                </a:xfrm>
                <a:custGeom>
                  <a:avLst/>
                  <a:gdLst>
                    <a:gd name="connsiteX0" fmla="*/ 1725 w 2118"/>
                    <a:gd name="connsiteY0" fmla="*/ 3415 h 4665"/>
                    <a:gd name="connsiteX1" fmla="*/ 266 w 2118"/>
                    <a:gd name="connsiteY1" fmla="*/ 4665 h 4665"/>
                    <a:gd name="connsiteX2" fmla="*/ 0 w 2118"/>
                    <a:gd name="connsiteY2" fmla="*/ 3774 h 4665"/>
                    <a:gd name="connsiteX3" fmla="*/ 405 w 2118"/>
                    <a:gd name="connsiteY3" fmla="*/ 1980 h 4665"/>
                    <a:gd name="connsiteX4" fmla="*/ 2107 w 2118"/>
                    <a:gd name="connsiteY4" fmla="*/ 0 h 4665"/>
                    <a:gd name="connsiteX5" fmla="*/ 2119 w 2118"/>
                    <a:gd name="connsiteY5" fmla="*/ 729 h 4665"/>
                    <a:gd name="connsiteX6" fmla="*/ 1725 w 2118"/>
                    <a:gd name="connsiteY6" fmla="*/ 3415 h 4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18" h="4665">
                      <a:moveTo>
                        <a:pt x="1725" y="3415"/>
                      </a:moveTo>
                      <a:lnTo>
                        <a:pt x="266" y="4665"/>
                      </a:lnTo>
                      <a:lnTo>
                        <a:pt x="0" y="3774"/>
                      </a:lnTo>
                      <a:lnTo>
                        <a:pt x="405" y="1980"/>
                      </a:lnTo>
                      <a:lnTo>
                        <a:pt x="2107" y="0"/>
                      </a:lnTo>
                      <a:lnTo>
                        <a:pt x="2119" y="729"/>
                      </a:lnTo>
                      <a:lnTo>
                        <a:pt x="1725" y="341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25" name="Freeform: Shape 524">
                  <a:extLst>
                    <a:ext uri="{FF2B5EF4-FFF2-40B4-BE49-F238E27FC236}">
                      <a16:creationId xmlns:a16="http://schemas.microsoft.com/office/drawing/2014/main" id="{B9E22173-656E-D176-B54A-6A5D7F679BAE}"/>
                    </a:ext>
                  </a:extLst>
                </p:cNvPr>
                <p:cNvSpPr/>
                <p:nvPr/>
              </p:nvSpPr>
              <p:spPr>
                <a:xfrm>
                  <a:off x="8146104" y="3147324"/>
                  <a:ext cx="2743" cy="3102"/>
                </a:xfrm>
                <a:custGeom>
                  <a:avLst/>
                  <a:gdLst>
                    <a:gd name="connsiteX0" fmla="*/ 544 w 2743"/>
                    <a:gd name="connsiteY0" fmla="*/ 0 h 3102"/>
                    <a:gd name="connsiteX1" fmla="*/ 2593 w 2743"/>
                    <a:gd name="connsiteY1" fmla="*/ 1100 h 3102"/>
                    <a:gd name="connsiteX2" fmla="*/ 2743 w 2743"/>
                    <a:gd name="connsiteY2" fmla="*/ 2257 h 3102"/>
                    <a:gd name="connsiteX3" fmla="*/ 2570 w 2743"/>
                    <a:gd name="connsiteY3" fmla="*/ 3102 h 3102"/>
                    <a:gd name="connsiteX4" fmla="*/ 1540 w 2743"/>
                    <a:gd name="connsiteY4" fmla="*/ 2686 h 3102"/>
                    <a:gd name="connsiteX5" fmla="*/ 278 w 2743"/>
                    <a:gd name="connsiteY5" fmla="*/ 1597 h 3102"/>
                    <a:gd name="connsiteX6" fmla="*/ 0 w 2743"/>
                    <a:gd name="connsiteY6" fmla="*/ 301 h 3102"/>
                    <a:gd name="connsiteX7" fmla="*/ 544 w 2743"/>
                    <a:gd name="connsiteY7" fmla="*/ 0 h 3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743" h="3102">
                      <a:moveTo>
                        <a:pt x="544" y="0"/>
                      </a:moveTo>
                      <a:lnTo>
                        <a:pt x="2593" y="1100"/>
                      </a:lnTo>
                      <a:lnTo>
                        <a:pt x="2743" y="2257"/>
                      </a:lnTo>
                      <a:lnTo>
                        <a:pt x="2570" y="3102"/>
                      </a:lnTo>
                      <a:lnTo>
                        <a:pt x="1540" y="2686"/>
                      </a:lnTo>
                      <a:lnTo>
                        <a:pt x="278" y="1597"/>
                      </a:lnTo>
                      <a:lnTo>
                        <a:pt x="0" y="301"/>
                      </a:lnTo>
                      <a:lnTo>
                        <a:pt x="544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26" name="Freeform: Shape 525">
                  <a:extLst>
                    <a:ext uri="{FF2B5EF4-FFF2-40B4-BE49-F238E27FC236}">
                      <a16:creationId xmlns:a16="http://schemas.microsoft.com/office/drawing/2014/main" id="{4D3682F1-ADA7-89CB-5A3A-D0CCED3375A9}"/>
                    </a:ext>
                  </a:extLst>
                </p:cNvPr>
                <p:cNvSpPr/>
                <p:nvPr/>
              </p:nvSpPr>
              <p:spPr>
                <a:xfrm>
                  <a:off x="8100333" y="3624725"/>
                  <a:ext cx="3194" cy="3021"/>
                </a:xfrm>
                <a:custGeom>
                  <a:avLst/>
                  <a:gdLst>
                    <a:gd name="connsiteX0" fmla="*/ 2848 w 3194"/>
                    <a:gd name="connsiteY0" fmla="*/ 2199 h 3021"/>
                    <a:gd name="connsiteX1" fmla="*/ 1621 w 3194"/>
                    <a:gd name="connsiteY1" fmla="*/ 3021 h 3021"/>
                    <a:gd name="connsiteX2" fmla="*/ 0 w 3194"/>
                    <a:gd name="connsiteY2" fmla="*/ 1586 h 3021"/>
                    <a:gd name="connsiteX3" fmla="*/ 1748 w 3194"/>
                    <a:gd name="connsiteY3" fmla="*/ 0 h 3021"/>
                    <a:gd name="connsiteX4" fmla="*/ 3195 w 3194"/>
                    <a:gd name="connsiteY4" fmla="*/ 1829 h 3021"/>
                    <a:gd name="connsiteX5" fmla="*/ 2848 w 3194"/>
                    <a:gd name="connsiteY5" fmla="*/ 2199 h 3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94" h="3021">
                      <a:moveTo>
                        <a:pt x="2848" y="2199"/>
                      </a:moveTo>
                      <a:lnTo>
                        <a:pt x="1621" y="3021"/>
                      </a:lnTo>
                      <a:lnTo>
                        <a:pt x="0" y="1586"/>
                      </a:lnTo>
                      <a:lnTo>
                        <a:pt x="1748" y="0"/>
                      </a:lnTo>
                      <a:lnTo>
                        <a:pt x="3195" y="1829"/>
                      </a:lnTo>
                      <a:lnTo>
                        <a:pt x="2848" y="219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27" name="Freeform: Shape 526">
                  <a:extLst>
                    <a:ext uri="{FF2B5EF4-FFF2-40B4-BE49-F238E27FC236}">
                      <a16:creationId xmlns:a16="http://schemas.microsoft.com/office/drawing/2014/main" id="{3086421C-26A0-8182-08A8-347743ACE8E5}"/>
                    </a:ext>
                  </a:extLst>
                </p:cNvPr>
                <p:cNvSpPr/>
                <p:nvPr/>
              </p:nvSpPr>
              <p:spPr>
                <a:xfrm>
                  <a:off x="7928952" y="3810702"/>
                  <a:ext cx="4132" cy="4271"/>
                </a:xfrm>
                <a:custGeom>
                  <a:avLst/>
                  <a:gdLst>
                    <a:gd name="connsiteX0" fmla="*/ 0 w 4132"/>
                    <a:gd name="connsiteY0" fmla="*/ 2454 h 4271"/>
                    <a:gd name="connsiteX1" fmla="*/ 1922 w 4132"/>
                    <a:gd name="connsiteY1" fmla="*/ 0 h 4271"/>
                    <a:gd name="connsiteX2" fmla="*/ 3427 w 4132"/>
                    <a:gd name="connsiteY2" fmla="*/ 1331 h 4271"/>
                    <a:gd name="connsiteX3" fmla="*/ 4133 w 4132"/>
                    <a:gd name="connsiteY3" fmla="*/ 2072 h 4271"/>
                    <a:gd name="connsiteX4" fmla="*/ 4040 w 4132"/>
                    <a:gd name="connsiteY4" fmla="*/ 2061 h 4271"/>
                    <a:gd name="connsiteX5" fmla="*/ 3311 w 4132"/>
                    <a:gd name="connsiteY5" fmla="*/ 1354 h 4271"/>
                    <a:gd name="connsiteX6" fmla="*/ 1378 w 4132"/>
                    <a:gd name="connsiteY6" fmla="*/ 1771 h 4271"/>
                    <a:gd name="connsiteX7" fmla="*/ 2281 w 4132"/>
                    <a:gd name="connsiteY7" fmla="*/ 4237 h 4271"/>
                    <a:gd name="connsiteX8" fmla="*/ 2281 w 4132"/>
                    <a:gd name="connsiteY8" fmla="*/ 4272 h 4271"/>
                    <a:gd name="connsiteX9" fmla="*/ 0 w 4132"/>
                    <a:gd name="connsiteY9" fmla="*/ 2454 h 4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132" h="4271">
                      <a:moveTo>
                        <a:pt x="0" y="2454"/>
                      </a:moveTo>
                      <a:lnTo>
                        <a:pt x="1922" y="0"/>
                      </a:lnTo>
                      <a:lnTo>
                        <a:pt x="3427" y="1331"/>
                      </a:lnTo>
                      <a:lnTo>
                        <a:pt x="4133" y="2072"/>
                      </a:lnTo>
                      <a:lnTo>
                        <a:pt x="4040" y="2061"/>
                      </a:lnTo>
                      <a:lnTo>
                        <a:pt x="3311" y="1354"/>
                      </a:lnTo>
                      <a:lnTo>
                        <a:pt x="1378" y="1771"/>
                      </a:lnTo>
                      <a:lnTo>
                        <a:pt x="2281" y="4237"/>
                      </a:lnTo>
                      <a:lnTo>
                        <a:pt x="2281" y="4272"/>
                      </a:lnTo>
                      <a:lnTo>
                        <a:pt x="0" y="245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28" name="Freeform: Shape 527">
                  <a:extLst>
                    <a:ext uri="{FF2B5EF4-FFF2-40B4-BE49-F238E27FC236}">
                      <a16:creationId xmlns:a16="http://schemas.microsoft.com/office/drawing/2014/main" id="{40446FA8-750C-7160-F4B3-6B1F9790F30C}"/>
                    </a:ext>
                  </a:extLst>
                </p:cNvPr>
                <p:cNvSpPr/>
                <p:nvPr/>
              </p:nvSpPr>
              <p:spPr>
                <a:xfrm>
                  <a:off x="8643531" y="2689776"/>
                  <a:ext cx="2998" cy="5950"/>
                </a:xfrm>
                <a:custGeom>
                  <a:avLst/>
                  <a:gdLst>
                    <a:gd name="connsiteX0" fmla="*/ 2963 w 2998"/>
                    <a:gd name="connsiteY0" fmla="*/ 301 h 5950"/>
                    <a:gd name="connsiteX1" fmla="*/ 0 w 2998"/>
                    <a:gd name="connsiteY1" fmla="*/ 5950 h 5950"/>
                    <a:gd name="connsiteX2" fmla="*/ 984 w 2998"/>
                    <a:gd name="connsiteY2" fmla="*/ 1030 h 5950"/>
                    <a:gd name="connsiteX3" fmla="*/ 2998 w 2998"/>
                    <a:gd name="connsiteY3" fmla="*/ 0 h 5950"/>
                    <a:gd name="connsiteX4" fmla="*/ 2963 w 2998"/>
                    <a:gd name="connsiteY4" fmla="*/ 301 h 5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8" h="5950">
                      <a:moveTo>
                        <a:pt x="2963" y="301"/>
                      </a:moveTo>
                      <a:lnTo>
                        <a:pt x="0" y="5950"/>
                      </a:lnTo>
                      <a:lnTo>
                        <a:pt x="984" y="1030"/>
                      </a:lnTo>
                      <a:lnTo>
                        <a:pt x="2998" y="0"/>
                      </a:lnTo>
                      <a:lnTo>
                        <a:pt x="2963" y="3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29" name="Freeform: Shape 528">
                  <a:extLst>
                    <a:ext uri="{FF2B5EF4-FFF2-40B4-BE49-F238E27FC236}">
                      <a16:creationId xmlns:a16="http://schemas.microsoft.com/office/drawing/2014/main" id="{F3EE82A0-AEF1-0928-296B-F87F74D4C6DC}"/>
                    </a:ext>
                  </a:extLst>
                </p:cNvPr>
                <p:cNvSpPr/>
                <p:nvPr/>
              </p:nvSpPr>
              <p:spPr>
                <a:xfrm>
                  <a:off x="8082252" y="3096332"/>
                  <a:ext cx="4387" cy="4792"/>
                </a:xfrm>
                <a:custGeom>
                  <a:avLst/>
                  <a:gdLst>
                    <a:gd name="connsiteX0" fmla="*/ 0 w 4387"/>
                    <a:gd name="connsiteY0" fmla="*/ 1227 h 4792"/>
                    <a:gd name="connsiteX1" fmla="*/ 1065 w 4387"/>
                    <a:gd name="connsiteY1" fmla="*/ 0 h 4792"/>
                    <a:gd name="connsiteX2" fmla="*/ 4387 w 4387"/>
                    <a:gd name="connsiteY2" fmla="*/ 4792 h 4792"/>
                    <a:gd name="connsiteX3" fmla="*/ 3739 w 4387"/>
                    <a:gd name="connsiteY3" fmla="*/ 4364 h 4792"/>
                    <a:gd name="connsiteX4" fmla="*/ 11 w 4387"/>
                    <a:gd name="connsiteY4" fmla="*/ 1250 h 4792"/>
                    <a:gd name="connsiteX5" fmla="*/ 0 w 4387"/>
                    <a:gd name="connsiteY5" fmla="*/ 1227 h 47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87" h="4792">
                      <a:moveTo>
                        <a:pt x="0" y="1227"/>
                      </a:moveTo>
                      <a:lnTo>
                        <a:pt x="1065" y="0"/>
                      </a:lnTo>
                      <a:lnTo>
                        <a:pt x="4387" y="4792"/>
                      </a:lnTo>
                      <a:lnTo>
                        <a:pt x="3739" y="4364"/>
                      </a:lnTo>
                      <a:lnTo>
                        <a:pt x="11" y="1250"/>
                      </a:lnTo>
                      <a:lnTo>
                        <a:pt x="0" y="12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30" name="Freeform: Shape 529">
                  <a:extLst>
                    <a:ext uri="{FF2B5EF4-FFF2-40B4-BE49-F238E27FC236}">
                      <a16:creationId xmlns:a16="http://schemas.microsoft.com/office/drawing/2014/main" id="{147F5D43-A7B6-4D3C-69B5-27D03175C6E1}"/>
                    </a:ext>
                  </a:extLst>
                </p:cNvPr>
                <p:cNvSpPr/>
                <p:nvPr/>
              </p:nvSpPr>
              <p:spPr>
                <a:xfrm>
                  <a:off x="9227326" y="2324904"/>
                  <a:ext cx="1968" cy="5046"/>
                </a:xfrm>
                <a:custGeom>
                  <a:avLst/>
                  <a:gdLst>
                    <a:gd name="connsiteX0" fmla="*/ 0 w 1968"/>
                    <a:gd name="connsiteY0" fmla="*/ 2107 h 5046"/>
                    <a:gd name="connsiteX1" fmla="*/ 1968 w 1968"/>
                    <a:gd name="connsiteY1" fmla="*/ 0 h 5046"/>
                    <a:gd name="connsiteX2" fmla="*/ 1818 w 1968"/>
                    <a:gd name="connsiteY2" fmla="*/ 5047 h 5046"/>
                    <a:gd name="connsiteX3" fmla="*/ 0 w 1968"/>
                    <a:gd name="connsiteY3" fmla="*/ 2107 h 50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68" h="5046">
                      <a:moveTo>
                        <a:pt x="0" y="2107"/>
                      </a:moveTo>
                      <a:lnTo>
                        <a:pt x="1968" y="0"/>
                      </a:lnTo>
                      <a:lnTo>
                        <a:pt x="1818" y="5047"/>
                      </a:lnTo>
                      <a:lnTo>
                        <a:pt x="0" y="210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31" name="Freeform: Shape 530">
                  <a:extLst>
                    <a:ext uri="{FF2B5EF4-FFF2-40B4-BE49-F238E27FC236}">
                      <a16:creationId xmlns:a16="http://schemas.microsoft.com/office/drawing/2014/main" id="{1FBC6DC2-1CAE-6E81-B0CD-945F88C59C69}"/>
                    </a:ext>
                  </a:extLst>
                </p:cNvPr>
                <p:cNvSpPr/>
                <p:nvPr/>
              </p:nvSpPr>
              <p:spPr>
                <a:xfrm>
                  <a:off x="9281466" y="2303280"/>
                  <a:ext cx="2442" cy="4919"/>
                </a:xfrm>
                <a:custGeom>
                  <a:avLst/>
                  <a:gdLst>
                    <a:gd name="connsiteX0" fmla="*/ 1690 w 2442"/>
                    <a:gd name="connsiteY0" fmla="*/ 4190 h 4919"/>
                    <a:gd name="connsiteX1" fmla="*/ 1111 w 2442"/>
                    <a:gd name="connsiteY1" fmla="*/ 4920 h 4919"/>
                    <a:gd name="connsiteX2" fmla="*/ 0 w 2442"/>
                    <a:gd name="connsiteY2" fmla="*/ 3311 h 4919"/>
                    <a:gd name="connsiteX3" fmla="*/ 2442 w 2442"/>
                    <a:gd name="connsiteY3" fmla="*/ 0 h 4919"/>
                    <a:gd name="connsiteX4" fmla="*/ 1690 w 2442"/>
                    <a:gd name="connsiteY4" fmla="*/ 4190 h 49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42" h="4919">
                      <a:moveTo>
                        <a:pt x="1690" y="4190"/>
                      </a:moveTo>
                      <a:lnTo>
                        <a:pt x="1111" y="4920"/>
                      </a:lnTo>
                      <a:lnTo>
                        <a:pt x="0" y="3311"/>
                      </a:lnTo>
                      <a:lnTo>
                        <a:pt x="2442" y="0"/>
                      </a:lnTo>
                      <a:lnTo>
                        <a:pt x="1690" y="41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32" name="Freeform: Shape 531">
                  <a:extLst>
                    <a:ext uri="{FF2B5EF4-FFF2-40B4-BE49-F238E27FC236}">
                      <a16:creationId xmlns:a16="http://schemas.microsoft.com/office/drawing/2014/main" id="{43D10B0C-60C6-5D62-8239-F52E39FB1D80}"/>
                    </a:ext>
                  </a:extLst>
                </p:cNvPr>
                <p:cNvSpPr/>
                <p:nvPr/>
              </p:nvSpPr>
              <p:spPr>
                <a:xfrm>
                  <a:off x="9155498" y="2395470"/>
                  <a:ext cx="2465" cy="3218"/>
                </a:xfrm>
                <a:custGeom>
                  <a:avLst/>
                  <a:gdLst>
                    <a:gd name="connsiteX0" fmla="*/ 1829 w 2465"/>
                    <a:gd name="connsiteY0" fmla="*/ 2651 h 3218"/>
                    <a:gd name="connsiteX1" fmla="*/ 1262 w 2465"/>
                    <a:gd name="connsiteY1" fmla="*/ 3218 h 3218"/>
                    <a:gd name="connsiteX2" fmla="*/ 0 w 2465"/>
                    <a:gd name="connsiteY2" fmla="*/ 2975 h 3218"/>
                    <a:gd name="connsiteX3" fmla="*/ 579 w 2465"/>
                    <a:gd name="connsiteY3" fmla="*/ 12 h 3218"/>
                    <a:gd name="connsiteX4" fmla="*/ 590 w 2465"/>
                    <a:gd name="connsiteY4" fmla="*/ 0 h 3218"/>
                    <a:gd name="connsiteX5" fmla="*/ 2465 w 2465"/>
                    <a:gd name="connsiteY5" fmla="*/ 1331 h 3218"/>
                    <a:gd name="connsiteX6" fmla="*/ 1829 w 2465"/>
                    <a:gd name="connsiteY6" fmla="*/ 2651 h 3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465" h="3218">
                      <a:moveTo>
                        <a:pt x="1829" y="2651"/>
                      </a:moveTo>
                      <a:lnTo>
                        <a:pt x="1262" y="3218"/>
                      </a:lnTo>
                      <a:lnTo>
                        <a:pt x="0" y="2975"/>
                      </a:lnTo>
                      <a:lnTo>
                        <a:pt x="579" y="12"/>
                      </a:lnTo>
                      <a:lnTo>
                        <a:pt x="590" y="0"/>
                      </a:lnTo>
                      <a:lnTo>
                        <a:pt x="2465" y="1331"/>
                      </a:lnTo>
                      <a:lnTo>
                        <a:pt x="1829" y="265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33" name="Freeform: Shape 532">
                  <a:extLst>
                    <a:ext uri="{FF2B5EF4-FFF2-40B4-BE49-F238E27FC236}">
                      <a16:creationId xmlns:a16="http://schemas.microsoft.com/office/drawing/2014/main" id="{5C393351-2D24-C78A-030D-DF8A16AB59C2}"/>
                    </a:ext>
                  </a:extLst>
                </p:cNvPr>
                <p:cNvSpPr/>
                <p:nvPr/>
              </p:nvSpPr>
              <p:spPr>
                <a:xfrm>
                  <a:off x="9103869" y="4145512"/>
                  <a:ext cx="3380" cy="4977"/>
                </a:xfrm>
                <a:custGeom>
                  <a:avLst/>
                  <a:gdLst>
                    <a:gd name="connsiteX0" fmla="*/ 0 w 3380"/>
                    <a:gd name="connsiteY0" fmla="*/ 1065 h 4977"/>
                    <a:gd name="connsiteX1" fmla="*/ 1482 w 3380"/>
                    <a:gd name="connsiteY1" fmla="*/ 0 h 4977"/>
                    <a:gd name="connsiteX2" fmla="*/ 1493 w 3380"/>
                    <a:gd name="connsiteY2" fmla="*/ 12 h 4977"/>
                    <a:gd name="connsiteX3" fmla="*/ 3380 w 3380"/>
                    <a:gd name="connsiteY3" fmla="*/ 4978 h 4977"/>
                    <a:gd name="connsiteX4" fmla="*/ 0 w 3380"/>
                    <a:gd name="connsiteY4" fmla="*/ 1065 h 4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80" h="4977">
                      <a:moveTo>
                        <a:pt x="0" y="1065"/>
                      </a:moveTo>
                      <a:lnTo>
                        <a:pt x="1482" y="0"/>
                      </a:lnTo>
                      <a:lnTo>
                        <a:pt x="1493" y="12"/>
                      </a:lnTo>
                      <a:lnTo>
                        <a:pt x="3380" y="4978"/>
                      </a:lnTo>
                      <a:lnTo>
                        <a:pt x="0" y="106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34" name="Freeform: Shape 533">
                  <a:extLst>
                    <a:ext uri="{FF2B5EF4-FFF2-40B4-BE49-F238E27FC236}">
                      <a16:creationId xmlns:a16="http://schemas.microsoft.com/office/drawing/2014/main" id="{C7547D34-9069-10EC-F87D-8CF539DDA3A0}"/>
                    </a:ext>
                  </a:extLst>
                </p:cNvPr>
                <p:cNvSpPr/>
                <p:nvPr/>
              </p:nvSpPr>
              <p:spPr>
                <a:xfrm>
                  <a:off x="8281137" y="3964546"/>
                  <a:ext cx="3495" cy="2963"/>
                </a:xfrm>
                <a:custGeom>
                  <a:avLst/>
                  <a:gdLst>
                    <a:gd name="connsiteX0" fmla="*/ 0 w 3495"/>
                    <a:gd name="connsiteY0" fmla="*/ 2964 h 2963"/>
                    <a:gd name="connsiteX1" fmla="*/ 2558 w 3495"/>
                    <a:gd name="connsiteY1" fmla="*/ 0 h 2963"/>
                    <a:gd name="connsiteX2" fmla="*/ 3496 w 3495"/>
                    <a:gd name="connsiteY2" fmla="*/ 2801 h 2963"/>
                    <a:gd name="connsiteX3" fmla="*/ 3392 w 3495"/>
                    <a:gd name="connsiteY3" fmla="*/ 2917 h 2963"/>
                    <a:gd name="connsiteX4" fmla="*/ 2002 w 3495"/>
                    <a:gd name="connsiteY4" fmla="*/ 2940 h 2963"/>
                    <a:gd name="connsiteX5" fmla="*/ 1077 w 3495"/>
                    <a:gd name="connsiteY5" fmla="*/ 2327 h 2963"/>
                    <a:gd name="connsiteX6" fmla="*/ 243 w 3495"/>
                    <a:gd name="connsiteY6" fmla="*/ 2952 h 2963"/>
                    <a:gd name="connsiteX7" fmla="*/ 0 w 3495"/>
                    <a:gd name="connsiteY7" fmla="*/ 2964 h 2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95" h="2963">
                      <a:moveTo>
                        <a:pt x="0" y="2964"/>
                      </a:moveTo>
                      <a:lnTo>
                        <a:pt x="2558" y="0"/>
                      </a:lnTo>
                      <a:lnTo>
                        <a:pt x="3496" y="2801"/>
                      </a:lnTo>
                      <a:lnTo>
                        <a:pt x="3392" y="2917"/>
                      </a:lnTo>
                      <a:lnTo>
                        <a:pt x="2002" y="2940"/>
                      </a:lnTo>
                      <a:lnTo>
                        <a:pt x="1077" y="2327"/>
                      </a:lnTo>
                      <a:lnTo>
                        <a:pt x="243" y="2952"/>
                      </a:lnTo>
                      <a:lnTo>
                        <a:pt x="0" y="296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35" name="Freeform: Shape 534">
                  <a:extLst>
                    <a:ext uri="{FF2B5EF4-FFF2-40B4-BE49-F238E27FC236}">
                      <a16:creationId xmlns:a16="http://schemas.microsoft.com/office/drawing/2014/main" id="{1AD59B74-B8F8-5F10-0D8B-6849660B6EAD}"/>
                    </a:ext>
                  </a:extLst>
                </p:cNvPr>
                <p:cNvSpPr/>
                <p:nvPr/>
              </p:nvSpPr>
              <p:spPr>
                <a:xfrm>
                  <a:off x="7979087" y="4311093"/>
                  <a:ext cx="3032" cy="3229"/>
                </a:xfrm>
                <a:custGeom>
                  <a:avLst/>
                  <a:gdLst>
                    <a:gd name="connsiteX0" fmla="*/ 0 w 3032"/>
                    <a:gd name="connsiteY0" fmla="*/ 1945 h 3229"/>
                    <a:gd name="connsiteX1" fmla="*/ 891 w 3032"/>
                    <a:gd name="connsiteY1" fmla="*/ 46 h 3229"/>
                    <a:gd name="connsiteX2" fmla="*/ 949 w 3032"/>
                    <a:gd name="connsiteY2" fmla="*/ 0 h 3229"/>
                    <a:gd name="connsiteX3" fmla="*/ 3033 w 3032"/>
                    <a:gd name="connsiteY3" fmla="*/ 3230 h 3229"/>
                    <a:gd name="connsiteX4" fmla="*/ 1134 w 3032"/>
                    <a:gd name="connsiteY4" fmla="*/ 2720 h 3229"/>
                    <a:gd name="connsiteX5" fmla="*/ 914 w 3032"/>
                    <a:gd name="connsiteY5" fmla="*/ 2848 h 3229"/>
                    <a:gd name="connsiteX6" fmla="*/ 104 w 3032"/>
                    <a:gd name="connsiteY6" fmla="*/ 2709 h 3229"/>
                    <a:gd name="connsiteX7" fmla="*/ 81 w 3032"/>
                    <a:gd name="connsiteY7" fmla="*/ 2095 h 3229"/>
                    <a:gd name="connsiteX8" fmla="*/ 0 w 3032"/>
                    <a:gd name="connsiteY8" fmla="*/ 1945 h 3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32" h="3229">
                      <a:moveTo>
                        <a:pt x="0" y="1945"/>
                      </a:moveTo>
                      <a:lnTo>
                        <a:pt x="891" y="46"/>
                      </a:lnTo>
                      <a:lnTo>
                        <a:pt x="949" y="0"/>
                      </a:lnTo>
                      <a:lnTo>
                        <a:pt x="3033" y="3230"/>
                      </a:lnTo>
                      <a:lnTo>
                        <a:pt x="1134" y="2720"/>
                      </a:lnTo>
                      <a:lnTo>
                        <a:pt x="914" y="2848"/>
                      </a:lnTo>
                      <a:lnTo>
                        <a:pt x="104" y="2709"/>
                      </a:lnTo>
                      <a:lnTo>
                        <a:pt x="81" y="2095"/>
                      </a:lnTo>
                      <a:lnTo>
                        <a:pt x="0" y="194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36" name="Freeform: Shape 535">
                  <a:extLst>
                    <a:ext uri="{FF2B5EF4-FFF2-40B4-BE49-F238E27FC236}">
                      <a16:creationId xmlns:a16="http://schemas.microsoft.com/office/drawing/2014/main" id="{5C3D961D-7B7C-22FC-780C-9A18FD40561C}"/>
                    </a:ext>
                  </a:extLst>
                </p:cNvPr>
                <p:cNvSpPr/>
                <p:nvPr/>
              </p:nvSpPr>
              <p:spPr>
                <a:xfrm>
                  <a:off x="7825487" y="3274659"/>
                  <a:ext cx="4641" cy="1909"/>
                </a:xfrm>
                <a:custGeom>
                  <a:avLst/>
                  <a:gdLst>
                    <a:gd name="connsiteX0" fmla="*/ 0 w 4641"/>
                    <a:gd name="connsiteY0" fmla="*/ 359 h 1909"/>
                    <a:gd name="connsiteX1" fmla="*/ 613 w 4641"/>
                    <a:gd name="connsiteY1" fmla="*/ 0 h 1909"/>
                    <a:gd name="connsiteX2" fmla="*/ 4642 w 4641"/>
                    <a:gd name="connsiteY2" fmla="*/ 370 h 1909"/>
                    <a:gd name="connsiteX3" fmla="*/ 637 w 4641"/>
                    <a:gd name="connsiteY3" fmla="*/ 1910 h 1909"/>
                    <a:gd name="connsiteX4" fmla="*/ 0 w 4641"/>
                    <a:gd name="connsiteY4" fmla="*/ 359 h 1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41" h="1909">
                      <a:moveTo>
                        <a:pt x="0" y="359"/>
                      </a:moveTo>
                      <a:lnTo>
                        <a:pt x="613" y="0"/>
                      </a:lnTo>
                      <a:lnTo>
                        <a:pt x="4642" y="370"/>
                      </a:lnTo>
                      <a:lnTo>
                        <a:pt x="637" y="1910"/>
                      </a:lnTo>
                      <a:lnTo>
                        <a:pt x="0" y="35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37" name="Freeform: Shape 536">
                  <a:extLst>
                    <a:ext uri="{FF2B5EF4-FFF2-40B4-BE49-F238E27FC236}">
                      <a16:creationId xmlns:a16="http://schemas.microsoft.com/office/drawing/2014/main" id="{90DEEFE1-D187-C4D8-3EAD-31089D851516}"/>
                    </a:ext>
                  </a:extLst>
                </p:cNvPr>
                <p:cNvSpPr/>
                <p:nvPr/>
              </p:nvSpPr>
              <p:spPr>
                <a:xfrm>
                  <a:off x="7786453" y="3219534"/>
                  <a:ext cx="2778" cy="2546"/>
                </a:xfrm>
                <a:custGeom>
                  <a:avLst/>
                  <a:gdLst>
                    <a:gd name="connsiteX0" fmla="*/ 1354 w 2778"/>
                    <a:gd name="connsiteY0" fmla="*/ 2049 h 2546"/>
                    <a:gd name="connsiteX1" fmla="*/ 0 w 2778"/>
                    <a:gd name="connsiteY1" fmla="*/ 2547 h 2546"/>
                    <a:gd name="connsiteX2" fmla="*/ 266 w 2778"/>
                    <a:gd name="connsiteY2" fmla="*/ 475 h 2546"/>
                    <a:gd name="connsiteX3" fmla="*/ 1354 w 2778"/>
                    <a:gd name="connsiteY3" fmla="*/ 208 h 2546"/>
                    <a:gd name="connsiteX4" fmla="*/ 2246 w 2778"/>
                    <a:gd name="connsiteY4" fmla="*/ 0 h 2546"/>
                    <a:gd name="connsiteX5" fmla="*/ 2778 w 2778"/>
                    <a:gd name="connsiteY5" fmla="*/ 1528 h 2546"/>
                    <a:gd name="connsiteX6" fmla="*/ 1354 w 2778"/>
                    <a:gd name="connsiteY6" fmla="*/ 2049 h 2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78" h="2546">
                      <a:moveTo>
                        <a:pt x="1354" y="2049"/>
                      </a:moveTo>
                      <a:lnTo>
                        <a:pt x="0" y="2547"/>
                      </a:lnTo>
                      <a:lnTo>
                        <a:pt x="266" y="475"/>
                      </a:lnTo>
                      <a:lnTo>
                        <a:pt x="1354" y="208"/>
                      </a:lnTo>
                      <a:lnTo>
                        <a:pt x="2246" y="0"/>
                      </a:lnTo>
                      <a:lnTo>
                        <a:pt x="2778" y="1528"/>
                      </a:lnTo>
                      <a:lnTo>
                        <a:pt x="1354" y="204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38" name="Freeform: Shape 537">
                  <a:extLst>
                    <a:ext uri="{FF2B5EF4-FFF2-40B4-BE49-F238E27FC236}">
                      <a16:creationId xmlns:a16="http://schemas.microsoft.com/office/drawing/2014/main" id="{7E9FAFA6-5E10-7BA7-06EE-D3223649663F}"/>
                    </a:ext>
                  </a:extLst>
                </p:cNvPr>
                <p:cNvSpPr/>
                <p:nvPr/>
              </p:nvSpPr>
              <p:spPr>
                <a:xfrm>
                  <a:off x="9726501" y="1672997"/>
                  <a:ext cx="3669" cy="3542"/>
                </a:xfrm>
                <a:custGeom>
                  <a:avLst/>
                  <a:gdLst>
                    <a:gd name="connsiteX0" fmla="*/ 185 w 3669"/>
                    <a:gd name="connsiteY0" fmla="*/ 3091 h 3542"/>
                    <a:gd name="connsiteX1" fmla="*/ 1586 w 3669"/>
                    <a:gd name="connsiteY1" fmla="*/ 0 h 3542"/>
                    <a:gd name="connsiteX2" fmla="*/ 3669 w 3669"/>
                    <a:gd name="connsiteY2" fmla="*/ 787 h 3542"/>
                    <a:gd name="connsiteX3" fmla="*/ 0 w 3669"/>
                    <a:gd name="connsiteY3" fmla="*/ 3542 h 3542"/>
                    <a:gd name="connsiteX4" fmla="*/ 185 w 3669"/>
                    <a:gd name="connsiteY4" fmla="*/ 3091 h 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69" h="3542">
                      <a:moveTo>
                        <a:pt x="185" y="3091"/>
                      </a:moveTo>
                      <a:lnTo>
                        <a:pt x="1586" y="0"/>
                      </a:lnTo>
                      <a:lnTo>
                        <a:pt x="3669" y="787"/>
                      </a:lnTo>
                      <a:lnTo>
                        <a:pt x="0" y="3542"/>
                      </a:lnTo>
                      <a:lnTo>
                        <a:pt x="185" y="309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39" name="Freeform: Shape 538">
                  <a:extLst>
                    <a:ext uri="{FF2B5EF4-FFF2-40B4-BE49-F238E27FC236}">
                      <a16:creationId xmlns:a16="http://schemas.microsoft.com/office/drawing/2014/main" id="{3D38DBCB-AC9F-08D2-524F-AA92E38F935A}"/>
                    </a:ext>
                  </a:extLst>
                </p:cNvPr>
                <p:cNvSpPr/>
                <p:nvPr/>
              </p:nvSpPr>
              <p:spPr>
                <a:xfrm>
                  <a:off x="8526453" y="2731877"/>
                  <a:ext cx="3599" cy="2326"/>
                </a:xfrm>
                <a:custGeom>
                  <a:avLst/>
                  <a:gdLst>
                    <a:gd name="connsiteX0" fmla="*/ 2107 w 3599"/>
                    <a:gd name="connsiteY0" fmla="*/ 544 h 2326"/>
                    <a:gd name="connsiteX1" fmla="*/ 3542 w 3599"/>
                    <a:gd name="connsiteY1" fmla="*/ 0 h 2326"/>
                    <a:gd name="connsiteX2" fmla="*/ 3600 w 3599"/>
                    <a:gd name="connsiteY2" fmla="*/ 2257 h 2326"/>
                    <a:gd name="connsiteX3" fmla="*/ 3600 w 3599"/>
                    <a:gd name="connsiteY3" fmla="*/ 2327 h 2326"/>
                    <a:gd name="connsiteX4" fmla="*/ 1273 w 3599"/>
                    <a:gd name="connsiteY4" fmla="*/ 1829 h 2326"/>
                    <a:gd name="connsiteX5" fmla="*/ 0 w 3599"/>
                    <a:gd name="connsiteY5" fmla="*/ 1540 h 2326"/>
                    <a:gd name="connsiteX6" fmla="*/ 2107 w 3599"/>
                    <a:gd name="connsiteY6" fmla="*/ 544 h 2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599" h="2326">
                      <a:moveTo>
                        <a:pt x="2107" y="544"/>
                      </a:moveTo>
                      <a:lnTo>
                        <a:pt x="3542" y="0"/>
                      </a:lnTo>
                      <a:lnTo>
                        <a:pt x="3600" y="2257"/>
                      </a:lnTo>
                      <a:lnTo>
                        <a:pt x="3600" y="2327"/>
                      </a:lnTo>
                      <a:lnTo>
                        <a:pt x="1273" y="1829"/>
                      </a:lnTo>
                      <a:lnTo>
                        <a:pt x="0" y="1540"/>
                      </a:lnTo>
                      <a:lnTo>
                        <a:pt x="2107" y="54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40" name="Freeform: Shape 539">
                  <a:extLst>
                    <a:ext uri="{FF2B5EF4-FFF2-40B4-BE49-F238E27FC236}">
                      <a16:creationId xmlns:a16="http://schemas.microsoft.com/office/drawing/2014/main" id="{8AC45AE3-C1BB-8264-F0E0-5B3ADB5AF318}"/>
                    </a:ext>
                  </a:extLst>
                </p:cNvPr>
                <p:cNvSpPr/>
                <p:nvPr/>
              </p:nvSpPr>
              <p:spPr>
                <a:xfrm>
                  <a:off x="8310922" y="4043748"/>
                  <a:ext cx="3310" cy="4236"/>
                </a:xfrm>
                <a:custGeom>
                  <a:avLst/>
                  <a:gdLst>
                    <a:gd name="connsiteX0" fmla="*/ 856 w 3310"/>
                    <a:gd name="connsiteY0" fmla="*/ 683 h 4236"/>
                    <a:gd name="connsiteX1" fmla="*/ 2454 w 3310"/>
                    <a:gd name="connsiteY1" fmla="*/ 69 h 4236"/>
                    <a:gd name="connsiteX2" fmla="*/ 3311 w 3310"/>
                    <a:gd name="connsiteY2" fmla="*/ 0 h 4236"/>
                    <a:gd name="connsiteX3" fmla="*/ 0 w 3310"/>
                    <a:gd name="connsiteY3" fmla="*/ 4237 h 4236"/>
                    <a:gd name="connsiteX4" fmla="*/ 856 w 3310"/>
                    <a:gd name="connsiteY4" fmla="*/ 683 h 4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10" h="4236">
                      <a:moveTo>
                        <a:pt x="856" y="683"/>
                      </a:moveTo>
                      <a:lnTo>
                        <a:pt x="2454" y="69"/>
                      </a:lnTo>
                      <a:lnTo>
                        <a:pt x="3311" y="0"/>
                      </a:lnTo>
                      <a:lnTo>
                        <a:pt x="0" y="4237"/>
                      </a:lnTo>
                      <a:lnTo>
                        <a:pt x="856" y="68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41" name="Freeform: Shape 540">
                  <a:extLst>
                    <a:ext uri="{FF2B5EF4-FFF2-40B4-BE49-F238E27FC236}">
                      <a16:creationId xmlns:a16="http://schemas.microsoft.com/office/drawing/2014/main" id="{AA20E5A2-280C-4EA9-85E6-BA998C68508E}"/>
                    </a:ext>
                  </a:extLst>
                </p:cNvPr>
                <p:cNvSpPr/>
                <p:nvPr/>
              </p:nvSpPr>
              <p:spPr>
                <a:xfrm>
                  <a:off x="7997273" y="2812549"/>
                  <a:ext cx="2604" cy="3391"/>
                </a:xfrm>
                <a:custGeom>
                  <a:avLst/>
                  <a:gdLst>
                    <a:gd name="connsiteX0" fmla="*/ 625 w 2604"/>
                    <a:gd name="connsiteY0" fmla="*/ 0 h 3391"/>
                    <a:gd name="connsiteX1" fmla="*/ 1933 w 2604"/>
                    <a:gd name="connsiteY1" fmla="*/ 2003 h 3391"/>
                    <a:gd name="connsiteX2" fmla="*/ 2604 w 2604"/>
                    <a:gd name="connsiteY2" fmla="*/ 3021 h 3391"/>
                    <a:gd name="connsiteX3" fmla="*/ 2060 w 2604"/>
                    <a:gd name="connsiteY3" fmla="*/ 3392 h 3391"/>
                    <a:gd name="connsiteX4" fmla="*/ 232 w 2604"/>
                    <a:gd name="connsiteY4" fmla="*/ 2755 h 3391"/>
                    <a:gd name="connsiteX5" fmla="*/ 0 w 2604"/>
                    <a:gd name="connsiteY5" fmla="*/ 2500 h 3391"/>
                    <a:gd name="connsiteX6" fmla="*/ 208 w 2604"/>
                    <a:gd name="connsiteY6" fmla="*/ 1493 h 3391"/>
                    <a:gd name="connsiteX7" fmla="*/ 625 w 2604"/>
                    <a:gd name="connsiteY7" fmla="*/ 0 h 33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604" h="3391">
                      <a:moveTo>
                        <a:pt x="625" y="0"/>
                      </a:moveTo>
                      <a:lnTo>
                        <a:pt x="1933" y="2003"/>
                      </a:lnTo>
                      <a:lnTo>
                        <a:pt x="2604" y="3021"/>
                      </a:lnTo>
                      <a:lnTo>
                        <a:pt x="2060" y="3392"/>
                      </a:lnTo>
                      <a:lnTo>
                        <a:pt x="232" y="2755"/>
                      </a:lnTo>
                      <a:lnTo>
                        <a:pt x="0" y="2500"/>
                      </a:lnTo>
                      <a:lnTo>
                        <a:pt x="208" y="1493"/>
                      </a:lnTo>
                      <a:lnTo>
                        <a:pt x="62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42" name="Freeform: Shape 541">
                  <a:extLst>
                    <a:ext uri="{FF2B5EF4-FFF2-40B4-BE49-F238E27FC236}">
                      <a16:creationId xmlns:a16="http://schemas.microsoft.com/office/drawing/2014/main" id="{CE87E0EE-DAFA-64F3-3BBD-5348203EC010}"/>
                    </a:ext>
                  </a:extLst>
                </p:cNvPr>
                <p:cNvSpPr/>
                <p:nvPr/>
              </p:nvSpPr>
              <p:spPr>
                <a:xfrm>
                  <a:off x="8054284" y="3962671"/>
                  <a:ext cx="3796" cy="2234"/>
                </a:xfrm>
                <a:custGeom>
                  <a:avLst/>
                  <a:gdLst>
                    <a:gd name="connsiteX0" fmla="*/ 0 w 3796"/>
                    <a:gd name="connsiteY0" fmla="*/ 787 h 2234"/>
                    <a:gd name="connsiteX1" fmla="*/ 1933 w 3796"/>
                    <a:gd name="connsiteY1" fmla="*/ 0 h 2234"/>
                    <a:gd name="connsiteX2" fmla="*/ 3797 w 3796"/>
                    <a:gd name="connsiteY2" fmla="*/ 984 h 2234"/>
                    <a:gd name="connsiteX3" fmla="*/ 2234 w 3796"/>
                    <a:gd name="connsiteY3" fmla="*/ 2234 h 2234"/>
                    <a:gd name="connsiteX4" fmla="*/ 0 w 3796"/>
                    <a:gd name="connsiteY4" fmla="*/ 787 h 2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96" h="2234">
                      <a:moveTo>
                        <a:pt x="0" y="787"/>
                      </a:moveTo>
                      <a:lnTo>
                        <a:pt x="1933" y="0"/>
                      </a:lnTo>
                      <a:lnTo>
                        <a:pt x="3797" y="984"/>
                      </a:lnTo>
                      <a:lnTo>
                        <a:pt x="2234" y="2234"/>
                      </a:lnTo>
                      <a:lnTo>
                        <a:pt x="0" y="78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43" name="Freeform: Shape 542">
                  <a:extLst>
                    <a:ext uri="{FF2B5EF4-FFF2-40B4-BE49-F238E27FC236}">
                      <a16:creationId xmlns:a16="http://schemas.microsoft.com/office/drawing/2014/main" id="{912A4284-9218-4EEA-A8F8-BEF492B595D4}"/>
                    </a:ext>
                  </a:extLst>
                </p:cNvPr>
                <p:cNvSpPr/>
                <p:nvPr/>
              </p:nvSpPr>
              <p:spPr>
                <a:xfrm>
                  <a:off x="7848292" y="3220066"/>
                  <a:ext cx="3796" cy="2153"/>
                </a:xfrm>
                <a:custGeom>
                  <a:avLst/>
                  <a:gdLst>
                    <a:gd name="connsiteX0" fmla="*/ 0 w 3796"/>
                    <a:gd name="connsiteY0" fmla="*/ 1146 h 2153"/>
                    <a:gd name="connsiteX1" fmla="*/ 2095 w 3796"/>
                    <a:gd name="connsiteY1" fmla="*/ 0 h 2153"/>
                    <a:gd name="connsiteX2" fmla="*/ 3797 w 3796"/>
                    <a:gd name="connsiteY2" fmla="*/ 764 h 2153"/>
                    <a:gd name="connsiteX3" fmla="*/ 2709 w 3796"/>
                    <a:gd name="connsiteY3" fmla="*/ 2153 h 2153"/>
                    <a:gd name="connsiteX4" fmla="*/ 0 w 3796"/>
                    <a:gd name="connsiteY4" fmla="*/ 1146 h 2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96" h="2153">
                      <a:moveTo>
                        <a:pt x="0" y="1146"/>
                      </a:moveTo>
                      <a:lnTo>
                        <a:pt x="2095" y="0"/>
                      </a:lnTo>
                      <a:lnTo>
                        <a:pt x="3797" y="764"/>
                      </a:lnTo>
                      <a:lnTo>
                        <a:pt x="2709" y="2153"/>
                      </a:lnTo>
                      <a:lnTo>
                        <a:pt x="0" y="11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44" name="Freeform: Shape 543">
                  <a:extLst>
                    <a:ext uri="{FF2B5EF4-FFF2-40B4-BE49-F238E27FC236}">
                      <a16:creationId xmlns:a16="http://schemas.microsoft.com/office/drawing/2014/main" id="{D456E44E-07FA-6AF1-63FC-8CE9C6E92E5D}"/>
                    </a:ext>
                  </a:extLst>
                </p:cNvPr>
                <p:cNvSpPr/>
                <p:nvPr/>
              </p:nvSpPr>
              <p:spPr>
                <a:xfrm>
                  <a:off x="8051518" y="3190895"/>
                  <a:ext cx="3125" cy="3252"/>
                </a:xfrm>
                <a:custGeom>
                  <a:avLst/>
                  <a:gdLst>
                    <a:gd name="connsiteX0" fmla="*/ 2280 w 3125"/>
                    <a:gd name="connsiteY0" fmla="*/ 2639 h 3252"/>
                    <a:gd name="connsiteX1" fmla="*/ 405 w 3125"/>
                    <a:gd name="connsiteY1" fmla="*/ 3253 h 3252"/>
                    <a:gd name="connsiteX2" fmla="*/ 0 w 3125"/>
                    <a:gd name="connsiteY2" fmla="*/ 3206 h 3252"/>
                    <a:gd name="connsiteX3" fmla="*/ 2512 w 3125"/>
                    <a:gd name="connsiteY3" fmla="*/ 0 h 3252"/>
                    <a:gd name="connsiteX4" fmla="*/ 3125 w 3125"/>
                    <a:gd name="connsiteY4" fmla="*/ 1841 h 3252"/>
                    <a:gd name="connsiteX5" fmla="*/ 2280 w 3125"/>
                    <a:gd name="connsiteY5" fmla="*/ 2639 h 32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25" h="3252">
                      <a:moveTo>
                        <a:pt x="2280" y="2639"/>
                      </a:moveTo>
                      <a:lnTo>
                        <a:pt x="405" y="3253"/>
                      </a:lnTo>
                      <a:lnTo>
                        <a:pt x="0" y="3206"/>
                      </a:lnTo>
                      <a:lnTo>
                        <a:pt x="2512" y="0"/>
                      </a:lnTo>
                      <a:lnTo>
                        <a:pt x="3125" y="1841"/>
                      </a:lnTo>
                      <a:lnTo>
                        <a:pt x="2280" y="26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45" name="Freeform: Shape 544">
                  <a:extLst>
                    <a:ext uri="{FF2B5EF4-FFF2-40B4-BE49-F238E27FC236}">
                      <a16:creationId xmlns:a16="http://schemas.microsoft.com/office/drawing/2014/main" id="{72BFD6D5-D277-0370-7AC1-DCD401642606}"/>
                    </a:ext>
                  </a:extLst>
                </p:cNvPr>
                <p:cNvSpPr/>
                <p:nvPr/>
              </p:nvSpPr>
              <p:spPr>
                <a:xfrm>
                  <a:off x="8244499" y="4185020"/>
                  <a:ext cx="2986" cy="3993"/>
                </a:xfrm>
                <a:custGeom>
                  <a:avLst/>
                  <a:gdLst>
                    <a:gd name="connsiteX0" fmla="*/ 0 w 2986"/>
                    <a:gd name="connsiteY0" fmla="*/ 1806 h 3993"/>
                    <a:gd name="connsiteX1" fmla="*/ 1655 w 2986"/>
                    <a:gd name="connsiteY1" fmla="*/ 0 h 3993"/>
                    <a:gd name="connsiteX2" fmla="*/ 1655 w 2986"/>
                    <a:gd name="connsiteY2" fmla="*/ 1575 h 3993"/>
                    <a:gd name="connsiteX3" fmla="*/ 2987 w 2986"/>
                    <a:gd name="connsiteY3" fmla="*/ 324 h 3993"/>
                    <a:gd name="connsiteX4" fmla="*/ 567 w 2986"/>
                    <a:gd name="connsiteY4" fmla="*/ 3994 h 3993"/>
                    <a:gd name="connsiteX5" fmla="*/ 0 w 2986"/>
                    <a:gd name="connsiteY5" fmla="*/ 1806 h 3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86" h="3993">
                      <a:moveTo>
                        <a:pt x="0" y="1806"/>
                      </a:moveTo>
                      <a:lnTo>
                        <a:pt x="1655" y="0"/>
                      </a:lnTo>
                      <a:lnTo>
                        <a:pt x="1655" y="1575"/>
                      </a:lnTo>
                      <a:lnTo>
                        <a:pt x="2987" y="324"/>
                      </a:lnTo>
                      <a:lnTo>
                        <a:pt x="567" y="3994"/>
                      </a:lnTo>
                      <a:lnTo>
                        <a:pt x="0" y="180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46" name="Freeform: Shape 545">
                  <a:extLst>
                    <a:ext uri="{FF2B5EF4-FFF2-40B4-BE49-F238E27FC236}">
                      <a16:creationId xmlns:a16="http://schemas.microsoft.com/office/drawing/2014/main" id="{31531E9A-91AD-70DB-FB41-188F14DEB860}"/>
                    </a:ext>
                  </a:extLst>
                </p:cNvPr>
                <p:cNvSpPr/>
                <p:nvPr/>
              </p:nvSpPr>
              <p:spPr>
                <a:xfrm>
                  <a:off x="9793328" y="1435556"/>
                  <a:ext cx="2164" cy="3082"/>
                </a:xfrm>
                <a:custGeom>
                  <a:avLst/>
                  <a:gdLst>
                    <a:gd name="connsiteX0" fmla="*/ 359 w 2164"/>
                    <a:gd name="connsiteY0" fmla="*/ 1012 h 3082"/>
                    <a:gd name="connsiteX1" fmla="*/ 602 w 2164"/>
                    <a:gd name="connsiteY1" fmla="*/ 0 h 3082"/>
                    <a:gd name="connsiteX2" fmla="*/ 2165 w 2164"/>
                    <a:gd name="connsiteY2" fmla="*/ 431 h 3082"/>
                    <a:gd name="connsiteX3" fmla="*/ 1181 w 2164"/>
                    <a:gd name="connsiteY3" fmla="*/ 3083 h 3082"/>
                    <a:gd name="connsiteX4" fmla="*/ 0 w 2164"/>
                    <a:gd name="connsiteY4" fmla="*/ 2852 h 3082"/>
                    <a:gd name="connsiteX5" fmla="*/ 359 w 2164"/>
                    <a:gd name="connsiteY5" fmla="*/ 1012 h 3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64" h="3082">
                      <a:moveTo>
                        <a:pt x="359" y="1012"/>
                      </a:moveTo>
                      <a:lnTo>
                        <a:pt x="602" y="0"/>
                      </a:lnTo>
                      <a:lnTo>
                        <a:pt x="2165" y="431"/>
                      </a:lnTo>
                      <a:lnTo>
                        <a:pt x="1181" y="3083"/>
                      </a:lnTo>
                      <a:lnTo>
                        <a:pt x="0" y="2852"/>
                      </a:lnTo>
                      <a:lnTo>
                        <a:pt x="359" y="10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47" name="Freeform: Shape 546">
                  <a:extLst>
                    <a:ext uri="{FF2B5EF4-FFF2-40B4-BE49-F238E27FC236}">
                      <a16:creationId xmlns:a16="http://schemas.microsoft.com/office/drawing/2014/main" id="{91CA87C8-ADD2-9BCC-7EBA-FAED55C76BA8}"/>
                    </a:ext>
                  </a:extLst>
                </p:cNvPr>
                <p:cNvSpPr/>
                <p:nvPr/>
              </p:nvSpPr>
              <p:spPr>
                <a:xfrm>
                  <a:off x="9074189" y="2319290"/>
                  <a:ext cx="3368" cy="2257"/>
                </a:xfrm>
                <a:custGeom>
                  <a:avLst/>
                  <a:gdLst>
                    <a:gd name="connsiteX0" fmla="*/ 0 w 3368"/>
                    <a:gd name="connsiteY0" fmla="*/ 613 h 2257"/>
                    <a:gd name="connsiteX1" fmla="*/ 1517 w 3368"/>
                    <a:gd name="connsiteY1" fmla="*/ 0 h 2257"/>
                    <a:gd name="connsiteX2" fmla="*/ 3369 w 3368"/>
                    <a:gd name="connsiteY2" fmla="*/ 1204 h 2257"/>
                    <a:gd name="connsiteX3" fmla="*/ 614 w 3368"/>
                    <a:gd name="connsiteY3" fmla="*/ 2257 h 2257"/>
                    <a:gd name="connsiteX4" fmla="*/ 0 w 3368"/>
                    <a:gd name="connsiteY4" fmla="*/ 613 h 2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68" h="2257">
                      <a:moveTo>
                        <a:pt x="0" y="613"/>
                      </a:moveTo>
                      <a:lnTo>
                        <a:pt x="1517" y="0"/>
                      </a:lnTo>
                      <a:lnTo>
                        <a:pt x="3369" y="1204"/>
                      </a:lnTo>
                      <a:lnTo>
                        <a:pt x="614" y="2257"/>
                      </a:lnTo>
                      <a:lnTo>
                        <a:pt x="0" y="61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48" name="Freeform: Shape 547">
                  <a:extLst>
                    <a:ext uri="{FF2B5EF4-FFF2-40B4-BE49-F238E27FC236}">
                      <a16:creationId xmlns:a16="http://schemas.microsoft.com/office/drawing/2014/main" id="{FDAF2829-1B17-996A-8437-D2525DE350FE}"/>
                    </a:ext>
                  </a:extLst>
                </p:cNvPr>
                <p:cNvSpPr/>
                <p:nvPr/>
              </p:nvSpPr>
              <p:spPr>
                <a:xfrm>
                  <a:off x="9603473" y="1687038"/>
                  <a:ext cx="2905" cy="3449"/>
                </a:xfrm>
                <a:custGeom>
                  <a:avLst/>
                  <a:gdLst>
                    <a:gd name="connsiteX0" fmla="*/ 0 w 2905"/>
                    <a:gd name="connsiteY0" fmla="*/ 1852 h 3449"/>
                    <a:gd name="connsiteX1" fmla="*/ 1620 w 2905"/>
                    <a:gd name="connsiteY1" fmla="*/ 0 h 3449"/>
                    <a:gd name="connsiteX2" fmla="*/ 2905 w 2905"/>
                    <a:gd name="connsiteY2" fmla="*/ 3450 h 3449"/>
                    <a:gd name="connsiteX3" fmla="*/ 0 w 2905"/>
                    <a:gd name="connsiteY3" fmla="*/ 1852 h 34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05" h="3449">
                      <a:moveTo>
                        <a:pt x="0" y="1852"/>
                      </a:moveTo>
                      <a:lnTo>
                        <a:pt x="1620" y="0"/>
                      </a:lnTo>
                      <a:lnTo>
                        <a:pt x="2905" y="3450"/>
                      </a:lnTo>
                      <a:lnTo>
                        <a:pt x="0" y="185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49" name="Freeform: Shape 548">
                  <a:extLst>
                    <a:ext uri="{FF2B5EF4-FFF2-40B4-BE49-F238E27FC236}">
                      <a16:creationId xmlns:a16="http://schemas.microsoft.com/office/drawing/2014/main" id="{AF269385-105A-EDC1-A48F-5F582241EB41}"/>
                    </a:ext>
                  </a:extLst>
                </p:cNvPr>
                <p:cNvSpPr/>
                <p:nvPr/>
              </p:nvSpPr>
              <p:spPr>
                <a:xfrm>
                  <a:off x="8007425" y="2828976"/>
                  <a:ext cx="2349" cy="2569"/>
                </a:xfrm>
                <a:custGeom>
                  <a:avLst/>
                  <a:gdLst>
                    <a:gd name="connsiteX0" fmla="*/ 1898 w 2349"/>
                    <a:gd name="connsiteY0" fmla="*/ 2037 h 2569"/>
                    <a:gd name="connsiteX1" fmla="*/ 116 w 2349"/>
                    <a:gd name="connsiteY1" fmla="*/ 2570 h 2569"/>
                    <a:gd name="connsiteX2" fmla="*/ 0 w 2349"/>
                    <a:gd name="connsiteY2" fmla="*/ 1655 h 2569"/>
                    <a:gd name="connsiteX3" fmla="*/ 324 w 2349"/>
                    <a:gd name="connsiteY3" fmla="*/ 475 h 2569"/>
                    <a:gd name="connsiteX4" fmla="*/ 2350 w 2349"/>
                    <a:gd name="connsiteY4" fmla="*/ 0 h 2569"/>
                    <a:gd name="connsiteX5" fmla="*/ 1898 w 2349"/>
                    <a:gd name="connsiteY5" fmla="*/ 2037 h 2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349" h="2569">
                      <a:moveTo>
                        <a:pt x="1898" y="2037"/>
                      </a:moveTo>
                      <a:lnTo>
                        <a:pt x="116" y="2570"/>
                      </a:lnTo>
                      <a:lnTo>
                        <a:pt x="0" y="1655"/>
                      </a:lnTo>
                      <a:lnTo>
                        <a:pt x="324" y="475"/>
                      </a:lnTo>
                      <a:lnTo>
                        <a:pt x="2350" y="0"/>
                      </a:lnTo>
                      <a:lnTo>
                        <a:pt x="1898" y="20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50" name="Freeform: Shape 549">
                  <a:extLst>
                    <a:ext uri="{FF2B5EF4-FFF2-40B4-BE49-F238E27FC236}">
                      <a16:creationId xmlns:a16="http://schemas.microsoft.com/office/drawing/2014/main" id="{19346F01-714B-CDE2-2E80-7D7D999BED9D}"/>
                    </a:ext>
                  </a:extLst>
                </p:cNvPr>
                <p:cNvSpPr/>
                <p:nvPr/>
              </p:nvSpPr>
              <p:spPr>
                <a:xfrm>
                  <a:off x="8069877" y="4115032"/>
                  <a:ext cx="5938" cy="1771"/>
                </a:xfrm>
                <a:custGeom>
                  <a:avLst/>
                  <a:gdLst>
                    <a:gd name="connsiteX0" fmla="*/ 0 w 5938"/>
                    <a:gd name="connsiteY0" fmla="*/ 1204 h 1771"/>
                    <a:gd name="connsiteX1" fmla="*/ 1412 w 5938"/>
                    <a:gd name="connsiteY1" fmla="*/ 0 h 1771"/>
                    <a:gd name="connsiteX2" fmla="*/ 5938 w 5938"/>
                    <a:gd name="connsiteY2" fmla="*/ 1771 h 1771"/>
                    <a:gd name="connsiteX3" fmla="*/ 0 w 5938"/>
                    <a:gd name="connsiteY3" fmla="*/ 1204 h 1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38" h="1771">
                      <a:moveTo>
                        <a:pt x="0" y="1204"/>
                      </a:moveTo>
                      <a:lnTo>
                        <a:pt x="1412" y="0"/>
                      </a:lnTo>
                      <a:lnTo>
                        <a:pt x="5938" y="1771"/>
                      </a:lnTo>
                      <a:lnTo>
                        <a:pt x="0" y="120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51" name="Freeform: Shape 550">
                  <a:extLst>
                    <a:ext uri="{FF2B5EF4-FFF2-40B4-BE49-F238E27FC236}">
                      <a16:creationId xmlns:a16="http://schemas.microsoft.com/office/drawing/2014/main" id="{556FFF8D-E72E-20BB-9DB5-BA63EA29827E}"/>
                    </a:ext>
                  </a:extLst>
                </p:cNvPr>
                <p:cNvSpPr/>
                <p:nvPr/>
              </p:nvSpPr>
              <p:spPr>
                <a:xfrm>
                  <a:off x="7956978" y="2820294"/>
                  <a:ext cx="2048" cy="3993"/>
                </a:xfrm>
                <a:custGeom>
                  <a:avLst/>
                  <a:gdLst>
                    <a:gd name="connsiteX0" fmla="*/ 0 w 2048"/>
                    <a:gd name="connsiteY0" fmla="*/ 1736 h 3993"/>
                    <a:gd name="connsiteX1" fmla="*/ 533 w 2048"/>
                    <a:gd name="connsiteY1" fmla="*/ 1239 h 3993"/>
                    <a:gd name="connsiteX2" fmla="*/ 1922 w 2048"/>
                    <a:gd name="connsiteY2" fmla="*/ 0 h 3993"/>
                    <a:gd name="connsiteX3" fmla="*/ 2049 w 2048"/>
                    <a:gd name="connsiteY3" fmla="*/ 3994 h 3993"/>
                    <a:gd name="connsiteX4" fmla="*/ 0 w 2048"/>
                    <a:gd name="connsiteY4" fmla="*/ 1736 h 3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48" h="3993">
                      <a:moveTo>
                        <a:pt x="0" y="1736"/>
                      </a:moveTo>
                      <a:lnTo>
                        <a:pt x="533" y="1239"/>
                      </a:lnTo>
                      <a:lnTo>
                        <a:pt x="1922" y="0"/>
                      </a:lnTo>
                      <a:lnTo>
                        <a:pt x="2049" y="3994"/>
                      </a:lnTo>
                      <a:lnTo>
                        <a:pt x="0" y="173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52" name="Freeform: Shape 551">
                  <a:extLst>
                    <a:ext uri="{FF2B5EF4-FFF2-40B4-BE49-F238E27FC236}">
                      <a16:creationId xmlns:a16="http://schemas.microsoft.com/office/drawing/2014/main" id="{9518B848-7B36-94B1-C095-7D168D9E2ACB}"/>
                    </a:ext>
                  </a:extLst>
                </p:cNvPr>
                <p:cNvSpPr/>
                <p:nvPr/>
              </p:nvSpPr>
              <p:spPr>
                <a:xfrm>
                  <a:off x="8152459" y="3159814"/>
                  <a:ext cx="2187" cy="4201"/>
                </a:xfrm>
                <a:custGeom>
                  <a:avLst/>
                  <a:gdLst>
                    <a:gd name="connsiteX0" fmla="*/ 0 w 2187"/>
                    <a:gd name="connsiteY0" fmla="*/ 0 h 4201"/>
                    <a:gd name="connsiteX1" fmla="*/ 2188 w 2187"/>
                    <a:gd name="connsiteY1" fmla="*/ 3808 h 4201"/>
                    <a:gd name="connsiteX2" fmla="*/ 1586 w 2187"/>
                    <a:gd name="connsiteY2" fmla="*/ 4202 h 4201"/>
                    <a:gd name="connsiteX3" fmla="*/ 197 w 2187"/>
                    <a:gd name="connsiteY3" fmla="*/ 3449 h 4201"/>
                    <a:gd name="connsiteX4" fmla="*/ 0 w 2187"/>
                    <a:gd name="connsiteY4" fmla="*/ 0 h 42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87" h="4201">
                      <a:moveTo>
                        <a:pt x="0" y="0"/>
                      </a:moveTo>
                      <a:lnTo>
                        <a:pt x="2188" y="3808"/>
                      </a:lnTo>
                      <a:lnTo>
                        <a:pt x="1586" y="4202"/>
                      </a:lnTo>
                      <a:lnTo>
                        <a:pt x="197" y="344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53" name="Freeform: Shape 552">
                  <a:extLst>
                    <a:ext uri="{FF2B5EF4-FFF2-40B4-BE49-F238E27FC236}">
                      <a16:creationId xmlns:a16="http://schemas.microsoft.com/office/drawing/2014/main" id="{529105BE-C8B6-3BFC-3A44-72390F87EF97}"/>
                    </a:ext>
                  </a:extLst>
                </p:cNvPr>
                <p:cNvSpPr/>
                <p:nvPr/>
              </p:nvSpPr>
              <p:spPr>
                <a:xfrm>
                  <a:off x="8616027" y="2636527"/>
                  <a:ext cx="2708" cy="2546"/>
                </a:xfrm>
                <a:custGeom>
                  <a:avLst/>
                  <a:gdLst>
                    <a:gd name="connsiteX0" fmla="*/ 0 w 2708"/>
                    <a:gd name="connsiteY0" fmla="*/ 0 h 2546"/>
                    <a:gd name="connsiteX1" fmla="*/ 1493 w 2708"/>
                    <a:gd name="connsiteY1" fmla="*/ 810 h 2546"/>
                    <a:gd name="connsiteX2" fmla="*/ 2709 w 2708"/>
                    <a:gd name="connsiteY2" fmla="*/ 2153 h 2546"/>
                    <a:gd name="connsiteX3" fmla="*/ 35 w 2708"/>
                    <a:gd name="connsiteY3" fmla="*/ 2547 h 2546"/>
                    <a:gd name="connsiteX4" fmla="*/ 0 w 2708"/>
                    <a:gd name="connsiteY4" fmla="*/ 0 h 2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08" h="2546">
                      <a:moveTo>
                        <a:pt x="0" y="0"/>
                      </a:moveTo>
                      <a:lnTo>
                        <a:pt x="1493" y="810"/>
                      </a:lnTo>
                      <a:lnTo>
                        <a:pt x="2709" y="2153"/>
                      </a:lnTo>
                      <a:lnTo>
                        <a:pt x="35" y="254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54" name="Freeform: Shape 553">
                  <a:extLst>
                    <a:ext uri="{FF2B5EF4-FFF2-40B4-BE49-F238E27FC236}">
                      <a16:creationId xmlns:a16="http://schemas.microsoft.com/office/drawing/2014/main" id="{FA05A991-B511-DA50-5812-6B8C1FEFB99E}"/>
                    </a:ext>
                  </a:extLst>
                </p:cNvPr>
                <p:cNvSpPr/>
                <p:nvPr/>
              </p:nvSpPr>
              <p:spPr>
                <a:xfrm>
                  <a:off x="7746783" y="2750549"/>
                  <a:ext cx="3276" cy="2176"/>
                </a:xfrm>
                <a:custGeom>
                  <a:avLst/>
                  <a:gdLst>
                    <a:gd name="connsiteX0" fmla="*/ 0 w 3276"/>
                    <a:gd name="connsiteY0" fmla="*/ 1227 h 2176"/>
                    <a:gd name="connsiteX1" fmla="*/ 1123 w 3276"/>
                    <a:gd name="connsiteY1" fmla="*/ 0 h 2176"/>
                    <a:gd name="connsiteX2" fmla="*/ 3276 w 3276"/>
                    <a:gd name="connsiteY2" fmla="*/ 695 h 2176"/>
                    <a:gd name="connsiteX3" fmla="*/ 2373 w 3276"/>
                    <a:gd name="connsiteY3" fmla="*/ 2176 h 2176"/>
                    <a:gd name="connsiteX4" fmla="*/ 0 w 3276"/>
                    <a:gd name="connsiteY4" fmla="*/ 1227 h 2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6" h="2176">
                      <a:moveTo>
                        <a:pt x="0" y="1227"/>
                      </a:moveTo>
                      <a:lnTo>
                        <a:pt x="1123" y="0"/>
                      </a:lnTo>
                      <a:lnTo>
                        <a:pt x="3276" y="695"/>
                      </a:lnTo>
                      <a:lnTo>
                        <a:pt x="2373" y="2176"/>
                      </a:lnTo>
                      <a:lnTo>
                        <a:pt x="0" y="12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55" name="Freeform: Shape 554">
                  <a:extLst>
                    <a:ext uri="{FF2B5EF4-FFF2-40B4-BE49-F238E27FC236}">
                      <a16:creationId xmlns:a16="http://schemas.microsoft.com/office/drawing/2014/main" id="{A7C8A17B-1CA4-1E18-D592-D94F3FE3CC8D}"/>
                    </a:ext>
                  </a:extLst>
                </p:cNvPr>
                <p:cNvSpPr/>
                <p:nvPr/>
              </p:nvSpPr>
              <p:spPr>
                <a:xfrm>
                  <a:off x="8449821" y="2906383"/>
                  <a:ext cx="4213" cy="2373"/>
                </a:xfrm>
                <a:custGeom>
                  <a:avLst/>
                  <a:gdLst>
                    <a:gd name="connsiteX0" fmla="*/ 0 w 4213"/>
                    <a:gd name="connsiteY0" fmla="*/ 1227 h 2373"/>
                    <a:gd name="connsiteX1" fmla="*/ 2118 w 4213"/>
                    <a:gd name="connsiteY1" fmla="*/ 0 h 2373"/>
                    <a:gd name="connsiteX2" fmla="*/ 4214 w 4213"/>
                    <a:gd name="connsiteY2" fmla="*/ 2373 h 2373"/>
                    <a:gd name="connsiteX3" fmla="*/ 0 w 4213"/>
                    <a:gd name="connsiteY3" fmla="*/ 1227 h 23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13" h="2373">
                      <a:moveTo>
                        <a:pt x="0" y="1227"/>
                      </a:moveTo>
                      <a:lnTo>
                        <a:pt x="2118" y="0"/>
                      </a:lnTo>
                      <a:lnTo>
                        <a:pt x="4214" y="2373"/>
                      </a:lnTo>
                      <a:lnTo>
                        <a:pt x="0" y="12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56" name="Freeform: Shape 555">
                  <a:extLst>
                    <a:ext uri="{FF2B5EF4-FFF2-40B4-BE49-F238E27FC236}">
                      <a16:creationId xmlns:a16="http://schemas.microsoft.com/office/drawing/2014/main" id="{6502D402-D580-AE3E-5CDF-9D6741C87893}"/>
                    </a:ext>
                  </a:extLst>
                </p:cNvPr>
                <p:cNvSpPr/>
                <p:nvPr/>
              </p:nvSpPr>
              <p:spPr>
                <a:xfrm>
                  <a:off x="8338472" y="3393137"/>
                  <a:ext cx="2361" cy="4039"/>
                </a:xfrm>
                <a:custGeom>
                  <a:avLst/>
                  <a:gdLst>
                    <a:gd name="connsiteX0" fmla="*/ 2199 w 2361"/>
                    <a:gd name="connsiteY0" fmla="*/ 3288 h 4039"/>
                    <a:gd name="connsiteX1" fmla="*/ 509 w 2361"/>
                    <a:gd name="connsiteY1" fmla="*/ 4040 h 4039"/>
                    <a:gd name="connsiteX2" fmla="*/ 2003 w 2361"/>
                    <a:gd name="connsiteY2" fmla="*/ 3311 h 4039"/>
                    <a:gd name="connsiteX3" fmla="*/ 602 w 2361"/>
                    <a:gd name="connsiteY3" fmla="*/ 3484 h 4039"/>
                    <a:gd name="connsiteX4" fmla="*/ 1320 w 2361"/>
                    <a:gd name="connsiteY4" fmla="*/ 1933 h 4039"/>
                    <a:gd name="connsiteX5" fmla="*/ 0 w 2361"/>
                    <a:gd name="connsiteY5" fmla="*/ 1667 h 4039"/>
                    <a:gd name="connsiteX6" fmla="*/ 0 w 2361"/>
                    <a:gd name="connsiteY6" fmla="*/ 1505 h 4039"/>
                    <a:gd name="connsiteX7" fmla="*/ 1273 w 2361"/>
                    <a:gd name="connsiteY7" fmla="*/ 0 h 4039"/>
                    <a:gd name="connsiteX8" fmla="*/ 2362 w 2361"/>
                    <a:gd name="connsiteY8" fmla="*/ 3044 h 4039"/>
                    <a:gd name="connsiteX9" fmla="*/ 2315 w 2361"/>
                    <a:gd name="connsiteY9" fmla="*/ 3230 h 4039"/>
                    <a:gd name="connsiteX10" fmla="*/ 2199 w 2361"/>
                    <a:gd name="connsiteY10" fmla="*/ 3288 h 4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361" h="4039">
                      <a:moveTo>
                        <a:pt x="2199" y="3288"/>
                      </a:moveTo>
                      <a:lnTo>
                        <a:pt x="509" y="4040"/>
                      </a:lnTo>
                      <a:lnTo>
                        <a:pt x="2003" y="3311"/>
                      </a:lnTo>
                      <a:lnTo>
                        <a:pt x="602" y="3484"/>
                      </a:lnTo>
                      <a:lnTo>
                        <a:pt x="1320" y="1933"/>
                      </a:lnTo>
                      <a:lnTo>
                        <a:pt x="0" y="1667"/>
                      </a:lnTo>
                      <a:lnTo>
                        <a:pt x="0" y="1505"/>
                      </a:lnTo>
                      <a:lnTo>
                        <a:pt x="1273" y="0"/>
                      </a:lnTo>
                      <a:lnTo>
                        <a:pt x="2362" y="3044"/>
                      </a:lnTo>
                      <a:lnTo>
                        <a:pt x="2315" y="3230"/>
                      </a:lnTo>
                      <a:lnTo>
                        <a:pt x="2199" y="328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57" name="Freeform: Shape 556">
                  <a:extLst>
                    <a:ext uri="{FF2B5EF4-FFF2-40B4-BE49-F238E27FC236}">
                      <a16:creationId xmlns:a16="http://schemas.microsoft.com/office/drawing/2014/main" id="{A5E7AB41-2F4F-9044-1F5C-FF1D66E6166B}"/>
                    </a:ext>
                  </a:extLst>
                </p:cNvPr>
                <p:cNvSpPr/>
                <p:nvPr/>
              </p:nvSpPr>
              <p:spPr>
                <a:xfrm>
                  <a:off x="8395807" y="2946691"/>
                  <a:ext cx="2662" cy="3507"/>
                </a:xfrm>
                <a:custGeom>
                  <a:avLst/>
                  <a:gdLst>
                    <a:gd name="connsiteX0" fmla="*/ 1505 w 2662"/>
                    <a:gd name="connsiteY0" fmla="*/ 2477 h 3507"/>
                    <a:gd name="connsiteX1" fmla="*/ 0 w 2662"/>
                    <a:gd name="connsiteY1" fmla="*/ 3508 h 3507"/>
                    <a:gd name="connsiteX2" fmla="*/ 1019 w 2662"/>
                    <a:gd name="connsiteY2" fmla="*/ 0 h 3507"/>
                    <a:gd name="connsiteX3" fmla="*/ 2628 w 2662"/>
                    <a:gd name="connsiteY3" fmla="*/ 1470 h 3507"/>
                    <a:gd name="connsiteX4" fmla="*/ 2663 w 2662"/>
                    <a:gd name="connsiteY4" fmla="*/ 1493 h 3507"/>
                    <a:gd name="connsiteX5" fmla="*/ 1505 w 2662"/>
                    <a:gd name="connsiteY5" fmla="*/ 2477 h 35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62" h="3507">
                      <a:moveTo>
                        <a:pt x="1505" y="2477"/>
                      </a:moveTo>
                      <a:lnTo>
                        <a:pt x="0" y="3508"/>
                      </a:lnTo>
                      <a:lnTo>
                        <a:pt x="1019" y="0"/>
                      </a:lnTo>
                      <a:lnTo>
                        <a:pt x="2628" y="1470"/>
                      </a:lnTo>
                      <a:lnTo>
                        <a:pt x="2663" y="1493"/>
                      </a:lnTo>
                      <a:lnTo>
                        <a:pt x="1505" y="247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58" name="Freeform: Shape 557">
                  <a:extLst>
                    <a:ext uri="{FF2B5EF4-FFF2-40B4-BE49-F238E27FC236}">
                      <a16:creationId xmlns:a16="http://schemas.microsoft.com/office/drawing/2014/main" id="{52472566-2EDE-470E-664B-04854F742F66}"/>
                    </a:ext>
                  </a:extLst>
                </p:cNvPr>
                <p:cNvSpPr/>
                <p:nvPr/>
              </p:nvSpPr>
              <p:spPr>
                <a:xfrm>
                  <a:off x="8020668" y="3849007"/>
                  <a:ext cx="3877" cy="4861"/>
                </a:xfrm>
                <a:custGeom>
                  <a:avLst/>
                  <a:gdLst>
                    <a:gd name="connsiteX0" fmla="*/ 0 w 3877"/>
                    <a:gd name="connsiteY0" fmla="*/ 4862 h 4861"/>
                    <a:gd name="connsiteX1" fmla="*/ 914 w 3877"/>
                    <a:gd name="connsiteY1" fmla="*/ 1794 h 4861"/>
                    <a:gd name="connsiteX2" fmla="*/ 3878 w 3877"/>
                    <a:gd name="connsiteY2" fmla="*/ 0 h 4861"/>
                    <a:gd name="connsiteX3" fmla="*/ 0 w 3877"/>
                    <a:gd name="connsiteY3" fmla="*/ 4862 h 4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77" h="4861">
                      <a:moveTo>
                        <a:pt x="0" y="4862"/>
                      </a:moveTo>
                      <a:lnTo>
                        <a:pt x="914" y="1794"/>
                      </a:lnTo>
                      <a:lnTo>
                        <a:pt x="3878" y="0"/>
                      </a:lnTo>
                      <a:lnTo>
                        <a:pt x="0" y="48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59" name="Freeform: Shape 558">
                  <a:extLst>
                    <a:ext uri="{FF2B5EF4-FFF2-40B4-BE49-F238E27FC236}">
                      <a16:creationId xmlns:a16="http://schemas.microsoft.com/office/drawing/2014/main" id="{74530828-FBC6-33BB-42D9-C5A2A4720B9B}"/>
                    </a:ext>
                  </a:extLst>
                </p:cNvPr>
                <p:cNvSpPr/>
                <p:nvPr/>
              </p:nvSpPr>
              <p:spPr>
                <a:xfrm>
                  <a:off x="8072968" y="4124073"/>
                  <a:ext cx="3808" cy="3217"/>
                </a:xfrm>
                <a:custGeom>
                  <a:avLst/>
                  <a:gdLst>
                    <a:gd name="connsiteX0" fmla="*/ 1632 w 3808"/>
                    <a:gd name="connsiteY0" fmla="*/ 0 h 3217"/>
                    <a:gd name="connsiteX1" fmla="*/ 3808 w 3808"/>
                    <a:gd name="connsiteY1" fmla="*/ 3218 h 3217"/>
                    <a:gd name="connsiteX2" fmla="*/ 0 w 3808"/>
                    <a:gd name="connsiteY2" fmla="*/ 1146 h 3217"/>
                    <a:gd name="connsiteX3" fmla="*/ 579 w 3808"/>
                    <a:gd name="connsiteY3" fmla="*/ 35 h 3217"/>
                    <a:gd name="connsiteX4" fmla="*/ 2130 w 3808"/>
                    <a:gd name="connsiteY4" fmla="*/ 1354 h 3217"/>
                    <a:gd name="connsiteX5" fmla="*/ 1632 w 3808"/>
                    <a:gd name="connsiteY5" fmla="*/ 0 h 3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08" h="3217">
                      <a:moveTo>
                        <a:pt x="1632" y="0"/>
                      </a:moveTo>
                      <a:lnTo>
                        <a:pt x="3808" y="3218"/>
                      </a:lnTo>
                      <a:lnTo>
                        <a:pt x="0" y="1146"/>
                      </a:lnTo>
                      <a:lnTo>
                        <a:pt x="579" y="35"/>
                      </a:lnTo>
                      <a:lnTo>
                        <a:pt x="2130" y="1354"/>
                      </a:lnTo>
                      <a:lnTo>
                        <a:pt x="1632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60" name="Freeform: Shape 559">
                  <a:extLst>
                    <a:ext uri="{FF2B5EF4-FFF2-40B4-BE49-F238E27FC236}">
                      <a16:creationId xmlns:a16="http://schemas.microsoft.com/office/drawing/2014/main" id="{BF9E34FD-597B-67FE-7523-CD62706FD4CF}"/>
                    </a:ext>
                  </a:extLst>
                </p:cNvPr>
                <p:cNvSpPr/>
                <p:nvPr/>
              </p:nvSpPr>
              <p:spPr>
                <a:xfrm>
                  <a:off x="9065067" y="3955193"/>
                  <a:ext cx="7790" cy="1956"/>
                </a:xfrm>
                <a:custGeom>
                  <a:avLst/>
                  <a:gdLst>
                    <a:gd name="connsiteX0" fmla="*/ 6598 w 7790"/>
                    <a:gd name="connsiteY0" fmla="*/ 1239 h 1956"/>
                    <a:gd name="connsiteX1" fmla="*/ 0 w 7790"/>
                    <a:gd name="connsiteY1" fmla="*/ 1956 h 1956"/>
                    <a:gd name="connsiteX2" fmla="*/ 7791 w 7790"/>
                    <a:gd name="connsiteY2" fmla="*/ 0 h 1956"/>
                    <a:gd name="connsiteX3" fmla="*/ 6598 w 7790"/>
                    <a:gd name="connsiteY3" fmla="*/ 1239 h 1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90" h="1956">
                      <a:moveTo>
                        <a:pt x="6598" y="1239"/>
                      </a:moveTo>
                      <a:lnTo>
                        <a:pt x="0" y="1956"/>
                      </a:lnTo>
                      <a:lnTo>
                        <a:pt x="7791" y="0"/>
                      </a:lnTo>
                      <a:lnTo>
                        <a:pt x="6598" y="12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61" name="Freeform: Shape 560">
                  <a:extLst>
                    <a:ext uri="{FF2B5EF4-FFF2-40B4-BE49-F238E27FC236}">
                      <a16:creationId xmlns:a16="http://schemas.microsoft.com/office/drawing/2014/main" id="{765CC4CF-1C55-E261-4F03-61D49FE7F801}"/>
                    </a:ext>
                  </a:extLst>
                </p:cNvPr>
                <p:cNvSpPr/>
                <p:nvPr/>
              </p:nvSpPr>
              <p:spPr>
                <a:xfrm>
                  <a:off x="9668008" y="1841553"/>
                  <a:ext cx="2477" cy="3565"/>
                </a:xfrm>
                <a:custGeom>
                  <a:avLst/>
                  <a:gdLst>
                    <a:gd name="connsiteX0" fmla="*/ 0 w 2477"/>
                    <a:gd name="connsiteY0" fmla="*/ 2361 h 3565"/>
                    <a:gd name="connsiteX1" fmla="*/ 1227 w 2477"/>
                    <a:gd name="connsiteY1" fmla="*/ 0 h 3565"/>
                    <a:gd name="connsiteX2" fmla="*/ 2477 w 2477"/>
                    <a:gd name="connsiteY2" fmla="*/ 3554 h 3565"/>
                    <a:gd name="connsiteX3" fmla="*/ 2466 w 2477"/>
                    <a:gd name="connsiteY3" fmla="*/ 3565 h 3565"/>
                    <a:gd name="connsiteX4" fmla="*/ 0 w 2477"/>
                    <a:gd name="connsiteY4" fmla="*/ 2361 h 35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7" h="3565">
                      <a:moveTo>
                        <a:pt x="0" y="2361"/>
                      </a:moveTo>
                      <a:lnTo>
                        <a:pt x="1227" y="0"/>
                      </a:lnTo>
                      <a:lnTo>
                        <a:pt x="2477" y="3554"/>
                      </a:lnTo>
                      <a:lnTo>
                        <a:pt x="2466" y="3565"/>
                      </a:lnTo>
                      <a:lnTo>
                        <a:pt x="0" y="236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62" name="Freeform: Shape 561">
                  <a:extLst>
                    <a:ext uri="{FF2B5EF4-FFF2-40B4-BE49-F238E27FC236}">
                      <a16:creationId xmlns:a16="http://schemas.microsoft.com/office/drawing/2014/main" id="{1A2A1A1C-5740-1838-913F-8B3963E2A444}"/>
                    </a:ext>
                  </a:extLst>
                </p:cNvPr>
                <p:cNvSpPr/>
                <p:nvPr/>
              </p:nvSpPr>
              <p:spPr>
                <a:xfrm>
                  <a:off x="8118959" y="4339315"/>
                  <a:ext cx="2488" cy="3079"/>
                </a:xfrm>
                <a:custGeom>
                  <a:avLst/>
                  <a:gdLst>
                    <a:gd name="connsiteX0" fmla="*/ 417 w 2488"/>
                    <a:gd name="connsiteY0" fmla="*/ 2998 h 3079"/>
                    <a:gd name="connsiteX1" fmla="*/ 0 w 2488"/>
                    <a:gd name="connsiteY1" fmla="*/ 3079 h 3079"/>
                    <a:gd name="connsiteX2" fmla="*/ 1204 w 2488"/>
                    <a:gd name="connsiteY2" fmla="*/ 0 h 3079"/>
                    <a:gd name="connsiteX3" fmla="*/ 2489 w 2488"/>
                    <a:gd name="connsiteY3" fmla="*/ 1864 h 3079"/>
                    <a:gd name="connsiteX4" fmla="*/ 2408 w 2488"/>
                    <a:gd name="connsiteY4" fmla="*/ 2223 h 3079"/>
                    <a:gd name="connsiteX5" fmla="*/ 417 w 2488"/>
                    <a:gd name="connsiteY5" fmla="*/ 2998 h 30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88" h="3079">
                      <a:moveTo>
                        <a:pt x="417" y="2998"/>
                      </a:moveTo>
                      <a:lnTo>
                        <a:pt x="0" y="3079"/>
                      </a:lnTo>
                      <a:lnTo>
                        <a:pt x="1204" y="0"/>
                      </a:lnTo>
                      <a:lnTo>
                        <a:pt x="2489" y="1864"/>
                      </a:lnTo>
                      <a:lnTo>
                        <a:pt x="2408" y="2223"/>
                      </a:lnTo>
                      <a:lnTo>
                        <a:pt x="417" y="299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63" name="Freeform: Shape 562">
                  <a:extLst>
                    <a:ext uri="{FF2B5EF4-FFF2-40B4-BE49-F238E27FC236}">
                      <a16:creationId xmlns:a16="http://schemas.microsoft.com/office/drawing/2014/main" id="{DBFC4211-D9C1-BB3D-4113-5F6294A5098E}"/>
                    </a:ext>
                  </a:extLst>
                </p:cNvPr>
                <p:cNvSpPr/>
                <p:nvPr/>
              </p:nvSpPr>
              <p:spPr>
                <a:xfrm>
                  <a:off x="8259895" y="3996102"/>
                  <a:ext cx="2477" cy="2697"/>
                </a:xfrm>
                <a:custGeom>
                  <a:avLst/>
                  <a:gdLst>
                    <a:gd name="connsiteX0" fmla="*/ 1783 w 2477"/>
                    <a:gd name="connsiteY0" fmla="*/ 0 h 2697"/>
                    <a:gd name="connsiteX1" fmla="*/ 2338 w 2477"/>
                    <a:gd name="connsiteY1" fmla="*/ 1505 h 2697"/>
                    <a:gd name="connsiteX2" fmla="*/ 2477 w 2477"/>
                    <a:gd name="connsiteY2" fmla="*/ 1956 h 2697"/>
                    <a:gd name="connsiteX3" fmla="*/ 1239 w 2477"/>
                    <a:gd name="connsiteY3" fmla="*/ 2697 h 2697"/>
                    <a:gd name="connsiteX4" fmla="*/ 0 w 2477"/>
                    <a:gd name="connsiteY4" fmla="*/ 1157 h 2697"/>
                    <a:gd name="connsiteX5" fmla="*/ 1783 w 2477"/>
                    <a:gd name="connsiteY5" fmla="*/ 0 h 26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77" h="2697">
                      <a:moveTo>
                        <a:pt x="1783" y="0"/>
                      </a:moveTo>
                      <a:lnTo>
                        <a:pt x="2338" y="1505"/>
                      </a:lnTo>
                      <a:lnTo>
                        <a:pt x="2477" y="1956"/>
                      </a:lnTo>
                      <a:lnTo>
                        <a:pt x="1239" y="2697"/>
                      </a:lnTo>
                      <a:lnTo>
                        <a:pt x="0" y="1157"/>
                      </a:lnTo>
                      <a:lnTo>
                        <a:pt x="178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64" name="Freeform: Shape 563">
                  <a:extLst>
                    <a:ext uri="{FF2B5EF4-FFF2-40B4-BE49-F238E27FC236}">
                      <a16:creationId xmlns:a16="http://schemas.microsoft.com/office/drawing/2014/main" id="{5B83800B-0E10-FE9D-5092-7B779767118F}"/>
                    </a:ext>
                  </a:extLst>
                </p:cNvPr>
                <p:cNvSpPr/>
                <p:nvPr/>
              </p:nvSpPr>
              <p:spPr>
                <a:xfrm>
                  <a:off x="7921185" y="2967192"/>
                  <a:ext cx="2766" cy="2002"/>
                </a:xfrm>
                <a:custGeom>
                  <a:avLst/>
                  <a:gdLst>
                    <a:gd name="connsiteX0" fmla="*/ 2014 w 2766"/>
                    <a:gd name="connsiteY0" fmla="*/ 1910 h 2002"/>
                    <a:gd name="connsiteX1" fmla="*/ 787 w 2766"/>
                    <a:gd name="connsiteY1" fmla="*/ 2002 h 2002"/>
                    <a:gd name="connsiteX2" fmla="*/ 0 w 2766"/>
                    <a:gd name="connsiteY2" fmla="*/ 1169 h 2002"/>
                    <a:gd name="connsiteX3" fmla="*/ 46 w 2766"/>
                    <a:gd name="connsiteY3" fmla="*/ 1065 h 2002"/>
                    <a:gd name="connsiteX4" fmla="*/ 1574 w 2766"/>
                    <a:gd name="connsiteY4" fmla="*/ 11 h 2002"/>
                    <a:gd name="connsiteX5" fmla="*/ 1759 w 2766"/>
                    <a:gd name="connsiteY5" fmla="*/ 0 h 2002"/>
                    <a:gd name="connsiteX6" fmla="*/ 2570 w 2766"/>
                    <a:gd name="connsiteY6" fmla="*/ 474 h 2002"/>
                    <a:gd name="connsiteX7" fmla="*/ 2767 w 2766"/>
                    <a:gd name="connsiteY7" fmla="*/ 972 h 2002"/>
                    <a:gd name="connsiteX8" fmla="*/ 2014 w 2766"/>
                    <a:gd name="connsiteY8" fmla="*/ 1910 h 2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66" h="2002">
                      <a:moveTo>
                        <a:pt x="2014" y="1910"/>
                      </a:moveTo>
                      <a:lnTo>
                        <a:pt x="787" y="2002"/>
                      </a:lnTo>
                      <a:lnTo>
                        <a:pt x="0" y="1169"/>
                      </a:lnTo>
                      <a:lnTo>
                        <a:pt x="46" y="1065"/>
                      </a:lnTo>
                      <a:lnTo>
                        <a:pt x="1574" y="11"/>
                      </a:lnTo>
                      <a:lnTo>
                        <a:pt x="1759" y="0"/>
                      </a:lnTo>
                      <a:lnTo>
                        <a:pt x="2570" y="474"/>
                      </a:lnTo>
                      <a:lnTo>
                        <a:pt x="2767" y="972"/>
                      </a:lnTo>
                      <a:lnTo>
                        <a:pt x="2014" y="191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65" name="Freeform: Shape 564">
                  <a:extLst>
                    <a:ext uri="{FF2B5EF4-FFF2-40B4-BE49-F238E27FC236}">
                      <a16:creationId xmlns:a16="http://schemas.microsoft.com/office/drawing/2014/main" id="{0D2CE6D5-C4D4-2BA6-D7D5-FAF180FB3860}"/>
                    </a:ext>
                  </a:extLst>
                </p:cNvPr>
                <p:cNvSpPr/>
                <p:nvPr/>
              </p:nvSpPr>
              <p:spPr>
                <a:xfrm>
                  <a:off x="8017878" y="3265027"/>
                  <a:ext cx="2592" cy="2697"/>
                </a:xfrm>
                <a:custGeom>
                  <a:avLst/>
                  <a:gdLst>
                    <a:gd name="connsiteX0" fmla="*/ 104 w 2592"/>
                    <a:gd name="connsiteY0" fmla="*/ 625 h 2697"/>
                    <a:gd name="connsiteX1" fmla="*/ 1991 w 2592"/>
                    <a:gd name="connsiteY1" fmla="*/ 0 h 2697"/>
                    <a:gd name="connsiteX2" fmla="*/ 2593 w 2592"/>
                    <a:gd name="connsiteY2" fmla="*/ 1551 h 2697"/>
                    <a:gd name="connsiteX3" fmla="*/ 2547 w 2592"/>
                    <a:gd name="connsiteY3" fmla="*/ 2697 h 2697"/>
                    <a:gd name="connsiteX4" fmla="*/ 579 w 2592"/>
                    <a:gd name="connsiteY4" fmla="*/ 1262 h 2697"/>
                    <a:gd name="connsiteX5" fmla="*/ 0 w 2592"/>
                    <a:gd name="connsiteY5" fmla="*/ 718 h 2697"/>
                    <a:gd name="connsiteX6" fmla="*/ 104 w 2592"/>
                    <a:gd name="connsiteY6" fmla="*/ 625 h 26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92" h="2697">
                      <a:moveTo>
                        <a:pt x="104" y="625"/>
                      </a:moveTo>
                      <a:lnTo>
                        <a:pt x="1991" y="0"/>
                      </a:lnTo>
                      <a:lnTo>
                        <a:pt x="2593" y="1551"/>
                      </a:lnTo>
                      <a:lnTo>
                        <a:pt x="2547" y="2697"/>
                      </a:lnTo>
                      <a:lnTo>
                        <a:pt x="579" y="1262"/>
                      </a:lnTo>
                      <a:lnTo>
                        <a:pt x="0" y="718"/>
                      </a:lnTo>
                      <a:lnTo>
                        <a:pt x="104" y="62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66" name="Freeform: Shape 565">
                  <a:extLst>
                    <a:ext uri="{FF2B5EF4-FFF2-40B4-BE49-F238E27FC236}">
                      <a16:creationId xmlns:a16="http://schemas.microsoft.com/office/drawing/2014/main" id="{DFB94D92-B3E9-5BFD-F6A0-40978B2B7AAB}"/>
                    </a:ext>
                  </a:extLst>
                </p:cNvPr>
                <p:cNvSpPr/>
                <p:nvPr/>
              </p:nvSpPr>
              <p:spPr>
                <a:xfrm>
                  <a:off x="8518732" y="2732097"/>
                  <a:ext cx="2662" cy="2373"/>
                </a:xfrm>
                <a:custGeom>
                  <a:avLst/>
                  <a:gdLst>
                    <a:gd name="connsiteX0" fmla="*/ 2049 w 2662"/>
                    <a:gd name="connsiteY0" fmla="*/ 2280 h 2373"/>
                    <a:gd name="connsiteX1" fmla="*/ 1968 w 2662"/>
                    <a:gd name="connsiteY1" fmla="*/ 2373 h 2373"/>
                    <a:gd name="connsiteX2" fmla="*/ 0 w 2662"/>
                    <a:gd name="connsiteY2" fmla="*/ 1447 h 2373"/>
                    <a:gd name="connsiteX3" fmla="*/ 1366 w 2662"/>
                    <a:gd name="connsiteY3" fmla="*/ 0 h 2373"/>
                    <a:gd name="connsiteX4" fmla="*/ 1783 w 2662"/>
                    <a:gd name="connsiteY4" fmla="*/ 232 h 2373"/>
                    <a:gd name="connsiteX5" fmla="*/ 2662 w 2662"/>
                    <a:gd name="connsiteY5" fmla="*/ 880 h 2373"/>
                    <a:gd name="connsiteX6" fmla="*/ 2049 w 2662"/>
                    <a:gd name="connsiteY6" fmla="*/ 2280 h 23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62" h="2373">
                      <a:moveTo>
                        <a:pt x="2049" y="2280"/>
                      </a:moveTo>
                      <a:lnTo>
                        <a:pt x="1968" y="2373"/>
                      </a:lnTo>
                      <a:lnTo>
                        <a:pt x="0" y="1447"/>
                      </a:lnTo>
                      <a:lnTo>
                        <a:pt x="1366" y="0"/>
                      </a:lnTo>
                      <a:lnTo>
                        <a:pt x="1783" y="232"/>
                      </a:lnTo>
                      <a:lnTo>
                        <a:pt x="2662" y="880"/>
                      </a:lnTo>
                      <a:lnTo>
                        <a:pt x="2049" y="22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67" name="Freeform: Shape 566">
                  <a:extLst>
                    <a:ext uri="{FF2B5EF4-FFF2-40B4-BE49-F238E27FC236}">
                      <a16:creationId xmlns:a16="http://schemas.microsoft.com/office/drawing/2014/main" id="{C84B17CE-BFFA-2766-C5DD-1CDCCA8E7466}"/>
                    </a:ext>
                  </a:extLst>
                </p:cNvPr>
                <p:cNvSpPr/>
                <p:nvPr/>
              </p:nvSpPr>
              <p:spPr>
                <a:xfrm>
                  <a:off x="7835072" y="3220020"/>
                  <a:ext cx="4618" cy="2095"/>
                </a:xfrm>
                <a:custGeom>
                  <a:avLst/>
                  <a:gdLst>
                    <a:gd name="connsiteX0" fmla="*/ 3172 w 4618"/>
                    <a:gd name="connsiteY0" fmla="*/ 949 h 2095"/>
                    <a:gd name="connsiteX1" fmla="*/ 4619 w 4618"/>
                    <a:gd name="connsiteY1" fmla="*/ 2095 h 2095"/>
                    <a:gd name="connsiteX2" fmla="*/ 0 w 4618"/>
                    <a:gd name="connsiteY2" fmla="*/ 1077 h 2095"/>
                    <a:gd name="connsiteX3" fmla="*/ 4098 w 4618"/>
                    <a:gd name="connsiteY3" fmla="*/ 0 h 2095"/>
                    <a:gd name="connsiteX4" fmla="*/ 3172 w 4618"/>
                    <a:gd name="connsiteY4" fmla="*/ 949 h 2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18" h="2095">
                      <a:moveTo>
                        <a:pt x="3172" y="949"/>
                      </a:moveTo>
                      <a:lnTo>
                        <a:pt x="4619" y="2095"/>
                      </a:lnTo>
                      <a:lnTo>
                        <a:pt x="0" y="1077"/>
                      </a:lnTo>
                      <a:lnTo>
                        <a:pt x="4098" y="0"/>
                      </a:lnTo>
                      <a:lnTo>
                        <a:pt x="3172" y="94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68" name="Freeform: Shape 567">
                  <a:extLst>
                    <a:ext uri="{FF2B5EF4-FFF2-40B4-BE49-F238E27FC236}">
                      <a16:creationId xmlns:a16="http://schemas.microsoft.com/office/drawing/2014/main" id="{9F4C1B3A-DD0D-97EE-DBF6-112428E9C040}"/>
                    </a:ext>
                  </a:extLst>
                </p:cNvPr>
                <p:cNvSpPr/>
                <p:nvPr/>
              </p:nvSpPr>
              <p:spPr>
                <a:xfrm>
                  <a:off x="7927135" y="3080624"/>
                  <a:ext cx="2569" cy="2650"/>
                </a:xfrm>
                <a:custGeom>
                  <a:avLst/>
                  <a:gdLst>
                    <a:gd name="connsiteX0" fmla="*/ 0 w 2569"/>
                    <a:gd name="connsiteY0" fmla="*/ 845 h 2650"/>
                    <a:gd name="connsiteX1" fmla="*/ 961 w 2569"/>
                    <a:gd name="connsiteY1" fmla="*/ 0 h 2650"/>
                    <a:gd name="connsiteX2" fmla="*/ 2570 w 2569"/>
                    <a:gd name="connsiteY2" fmla="*/ 1111 h 2650"/>
                    <a:gd name="connsiteX3" fmla="*/ 1470 w 2569"/>
                    <a:gd name="connsiteY3" fmla="*/ 2651 h 2650"/>
                    <a:gd name="connsiteX4" fmla="*/ 0 w 2569"/>
                    <a:gd name="connsiteY4" fmla="*/ 845 h 2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69" h="2650">
                      <a:moveTo>
                        <a:pt x="0" y="845"/>
                      </a:moveTo>
                      <a:lnTo>
                        <a:pt x="961" y="0"/>
                      </a:lnTo>
                      <a:lnTo>
                        <a:pt x="2570" y="1111"/>
                      </a:lnTo>
                      <a:lnTo>
                        <a:pt x="1470" y="2651"/>
                      </a:lnTo>
                      <a:lnTo>
                        <a:pt x="0" y="84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69" name="Freeform: Shape 568">
                  <a:extLst>
                    <a:ext uri="{FF2B5EF4-FFF2-40B4-BE49-F238E27FC236}">
                      <a16:creationId xmlns:a16="http://schemas.microsoft.com/office/drawing/2014/main" id="{ECFA4026-08CF-CFCF-3422-08E1E1E4FE4B}"/>
                    </a:ext>
                  </a:extLst>
                </p:cNvPr>
                <p:cNvSpPr/>
                <p:nvPr/>
              </p:nvSpPr>
              <p:spPr>
                <a:xfrm>
                  <a:off x="7864996" y="3124635"/>
                  <a:ext cx="3032" cy="1886"/>
                </a:xfrm>
                <a:custGeom>
                  <a:avLst/>
                  <a:gdLst>
                    <a:gd name="connsiteX0" fmla="*/ 0 w 3032"/>
                    <a:gd name="connsiteY0" fmla="*/ 1215 h 1886"/>
                    <a:gd name="connsiteX1" fmla="*/ 116 w 3032"/>
                    <a:gd name="connsiteY1" fmla="*/ 0 h 1886"/>
                    <a:gd name="connsiteX2" fmla="*/ 1609 w 3032"/>
                    <a:gd name="connsiteY2" fmla="*/ 1019 h 1886"/>
                    <a:gd name="connsiteX3" fmla="*/ 2917 w 3032"/>
                    <a:gd name="connsiteY3" fmla="*/ 46 h 1886"/>
                    <a:gd name="connsiteX4" fmla="*/ 3033 w 3032"/>
                    <a:gd name="connsiteY4" fmla="*/ 1887 h 1886"/>
                    <a:gd name="connsiteX5" fmla="*/ 220 w 3032"/>
                    <a:gd name="connsiteY5" fmla="*/ 1412 h 1886"/>
                    <a:gd name="connsiteX6" fmla="*/ 0 w 3032"/>
                    <a:gd name="connsiteY6" fmla="*/ 1215 h 1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032" h="1886">
                      <a:moveTo>
                        <a:pt x="0" y="1215"/>
                      </a:moveTo>
                      <a:lnTo>
                        <a:pt x="116" y="0"/>
                      </a:lnTo>
                      <a:lnTo>
                        <a:pt x="1609" y="1019"/>
                      </a:lnTo>
                      <a:lnTo>
                        <a:pt x="2917" y="46"/>
                      </a:lnTo>
                      <a:lnTo>
                        <a:pt x="3033" y="1887"/>
                      </a:lnTo>
                      <a:lnTo>
                        <a:pt x="220" y="1412"/>
                      </a:lnTo>
                      <a:lnTo>
                        <a:pt x="0" y="121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70" name="Freeform: Shape 569">
                  <a:extLst>
                    <a:ext uri="{FF2B5EF4-FFF2-40B4-BE49-F238E27FC236}">
                      <a16:creationId xmlns:a16="http://schemas.microsoft.com/office/drawing/2014/main" id="{34A7F749-C861-F868-C9CF-4FBFD6D3AA32}"/>
                    </a:ext>
                  </a:extLst>
                </p:cNvPr>
                <p:cNvSpPr/>
                <p:nvPr/>
              </p:nvSpPr>
              <p:spPr>
                <a:xfrm>
                  <a:off x="7696381" y="3198524"/>
                  <a:ext cx="1875" cy="3600"/>
                </a:xfrm>
                <a:custGeom>
                  <a:avLst/>
                  <a:gdLst>
                    <a:gd name="connsiteX0" fmla="*/ 0 w 1875"/>
                    <a:gd name="connsiteY0" fmla="*/ 0 h 3600"/>
                    <a:gd name="connsiteX1" fmla="*/ 1482 w 1875"/>
                    <a:gd name="connsiteY1" fmla="*/ 428 h 3600"/>
                    <a:gd name="connsiteX2" fmla="*/ 1875 w 1875"/>
                    <a:gd name="connsiteY2" fmla="*/ 706 h 3600"/>
                    <a:gd name="connsiteX3" fmla="*/ 776 w 1875"/>
                    <a:gd name="connsiteY3" fmla="*/ 3600 h 3600"/>
                    <a:gd name="connsiteX4" fmla="*/ 0 w 1875"/>
                    <a:gd name="connsiteY4" fmla="*/ 0 h 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75" h="3600">
                      <a:moveTo>
                        <a:pt x="0" y="0"/>
                      </a:moveTo>
                      <a:lnTo>
                        <a:pt x="1482" y="428"/>
                      </a:lnTo>
                      <a:lnTo>
                        <a:pt x="1875" y="706"/>
                      </a:lnTo>
                      <a:lnTo>
                        <a:pt x="776" y="360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71" name="Freeform: Shape 570">
                  <a:extLst>
                    <a:ext uri="{FF2B5EF4-FFF2-40B4-BE49-F238E27FC236}">
                      <a16:creationId xmlns:a16="http://schemas.microsoft.com/office/drawing/2014/main" id="{C406209B-8A90-DC8E-FA7F-13B04BA189C6}"/>
                    </a:ext>
                  </a:extLst>
                </p:cNvPr>
                <p:cNvSpPr/>
                <p:nvPr/>
              </p:nvSpPr>
              <p:spPr>
                <a:xfrm>
                  <a:off x="9265712" y="2460620"/>
                  <a:ext cx="2292" cy="2014"/>
                </a:xfrm>
                <a:custGeom>
                  <a:avLst/>
                  <a:gdLst>
                    <a:gd name="connsiteX0" fmla="*/ 1308 w 2292"/>
                    <a:gd name="connsiteY0" fmla="*/ 0 h 2014"/>
                    <a:gd name="connsiteX1" fmla="*/ 1945 w 2292"/>
                    <a:gd name="connsiteY1" fmla="*/ 0 h 2014"/>
                    <a:gd name="connsiteX2" fmla="*/ 2292 w 2292"/>
                    <a:gd name="connsiteY2" fmla="*/ 0 h 2014"/>
                    <a:gd name="connsiteX3" fmla="*/ 1945 w 2292"/>
                    <a:gd name="connsiteY3" fmla="*/ 868 h 2014"/>
                    <a:gd name="connsiteX4" fmla="*/ 1482 w 2292"/>
                    <a:gd name="connsiteY4" fmla="*/ 2014 h 2014"/>
                    <a:gd name="connsiteX5" fmla="*/ 58 w 2292"/>
                    <a:gd name="connsiteY5" fmla="*/ 1736 h 2014"/>
                    <a:gd name="connsiteX6" fmla="*/ 428 w 2292"/>
                    <a:gd name="connsiteY6" fmla="*/ 671 h 2014"/>
                    <a:gd name="connsiteX7" fmla="*/ 0 w 2292"/>
                    <a:gd name="connsiteY7" fmla="*/ 475 h 2014"/>
                    <a:gd name="connsiteX8" fmla="*/ 81 w 2292"/>
                    <a:gd name="connsiteY8" fmla="*/ 11 h 2014"/>
                    <a:gd name="connsiteX9" fmla="*/ 625 w 2292"/>
                    <a:gd name="connsiteY9" fmla="*/ 11 h 2014"/>
                    <a:gd name="connsiteX10" fmla="*/ 822 w 2292"/>
                    <a:gd name="connsiteY10" fmla="*/ 174 h 2014"/>
                    <a:gd name="connsiteX11" fmla="*/ 1308 w 2292"/>
                    <a:gd name="connsiteY11" fmla="*/ 0 h 2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2" h="2014">
                      <a:moveTo>
                        <a:pt x="1308" y="0"/>
                      </a:moveTo>
                      <a:lnTo>
                        <a:pt x="1945" y="0"/>
                      </a:lnTo>
                      <a:lnTo>
                        <a:pt x="2292" y="0"/>
                      </a:lnTo>
                      <a:lnTo>
                        <a:pt x="1945" y="868"/>
                      </a:lnTo>
                      <a:lnTo>
                        <a:pt x="1482" y="2014"/>
                      </a:lnTo>
                      <a:lnTo>
                        <a:pt x="58" y="1736"/>
                      </a:lnTo>
                      <a:lnTo>
                        <a:pt x="428" y="671"/>
                      </a:lnTo>
                      <a:lnTo>
                        <a:pt x="0" y="475"/>
                      </a:lnTo>
                      <a:lnTo>
                        <a:pt x="81" y="11"/>
                      </a:lnTo>
                      <a:lnTo>
                        <a:pt x="625" y="11"/>
                      </a:lnTo>
                      <a:lnTo>
                        <a:pt x="822" y="174"/>
                      </a:lnTo>
                      <a:lnTo>
                        <a:pt x="1308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72" name="Freeform: Shape 571">
                  <a:extLst>
                    <a:ext uri="{FF2B5EF4-FFF2-40B4-BE49-F238E27FC236}">
                      <a16:creationId xmlns:a16="http://schemas.microsoft.com/office/drawing/2014/main" id="{7D687C9F-8245-7D84-2C8F-FA4051751278}"/>
                    </a:ext>
                  </a:extLst>
                </p:cNvPr>
                <p:cNvSpPr/>
                <p:nvPr/>
              </p:nvSpPr>
              <p:spPr>
                <a:xfrm>
                  <a:off x="7856429" y="3155137"/>
                  <a:ext cx="3102" cy="1979"/>
                </a:xfrm>
                <a:custGeom>
                  <a:avLst/>
                  <a:gdLst>
                    <a:gd name="connsiteX0" fmla="*/ 3079 w 3102"/>
                    <a:gd name="connsiteY0" fmla="*/ 1007 h 1979"/>
                    <a:gd name="connsiteX1" fmla="*/ 1517 w 3102"/>
                    <a:gd name="connsiteY1" fmla="*/ 1980 h 1979"/>
                    <a:gd name="connsiteX2" fmla="*/ 752 w 3102"/>
                    <a:gd name="connsiteY2" fmla="*/ 1910 h 1979"/>
                    <a:gd name="connsiteX3" fmla="*/ 243 w 3102"/>
                    <a:gd name="connsiteY3" fmla="*/ 1354 h 1979"/>
                    <a:gd name="connsiteX4" fmla="*/ 162 w 3102"/>
                    <a:gd name="connsiteY4" fmla="*/ 1354 h 1979"/>
                    <a:gd name="connsiteX5" fmla="*/ 1135 w 3102"/>
                    <a:gd name="connsiteY5" fmla="*/ 1192 h 1979"/>
                    <a:gd name="connsiteX6" fmla="*/ 0 w 3102"/>
                    <a:gd name="connsiteY6" fmla="*/ 243 h 1979"/>
                    <a:gd name="connsiteX7" fmla="*/ 718 w 3102"/>
                    <a:gd name="connsiteY7" fmla="*/ 0 h 1979"/>
                    <a:gd name="connsiteX8" fmla="*/ 2906 w 3102"/>
                    <a:gd name="connsiteY8" fmla="*/ 822 h 1979"/>
                    <a:gd name="connsiteX9" fmla="*/ 3102 w 3102"/>
                    <a:gd name="connsiteY9" fmla="*/ 972 h 1979"/>
                    <a:gd name="connsiteX10" fmla="*/ 3079 w 3102"/>
                    <a:gd name="connsiteY10" fmla="*/ 1007 h 1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102" h="1979">
                      <a:moveTo>
                        <a:pt x="3079" y="1007"/>
                      </a:moveTo>
                      <a:lnTo>
                        <a:pt x="1517" y="1980"/>
                      </a:lnTo>
                      <a:lnTo>
                        <a:pt x="752" y="1910"/>
                      </a:lnTo>
                      <a:lnTo>
                        <a:pt x="243" y="1354"/>
                      </a:lnTo>
                      <a:lnTo>
                        <a:pt x="162" y="1354"/>
                      </a:lnTo>
                      <a:lnTo>
                        <a:pt x="1135" y="1192"/>
                      </a:lnTo>
                      <a:lnTo>
                        <a:pt x="0" y="243"/>
                      </a:lnTo>
                      <a:lnTo>
                        <a:pt x="718" y="0"/>
                      </a:lnTo>
                      <a:lnTo>
                        <a:pt x="2906" y="822"/>
                      </a:lnTo>
                      <a:lnTo>
                        <a:pt x="3102" y="972"/>
                      </a:lnTo>
                      <a:lnTo>
                        <a:pt x="3079" y="100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73" name="Freeform: Shape 572">
                  <a:extLst>
                    <a:ext uri="{FF2B5EF4-FFF2-40B4-BE49-F238E27FC236}">
                      <a16:creationId xmlns:a16="http://schemas.microsoft.com/office/drawing/2014/main" id="{A5736568-6AB9-501B-DF8A-2ADDD577DE9B}"/>
                    </a:ext>
                  </a:extLst>
                </p:cNvPr>
                <p:cNvSpPr/>
                <p:nvPr/>
              </p:nvSpPr>
              <p:spPr>
                <a:xfrm>
                  <a:off x="7689007" y="3593771"/>
                  <a:ext cx="2662" cy="3959"/>
                </a:xfrm>
                <a:custGeom>
                  <a:avLst/>
                  <a:gdLst>
                    <a:gd name="connsiteX0" fmla="*/ 0 w 2662"/>
                    <a:gd name="connsiteY0" fmla="*/ 776 h 3959"/>
                    <a:gd name="connsiteX1" fmla="*/ 1262 w 2662"/>
                    <a:gd name="connsiteY1" fmla="*/ 0 h 3959"/>
                    <a:gd name="connsiteX2" fmla="*/ 2662 w 2662"/>
                    <a:gd name="connsiteY2" fmla="*/ 3959 h 3959"/>
                    <a:gd name="connsiteX3" fmla="*/ 1250 w 2662"/>
                    <a:gd name="connsiteY3" fmla="*/ 2362 h 3959"/>
                    <a:gd name="connsiteX4" fmla="*/ 0 w 2662"/>
                    <a:gd name="connsiteY4" fmla="*/ 776 h 39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2" h="3959">
                      <a:moveTo>
                        <a:pt x="0" y="776"/>
                      </a:moveTo>
                      <a:lnTo>
                        <a:pt x="1262" y="0"/>
                      </a:lnTo>
                      <a:lnTo>
                        <a:pt x="2662" y="3959"/>
                      </a:lnTo>
                      <a:lnTo>
                        <a:pt x="1250" y="2362"/>
                      </a:lnTo>
                      <a:lnTo>
                        <a:pt x="0" y="77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74" name="Freeform: Shape 573">
                  <a:extLst>
                    <a:ext uri="{FF2B5EF4-FFF2-40B4-BE49-F238E27FC236}">
                      <a16:creationId xmlns:a16="http://schemas.microsoft.com/office/drawing/2014/main" id="{9B88A910-FA2E-F57C-66AE-A49363EC7355}"/>
                    </a:ext>
                  </a:extLst>
                </p:cNvPr>
                <p:cNvSpPr/>
                <p:nvPr/>
              </p:nvSpPr>
              <p:spPr>
                <a:xfrm>
                  <a:off x="7951201" y="3059579"/>
                  <a:ext cx="3380" cy="2488"/>
                </a:xfrm>
                <a:custGeom>
                  <a:avLst/>
                  <a:gdLst>
                    <a:gd name="connsiteX0" fmla="*/ 3357 w 3380"/>
                    <a:gd name="connsiteY0" fmla="*/ 2084 h 2488"/>
                    <a:gd name="connsiteX1" fmla="*/ 1713 w 3380"/>
                    <a:gd name="connsiteY1" fmla="*/ 2489 h 2488"/>
                    <a:gd name="connsiteX2" fmla="*/ 845 w 3380"/>
                    <a:gd name="connsiteY2" fmla="*/ 2049 h 2488"/>
                    <a:gd name="connsiteX3" fmla="*/ 0 w 3380"/>
                    <a:gd name="connsiteY3" fmla="*/ 0 h 2488"/>
                    <a:gd name="connsiteX4" fmla="*/ 3380 w 3380"/>
                    <a:gd name="connsiteY4" fmla="*/ 2049 h 2488"/>
                    <a:gd name="connsiteX5" fmla="*/ 3357 w 3380"/>
                    <a:gd name="connsiteY5" fmla="*/ 2084 h 2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80" h="2488">
                      <a:moveTo>
                        <a:pt x="3357" y="2084"/>
                      </a:moveTo>
                      <a:lnTo>
                        <a:pt x="1713" y="2489"/>
                      </a:lnTo>
                      <a:lnTo>
                        <a:pt x="845" y="2049"/>
                      </a:lnTo>
                      <a:lnTo>
                        <a:pt x="0" y="0"/>
                      </a:lnTo>
                      <a:lnTo>
                        <a:pt x="3380" y="2049"/>
                      </a:lnTo>
                      <a:lnTo>
                        <a:pt x="3357" y="208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75" name="Freeform: Shape 574">
                  <a:extLst>
                    <a:ext uri="{FF2B5EF4-FFF2-40B4-BE49-F238E27FC236}">
                      <a16:creationId xmlns:a16="http://schemas.microsoft.com/office/drawing/2014/main" id="{A0B33B49-0445-1A63-BDE7-DF9A04C2B8F2}"/>
                    </a:ext>
                  </a:extLst>
                </p:cNvPr>
                <p:cNvSpPr/>
                <p:nvPr/>
              </p:nvSpPr>
              <p:spPr>
                <a:xfrm>
                  <a:off x="8020703" y="3953757"/>
                  <a:ext cx="2974" cy="2431"/>
                </a:xfrm>
                <a:custGeom>
                  <a:avLst/>
                  <a:gdLst>
                    <a:gd name="connsiteX0" fmla="*/ 1435 w 2974"/>
                    <a:gd name="connsiteY0" fmla="*/ 81 h 2431"/>
                    <a:gd name="connsiteX1" fmla="*/ 1748 w 2974"/>
                    <a:gd name="connsiteY1" fmla="*/ 0 h 2431"/>
                    <a:gd name="connsiteX2" fmla="*/ 2975 w 2974"/>
                    <a:gd name="connsiteY2" fmla="*/ 1088 h 2431"/>
                    <a:gd name="connsiteX3" fmla="*/ 2026 w 2974"/>
                    <a:gd name="connsiteY3" fmla="*/ 2431 h 2431"/>
                    <a:gd name="connsiteX4" fmla="*/ 0 w 2974"/>
                    <a:gd name="connsiteY4" fmla="*/ 324 h 2431"/>
                    <a:gd name="connsiteX5" fmla="*/ 150 w 2974"/>
                    <a:gd name="connsiteY5" fmla="*/ 301 h 2431"/>
                    <a:gd name="connsiteX6" fmla="*/ 1505 w 2974"/>
                    <a:gd name="connsiteY6" fmla="*/ 579 h 2431"/>
                    <a:gd name="connsiteX7" fmla="*/ 1435 w 2974"/>
                    <a:gd name="connsiteY7" fmla="*/ 81 h 2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74" h="2431">
                      <a:moveTo>
                        <a:pt x="1435" y="81"/>
                      </a:moveTo>
                      <a:lnTo>
                        <a:pt x="1748" y="0"/>
                      </a:lnTo>
                      <a:lnTo>
                        <a:pt x="2975" y="1088"/>
                      </a:lnTo>
                      <a:lnTo>
                        <a:pt x="2026" y="2431"/>
                      </a:lnTo>
                      <a:lnTo>
                        <a:pt x="0" y="324"/>
                      </a:lnTo>
                      <a:lnTo>
                        <a:pt x="150" y="301"/>
                      </a:lnTo>
                      <a:lnTo>
                        <a:pt x="1505" y="579"/>
                      </a:lnTo>
                      <a:lnTo>
                        <a:pt x="1435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76" name="Freeform: Shape 575">
                  <a:extLst>
                    <a:ext uri="{FF2B5EF4-FFF2-40B4-BE49-F238E27FC236}">
                      <a16:creationId xmlns:a16="http://schemas.microsoft.com/office/drawing/2014/main" id="{0BBF1347-DE27-4A84-01BF-EA5737A4658F}"/>
                    </a:ext>
                  </a:extLst>
                </p:cNvPr>
                <p:cNvSpPr/>
                <p:nvPr/>
              </p:nvSpPr>
              <p:spPr>
                <a:xfrm>
                  <a:off x="9636742" y="1554795"/>
                  <a:ext cx="2384" cy="3148"/>
                </a:xfrm>
                <a:custGeom>
                  <a:avLst/>
                  <a:gdLst>
                    <a:gd name="connsiteX0" fmla="*/ 1887 w 2384"/>
                    <a:gd name="connsiteY0" fmla="*/ 2292 h 3148"/>
                    <a:gd name="connsiteX1" fmla="*/ 0 w 2384"/>
                    <a:gd name="connsiteY1" fmla="*/ 3149 h 3148"/>
                    <a:gd name="connsiteX2" fmla="*/ 509 w 2384"/>
                    <a:gd name="connsiteY2" fmla="*/ 1933 h 3148"/>
                    <a:gd name="connsiteX3" fmla="*/ 1759 w 2384"/>
                    <a:gd name="connsiteY3" fmla="*/ 0 h 3148"/>
                    <a:gd name="connsiteX4" fmla="*/ 1898 w 2384"/>
                    <a:gd name="connsiteY4" fmla="*/ 289 h 3148"/>
                    <a:gd name="connsiteX5" fmla="*/ 2385 w 2384"/>
                    <a:gd name="connsiteY5" fmla="*/ 1956 h 3148"/>
                    <a:gd name="connsiteX6" fmla="*/ 1887 w 2384"/>
                    <a:gd name="connsiteY6" fmla="*/ 2292 h 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84" h="3148">
                      <a:moveTo>
                        <a:pt x="1887" y="2292"/>
                      </a:moveTo>
                      <a:lnTo>
                        <a:pt x="0" y="3149"/>
                      </a:lnTo>
                      <a:lnTo>
                        <a:pt x="509" y="1933"/>
                      </a:lnTo>
                      <a:lnTo>
                        <a:pt x="1759" y="0"/>
                      </a:lnTo>
                      <a:lnTo>
                        <a:pt x="1898" y="289"/>
                      </a:lnTo>
                      <a:lnTo>
                        <a:pt x="2385" y="1956"/>
                      </a:lnTo>
                      <a:lnTo>
                        <a:pt x="1887" y="229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77" name="Freeform: Shape 576">
                  <a:extLst>
                    <a:ext uri="{FF2B5EF4-FFF2-40B4-BE49-F238E27FC236}">
                      <a16:creationId xmlns:a16="http://schemas.microsoft.com/office/drawing/2014/main" id="{4F92B0AF-BE17-BCA7-B0C9-5690E91837BD}"/>
                    </a:ext>
                  </a:extLst>
                </p:cNvPr>
                <p:cNvSpPr/>
                <p:nvPr/>
              </p:nvSpPr>
              <p:spPr>
                <a:xfrm>
                  <a:off x="8155805" y="4254290"/>
                  <a:ext cx="2257" cy="2766"/>
                </a:xfrm>
                <a:custGeom>
                  <a:avLst/>
                  <a:gdLst>
                    <a:gd name="connsiteX0" fmla="*/ 926 w 2257"/>
                    <a:gd name="connsiteY0" fmla="*/ 324 h 2766"/>
                    <a:gd name="connsiteX1" fmla="*/ 1146 w 2257"/>
                    <a:gd name="connsiteY1" fmla="*/ 0 h 2766"/>
                    <a:gd name="connsiteX2" fmla="*/ 2257 w 2257"/>
                    <a:gd name="connsiteY2" fmla="*/ 347 h 2766"/>
                    <a:gd name="connsiteX3" fmla="*/ 1123 w 2257"/>
                    <a:gd name="connsiteY3" fmla="*/ 2767 h 2766"/>
                    <a:gd name="connsiteX4" fmla="*/ 0 w 2257"/>
                    <a:gd name="connsiteY4" fmla="*/ 1806 h 2766"/>
                    <a:gd name="connsiteX5" fmla="*/ 926 w 2257"/>
                    <a:gd name="connsiteY5" fmla="*/ 324 h 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57" h="2766">
                      <a:moveTo>
                        <a:pt x="926" y="324"/>
                      </a:moveTo>
                      <a:lnTo>
                        <a:pt x="1146" y="0"/>
                      </a:lnTo>
                      <a:lnTo>
                        <a:pt x="2257" y="347"/>
                      </a:lnTo>
                      <a:lnTo>
                        <a:pt x="1123" y="2767"/>
                      </a:lnTo>
                      <a:lnTo>
                        <a:pt x="0" y="1806"/>
                      </a:lnTo>
                      <a:lnTo>
                        <a:pt x="926" y="3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78" name="Freeform: Shape 577">
                  <a:extLst>
                    <a:ext uri="{FF2B5EF4-FFF2-40B4-BE49-F238E27FC236}">
                      <a16:creationId xmlns:a16="http://schemas.microsoft.com/office/drawing/2014/main" id="{EB98806F-F4FE-045C-6B2A-BAD07524C1E1}"/>
                    </a:ext>
                  </a:extLst>
                </p:cNvPr>
                <p:cNvSpPr/>
                <p:nvPr/>
              </p:nvSpPr>
              <p:spPr>
                <a:xfrm>
                  <a:off x="9190133" y="2348970"/>
                  <a:ext cx="2419" cy="2130"/>
                </a:xfrm>
                <a:custGeom>
                  <a:avLst/>
                  <a:gdLst>
                    <a:gd name="connsiteX0" fmla="*/ 2385 w 2419"/>
                    <a:gd name="connsiteY0" fmla="*/ 1088 h 2130"/>
                    <a:gd name="connsiteX1" fmla="*/ 1007 w 2419"/>
                    <a:gd name="connsiteY1" fmla="*/ 2130 h 2130"/>
                    <a:gd name="connsiteX2" fmla="*/ 498 w 2419"/>
                    <a:gd name="connsiteY2" fmla="*/ 1817 h 2130"/>
                    <a:gd name="connsiteX3" fmla="*/ 0 w 2419"/>
                    <a:gd name="connsiteY3" fmla="*/ 382 h 2130"/>
                    <a:gd name="connsiteX4" fmla="*/ 1644 w 2419"/>
                    <a:gd name="connsiteY4" fmla="*/ 0 h 2130"/>
                    <a:gd name="connsiteX5" fmla="*/ 2419 w 2419"/>
                    <a:gd name="connsiteY5" fmla="*/ 996 h 2130"/>
                    <a:gd name="connsiteX6" fmla="*/ 2385 w 2419"/>
                    <a:gd name="connsiteY6" fmla="*/ 1088 h 2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419" h="2130">
                      <a:moveTo>
                        <a:pt x="2385" y="1088"/>
                      </a:moveTo>
                      <a:lnTo>
                        <a:pt x="1007" y="2130"/>
                      </a:lnTo>
                      <a:lnTo>
                        <a:pt x="498" y="1817"/>
                      </a:lnTo>
                      <a:lnTo>
                        <a:pt x="0" y="382"/>
                      </a:lnTo>
                      <a:lnTo>
                        <a:pt x="1644" y="0"/>
                      </a:lnTo>
                      <a:lnTo>
                        <a:pt x="2419" y="996"/>
                      </a:lnTo>
                      <a:lnTo>
                        <a:pt x="2385" y="108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79" name="Freeform: Shape 578">
                  <a:extLst>
                    <a:ext uri="{FF2B5EF4-FFF2-40B4-BE49-F238E27FC236}">
                      <a16:creationId xmlns:a16="http://schemas.microsoft.com/office/drawing/2014/main" id="{3760656B-5610-95A4-DE78-179B03BA9126}"/>
                    </a:ext>
                  </a:extLst>
                </p:cNvPr>
                <p:cNvSpPr/>
                <p:nvPr/>
              </p:nvSpPr>
              <p:spPr>
                <a:xfrm>
                  <a:off x="8522899" y="2735639"/>
                  <a:ext cx="4167" cy="2708"/>
                </a:xfrm>
                <a:custGeom>
                  <a:avLst/>
                  <a:gdLst>
                    <a:gd name="connsiteX0" fmla="*/ 313 w 4167"/>
                    <a:gd name="connsiteY0" fmla="*/ 428 h 2708"/>
                    <a:gd name="connsiteX1" fmla="*/ 1829 w 4167"/>
                    <a:gd name="connsiteY1" fmla="*/ 0 h 2708"/>
                    <a:gd name="connsiteX2" fmla="*/ 2813 w 4167"/>
                    <a:gd name="connsiteY2" fmla="*/ 451 h 2708"/>
                    <a:gd name="connsiteX3" fmla="*/ 4167 w 4167"/>
                    <a:gd name="connsiteY3" fmla="*/ 1146 h 2708"/>
                    <a:gd name="connsiteX4" fmla="*/ 4075 w 4167"/>
                    <a:gd name="connsiteY4" fmla="*/ 1331 h 2708"/>
                    <a:gd name="connsiteX5" fmla="*/ 3288 w 4167"/>
                    <a:gd name="connsiteY5" fmla="*/ 2709 h 2708"/>
                    <a:gd name="connsiteX6" fmla="*/ 2014 w 4167"/>
                    <a:gd name="connsiteY6" fmla="*/ 509 h 2708"/>
                    <a:gd name="connsiteX7" fmla="*/ 0 w 4167"/>
                    <a:gd name="connsiteY7" fmla="*/ 648 h 2708"/>
                    <a:gd name="connsiteX8" fmla="*/ 313 w 4167"/>
                    <a:gd name="connsiteY8" fmla="*/ 428 h 27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67" h="2708">
                      <a:moveTo>
                        <a:pt x="313" y="428"/>
                      </a:moveTo>
                      <a:lnTo>
                        <a:pt x="1829" y="0"/>
                      </a:lnTo>
                      <a:lnTo>
                        <a:pt x="2813" y="451"/>
                      </a:lnTo>
                      <a:lnTo>
                        <a:pt x="4167" y="1146"/>
                      </a:lnTo>
                      <a:lnTo>
                        <a:pt x="4075" y="1331"/>
                      </a:lnTo>
                      <a:lnTo>
                        <a:pt x="3288" y="2709"/>
                      </a:lnTo>
                      <a:lnTo>
                        <a:pt x="2014" y="509"/>
                      </a:lnTo>
                      <a:lnTo>
                        <a:pt x="0" y="648"/>
                      </a:lnTo>
                      <a:lnTo>
                        <a:pt x="313" y="42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80" name="Freeform: Shape 579">
                  <a:extLst>
                    <a:ext uri="{FF2B5EF4-FFF2-40B4-BE49-F238E27FC236}">
                      <a16:creationId xmlns:a16="http://schemas.microsoft.com/office/drawing/2014/main" id="{79188129-1604-965C-64D7-F2DB7E4A1CC2}"/>
                    </a:ext>
                  </a:extLst>
                </p:cNvPr>
                <p:cNvSpPr/>
                <p:nvPr/>
              </p:nvSpPr>
              <p:spPr>
                <a:xfrm>
                  <a:off x="8406411" y="2955500"/>
                  <a:ext cx="1724" cy="3924"/>
                </a:xfrm>
                <a:custGeom>
                  <a:avLst/>
                  <a:gdLst>
                    <a:gd name="connsiteX0" fmla="*/ 718 w 1724"/>
                    <a:gd name="connsiteY0" fmla="*/ 1945 h 3924"/>
                    <a:gd name="connsiteX1" fmla="*/ 1690 w 1724"/>
                    <a:gd name="connsiteY1" fmla="*/ 0 h 3924"/>
                    <a:gd name="connsiteX2" fmla="*/ 1725 w 1724"/>
                    <a:gd name="connsiteY2" fmla="*/ 509 h 3924"/>
                    <a:gd name="connsiteX3" fmla="*/ 1725 w 1724"/>
                    <a:gd name="connsiteY3" fmla="*/ 3924 h 3924"/>
                    <a:gd name="connsiteX4" fmla="*/ 1609 w 1724"/>
                    <a:gd name="connsiteY4" fmla="*/ 3450 h 3924"/>
                    <a:gd name="connsiteX5" fmla="*/ 290 w 1724"/>
                    <a:gd name="connsiteY5" fmla="*/ 3496 h 3924"/>
                    <a:gd name="connsiteX6" fmla="*/ 0 w 1724"/>
                    <a:gd name="connsiteY6" fmla="*/ 3496 h 3924"/>
                    <a:gd name="connsiteX7" fmla="*/ 718 w 1724"/>
                    <a:gd name="connsiteY7" fmla="*/ 1945 h 3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24" h="3924">
                      <a:moveTo>
                        <a:pt x="718" y="1945"/>
                      </a:moveTo>
                      <a:lnTo>
                        <a:pt x="1690" y="0"/>
                      </a:lnTo>
                      <a:lnTo>
                        <a:pt x="1725" y="509"/>
                      </a:lnTo>
                      <a:lnTo>
                        <a:pt x="1725" y="3924"/>
                      </a:lnTo>
                      <a:lnTo>
                        <a:pt x="1609" y="3450"/>
                      </a:lnTo>
                      <a:lnTo>
                        <a:pt x="290" y="3496"/>
                      </a:lnTo>
                      <a:lnTo>
                        <a:pt x="0" y="3496"/>
                      </a:lnTo>
                      <a:lnTo>
                        <a:pt x="718" y="194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81" name="Freeform: Shape 580">
                  <a:extLst>
                    <a:ext uri="{FF2B5EF4-FFF2-40B4-BE49-F238E27FC236}">
                      <a16:creationId xmlns:a16="http://schemas.microsoft.com/office/drawing/2014/main" id="{9E39B5BD-6650-70B1-7277-6338920723E7}"/>
                    </a:ext>
                  </a:extLst>
                </p:cNvPr>
                <p:cNvSpPr/>
                <p:nvPr/>
              </p:nvSpPr>
              <p:spPr>
                <a:xfrm>
                  <a:off x="9711927" y="1511780"/>
                  <a:ext cx="2211" cy="4919"/>
                </a:xfrm>
                <a:custGeom>
                  <a:avLst/>
                  <a:gdLst>
                    <a:gd name="connsiteX0" fmla="*/ 0 w 2211"/>
                    <a:gd name="connsiteY0" fmla="*/ 0 h 4919"/>
                    <a:gd name="connsiteX1" fmla="*/ 2211 w 2211"/>
                    <a:gd name="connsiteY1" fmla="*/ 3056 h 4919"/>
                    <a:gd name="connsiteX2" fmla="*/ 1528 w 2211"/>
                    <a:gd name="connsiteY2" fmla="*/ 4920 h 4919"/>
                    <a:gd name="connsiteX3" fmla="*/ 0 w 2211"/>
                    <a:gd name="connsiteY3" fmla="*/ 0 h 49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11" h="4919">
                      <a:moveTo>
                        <a:pt x="0" y="0"/>
                      </a:moveTo>
                      <a:lnTo>
                        <a:pt x="2211" y="3056"/>
                      </a:lnTo>
                      <a:lnTo>
                        <a:pt x="1528" y="492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82" name="Freeform: Shape 581">
                  <a:extLst>
                    <a:ext uri="{FF2B5EF4-FFF2-40B4-BE49-F238E27FC236}">
                      <a16:creationId xmlns:a16="http://schemas.microsoft.com/office/drawing/2014/main" id="{207AF869-C0BE-8FB8-1712-D6A9B2B922BF}"/>
                    </a:ext>
                  </a:extLst>
                </p:cNvPr>
                <p:cNvSpPr/>
                <p:nvPr/>
              </p:nvSpPr>
              <p:spPr>
                <a:xfrm>
                  <a:off x="9190827" y="2303060"/>
                  <a:ext cx="1690" cy="3692"/>
                </a:xfrm>
                <a:custGeom>
                  <a:avLst/>
                  <a:gdLst>
                    <a:gd name="connsiteX0" fmla="*/ 0 w 1690"/>
                    <a:gd name="connsiteY0" fmla="*/ 926 h 3692"/>
                    <a:gd name="connsiteX1" fmla="*/ 1690 w 1690"/>
                    <a:gd name="connsiteY1" fmla="*/ 0 h 3692"/>
                    <a:gd name="connsiteX2" fmla="*/ 1493 w 1690"/>
                    <a:gd name="connsiteY2" fmla="*/ 3693 h 3692"/>
                    <a:gd name="connsiteX3" fmla="*/ 0 w 1690"/>
                    <a:gd name="connsiteY3" fmla="*/ 926 h 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90" h="3692">
                      <a:moveTo>
                        <a:pt x="0" y="926"/>
                      </a:moveTo>
                      <a:lnTo>
                        <a:pt x="1690" y="0"/>
                      </a:lnTo>
                      <a:lnTo>
                        <a:pt x="1493" y="3693"/>
                      </a:lnTo>
                      <a:lnTo>
                        <a:pt x="0" y="92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83" name="Freeform: Shape 582">
                  <a:extLst>
                    <a:ext uri="{FF2B5EF4-FFF2-40B4-BE49-F238E27FC236}">
                      <a16:creationId xmlns:a16="http://schemas.microsoft.com/office/drawing/2014/main" id="{EA2615B5-59C2-871E-20D9-B14DC5568C06}"/>
                    </a:ext>
                  </a:extLst>
                </p:cNvPr>
                <p:cNvSpPr/>
                <p:nvPr/>
              </p:nvSpPr>
              <p:spPr>
                <a:xfrm>
                  <a:off x="7800946" y="3220066"/>
                  <a:ext cx="2419" cy="2407"/>
                </a:xfrm>
                <a:custGeom>
                  <a:avLst/>
                  <a:gdLst>
                    <a:gd name="connsiteX0" fmla="*/ 0 w 2419"/>
                    <a:gd name="connsiteY0" fmla="*/ 718 h 2407"/>
                    <a:gd name="connsiteX1" fmla="*/ 1192 w 2419"/>
                    <a:gd name="connsiteY1" fmla="*/ 0 h 2407"/>
                    <a:gd name="connsiteX2" fmla="*/ 2419 w 2419"/>
                    <a:gd name="connsiteY2" fmla="*/ 1667 h 2407"/>
                    <a:gd name="connsiteX3" fmla="*/ 996 w 2419"/>
                    <a:gd name="connsiteY3" fmla="*/ 2408 h 2407"/>
                    <a:gd name="connsiteX4" fmla="*/ 0 w 2419"/>
                    <a:gd name="connsiteY4" fmla="*/ 718 h 2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19" h="2407">
                      <a:moveTo>
                        <a:pt x="0" y="718"/>
                      </a:moveTo>
                      <a:lnTo>
                        <a:pt x="1192" y="0"/>
                      </a:lnTo>
                      <a:lnTo>
                        <a:pt x="2419" y="1667"/>
                      </a:lnTo>
                      <a:lnTo>
                        <a:pt x="996" y="2408"/>
                      </a:lnTo>
                      <a:lnTo>
                        <a:pt x="0" y="71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84" name="Freeform: Shape 583">
                  <a:extLst>
                    <a:ext uri="{FF2B5EF4-FFF2-40B4-BE49-F238E27FC236}">
                      <a16:creationId xmlns:a16="http://schemas.microsoft.com/office/drawing/2014/main" id="{164856B1-090F-D1E9-7260-6343BF439045}"/>
                    </a:ext>
                  </a:extLst>
                </p:cNvPr>
                <p:cNvSpPr/>
                <p:nvPr/>
              </p:nvSpPr>
              <p:spPr>
                <a:xfrm>
                  <a:off x="7761553" y="3465857"/>
                  <a:ext cx="2072" cy="1736"/>
                </a:xfrm>
                <a:custGeom>
                  <a:avLst/>
                  <a:gdLst>
                    <a:gd name="connsiteX0" fmla="*/ 1794 w 2072"/>
                    <a:gd name="connsiteY0" fmla="*/ 1713 h 1736"/>
                    <a:gd name="connsiteX1" fmla="*/ 926 w 2072"/>
                    <a:gd name="connsiteY1" fmla="*/ 1736 h 1736"/>
                    <a:gd name="connsiteX2" fmla="*/ 0 w 2072"/>
                    <a:gd name="connsiteY2" fmla="*/ 1146 h 1736"/>
                    <a:gd name="connsiteX3" fmla="*/ 0 w 2072"/>
                    <a:gd name="connsiteY3" fmla="*/ 0 h 1736"/>
                    <a:gd name="connsiteX4" fmla="*/ 1968 w 2072"/>
                    <a:gd name="connsiteY4" fmla="*/ 185 h 1736"/>
                    <a:gd name="connsiteX5" fmla="*/ 2026 w 2072"/>
                    <a:gd name="connsiteY5" fmla="*/ 208 h 1736"/>
                    <a:gd name="connsiteX6" fmla="*/ 2072 w 2072"/>
                    <a:gd name="connsiteY6" fmla="*/ 1018 h 1736"/>
                    <a:gd name="connsiteX7" fmla="*/ 1794 w 2072"/>
                    <a:gd name="connsiteY7" fmla="*/ 1713 h 1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72" h="1736">
                      <a:moveTo>
                        <a:pt x="1794" y="1713"/>
                      </a:moveTo>
                      <a:lnTo>
                        <a:pt x="926" y="1736"/>
                      </a:lnTo>
                      <a:lnTo>
                        <a:pt x="0" y="1146"/>
                      </a:lnTo>
                      <a:lnTo>
                        <a:pt x="0" y="0"/>
                      </a:lnTo>
                      <a:lnTo>
                        <a:pt x="1968" y="185"/>
                      </a:lnTo>
                      <a:lnTo>
                        <a:pt x="2026" y="208"/>
                      </a:lnTo>
                      <a:lnTo>
                        <a:pt x="2072" y="1018"/>
                      </a:lnTo>
                      <a:lnTo>
                        <a:pt x="1794" y="171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85" name="Freeform: Shape 584">
                  <a:extLst>
                    <a:ext uri="{FF2B5EF4-FFF2-40B4-BE49-F238E27FC236}">
                      <a16:creationId xmlns:a16="http://schemas.microsoft.com/office/drawing/2014/main" id="{C18808E8-7344-7BB3-3B9F-74707B27995C}"/>
                    </a:ext>
                  </a:extLst>
                </p:cNvPr>
                <p:cNvSpPr/>
                <p:nvPr/>
              </p:nvSpPr>
              <p:spPr>
                <a:xfrm>
                  <a:off x="7788433" y="3225415"/>
                  <a:ext cx="2407" cy="2535"/>
                </a:xfrm>
                <a:custGeom>
                  <a:avLst/>
                  <a:gdLst>
                    <a:gd name="connsiteX0" fmla="*/ 0 w 2407"/>
                    <a:gd name="connsiteY0" fmla="*/ 2535 h 2535"/>
                    <a:gd name="connsiteX1" fmla="*/ 822 w 2407"/>
                    <a:gd name="connsiteY1" fmla="*/ 0 h 2535"/>
                    <a:gd name="connsiteX2" fmla="*/ 2408 w 2407"/>
                    <a:gd name="connsiteY2" fmla="*/ 2385 h 2535"/>
                    <a:gd name="connsiteX3" fmla="*/ 0 w 2407"/>
                    <a:gd name="connsiteY3" fmla="*/ 2535 h 2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07" h="2535">
                      <a:moveTo>
                        <a:pt x="0" y="2535"/>
                      </a:moveTo>
                      <a:lnTo>
                        <a:pt x="822" y="0"/>
                      </a:lnTo>
                      <a:lnTo>
                        <a:pt x="2408" y="2385"/>
                      </a:lnTo>
                      <a:lnTo>
                        <a:pt x="0" y="25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86" name="Freeform: Shape 585">
                  <a:extLst>
                    <a:ext uri="{FF2B5EF4-FFF2-40B4-BE49-F238E27FC236}">
                      <a16:creationId xmlns:a16="http://schemas.microsoft.com/office/drawing/2014/main" id="{C3A63DB9-AE5F-086E-B4C0-3D7B3AF3545B}"/>
                    </a:ext>
                  </a:extLst>
                </p:cNvPr>
                <p:cNvSpPr/>
                <p:nvPr/>
              </p:nvSpPr>
              <p:spPr>
                <a:xfrm>
                  <a:off x="8273451" y="3634402"/>
                  <a:ext cx="2453" cy="1863"/>
                </a:xfrm>
                <a:custGeom>
                  <a:avLst/>
                  <a:gdLst>
                    <a:gd name="connsiteX0" fmla="*/ 0 w 2453"/>
                    <a:gd name="connsiteY0" fmla="*/ 359 h 1863"/>
                    <a:gd name="connsiteX1" fmla="*/ 1713 w 2453"/>
                    <a:gd name="connsiteY1" fmla="*/ 0 h 1863"/>
                    <a:gd name="connsiteX2" fmla="*/ 2454 w 2453"/>
                    <a:gd name="connsiteY2" fmla="*/ 1551 h 1863"/>
                    <a:gd name="connsiteX3" fmla="*/ 590 w 2453"/>
                    <a:gd name="connsiteY3" fmla="*/ 1863 h 1863"/>
                    <a:gd name="connsiteX4" fmla="*/ 0 w 2453"/>
                    <a:gd name="connsiteY4" fmla="*/ 359 h 1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53" h="1863">
                      <a:moveTo>
                        <a:pt x="0" y="359"/>
                      </a:moveTo>
                      <a:lnTo>
                        <a:pt x="1713" y="0"/>
                      </a:lnTo>
                      <a:lnTo>
                        <a:pt x="2454" y="1551"/>
                      </a:lnTo>
                      <a:lnTo>
                        <a:pt x="590" y="1863"/>
                      </a:lnTo>
                      <a:lnTo>
                        <a:pt x="0" y="35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87" name="Freeform: Shape 586">
                  <a:extLst>
                    <a:ext uri="{FF2B5EF4-FFF2-40B4-BE49-F238E27FC236}">
                      <a16:creationId xmlns:a16="http://schemas.microsoft.com/office/drawing/2014/main" id="{032D62F7-8FD2-C483-5D35-9108E55F00E3}"/>
                    </a:ext>
                  </a:extLst>
                </p:cNvPr>
                <p:cNvSpPr/>
                <p:nvPr/>
              </p:nvSpPr>
              <p:spPr>
                <a:xfrm>
                  <a:off x="9672650" y="1716395"/>
                  <a:ext cx="1944" cy="3021"/>
                </a:xfrm>
                <a:custGeom>
                  <a:avLst/>
                  <a:gdLst>
                    <a:gd name="connsiteX0" fmla="*/ 0 w 1944"/>
                    <a:gd name="connsiteY0" fmla="*/ 1111 h 3021"/>
                    <a:gd name="connsiteX1" fmla="*/ 1945 w 1944"/>
                    <a:gd name="connsiteY1" fmla="*/ 0 h 3021"/>
                    <a:gd name="connsiteX2" fmla="*/ 1922 w 1944"/>
                    <a:gd name="connsiteY2" fmla="*/ 3021 h 3021"/>
                    <a:gd name="connsiteX3" fmla="*/ 0 w 1944"/>
                    <a:gd name="connsiteY3" fmla="*/ 1111 h 3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44" h="3021">
                      <a:moveTo>
                        <a:pt x="0" y="1111"/>
                      </a:moveTo>
                      <a:lnTo>
                        <a:pt x="1945" y="0"/>
                      </a:lnTo>
                      <a:lnTo>
                        <a:pt x="1922" y="3021"/>
                      </a:lnTo>
                      <a:lnTo>
                        <a:pt x="0" y="111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88" name="Freeform: Shape 587">
                  <a:extLst>
                    <a:ext uri="{FF2B5EF4-FFF2-40B4-BE49-F238E27FC236}">
                      <a16:creationId xmlns:a16="http://schemas.microsoft.com/office/drawing/2014/main" id="{9EB9B7F7-110A-5FCD-06E3-E23F10AE4E22}"/>
                    </a:ext>
                  </a:extLst>
                </p:cNvPr>
                <p:cNvSpPr/>
                <p:nvPr/>
              </p:nvSpPr>
              <p:spPr>
                <a:xfrm>
                  <a:off x="8722942" y="4850460"/>
                  <a:ext cx="1886" cy="3993"/>
                </a:xfrm>
                <a:custGeom>
                  <a:avLst/>
                  <a:gdLst>
                    <a:gd name="connsiteX0" fmla="*/ 0 w 1886"/>
                    <a:gd name="connsiteY0" fmla="*/ 2906 h 3993"/>
                    <a:gd name="connsiteX1" fmla="*/ 116 w 1886"/>
                    <a:gd name="connsiteY1" fmla="*/ 2222 h 3993"/>
                    <a:gd name="connsiteX2" fmla="*/ 1887 w 1886"/>
                    <a:gd name="connsiteY2" fmla="*/ 0 h 3993"/>
                    <a:gd name="connsiteX3" fmla="*/ 984 w 1886"/>
                    <a:gd name="connsiteY3" fmla="*/ 3994 h 3993"/>
                    <a:gd name="connsiteX4" fmla="*/ 0 w 1886"/>
                    <a:gd name="connsiteY4" fmla="*/ 2906 h 3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86" h="3993">
                      <a:moveTo>
                        <a:pt x="0" y="2906"/>
                      </a:moveTo>
                      <a:lnTo>
                        <a:pt x="116" y="2222"/>
                      </a:lnTo>
                      <a:lnTo>
                        <a:pt x="1887" y="0"/>
                      </a:lnTo>
                      <a:lnTo>
                        <a:pt x="984" y="3994"/>
                      </a:lnTo>
                      <a:lnTo>
                        <a:pt x="0" y="290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89" name="Freeform: Shape 588">
                  <a:extLst>
                    <a:ext uri="{FF2B5EF4-FFF2-40B4-BE49-F238E27FC236}">
                      <a16:creationId xmlns:a16="http://schemas.microsoft.com/office/drawing/2014/main" id="{F0B51E26-9390-1097-303B-99A8671B330E}"/>
                    </a:ext>
                  </a:extLst>
                </p:cNvPr>
                <p:cNvSpPr/>
                <p:nvPr/>
              </p:nvSpPr>
              <p:spPr>
                <a:xfrm>
                  <a:off x="9802879" y="1611043"/>
                  <a:ext cx="2211" cy="3218"/>
                </a:xfrm>
                <a:custGeom>
                  <a:avLst/>
                  <a:gdLst>
                    <a:gd name="connsiteX0" fmla="*/ 1482 w 2211"/>
                    <a:gd name="connsiteY0" fmla="*/ 2975 h 3218"/>
                    <a:gd name="connsiteX1" fmla="*/ 1100 w 2211"/>
                    <a:gd name="connsiteY1" fmla="*/ 3218 h 3218"/>
                    <a:gd name="connsiteX2" fmla="*/ 255 w 2211"/>
                    <a:gd name="connsiteY2" fmla="*/ 2952 h 3218"/>
                    <a:gd name="connsiteX3" fmla="*/ 0 w 2211"/>
                    <a:gd name="connsiteY3" fmla="*/ 2454 h 3218"/>
                    <a:gd name="connsiteX4" fmla="*/ 2211 w 2211"/>
                    <a:gd name="connsiteY4" fmla="*/ 0 h 3218"/>
                    <a:gd name="connsiteX5" fmla="*/ 1482 w 2211"/>
                    <a:gd name="connsiteY5" fmla="*/ 2975 h 3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11" h="3218">
                      <a:moveTo>
                        <a:pt x="1482" y="2975"/>
                      </a:moveTo>
                      <a:lnTo>
                        <a:pt x="1100" y="3218"/>
                      </a:lnTo>
                      <a:lnTo>
                        <a:pt x="255" y="2952"/>
                      </a:lnTo>
                      <a:lnTo>
                        <a:pt x="0" y="2454"/>
                      </a:lnTo>
                      <a:lnTo>
                        <a:pt x="2211" y="0"/>
                      </a:lnTo>
                      <a:lnTo>
                        <a:pt x="1482" y="297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90" name="Freeform: Shape 589">
                  <a:extLst>
                    <a:ext uri="{FF2B5EF4-FFF2-40B4-BE49-F238E27FC236}">
                      <a16:creationId xmlns:a16="http://schemas.microsoft.com/office/drawing/2014/main" id="{9A5BA312-4896-F5E4-9F33-2BF0F0BC2964}"/>
                    </a:ext>
                  </a:extLst>
                </p:cNvPr>
                <p:cNvSpPr/>
                <p:nvPr/>
              </p:nvSpPr>
              <p:spPr>
                <a:xfrm>
                  <a:off x="7686947" y="3566903"/>
                  <a:ext cx="2072" cy="2905"/>
                </a:xfrm>
                <a:custGeom>
                  <a:avLst/>
                  <a:gdLst>
                    <a:gd name="connsiteX0" fmla="*/ 0 w 2072"/>
                    <a:gd name="connsiteY0" fmla="*/ 486 h 2905"/>
                    <a:gd name="connsiteX1" fmla="*/ 2072 w 2072"/>
                    <a:gd name="connsiteY1" fmla="*/ 0 h 2905"/>
                    <a:gd name="connsiteX2" fmla="*/ 1366 w 2072"/>
                    <a:gd name="connsiteY2" fmla="*/ 2905 h 2905"/>
                    <a:gd name="connsiteX3" fmla="*/ 0 w 2072"/>
                    <a:gd name="connsiteY3" fmla="*/ 486 h 2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2" h="2905">
                      <a:moveTo>
                        <a:pt x="0" y="486"/>
                      </a:moveTo>
                      <a:lnTo>
                        <a:pt x="2072" y="0"/>
                      </a:lnTo>
                      <a:lnTo>
                        <a:pt x="1366" y="2905"/>
                      </a:lnTo>
                      <a:lnTo>
                        <a:pt x="0" y="48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91" name="Freeform: Shape 590">
                  <a:extLst>
                    <a:ext uri="{FF2B5EF4-FFF2-40B4-BE49-F238E27FC236}">
                      <a16:creationId xmlns:a16="http://schemas.microsoft.com/office/drawing/2014/main" id="{FC36876D-86F6-265E-2A0B-4E58F8BC9449}"/>
                    </a:ext>
                  </a:extLst>
                </p:cNvPr>
                <p:cNvSpPr/>
                <p:nvPr/>
              </p:nvSpPr>
              <p:spPr>
                <a:xfrm>
                  <a:off x="8105554" y="2873797"/>
                  <a:ext cx="1898" cy="2951"/>
                </a:xfrm>
                <a:custGeom>
                  <a:avLst/>
                  <a:gdLst>
                    <a:gd name="connsiteX0" fmla="*/ 0 w 1898"/>
                    <a:gd name="connsiteY0" fmla="*/ 0 h 2951"/>
                    <a:gd name="connsiteX1" fmla="*/ 671 w 1898"/>
                    <a:gd name="connsiteY1" fmla="*/ 336 h 2951"/>
                    <a:gd name="connsiteX2" fmla="*/ 1898 w 1898"/>
                    <a:gd name="connsiteY2" fmla="*/ 1273 h 2951"/>
                    <a:gd name="connsiteX3" fmla="*/ 116 w 1898"/>
                    <a:gd name="connsiteY3" fmla="*/ 2952 h 2951"/>
                    <a:gd name="connsiteX4" fmla="*/ 0 w 1898"/>
                    <a:gd name="connsiteY4" fmla="*/ 0 h 2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98" h="2951">
                      <a:moveTo>
                        <a:pt x="0" y="0"/>
                      </a:moveTo>
                      <a:lnTo>
                        <a:pt x="671" y="336"/>
                      </a:lnTo>
                      <a:lnTo>
                        <a:pt x="1898" y="1273"/>
                      </a:lnTo>
                      <a:lnTo>
                        <a:pt x="116" y="295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92" name="Freeform: Shape 591">
                  <a:extLst>
                    <a:ext uri="{FF2B5EF4-FFF2-40B4-BE49-F238E27FC236}">
                      <a16:creationId xmlns:a16="http://schemas.microsoft.com/office/drawing/2014/main" id="{1B4B3DDF-7B47-7388-1E70-FA2AB7C4013F}"/>
                    </a:ext>
                  </a:extLst>
                </p:cNvPr>
                <p:cNvSpPr/>
                <p:nvPr/>
              </p:nvSpPr>
              <p:spPr>
                <a:xfrm>
                  <a:off x="7811399" y="3282773"/>
                  <a:ext cx="1840" cy="3449"/>
                </a:xfrm>
                <a:custGeom>
                  <a:avLst/>
                  <a:gdLst>
                    <a:gd name="connsiteX0" fmla="*/ 0 w 1840"/>
                    <a:gd name="connsiteY0" fmla="*/ 2385 h 3449"/>
                    <a:gd name="connsiteX1" fmla="*/ 290 w 1840"/>
                    <a:gd name="connsiteY1" fmla="*/ 0 h 3449"/>
                    <a:gd name="connsiteX2" fmla="*/ 1829 w 1840"/>
                    <a:gd name="connsiteY2" fmla="*/ 2790 h 3449"/>
                    <a:gd name="connsiteX3" fmla="*/ 1841 w 1840"/>
                    <a:gd name="connsiteY3" fmla="*/ 3450 h 3449"/>
                    <a:gd name="connsiteX4" fmla="*/ 0 w 1840"/>
                    <a:gd name="connsiteY4" fmla="*/ 2385 h 34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40" h="3449">
                      <a:moveTo>
                        <a:pt x="0" y="2385"/>
                      </a:moveTo>
                      <a:lnTo>
                        <a:pt x="290" y="0"/>
                      </a:lnTo>
                      <a:lnTo>
                        <a:pt x="1829" y="2790"/>
                      </a:lnTo>
                      <a:lnTo>
                        <a:pt x="1841" y="3450"/>
                      </a:lnTo>
                      <a:lnTo>
                        <a:pt x="0" y="23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93" name="Freeform: Shape 592">
                  <a:extLst>
                    <a:ext uri="{FF2B5EF4-FFF2-40B4-BE49-F238E27FC236}">
                      <a16:creationId xmlns:a16="http://schemas.microsoft.com/office/drawing/2014/main" id="{47AC8434-E584-7A4D-1989-2AE9B72B5E0D}"/>
                    </a:ext>
                  </a:extLst>
                </p:cNvPr>
                <p:cNvSpPr/>
                <p:nvPr/>
              </p:nvSpPr>
              <p:spPr>
                <a:xfrm>
                  <a:off x="7808181" y="3228112"/>
                  <a:ext cx="2697" cy="2176"/>
                </a:xfrm>
                <a:custGeom>
                  <a:avLst/>
                  <a:gdLst>
                    <a:gd name="connsiteX0" fmla="*/ 938 w 2697"/>
                    <a:gd name="connsiteY0" fmla="*/ 0 h 2176"/>
                    <a:gd name="connsiteX1" fmla="*/ 2014 w 2697"/>
                    <a:gd name="connsiteY1" fmla="*/ 567 h 2176"/>
                    <a:gd name="connsiteX2" fmla="*/ 2697 w 2697"/>
                    <a:gd name="connsiteY2" fmla="*/ 1146 h 2176"/>
                    <a:gd name="connsiteX3" fmla="*/ 1980 w 2697"/>
                    <a:gd name="connsiteY3" fmla="*/ 2176 h 2176"/>
                    <a:gd name="connsiteX4" fmla="*/ 0 w 2697"/>
                    <a:gd name="connsiteY4" fmla="*/ 602 h 2176"/>
                    <a:gd name="connsiteX5" fmla="*/ 938 w 2697"/>
                    <a:gd name="connsiteY5" fmla="*/ 0 h 2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97" h="2176">
                      <a:moveTo>
                        <a:pt x="938" y="0"/>
                      </a:moveTo>
                      <a:lnTo>
                        <a:pt x="2014" y="567"/>
                      </a:lnTo>
                      <a:lnTo>
                        <a:pt x="2697" y="1146"/>
                      </a:lnTo>
                      <a:lnTo>
                        <a:pt x="1980" y="2176"/>
                      </a:lnTo>
                      <a:lnTo>
                        <a:pt x="0" y="602"/>
                      </a:lnTo>
                      <a:lnTo>
                        <a:pt x="938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94" name="Freeform: Shape 593">
                  <a:extLst>
                    <a:ext uri="{FF2B5EF4-FFF2-40B4-BE49-F238E27FC236}">
                      <a16:creationId xmlns:a16="http://schemas.microsoft.com/office/drawing/2014/main" id="{F149B139-A258-2DA9-731C-13930B8C689A}"/>
                    </a:ext>
                  </a:extLst>
                </p:cNvPr>
                <p:cNvSpPr/>
                <p:nvPr/>
              </p:nvSpPr>
              <p:spPr>
                <a:xfrm>
                  <a:off x="7820868" y="3247177"/>
                  <a:ext cx="3403" cy="3588"/>
                </a:xfrm>
                <a:custGeom>
                  <a:avLst/>
                  <a:gdLst>
                    <a:gd name="connsiteX0" fmla="*/ 0 w 3403"/>
                    <a:gd name="connsiteY0" fmla="*/ 1366 h 3588"/>
                    <a:gd name="connsiteX1" fmla="*/ 370 w 3403"/>
                    <a:gd name="connsiteY1" fmla="*/ 0 h 3588"/>
                    <a:gd name="connsiteX2" fmla="*/ 3403 w 3403"/>
                    <a:gd name="connsiteY2" fmla="*/ 3588 h 3588"/>
                    <a:gd name="connsiteX3" fmla="*/ 0 w 3403"/>
                    <a:gd name="connsiteY3" fmla="*/ 1366 h 3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03" h="3588">
                      <a:moveTo>
                        <a:pt x="0" y="1366"/>
                      </a:moveTo>
                      <a:lnTo>
                        <a:pt x="370" y="0"/>
                      </a:lnTo>
                      <a:lnTo>
                        <a:pt x="3403" y="3588"/>
                      </a:lnTo>
                      <a:lnTo>
                        <a:pt x="0" y="136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95" name="Freeform: Shape 594">
                  <a:extLst>
                    <a:ext uri="{FF2B5EF4-FFF2-40B4-BE49-F238E27FC236}">
                      <a16:creationId xmlns:a16="http://schemas.microsoft.com/office/drawing/2014/main" id="{0E73A12C-C3F9-4079-BF71-5A41910B3D77}"/>
                    </a:ext>
                  </a:extLst>
                </p:cNvPr>
                <p:cNvSpPr/>
                <p:nvPr/>
              </p:nvSpPr>
              <p:spPr>
                <a:xfrm>
                  <a:off x="7903011" y="3103891"/>
                  <a:ext cx="2917" cy="4097"/>
                </a:xfrm>
                <a:custGeom>
                  <a:avLst/>
                  <a:gdLst>
                    <a:gd name="connsiteX0" fmla="*/ 0 w 2917"/>
                    <a:gd name="connsiteY0" fmla="*/ 0 h 4097"/>
                    <a:gd name="connsiteX1" fmla="*/ 810 w 2917"/>
                    <a:gd name="connsiteY1" fmla="*/ 1146 h 4097"/>
                    <a:gd name="connsiteX2" fmla="*/ 2917 w 2917"/>
                    <a:gd name="connsiteY2" fmla="*/ 4098 h 4097"/>
                    <a:gd name="connsiteX3" fmla="*/ 1227 w 2917"/>
                    <a:gd name="connsiteY3" fmla="*/ 3577 h 4097"/>
                    <a:gd name="connsiteX4" fmla="*/ 382 w 2917"/>
                    <a:gd name="connsiteY4" fmla="*/ 1146 h 4097"/>
                    <a:gd name="connsiteX5" fmla="*/ 0 w 2917"/>
                    <a:gd name="connsiteY5" fmla="*/ 0 h 4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17" h="4097">
                      <a:moveTo>
                        <a:pt x="0" y="0"/>
                      </a:moveTo>
                      <a:lnTo>
                        <a:pt x="810" y="1146"/>
                      </a:lnTo>
                      <a:lnTo>
                        <a:pt x="2917" y="4098"/>
                      </a:lnTo>
                      <a:lnTo>
                        <a:pt x="1227" y="3577"/>
                      </a:lnTo>
                      <a:lnTo>
                        <a:pt x="382" y="114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96" name="Freeform: Shape 595">
                  <a:extLst>
                    <a:ext uri="{FF2B5EF4-FFF2-40B4-BE49-F238E27FC236}">
                      <a16:creationId xmlns:a16="http://schemas.microsoft.com/office/drawing/2014/main" id="{DD10FA92-314B-B4FC-B5CC-9433AF861B31}"/>
                    </a:ext>
                  </a:extLst>
                </p:cNvPr>
                <p:cNvSpPr/>
                <p:nvPr/>
              </p:nvSpPr>
              <p:spPr>
                <a:xfrm>
                  <a:off x="9821493" y="1377995"/>
                  <a:ext cx="1771" cy="4506"/>
                </a:xfrm>
                <a:custGeom>
                  <a:avLst/>
                  <a:gdLst>
                    <a:gd name="connsiteX0" fmla="*/ 0 w 1771"/>
                    <a:gd name="connsiteY0" fmla="*/ 1462 h 4506"/>
                    <a:gd name="connsiteX1" fmla="*/ 1771 w 1771"/>
                    <a:gd name="connsiteY1" fmla="*/ 0 h 4506"/>
                    <a:gd name="connsiteX2" fmla="*/ 23 w 1771"/>
                    <a:gd name="connsiteY2" fmla="*/ 4507 h 4506"/>
                    <a:gd name="connsiteX3" fmla="*/ 0 w 1771"/>
                    <a:gd name="connsiteY3" fmla="*/ 1462 h 4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71" h="4506">
                      <a:moveTo>
                        <a:pt x="0" y="1462"/>
                      </a:moveTo>
                      <a:lnTo>
                        <a:pt x="1771" y="0"/>
                      </a:lnTo>
                      <a:lnTo>
                        <a:pt x="23" y="4507"/>
                      </a:lnTo>
                      <a:lnTo>
                        <a:pt x="0" y="14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97" name="Freeform: Shape 596">
                  <a:extLst>
                    <a:ext uri="{FF2B5EF4-FFF2-40B4-BE49-F238E27FC236}">
                      <a16:creationId xmlns:a16="http://schemas.microsoft.com/office/drawing/2014/main" id="{16D5DA40-4888-3491-91FA-AE6558481463}"/>
                    </a:ext>
                  </a:extLst>
                </p:cNvPr>
                <p:cNvSpPr/>
                <p:nvPr/>
              </p:nvSpPr>
              <p:spPr>
                <a:xfrm>
                  <a:off x="9813447" y="1421739"/>
                  <a:ext cx="2269" cy="3035"/>
                </a:xfrm>
                <a:custGeom>
                  <a:avLst/>
                  <a:gdLst>
                    <a:gd name="connsiteX0" fmla="*/ 0 w 2269"/>
                    <a:gd name="connsiteY0" fmla="*/ 852 h 3035"/>
                    <a:gd name="connsiteX1" fmla="*/ 1505 w 2269"/>
                    <a:gd name="connsiteY1" fmla="*/ 0 h 3035"/>
                    <a:gd name="connsiteX2" fmla="*/ 2269 w 2269"/>
                    <a:gd name="connsiteY2" fmla="*/ 2983 h 3035"/>
                    <a:gd name="connsiteX3" fmla="*/ 2199 w 2269"/>
                    <a:gd name="connsiteY3" fmla="*/ 3035 h 3035"/>
                    <a:gd name="connsiteX4" fmla="*/ 0 w 2269"/>
                    <a:gd name="connsiteY4" fmla="*/ 852 h 3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69" h="3035">
                      <a:moveTo>
                        <a:pt x="0" y="852"/>
                      </a:moveTo>
                      <a:lnTo>
                        <a:pt x="1505" y="0"/>
                      </a:lnTo>
                      <a:lnTo>
                        <a:pt x="2269" y="2983"/>
                      </a:lnTo>
                      <a:lnTo>
                        <a:pt x="2199" y="3035"/>
                      </a:lnTo>
                      <a:lnTo>
                        <a:pt x="0" y="85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98" name="Freeform: Shape 597">
                  <a:extLst>
                    <a:ext uri="{FF2B5EF4-FFF2-40B4-BE49-F238E27FC236}">
                      <a16:creationId xmlns:a16="http://schemas.microsoft.com/office/drawing/2014/main" id="{47733B09-8B7C-C8B4-6A54-4159E7F19F32}"/>
                    </a:ext>
                  </a:extLst>
                </p:cNvPr>
                <p:cNvSpPr/>
                <p:nvPr/>
              </p:nvSpPr>
              <p:spPr>
                <a:xfrm>
                  <a:off x="7809223" y="3323115"/>
                  <a:ext cx="2731" cy="2650"/>
                </a:xfrm>
                <a:custGeom>
                  <a:avLst/>
                  <a:gdLst>
                    <a:gd name="connsiteX0" fmla="*/ 0 w 2731"/>
                    <a:gd name="connsiteY0" fmla="*/ 1470 h 2650"/>
                    <a:gd name="connsiteX1" fmla="*/ 2732 w 2731"/>
                    <a:gd name="connsiteY1" fmla="*/ 0 h 2650"/>
                    <a:gd name="connsiteX2" fmla="*/ 2060 w 2731"/>
                    <a:gd name="connsiteY2" fmla="*/ 2651 h 2650"/>
                    <a:gd name="connsiteX3" fmla="*/ 1655 w 2731"/>
                    <a:gd name="connsiteY3" fmla="*/ 2454 h 2650"/>
                    <a:gd name="connsiteX4" fmla="*/ 1632 w 2731"/>
                    <a:gd name="connsiteY4" fmla="*/ 1841 h 2650"/>
                    <a:gd name="connsiteX5" fmla="*/ 0 w 2731"/>
                    <a:gd name="connsiteY5" fmla="*/ 1470 h 2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31" h="2650">
                      <a:moveTo>
                        <a:pt x="0" y="1470"/>
                      </a:moveTo>
                      <a:lnTo>
                        <a:pt x="2732" y="0"/>
                      </a:lnTo>
                      <a:lnTo>
                        <a:pt x="2060" y="2651"/>
                      </a:lnTo>
                      <a:lnTo>
                        <a:pt x="1655" y="2454"/>
                      </a:lnTo>
                      <a:lnTo>
                        <a:pt x="1632" y="1841"/>
                      </a:lnTo>
                      <a:lnTo>
                        <a:pt x="0" y="14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99" name="Freeform: Shape 598">
                  <a:extLst>
                    <a:ext uri="{FF2B5EF4-FFF2-40B4-BE49-F238E27FC236}">
                      <a16:creationId xmlns:a16="http://schemas.microsoft.com/office/drawing/2014/main" id="{8D68D9BF-0AD0-FFAC-C038-55859252902C}"/>
                    </a:ext>
                  </a:extLst>
                </p:cNvPr>
                <p:cNvSpPr/>
                <p:nvPr/>
              </p:nvSpPr>
              <p:spPr>
                <a:xfrm>
                  <a:off x="7977421" y="4307007"/>
                  <a:ext cx="2060" cy="3356"/>
                </a:xfrm>
                <a:custGeom>
                  <a:avLst/>
                  <a:gdLst>
                    <a:gd name="connsiteX0" fmla="*/ 0 w 2060"/>
                    <a:gd name="connsiteY0" fmla="*/ 1319 h 3356"/>
                    <a:gd name="connsiteX1" fmla="*/ 1192 w 2060"/>
                    <a:gd name="connsiteY1" fmla="*/ 0 h 3356"/>
                    <a:gd name="connsiteX2" fmla="*/ 1632 w 2060"/>
                    <a:gd name="connsiteY2" fmla="*/ 1586 h 3356"/>
                    <a:gd name="connsiteX3" fmla="*/ 2060 w 2060"/>
                    <a:gd name="connsiteY3" fmla="*/ 3357 h 3356"/>
                    <a:gd name="connsiteX4" fmla="*/ 1887 w 2060"/>
                    <a:gd name="connsiteY4" fmla="*/ 3218 h 3356"/>
                    <a:gd name="connsiteX5" fmla="*/ 0 w 2060"/>
                    <a:gd name="connsiteY5" fmla="*/ 1319 h 3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60" h="3356">
                      <a:moveTo>
                        <a:pt x="0" y="1319"/>
                      </a:moveTo>
                      <a:lnTo>
                        <a:pt x="1192" y="0"/>
                      </a:lnTo>
                      <a:lnTo>
                        <a:pt x="1632" y="1586"/>
                      </a:lnTo>
                      <a:lnTo>
                        <a:pt x="2060" y="3357"/>
                      </a:lnTo>
                      <a:lnTo>
                        <a:pt x="1887" y="3218"/>
                      </a:lnTo>
                      <a:lnTo>
                        <a:pt x="0" y="131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00" name="Freeform: Shape 599">
                  <a:extLst>
                    <a:ext uri="{FF2B5EF4-FFF2-40B4-BE49-F238E27FC236}">
                      <a16:creationId xmlns:a16="http://schemas.microsoft.com/office/drawing/2014/main" id="{786AAE4A-29D0-81D7-4970-67E014857D66}"/>
                    </a:ext>
                  </a:extLst>
                </p:cNvPr>
                <p:cNvSpPr/>
                <p:nvPr/>
              </p:nvSpPr>
              <p:spPr>
                <a:xfrm>
                  <a:off x="8726936" y="4856687"/>
                  <a:ext cx="1562" cy="3287"/>
                </a:xfrm>
                <a:custGeom>
                  <a:avLst/>
                  <a:gdLst>
                    <a:gd name="connsiteX0" fmla="*/ 1065 w 1562"/>
                    <a:gd name="connsiteY0" fmla="*/ 3276 h 3287"/>
                    <a:gd name="connsiteX1" fmla="*/ 1042 w 1562"/>
                    <a:gd name="connsiteY1" fmla="*/ 3288 h 3287"/>
                    <a:gd name="connsiteX2" fmla="*/ 0 w 1562"/>
                    <a:gd name="connsiteY2" fmla="*/ 2257 h 3287"/>
                    <a:gd name="connsiteX3" fmla="*/ 174 w 1562"/>
                    <a:gd name="connsiteY3" fmla="*/ 1262 h 3287"/>
                    <a:gd name="connsiteX4" fmla="*/ 1563 w 1562"/>
                    <a:gd name="connsiteY4" fmla="*/ 0 h 3287"/>
                    <a:gd name="connsiteX5" fmla="*/ 1065 w 1562"/>
                    <a:gd name="connsiteY5" fmla="*/ 3276 h 3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62" h="3287">
                      <a:moveTo>
                        <a:pt x="1065" y="3276"/>
                      </a:moveTo>
                      <a:lnTo>
                        <a:pt x="1042" y="3288"/>
                      </a:lnTo>
                      <a:lnTo>
                        <a:pt x="0" y="2257"/>
                      </a:lnTo>
                      <a:lnTo>
                        <a:pt x="174" y="1262"/>
                      </a:lnTo>
                      <a:lnTo>
                        <a:pt x="1563" y="0"/>
                      </a:lnTo>
                      <a:lnTo>
                        <a:pt x="1065" y="327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01" name="Freeform: Shape 600">
                  <a:extLst>
                    <a:ext uri="{FF2B5EF4-FFF2-40B4-BE49-F238E27FC236}">
                      <a16:creationId xmlns:a16="http://schemas.microsoft.com/office/drawing/2014/main" id="{46219ED0-F622-C0FD-7FE5-9AB49BCC8265}"/>
                    </a:ext>
                  </a:extLst>
                </p:cNvPr>
                <p:cNvSpPr/>
                <p:nvPr/>
              </p:nvSpPr>
              <p:spPr>
                <a:xfrm>
                  <a:off x="7804500" y="3187862"/>
                  <a:ext cx="3843" cy="1574"/>
                </a:xfrm>
                <a:custGeom>
                  <a:avLst/>
                  <a:gdLst>
                    <a:gd name="connsiteX0" fmla="*/ 1887 w 3843"/>
                    <a:gd name="connsiteY0" fmla="*/ 0 h 1574"/>
                    <a:gd name="connsiteX1" fmla="*/ 3843 w 3843"/>
                    <a:gd name="connsiteY1" fmla="*/ 1389 h 1574"/>
                    <a:gd name="connsiteX2" fmla="*/ 3160 w 3843"/>
                    <a:gd name="connsiteY2" fmla="*/ 1574 h 1574"/>
                    <a:gd name="connsiteX3" fmla="*/ 810 w 3843"/>
                    <a:gd name="connsiteY3" fmla="*/ 1551 h 1574"/>
                    <a:gd name="connsiteX4" fmla="*/ 0 w 3843"/>
                    <a:gd name="connsiteY4" fmla="*/ 370 h 1574"/>
                    <a:gd name="connsiteX5" fmla="*/ 2466 w 3843"/>
                    <a:gd name="connsiteY5" fmla="*/ 1158 h 1574"/>
                    <a:gd name="connsiteX6" fmla="*/ 1887 w 3843"/>
                    <a:gd name="connsiteY6" fmla="*/ 0 h 1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43" h="1574">
                      <a:moveTo>
                        <a:pt x="1887" y="0"/>
                      </a:moveTo>
                      <a:lnTo>
                        <a:pt x="3843" y="1389"/>
                      </a:lnTo>
                      <a:lnTo>
                        <a:pt x="3160" y="1574"/>
                      </a:lnTo>
                      <a:lnTo>
                        <a:pt x="810" y="1551"/>
                      </a:lnTo>
                      <a:lnTo>
                        <a:pt x="0" y="370"/>
                      </a:lnTo>
                      <a:lnTo>
                        <a:pt x="2466" y="1158"/>
                      </a:lnTo>
                      <a:lnTo>
                        <a:pt x="188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02" name="Freeform: Shape 601">
                  <a:extLst>
                    <a:ext uri="{FF2B5EF4-FFF2-40B4-BE49-F238E27FC236}">
                      <a16:creationId xmlns:a16="http://schemas.microsoft.com/office/drawing/2014/main" id="{D441EB3C-6938-1B42-5228-30DEB9CFA43F}"/>
                    </a:ext>
                  </a:extLst>
                </p:cNvPr>
                <p:cNvSpPr/>
                <p:nvPr/>
              </p:nvSpPr>
              <p:spPr>
                <a:xfrm>
                  <a:off x="8011419" y="3761991"/>
                  <a:ext cx="1747" cy="4086"/>
                </a:xfrm>
                <a:custGeom>
                  <a:avLst/>
                  <a:gdLst>
                    <a:gd name="connsiteX0" fmla="*/ 1748 w 1747"/>
                    <a:gd name="connsiteY0" fmla="*/ 104 h 4086"/>
                    <a:gd name="connsiteX1" fmla="*/ 0 w 1747"/>
                    <a:gd name="connsiteY1" fmla="*/ 4086 h 4086"/>
                    <a:gd name="connsiteX2" fmla="*/ 81 w 1747"/>
                    <a:gd name="connsiteY2" fmla="*/ 1100 h 4086"/>
                    <a:gd name="connsiteX3" fmla="*/ 1748 w 1747"/>
                    <a:gd name="connsiteY3" fmla="*/ 0 h 4086"/>
                    <a:gd name="connsiteX4" fmla="*/ 1748 w 1747"/>
                    <a:gd name="connsiteY4" fmla="*/ 104 h 4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7" h="4086">
                      <a:moveTo>
                        <a:pt x="1748" y="104"/>
                      </a:moveTo>
                      <a:lnTo>
                        <a:pt x="0" y="4086"/>
                      </a:lnTo>
                      <a:lnTo>
                        <a:pt x="81" y="1100"/>
                      </a:lnTo>
                      <a:lnTo>
                        <a:pt x="1748" y="0"/>
                      </a:lnTo>
                      <a:lnTo>
                        <a:pt x="1748" y="10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03" name="Freeform: Shape 602">
                  <a:extLst>
                    <a:ext uri="{FF2B5EF4-FFF2-40B4-BE49-F238E27FC236}">
                      <a16:creationId xmlns:a16="http://schemas.microsoft.com/office/drawing/2014/main" id="{23217029-6271-11F3-1FF7-3A8815AD5DD5}"/>
                    </a:ext>
                  </a:extLst>
                </p:cNvPr>
                <p:cNvSpPr/>
                <p:nvPr/>
              </p:nvSpPr>
              <p:spPr>
                <a:xfrm>
                  <a:off x="7855920" y="3157522"/>
                  <a:ext cx="2373" cy="2292"/>
                </a:xfrm>
                <a:custGeom>
                  <a:avLst/>
                  <a:gdLst>
                    <a:gd name="connsiteX0" fmla="*/ 0 w 2373"/>
                    <a:gd name="connsiteY0" fmla="*/ 371 h 2292"/>
                    <a:gd name="connsiteX1" fmla="*/ 2037 w 2373"/>
                    <a:gd name="connsiteY1" fmla="*/ 0 h 2292"/>
                    <a:gd name="connsiteX2" fmla="*/ 2223 w 2373"/>
                    <a:gd name="connsiteY2" fmla="*/ 915 h 2292"/>
                    <a:gd name="connsiteX3" fmla="*/ 2373 w 2373"/>
                    <a:gd name="connsiteY3" fmla="*/ 2292 h 2292"/>
                    <a:gd name="connsiteX4" fmla="*/ 1447 w 2373"/>
                    <a:gd name="connsiteY4" fmla="*/ 1597 h 2292"/>
                    <a:gd name="connsiteX5" fmla="*/ 0 w 2373"/>
                    <a:gd name="connsiteY5" fmla="*/ 371 h 2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373" h="2292">
                      <a:moveTo>
                        <a:pt x="0" y="371"/>
                      </a:moveTo>
                      <a:lnTo>
                        <a:pt x="2037" y="0"/>
                      </a:lnTo>
                      <a:lnTo>
                        <a:pt x="2223" y="915"/>
                      </a:lnTo>
                      <a:lnTo>
                        <a:pt x="2373" y="2292"/>
                      </a:lnTo>
                      <a:lnTo>
                        <a:pt x="1447" y="1597"/>
                      </a:lnTo>
                      <a:lnTo>
                        <a:pt x="0" y="37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04" name="Freeform: Shape 603">
                  <a:extLst>
                    <a:ext uri="{FF2B5EF4-FFF2-40B4-BE49-F238E27FC236}">
                      <a16:creationId xmlns:a16="http://schemas.microsoft.com/office/drawing/2014/main" id="{7842E929-A562-5063-8A26-079C3282A0EC}"/>
                    </a:ext>
                  </a:extLst>
                </p:cNvPr>
                <p:cNvSpPr/>
                <p:nvPr/>
              </p:nvSpPr>
              <p:spPr>
                <a:xfrm>
                  <a:off x="8621190" y="2655106"/>
                  <a:ext cx="1747" cy="2951"/>
                </a:xfrm>
                <a:custGeom>
                  <a:avLst/>
                  <a:gdLst>
                    <a:gd name="connsiteX0" fmla="*/ 0 w 1747"/>
                    <a:gd name="connsiteY0" fmla="*/ 2697 h 2951"/>
                    <a:gd name="connsiteX1" fmla="*/ 1007 w 1747"/>
                    <a:gd name="connsiteY1" fmla="*/ 0 h 2951"/>
                    <a:gd name="connsiteX2" fmla="*/ 1401 w 1747"/>
                    <a:gd name="connsiteY2" fmla="*/ 1597 h 2951"/>
                    <a:gd name="connsiteX3" fmla="*/ 1748 w 1747"/>
                    <a:gd name="connsiteY3" fmla="*/ 2952 h 2951"/>
                    <a:gd name="connsiteX4" fmla="*/ 0 w 1747"/>
                    <a:gd name="connsiteY4" fmla="*/ 2697 h 2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7" h="2951">
                      <a:moveTo>
                        <a:pt x="0" y="2697"/>
                      </a:moveTo>
                      <a:lnTo>
                        <a:pt x="1007" y="0"/>
                      </a:lnTo>
                      <a:lnTo>
                        <a:pt x="1401" y="1597"/>
                      </a:lnTo>
                      <a:lnTo>
                        <a:pt x="1748" y="2952"/>
                      </a:lnTo>
                      <a:lnTo>
                        <a:pt x="0" y="26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05" name="Freeform: Shape 604">
                  <a:extLst>
                    <a:ext uri="{FF2B5EF4-FFF2-40B4-BE49-F238E27FC236}">
                      <a16:creationId xmlns:a16="http://schemas.microsoft.com/office/drawing/2014/main" id="{D61CA123-A661-46DC-B7B0-3EA8519032DB}"/>
                    </a:ext>
                  </a:extLst>
                </p:cNvPr>
                <p:cNvSpPr/>
                <p:nvPr/>
              </p:nvSpPr>
              <p:spPr>
                <a:xfrm>
                  <a:off x="8289367" y="4049189"/>
                  <a:ext cx="1933" cy="4398"/>
                </a:xfrm>
                <a:custGeom>
                  <a:avLst/>
                  <a:gdLst>
                    <a:gd name="connsiteX0" fmla="*/ 220 w 1933"/>
                    <a:gd name="connsiteY0" fmla="*/ 2176 h 4398"/>
                    <a:gd name="connsiteX1" fmla="*/ 440 w 1933"/>
                    <a:gd name="connsiteY1" fmla="*/ 938 h 4398"/>
                    <a:gd name="connsiteX2" fmla="*/ 1933 w 1933"/>
                    <a:gd name="connsiteY2" fmla="*/ 0 h 4398"/>
                    <a:gd name="connsiteX3" fmla="*/ 0 w 1933"/>
                    <a:gd name="connsiteY3" fmla="*/ 4399 h 4398"/>
                    <a:gd name="connsiteX4" fmla="*/ 220 w 1933"/>
                    <a:gd name="connsiteY4" fmla="*/ 2176 h 4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33" h="4398">
                      <a:moveTo>
                        <a:pt x="220" y="2176"/>
                      </a:moveTo>
                      <a:lnTo>
                        <a:pt x="440" y="938"/>
                      </a:lnTo>
                      <a:lnTo>
                        <a:pt x="1933" y="0"/>
                      </a:lnTo>
                      <a:lnTo>
                        <a:pt x="0" y="4399"/>
                      </a:lnTo>
                      <a:lnTo>
                        <a:pt x="220" y="217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06" name="Freeform: Shape 605">
                  <a:extLst>
                    <a:ext uri="{FF2B5EF4-FFF2-40B4-BE49-F238E27FC236}">
                      <a16:creationId xmlns:a16="http://schemas.microsoft.com/office/drawing/2014/main" id="{02BD54CC-139E-649A-58C2-806FF0AAE63F}"/>
                    </a:ext>
                  </a:extLst>
                </p:cNvPr>
                <p:cNvSpPr/>
                <p:nvPr/>
              </p:nvSpPr>
              <p:spPr>
                <a:xfrm>
                  <a:off x="8512006" y="2689614"/>
                  <a:ext cx="1898" cy="2743"/>
                </a:xfrm>
                <a:custGeom>
                  <a:avLst/>
                  <a:gdLst>
                    <a:gd name="connsiteX0" fmla="*/ 0 w 1898"/>
                    <a:gd name="connsiteY0" fmla="*/ 602 h 2743"/>
                    <a:gd name="connsiteX1" fmla="*/ 11 w 1898"/>
                    <a:gd name="connsiteY1" fmla="*/ 521 h 2743"/>
                    <a:gd name="connsiteX2" fmla="*/ 1898 w 1898"/>
                    <a:gd name="connsiteY2" fmla="*/ 0 h 2743"/>
                    <a:gd name="connsiteX3" fmla="*/ 891 w 1898"/>
                    <a:gd name="connsiteY3" fmla="*/ 2743 h 2743"/>
                    <a:gd name="connsiteX4" fmla="*/ 833 w 1898"/>
                    <a:gd name="connsiteY4" fmla="*/ 2709 h 2743"/>
                    <a:gd name="connsiteX5" fmla="*/ 0 w 1898"/>
                    <a:gd name="connsiteY5" fmla="*/ 602 h 2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98" h="2743">
                      <a:moveTo>
                        <a:pt x="0" y="602"/>
                      </a:moveTo>
                      <a:lnTo>
                        <a:pt x="11" y="521"/>
                      </a:lnTo>
                      <a:lnTo>
                        <a:pt x="1898" y="0"/>
                      </a:lnTo>
                      <a:lnTo>
                        <a:pt x="891" y="2743"/>
                      </a:lnTo>
                      <a:lnTo>
                        <a:pt x="833" y="2709"/>
                      </a:lnTo>
                      <a:lnTo>
                        <a:pt x="0" y="6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07" name="Freeform: Shape 606">
                  <a:extLst>
                    <a:ext uri="{FF2B5EF4-FFF2-40B4-BE49-F238E27FC236}">
                      <a16:creationId xmlns:a16="http://schemas.microsoft.com/office/drawing/2014/main" id="{FD1D29B1-B5C8-BF25-A9A8-BE86F8A2266D}"/>
                    </a:ext>
                  </a:extLst>
                </p:cNvPr>
                <p:cNvSpPr/>
                <p:nvPr/>
              </p:nvSpPr>
              <p:spPr>
                <a:xfrm>
                  <a:off x="8722745" y="2703157"/>
                  <a:ext cx="2488" cy="3530"/>
                </a:xfrm>
                <a:custGeom>
                  <a:avLst/>
                  <a:gdLst>
                    <a:gd name="connsiteX0" fmla="*/ 0 w 2488"/>
                    <a:gd name="connsiteY0" fmla="*/ 3531 h 3530"/>
                    <a:gd name="connsiteX1" fmla="*/ 2454 w 2488"/>
                    <a:gd name="connsiteY1" fmla="*/ 0 h 3530"/>
                    <a:gd name="connsiteX2" fmla="*/ 2489 w 2488"/>
                    <a:gd name="connsiteY2" fmla="*/ 1933 h 3530"/>
                    <a:gd name="connsiteX3" fmla="*/ 0 w 2488"/>
                    <a:gd name="connsiteY3" fmla="*/ 3531 h 35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88" h="3530">
                      <a:moveTo>
                        <a:pt x="0" y="3531"/>
                      </a:moveTo>
                      <a:lnTo>
                        <a:pt x="2454" y="0"/>
                      </a:lnTo>
                      <a:lnTo>
                        <a:pt x="2489" y="1933"/>
                      </a:lnTo>
                      <a:lnTo>
                        <a:pt x="0" y="353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08" name="Freeform: Shape 607">
                  <a:extLst>
                    <a:ext uri="{FF2B5EF4-FFF2-40B4-BE49-F238E27FC236}">
                      <a16:creationId xmlns:a16="http://schemas.microsoft.com/office/drawing/2014/main" id="{E93AF774-F3DA-0F77-48BA-6F8D80D97004}"/>
                    </a:ext>
                  </a:extLst>
                </p:cNvPr>
                <p:cNvSpPr/>
                <p:nvPr/>
              </p:nvSpPr>
              <p:spPr>
                <a:xfrm>
                  <a:off x="7687838" y="3092373"/>
                  <a:ext cx="3403" cy="3148"/>
                </a:xfrm>
                <a:custGeom>
                  <a:avLst/>
                  <a:gdLst>
                    <a:gd name="connsiteX0" fmla="*/ 2998 w 3403"/>
                    <a:gd name="connsiteY0" fmla="*/ 1679 h 3148"/>
                    <a:gd name="connsiteX1" fmla="*/ 2547 w 3403"/>
                    <a:gd name="connsiteY1" fmla="*/ 2049 h 3148"/>
                    <a:gd name="connsiteX2" fmla="*/ 602 w 3403"/>
                    <a:gd name="connsiteY2" fmla="*/ 3149 h 3148"/>
                    <a:gd name="connsiteX3" fmla="*/ 0 w 3403"/>
                    <a:gd name="connsiteY3" fmla="*/ 1864 h 3148"/>
                    <a:gd name="connsiteX4" fmla="*/ 2570 w 3403"/>
                    <a:gd name="connsiteY4" fmla="*/ 1945 h 3148"/>
                    <a:gd name="connsiteX5" fmla="*/ 3183 w 3403"/>
                    <a:gd name="connsiteY5" fmla="*/ 0 h 3148"/>
                    <a:gd name="connsiteX6" fmla="*/ 3403 w 3403"/>
                    <a:gd name="connsiteY6" fmla="*/ 1435 h 3148"/>
                    <a:gd name="connsiteX7" fmla="*/ 2998 w 3403"/>
                    <a:gd name="connsiteY7" fmla="*/ 1679 h 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03" h="3148">
                      <a:moveTo>
                        <a:pt x="2998" y="1679"/>
                      </a:moveTo>
                      <a:lnTo>
                        <a:pt x="2547" y="2049"/>
                      </a:lnTo>
                      <a:lnTo>
                        <a:pt x="602" y="3149"/>
                      </a:lnTo>
                      <a:lnTo>
                        <a:pt x="0" y="1864"/>
                      </a:lnTo>
                      <a:lnTo>
                        <a:pt x="2570" y="1945"/>
                      </a:lnTo>
                      <a:lnTo>
                        <a:pt x="3183" y="0"/>
                      </a:lnTo>
                      <a:lnTo>
                        <a:pt x="3403" y="1435"/>
                      </a:lnTo>
                      <a:lnTo>
                        <a:pt x="2998" y="167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09" name="Freeform: Shape 608">
                  <a:extLst>
                    <a:ext uri="{FF2B5EF4-FFF2-40B4-BE49-F238E27FC236}">
                      <a16:creationId xmlns:a16="http://schemas.microsoft.com/office/drawing/2014/main" id="{7B7E55E1-55CF-4198-19A4-4AC26A1372CF}"/>
                    </a:ext>
                  </a:extLst>
                </p:cNvPr>
                <p:cNvSpPr/>
                <p:nvPr/>
              </p:nvSpPr>
              <p:spPr>
                <a:xfrm>
                  <a:off x="8748710" y="2340335"/>
                  <a:ext cx="2546" cy="2708"/>
                </a:xfrm>
                <a:custGeom>
                  <a:avLst/>
                  <a:gdLst>
                    <a:gd name="connsiteX0" fmla="*/ 0 w 2546"/>
                    <a:gd name="connsiteY0" fmla="*/ 2396 h 2708"/>
                    <a:gd name="connsiteX1" fmla="*/ 2547 w 2546"/>
                    <a:gd name="connsiteY1" fmla="*/ 0 h 2708"/>
                    <a:gd name="connsiteX2" fmla="*/ 1644 w 2546"/>
                    <a:gd name="connsiteY2" fmla="*/ 2709 h 2708"/>
                    <a:gd name="connsiteX3" fmla="*/ 0 w 2546"/>
                    <a:gd name="connsiteY3" fmla="*/ 2396 h 27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6" h="2708">
                      <a:moveTo>
                        <a:pt x="0" y="2396"/>
                      </a:moveTo>
                      <a:lnTo>
                        <a:pt x="2547" y="0"/>
                      </a:lnTo>
                      <a:lnTo>
                        <a:pt x="1644" y="2709"/>
                      </a:lnTo>
                      <a:lnTo>
                        <a:pt x="0" y="239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0" name="Freeform: Shape 609">
                  <a:extLst>
                    <a:ext uri="{FF2B5EF4-FFF2-40B4-BE49-F238E27FC236}">
                      <a16:creationId xmlns:a16="http://schemas.microsoft.com/office/drawing/2014/main" id="{C193592C-F1B8-64B3-4284-78C92BA67538}"/>
                    </a:ext>
                  </a:extLst>
                </p:cNvPr>
                <p:cNvSpPr/>
                <p:nvPr/>
              </p:nvSpPr>
              <p:spPr>
                <a:xfrm>
                  <a:off x="7857946" y="3115096"/>
                  <a:ext cx="1284" cy="3669"/>
                </a:xfrm>
                <a:custGeom>
                  <a:avLst/>
                  <a:gdLst>
                    <a:gd name="connsiteX0" fmla="*/ 0 w 1284"/>
                    <a:gd name="connsiteY0" fmla="*/ 1077 h 3669"/>
                    <a:gd name="connsiteX1" fmla="*/ 1262 w 1284"/>
                    <a:gd name="connsiteY1" fmla="*/ 0 h 3669"/>
                    <a:gd name="connsiteX2" fmla="*/ 1285 w 1284"/>
                    <a:gd name="connsiteY2" fmla="*/ 3670 h 3669"/>
                    <a:gd name="connsiteX3" fmla="*/ 0 w 1284"/>
                    <a:gd name="connsiteY3" fmla="*/ 1077 h 3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4" h="3669">
                      <a:moveTo>
                        <a:pt x="0" y="1077"/>
                      </a:moveTo>
                      <a:lnTo>
                        <a:pt x="1262" y="0"/>
                      </a:lnTo>
                      <a:lnTo>
                        <a:pt x="1285" y="3670"/>
                      </a:lnTo>
                      <a:lnTo>
                        <a:pt x="0" y="107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1" name="Freeform: Shape 610">
                  <a:extLst>
                    <a:ext uri="{FF2B5EF4-FFF2-40B4-BE49-F238E27FC236}">
                      <a16:creationId xmlns:a16="http://schemas.microsoft.com/office/drawing/2014/main" id="{96BB09D1-F3E4-9650-CDF4-D4F8A9C6FE6E}"/>
                    </a:ext>
                  </a:extLst>
                </p:cNvPr>
                <p:cNvSpPr/>
                <p:nvPr/>
              </p:nvSpPr>
              <p:spPr>
                <a:xfrm>
                  <a:off x="9149999" y="2487151"/>
                  <a:ext cx="3831" cy="1829"/>
                </a:xfrm>
                <a:custGeom>
                  <a:avLst/>
                  <a:gdLst>
                    <a:gd name="connsiteX0" fmla="*/ 0 w 3831"/>
                    <a:gd name="connsiteY0" fmla="*/ 1829 h 1829"/>
                    <a:gd name="connsiteX1" fmla="*/ 3600 w 3831"/>
                    <a:gd name="connsiteY1" fmla="*/ 0 h 1829"/>
                    <a:gd name="connsiteX2" fmla="*/ 3832 w 3831"/>
                    <a:gd name="connsiteY2" fmla="*/ 1169 h 1829"/>
                    <a:gd name="connsiteX3" fmla="*/ 0 w 3831"/>
                    <a:gd name="connsiteY3" fmla="*/ 1829 h 18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31" h="1829">
                      <a:moveTo>
                        <a:pt x="0" y="1829"/>
                      </a:moveTo>
                      <a:lnTo>
                        <a:pt x="3600" y="0"/>
                      </a:lnTo>
                      <a:lnTo>
                        <a:pt x="3832" y="1169"/>
                      </a:lnTo>
                      <a:lnTo>
                        <a:pt x="0" y="182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2" name="Freeform: Shape 611">
                  <a:extLst>
                    <a:ext uri="{FF2B5EF4-FFF2-40B4-BE49-F238E27FC236}">
                      <a16:creationId xmlns:a16="http://schemas.microsoft.com/office/drawing/2014/main" id="{F4807390-FF2C-80E1-9F5C-B2688C7263D9}"/>
                    </a:ext>
                  </a:extLst>
                </p:cNvPr>
                <p:cNvSpPr/>
                <p:nvPr/>
              </p:nvSpPr>
              <p:spPr>
                <a:xfrm>
                  <a:off x="9676042" y="1731883"/>
                  <a:ext cx="1284" cy="4306"/>
                </a:xfrm>
                <a:custGeom>
                  <a:avLst/>
                  <a:gdLst>
                    <a:gd name="connsiteX0" fmla="*/ 787 w 1284"/>
                    <a:gd name="connsiteY0" fmla="*/ 0 h 4306"/>
                    <a:gd name="connsiteX1" fmla="*/ 1204 w 1284"/>
                    <a:gd name="connsiteY1" fmla="*/ 2535 h 4306"/>
                    <a:gd name="connsiteX2" fmla="*/ 1285 w 1284"/>
                    <a:gd name="connsiteY2" fmla="*/ 3114 h 4306"/>
                    <a:gd name="connsiteX3" fmla="*/ 0 w 1284"/>
                    <a:gd name="connsiteY3" fmla="*/ 4306 h 4306"/>
                    <a:gd name="connsiteX4" fmla="*/ 58 w 1284"/>
                    <a:gd name="connsiteY4" fmla="*/ 3924 h 4306"/>
                    <a:gd name="connsiteX5" fmla="*/ 787 w 1284"/>
                    <a:gd name="connsiteY5" fmla="*/ 0 h 4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84" h="4306">
                      <a:moveTo>
                        <a:pt x="787" y="0"/>
                      </a:moveTo>
                      <a:lnTo>
                        <a:pt x="1204" y="2535"/>
                      </a:lnTo>
                      <a:lnTo>
                        <a:pt x="1285" y="3114"/>
                      </a:lnTo>
                      <a:lnTo>
                        <a:pt x="0" y="4306"/>
                      </a:lnTo>
                      <a:lnTo>
                        <a:pt x="58" y="3924"/>
                      </a:lnTo>
                      <a:lnTo>
                        <a:pt x="78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3" name="Freeform: Shape 612">
                  <a:extLst>
                    <a:ext uri="{FF2B5EF4-FFF2-40B4-BE49-F238E27FC236}">
                      <a16:creationId xmlns:a16="http://schemas.microsoft.com/office/drawing/2014/main" id="{F7961BBD-17CF-EB6E-B4ED-C9E9FFDC3AAD}"/>
                    </a:ext>
                  </a:extLst>
                </p:cNvPr>
                <p:cNvSpPr/>
                <p:nvPr/>
              </p:nvSpPr>
              <p:spPr>
                <a:xfrm>
                  <a:off x="8396051" y="3769307"/>
                  <a:ext cx="2453" cy="3959"/>
                </a:xfrm>
                <a:custGeom>
                  <a:avLst/>
                  <a:gdLst>
                    <a:gd name="connsiteX0" fmla="*/ 46 w 2453"/>
                    <a:gd name="connsiteY0" fmla="*/ 3936 h 3959"/>
                    <a:gd name="connsiteX1" fmla="*/ 0 w 2453"/>
                    <a:gd name="connsiteY1" fmla="*/ 3959 h 3959"/>
                    <a:gd name="connsiteX2" fmla="*/ 2454 w 2453"/>
                    <a:gd name="connsiteY2" fmla="*/ 0 h 3959"/>
                    <a:gd name="connsiteX3" fmla="*/ 2002 w 2453"/>
                    <a:gd name="connsiteY3" fmla="*/ 2593 h 3959"/>
                    <a:gd name="connsiteX4" fmla="*/ 46 w 2453"/>
                    <a:gd name="connsiteY4" fmla="*/ 3936 h 39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53" h="3959">
                      <a:moveTo>
                        <a:pt x="46" y="3936"/>
                      </a:moveTo>
                      <a:lnTo>
                        <a:pt x="0" y="3959"/>
                      </a:lnTo>
                      <a:lnTo>
                        <a:pt x="2454" y="0"/>
                      </a:lnTo>
                      <a:lnTo>
                        <a:pt x="2002" y="2593"/>
                      </a:lnTo>
                      <a:lnTo>
                        <a:pt x="46" y="393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4" name="Freeform: Shape 613">
                  <a:extLst>
                    <a:ext uri="{FF2B5EF4-FFF2-40B4-BE49-F238E27FC236}">
                      <a16:creationId xmlns:a16="http://schemas.microsoft.com/office/drawing/2014/main" id="{B0F549F6-0382-931D-5A75-B0AFE049E495}"/>
                    </a:ext>
                  </a:extLst>
                </p:cNvPr>
                <p:cNvSpPr/>
                <p:nvPr/>
              </p:nvSpPr>
              <p:spPr>
                <a:xfrm>
                  <a:off x="7899596" y="3108707"/>
                  <a:ext cx="1724" cy="3102"/>
                </a:xfrm>
                <a:custGeom>
                  <a:avLst/>
                  <a:gdLst>
                    <a:gd name="connsiteX0" fmla="*/ 0 w 1724"/>
                    <a:gd name="connsiteY0" fmla="*/ 2061 h 3102"/>
                    <a:gd name="connsiteX1" fmla="*/ 1007 w 1724"/>
                    <a:gd name="connsiteY1" fmla="*/ 0 h 3102"/>
                    <a:gd name="connsiteX2" fmla="*/ 1725 w 1724"/>
                    <a:gd name="connsiteY2" fmla="*/ 3102 h 3102"/>
                    <a:gd name="connsiteX3" fmla="*/ 0 w 1724"/>
                    <a:gd name="connsiteY3" fmla="*/ 2061 h 3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4" h="3102">
                      <a:moveTo>
                        <a:pt x="0" y="2061"/>
                      </a:moveTo>
                      <a:lnTo>
                        <a:pt x="1007" y="0"/>
                      </a:lnTo>
                      <a:lnTo>
                        <a:pt x="1725" y="3102"/>
                      </a:lnTo>
                      <a:lnTo>
                        <a:pt x="0" y="206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5" name="Freeform: Shape 614">
                  <a:extLst>
                    <a:ext uri="{FF2B5EF4-FFF2-40B4-BE49-F238E27FC236}">
                      <a16:creationId xmlns:a16="http://schemas.microsoft.com/office/drawing/2014/main" id="{6AF04293-FFF1-95AB-8AA5-D892F06A8C92}"/>
                    </a:ext>
                  </a:extLst>
                </p:cNvPr>
                <p:cNvSpPr/>
                <p:nvPr/>
              </p:nvSpPr>
              <p:spPr>
                <a:xfrm>
                  <a:off x="9610279" y="1630166"/>
                  <a:ext cx="1632" cy="3137"/>
                </a:xfrm>
                <a:custGeom>
                  <a:avLst/>
                  <a:gdLst>
                    <a:gd name="connsiteX0" fmla="*/ 1412 w 1632"/>
                    <a:gd name="connsiteY0" fmla="*/ 2952 h 3137"/>
                    <a:gd name="connsiteX1" fmla="*/ 1296 w 1632"/>
                    <a:gd name="connsiteY1" fmla="*/ 3137 h 3137"/>
                    <a:gd name="connsiteX2" fmla="*/ 0 w 1632"/>
                    <a:gd name="connsiteY2" fmla="*/ 2535 h 3137"/>
                    <a:gd name="connsiteX3" fmla="*/ 1632 w 1632"/>
                    <a:gd name="connsiteY3" fmla="*/ 0 h 3137"/>
                    <a:gd name="connsiteX4" fmla="*/ 1412 w 1632"/>
                    <a:gd name="connsiteY4" fmla="*/ 2952 h 3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2" h="3137">
                      <a:moveTo>
                        <a:pt x="1412" y="2952"/>
                      </a:moveTo>
                      <a:lnTo>
                        <a:pt x="1296" y="3137"/>
                      </a:lnTo>
                      <a:lnTo>
                        <a:pt x="0" y="2535"/>
                      </a:lnTo>
                      <a:lnTo>
                        <a:pt x="1632" y="0"/>
                      </a:lnTo>
                      <a:lnTo>
                        <a:pt x="1412" y="295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6" name="Freeform: Shape 615">
                  <a:extLst>
                    <a:ext uri="{FF2B5EF4-FFF2-40B4-BE49-F238E27FC236}">
                      <a16:creationId xmlns:a16="http://schemas.microsoft.com/office/drawing/2014/main" id="{F4E5AF80-4815-0023-D6A4-1DBD8ED2A9A6}"/>
                    </a:ext>
                  </a:extLst>
                </p:cNvPr>
                <p:cNvSpPr/>
                <p:nvPr/>
              </p:nvSpPr>
              <p:spPr>
                <a:xfrm>
                  <a:off x="7849634" y="3110084"/>
                  <a:ext cx="3113" cy="2592"/>
                </a:xfrm>
                <a:custGeom>
                  <a:avLst/>
                  <a:gdLst>
                    <a:gd name="connsiteX0" fmla="*/ 0 w 3113"/>
                    <a:gd name="connsiteY0" fmla="*/ 0 h 2592"/>
                    <a:gd name="connsiteX1" fmla="*/ 3114 w 3113"/>
                    <a:gd name="connsiteY1" fmla="*/ 2593 h 2592"/>
                    <a:gd name="connsiteX2" fmla="*/ 718 w 3113"/>
                    <a:gd name="connsiteY2" fmla="*/ 1736 h 2592"/>
                    <a:gd name="connsiteX3" fmla="*/ 11 w 3113"/>
                    <a:gd name="connsiteY3" fmla="*/ 1354 h 2592"/>
                    <a:gd name="connsiteX4" fmla="*/ 0 w 3113"/>
                    <a:gd name="connsiteY4" fmla="*/ 0 h 25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13" h="2592">
                      <a:moveTo>
                        <a:pt x="0" y="0"/>
                      </a:moveTo>
                      <a:lnTo>
                        <a:pt x="3114" y="2593"/>
                      </a:lnTo>
                      <a:lnTo>
                        <a:pt x="718" y="1736"/>
                      </a:lnTo>
                      <a:lnTo>
                        <a:pt x="11" y="13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7" name="Freeform: Shape 616">
                  <a:extLst>
                    <a:ext uri="{FF2B5EF4-FFF2-40B4-BE49-F238E27FC236}">
                      <a16:creationId xmlns:a16="http://schemas.microsoft.com/office/drawing/2014/main" id="{1E7AA11A-E74D-61EE-5231-627E017B1235}"/>
                    </a:ext>
                  </a:extLst>
                </p:cNvPr>
                <p:cNvSpPr/>
                <p:nvPr/>
              </p:nvSpPr>
              <p:spPr>
                <a:xfrm>
                  <a:off x="8263680" y="3308344"/>
                  <a:ext cx="1377" cy="4364"/>
                </a:xfrm>
                <a:custGeom>
                  <a:avLst/>
                  <a:gdLst>
                    <a:gd name="connsiteX0" fmla="*/ 0 w 1377"/>
                    <a:gd name="connsiteY0" fmla="*/ 4364 h 4364"/>
                    <a:gd name="connsiteX1" fmla="*/ 660 w 1377"/>
                    <a:gd name="connsiteY1" fmla="*/ 0 h 4364"/>
                    <a:gd name="connsiteX2" fmla="*/ 1378 w 1377"/>
                    <a:gd name="connsiteY2" fmla="*/ 2084 h 4364"/>
                    <a:gd name="connsiteX3" fmla="*/ 0 w 1377"/>
                    <a:gd name="connsiteY3" fmla="*/ 4364 h 4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77" h="4364">
                      <a:moveTo>
                        <a:pt x="0" y="4364"/>
                      </a:moveTo>
                      <a:lnTo>
                        <a:pt x="660" y="0"/>
                      </a:lnTo>
                      <a:lnTo>
                        <a:pt x="1378" y="2084"/>
                      </a:lnTo>
                      <a:lnTo>
                        <a:pt x="0" y="436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8" name="Freeform: Shape 617">
                  <a:extLst>
                    <a:ext uri="{FF2B5EF4-FFF2-40B4-BE49-F238E27FC236}">
                      <a16:creationId xmlns:a16="http://schemas.microsoft.com/office/drawing/2014/main" id="{520B4E68-37B6-4C28-2AEF-D4CC42E5D4F2}"/>
                    </a:ext>
                  </a:extLst>
                </p:cNvPr>
                <p:cNvSpPr/>
                <p:nvPr/>
              </p:nvSpPr>
              <p:spPr>
                <a:xfrm>
                  <a:off x="8293176" y="3735552"/>
                  <a:ext cx="2315" cy="1956"/>
                </a:xfrm>
                <a:custGeom>
                  <a:avLst/>
                  <a:gdLst>
                    <a:gd name="connsiteX0" fmla="*/ 0 w 2315"/>
                    <a:gd name="connsiteY0" fmla="*/ 1285 h 1956"/>
                    <a:gd name="connsiteX1" fmla="*/ 996 w 2315"/>
                    <a:gd name="connsiteY1" fmla="*/ 0 h 1956"/>
                    <a:gd name="connsiteX2" fmla="*/ 2315 w 2315"/>
                    <a:gd name="connsiteY2" fmla="*/ 1956 h 1956"/>
                    <a:gd name="connsiteX3" fmla="*/ 104 w 2315"/>
                    <a:gd name="connsiteY3" fmla="*/ 1678 h 1956"/>
                    <a:gd name="connsiteX4" fmla="*/ 0 w 2315"/>
                    <a:gd name="connsiteY4" fmla="*/ 1285 h 1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15" h="1956">
                      <a:moveTo>
                        <a:pt x="0" y="1285"/>
                      </a:moveTo>
                      <a:lnTo>
                        <a:pt x="996" y="0"/>
                      </a:lnTo>
                      <a:lnTo>
                        <a:pt x="2315" y="1956"/>
                      </a:lnTo>
                      <a:lnTo>
                        <a:pt x="104" y="1678"/>
                      </a:lnTo>
                      <a:lnTo>
                        <a:pt x="0" y="12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9" name="Freeform: Shape 618">
                  <a:extLst>
                    <a:ext uri="{FF2B5EF4-FFF2-40B4-BE49-F238E27FC236}">
                      <a16:creationId xmlns:a16="http://schemas.microsoft.com/office/drawing/2014/main" id="{47318BAE-1893-2697-A461-F6CCBF589F45}"/>
                    </a:ext>
                  </a:extLst>
                </p:cNvPr>
                <p:cNvSpPr/>
                <p:nvPr/>
              </p:nvSpPr>
              <p:spPr>
                <a:xfrm>
                  <a:off x="7885230" y="3097513"/>
                  <a:ext cx="2106" cy="2859"/>
                </a:xfrm>
                <a:custGeom>
                  <a:avLst/>
                  <a:gdLst>
                    <a:gd name="connsiteX0" fmla="*/ 0 w 2106"/>
                    <a:gd name="connsiteY0" fmla="*/ 2049 h 2859"/>
                    <a:gd name="connsiteX1" fmla="*/ 104 w 2106"/>
                    <a:gd name="connsiteY1" fmla="*/ 0 h 2859"/>
                    <a:gd name="connsiteX2" fmla="*/ 2107 w 2106"/>
                    <a:gd name="connsiteY2" fmla="*/ 2859 h 2859"/>
                    <a:gd name="connsiteX3" fmla="*/ 0 w 2106"/>
                    <a:gd name="connsiteY3" fmla="*/ 2049 h 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06" h="2859">
                      <a:moveTo>
                        <a:pt x="0" y="2049"/>
                      </a:moveTo>
                      <a:lnTo>
                        <a:pt x="104" y="0"/>
                      </a:lnTo>
                      <a:lnTo>
                        <a:pt x="2107" y="2859"/>
                      </a:lnTo>
                      <a:lnTo>
                        <a:pt x="0" y="204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20" name="Freeform: Shape 619">
                  <a:extLst>
                    <a:ext uri="{FF2B5EF4-FFF2-40B4-BE49-F238E27FC236}">
                      <a16:creationId xmlns:a16="http://schemas.microsoft.com/office/drawing/2014/main" id="{51048925-1763-6C90-E645-115CE63A7B7B}"/>
                    </a:ext>
                  </a:extLst>
                </p:cNvPr>
                <p:cNvSpPr/>
                <p:nvPr/>
              </p:nvSpPr>
              <p:spPr>
                <a:xfrm>
                  <a:off x="8272918" y="4121619"/>
                  <a:ext cx="1701" cy="3889"/>
                </a:xfrm>
                <a:custGeom>
                  <a:avLst/>
                  <a:gdLst>
                    <a:gd name="connsiteX0" fmla="*/ 290 w 1701"/>
                    <a:gd name="connsiteY0" fmla="*/ 3843 h 3889"/>
                    <a:gd name="connsiteX1" fmla="*/ 255 w 1701"/>
                    <a:gd name="connsiteY1" fmla="*/ 3889 h 3889"/>
                    <a:gd name="connsiteX2" fmla="*/ 0 w 1701"/>
                    <a:gd name="connsiteY2" fmla="*/ 2176 h 3889"/>
                    <a:gd name="connsiteX3" fmla="*/ 12 w 1701"/>
                    <a:gd name="connsiteY3" fmla="*/ 1760 h 3889"/>
                    <a:gd name="connsiteX4" fmla="*/ 1181 w 1701"/>
                    <a:gd name="connsiteY4" fmla="*/ 440 h 3889"/>
                    <a:gd name="connsiteX5" fmla="*/ 1702 w 1701"/>
                    <a:gd name="connsiteY5" fmla="*/ 0 h 3889"/>
                    <a:gd name="connsiteX6" fmla="*/ 290 w 1701"/>
                    <a:gd name="connsiteY6" fmla="*/ 3843 h 3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01" h="3889">
                      <a:moveTo>
                        <a:pt x="290" y="3843"/>
                      </a:moveTo>
                      <a:lnTo>
                        <a:pt x="255" y="3889"/>
                      </a:lnTo>
                      <a:lnTo>
                        <a:pt x="0" y="2176"/>
                      </a:lnTo>
                      <a:lnTo>
                        <a:pt x="12" y="1760"/>
                      </a:lnTo>
                      <a:lnTo>
                        <a:pt x="1181" y="440"/>
                      </a:lnTo>
                      <a:lnTo>
                        <a:pt x="1702" y="0"/>
                      </a:lnTo>
                      <a:lnTo>
                        <a:pt x="290" y="384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21" name="Freeform: Shape 620">
                  <a:extLst>
                    <a:ext uri="{FF2B5EF4-FFF2-40B4-BE49-F238E27FC236}">
                      <a16:creationId xmlns:a16="http://schemas.microsoft.com/office/drawing/2014/main" id="{8841EAB3-0099-4E65-4BFB-3683C4FC084A}"/>
                    </a:ext>
                  </a:extLst>
                </p:cNvPr>
                <p:cNvSpPr/>
                <p:nvPr/>
              </p:nvSpPr>
              <p:spPr>
                <a:xfrm>
                  <a:off x="9661676" y="1738042"/>
                  <a:ext cx="2546" cy="1308"/>
                </a:xfrm>
                <a:custGeom>
                  <a:avLst/>
                  <a:gdLst>
                    <a:gd name="connsiteX0" fmla="*/ 2547 w 2546"/>
                    <a:gd name="connsiteY0" fmla="*/ 1007 h 1308"/>
                    <a:gd name="connsiteX1" fmla="*/ 2373 w 2546"/>
                    <a:gd name="connsiteY1" fmla="*/ 1308 h 1308"/>
                    <a:gd name="connsiteX2" fmla="*/ 208 w 2546"/>
                    <a:gd name="connsiteY2" fmla="*/ 1134 h 1308"/>
                    <a:gd name="connsiteX3" fmla="*/ 0 w 2546"/>
                    <a:gd name="connsiteY3" fmla="*/ 1100 h 1308"/>
                    <a:gd name="connsiteX4" fmla="*/ 1470 w 2546"/>
                    <a:gd name="connsiteY4" fmla="*/ 0 h 1308"/>
                    <a:gd name="connsiteX5" fmla="*/ 2547 w 2546"/>
                    <a:gd name="connsiteY5" fmla="*/ 174 h 1308"/>
                    <a:gd name="connsiteX6" fmla="*/ 2547 w 2546"/>
                    <a:gd name="connsiteY6" fmla="*/ 1007 h 1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6" h="1308">
                      <a:moveTo>
                        <a:pt x="2547" y="1007"/>
                      </a:moveTo>
                      <a:lnTo>
                        <a:pt x="2373" y="1308"/>
                      </a:lnTo>
                      <a:lnTo>
                        <a:pt x="208" y="1134"/>
                      </a:lnTo>
                      <a:lnTo>
                        <a:pt x="0" y="1100"/>
                      </a:lnTo>
                      <a:lnTo>
                        <a:pt x="1470" y="0"/>
                      </a:lnTo>
                      <a:lnTo>
                        <a:pt x="2547" y="174"/>
                      </a:lnTo>
                      <a:lnTo>
                        <a:pt x="2547" y="100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22" name="Freeform: Shape 621">
                  <a:extLst>
                    <a:ext uri="{FF2B5EF4-FFF2-40B4-BE49-F238E27FC236}">
                      <a16:creationId xmlns:a16="http://schemas.microsoft.com/office/drawing/2014/main" id="{9ECA0995-DB00-ED4E-F535-FBB754D9D816}"/>
                    </a:ext>
                  </a:extLst>
                </p:cNvPr>
                <p:cNvSpPr/>
                <p:nvPr/>
              </p:nvSpPr>
              <p:spPr>
                <a:xfrm>
                  <a:off x="8141601" y="4325493"/>
                  <a:ext cx="1759" cy="2604"/>
                </a:xfrm>
                <a:custGeom>
                  <a:avLst/>
                  <a:gdLst>
                    <a:gd name="connsiteX0" fmla="*/ 0 w 1759"/>
                    <a:gd name="connsiteY0" fmla="*/ 278 h 2604"/>
                    <a:gd name="connsiteX1" fmla="*/ 1759 w 1759"/>
                    <a:gd name="connsiteY1" fmla="*/ 0 h 2604"/>
                    <a:gd name="connsiteX2" fmla="*/ 776 w 1759"/>
                    <a:gd name="connsiteY2" fmla="*/ 2605 h 2604"/>
                    <a:gd name="connsiteX3" fmla="*/ 0 w 1759"/>
                    <a:gd name="connsiteY3" fmla="*/ 278 h 2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59" h="2604">
                      <a:moveTo>
                        <a:pt x="0" y="278"/>
                      </a:moveTo>
                      <a:lnTo>
                        <a:pt x="1759" y="0"/>
                      </a:lnTo>
                      <a:lnTo>
                        <a:pt x="776" y="2605"/>
                      </a:lnTo>
                      <a:lnTo>
                        <a:pt x="0" y="2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23" name="Freeform: Shape 622">
                  <a:extLst>
                    <a:ext uri="{FF2B5EF4-FFF2-40B4-BE49-F238E27FC236}">
                      <a16:creationId xmlns:a16="http://schemas.microsoft.com/office/drawing/2014/main" id="{354D4354-3264-C3B6-0EA4-FDE623FA1950}"/>
                    </a:ext>
                  </a:extLst>
                </p:cNvPr>
                <p:cNvSpPr/>
                <p:nvPr/>
              </p:nvSpPr>
              <p:spPr>
                <a:xfrm>
                  <a:off x="7875773" y="3123917"/>
                  <a:ext cx="1898" cy="2824"/>
                </a:xfrm>
                <a:custGeom>
                  <a:avLst/>
                  <a:gdLst>
                    <a:gd name="connsiteX0" fmla="*/ 0 w 1898"/>
                    <a:gd name="connsiteY0" fmla="*/ 752 h 2824"/>
                    <a:gd name="connsiteX1" fmla="*/ 1898 w 1898"/>
                    <a:gd name="connsiteY1" fmla="*/ 0 h 2824"/>
                    <a:gd name="connsiteX2" fmla="*/ 451 w 1898"/>
                    <a:gd name="connsiteY2" fmla="*/ 2825 h 2824"/>
                    <a:gd name="connsiteX3" fmla="*/ 0 w 1898"/>
                    <a:gd name="connsiteY3" fmla="*/ 752 h 28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8" h="2824">
                      <a:moveTo>
                        <a:pt x="0" y="752"/>
                      </a:moveTo>
                      <a:lnTo>
                        <a:pt x="1898" y="0"/>
                      </a:lnTo>
                      <a:lnTo>
                        <a:pt x="451" y="2825"/>
                      </a:lnTo>
                      <a:lnTo>
                        <a:pt x="0" y="75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24" name="Freeform: Shape 623">
                  <a:extLst>
                    <a:ext uri="{FF2B5EF4-FFF2-40B4-BE49-F238E27FC236}">
                      <a16:creationId xmlns:a16="http://schemas.microsoft.com/office/drawing/2014/main" id="{141906ED-9C55-2B18-1623-FBF5A11CE40B}"/>
                    </a:ext>
                  </a:extLst>
                </p:cNvPr>
                <p:cNvSpPr/>
                <p:nvPr/>
              </p:nvSpPr>
              <p:spPr>
                <a:xfrm>
                  <a:off x="9149374" y="2398446"/>
                  <a:ext cx="2743" cy="1528"/>
                </a:xfrm>
                <a:custGeom>
                  <a:avLst/>
                  <a:gdLst>
                    <a:gd name="connsiteX0" fmla="*/ 0 w 2743"/>
                    <a:gd name="connsiteY0" fmla="*/ 1516 h 1528"/>
                    <a:gd name="connsiteX1" fmla="*/ 1898 w 2743"/>
                    <a:gd name="connsiteY1" fmla="*/ 0 h 1528"/>
                    <a:gd name="connsiteX2" fmla="*/ 2743 w 2743"/>
                    <a:gd name="connsiteY2" fmla="*/ 1528 h 1528"/>
                    <a:gd name="connsiteX3" fmla="*/ 0 w 2743"/>
                    <a:gd name="connsiteY3" fmla="*/ 1516 h 1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3" h="1528">
                      <a:moveTo>
                        <a:pt x="0" y="1516"/>
                      </a:moveTo>
                      <a:lnTo>
                        <a:pt x="1898" y="0"/>
                      </a:lnTo>
                      <a:lnTo>
                        <a:pt x="2743" y="1528"/>
                      </a:lnTo>
                      <a:lnTo>
                        <a:pt x="0" y="151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25" name="Freeform: Shape 624">
                  <a:extLst>
                    <a:ext uri="{FF2B5EF4-FFF2-40B4-BE49-F238E27FC236}">
                      <a16:creationId xmlns:a16="http://schemas.microsoft.com/office/drawing/2014/main" id="{30DBCB1E-C68D-0369-561F-C149F310F1B7}"/>
                    </a:ext>
                  </a:extLst>
                </p:cNvPr>
                <p:cNvSpPr/>
                <p:nvPr/>
              </p:nvSpPr>
              <p:spPr>
                <a:xfrm>
                  <a:off x="8220236" y="2307170"/>
                  <a:ext cx="2778" cy="3542"/>
                </a:xfrm>
                <a:custGeom>
                  <a:avLst/>
                  <a:gdLst>
                    <a:gd name="connsiteX0" fmla="*/ 2003 w 2778"/>
                    <a:gd name="connsiteY0" fmla="*/ 2477 h 3542"/>
                    <a:gd name="connsiteX1" fmla="*/ 0 w 2778"/>
                    <a:gd name="connsiteY1" fmla="*/ 3542 h 3542"/>
                    <a:gd name="connsiteX2" fmla="*/ 2778 w 2778"/>
                    <a:gd name="connsiteY2" fmla="*/ 0 h 3542"/>
                    <a:gd name="connsiteX3" fmla="*/ 2003 w 2778"/>
                    <a:gd name="connsiteY3" fmla="*/ 2477 h 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78" h="3542">
                      <a:moveTo>
                        <a:pt x="2003" y="2477"/>
                      </a:moveTo>
                      <a:lnTo>
                        <a:pt x="0" y="3542"/>
                      </a:lnTo>
                      <a:lnTo>
                        <a:pt x="2778" y="0"/>
                      </a:lnTo>
                      <a:lnTo>
                        <a:pt x="2003" y="247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26" name="Freeform: Shape 625">
                  <a:extLst>
                    <a:ext uri="{FF2B5EF4-FFF2-40B4-BE49-F238E27FC236}">
                      <a16:creationId xmlns:a16="http://schemas.microsoft.com/office/drawing/2014/main" id="{59C00366-2926-77F8-71AB-33FF8F30C1FE}"/>
                    </a:ext>
                  </a:extLst>
                </p:cNvPr>
                <p:cNvSpPr/>
                <p:nvPr/>
              </p:nvSpPr>
              <p:spPr>
                <a:xfrm>
                  <a:off x="9735090" y="1379499"/>
                  <a:ext cx="1666" cy="2489"/>
                </a:xfrm>
                <a:custGeom>
                  <a:avLst/>
                  <a:gdLst>
                    <a:gd name="connsiteX0" fmla="*/ 0 w 1666"/>
                    <a:gd name="connsiteY0" fmla="*/ 2490 h 2489"/>
                    <a:gd name="connsiteX1" fmla="*/ 69 w 1666"/>
                    <a:gd name="connsiteY1" fmla="*/ 0 h 2489"/>
                    <a:gd name="connsiteX2" fmla="*/ 1667 w 1666"/>
                    <a:gd name="connsiteY2" fmla="*/ 1353 h 2489"/>
                    <a:gd name="connsiteX3" fmla="*/ 0 w 1666"/>
                    <a:gd name="connsiteY3" fmla="*/ 2490 h 2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66" h="2489">
                      <a:moveTo>
                        <a:pt x="0" y="2490"/>
                      </a:moveTo>
                      <a:lnTo>
                        <a:pt x="69" y="0"/>
                      </a:lnTo>
                      <a:lnTo>
                        <a:pt x="1667" y="1353"/>
                      </a:lnTo>
                      <a:lnTo>
                        <a:pt x="0" y="24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27" name="Freeform: Shape 626">
                  <a:extLst>
                    <a:ext uri="{FF2B5EF4-FFF2-40B4-BE49-F238E27FC236}">
                      <a16:creationId xmlns:a16="http://schemas.microsoft.com/office/drawing/2014/main" id="{DA4C8605-279D-F908-B013-1C97ADA8BD7C}"/>
                    </a:ext>
                  </a:extLst>
                </p:cNvPr>
                <p:cNvSpPr/>
                <p:nvPr/>
              </p:nvSpPr>
              <p:spPr>
                <a:xfrm>
                  <a:off x="7961909" y="2831638"/>
                  <a:ext cx="914" cy="3750"/>
                </a:xfrm>
                <a:custGeom>
                  <a:avLst/>
                  <a:gdLst>
                    <a:gd name="connsiteX0" fmla="*/ 0 w 914"/>
                    <a:gd name="connsiteY0" fmla="*/ 0 h 3750"/>
                    <a:gd name="connsiteX1" fmla="*/ 787 w 914"/>
                    <a:gd name="connsiteY1" fmla="*/ 1458 h 3750"/>
                    <a:gd name="connsiteX2" fmla="*/ 915 w 914"/>
                    <a:gd name="connsiteY2" fmla="*/ 3114 h 3750"/>
                    <a:gd name="connsiteX3" fmla="*/ 174 w 914"/>
                    <a:gd name="connsiteY3" fmla="*/ 3751 h 3750"/>
                    <a:gd name="connsiteX4" fmla="*/ 162 w 914"/>
                    <a:gd name="connsiteY4" fmla="*/ 3704 h 3750"/>
                    <a:gd name="connsiteX5" fmla="*/ 0 w 914"/>
                    <a:gd name="connsiteY5" fmla="*/ 0 h 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14" h="3750">
                      <a:moveTo>
                        <a:pt x="0" y="0"/>
                      </a:moveTo>
                      <a:lnTo>
                        <a:pt x="787" y="1458"/>
                      </a:lnTo>
                      <a:lnTo>
                        <a:pt x="915" y="3114"/>
                      </a:lnTo>
                      <a:lnTo>
                        <a:pt x="174" y="3751"/>
                      </a:lnTo>
                      <a:lnTo>
                        <a:pt x="162" y="370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28" name="Freeform: Shape 627">
                  <a:extLst>
                    <a:ext uri="{FF2B5EF4-FFF2-40B4-BE49-F238E27FC236}">
                      <a16:creationId xmlns:a16="http://schemas.microsoft.com/office/drawing/2014/main" id="{CA16E15A-15FF-16A2-8EF9-95A1558E4587}"/>
                    </a:ext>
                  </a:extLst>
                </p:cNvPr>
                <p:cNvSpPr/>
                <p:nvPr/>
              </p:nvSpPr>
              <p:spPr>
                <a:xfrm>
                  <a:off x="8010122" y="3267180"/>
                  <a:ext cx="1852" cy="2743"/>
                </a:xfrm>
                <a:custGeom>
                  <a:avLst/>
                  <a:gdLst>
                    <a:gd name="connsiteX0" fmla="*/ 0 w 1852"/>
                    <a:gd name="connsiteY0" fmla="*/ 1783 h 2743"/>
                    <a:gd name="connsiteX1" fmla="*/ 498 w 1852"/>
                    <a:gd name="connsiteY1" fmla="*/ 0 h 2743"/>
                    <a:gd name="connsiteX2" fmla="*/ 1852 w 1852"/>
                    <a:gd name="connsiteY2" fmla="*/ 2743 h 2743"/>
                    <a:gd name="connsiteX3" fmla="*/ 1609 w 1852"/>
                    <a:gd name="connsiteY3" fmla="*/ 2732 h 2743"/>
                    <a:gd name="connsiteX4" fmla="*/ 0 w 1852"/>
                    <a:gd name="connsiteY4" fmla="*/ 1783 h 2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52" h="2743">
                      <a:moveTo>
                        <a:pt x="0" y="1783"/>
                      </a:moveTo>
                      <a:lnTo>
                        <a:pt x="498" y="0"/>
                      </a:lnTo>
                      <a:lnTo>
                        <a:pt x="1852" y="2743"/>
                      </a:lnTo>
                      <a:lnTo>
                        <a:pt x="1609" y="2732"/>
                      </a:lnTo>
                      <a:lnTo>
                        <a:pt x="0" y="178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29" name="Freeform: Shape 628">
                  <a:extLst>
                    <a:ext uri="{FF2B5EF4-FFF2-40B4-BE49-F238E27FC236}">
                      <a16:creationId xmlns:a16="http://schemas.microsoft.com/office/drawing/2014/main" id="{121242D0-5913-1A4C-C625-FB9ED301ED3B}"/>
                    </a:ext>
                  </a:extLst>
                </p:cNvPr>
                <p:cNvSpPr/>
                <p:nvPr/>
              </p:nvSpPr>
              <p:spPr>
                <a:xfrm>
                  <a:off x="8069842" y="2888244"/>
                  <a:ext cx="2245" cy="1458"/>
                </a:xfrm>
                <a:custGeom>
                  <a:avLst/>
                  <a:gdLst>
                    <a:gd name="connsiteX0" fmla="*/ 1632 w 2245"/>
                    <a:gd name="connsiteY0" fmla="*/ 1378 h 1458"/>
                    <a:gd name="connsiteX1" fmla="*/ 1053 w 2245"/>
                    <a:gd name="connsiteY1" fmla="*/ 1459 h 1458"/>
                    <a:gd name="connsiteX2" fmla="*/ 139 w 2245"/>
                    <a:gd name="connsiteY2" fmla="*/ 590 h 1458"/>
                    <a:gd name="connsiteX3" fmla="*/ 0 w 2245"/>
                    <a:gd name="connsiteY3" fmla="*/ 278 h 1458"/>
                    <a:gd name="connsiteX4" fmla="*/ 1540 w 2245"/>
                    <a:gd name="connsiteY4" fmla="*/ 0 h 1458"/>
                    <a:gd name="connsiteX5" fmla="*/ 2246 w 2245"/>
                    <a:gd name="connsiteY5" fmla="*/ 648 h 1458"/>
                    <a:gd name="connsiteX6" fmla="*/ 1632 w 2245"/>
                    <a:gd name="connsiteY6" fmla="*/ 1378 h 1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45" h="1458">
                      <a:moveTo>
                        <a:pt x="1632" y="1378"/>
                      </a:moveTo>
                      <a:lnTo>
                        <a:pt x="1053" y="1459"/>
                      </a:lnTo>
                      <a:lnTo>
                        <a:pt x="139" y="590"/>
                      </a:lnTo>
                      <a:lnTo>
                        <a:pt x="0" y="278"/>
                      </a:lnTo>
                      <a:lnTo>
                        <a:pt x="1540" y="0"/>
                      </a:lnTo>
                      <a:lnTo>
                        <a:pt x="2246" y="648"/>
                      </a:lnTo>
                      <a:lnTo>
                        <a:pt x="1632" y="13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30" name="Freeform: Shape 629">
                  <a:extLst>
                    <a:ext uri="{FF2B5EF4-FFF2-40B4-BE49-F238E27FC236}">
                      <a16:creationId xmlns:a16="http://schemas.microsoft.com/office/drawing/2014/main" id="{13CA2EAC-D93C-DA2D-4C25-0DFB15C5F85A}"/>
                    </a:ext>
                  </a:extLst>
                </p:cNvPr>
                <p:cNvSpPr/>
                <p:nvPr/>
              </p:nvSpPr>
              <p:spPr>
                <a:xfrm>
                  <a:off x="8051437" y="3924308"/>
                  <a:ext cx="2245" cy="3982"/>
                </a:xfrm>
                <a:custGeom>
                  <a:avLst/>
                  <a:gdLst>
                    <a:gd name="connsiteX0" fmla="*/ 58 w 2245"/>
                    <a:gd name="connsiteY0" fmla="*/ 3912 h 3982"/>
                    <a:gd name="connsiteX1" fmla="*/ 0 w 2245"/>
                    <a:gd name="connsiteY1" fmla="*/ 3982 h 3982"/>
                    <a:gd name="connsiteX2" fmla="*/ 1192 w 2245"/>
                    <a:gd name="connsiteY2" fmla="*/ 440 h 3982"/>
                    <a:gd name="connsiteX3" fmla="*/ 1898 w 2245"/>
                    <a:gd name="connsiteY3" fmla="*/ 0 h 3982"/>
                    <a:gd name="connsiteX4" fmla="*/ 2246 w 2245"/>
                    <a:gd name="connsiteY4" fmla="*/ 301 h 3982"/>
                    <a:gd name="connsiteX5" fmla="*/ 58 w 2245"/>
                    <a:gd name="connsiteY5" fmla="*/ 3912 h 39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45" h="3982">
                      <a:moveTo>
                        <a:pt x="58" y="3912"/>
                      </a:moveTo>
                      <a:lnTo>
                        <a:pt x="0" y="3982"/>
                      </a:lnTo>
                      <a:lnTo>
                        <a:pt x="1192" y="440"/>
                      </a:lnTo>
                      <a:lnTo>
                        <a:pt x="1898" y="0"/>
                      </a:lnTo>
                      <a:lnTo>
                        <a:pt x="2246" y="301"/>
                      </a:lnTo>
                      <a:lnTo>
                        <a:pt x="58" y="39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31" name="Freeform: Shape 630">
                  <a:extLst>
                    <a:ext uri="{FF2B5EF4-FFF2-40B4-BE49-F238E27FC236}">
                      <a16:creationId xmlns:a16="http://schemas.microsoft.com/office/drawing/2014/main" id="{8A0B8C00-36C5-BB3B-98FF-02E8A7439148}"/>
                    </a:ext>
                  </a:extLst>
                </p:cNvPr>
                <p:cNvSpPr/>
                <p:nvPr/>
              </p:nvSpPr>
              <p:spPr>
                <a:xfrm>
                  <a:off x="8040613" y="3711926"/>
                  <a:ext cx="1597" cy="2269"/>
                </a:xfrm>
                <a:custGeom>
                  <a:avLst/>
                  <a:gdLst>
                    <a:gd name="connsiteX0" fmla="*/ 1389 w 1597"/>
                    <a:gd name="connsiteY0" fmla="*/ 1690 h 2269"/>
                    <a:gd name="connsiteX1" fmla="*/ 336 w 1597"/>
                    <a:gd name="connsiteY1" fmla="*/ 2269 h 2269"/>
                    <a:gd name="connsiteX2" fmla="*/ 0 w 1597"/>
                    <a:gd name="connsiteY2" fmla="*/ 2188 h 2269"/>
                    <a:gd name="connsiteX3" fmla="*/ 718 w 1597"/>
                    <a:gd name="connsiteY3" fmla="*/ 0 h 2269"/>
                    <a:gd name="connsiteX4" fmla="*/ 1065 w 1597"/>
                    <a:gd name="connsiteY4" fmla="*/ 174 h 2269"/>
                    <a:gd name="connsiteX5" fmla="*/ 1597 w 1597"/>
                    <a:gd name="connsiteY5" fmla="*/ 1065 h 2269"/>
                    <a:gd name="connsiteX6" fmla="*/ 1389 w 1597"/>
                    <a:gd name="connsiteY6" fmla="*/ 1690 h 2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97" h="2269">
                      <a:moveTo>
                        <a:pt x="1389" y="1690"/>
                      </a:moveTo>
                      <a:lnTo>
                        <a:pt x="336" y="2269"/>
                      </a:lnTo>
                      <a:lnTo>
                        <a:pt x="0" y="2188"/>
                      </a:lnTo>
                      <a:lnTo>
                        <a:pt x="718" y="0"/>
                      </a:lnTo>
                      <a:lnTo>
                        <a:pt x="1065" y="174"/>
                      </a:lnTo>
                      <a:lnTo>
                        <a:pt x="1597" y="1065"/>
                      </a:lnTo>
                      <a:lnTo>
                        <a:pt x="1389" y="16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32" name="Freeform: Shape 631">
                  <a:extLst>
                    <a:ext uri="{FF2B5EF4-FFF2-40B4-BE49-F238E27FC236}">
                      <a16:creationId xmlns:a16="http://schemas.microsoft.com/office/drawing/2014/main" id="{F75B43AF-E82E-94E0-8E08-8CA0C2E37441}"/>
                    </a:ext>
                  </a:extLst>
                </p:cNvPr>
                <p:cNvSpPr/>
                <p:nvPr/>
              </p:nvSpPr>
              <p:spPr>
                <a:xfrm>
                  <a:off x="8279609" y="4112092"/>
                  <a:ext cx="1713" cy="4248"/>
                </a:xfrm>
                <a:custGeom>
                  <a:avLst/>
                  <a:gdLst>
                    <a:gd name="connsiteX0" fmla="*/ 0 w 1713"/>
                    <a:gd name="connsiteY0" fmla="*/ 4248 h 4248"/>
                    <a:gd name="connsiteX1" fmla="*/ 301 w 1713"/>
                    <a:gd name="connsiteY1" fmla="*/ 1216 h 4248"/>
                    <a:gd name="connsiteX2" fmla="*/ 1713 w 1713"/>
                    <a:gd name="connsiteY2" fmla="*/ 0 h 4248"/>
                    <a:gd name="connsiteX3" fmla="*/ 0 w 1713"/>
                    <a:gd name="connsiteY3" fmla="*/ 4248 h 4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13" h="4248">
                      <a:moveTo>
                        <a:pt x="0" y="4248"/>
                      </a:moveTo>
                      <a:lnTo>
                        <a:pt x="301" y="1216"/>
                      </a:lnTo>
                      <a:lnTo>
                        <a:pt x="1713" y="0"/>
                      </a:lnTo>
                      <a:lnTo>
                        <a:pt x="0" y="424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33" name="Freeform: Shape 632">
                  <a:extLst>
                    <a:ext uri="{FF2B5EF4-FFF2-40B4-BE49-F238E27FC236}">
                      <a16:creationId xmlns:a16="http://schemas.microsoft.com/office/drawing/2014/main" id="{767EA080-312E-2EEB-2649-03D747A49E88}"/>
                    </a:ext>
                  </a:extLst>
                </p:cNvPr>
                <p:cNvSpPr/>
                <p:nvPr/>
              </p:nvSpPr>
              <p:spPr>
                <a:xfrm>
                  <a:off x="7820243" y="3313056"/>
                  <a:ext cx="2731" cy="3727"/>
                </a:xfrm>
                <a:custGeom>
                  <a:avLst/>
                  <a:gdLst>
                    <a:gd name="connsiteX0" fmla="*/ 255 w 2731"/>
                    <a:gd name="connsiteY0" fmla="*/ 3392 h 3727"/>
                    <a:gd name="connsiteX1" fmla="*/ 0 w 2731"/>
                    <a:gd name="connsiteY1" fmla="*/ 3727 h 3727"/>
                    <a:gd name="connsiteX2" fmla="*/ 46 w 2731"/>
                    <a:gd name="connsiteY2" fmla="*/ 3403 h 3727"/>
                    <a:gd name="connsiteX3" fmla="*/ 613 w 2731"/>
                    <a:gd name="connsiteY3" fmla="*/ 1528 h 3727"/>
                    <a:gd name="connsiteX4" fmla="*/ 2732 w 2731"/>
                    <a:gd name="connsiteY4" fmla="*/ 0 h 3727"/>
                    <a:gd name="connsiteX5" fmla="*/ 2732 w 2731"/>
                    <a:gd name="connsiteY5" fmla="*/ 23 h 3727"/>
                    <a:gd name="connsiteX6" fmla="*/ 255 w 2731"/>
                    <a:gd name="connsiteY6" fmla="*/ 3392 h 37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31" h="3727">
                      <a:moveTo>
                        <a:pt x="255" y="3392"/>
                      </a:moveTo>
                      <a:lnTo>
                        <a:pt x="0" y="3727"/>
                      </a:lnTo>
                      <a:lnTo>
                        <a:pt x="46" y="3403"/>
                      </a:lnTo>
                      <a:lnTo>
                        <a:pt x="613" y="1528"/>
                      </a:lnTo>
                      <a:lnTo>
                        <a:pt x="2732" y="0"/>
                      </a:lnTo>
                      <a:lnTo>
                        <a:pt x="2732" y="23"/>
                      </a:lnTo>
                      <a:lnTo>
                        <a:pt x="255" y="339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34" name="Freeform: Shape 633">
                  <a:extLst>
                    <a:ext uri="{FF2B5EF4-FFF2-40B4-BE49-F238E27FC236}">
                      <a16:creationId xmlns:a16="http://schemas.microsoft.com/office/drawing/2014/main" id="{6A1DD782-DD32-A734-CF59-23CA93110E0F}"/>
                    </a:ext>
                  </a:extLst>
                </p:cNvPr>
                <p:cNvSpPr/>
                <p:nvPr/>
              </p:nvSpPr>
              <p:spPr>
                <a:xfrm>
                  <a:off x="8528537" y="2697254"/>
                  <a:ext cx="2349" cy="1794"/>
                </a:xfrm>
                <a:custGeom>
                  <a:avLst/>
                  <a:gdLst>
                    <a:gd name="connsiteX0" fmla="*/ 0 w 2349"/>
                    <a:gd name="connsiteY0" fmla="*/ 1794 h 1794"/>
                    <a:gd name="connsiteX1" fmla="*/ 972 w 2349"/>
                    <a:gd name="connsiteY1" fmla="*/ 0 h 1794"/>
                    <a:gd name="connsiteX2" fmla="*/ 2350 w 2349"/>
                    <a:gd name="connsiteY2" fmla="*/ 1377 h 1794"/>
                    <a:gd name="connsiteX3" fmla="*/ 0 w 2349"/>
                    <a:gd name="connsiteY3" fmla="*/ 1794 h 17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49" h="1794">
                      <a:moveTo>
                        <a:pt x="0" y="1794"/>
                      </a:moveTo>
                      <a:lnTo>
                        <a:pt x="972" y="0"/>
                      </a:lnTo>
                      <a:lnTo>
                        <a:pt x="2350" y="1377"/>
                      </a:lnTo>
                      <a:lnTo>
                        <a:pt x="0" y="17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35" name="Freeform: Shape 634">
                  <a:extLst>
                    <a:ext uri="{FF2B5EF4-FFF2-40B4-BE49-F238E27FC236}">
                      <a16:creationId xmlns:a16="http://schemas.microsoft.com/office/drawing/2014/main" id="{04827D0F-16C1-5690-EE7A-FC8417512236}"/>
                    </a:ext>
                  </a:extLst>
                </p:cNvPr>
                <p:cNvSpPr/>
                <p:nvPr/>
              </p:nvSpPr>
              <p:spPr>
                <a:xfrm>
                  <a:off x="7748982" y="2753443"/>
                  <a:ext cx="3704" cy="1678"/>
                </a:xfrm>
                <a:custGeom>
                  <a:avLst/>
                  <a:gdLst>
                    <a:gd name="connsiteX0" fmla="*/ 2211 w 3704"/>
                    <a:gd name="connsiteY0" fmla="*/ 660 h 1678"/>
                    <a:gd name="connsiteX1" fmla="*/ 0 w 3704"/>
                    <a:gd name="connsiteY1" fmla="*/ 1679 h 1678"/>
                    <a:gd name="connsiteX2" fmla="*/ 1088 w 3704"/>
                    <a:gd name="connsiteY2" fmla="*/ 0 h 1678"/>
                    <a:gd name="connsiteX3" fmla="*/ 3704 w 3704"/>
                    <a:gd name="connsiteY3" fmla="*/ 463 h 1678"/>
                    <a:gd name="connsiteX4" fmla="*/ 2211 w 3704"/>
                    <a:gd name="connsiteY4" fmla="*/ 660 h 1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4" h="1678">
                      <a:moveTo>
                        <a:pt x="2211" y="660"/>
                      </a:moveTo>
                      <a:lnTo>
                        <a:pt x="0" y="1679"/>
                      </a:lnTo>
                      <a:lnTo>
                        <a:pt x="1088" y="0"/>
                      </a:lnTo>
                      <a:lnTo>
                        <a:pt x="3704" y="463"/>
                      </a:lnTo>
                      <a:lnTo>
                        <a:pt x="2211" y="66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36" name="Freeform: Shape 635">
                  <a:extLst>
                    <a:ext uri="{FF2B5EF4-FFF2-40B4-BE49-F238E27FC236}">
                      <a16:creationId xmlns:a16="http://schemas.microsoft.com/office/drawing/2014/main" id="{5421C615-0B2A-7EC7-C6BE-4253325F5423}"/>
                    </a:ext>
                  </a:extLst>
                </p:cNvPr>
                <p:cNvSpPr/>
                <p:nvPr/>
              </p:nvSpPr>
              <p:spPr>
                <a:xfrm>
                  <a:off x="7993384" y="3330361"/>
                  <a:ext cx="1481" cy="3519"/>
                </a:xfrm>
                <a:custGeom>
                  <a:avLst/>
                  <a:gdLst>
                    <a:gd name="connsiteX0" fmla="*/ 0 w 1481"/>
                    <a:gd name="connsiteY0" fmla="*/ 1609 h 3519"/>
                    <a:gd name="connsiteX1" fmla="*/ 729 w 1481"/>
                    <a:gd name="connsiteY1" fmla="*/ 0 h 3519"/>
                    <a:gd name="connsiteX2" fmla="*/ 1482 w 1481"/>
                    <a:gd name="connsiteY2" fmla="*/ 3519 h 3519"/>
                    <a:gd name="connsiteX3" fmla="*/ 0 w 1481"/>
                    <a:gd name="connsiteY3" fmla="*/ 1609 h 3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81" h="3519">
                      <a:moveTo>
                        <a:pt x="0" y="1609"/>
                      </a:moveTo>
                      <a:lnTo>
                        <a:pt x="729" y="0"/>
                      </a:lnTo>
                      <a:lnTo>
                        <a:pt x="1482" y="3519"/>
                      </a:lnTo>
                      <a:lnTo>
                        <a:pt x="0" y="160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37" name="Freeform: Shape 636">
                  <a:extLst>
                    <a:ext uri="{FF2B5EF4-FFF2-40B4-BE49-F238E27FC236}">
                      <a16:creationId xmlns:a16="http://schemas.microsoft.com/office/drawing/2014/main" id="{6602F220-41C7-B2CB-6E03-AFC64569AB0B}"/>
                    </a:ext>
                  </a:extLst>
                </p:cNvPr>
                <p:cNvSpPr/>
                <p:nvPr/>
              </p:nvSpPr>
              <p:spPr>
                <a:xfrm>
                  <a:off x="8281380" y="4058345"/>
                  <a:ext cx="1979" cy="3738"/>
                </a:xfrm>
                <a:custGeom>
                  <a:avLst/>
                  <a:gdLst>
                    <a:gd name="connsiteX0" fmla="*/ 1679 w 1979"/>
                    <a:gd name="connsiteY0" fmla="*/ 2466 h 3738"/>
                    <a:gd name="connsiteX1" fmla="*/ 0 w 1979"/>
                    <a:gd name="connsiteY1" fmla="*/ 3739 h 3738"/>
                    <a:gd name="connsiteX2" fmla="*/ 1192 w 1979"/>
                    <a:gd name="connsiteY2" fmla="*/ 1470 h 3738"/>
                    <a:gd name="connsiteX3" fmla="*/ 1980 w 1979"/>
                    <a:gd name="connsiteY3" fmla="*/ 0 h 3738"/>
                    <a:gd name="connsiteX4" fmla="*/ 1679 w 1979"/>
                    <a:gd name="connsiteY4" fmla="*/ 2466 h 37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79" h="3738">
                      <a:moveTo>
                        <a:pt x="1679" y="2466"/>
                      </a:moveTo>
                      <a:lnTo>
                        <a:pt x="0" y="3739"/>
                      </a:lnTo>
                      <a:lnTo>
                        <a:pt x="1192" y="1470"/>
                      </a:lnTo>
                      <a:lnTo>
                        <a:pt x="1980" y="0"/>
                      </a:lnTo>
                      <a:lnTo>
                        <a:pt x="1679" y="246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38" name="Freeform: Shape 637">
                  <a:extLst>
                    <a:ext uri="{FF2B5EF4-FFF2-40B4-BE49-F238E27FC236}">
                      <a16:creationId xmlns:a16="http://schemas.microsoft.com/office/drawing/2014/main" id="{F715EFE5-73AF-A623-7F66-690702423843}"/>
                    </a:ext>
                  </a:extLst>
                </p:cNvPr>
                <p:cNvSpPr/>
                <p:nvPr/>
              </p:nvSpPr>
              <p:spPr>
                <a:xfrm>
                  <a:off x="7842770" y="3152463"/>
                  <a:ext cx="2674" cy="1493"/>
                </a:xfrm>
                <a:custGeom>
                  <a:avLst/>
                  <a:gdLst>
                    <a:gd name="connsiteX0" fmla="*/ 0 w 2674"/>
                    <a:gd name="connsiteY0" fmla="*/ 1077 h 1493"/>
                    <a:gd name="connsiteX1" fmla="*/ 2026 w 2674"/>
                    <a:gd name="connsiteY1" fmla="*/ 0 h 1493"/>
                    <a:gd name="connsiteX2" fmla="*/ 2674 w 2674"/>
                    <a:gd name="connsiteY2" fmla="*/ 1493 h 1493"/>
                    <a:gd name="connsiteX3" fmla="*/ 0 w 2674"/>
                    <a:gd name="connsiteY3" fmla="*/ 1077 h 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74" h="1493">
                      <a:moveTo>
                        <a:pt x="0" y="1077"/>
                      </a:moveTo>
                      <a:lnTo>
                        <a:pt x="2026" y="0"/>
                      </a:lnTo>
                      <a:lnTo>
                        <a:pt x="2674" y="1493"/>
                      </a:lnTo>
                      <a:lnTo>
                        <a:pt x="0" y="107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39" name="Freeform: Shape 638">
                  <a:extLst>
                    <a:ext uri="{FF2B5EF4-FFF2-40B4-BE49-F238E27FC236}">
                      <a16:creationId xmlns:a16="http://schemas.microsoft.com/office/drawing/2014/main" id="{89EAB071-9D3D-7417-58B8-E75B2AA263FB}"/>
                    </a:ext>
                  </a:extLst>
                </p:cNvPr>
                <p:cNvSpPr/>
                <p:nvPr/>
              </p:nvSpPr>
              <p:spPr>
                <a:xfrm>
                  <a:off x="8499053" y="2786978"/>
                  <a:ext cx="2951" cy="2176"/>
                </a:xfrm>
                <a:custGeom>
                  <a:avLst/>
                  <a:gdLst>
                    <a:gd name="connsiteX0" fmla="*/ 1736 w 2951"/>
                    <a:gd name="connsiteY0" fmla="*/ 2084 h 2176"/>
                    <a:gd name="connsiteX1" fmla="*/ 0 w 2951"/>
                    <a:gd name="connsiteY1" fmla="*/ 2176 h 2176"/>
                    <a:gd name="connsiteX2" fmla="*/ 1655 w 2951"/>
                    <a:gd name="connsiteY2" fmla="*/ 914 h 2176"/>
                    <a:gd name="connsiteX3" fmla="*/ 2952 w 2951"/>
                    <a:gd name="connsiteY3" fmla="*/ 0 h 2176"/>
                    <a:gd name="connsiteX4" fmla="*/ 2859 w 2951"/>
                    <a:gd name="connsiteY4" fmla="*/ 197 h 2176"/>
                    <a:gd name="connsiteX5" fmla="*/ 2419 w 2951"/>
                    <a:gd name="connsiteY5" fmla="*/ 949 h 2176"/>
                    <a:gd name="connsiteX6" fmla="*/ 1736 w 2951"/>
                    <a:gd name="connsiteY6" fmla="*/ 2084 h 2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51" h="2176">
                      <a:moveTo>
                        <a:pt x="1736" y="2084"/>
                      </a:moveTo>
                      <a:lnTo>
                        <a:pt x="0" y="2176"/>
                      </a:lnTo>
                      <a:lnTo>
                        <a:pt x="1655" y="914"/>
                      </a:lnTo>
                      <a:lnTo>
                        <a:pt x="2952" y="0"/>
                      </a:lnTo>
                      <a:lnTo>
                        <a:pt x="2859" y="197"/>
                      </a:lnTo>
                      <a:lnTo>
                        <a:pt x="2419" y="949"/>
                      </a:lnTo>
                      <a:lnTo>
                        <a:pt x="1736" y="208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40" name="Freeform: Shape 639">
                  <a:extLst>
                    <a:ext uri="{FF2B5EF4-FFF2-40B4-BE49-F238E27FC236}">
                      <a16:creationId xmlns:a16="http://schemas.microsoft.com/office/drawing/2014/main" id="{2EE423F2-9309-94F6-4E65-B8B2EA9BEBC7}"/>
                    </a:ext>
                  </a:extLst>
                </p:cNvPr>
                <p:cNvSpPr/>
                <p:nvPr/>
              </p:nvSpPr>
              <p:spPr>
                <a:xfrm>
                  <a:off x="9587683" y="1535325"/>
                  <a:ext cx="1597" cy="2951"/>
                </a:xfrm>
                <a:custGeom>
                  <a:avLst/>
                  <a:gdLst>
                    <a:gd name="connsiteX0" fmla="*/ 0 w 1597"/>
                    <a:gd name="connsiteY0" fmla="*/ 2003 h 2951"/>
                    <a:gd name="connsiteX1" fmla="*/ 532 w 1597"/>
                    <a:gd name="connsiteY1" fmla="*/ 0 h 2951"/>
                    <a:gd name="connsiteX2" fmla="*/ 1597 w 1597"/>
                    <a:gd name="connsiteY2" fmla="*/ 2952 h 2951"/>
                    <a:gd name="connsiteX3" fmla="*/ 0 w 1597"/>
                    <a:gd name="connsiteY3" fmla="*/ 2003 h 2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97" h="2951">
                      <a:moveTo>
                        <a:pt x="0" y="2003"/>
                      </a:moveTo>
                      <a:lnTo>
                        <a:pt x="532" y="0"/>
                      </a:lnTo>
                      <a:lnTo>
                        <a:pt x="1597" y="2952"/>
                      </a:lnTo>
                      <a:lnTo>
                        <a:pt x="0" y="20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41" name="Freeform: Shape 640">
                  <a:extLst>
                    <a:ext uri="{FF2B5EF4-FFF2-40B4-BE49-F238E27FC236}">
                      <a16:creationId xmlns:a16="http://schemas.microsoft.com/office/drawing/2014/main" id="{3A329A49-2C7A-0133-02E3-FF236B4DC8DE}"/>
                    </a:ext>
                  </a:extLst>
                </p:cNvPr>
                <p:cNvSpPr/>
                <p:nvPr/>
              </p:nvSpPr>
              <p:spPr>
                <a:xfrm>
                  <a:off x="7992388" y="2806518"/>
                  <a:ext cx="1713" cy="2453"/>
                </a:xfrm>
                <a:custGeom>
                  <a:avLst/>
                  <a:gdLst>
                    <a:gd name="connsiteX0" fmla="*/ 0 w 1713"/>
                    <a:gd name="connsiteY0" fmla="*/ 2014 h 2453"/>
                    <a:gd name="connsiteX1" fmla="*/ 324 w 1713"/>
                    <a:gd name="connsiteY1" fmla="*/ 0 h 2453"/>
                    <a:gd name="connsiteX2" fmla="*/ 1713 w 1713"/>
                    <a:gd name="connsiteY2" fmla="*/ 2454 h 2453"/>
                    <a:gd name="connsiteX3" fmla="*/ 0 w 1713"/>
                    <a:gd name="connsiteY3" fmla="*/ 2049 h 2453"/>
                    <a:gd name="connsiteX4" fmla="*/ 0 w 1713"/>
                    <a:gd name="connsiteY4" fmla="*/ 2014 h 24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" h="2453">
                      <a:moveTo>
                        <a:pt x="0" y="2014"/>
                      </a:moveTo>
                      <a:lnTo>
                        <a:pt x="324" y="0"/>
                      </a:lnTo>
                      <a:lnTo>
                        <a:pt x="1713" y="2454"/>
                      </a:lnTo>
                      <a:lnTo>
                        <a:pt x="0" y="2049"/>
                      </a:lnTo>
                      <a:lnTo>
                        <a:pt x="0" y="201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42" name="Freeform: Shape 641">
                  <a:extLst>
                    <a:ext uri="{FF2B5EF4-FFF2-40B4-BE49-F238E27FC236}">
                      <a16:creationId xmlns:a16="http://schemas.microsoft.com/office/drawing/2014/main" id="{C05FD9D1-C261-4ACC-EDE4-63444086512D}"/>
                    </a:ext>
                  </a:extLst>
                </p:cNvPr>
                <p:cNvSpPr/>
                <p:nvPr/>
              </p:nvSpPr>
              <p:spPr>
                <a:xfrm>
                  <a:off x="7977606" y="3545094"/>
                  <a:ext cx="1122" cy="3472"/>
                </a:xfrm>
                <a:custGeom>
                  <a:avLst/>
                  <a:gdLst>
                    <a:gd name="connsiteX0" fmla="*/ 0 w 1122"/>
                    <a:gd name="connsiteY0" fmla="*/ 0 h 3472"/>
                    <a:gd name="connsiteX1" fmla="*/ 741 w 1122"/>
                    <a:gd name="connsiteY1" fmla="*/ 1841 h 3472"/>
                    <a:gd name="connsiteX2" fmla="*/ 1123 w 1122"/>
                    <a:gd name="connsiteY2" fmla="*/ 2929 h 3472"/>
                    <a:gd name="connsiteX3" fmla="*/ 116 w 1122"/>
                    <a:gd name="connsiteY3" fmla="*/ 3473 h 3472"/>
                    <a:gd name="connsiteX4" fmla="*/ 0 w 1122"/>
                    <a:gd name="connsiteY4" fmla="*/ 0 h 34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2" h="3472">
                      <a:moveTo>
                        <a:pt x="0" y="0"/>
                      </a:moveTo>
                      <a:lnTo>
                        <a:pt x="741" y="1841"/>
                      </a:lnTo>
                      <a:lnTo>
                        <a:pt x="1123" y="2929"/>
                      </a:lnTo>
                      <a:lnTo>
                        <a:pt x="116" y="347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43" name="Freeform: Shape 642">
                  <a:extLst>
                    <a:ext uri="{FF2B5EF4-FFF2-40B4-BE49-F238E27FC236}">
                      <a16:creationId xmlns:a16="http://schemas.microsoft.com/office/drawing/2014/main" id="{2EE6DCC7-72FB-326F-98FC-A086C8CFF59B}"/>
                    </a:ext>
                  </a:extLst>
                </p:cNvPr>
                <p:cNvSpPr/>
                <p:nvPr/>
              </p:nvSpPr>
              <p:spPr>
                <a:xfrm>
                  <a:off x="7860608" y="3125468"/>
                  <a:ext cx="3576" cy="2766"/>
                </a:xfrm>
                <a:custGeom>
                  <a:avLst/>
                  <a:gdLst>
                    <a:gd name="connsiteX0" fmla="*/ 0 w 3576"/>
                    <a:gd name="connsiteY0" fmla="*/ 0 h 2766"/>
                    <a:gd name="connsiteX1" fmla="*/ 3577 w 3576"/>
                    <a:gd name="connsiteY1" fmla="*/ 2767 h 2766"/>
                    <a:gd name="connsiteX2" fmla="*/ 2257 w 3576"/>
                    <a:gd name="connsiteY2" fmla="*/ 2755 h 2766"/>
                    <a:gd name="connsiteX3" fmla="*/ 0 w 3576"/>
                    <a:gd name="connsiteY3" fmla="*/ 0 h 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76" h="2766">
                      <a:moveTo>
                        <a:pt x="0" y="0"/>
                      </a:moveTo>
                      <a:lnTo>
                        <a:pt x="3577" y="2767"/>
                      </a:lnTo>
                      <a:lnTo>
                        <a:pt x="2257" y="275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44" name="Freeform: Shape 643">
                  <a:extLst>
                    <a:ext uri="{FF2B5EF4-FFF2-40B4-BE49-F238E27FC236}">
                      <a16:creationId xmlns:a16="http://schemas.microsoft.com/office/drawing/2014/main" id="{E6E5C119-6576-4A7D-27DA-EF096BB797A3}"/>
                    </a:ext>
                  </a:extLst>
                </p:cNvPr>
                <p:cNvSpPr/>
                <p:nvPr/>
              </p:nvSpPr>
              <p:spPr>
                <a:xfrm>
                  <a:off x="8010840" y="3220622"/>
                  <a:ext cx="984" cy="4908"/>
                </a:xfrm>
                <a:custGeom>
                  <a:avLst/>
                  <a:gdLst>
                    <a:gd name="connsiteX0" fmla="*/ 0 w 984"/>
                    <a:gd name="connsiteY0" fmla="*/ 0 h 4908"/>
                    <a:gd name="connsiteX1" fmla="*/ 220 w 984"/>
                    <a:gd name="connsiteY1" fmla="*/ 382 h 4908"/>
                    <a:gd name="connsiteX2" fmla="*/ 984 w 984"/>
                    <a:gd name="connsiteY2" fmla="*/ 1783 h 4908"/>
                    <a:gd name="connsiteX3" fmla="*/ 683 w 984"/>
                    <a:gd name="connsiteY3" fmla="*/ 4908 h 4908"/>
                    <a:gd name="connsiteX4" fmla="*/ 0 w 984"/>
                    <a:gd name="connsiteY4" fmla="*/ 0 h 4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4" h="4908">
                      <a:moveTo>
                        <a:pt x="0" y="0"/>
                      </a:moveTo>
                      <a:lnTo>
                        <a:pt x="220" y="382"/>
                      </a:lnTo>
                      <a:lnTo>
                        <a:pt x="984" y="1783"/>
                      </a:lnTo>
                      <a:lnTo>
                        <a:pt x="683" y="490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45" name="Freeform: Shape 644">
                  <a:extLst>
                    <a:ext uri="{FF2B5EF4-FFF2-40B4-BE49-F238E27FC236}">
                      <a16:creationId xmlns:a16="http://schemas.microsoft.com/office/drawing/2014/main" id="{B94FF909-5D8C-848D-9887-44AFE20050B8}"/>
                    </a:ext>
                  </a:extLst>
                </p:cNvPr>
                <p:cNvSpPr/>
                <p:nvPr/>
              </p:nvSpPr>
              <p:spPr>
                <a:xfrm>
                  <a:off x="8215316" y="3738272"/>
                  <a:ext cx="2083" cy="1886"/>
                </a:xfrm>
                <a:custGeom>
                  <a:avLst/>
                  <a:gdLst>
                    <a:gd name="connsiteX0" fmla="*/ 0 w 2083"/>
                    <a:gd name="connsiteY0" fmla="*/ 0 h 1886"/>
                    <a:gd name="connsiteX1" fmla="*/ 579 w 2083"/>
                    <a:gd name="connsiteY1" fmla="*/ 243 h 1886"/>
                    <a:gd name="connsiteX2" fmla="*/ 2084 w 2083"/>
                    <a:gd name="connsiteY2" fmla="*/ 984 h 1886"/>
                    <a:gd name="connsiteX3" fmla="*/ 394 w 2083"/>
                    <a:gd name="connsiteY3" fmla="*/ 1887 h 1886"/>
                    <a:gd name="connsiteX4" fmla="*/ 208 w 2083"/>
                    <a:gd name="connsiteY4" fmla="*/ 984 h 1886"/>
                    <a:gd name="connsiteX5" fmla="*/ 0 w 2083"/>
                    <a:gd name="connsiteY5" fmla="*/ 0 h 1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83" h="1886">
                      <a:moveTo>
                        <a:pt x="0" y="0"/>
                      </a:moveTo>
                      <a:lnTo>
                        <a:pt x="579" y="243"/>
                      </a:lnTo>
                      <a:lnTo>
                        <a:pt x="2084" y="984"/>
                      </a:lnTo>
                      <a:lnTo>
                        <a:pt x="394" y="1887"/>
                      </a:lnTo>
                      <a:lnTo>
                        <a:pt x="208" y="98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46" name="Freeform: Shape 645">
                  <a:extLst>
                    <a:ext uri="{FF2B5EF4-FFF2-40B4-BE49-F238E27FC236}">
                      <a16:creationId xmlns:a16="http://schemas.microsoft.com/office/drawing/2014/main" id="{1283DEFC-FC5E-2FC2-0967-22401A9CB3F1}"/>
                    </a:ext>
                  </a:extLst>
                </p:cNvPr>
                <p:cNvSpPr/>
                <p:nvPr/>
              </p:nvSpPr>
              <p:spPr>
                <a:xfrm>
                  <a:off x="7967859" y="2825618"/>
                  <a:ext cx="1713" cy="3623"/>
                </a:xfrm>
                <a:custGeom>
                  <a:avLst/>
                  <a:gdLst>
                    <a:gd name="connsiteX0" fmla="*/ 0 w 1713"/>
                    <a:gd name="connsiteY0" fmla="*/ 1065 h 3623"/>
                    <a:gd name="connsiteX1" fmla="*/ 544 w 1713"/>
                    <a:gd name="connsiteY1" fmla="*/ 0 h 3623"/>
                    <a:gd name="connsiteX2" fmla="*/ 1713 w 1713"/>
                    <a:gd name="connsiteY2" fmla="*/ 3623 h 3623"/>
                    <a:gd name="connsiteX3" fmla="*/ 197 w 1713"/>
                    <a:gd name="connsiteY3" fmla="*/ 1540 h 3623"/>
                    <a:gd name="connsiteX4" fmla="*/ 0 w 1713"/>
                    <a:gd name="connsiteY4" fmla="*/ 1065 h 36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" h="3623">
                      <a:moveTo>
                        <a:pt x="0" y="1065"/>
                      </a:moveTo>
                      <a:lnTo>
                        <a:pt x="544" y="0"/>
                      </a:lnTo>
                      <a:lnTo>
                        <a:pt x="1713" y="3623"/>
                      </a:lnTo>
                      <a:lnTo>
                        <a:pt x="197" y="1540"/>
                      </a:lnTo>
                      <a:lnTo>
                        <a:pt x="0" y="106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47" name="Freeform: Shape 646">
                  <a:extLst>
                    <a:ext uri="{FF2B5EF4-FFF2-40B4-BE49-F238E27FC236}">
                      <a16:creationId xmlns:a16="http://schemas.microsoft.com/office/drawing/2014/main" id="{E4B00403-CA13-BE56-88E1-70A1EAD5E70C}"/>
                    </a:ext>
                  </a:extLst>
                </p:cNvPr>
                <p:cNvSpPr/>
                <p:nvPr/>
              </p:nvSpPr>
              <p:spPr>
                <a:xfrm>
                  <a:off x="8234336" y="3442682"/>
                  <a:ext cx="1747" cy="1886"/>
                </a:xfrm>
                <a:custGeom>
                  <a:avLst/>
                  <a:gdLst>
                    <a:gd name="connsiteX0" fmla="*/ 0 w 1747"/>
                    <a:gd name="connsiteY0" fmla="*/ 1540 h 1886"/>
                    <a:gd name="connsiteX1" fmla="*/ 926 w 1747"/>
                    <a:gd name="connsiteY1" fmla="*/ 0 h 1886"/>
                    <a:gd name="connsiteX2" fmla="*/ 1748 w 1747"/>
                    <a:gd name="connsiteY2" fmla="*/ 1250 h 1886"/>
                    <a:gd name="connsiteX3" fmla="*/ 1667 w 1747"/>
                    <a:gd name="connsiteY3" fmla="*/ 1887 h 1886"/>
                    <a:gd name="connsiteX4" fmla="*/ 0 w 1747"/>
                    <a:gd name="connsiteY4" fmla="*/ 1540 h 1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7" h="1886">
                      <a:moveTo>
                        <a:pt x="0" y="1540"/>
                      </a:moveTo>
                      <a:lnTo>
                        <a:pt x="926" y="0"/>
                      </a:lnTo>
                      <a:lnTo>
                        <a:pt x="1748" y="1250"/>
                      </a:lnTo>
                      <a:lnTo>
                        <a:pt x="1667" y="1887"/>
                      </a:lnTo>
                      <a:lnTo>
                        <a:pt x="0" y="154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48" name="Freeform: Shape 647">
                  <a:extLst>
                    <a:ext uri="{FF2B5EF4-FFF2-40B4-BE49-F238E27FC236}">
                      <a16:creationId xmlns:a16="http://schemas.microsoft.com/office/drawing/2014/main" id="{0D289ABA-3A1E-0DBB-92B0-0E6F1A1ED7EF}"/>
                    </a:ext>
                  </a:extLst>
                </p:cNvPr>
                <p:cNvSpPr/>
                <p:nvPr/>
              </p:nvSpPr>
              <p:spPr>
                <a:xfrm>
                  <a:off x="8077332" y="3833229"/>
                  <a:ext cx="2338" cy="2222"/>
                </a:xfrm>
                <a:custGeom>
                  <a:avLst/>
                  <a:gdLst>
                    <a:gd name="connsiteX0" fmla="*/ 0 w 2338"/>
                    <a:gd name="connsiteY0" fmla="*/ 324 h 2222"/>
                    <a:gd name="connsiteX1" fmla="*/ 1447 w 2338"/>
                    <a:gd name="connsiteY1" fmla="*/ 0 h 2222"/>
                    <a:gd name="connsiteX2" fmla="*/ 2338 w 2338"/>
                    <a:gd name="connsiteY2" fmla="*/ 2222 h 2222"/>
                    <a:gd name="connsiteX3" fmla="*/ 0 w 2338"/>
                    <a:gd name="connsiteY3" fmla="*/ 324 h 22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38" h="2222">
                      <a:moveTo>
                        <a:pt x="0" y="324"/>
                      </a:moveTo>
                      <a:lnTo>
                        <a:pt x="1447" y="0"/>
                      </a:lnTo>
                      <a:lnTo>
                        <a:pt x="2338" y="2222"/>
                      </a:lnTo>
                      <a:lnTo>
                        <a:pt x="0" y="3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49" name="Freeform: Shape 648">
                  <a:extLst>
                    <a:ext uri="{FF2B5EF4-FFF2-40B4-BE49-F238E27FC236}">
                      <a16:creationId xmlns:a16="http://schemas.microsoft.com/office/drawing/2014/main" id="{4AB7AB9B-CE2A-6844-9E03-54CDA27ABB9D}"/>
                    </a:ext>
                  </a:extLst>
                </p:cNvPr>
                <p:cNvSpPr/>
                <p:nvPr/>
              </p:nvSpPr>
              <p:spPr>
                <a:xfrm>
                  <a:off x="9116811" y="2452725"/>
                  <a:ext cx="1609" cy="2060"/>
                </a:xfrm>
                <a:custGeom>
                  <a:avLst/>
                  <a:gdLst>
                    <a:gd name="connsiteX0" fmla="*/ 1239 w 1609"/>
                    <a:gd name="connsiteY0" fmla="*/ 1980 h 2060"/>
                    <a:gd name="connsiteX1" fmla="*/ 35 w 1609"/>
                    <a:gd name="connsiteY1" fmla="*/ 2060 h 2060"/>
                    <a:gd name="connsiteX2" fmla="*/ 0 w 1609"/>
                    <a:gd name="connsiteY2" fmla="*/ 1864 h 2060"/>
                    <a:gd name="connsiteX3" fmla="*/ 336 w 1609"/>
                    <a:gd name="connsiteY3" fmla="*/ 0 h 2060"/>
                    <a:gd name="connsiteX4" fmla="*/ 1609 w 1609"/>
                    <a:gd name="connsiteY4" fmla="*/ 1829 h 2060"/>
                    <a:gd name="connsiteX5" fmla="*/ 1239 w 1609"/>
                    <a:gd name="connsiteY5" fmla="*/ 1980 h 20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09" h="2060">
                      <a:moveTo>
                        <a:pt x="1239" y="1980"/>
                      </a:moveTo>
                      <a:lnTo>
                        <a:pt x="35" y="2060"/>
                      </a:lnTo>
                      <a:lnTo>
                        <a:pt x="0" y="1864"/>
                      </a:lnTo>
                      <a:lnTo>
                        <a:pt x="336" y="0"/>
                      </a:lnTo>
                      <a:lnTo>
                        <a:pt x="1609" y="1829"/>
                      </a:lnTo>
                      <a:lnTo>
                        <a:pt x="1239" y="19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50" name="Freeform: Shape 649">
                  <a:extLst>
                    <a:ext uri="{FF2B5EF4-FFF2-40B4-BE49-F238E27FC236}">
                      <a16:creationId xmlns:a16="http://schemas.microsoft.com/office/drawing/2014/main" id="{74CB7F50-EA26-6F8F-BBF2-6240D5964BCC}"/>
                    </a:ext>
                  </a:extLst>
                </p:cNvPr>
                <p:cNvSpPr/>
                <p:nvPr/>
              </p:nvSpPr>
              <p:spPr>
                <a:xfrm>
                  <a:off x="8259201" y="3326032"/>
                  <a:ext cx="1736" cy="2095"/>
                </a:xfrm>
                <a:custGeom>
                  <a:avLst/>
                  <a:gdLst>
                    <a:gd name="connsiteX0" fmla="*/ 0 w 1736"/>
                    <a:gd name="connsiteY0" fmla="*/ 1794 h 2095"/>
                    <a:gd name="connsiteX1" fmla="*/ 1736 w 1736"/>
                    <a:gd name="connsiteY1" fmla="*/ 0 h 2095"/>
                    <a:gd name="connsiteX2" fmla="*/ 1632 w 1736"/>
                    <a:gd name="connsiteY2" fmla="*/ 2095 h 2095"/>
                    <a:gd name="connsiteX3" fmla="*/ 0 w 1736"/>
                    <a:gd name="connsiteY3" fmla="*/ 1794 h 2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36" h="2095">
                      <a:moveTo>
                        <a:pt x="0" y="1794"/>
                      </a:moveTo>
                      <a:lnTo>
                        <a:pt x="1736" y="0"/>
                      </a:lnTo>
                      <a:lnTo>
                        <a:pt x="1632" y="2095"/>
                      </a:lnTo>
                      <a:lnTo>
                        <a:pt x="0" y="17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51" name="Freeform: Shape 650">
                  <a:extLst>
                    <a:ext uri="{FF2B5EF4-FFF2-40B4-BE49-F238E27FC236}">
                      <a16:creationId xmlns:a16="http://schemas.microsoft.com/office/drawing/2014/main" id="{F5C90975-31D4-6DDC-E136-B12D020D4234}"/>
                    </a:ext>
                  </a:extLst>
                </p:cNvPr>
                <p:cNvSpPr/>
                <p:nvPr/>
              </p:nvSpPr>
              <p:spPr>
                <a:xfrm>
                  <a:off x="8319106" y="3328116"/>
                  <a:ext cx="1365" cy="2465"/>
                </a:xfrm>
                <a:custGeom>
                  <a:avLst/>
                  <a:gdLst>
                    <a:gd name="connsiteX0" fmla="*/ 1077 w 1365"/>
                    <a:gd name="connsiteY0" fmla="*/ 1412 h 2465"/>
                    <a:gd name="connsiteX1" fmla="*/ 683 w 1365"/>
                    <a:gd name="connsiteY1" fmla="*/ 2466 h 2465"/>
                    <a:gd name="connsiteX2" fmla="*/ 0 w 1365"/>
                    <a:gd name="connsiteY2" fmla="*/ 509 h 2465"/>
                    <a:gd name="connsiteX3" fmla="*/ 174 w 1365"/>
                    <a:gd name="connsiteY3" fmla="*/ 371 h 2465"/>
                    <a:gd name="connsiteX4" fmla="*/ 1366 w 1365"/>
                    <a:gd name="connsiteY4" fmla="*/ 0 h 2465"/>
                    <a:gd name="connsiteX5" fmla="*/ 1077 w 1365"/>
                    <a:gd name="connsiteY5" fmla="*/ 1412 h 24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65" h="2465">
                      <a:moveTo>
                        <a:pt x="1077" y="1412"/>
                      </a:moveTo>
                      <a:lnTo>
                        <a:pt x="683" y="2466"/>
                      </a:lnTo>
                      <a:lnTo>
                        <a:pt x="0" y="509"/>
                      </a:lnTo>
                      <a:lnTo>
                        <a:pt x="174" y="371"/>
                      </a:lnTo>
                      <a:lnTo>
                        <a:pt x="1366" y="0"/>
                      </a:lnTo>
                      <a:lnTo>
                        <a:pt x="1077" y="14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52" name="Freeform: Shape 651">
                  <a:extLst>
                    <a:ext uri="{FF2B5EF4-FFF2-40B4-BE49-F238E27FC236}">
                      <a16:creationId xmlns:a16="http://schemas.microsoft.com/office/drawing/2014/main" id="{11AE7676-53AB-5A7A-6E63-50BCB0321BDC}"/>
                    </a:ext>
                  </a:extLst>
                </p:cNvPr>
                <p:cNvSpPr/>
                <p:nvPr/>
              </p:nvSpPr>
              <p:spPr>
                <a:xfrm>
                  <a:off x="7828705" y="3070495"/>
                  <a:ext cx="2187" cy="2338"/>
                </a:xfrm>
                <a:custGeom>
                  <a:avLst/>
                  <a:gdLst>
                    <a:gd name="connsiteX0" fmla="*/ 0 w 2187"/>
                    <a:gd name="connsiteY0" fmla="*/ 1134 h 2338"/>
                    <a:gd name="connsiteX1" fmla="*/ 683 w 2187"/>
                    <a:gd name="connsiteY1" fmla="*/ 0 h 2338"/>
                    <a:gd name="connsiteX2" fmla="*/ 2188 w 2187"/>
                    <a:gd name="connsiteY2" fmla="*/ 2338 h 2338"/>
                    <a:gd name="connsiteX3" fmla="*/ 0 w 2187"/>
                    <a:gd name="connsiteY3" fmla="*/ 1134 h 2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87" h="2338">
                      <a:moveTo>
                        <a:pt x="0" y="1134"/>
                      </a:moveTo>
                      <a:lnTo>
                        <a:pt x="683" y="0"/>
                      </a:lnTo>
                      <a:lnTo>
                        <a:pt x="2188" y="2338"/>
                      </a:lnTo>
                      <a:lnTo>
                        <a:pt x="0" y="113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53" name="Freeform: Shape 652">
                  <a:extLst>
                    <a:ext uri="{FF2B5EF4-FFF2-40B4-BE49-F238E27FC236}">
                      <a16:creationId xmlns:a16="http://schemas.microsoft.com/office/drawing/2014/main" id="{E263B0F4-2DFF-89BB-3479-2162D762D203}"/>
                    </a:ext>
                  </a:extLst>
                </p:cNvPr>
                <p:cNvSpPr/>
                <p:nvPr/>
              </p:nvSpPr>
              <p:spPr>
                <a:xfrm>
                  <a:off x="7999021" y="3017547"/>
                  <a:ext cx="2129" cy="1956"/>
                </a:xfrm>
                <a:custGeom>
                  <a:avLst/>
                  <a:gdLst>
                    <a:gd name="connsiteX0" fmla="*/ 255 w 2129"/>
                    <a:gd name="connsiteY0" fmla="*/ 533 h 1956"/>
                    <a:gd name="connsiteX1" fmla="*/ 521 w 2129"/>
                    <a:gd name="connsiteY1" fmla="*/ 0 h 1956"/>
                    <a:gd name="connsiteX2" fmla="*/ 1887 w 2129"/>
                    <a:gd name="connsiteY2" fmla="*/ 1632 h 1956"/>
                    <a:gd name="connsiteX3" fmla="*/ 2130 w 2129"/>
                    <a:gd name="connsiteY3" fmla="*/ 1956 h 1956"/>
                    <a:gd name="connsiteX4" fmla="*/ 185 w 2129"/>
                    <a:gd name="connsiteY4" fmla="*/ 1389 h 1956"/>
                    <a:gd name="connsiteX5" fmla="*/ 0 w 2129"/>
                    <a:gd name="connsiteY5" fmla="*/ 1331 h 1956"/>
                    <a:gd name="connsiteX6" fmla="*/ 185 w 2129"/>
                    <a:gd name="connsiteY6" fmla="*/ 741 h 1956"/>
                    <a:gd name="connsiteX7" fmla="*/ 255 w 2129"/>
                    <a:gd name="connsiteY7" fmla="*/ 533 h 1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29" h="1956">
                      <a:moveTo>
                        <a:pt x="255" y="533"/>
                      </a:moveTo>
                      <a:lnTo>
                        <a:pt x="521" y="0"/>
                      </a:lnTo>
                      <a:lnTo>
                        <a:pt x="1887" y="1632"/>
                      </a:lnTo>
                      <a:lnTo>
                        <a:pt x="2130" y="1956"/>
                      </a:lnTo>
                      <a:lnTo>
                        <a:pt x="185" y="1389"/>
                      </a:lnTo>
                      <a:lnTo>
                        <a:pt x="0" y="1331"/>
                      </a:lnTo>
                      <a:lnTo>
                        <a:pt x="185" y="741"/>
                      </a:lnTo>
                      <a:lnTo>
                        <a:pt x="255" y="53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54" name="Freeform: Shape 653">
                  <a:extLst>
                    <a:ext uri="{FF2B5EF4-FFF2-40B4-BE49-F238E27FC236}">
                      <a16:creationId xmlns:a16="http://schemas.microsoft.com/office/drawing/2014/main" id="{C63EBFD5-8922-2AE8-27F2-B4A82F0F3DF6}"/>
                    </a:ext>
                  </a:extLst>
                </p:cNvPr>
                <p:cNvSpPr/>
                <p:nvPr/>
              </p:nvSpPr>
              <p:spPr>
                <a:xfrm>
                  <a:off x="7945274" y="2793403"/>
                  <a:ext cx="2211" cy="1423"/>
                </a:xfrm>
                <a:custGeom>
                  <a:avLst/>
                  <a:gdLst>
                    <a:gd name="connsiteX0" fmla="*/ 266 w 2211"/>
                    <a:gd name="connsiteY0" fmla="*/ 370 h 1423"/>
                    <a:gd name="connsiteX1" fmla="*/ 776 w 2211"/>
                    <a:gd name="connsiteY1" fmla="*/ 0 h 1423"/>
                    <a:gd name="connsiteX2" fmla="*/ 2211 w 2211"/>
                    <a:gd name="connsiteY2" fmla="*/ 799 h 1423"/>
                    <a:gd name="connsiteX3" fmla="*/ 255 w 2211"/>
                    <a:gd name="connsiteY3" fmla="*/ 1424 h 1423"/>
                    <a:gd name="connsiteX4" fmla="*/ 0 w 2211"/>
                    <a:gd name="connsiteY4" fmla="*/ 1273 h 1423"/>
                    <a:gd name="connsiteX5" fmla="*/ 266 w 2211"/>
                    <a:gd name="connsiteY5" fmla="*/ 370 h 1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11" h="1423">
                      <a:moveTo>
                        <a:pt x="266" y="370"/>
                      </a:moveTo>
                      <a:lnTo>
                        <a:pt x="776" y="0"/>
                      </a:lnTo>
                      <a:lnTo>
                        <a:pt x="2211" y="799"/>
                      </a:lnTo>
                      <a:lnTo>
                        <a:pt x="255" y="1424"/>
                      </a:lnTo>
                      <a:lnTo>
                        <a:pt x="0" y="1273"/>
                      </a:lnTo>
                      <a:lnTo>
                        <a:pt x="266" y="3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55" name="Freeform: Shape 654">
                  <a:extLst>
                    <a:ext uri="{FF2B5EF4-FFF2-40B4-BE49-F238E27FC236}">
                      <a16:creationId xmlns:a16="http://schemas.microsoft.com/office/drawing/2014/main" id="{625C40EC-FBED-DE43-4CDB-562170A95A14}"/>
                    </a:ext>
                  </a:extLst>
                </p:cNvPr>
                <p:cNvSpPr/>
                <p:nvPr/>
              </p:nvSpPr>
              <p:spPr>
                <a:xfrm>
                  <a:off x="8250565" y="4182404"/>
                  <a:ext cx="1771" cy="3924"/>
                </a:xfrm>
                <a:custGeom>
                  <a:avLst/>
                  <a:gdLst>
                    <a:gd name="connsiteX0" fmla="*/ 0 w 1771"/>
                    <a:gd name="connsiteY0" fmla="*/ 3924 h 3924"/>
                    <a:gd name="connsiteX1" fmla="*/ 1667 w 1771"/>
                    <a:gd name="connsiteY1" fmla="*/ 0 h 3924"/>
                    <a:gd name="connsiteX2" fmla="*/ 1771 w 1771"/>
                    <a:gd name="connsiteY2" fmla="*/ 1713 h 3924"/>
                    <a:gd name="connsiteX3" fmla="*/ 0 w 1771"/>
                    <a:gd name="connsiteY3" fmla="*/ 3924 h 3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71" h="3924">
                      <a:moveTo>
                        <a:pt x="0" y="3924"/>
                      </a:moveTo>
                      <a:lnTo>
                        <a:pt x="1667" y="0"/>
                      </a:lnTo>
                      <a:lnTo>
                        <a:pt x="1771" y="1713"/>
                      </a:lnTo>
                      <a:lnTo>
                        <a:pt x="0" y="39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56" name="Freeform: Shape 655">
                  <a:extLst>
                    <a:ext uri="{FF2B5EF4-FFF2-40B4-BE49-F238E27FC236}">
                      <a16:creationId xmlns:a16="http://schemas.microsoft.com/office/drawing/2014/main" id="{3A2DCBE5-F210-7B72-550B-A3C89126CFF3}"/>
                    </a:ext>
                  </a:extLst>
                </p:cNvPr>
                <p:cNvSpPr/>
                <p:nvPr/>
              </p:nvSpPr>
              <p:spPr>
                <a:xfrm>
                  <a:off x="8540923" y="2817191"/>
                  <a:ext cx="2940" cy="1238"/>
                </a:xfrm>
                <a:custGeom>
                  <a:avLst/>
                  <a:gdLst>
                    <a:gd name="connsiteX0" fmla="*/ 706 w 2940"/>
                    <a:gd name="connsiteY0" fmla="*/ 0 h 1238"/>
                    <a:gd name="connsiteX1" fmla="*/ 1447 w 2940"/>
                    <a:gd name="connsiteY1" fmla="*/ 417 h 1238"/>
                    <a:gd name="connsiteX2" fmla="*/ 2176 w 2940"/>
                    <a:gd name="connsiteY2" fmla="*/ 868 h 1238"/>
                    <a:gd name="connsiteX3" fmla="*/ 2940 w 2940"/>
                    <a:gd name="connsiteY3" fmla="*/ 1239 h 1238"/>
                    <a:gd name="connsiteX4" fmla="*/ 81 w 2940"/>
                    <a:gd name="connsiteY4" fmla="*/ 1100 h 1238"/>
                    <a:gd name="connsiteX5" fmla="*/ 0 w 2940"/>
                    <a:gd name="connsiteY5" fmla="*/ 1053 h 1238"/>
                    <a:gd name="connsiteX6" fmla="*/ 706 w 2940"/>
                    <a:gd name="connsiteY6" fmla="*/ 0 h 1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40" h="1238">
                      <a:moveTo>
                        <a:pt x="706" y="0"/>
                      </a:moveTo>
                      <a:lnTo>
                        <a:pt x="1447" y="417"/>
                      </a:lnTo>
                      <a:lnTo>
                        <a:pt x="2176" y="868"/>
                      </a:lnTo>
                      <a:lnTo>
                        <a:pt x="2940" y="1239"/>
                      </a:lnTo>
                      <a:lnTo>
                        <a:pt x="81" y="1100"/>
                      </a:lnTo>
                      <a:lnTo>
                        <a:pt x="0" y="1053"/>
                      </a:lnTo>
                      <a:lnTo>
                        <a:pt x="706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57" name="Freeform: Shape 656">
                  <a:extLst>
                    <a:ext uri="{FF2B5EF4-FFF2-40B4-BE49-F238E27FC236}">
                      <a16:creationId xmlns:a16="http://schemas.microsoft.com/office/drawing/2014/main" id="{A41A6E01-032E-B649-ED80-0A9FC3F196CE}"/>
                    </a:ext>
                  </a:extLst>
                </p:cNvPr>
                <p:cNvSpPr/>
                <p:nvPr/>
              </p:nvSpPr>
              <p:spPr>
                <a:xfrm>
                  <a:off x="8458977" y="2907564"/>
                  <a:ext cx="1747" cy="1551"/>
                </a:xfrm>
                <a:custGeom>
                  <a:avLst/>
                  <a:gdLst>
                    <a:gd name="connsiteX0" fmla="*/ 614 w 1747"/>
                    <a:gd name="connsiteY0" fmla="*/ 1412 h 1551"/>
                    <a:gd name="connsiteX1" fmla="*/ 0 w 1747"/>
                    <a:gd name="connsiteY1" fmla="*/ 1551 h 1551"/>
                    <a:gd name="connsiteX2" fmla="*/ 12 w 1747"/>
                    <a:gd name="connsiteY2" fmla="*/ 0 h 1551"/>
                    <a:gd name="connsiteX3" fmla="*/ 660 w 1747"/>
                    <a:gd name="connsiteY3" fmla="*/ 127 h 1551"/>
                    <a:gd name="connsiteX4" fmla="*/ 1748 w 1747"/>
                    <a:gd name="connsiteY4" fmla="*/ 648 h 1551"/>
                    <a:gd name="connsiteX5" fmla="*/ 614 w 1747"/>
                    <a:gd name="connsiteY5" fmla="*/ 1412 h 1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47" h="1551">
                      <a:moveTo>
                        <a:pt x="614" y="1412"/>
                      </a:moveTo>
                      <a:lnTo>
                        <a:pt x="0" y="1551"/>
                      </a:lnTo>
                      <a:lnTo>
                        <a:pt x="12" y="0"/>
                      </a:lnTo>
                      <a:lnTo>
                        <a:pt x="660" y="127"/>
                      </a:lnTo>
                      <a:lnTo>
                        <a:pt x="1748" y="648"/>
                      </a:lnTo>
                      <a:lnTo>
                        <a:pt x="614" y="14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58" name="Freeform: Shape 657">
                  <a:extLst>
                    <a:ext uri="{FF2B5EF4-FFF2-40B4-BE49-F238E27FC236}">
                      <a16:creationId xmlns:a16="http://schemas.microsoft.com/office/drawing/2014/main" id="{99C0148C-AC27-55DB-E29C-912C3E0AF133}"/>
                    </a:ext>
                  </a:extLst>
                </p:cNvPr>
                <p:cNvSpPr/>
                <p:nvPr/>
              </p:nvSpPr>
              <p:spPr>
                <a:xfrm>
                  <a:off x="7873770" y="2908016"/>
                  <a:ext cx="2384" cy="1667"/>
                </a:xfrm>
                <a:custGeom>
                  <a:avLst/>
                  <a:gdLst>
                    <a:gd name="connsiteX0" fmla="*/ 1574 w 2384"/>
                    <a:gd name="connsiteY0" fmla="*/ 1447 h 1667"/>
                    <a:gd name="connsiteX1" fmla="*/ 290 w 2384"/>
                    <a:gd name="connsiteY1" fmla="*/ 1667 h 1667"/>
                    <a:gd name="connsiteX2" fmla="*/ 0 w 2384"/>
                    <a:gd name="connsiteY2" fmla="*/ 1424 h 1667"/>
                    <a:gd name="connsiteX3" fmla="*/ 2072 w 2384"/>
                    <a:gd name="connsiteY3" fmla="*/ 23 h 1667"/>
                    <a:gd name="connsiteX4" fmla="*/ 2385 w 2384"/>
                    <a:gd name="connsiteY4" fmla="*/ 0 h 1667"/>
                    <a:gd name="connsiteX5" fmla="*/ 2315 w 2384"/>
                    <a:gd name="connsiteY5" fmla="*/ 255 h 1667"/>
                    <a:gd name="connsiteX6" fmla="*/ 1574 w 2384"/>
                    <a:gd name="connsiteY6" fmla="*/ 1447 h 1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84" h="1667">
                      <a:moveTo>
                        <a:pt x="1574" y="1447"/>
                      </a:moveTo>
                      <a:lnTo>
                        <a:pt x="290" y="1667"/>
                      </a:lnTo>
                      <a:lnTo>
                        <a:pt x="0" y="1424"/>
                      </a:lnTo>
                      <a:lnTo>
                        <a:pt x="2072" y="23"/>
                      </a:lnTo>
                      <a:lnTo>
                        <a:pt x="2385" y="0"/>
                      </a:lnTo>
                      <a:lnTo>
                        <a:pt x="2315" y="255"/>
                      </a:lnTo>
                      <a:lnTo>
                        <a:pt x="1574" y="144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59" name="Freeform: Shape 658">
                  <a:extLst>
                    <a:ext uri="{FF2B5EF4-FFF2-40B4-BE49-F238E27FC236}">
                      <a16:creationId xmlns:a16="http://schemas.microsoft.com/office/drawing/2014/main" id="{B6DC51F1-9CFF-9BC3-083D-F4DDB7B2AE1D}"/>
                    </a:ext>
                  </a:extLst>
                </p:cNvPr>
                <p:cNvSpPr/>
                <p:nvPr/>
              </p:nvSpPr>
              <p:spPr>
                <a:xfrm>
                  <a:off x="8115833" y="2877698"/>
                  <a:ext cx="1933" cy="2199"/>
                </a:xfrm>
                <a:custGeom>
                  <a:avLst/>
                  <a:gdLst>
                    <a:gd name="connsiteX0" fmla="*/ 0 w 1933"/>
                    <a:gd name="connsiteY0" fmla="*/ 2199 h 2199"/>
                    <a:gd name="connsiteX1" fmla="*/ 1320 w 1933"/>
                    <a:gd name="connsiteY1" fmla="*/ 0 h 2199"/>
                    <a:gd name="connsiteX2" fmla="*/ 1933 w 1933"/>
                    <a:gd name="connsiteY2" fmla="*/ 1389 h 2199"/>
                    <a:gd name="connsiteX3" fmla="*/ 0 w 1933"/>
                    <a:gd name="connsiteY3" fmla="*/ 2199 h 21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33" h="2199">
                      <a:moveTo>
                        <a:pt x="0" y="2199"/>
                      </a:moveTo>
                      <a:lnTo>
                        <a:pt x="1320" y="0"/>
                      </a:lnTo>
                      <a:lnTo>
                        <a:pt x="1933" y="1389"/>
                      </a:lnTo>
                      <a:lnTo>
                        <a:pt x="0" y="219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60" name="Freeform: Shape 659">
                  <a:extLst>
                    <a:ext uri="{FF2B5EF4-FFF2-40B4-BE49-F238E27FC236}">
                      <a16:creationId xmlns:a16="http://schemas.microsoft.com/office/drawing/2014/main" id="{C98D2257-8258-A996-25D1-865E41BBD60A}"/>
                    </a:ext>
                  </a:extLst>
                </p:cNvPr>
                <p:cNvSpPr/>
                <p:nvPr/>
              </p:nvSpPr>
              <p:spPr>
                <a:xfrm>
                  <a:off x="9053931" y="4168386"/>
                  <a:ext cx="1169" cy="3148"/>
                </a:xfrm>
                <a:custGeom>
                  <a:avLst/>
                  <a:gdLst>
                    <a:gd name="connsiteX0" fmla="*/ 0 w 1169"/>
                    <a:gd name="connsiteY0" fmla="*/ 3149 h 3148"/>
                    <a:gd name="connsiteX1" fmla="*/ 347 w 1169"/>
                    <a:gd name="connsiteY1" fmla="*/ 0 h 3148"/>
                    <a:gd name="connsiteX2" fmla="*/ 1169 w 1169"/>
                    <a:gd name="connsiteY2" fmla="*/ 1702 h 3148"/>
                    <a:gd name="connsiteX3" fmla="*/ 0 w 1169"/>
                    <a:gd name="connsiteY3" fmla="*/ 3149 h 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9" h="3148">
                      <a:moveTo>
                        <a:pt x="0" y="3149"/>
                      </a:moveTo>
                      <a:lnTo>
                        <a:pt x="347" y="0"/>
                      </a:lnTo>
                      <a:lnTo>
                        <a:pt x="1169" y="1702"/>
                      </a:lnTo>
                      <a:lnTo>
                        <a:pt x="0" y="314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61" name="Freeform: Shape 660">
                  <a:extLst>
                    <a:ext uri="{FF2B5EF4-FFF2-40B4-BE49-F238E27FC236}">
                      <a16:creationId xmlns:a16="http://schemas.microsoft.com/office/drawing/2014/main" id="{76304E1E-4B84-CB11-6CBE-0D2259A5C84B}"/>
                    </a:ext>
                  </a:extLst>
                </p:cNvPr>
                <p:cNvSpPr/>
                <p:nvPr/>
              </p:nvSpPr>
              <p:spPr>
                <a:xfrm>
                  <a:off x="9739142" y="1530938"/>
                  <a:ext cx="1435" cy="2569"/>
                </a:xfrm>
                <a:custGeom>
                  <a:avLst/>
                  <a:gdLst>
                    <a:gd name="connsiteX0" fmla="*/ 0 w 1435"/>
                    <a:gd name="connsiteY0" fmla="*/ 2570 h 2569"/>
                    <a:gd name="connsiteX1" fmla="*/ 1019 w 1435"/>
                    <a:gd name="connsiteY1" fmla="*/ 0 h 2569"/>
                    <a:gd name="connsiteX2" fmla="*/ 1436 w 1435"/>
                    <a:gd name="connsiteY2" fmla="*/ 2061 h 2569"/>
                    <a:gd name="connsiteX3" fmla="*/ 0 w 1435"/>
                    <a:gd name="connsiteY3" fmla="*/ 2570 h 2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35" h="2569">
                      <a:moveTo>
                        <a:pt x="0" y="2570"/>
                      </a:moveTo>
                      <a:lnTo>
                        <a:pt x="1019" y="0"/>
                      </a:lnTo>
                      <a:lnTo>
                        <a:pt x="1436" y="2061"/>
                      </a:lnTo>
                      <a:lnTo>
                        <a:pt x="0" y="25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62" name="Freeform: Shape 661">
                  <a:extLst>
                    <a:ext uri="{FF2B5EF4-FFF2-40B4-BE49-F238E27FC236}">
                      <a16:creationId xmlns:a16="http://schemas.microsoft.com/office/drawing/2014/main" id="{08BF87A5-15EA-12F2-1197-B7AE53AAA9B3}"/>
                    </a:ext>
                  </a:extLst>
                </p:cNvPr>
                <p:cNvSpPr/>
                <p:nvPr/>
              </p:nvSpPr>
              <p:spPr>
                <a:xfrm>
                  <a:off x="7883146" y="3124936"/>
                  <a:ext cx="1516" cy="2268"/>
                </a:xfrm>
                <a:custGeom>
                  <a:avLst/>
                  <a:gdLst>
                    <a:gd name="connsiteX0" fmla="*/ 0 w 1516"/>
                    <a:gd name="connsiteY0" fmla="*/ 752 h 2268"/>
                    <a:gd name="connsiteX1" fmla="*/ 1320 w 1516"/>
                    <a:gd name="connsiteY1" fmla="*/ 0 h 2268"/>
                    <a:gd name="connsiteX2" fmla="*/ 1517 w 1516"/>
                    <a:gd name="connsiteY2" fmla="*/ 2269 h 2268"/>
                    <a:gd name="connsiteX3" fmla="*/ 0 w 1516"/>
                    <a:gd name="connsiteY3" fmla="*/ 752 h 2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16" h="2268">
                      <a:moveTo>
                        <a:pt x="0" y="752"/>
                      </a:moveTo>
                      <a:lnTo>
                        <a:pt x="1320" y="0"/>
                      </a:lnTo>
                      <a:lnTo>
                        <a:pt x="1517" y="2269"/>
                      </a:lnTo>
                      <a:lnTo>
                        <a:pt x="0" y="75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63" name="Freeform: Shape 662">
                  <a:extLst>
                    <a:ext uri="{FF2B5EF4-FFF2-40B4-BE49-F238E27FC236}">
                      <a16:creationId xmlns:a16="http://schemas.microsoft.com/office/drawing/2014/main" id="{BFBA246B-6FCC-0772-F922-01EEEAEEE50E}"/>
                    </a:ext>
                  </a:extLst>
                </p:cNvPr>
                <p:cNvSpPr/>
                <p:nvPr/>
              </p:nvSpPr>
              <p:spPr>
                <a:xfrm>
                  <a:off x="7957336" y="2779280"/>
                  <a:ext cx="1632" cy="1817"/>
                </a:xfrm>
                <a:custGeom>
                  <a:avLst/>
                  <a:gdLst>
                    <a:gd name="connsiteX0" fmla="*/ 0 w 1632"/>
                    <a:gd name="connsiteY0" fmla="*/ 359 h 1817"/>
                    <a:gd name="connsiteX1" fmla="*/ 1273 w 1632"/>
                    <a:gd name="connsiteY1" fmla="*/ 0 h 1817"/>
                    <a:gd name="connsiteX2" fmla="*/ 1632 w 1632"/>
                    <a:gd name="connsiteY2" fmla="*/ 1621 h 1817"/>
                    <a:gd name="connsiteX3" fmla="*/ 1250 w 1632"/>
                    <a:gd name="connsiteY3" fmla="*/ 1817 h 1817"/>
                    <a:gd name="connsiteX4" fmla="*/ 93 w 1632"/>
                    <a:gd name="connsiteY4" fmla="*/ 579 h 1817"/>
                    <a:gd name="connsiteX5" fmla="*/ 0 w 1632"/>
                    <a:gd name="connsiteY5" fmla="*/ 359 h 18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32" h="1817">
                      <a:moveTo>
                        <a:pt x="0" y="359"/>
                      </a:moveTo>
                      <a:lnTo>
                        <a:pt x="1273" y="0"/>
                      </a:lnTo>
                      <a:lnTo>
                        <a:pt x="1632" y="1621"/>
                      </a:lnTo>
                      <a:lnTo>
                        <a:pt x="1250" y="1817"/>
                      </a:lnTo>
                      <a:lnTo>
                        <a:pt x="93" y="579"/>
                      </a:lnTo>
                      <a:lnTo>
                        <a:pt x="0" y="35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64" name="Freeform: Shape 663">
                  <a:extLst>
                    <a:ext uri="{FF2B5EF4-FFF2-40B4-BE49-F238E27FC236}">
                      <a16:creationId xmlns:a16="http://schemas.microsoft.com/office/drawing/2014/main" id="{F11854AA-5A36-B572-9BB4-525C942A10C3}"/>
                    </a:ext>
                  </a:extLst>
                </p:cNvPr>
                <p:cNvSpPr/>
                <p:nvPr/>
              </p:nvSpPr>
              <p:spPr>
                <a:xfrm>
                  <a:off x="8496992" y="2789768"/>
                  <a:ext cx="1331" cy="2419"/>
                </a:xfrm>
                <a:custGeom>
                  <a:avLst/>
                  <a:gdLst>
                    <a:gd name="connsiteX0" fmla="*/ 313 w 1331"/>
                    <a:gd name="connsiteY0" fmla="*/ 2338 h 2419"/>
                    <a:gd name="connsiteX1" fmla="*/ 162 w 1331"/>
                    <a:gd name="connsiteY1" fmla="*/ 2419 h 2419"/>
                    <a:gd name="connsiteX2" fmla="*/ 0 w 1331"/>
                    <a:gd name="connsiteY2" fmla="*/ 12 h 2419"/>
                    <a:gd name="connsiteX3" fmla="*/ 46 w 1331"/>
                    <a:gd name="connsiteY3" fmla="*/ 0 h 2419"/>
                    <a:gd name="connsiteX4" fmla="*/ 1308 w 1331"/>
                    <a:gd name="connsiteY4" fmla="*/ 1412 h 2419"/>
                    <a:gd name="connsiteX5" fmla="*/ 1331 w 1331"/>
                    <a:gd name="connsiteY5" fmla="*/ 1447 h 2419"/>
                    <a:gd name="connsiteX6" fmla="*/ 313 w 1331"/>
                    <a:gd name="connsiteY6" fmla="*/ 2338 h 24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1" h="2419">
                      <a:moveTo>
                        <a:pt x="313" y="2338"/>
                      </a:moveTo>
                      <a:lnTo>
                        <a:pt x="162" y="2419"/>
                      </a:lnTo>
                      <a:lnTo>
                        <a:pt x="0" y="12"/>
                      </a:lnTo>
                      <a:lnTo>
                        <a:pt x="46" y="0"/>
                      </a:lnTo>
                      <a:lnTo>
                        <a:pt x="1308" y="1412"/>
                      </a:lnTo>
                      <a:lnTo>
                        <a:pt x="1331" y="1447"/>
                      </a:lnTo>
                      <a:lnTo>
                        <a:pt x="313" y="233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65" name="Freeform: Shape 664">
                  <a:extLst>
                    <a:ext uri="{FF2B5EF4-FFF2-40B4-BE49-F238E27FC236}">
                      <a16:creationId xmlns:a16="http://schemas.microsoft.com/office/drawing/2014/main" id="{701C6070-92C0-73D0-C74E-7B0642A36DDB}"/>
                    </a:ext>
                  </a:extLst>
                </p:cNvPr>
                <p:cNvSpPr/>
                <p:nvPr/>
              </p:nvSpPr>
              <p:spPr>
                <a:xfrm>
                  <a:off x="7685813" y="3546402"/>
                  <a:ext cx="1852" cy="1620"/>
                </a:xfrm>
                <a:custGeom>
                  <a:avLst/>
                  <a:gdLst>
                    <a:gd name="connsiteX0" fmla="*/ 0 w 1852"/>
                    <a:gd name="connsiteY0" fmla="*/ 984 h 1620"/>
                    <a:gd name="connsiteX1" fmla="*/ 1597 w 1852"/>
                    <a:gd name="connsiteY1" fmla="*/ 0 h 1620"/>
                    <a:gd name="connsiteX2" fmla="*/ 1771 w 1852"/>
                    <a:gd name="connsiteY2" fmla="*/ 81 h 1620"/>
                    <a:gd name="connsiteX3" fmla="*/ 1852 w 1852"/>
                    <a:gd name="connsiteY3" fmla="*/ 1621 h 1620"/>
                    <a:gd name="connsiteX4" fmla="*/ 0 w 1852"/>
                    <a:gd name="connsiteY4" fmla="*/ 984 h 1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52" h="1620">
                      <a:moveTo>
                        <a:pt x="0" y="984"/>
                      </a:moveTo>
                      <a:lnTo>
                        <a:pt x="1597" y="0"/>
                      </a:lnTo>
                      <a:lnTo>
                        <a:pt x="1771" y="81"/>
                      </a:lnTo>
                      <a:lnTo>
                        <a:pt x="1852" y="1621"/>
                      </a:lnTo>
                      <a:lnTo>
                        <a:pt x="0" y="98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66" name="Freeform: Shape 665">
                  <a:extLst>
                    <a:ext uri="{FF2B5EF4-FFF2-40B4-BE49-F238E27FC236}">
                      <a16:creationId xmlns:a16="http://schemas.microsoft.com/office/drawing/2014/main" id="{1D38A5C2-123F-2A5A-BBCE-ED3626693E30}"/>
                    </a:ext>
                  </a:extLst>
                </p:cNvPr>
                <p:cNvSpPr/>
                <p:nvPr/>
              </p:nvSpPr>
              <p:spPr>
                <a:xfrm>
                  <a:off x="8864955" y="4846466"/>
                  <a:ext cx="845" cy="3125"/>
                </a:xfrm>
                <a:custGeom>
                  <a:avLst/>
                  <a:gdLst>
                    <a:gd name="connsiteX0" fmla="*/ 648 w 845"/>
                    <a:gd name="connsiteY0" fmla="*/ 2570 h 3125"/>
                    <a:gd name="connsiteX1" fmla="*/ 162 w 845"/>
                    <a:gd name="connsiteY1" fmla="*/ 3125 h 3125"/>
                    <a:gd name="connsiteX2" fmla="*/ 69 w 845"/>
                    <a:gd name="connsiteY2" fmla="*/ 3091 h 3125"/>
                    <a:gd name="connsiteX3" fmla="*/ 0 w 845"/>
                    <a:gd name="connsiteY3" fmla="*/ 0 h 3125"/>
                    <a:gd name="connsiteX4" fmla="*/ 845 w 845"/>
                    <a:gd name="connsiteY4" fmla="*/ 1540 h 3125"/>
                    <a:gd name="connsiteX5" fmla="*/ 648 w 845"/>
                    <a:gd name="connsiteY5" fmla="*/ 2570 h 31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45" h="3125">
                      <a:moveTo>
                        <a:pt x="648" y="2570"/>
                      </a:moveTo>
                      <a:lnTo>
                        <a:pt x="162" y="3125"/>
                      </a:lnTo>
                      <a:lnTo>
                        <a:pt x="69" y="3091"/>
                      </a:lnTo>
                      <a:lnTo>
                        <a:pt x="0" y="0"/>
                      </a:lnTo>
                      <a:lnTo>
                        <a:pt x="845" y="1540"/>
                      </a:lnTo>
                      <a:lnTo>
                        <a:pt x="648" y="25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67" name="Freeform: Shape 666">
                  <a:extLst>
                    <a:ext uri="{FF2B5EF4-FFF2-40B4-BE49-F238E27FC236}">
                      <a16:creationId xmlns:a16="http://schemas.microsoft.com/office/drawing/2014/main" id="{90EAABC1-BB81-4348-64C9-2A83ABD72C8F}"/>
                    </a:ext>
                  </a:extLst>
                </p:cNvPr>
                <p:cNvSpPr/>
                <p:nvPr/>
              </p:nvSpPr>
              <p:spPr>
                <a:xfrm>
                  <a:off x="9586074" y="1536367"/>
                  <a:ext cx="1354" cy="2477"/>
                </a:xfrm>
                <a:custGeom>
                  <a:avLst/>
                  <a:gdLst>
                    <a:gd name="connsiteX0" fmla="*/ 0 w 1354"/>
                    <a:gd name="connsiteY0" fmla="*/ 1401 h 2477"/>
                    <a:gd name="connsiteX1" fmla="*/ 1077 w 1354"/>
                    <a:gd name="connsiteY1" fmla="*/ 0 h 2477"/>
                    <a:gd name="connsiteX2" fmla="*/ 1354 w 1354"/>
                    <a:gd name="connsiteY2" fmla="*/ 2477 h 2477"/>
                    <a:gd name="connsiteX3" fmla="*/ 0 w 1354"/>
                    <a:gd name="connsiteY3" fmla="*/ 1401 h 2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54" h="2477">
                      <a:moveTo>
                        <a:pt x="0" y="1401"/>
                      </a:moveTo>
                      <a:lnTo>
                        <a:pt x="1077" y="0"/>
                      </a:lnTo>
                      <a:lnTo>
                        <a:pt x="1354" y="2477"/>
                      </a:lnTo>
                      <a:lnTo>
                        <a:pt x="0" y="14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68" name="Freeform: Shape 667">
                  <a:extLst>
                    <a:ext uri="{FF2B5EF4-FFF2-40B4-BE49-F238E27FC236}">
                      <a16:creationId xmlns:a16="http://schemas.microsoft.com/office/drawing/2014/main" id="{A9AB4B4C-60B3-6BF1-861E-CC3FCF09E8AC}"/>
                    </a:ext>
                  </a:extLst>
                </p:cNvPr>
                <p:cNvSpPr/>
                <p:nvPr/>
              </p:nvSpPr>
              <p:spPr>
                <a:xfrm>
                  <a:off x="7816655" y="3323057"/>
                  <a:ext cx="2315" cy="1331"/>
                </a:xfrm>
                <a:custGeom>
                  <a:avLst/>
                  <a:gdLst>
                    <a:gd name="connsiteX0" fmla="*/ 833 w 2315"/>
                    <a:gd name="connsiteY0" fmla="*/ 0 h 1331"/>
                    <a:gd name="connsiteX1" fmla="*/ 2269 w 2315"/>
                    <a:gd name="connsiteY1" fmla="*/ 1273 h 1331"/>
                    <a:gd name="connsiteX2" fmla="*/ 2315 w 2315"/>
                    <a:gd name="connsiteY2" fmla="*/ 1319 h 1331"/>
                    <a:gd name="connsiteX3" fmla="*/ 1829 w 2315"/>
                    <a:gd name="connsiteY3" fmla="*/ 1331 h 1331"/>
                    <a:gd name="connsiteX4" fmla="*/ 0 w 2315"/>
                    <a:gd name="connsiteY4" fmla="*/ 1273 h 1331"/>
                    <a:gd name="connsiteX5" fmla="*/ 833 w 2315"/>
                    <a:gd name="connsiteY5" fmla="*/ 0 h 1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315" h="1331">
                      <a:moveTo>
                        <a:pt x="833" y="0"/>
                      </a:moveTo>
                      <a:lnTo>
                        <a:pt x="2269" y="1273"/>
                      </a:lnTo>
                      <a:lnTo>
                        <a:pt x="2315" y="1319"/>
                      </a:lnTo>
                      <a:lnTo>
                        <a:pt x="1829" y="1331"/>
                      </a:lnTo>
                      <a:lnTo>
                        <a:pt x="0" y="1273"/>
                      </a:lnTo>
                      <a:lnTo>
                        <a:pt x="83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69" name="Freeform: Shape 668">
                  <a:extLst>
                    <a:ext uri="{FF2B5EF4-FFF2-40B4-BE49-F238E27FC236}">
                      <a16:creationId xmlns:a16="http://schemas.microsoft.com/office/drawing/2014/main" id="{62380E98-60B4-7909-4581-F659AA04449A}"/>
                    </a:ext>
                  </a:extLst>
                </p:cNvPr>
                <p:cNvSpPr/>
                <p:nvPr/>
              </p:nvSpPr>
              <p:spPr>
                <a:xfrm>
                  <a:off x="9730321" y="1548267"/>
                  <a:ext cx="2025" cy="3634"/>
                </a:xfrm>
                <a:custGeom>
                  <a:avLst/>
                  <a:gdLst>
                    <a:gd name="connsiteX0" fmla="*/ 278 w 2025"/>
                    <a:gd name="connsiteY0" fmla="*/ 1702 h 3634"/>
                    <a:gd name="connsiteX1" fmla="*/ 1690 w 2025"/>
                    <a:gd name="connsiteY1" fmla="*/ 266 h 3634"/>
                    <a:gd name="connsiteX2" fmla="*/ 2026 w 2025"/>
                    <a:gd name="connsiteY2" fmla="*/ 0 h 3634"/>
                    <a:gd name="connsiteX3" fmla="*/ 0 w 2025"/>
                    <a:gd name="connsiteY3" fmla="*/ 3635 h 3634"/>
                    <a:gd name="connsiteX4" fmla="*/ 12 w 2025"/>
                    <a:gd name="connsiteY4" fmla="*/ 3288 h 3634"/>
                    <a:gd name="connsiteX5" fmla="*/ 278 w 2025"/>
                    <a:gd name="connsiteY5" fmla="*/ 1702 h 3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25" h="3634">
                      <a:moveTo>
                        <a:pt x="278" y="1702"/>
                      </a:moveTo>
                      <a:lnTo>
                        <a:pt x="1690" y="266"/>
                      </a:lnTo>
                      <a:lnTo>
                        <a:pt x="2026" y="0"/>
                      </a:lnTo>
                      <a:lnTo>
                        <a:pt x="0" y="3635"/>
                      </a:lnTo>
                      <a:lnTo>
                        <a:pt x="12" y="3288"/>
                      </a:lnTo>
                      <a:lnTo>
                        <a:pt x="278" y="17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70" name="Freeform: Shape 669">
                  <a:extLst>
                    <a:ext uri="{FF2B5EF4-FFF2-40B4-BE49-F238E27FC236}">
                      <a16:creationId xmlns:a16="http://schemas.microsoft.com/office/drawing/2014/main" id="{E377AE35-31B8-C987-DC0A-5397149DEDF6}"/>
                    </a:ext>
                  </a:extLst>
                </p:cNvPr>
                <p:cNvSpPr/>
                <p:nvPr/>
              </p:nvSpPr>
              <p:spPr>
                <a:xfrm>
                  <a:off x="8113067" y="2888360"/>
                  <a:ext cx="3160" cy="1041"/>
                </a:xfrm>
                <a:custGeom>
                  <a:avLst/>
                  <a:gdLst>
                    <a:gd name="connsiteX0" fmla="*/ 0 w 3160"/>
                    <a:gd name="connsiteY0" fmla="*/ 185 h 1041"/>
                    <a:gd name="connsiteX1" fmla="*/ 93 w 3160"/>
                    <a:gd name="connsiteY1" fmla="*/ 185 h 1041"/>
                    <a:gd name="connsiteX2" fmla="*/ 3160 w 3160"/>
                    <a:gd name="connsiteY2" fmla="*/ 0 h 1041"/>
                    <a:gd name="connsiteX3" fmla="*/ 1956 w 3160"/>
                    <a:gd name="connsiteY3" fmla="*/ 1042 h 1041"/>
                    <a:gd name="connsiteX4" fmla="*/ 0 w 3160"/>
                    <a:gd name="connsiteY4" fmla="*/ 185 h 1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60" h="1041">
                      <a:moveTo>
                        <a:pt x="0" y="185"/>
                      </a:moveTo>
                      <a:lnTo>
                        <a:pt x="93" y="185"/>
                      </a:lnTo>
                      <a:lnTo>
                        <a:pt x="3160" y="0"/>
                      </a:lnTo>
                      <a:lnTo>
                        <a:pt x="1956" y="1042"/>
                      </a:lnTo>
                      <a:lnTo>
                        <a:pt x="0" y="1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71" name="Freeform: Shape 670">
                  <a:extLst>
                    <a:ext uri="{FF2B5EF4-FFF2-40B4-BE49-F238E27FC236}">
                      <a16:creationId xmlns:a16="http://schemas.microsoft.com/office/drawing/2014/main" id="{6BC036CC-9861-4F37-69F3-67B028C15942}"/>
                    </a:ext>
                  </a:extLst>
                </p:cNvPr>
                <p:cNvSpPr/>
                <p:nvPr/>
              </p:nvSpPr>
              <p:spPr>
                <a:xfrm>
                  <a:off x="7832247" y="3233935"/>
                  <a:ext cx="2152" cy="1574"/>
                </a:xfrm>
                <a:custGeom>
                  <a:avLst/>
                  <a:gdLst>
                    <a:gd name="connsiteX0" fmla="*/ 0 w 2152"/>
                    <a:gd name="connsiteY0" fmla="*/ 1343 h 1574"/>
                    <a:gd name="connsiteX1" fmla="*/ 405 w 2152"/>
                    <a:gd name="connsiteY1" fmla="*/ 0 h 1574"/>
                    <a:gd name="connsiteX2" fmla="*/ 2153 w 2152"/>
                    <a:gd name="connsiteY2" fmla="*/ 1574 h 1574"/>
                    <a:gd name="connsiteX3" fmla="*/ 0 w 2152"/>
                    <a:gd name="connsiteY3" fmla="*/ 1343 h 1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52" h="1574">
                      <a:moveTo>
                        <a:pt x="0" y="1343"/>
                      </a:moveTo>
                      <a:lnTo>
                        <a:pt x="405" y="0"/>
                      </a:lnTo>
                      <a:lnTo>
                        <a:pt x="2153" y="1574"/>
                      </a:lnTo>
                      <a:lnTo>
                        <a:pt x="0" y="134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72" name="Freeform: Shape 671">
                  <a:extLst>
                    <a:ext uri="{FF2B5EF4-FFF2-40B4-BE49-F238E27FC236}">
                      <a16:creationId xmlns:a16="http://schemas.microsoft.com/office/drawing/2014/main" id="{EBC0D764-5E56-FDF7-44E5-2079D4280223}"/>
                    </a:ext>
                  </a:extLst>
                </p:cNvPr>
                <p:cNvSpPr/>
                <p:nvPr/>
              </p:nvSpPr>
              <p:spPr>
                <a:xfrm>
                  <a:off x="7897964" y="3114714"/>
                  <a:ext cx="1967" cy="2153"/>
                </a:xfrm>
                <a:custGeom>
                  <a:avLst/>
                  <a:gdLst>
                    <a:gd name="connsiteX0" fmla="*/ 0 w 1967"/>
                    <a:gd name="connsiteY0" fmla="*/ 903 h 2153"/>
                    <a:gd name="connsiteX1" fmla="*/ 961 w 1967"/>
                    <a:gd name="connsiteY1" fmla="*/ 0 h 2153"/>
                    <a:gd name="connsiteX2" fmla="*/ 1968 w 1967"/>
                    <a:gd name="connsiteY2" fmla="*/ 2153 h 2153"/>
                    <a:gd name="connsiteX3" fmla="*/ 0 w 1967"/>
                    <a:gd name="connsiteY3" fmla="*/ 903 h 2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67" h="2153">
                      <a:moveTo>
                        <a:pt x="0" y="903"/>
                      </a:moveTo>
                      <a:lnTo>
                        <a:pt x="961" y="0"/>
                      </a:lnTo>
                      <a:lnTo>
                        <a:pt x="1968" y="2153"/>
                      </a:lnTo>
                      <a:lnTo>
                        <a:pt x="0" y="9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73" name="Freeform: Shape 672">
                  <a:extLst>
                    <a:ext uri="{FF2B5EF4-FFF2-40B4-BE49-F238E27FC236}">
                      <a16:creationId xmlns:a16="http://schemas.microsoft.com/office/drawing/2014/main" id="{08B2AA48-25F2-77A2-150C-560AC4259419}"/>
                    </a:ext>
                  </a:extLst>
                </p:cNvPr>
                <p:cNvSpPr/>
                <p:nvPr/>
              </p:nvSpPr>
              <p:spPr>
                <a:xfrm>
                  <a:off x="9667950" y="1740762"/>
                  <a:ext cx="1539" cy="2430"/>
                </a:xfrm>
                <a:custGeom>
                  <a:avLst/>
                  <a:gdLst>
                    <a:gd name="connsiteX0" fmla="*/ 0 w 1539"/>
                    <a:gd name="connsiteY0" fmla="*/ 93 h 2430"/>
                    <a:gd name="connsiteX1" fmla="*/ 139 w 1539"/>
                    <a:gd name="connsiteY1" fmla="*/ 0 h 2430"/>
                    <a:gd name="connsiteX2" fmla="*/ 1540 w 1539"/>
                    <a:gd name="connsiteY2" fmla="*/ 1621 h 2430"/>
                    <a:gd name="connsiteX3" fmla="*/ 625 w 1539"/>
                    <a:gd name="connsiteY3" fmla="*/ 2431 h 2430"/>
                    <a:gd name="connsiteX4" fmla="*/ 0 w 1539"/>
                    <a:gd name="connsiteY4" fmla="*/ 93 h 2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9" h="2430">
                      <a:moveTo>
                        <a:pt x="0" y="93"/>
                      </a:moveTo>
                      <a:lnTo>
                        <a:pt x="139" y="0"/>
                      </a:lnTo>
                      <a:lnTo>
                        <a:pt x="1540" y="1621"/>
                      </a:lnTo>
                      <a:lnTo>
                        <a:pt x="625" y="2431"/>
                      </a:lnTo>
                      <a:lnTo>
                        <a:pt x="0" y="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74" name="Freeform: Shape 673">
                  <a:extLst>
                    <a:ext uri="{FF2B5EF4-FFF2-40B4-BE49-F238E27FC236}">
                      <a16:creationId xmlns:a16="http://schemas.microsoft.com/office/drawing/2014/main" id="{9E659F77-1CE7-2F17-516E-6836F482BA63}"/>
                    </a:ext>
                  </a:extLst>
                </p:cNvPr>
                <p:cNvSpPr/>
                <p:nvPr/>
              </p:nvSpPr>
              <p:spPr>
                <a:xfrm>
                  <a:off x="8130025" y="2837831"/>
                  <a:ext cx="1608" cy="1620"/>
                </a:xfrm>
                <a:custGeom>
                  <a:avLst/>
                  <a:gdLst>
                    <a:gd name="connsiteX0" fmla="*/ 0 w 1608"/>
                    <a:gd name="connsiteY0" fmla="*/ 1308 h 1620"/>
                    <a:gd name="connsiteX1" fmla="*/ 961 w 1608"/>
                    <a:gd name="connsiteY1" fmla="*/ 0 h 1620"/>
                    <a:gd name="connsiteX2" fmla="*/ 1609 w 1608"/>
                    <a:gd name="connsiteY2" fmla="*/ 1458 h 1620"/>
                    <a:gd name="connsiteX3" fmla="*/ 1563 w 1608"/>
                    <a:gd name="connsiteY3" fmla="*/ 1621 h 1620"/>
                    <a:gd name="connsiteX4" fmla="*/ 11 w 1608"/>
                    <a:gd name="connsiteY4" fmla="*/ 1586 h 1620"/>
                    <a:gd name="connsiteX5" fmla="*/ 0 w 1608"/>
                    <a:gd name="connsiteY5" fmla="*/ 1308 h 1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08" h="1620">
                      <a:moveTo>
                        <a:pt x="0" y="1308"/>
                      </a:moveTo>
                      <a:lnTo>
                        <a:pt x="961" y="0"/>
                      </a:lnTo>
                      <a:lnTo>
                        <a:pt x="1609" y="1458"/>
                      </a:lnTo>
                      <a:lnTo>
                        <a:pt x="1563" y="1621"/>
                      </a:lnTo>
                      <a:lnTo>
                        <a:pt x="11" y="1586"/>
                      </a:lnTo>
                      <a:lnTo>
                        <a:pt x="0" y="130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75" name="Freeform: Shape 674">
                  <a:extLst>
                    <a:ext uri="{FF2B5EF4-FFF2-40B4-BE49-F238E27FC236}">
                      <a16:creationId xmlns:a16="http://schemas.microsoft.com/office/drawing/2014/main" id="{5B18520B-AEF0-72D8-AF77-AD1F4830E15F}"/>
                    </a:ext>
                  </a:extLst>
                </p:cNvPr>
                <p:cNvSpPr/>
                <p:nvPr/>
              </p:nvSpPr>
              <p:spPr>
                <a:xfrm>
                  <a:off x="7873400" y="3107190"/>
                  <a:ext cx="1713" cy="1875"/>
                </a:xfrm>
                <a:custGeom>
                  <a:avLst/>
                  <a:gdLst>
                    <a:gd name="connsiteX0" fmla="*/ 0 w 1713"/>
                    <a:gd name="connsiteY0" fmla="*/ 706 h 1875"/>
                    <a:gd name="connsiteX1" fmla="*/ 1493 w 1713"/>
                    <a:gd name="connsiteY1" fmla="*/ 0 h 1875"/>
                    <a:gd name="connsiteX2" fmla="*/ 1713 w 1713"/>
                    <a:gd name="connsiteY2" fmla="*/ 1875 h 1875"/>
                    <a:gd name="connsiteX3" fmla="*/ 0 w 1713"/>
                    <a:gd name="connsiteY3" fmla="*/ 706 h 1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13" h="1875">
                      <a:moveTo>
                        <a:pt x="0" y="706"/>
                      </a:moveTo>
                      <a:lnTo>
                        <a:pt x="1493" y="0"/>
                      </a:lnTo>
                      <a:lnTo>
                        <a:pt x="1713" y="1875"/>
                      </a:lnTo>
                      <a:lnTo>
                        <a:pt x="0" y="70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76" name="Freeform: Shape 675">
                  <a:extLst>
                    <a:ext uri="{FF2B5EF4-FFF2-40B4-BE49-F238E27FC236}">
                      <a16:creationId xmlns:a16="http://schemas.microsoft.com/office/drawing/2014/main" id="{F149BF37-5478-DEFE-C476-494255CD157C}"/>
                    </a:ext>
                  </a:extLst>
                </p:cNvPr>
                <p:cNvSpPr/>
                <p:nvPr/>
              </p:nvSpPr>
              <p:spPr>
                <a:xfrm>
                  <a:off x="7779623" y="3488141"/>
                  <a:ext cx="1157" cy="2488"/>
                </a:xfrm>
                <a:custGeom>
                  <a:avLst/>
                  <a:gdLst>
                    <a:gd name="connsiteX0" fmla="*/ 1019 w 1157"/>
                    <a:gd name="connsiteY0" fmla="*/ 2477 h 2488"/>
                    <a:gd name="connsiteX1" fmla="*/ 984 w 1157"/>
                    <a:gd name="connsiteY1" fmla="*/ 2489 h 2488"/>
                    <a:gd name="connsiteX2" fmla="*/ 0 w 1157"/>
                    <a:gd name="connsiteY2" fmla="*/ 371 h 2488"/>
                    <a:gd name="connsiteX3" fmla="*/ 1158 w 1157"/>
                    <a:gd name="connsiteY3" fmla="*/ 0 h 2488"/>
                    <a:gd name="connsiteX4" fmla="*/ 1019 w 1157"/>
                    <a:gd name="connsiteY4" fmla="*/ 2477 h 2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57" h="2488">
                      <a:moveTo>
                        <a:pt x="1019" y="2477"/>
                      </a:moveTo>
                      <a:lnTo>
                        <a:pt x="984" y="2489"/>
                      </a:lnTo>
                      <a:lnTo>
                        <a:pt x="0" y="371"/>
                      </a:lnTo>
                      <a:lnTo>
                        <a:pt x="1158" y="0"/>
                      </a:lnTo>
                      <a:lnTo>
                        <a:pt x="1019" y="247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77" name="Freeform: Shape 676">
                  <a:extLst>
                    <a:ext uri="{FF2B5EF4-FFF2-40B4-BE49-F238E27FC236}">
                      <a16:creationId xmlns:a16="http://schemas.microsoft.com/office/drawing/2014/main" id="{7700A7D5-58BD-99FF-D5AD-8ED5A79491F0}"/>
                    </a:ext>
                  </a:extLst>
                </p:cNvPr>
                <p:cNvSpPr/>
                <p:nvPr/>
              </p:nvSpPr>
              <p:spPr>
                <a:xfrm>
                  <a:off x="8291613" y="4132385"/>
                  <a:ext cx="1840" cy="2951"/>
                </a:xfrm>
                <a:custGeom>
                  <a:avLst/>
                  <a:gdLst>
                    <a:gd name="connsiteX0" fmla="*/ 104 w 1840"/>
                    <a:gd name="connsiteY0" fmla="*/ 2674 h 2951"/>
                    <a:gd name="connsiteX1" fmla="*/ 1354 w 1840"/>
                    <a:gd name="connsiteY1" fmla="*/ 0 h 2951"/>
                    <a:gd name="connsiteX2" fmla="*/ 1841 w 1840"/>
                    <a:gd name="connsiteY2" fmla="*/ 1042 h 2951"/>
                    <a:gd name="connsiteX3" fmla="*/ 0 w 1840"/>
                    <a:gd name="connsiteY3" fmla="*/ 2952 h 2951"/>
                    <a:gd name="connsiteX4" fmla="*/ 104 w 1840"/>
                    <a:gd name="connsiteY4" fmla="*/ 2674 h 2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40" h="2951">
                      <a:moveTo>
                        <a:pt x="104" y="2674"/>
                      </a:moveTo>
                      <a:lnTo>
                        <a:pt x="1354" y="0"/>
                      </a:lnTo>
                      <a:lnTo>
                        <a:pt x="1841" y="1042"/>
                      </a:lnTo>
                      <a:lnTo>
                        <a:pt x="0" y="2952"/>
                      </a:lnTo>
                      <a:lnTo>
                        <a:pt x="104" y="267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78" name="Freeform: Shape 677">
                  <a:extLst>
                    <a:ext uri="{FF2B5EF4-FFF2-40B4-BE49-F238E27FC236}">
                      <a16:creationId xmlns:a16="http://schemas.microsoft.com/office/drawing/2014/main" id="{AC2DC88D-6BCF-9AAD-9EF5-A92B9FB118B9}"/>
                    </a:ext>
                  </a:extLst>
                </p:cNvPr>
                <p:cNvSpPr/>
                <p:nvPr/>
              </p:nvSpPr>
              <p:spPr>
                <a:xfrm>
                  <a:off x="8141242" y="4251952"/>
                  <a:ext cx="1759" cy="1701"/>
                </a:xfrm>
                <a:custGeom>
                  <a:avLst/>
                  <a:gdLst>
                    <a:gd name="connsiteX0" fmla="*/ 69 w 1759"/>
                    <a:gd name="connsiteY0" fmla="*/ 0 h 1701"/>
                    <a:gd name="connsiteX1" fmla="*/ 243 w 1759"/>
                    <a:gd name="connsiteY1" fmla="*/ 93 h 1701"/>
                    <a:gd name="connsiteX2" fmla="*/ 1760 w 1759"/>
                    <a:gd name="connsiteY2" fmla="*/ 1655 h 1701"/>
                    <a:gd name="connsiteX3" fmla="*/ 243 w 1759"/>
                    <a:gd name="connsiteY3" fmla="*/ 1702 h 1701"/>
                    <a:gd name="connsiteX4" fmla="*/ 0 w 1759"/>
                    <a:gd name="connsiteY4" fmla="*/ 336 h 1701"/>
                    <a:gd name="connsiteX5" fmla="*/ 69 w 1759"/>
                    <a:gd name="connsiteY5" fmla="*/ 0 h 17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59" h="1701">
                      <a:moveTo>
                        <a:pt x="69" y="0"/>
                      </a:moveTo>
                      <a:lnTo>
                        <a:pt x="243" y="93"/>
                      </a:lnTo>
                      <a:lnTo>
                        <a:pt x="1760" y="1655"/>
                      </a:lnTo>
                      <a:lnTo>
                        <a:pt x="243" y="1702"/>
                      </a:lnTo>
                      <a:lnTo>
                        <a:pt x="0" y="336"/>
                      </a:lnTo>
                      <a:lnTo>
                        <a:pt x="69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79" name="Freeform: Shape 678">
                  <a:extLst>
                    <a:ext uri="{FF2B5EF4-FFF2-40B4-BE49-F238E27FC236}">
                      <a16:creationId xmlns:a16="http://schemas.microsoft.com/office/drawing/2014/main" id="{7E0DE1F7-FE60-C113-7883-78BBC08EA933}"/>
                    </a:ext>
                  </a:extLst>
                </p:cNvPr>
                <p:cNvSpPr/>
                <p:nvPr/>
              </p:nvSpPr>
              <p:spPr>
                <a:xfrm>
                  <a:off x="8258865" y="4013813"/>
                  <a:ext cx="1597" cy="2280"/>
                </a:xfrm>
                <a:custGeom>
                  <a:avLst/>
                  <a:gdLst>
                    <a:gd name="connsiteX0" fmla="*/ 0 w 1597"/>
                    <a:gd name="connsiteY0" fmla="*/ 2280 h 2280"/>
                    <a:gd name="connsiteX1" fmla="*/ 891 w 1597"/>
                    <a:gd name="connsiteY1" fmla="*/ 0 h 2280"/>
                    <a:gd name="connsiteX2" fmla="*/ 1597 w 1597"/>
                    <a:gd name="connsiteY2" fmla="*/ 1424 h 2280"/>
                    <a:gd name="connsiteX3" fmla="*/ 0 w 1597"/>
                    <a:gd name="connsiteY3" fmla="*/ 2280 h 2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97" h="2280">
                      <a:moveTo>
                        <a:pt x="0" y="2280"/>
                      </a:moveTo>
                      <a:lnTo>
                        <a:pt x="891" y="0"/>
                      </a:lnTo>
                      <a:lnTo>
                        <a:pt x="1597" y="1424"/>
                      </a:lnTo>
                      <a:lnTo>
                        <a:pt x="0" y="22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80" name="Freeform: Shape 679">
                  <a:extLst>
                    <a:ext uri="{FF2B5EF4-FFF2-40B4-BE49-F238E27FC236}">
                      <a16:creationId xmlns:a16="http://schemas.microsoft.com/office/drawing/2014/main" id="{7191C271-F5F9-A679-8DCC-D62B45B837A8}"/>
                    </a:ext>
                  </a:extLst>
                </p:cNvPr>
                <p:cNvSpPr/>
                <p:nvPr/>
              </p:nvSpPr>
              <p:spPr>
                <a:xfrm>
                  <a:off x="8044283" y="3951651"/>
                  <a:ext cx="1805" cy="2095"/>
                </a:xfrm>
                <a:custGeom>
                  <a:avLst/>
                  <a:gdLst>
                    <a:gd name="connsiteX0" fmla="*/ 972 w 1805"/>
                    <a:gd name="connsiteY0" fmla="*/ 1100 h 2095"/>
                    <a:gd name="connsiteX1" fmla="*/ 197 w 1805"/>
                    <a:gd name="connsiteY1" fmla="*/ 2095 h 2095"/>
                    <a:gd name="connsiteX2" fmla="*/ 0 w 1805"/>
                    <a:gd name="connsiteY2" fmla="*/ 602 h 2095"/>
                    <a:gd name="connsiteX3" fmla="*/ 1806 w 1805"/>
                    <a:gd name="connsiteY3" fmla="*/ 0 h 2095"/>
                    <a:gd name="connsiteX4" fmla="*/ 972 w 1805"/>
                    <a:gd name="connsiteY4" fmla="*/ 1100 h 2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05" h="2095">
                      <a:moveTo>
                        <a:pt x="972" y="1100"/>
                      </a:moveTo>
                      <a:lnTo>
                        <a:pt x="197" y="2095"/>
                      </a:lnTo>
                      <a:lnTo>
                        <a:pt x="0" y="602"/>
                      </a:lnTo>
                      <a:lnTo>
                        <a:pt x="1806" y="0"/>
                      </a:lnTo>
                      <a:lnTo>
                        <a:pt x="972" y="110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81" name="Freeform: Shape 680">
                  <a:extLst>
                    <a:ext uri="{FF2B5EF4-FFF2-40B4-BE49-F238E27FC236}">
                      <a16:creationId xmlns:a16="http://schemas.microsoft.com/office/drawing/2014/main" id="{28A9224C-2EBA-5A0E-0C7F-EE2DB3AFBE27}"/>
                    </a:ext>
                  </a:extLst>
                </p:cNvPr>
                <p:cNvSpPr/>
                <p:nvPr/>
              </p:nvSpPr>
              <p:spPr>
                <a:xfrm>
                  <a:off x="9751134" y="1700258"/>
                  <a:ext cx="1551" cy="1817"/>
                </a:xfrm>
                <a:custGeom>
                  <a:avLst/>
                  <a:gdLst>
                    <a:gd name="connsiteX0" fmla="*/ 0 w 1551"/>
                    <a:gd name="connsiteY0" fmla="*/ 1505 h 1817"/>
                    <a:gd name="connsiteX1" fmla="*/ 1540 w 1551"/>
                    <a:gd name="connsiteY1" fmla="*/ 0 h 1817"/>
                    <a:gd name="connsiteX2" fmla="*/ 1551 w 1551"/>
                    <a:gd name="connsiteY2" fmla="*/ 1817 h 1817"/>
                    <a:gd name="connsiteX3" fmla="*/ 0 w 1551"/>
                    <a:gd name="connsiteY3" fmla="*/ 1505 h 18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51" h="1817">
                      <a:moveTo>
                        <a:pt x="0" y="1505"/>
                      </a:moveTo>
                      <a:lnTo>
                        <a:pt x="1540" y="0"/>
                      </a:lnTo>
                      <a:lnTo>
                        <a:pt x="1551" y="1817"/>
                      </a:lnTo>
                      <a:lnTo>
                        <a:pt x="0" y="150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82" name="Freeform: Shape 681">
                  <a:extLst>
                    <a:ext uri="{FF2B5EF4-FFF2-40B4-BE49-F238E27FC236}">
                      <a16:creationId xmlns:a16="http://schemas.microsoft.com/office/drawing/2014/main" id="{BA774967-61EB-5D40-9F42-73FBA2C115F4}"/>
                    </a:ext>
                  </a:extLst>
                </p:cNvPr>
                <p:cNvSpPr/>
                <p:nvPr/>
              </p:nvSpPr>
              <p:spPr>
                <a:xfrm>
                  <a:off x="7755870" y="3509394"/>
                  <a:ext cx="2048" cy="2037"/>
                </a:xfrm>
                <a:custGeom>
                  <a:avLst/>
                  <a:gdLst>
                    <a:gd name="connsiteX0" fmla="*/ 0 w 2048"/>
                    <a:gd name="connsiteY0" fmla="*/ 1065 h 2037"/>
                    <a:gd name="connsiteX1" fmla="*/ 533 w 2048"/>
                    <a:gd name="connsiteY1" fmla="*/ 0 h 2037"/>
                    <a:gd name="connsiteX2" fmla="*/ 1262 w 2048"/>
                    <a:gd name="connsiteY2" fmla="*/ 915 h 2037"/>
                    <a:gd name="connsiteX3" fmla="*/ 2049 w 2048"/>
                    <a:gd name="connsiteY3" fmla="*/ 2037 h 2037"/>
                    <a:gd name="connsiteX4" fmla="*/ 324 w 2048"/>
                    <a:gd name="connsiteY4" fmla="*/ 1227 h 2037"/>
                    <a:gd name="connsiteX5" fmla="*/ 0 w 2048"/>
                    <a:gd name="connsiteY5" fmla="*/ 1065 h 2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48" h="2037">
                      <a:moveTo>
                        <a:pt x="0" y="1065"/>
                      </a:moveTo>
                      <a:lnTo>
                        <a:pt x="533" y="0"/>
                      </a:lnTo>
                      <a:lnTo>
                        <a:pt x="1262" y="915"/>
                      </a:lnTo>
                      <a:lnTo>
                        <a:pt x="2049" y="2037"/>
                      </a:lnTo>
                      <a:lnTo>
                        <a:pt x="324" y="1227"/>
                      </a:lnTo>
                      <a:lnTo>
                        <a:pt x="0" y="106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83" name="Freeform: Shape 682">
                  <a:extLst>
                    <a:ext uri="{FF2B5EF4-FFF2-40B4-BE49-F238E27FC236}">
                      <a16:creationId xmlns:a16="http://schemas.microsoft.com/office/drawing/2014/main" id="{E008DD91-C677-03B4-8AFD-13A36A7E8772}"/>
                    </a:ext>
                  </a:extLst>
                </p:cNvPr>
                <p:cNvSpPr/>
                <p:nvPr/>
              </p:nvSpPr>
              <p:spPr>
                <a:xfrm>
                  <a:off x="7796605" y="3432299"/>
                  <a:ext cx="2546" cy="1088"/>
                </a:xfrm>
                <a:custGeom>
                  <a:avLst/>
                  <a:gdLst>
                    <a:gd name="connsiteX0" fmla="*/ 290 w 2546"/>
                    <a:gd name="connsiteY0" fmla="*/ 116 h 1088"/>
                    <a:gd name="connsiteX1" fmla="*/ 1436 w 2546"/>
                    <a:gd name="connsiteY1" fmla="*/ 0 h 1088"/>
                    <a:gd name="connsiteX2" fmla="*/ 2269 w 2546"/>
                    <a:gd name="connsiteY2" fmla="*/ 579 h 1088"/>
                    <a:gd name="connsiteX3" fmla="*/ 2547 w 2546"/>
                    <a:gd name="connsiteY3" fmla="*/ 1088 h 1088"/>
                    <a:gd name="connsiteX4" fmla="*/ 1505 w 2546"/>
                    <a:gd name="connsiteY4" fmla="*/ 915 h 1088"/>
                    <a:gd name="connsiteX5" fmla="*/ 0 w 2546"/>
                    <a:gd name="connsiteY5" fmla="*/ 382 h 1088"/>
                    <a:gd name="connsiteX6" fmla="*/ 290 w 2546"/>
                    <a:gd name="connsiteY6" fmla="*/ 116 h 1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6" h="1088">
                      <a:moveTo>
                        <a:pt x="290" y="116"/>
                      </a:moveTo>
                      <a:lnTo>
                        <a:pt x="1436" y="0"/>
                      </a:lnTo>
                      <a:lnTo>
                        <a:pt x="2269" y="579"/>
                      </a:lnTo>
                      <a:lnTo>
                        <a:pt x="2547" y="1088"/>
                      </a:lnTo>
                      <a:lnTo>
                        <a:pt x="1505" y="915"/>
                      </a:lnTo>
                      <a:lnTo>
                        <a:pt x="0" y="382"/>
                      </a:lnTo>
                      <a:lnTo>
                        <a:pt x="290" y="11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84" name="Freeform: Shape 683">
                  <a:extLst>
                    <a:ext uri="{FF2B5EF4-FFF2-40B4-BE49-F238E27FC236}">
                      <a16:creationId xmlns:a16="http://schemas.microsoft.com/office/drawing/2014/main" id="{86C97D31-268F-C082-2A62-7AE94144003E}"/>
                    </a:ext>
                  </a:extLst>
                </p:cNvPr>
                <p:cNvSpPr/>
                <p:nvPr/>
              </p:nvSpPr>
              <p:spPr>
                <a:xfrm>
                  <a:off x="8314603" y="3034274"/>
                  <a:ext cx="2720" cy="1389"/>
                </a:xfrm>
                <a:custGeom>
                  <a:avLst/>
                  <a:gdLst>
                    <a:gd name="connsiteX0" fmla="*/ 1725 w 2720"/>
                    <a:gd name="connsiteY0" fmla="*/ 1343 h 1389"/>
                    <a:gd name="connsiteX1" fmla="*/ 764 w 2720"/>
                    <a:gd name="connsiteY1" fmla="*/ 1389 h 1389"/>
                    <a:gd name="connsiteX2" fmla="*/ 0 w 2720"/>
                    <a:gd name="connsiteY2" fmla="*/ 0 h 1389"/>
                    <a:gd name="connsiteX3" fmla="*/ 1725 w 2720"/>
                    <a:gd name="connsiteY3" fmla="*/ 810 h 1389"/>
                    <a:gd name="connsiteX4" fmla="*/ 2720 w 2720"/>
                    <a:gd name="connsiteY4" fmla="*/ 1285 h 1389"/>
                    <a:gd name="connsiteX5" fmla="*/ 1725 w 2720"/>
                    <a:gd name="connsiteY5" fmla="*/ 1343 h 1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20" h="1389">
                      <a:moveTo>
                        <a:pt x="1725" y="1343"/>
                      </a:moveTo>
                      <a:lnTo>
                        <a:pt x="764" y="1389"/>
                      </a:lnTo>
                      <a:lnTo>
                        <a:pt x="0" y="0"/>
                      </a:lnTo>
                      <a:lnTo>
                        <a:pt x="1725" y="810"/>
                      </a:lnTo>
                      <a:lnTo>
                        <a:pt x="2720" y="1285"/>
                      </a:lnTo>
                      <a:lnTo>
                        <a:pt x="1725" y="134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85" name="Freeform: Shape 684">
                  <a:extLst>
                    <a:ext uri="{FF2B5EF4-FFF2-40B4-BE49-F238E27FC236}">
                      <a16:creationId xmlns:a16="http://schemas.microsoft.com/office/drawing/2014/main" id="{D61C0B7D-518D-4D26-4ABB-4B50D8C74689}"/>
                    </a:ext>
                  </a:extLst>
                </p:cNvPr>
                <p:cNvSpPr/>
                <p:nvPr/>
              </p:nvSpPr>
              <p:spPr>
                <a:xfrm>
                  <a:off x="8274261" y="4121388"/>
                  <a:ext cx="2697" cy="3414"/>
                </a:xfrm>
                <a:custGeom>
                  <a:avLst/>
                  <a:gdLst>
                    <a:gd name="connsiteX0" fmla="*/ 475 w 2697"/>
                    <a:gd name="connsiteY0" fmla="*/ 2929 h 3414"/>
                    <a:gd name="connsiteX1" fmla="*/ 0 w 2697"/>
                    <a:gd name="connsiteY1" fmla="*/ 3415 h 3414"/>
                    <a:gd name="connsiteX2" fmla="*/ 1644 w 2697"/>
                    <a:gd name="connsiteY2" fmla="*/ 405 h 3414"/>
                    <a:gd name="connsiteX3" fmla="*/ 2697 w 2697"/>
                    <a:gd name="connsiteY3" fmla="*/ 0 h 3414"/>
                    <a:gd name="connsiteX4" fmla="*/ 475 w 2697"/>
                    <a:gd name="connsiteY4" fmla="*/ 2929 h 3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97" h="3414">
                      <a:moveTo>
                        <a:pt x="475" y="2929"/>
                      </a:moveTo>
                      <a:lnTo>
                        <a:pt x="0" y="3415"/>
                      </a:lnTo>
                      <a:lnTo>
                        <a:pt x="1644" y="405"/>
                      </a:lnTo>
                      <a:lnTo>
                        <a:pt x="2697" y="0"/>
                      </a:lnTo>
                      <a:lnTo>
                        <a:pt x="475" y="292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86" name="Freeform: Shape 685">
                  <a:extLst>
                    <a:ext uri="{FF2B5EF4-FFF2-40B4-BE49-F238E27FC236}">
                      <a16:creationId xmlns:a16="http://schemas.microsoft.com/office/drawing/2014/main" id="{F2442C95-CFA0-E6E0-C6DA-155AB452F1FE}"/>
                    </a:ext>
                  </a:extLst>
                </p:cNvPr>
                <p:cNvSpPr/>
                <p:nvPr/>
              </p:nvSpPr>
              <p:spPr>
                <a:xfrm>
                  <a:off x="9644903" y="1573363"/>
                  <a:ext cx="1470" cy="2616"/>
                </a:xfrm>
                <a:custGeom>
                  <a:avLst/>
                  <a:gdLst>
                    <a:gd name="connsiteX0" fmla="*/ 0 w 1470"/>
                    <a:gd name="connsiteY0" fmla="*/ 602 h 2616"/>
                    <a:gd name="connsiteX1" fmla="*/ 903 w 1470"/>
                    <a:gd name="connsiteY1" fmla="*/ 0 h 2616"/>
                    <a:gd name="connsiteX2" fmla="*/ 1470 w 1470"/>
                    <a:gd name="connsiteY2" fmla="*/ 2581 h 2616"/>
                    <a:gd name="connsiteX3" fmla="*/ 1459 w 1470"/>
                    <a:gd name="connsiteY3" fmla="*/ 2616 h 2616"/>
                    <a:gd name="connsiteX4" fmla="*/ 1308 w 1470"/>
                    <a:gd name="connsiteY4" fmla="*/ 2442 h 2616"/>
                    <a:gd name="connsiteX5" fmla="*/ 0 w 1470"/>
                    <a:gd name="connsiteY5" fmla="*/ 602 h 26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70" h="2616">
                      <a:moveTo>
                        <a:pt x="0" y="602"/>
                      </a:moveTo>
                      <a:lnTo>
                        <a:pt x="903" y="0"/>
                      </a:lnTo>
                      <a:lnTo>
                        <a:pt x="1470" y="2581"/>
                      </a:lnTo>
                      <a:lnTo>
                        <a:pt x="1459" y="2616"/>
                      </a:lnTo>
                      <a:lnTo>
                        <a:pt x="1308" y="2442"/>
                      </a:lnTo>
                      <a:lnTo>
                        <a:pt x="0" y="6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87" name="Freeform: Shape 686">
                  <a:extLst>
                    <a:ext uri="{FF2B5EF4-FFF2-40B4-BE49-F238E27FC236}">
                      <a16:creationId xmlns:a16="http://schemas.microsoft.com/office/drawing/2014/main" id="{37696A0D-84BF-36E6-1318-C6DF9C811332}"/>
                    </a:ext>
                  </a:extLst>
                </p:cNvPr>
                <p:cNvSpPr/>
                <p:nvPr/>
              </p:nvSpPr>
              <p:spPr>
                <a:xfrm>
                  <a:off x="8456720" y="2819043"/>
                  <a:ext cx="1319" cy="2072"/>
                </a:xfrm>
                <a:custGeom>
                  <a:avLst/>
                  <a:gdLst>
                    <a:gd name="connsiteX0" fmla="*/ 0 w 1319"/>
                    <a:gd name="connsiteY0" fmla="*/ 845 h 2072"/>
                    <a:gd name="connsiteX1" fmla="*/ 764 w 1319"/>
                    <a:gd name="connsiteY1" fmla="*/ 324 h 2072"/>
                    <a:gd name="connsiteX2" fmla="*/ 1320 w 1319"/>
                    <a:gd name="connsiteY2" fmla="*/ 0 h 2072"/>
                    <a:gd name="connsiteX3" fmla="*/ 1296 w 1319"/>
                    <a:gd name="connsiteY3" fmla="*/ 2072 h 2072"/>
                    <a:gd name="connsiteX4" fmla="*/ 0 w 1319"/>
                    <a:gd name="connsiteY4" fmla="*/ 845 h 2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19" h="2072">
                      <a:moveTo>
                        <a:pt x="0" y="845"/>
                      </a:moveTo>
                      <a:lnTo>
                        <a:pt x="764" y="324"/>
                      </a:lnTo>
                      <a:lnTo>
                        <a:pt x="1320" y="0"/>
                      </a:lnTo>
                      <a:lnTo>
                        <a:pt x="1296" y="2072"/>
                      </a:lnTo>
                      <a:lnTo>
                        <a:pt x="0" y="84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88" name="Freeform: Shape 687">
                  <a:extLst>
                    <a:ext uri="{FF2B5EF4-FFF2-40B4-BE49-F238E27FC236}">
                      <a16:creationId xmlns:a16="http://schemas.microsoft.com/office/drawing/2014/main" id="{F991491F-1D93-5E63-BD67-9A3CF53EC02F}"/>
                    </a:ext>
                  </a:extLst>
                </p:cNvPr>
                <p:cNvSpPr/>
                <p:nvPr/>
              </p:nvSpPr>
              <p:spPr>
                <a:xfrm>
                  <a:off x="8176491" y="4226381"/>
                  <a:ext cx="2535" cy="4167"/>
                </a:xfrm>
                <a:custGeom>
                  <a:avLst/>
                  <a:gdLst>
                    <a:gd name="connsiteX0" fmla="*/ 741 w 2535"/>
                    <a:gd name="connsiteY0" fmla="*/ 1910 h 4167"/>
                    <a:gd name="connsiteX1" fmla="*/ 2500 w 2535"/>
                    <a:gd name="connsiteY1" fmla="*/ 12 h 4167"/>
                    <a:gd name="connsiteX2" fmla="*/ 2535 w 2535"/>
                    <a:gd name="connsiteY2" fmla="*/ 0 h 4167"/>
                    <a:gd name="connsiteX3" fmla="*/ 0 w 2535"/>
                    <a:gd name="connsiteY3" fmla="*/ 4167 h 4167"/>
                    <a:gd name="connsiteX4" fmla="*/ 162 w 2535"/>
                    <a:gd name="connsiteY4" fmla="*/ 3635 h 4167"/>
                    <a:gd name="connsiteX5" fmla="*/ 741 w 2535"/>
                    <a:gd name="connsiteY5" fmla="*/ 1910 h 4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35" h="4167">
                      <a:moveTo>
                        <a:pt x="741" y="1910"/>
                      </a:moveTo>
                      <a:lnTo>
                        <a:pt x="2500" y="12"/>
                      </a:lnTo>
                      <a:lnTo>
                        <a:pt x="2535" y="0"/>
                      </a:lnTo>
                      <a:lnTo>
                        <a:pt x="0" y="4167"/>
                      </a:lnTo>
                      <a:lnTo>
                        <a:pt x="162" y="3635"/>
                      </a:lnTo>
                      <a:lnTo>
                        <a:pt x="741" y="191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89" name="Freeform: Shape 688">
                  <a:extLst>
                    <a:ext uri="{FF2B5EF4-FFF2-40B4-BE49-F238E27FC236}">
                      <a16:creationId xmlns:a16="http://schemas.microsoft.com/office/drawing/2014/main" id="{541EF757-9D57-0C7D-F839-4B3B72FE45F7}"/>
                    </a:ext>
                  </a:extLst>
                </p:cNvPr>
                <p:cNvSpPr/>
                <p:nvPr/>
              </p:nvSpPr>
              <p:spPr>
                <a:xfrm>
                  <a:off x="8186134" y="4214597"/>
                  <a:ext cx="1412" cy="2731"/>
                </a:xfrm>
                <a:custGeom>
                  <a:avLst/>
                  <a:gdLst>
                    <a:gd name="connsiteX0" fmla="*/ 0 w 1412"/>
                    <a:gd name="connsiteY0" fmla="*/ 2732 h 2731"/>
                    <a:gd name="connsiteX1" fmla="*/ 648 w 1412"/>
                    <a:gd name="connsiteY1" fmla="*/ 0 h 2731"/>
                    <a:gd name="connsiteX2" fmla="*/ 1412 w 1412"/>
                    <a:gd name="connsiteY2" fmla="*/ 961 h 2731"/>
                    <a:gd name="connsiteX3" fmla="*/ 0 w 1412"/>
                    <a:gd name="connsiteY3" fmla="*/ 2732 h 2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2" h="2731">
                      <a:moveTo>
                        <a:pt x="0" y="2732"/>
                      </a:moveTo>
                      <a:lnTo>
                        <a:pt x="648" y="0"/>
                      </a:lnTo>
                      <a:lnTo>
                        <a:pt x="1412" y="961"/>
                      </a:lnTo>
                      <a:lnTo>
                        <a:pt x="0" y="27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90" name="Freeform: Shape 689">
                  <a:extLst>
                    <a:ext uri="{FF2B5EF4-FFF2-40B4-BE49-F238E27FC236}">
                      <a16:creationId xmlns:a16="http://schemas.microsoft.com/office/drawing/2014/main" id="{6947D520-B1F4-A6C4-A4A8-C8500373E78A}"/>
                    </a:ext>
                  </a:extLst>
                </p:cNvPr>
                <p:cNvSpPr/>
                <p:nvPr/>
              </p:nvSpPr>
              <p:spPr>
                <a:xfrm>
                  <a:off x="9669351" y="1732092"/>
                  <a:ext cx="1747" cy="1539"/>
                </a:xfrm>
                <a:custGeom>
                  <a:avLst/>
                  <a:gdLst>
                    <a:gd name="connsiteX0" fmla="*/ 0 w 1747"/>
                    <a:gd name="connsiteY0" fmla="*/ 1540 h 1539"/>
                    <a:gd name="connsiteX1" fmla="*/ 23 w 1747"/>
                    <a:gd name="connsiteY1" fmla="*/ 0 h 1539"/>
                    <a:gd name="connsiteX2" fmla="*/ 1748 w 1747"/>
                    <a:gd name="connsiteY2" fmla="*/ 1343 h 1539"/>
                    <a:gd name="connsiteX3" fmla="*/ 0 w 1747"/>
                    <a:gd name="connsiteY3" fmla="*/ 1540 h 1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47" h="1539">
                      <a:moveTo>
                        <a:pt x="0" y="1540"/>
                      </a:moveTo>
                      <a:lnTo>
                        <a:pt x="23" y="0"/>
                      </a:lnTo>
                      <a:lnTo>
                        <a:pt x="1748" y="1343"/>
                      </a:lnTo>
                      <a:lnTo>
                        <a:pt x="0" y="154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91" name="Freeform: Shape 690">
                  <a:extLst>
                    <a:ext uri="{FF2B5EF4-FFF2-40B4-BE49-F238E27FC236}">
                      <a16:creationId xmlns:a16="http://schemas.microsoft.com/office/drawing/2014/main" id="{7D65EFC8-029A-E700-2CCF-315C24246345}"/>
                    </a:ext>
                  </a:extLst>
                </p:cNvPr>
                <p:cNvSpPr/>
                <p:nvPr/>
              </p:nvSpPr>
              <p:spPr>
                <a:xfrm>
                  <a:off x="9268073" y="4122071"/>
                  <a:ext cx="1435" cy="2106"/>
                </a:xfrm>
                <a:custGeom>
                  <a:avLst/>
                  <a:gdLst>
                    <a:gd name="connsiteX0" fmla="*/ 0 w 1435"/>
                    <a:gd name="connsiteY0" fmla="*/ 544 h 2106"/>
                    <a:gd name="connsiteX1" fmla="*/ 1436 w 1435"/>
                    <a:gd name="connsiteY1" fmla="*/ 0 h 2106"/>
                    <a:gd name="connsiteX2" fmla="*/ 799 w 1435"/>
                    <a:gd name="connsiteY2" fmla="*/ 2107 h 2106"/>
                    <a:gd name="connsiteX3" fmla="*/ 0 w 1435"/>
                    <a:gd name="connsiteY3" fmla="*/ 544 h 2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35" h="2106">
                      <a:moveTo>
                        <a:pt x="0" y="544"/>
                      </a:moveTo>
                      <a:lnTo>
                        <a:pt x="1436" y="0"/>
                      </a:lnTo>
                      <a:lnTo>
                        <a:pt x="799" y="2107"/>
                      </a:lnTo>
                      <a:lnTo>
                        <a:pt x="0" y="54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92" name="Freeform: Shape 691">
                  <a:extLst>
                    <a:ext uri="{FF2B5EF4-FFF2-40B4-BE49-F238E27FC236}">
                      <a16:creationId xmlns:a16="http://schemas.microsoft.com/office/drawing/2014/main" id="{C605128B-A76A-F65D-680C-208585A5F1EB}"/>
                    </a:ext>
                  </a:extLst>
                </p:cNvPr>
                <p:cNvSpPr/>
                <p:nvPr/>
              </p:nvSpPr>
              <p:spPr>
                <a:xfrm>
                  <a:off x="7856291" y="3127054"/>
                  <a:ext cx="2118" cy="1377"/>
                </a:xfrm>
                <a:custGeom>
                  <a:avLst/>
                  <a:gdLst>
                    <a:gd name="connsiteX0" fmla="*/ 0 w 2118"/>
                    <a:gd name="connsiteY0" fmla="*/ 1146 h 1377"/>
                    <a:gd name="connsiteX1" fmla="*/ 868 w 2118"/>
                    <a:gd name="connsiteY1" fmla="*/ 0 h 1377"/>
                    <a:gd name="connsiteX2" fmla="*/ 2118 w 2118"/>
                    <a:gd name="connsiteY2" fmla="*/ 1377 h 1377"/>
                    <a:gd name="connsiteX3" fmla="*/ 0 w 2118"/>
                    <a:gd name="connsiteY3" fmla="*/ 1146 h 1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18" h="1377">
                      <a:moveTo>
                        <a:pt x="0" y="1146"/>
                      </a:moveTo>
                      <a:lnTo>
                        <a:pt x="868" y="0"/>
                      </a:lnTo>
                      <a:lnTo>
                        <a:pt x="2118" y="1377"/>
                      </a:lnTo>
                      <a:lnTo>
                        <a:pt x="0" y="11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93" name="Freeform: Shape 692">
                  <a:extLst>
                    <a:ext uri="{FF2B5EF4-FFF2-40B4-BE49-F238E27FC236}">
                      <a16:creationId xmlns:a16="http://schemas.microsoft.com/office/drawing/2014/main" id="{93B01854-292C-A7E6-500E-6A634DC992D5}"/>
                    </a:ext>
                  </a:extLst>
                </p:cNvPr>
                <p:cNvSpPr/>
                <p:nvPr/>
              </p:nvSpPr>
              <p:spPr>
                <a:xfrm>
                  <a:off x="8252475" y="3988462"/>
                  <a:ext cx="1828" cy="2338"/>
                </a:xfrm>
                <a:custGeom>
                  <a:avLst/>
                  <a:gdLst>
                    <a:gd name="connsiteX0" fmla="*/ 0 w 1828"/>
                    <a:gd name="connsiteY0" fmla="*/ 2338 h 2338"/>
                    <a:gd name="connsiteX1" fmla="*/ 208 w 1828"/>
                    <a:gd name="connsiteY1" fmla="*/ 637 h 2338"/>
                    <a:gd name="connsiteX2" fmla="*/ 1829 w 1828"/>
                    <a:gd name="connsiteY2" fmla="*/ 0 h 2338"/>
                    <a:gd name="connsiteX3" fmla="*/ 0 w 1828"/>
                    <a:gd name="connsiteY3" fmla="*/ 2338 h 2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8" h="2338">
                      <a:moveTo>
                        <a:pt x="0" y="2338"/>
                      </a:moveTo>
                      <a:lnTo>
                        <a:pt x="208" y="637"/>
                      </a:lnTo>
                      <a:lnTo>
                        <a:pt x="1829" y="0"/>
                      </a:lnTo>
                      <a:lnTo>
                        <a:pt x="0" y="233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94" name="Freeform: Shape 693">
                  <a:extLst>
                    <a:ext uri="{FF2B5EF4-FFF2-40B4-BE49-F238E27FC236}">
                      <a16:creationId xmlns:a16="http://schemas.microsoft.com/office/drawing/2014/main" id="{48852031-1DB2-6F6B-EB83-439D1A2D87E7}"/>
                    </a:ext>
                  </a:extLst>
                </p:cNvPr>
                <p:cNvSpPr/>
                <p:nvPr/>
              </p:nvSpPr>
              <p:spPr>
                <a:xfrm>
                  <a:off x="7954037" y="2769603"/>
                  <a:ext cx="2882" cy="1203"/>
                </a:xfrm>
                <a:custGeom>
                  <a:avLst/>
                  <a:gdLst>
                    <a:gd name="connsiteX0" fmla="*/ 2095 w 2882"/>
                    <a:gd name="connsiteY0" fmla="*/ 0 h 1203"/>
                    <a:gd name="connsiteX1" fmla="*/ 2755 w 2882"/>
                    <a:gd name="connsiteY1" fmla="*/ 625 h 1203"/>
                    <a:gd name="connsiteX2" fmla="*/ 2882 w 2882"/>
                    <a:gd name="connsiteY2" fmla="*/ 764 h 1203"/>
                    <a:gd name="connsiteX3" fmla="*/ 0 w 2882"/>
                    <a:gd name="connsiteY3" fmla="*/ 1204 h 1203"/>
                    <a:gd name="connsiteX4" fmla="*/ 2095 w 2882"/>
                    <a:gd name="connsiteY4" fmla="*/ 0 h 1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2" h="1203">
                      <a:moveTo>
                        <a:pt x="2095" y="0"/>
                      </a:moveTo>
                      <a:lnTo>
                        <a:pt x="2755" y="625"/>
                      </a:lnTo>
                      <a:lnTo>
                        <a:pt x="2882" y="764"/>
                      </a:lnTo>
                      <a:lnTo>
                        <a:pt x="0" y="1204"/>
                      </a:lnTo>
                      <a:lnTo>
                        <a:pt x="209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95" name="Freeform: Shape 694">
                  <a:extLst>
                    <a:ext uri="{FF2B5EF4-FFF2-40B4-BE49-F238E27FC236}">
                      <a16:creationId xmlns:a16="http://schemas.microsoft.com/office/drawing/2014/main" id="{4BA22E3E-6349-55D9-B2FB-21A65D4F99EE}"/>
                    </a:ext>
                  </a:extLst>
                </p:cNvPr>
                <p:cNvSpPr/>
                <p:nvPr/>
              </p:nvSpPr>
              <p:spPr>
                <a:xfrm>
                  <a:off x="7874372" y="3137901"/>
                  <a:ext cx="2048" cy="1354"/>
                </a:xfrm>
                <a:custGeom>
                  <a:avLst/>
                  <a:gdLst>
                    <a:gd name="connsiteX0" fmla="*/ 69 w 2048"/>
                    <a:gd name="connsiteY0" fmla="*/ 11 h 1354"/>
                    <a:gd name="connsiteX1" fmla="*/ 1933 w 2048"/>
                    <a:gd name="connsiteY1" fmla="*/ 938 h 1354"/>
                    <a:gd name="connsiteX2" fmla="*/ 2049 w 2048"/>
                    <a:gd name="connsiteY2" fmla="*/ 1134 h 1354"/>
                    <a:gd name="connsiteX3" fmla="*/ 463 w 2048"/>
                    <a:gd name="connsiteY3" fmla="*/ 1354 h 1354"/>
                    <a:gd name="connsiteX4" fmla="*/ 0 w 2048"/>
                    <a:gd name="connsiteY4" fmla="*/ 0 h 1354"/>
                    <a:gd name="connsiteX5" fmla="*/ 69 w 2048"/>
                    <a:gd name="connsiteY5" fmla="*/ 11 h 1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48" h="1354">
                      <a:moveTo>
                        <a:pt x="69" y="11"/>
                      </a:moveTo>
                      <a:lnTo>
                        <a:pt x="1933" y="938"/>
                      </a:lnTo>
                      <a:lnTo>
                        <a:pt x="2049" y="1134"/>
                      </a:lnTo>
                      <a:lnTo>
                        <a:pt x="463" y="1354"/>
                      </a:lnTo>
                      <a:lnTo>
                        <a:pt x="0" y="0"/>
                      </a:lnTo>
                      <a:lnTo>
                        <a:pt x="69" y="1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96" name="Freeform: Shape 695">
                  <a:extLst>
                    <a:ext uri="{FF2B5EF4-FFF2-40B4-BE49-F238E27FC236}">
                      <a16:creationId xmlns:a16="http://schemas.microsoft.com/office/drawing/2014/main" id="{B01F1AE2-5E68-F923-1EE5-429A98D6F8EC}"/>
                    </a:ext>
                  </a:extLst>
                </p:cNvPr>
                <p:cNvSpPr/>
                <p:nvPr/>
              </p:nvSpPr>
              <p:spPr>
                <a:xfrm>
                  <a:off x="7852841" y="3128953"/>
                  <a:ext cx="2569" cy="1342"/>
                </a:xfrm>
                <a:custGeom>
                  <a:avLst/>
                  <a:gdLst>
                    <a:gd name="connsiteX0" fmla="*/ 0 w 2569"/>
                    <a:gd name="connsiteY0" fmla="*/ 1343 h 1342"/>
                    <a:gd name="connsiteX1" fmla="*/ 1123 w 2569"/>
                    <a:gd name="connsiteY1" fmla="*/ 0 h 1342"/>
                    <a:gd name="connsiteX2" fmla="*/ 2570 w 2569"/>
                    <a:gd name="connsiteY2" fmla="*/ 532 h 1342"/>
                    <a:gd name="connsiteX3" fmla="*/ 0 w 2569"/>
                    <a:gd name="connsiteY3" fmla="*/ 1343 h 1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69" h="1342">
                      <a:moveTo>
                        <a:pt x="0" y="1343"/>
                      </a:moveTo>
                      <a:lnTo>
                        <a:pt x="1123" y="0"/>
                      </a:lnTo>
                      <a:lnTo>
                        <a:pt x="2570" y="532"/>
                      </a:lnTo>
                      <a:lnTo>
                        <a:pt x="0" y="134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97" name="Freeform: Shape 696">
                  <a:extLst>
                    <a:ext uri="{FF2B5EF4-FFF2-40B4-BE49-F238E27FC236}">
                      <a16:creationId xmlns:a16="http://schemas.microsoft.com/office/drawing/2014/main" id="{F101D2A8-362B-3F3A-F78D-A24C467435D5}"/>
                    </a:ext>
                  </a:extLst>
                </p:cNvPr>
                <p:cNvSpPr/>
                <p:nvPr/>
              </p:nvSpPr>
              <p:spPr>
                <a:xfrm>
                  <a:off x="8280234" y="4554047"/>
                  <a:ext cx="1169" cy="2674"/>
                </a:xfrm>
                <a:custGeom>
                  <a:avLst/>
                  <a:gdLst>
                    <a:gd name="connsiteX0" fmla="*/ 0 w 1169"/>
                    <a:gd name="connsiteY0" fmla="*/ 0 h 2674"/>
                    <a:gd name="connsiteX1" fmla="*/ 1169 w 1169"/>
                    <a:gd name="connsiteY1" fmla="*/ 2674 h 2674"/>
                    <a:gd name="connsiteX2" fmla="*/ 162 w 1169"/>
                    <a:gd name="connsiteY2" fmla="*/ 2535 h 2674"/>
                    <a:gd name="connsiteX3" fmla="*/ 0 w 1169"/>
                    <a:gd name="connsiteY3" fmla="*/ 0 h 2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9" h="2674">
                      <a:moveTo>
                        <a:pt x="0" y="0"/>
                      </a:moveTo>
                      <a:lnTo>
                        <a:pt x="1169" y="2674"/>
                      </a:lnTo>
                      <a:lnTo>
                        <a:pt x="162" y="253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98" name="Freeform: Shape 697">
                  <a:extLst>
                    <a:ext uri="{FF2B5EF4-FFF2-40B4-BE49-F238E27FC236}">
                      <a16:creationId xmlns:a16="http://schemas.microsoft.com/office/drawing/2014/main" id="{6E29011F-660C-B2D2-4350-A7A0DD04C3D6}"/>
                    </a:ext>
                  </a:extLst>
                </p:cNvPr>
                <p:cNvSpPr/>
                <p:nvPr/>
              </p:nvSpPr>
              <p:spPr>
                <a:xfrm>
                  <a:off x="7677455" y="3195259"/>
                  <a:ext cx="1435" cy="1828"/>
                </a:xfrm>
                <a:custGeom>
                  <a:avLst/>
                  <a:gdLst>
                    <a:gd name="connsiteX0" fmla="*/ 0 w 1435"/>
                    <a:gd name="connsiteY0" fmla="*/ 706 h 1828"/>
                    <a:gd name="connsiteX1" fmla="*/ 1366 w 1435"/>
                    <a:gd name="connsiteY1" fmla="*/ 0 h 1828"/>
                    <a:gd name="connsiteX2" fmla="*/ 1436 w 1435"/>
                    <a:gd name="connsiteY2" fmla="*/ 1829 h 1828"/>
                    <a:gd name="connsiteX3" fmla="*/ 0 w 1435"/>
                    <a:gd name="connsiteY3" fmla="*/ 706 h 1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35" h="1828">
                      <a:moveTo>
                        <a:pt x="0" y="706"/>
                      </a:moveTo>
                      <a:lnTo>
                        <a:pt x="1366" y="0"/>
                      </a:lnTo>
                      <a:lnTo>
                        <a:pt x="1436" y="1829"/>
                      </a:lnTo>
                      <a:lnTo>
                        <a:pt x="0" y="70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99" name="Freeform: Shape 698">
                  <a:extLst>
                    <a:ext uri="{FF2B5EF4-FFF2-40B4-BE49-F238E27FC236}">
                      <a16:creationId xmlns:a16="http://schemas.microsoft.com/office/drawing/2014/main" id="{D8B8F12C-07B3-EECD-207C-E4FD4FD9EE79}"/>
                    </a:ext>
                  </a:extLst>
                </p:cNvPr>
                <p:cNvSpPr/>
                <p:nvPr/>
              </p:nvSpPr>
              <p:spPr>
                <a:xfrm>
                  <a:off x="9680093" y="1429888"/>
                  <a:ext cx="1713" cy="1638"/>
                </a:xfrm>
                <a:custGeom>
                  <a:avLst/>
                  <a:gdLst>
                    <a:gd name="connsiteX0" fmla="*/ 0 w 1713"/>
                    <a:gd name="connsiteY0" fmla="*/ 1224 h 1638"/>
                    <a:gd name="connsiteX1" fmla="*/ 996 w 1713"/>
                    <a:gd name="connsiteY1" fmla="*/ 0 h 1638"/>
                    <a:gd name="connsiteX2" fmla="*/ 1713 w 1713"/>
                    <a:gd name="connsiteY2" fmla="*/ 1638 h 1638"/>
                    <a:gd name="connsiteX3" fmla="*/ 0 w 1713"/>
                    <a:gd name="connsiteY3" fmla="*/ 1224 h 1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13" h="1638">
                      <a:moveTo>
                        <a:pt x="0" y="1224"/>
                      </a:moveTo>
                      <a:lnTo>
                        <a:pt x="996" y="0"/>
                      </a:lnTo>
                      <a:lnTo>
                        <a:pt x="1713" y="1638"/>
                      </a:lnTo>
                      <a:lnTo>
                        <a:pt x="0" y="12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00" name="Freeform: Shape 699">
                  <a:extLst>
                    <a:ext uri="{FF2B5EF4-FFF2-40B4-BE49-F238E27FC236}">
                      <a16:creationId xmlns:a16="http://schemas.microsoft.com/office/drawing/2014/main" id="{BB06902B-C21E-BA8F-E33D-83E80996E31D}"/>
                    </a:ext>
                  </a:extLst>
                </p:cNvPr>
                <p:cNvSpPr/>
                <p:nvPr/>
              </p:nvSpPr>
              <p:spPr>
                <a:xfrm>
                  <a:off x="8533144" y="4357593"/>
                  <a:ext cx="1643" cy="2292"/>
                </a:xfrm>
                <a:custGeom>
                  <a:avLst/>
                  <a:gdLst>
                    <a:gd name="connsiteX0" fmla="*/ 1517 w 1643"/>
                    <a:gd name="connsiteY0" fmla="*/ 2142 h 2292"/>
                    <a:gd name="connsiteX1" fmla="*/ 1401 w 1643"/>
                    <a:gd name="connsiteY1" fmla="*/ 2292 h 2292"/>
                    <a:gd name="connsiteX2" fmla="*/ 0 w 1643"/>
                    <a:gd name="connsiteY2" fmla="*/ 69 h 2292"/>
                    <a:gd name="connsiteX3" fmla="*/ 116 w 1643"/>
                    <a:gd name="connsiteY3" fmla="*/ 0 h 2292"/>
                    <a:gd name="connsiteX4" fmla="*/ 1644 w 1643"/>
                    <a:gd name="connsiteY4" fmla="*/ 1134 h 2292"/>
                    <a:gd name="connsiteX5" fmla="*/ 1517 w 1643"/>
                    <a:gd name="connsiteY5" fmla="*/ 2142 h 2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" h="2292">
                      <a:moveTo>
                        <a:pt x="1517" y="2142"/>
                      </a:moveTo>
                      <a:lnTo>
                        <a:pt x="1401" y="2292"/>
                      </a:lnTo>
                      <a:lnTo>
                        <a:pt x="0" y="69"/>
                      </a:lnTo>
                      <a:lnTo>
                        <a:pt x="116" y="0"/>
                      </a:lnTo>
                      <a:lnTo>
                        <a:pt x="1644" y="1134"/>
                      </a:lnTo>
                      <a:lnTo>
                        <a:pt x="1517" y="214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01" name="Freeform: Shape 700">
                  <a:extLst>
                    <a:ext uri="{FF2B5EF4-FFF2-40B4-BE49-F238E27FC236}">
                      <a16:creationId xmlns:a16="http://schemas.microsoft.com/office/drawing/2014/main" id="{1E5EF4F5-6677-0245-B426-C80393CC3337}"/>
                    </a:ext>
                  </a:extLst>
                </p:cNvPr>
                <p:cNvSpPr/>
                <p:nvPr/>
              </p:nvSpPr>
              <p:spPr>
                <a:xfrm>
                  <a:off x="9552030" y="1617745"/>
                  <a:ext cx="1585" cy="1713"/>
                </a:xfrm>
                <a:custGeom>
                  <a:avLst/>
                  <a:gdLst>
                    <a:gd name="connsiteX0" fmla="*/ 0 w 1585"/>
                    <a:gd name="connsiteY0" fmla="*/ 1447 h 1713"/>
                    <a:gd name="connsiteX1" fmla="*/ 671 w 1585"/>
                    <a:gd name="connsiteY1" fmla="*/ 0 h 1713"/>
                    <a:gd name="connsiteX2" fmla="*/ 1586 w 1585"/>
                    <a:gd name="connsiteY2" fmla="*/ 1713 h 1713"/>
                    <a:gd name="connsiteX3" fmla="*/ 0 w 1585"/>
                    <a:gd name="connsiteY3" fmla="*/ 1447 h 1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85" h="1713">
                      <a:moveTo>
                        <a:pt x="0" y="1447"/>
                      </a:moveTo>
                      <a:lnTo>
                        <a:pt x="671" y="0"/>
                      </a:lnTo>
                      <a:lnTo>
                        <a:pt x="1586" y="1713"/>
                      </a:lnTo>
                      <a:lnTo>
                        <a:pt x="0" y="144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02" name="Freeform: Shape 701">
                  <a:extLst>
                    <a:ext uri="{FF2B5EF4-FFF2-40B4-BE49-F238E27FC236}">
                      <a16:creationId xmlns:a16="http://schemas.microsoft.com/office/drawing/2014/main" id="{74281934-8313-C76A-B4F2-48E52B179CB7}"/>
                    </a:ext>
                  </a:extLst>
                </p:cNvPr>
                <p:cNvSpPr/>
                <p:nvPr/>
              </p:nvSpPr>
              <p:spPr>
                <a:xfrm>
                  <a:off x="7859393" y="3123003"/>
                  <a:ext cx="3241" cy="2315"/>
                </a:xfrm>
                <a:custGeom>
                  <a:avLst/>
                  <a:gdLst>
                    <a:gd name="connsiteX0" fmla="*/ 0 w 3241"/>
                    <a:gd name="connsiteY0" fmla="*/ 0 h 2315"/>
                    <a:gd name="connsiteX1" fmla="*/ 3241 w 3241"/>
                    <a:gd name="connsiteY1" fmla="*/ 2315 h 2315"/>
                    <a:gd name="connsiteX2" fmla="*/ 1146 w 3241"/>
                    <a:gd name="connsiteY2" fmla="*/ 1574 h 2315"/>
                    <a:gd name="connsiteX3" fmla="*/ 0 w 3241"/>
                    <a:gd name="connsiteY3" fmla="*/ 0 h 2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41" h="2315">
                      <a:moveTo>
                        <a:pt x="0" y="0"/>
                      </a:moveTo>
                      <a:lnTo>
                        <a:pt x="3241" y="2315"/>
                      </a:lnTo>
                      <a:lnTo>
                        <a:pt x="1146" y="157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03" name="Freeform: Shape 702">
                  <a:extLst>
                    <a:ext uri="{FF2B5EF4-FFF2-40B4-BE49-F238E27FC236}">
                      <a16:creationId xmlns:a16="http://schemas.microsoft.com/office/drawing/2014/main" id="{274403D8-0E96-6BF1-D5B9-2692DD0C67A8}"/>
                    </a:ext>
                  </a:extLst>
                </p:cNvPr>
                <p:cNvSpPr/>
                <p:nvPr/>
              </p:nvSpPr>
              <p:spPr>
                <a:xfrm>
                  <a:off x="8382553" y="2971139"/>
                  <a:ext cx="1400" cy="3206"/>
                </a:xfrm>
                <a:custGeom>
                  <a:avLst/>
                  <a:gdLst>
                    <a:gd name="connsiteX0" fmla="*/ 220 w 1400"/>
                    <a:gd name="connsiteY0" fmla="*/ 2917 h 3206"/>
                    <a:gd name="connsiteX1" fmla="*/ 11 w 1400"/>
                    <a:gd name="connsiteY1" fmla="*/ 3207 h 3206"/>
                    <a:gd name="connsiteX2" fmla="*/ 0 w 1400"/>
                    <a:gd name="connsiteY2" fmla="*/ 2836 h 3206"/>
                    <a:gd name="connsiteX3" fmla="*/ 243 w 1400"/>
                    <a:gd name="connsiteY3" fmla="*/ 1320 h 3206"/>
                    <a:gd name="connsiteX4" fmla="*/ 1157 w 1400"/>
                    <a:gd name="connsiteY4" fmla="*/ 174 h 3206"/>
                    <a:gd name="connsiteX5" fmla="*/ 1401 w 1400"/>
                    <a:gd name="connsiteY5" fmla="*/ 0 h 3206"/>
                    <a:gd name="connsiteX6" fmla="*/ 220 w 1400"/>
                    <a:gd name="connsiteY6" fmla="*/ 2917 h 3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0" h="3206">
                      <a:moveTo>
                        <a:pt x="220" y="2917"/>
                      </a:moveTo>
                      <a:lnTo>
                        <a:pt x="11" y="3207"/>
                      </a:lnTo>
                      <a:lnTo>
                        <a:pt x="0" y="2836"/>
                      </a:lnTo>
                      <a:lnTo>
                        <a:pt x="243" y="1320"/>
                      </a:lnTo>
                      <a:lnTo>
                        <a:pt x="1157" y="174"/>
                      </a:lnTo>
                      <a:lnTo>
                        <a:pt x="1401" y="0"/>
                      </a:lnTo>
                      <a:lnTo>
                        <a:pt x="220" y="29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04" name="Freeform: Shape 703">
                  <a:extLst>
                    <a:ext uri="{FF2B5EF4-FFF2-40B4-BE49-F238E27FC236}">
                      <a16:creationId xmlns:a16="http://schemas.microsoft.com/office/drawing/2014/main" id="{758EE249-A2CD-CC07-0AA9-C6235BCA9B82}"/>
                    </a:ext>
                  </a:extLst>
                </p:cNvPr>
                <p:cNvSpPr/>
                <p:nvPr/>
              </p:nvSpPr>
              <p:spPr>
                <a:xfrm>
                  <a:off x="7816030" y="3289753"/>
                  <a:ext cx="2974" cy="949"/>
                </a:xfrm>
                <a:custGeom>
                  <a:avLst/>
                  <a:gdLst>
                    <a:gd name="connsiteX0" fmla="*/ 0 w 2974"/>
                    <a:gd name="connsiteY0" fmla="*/ 637 h 949"/>
                    <a:gd name="connsiteX1" fmla="*/ 613 w 2974"/>
                    <a:gd name="connsiteY1" fmla="*/ 0 h 949"/>
                    <a:gd name="connsiteX2" fmla="*/ 2732 w 2974"/>
                    <a:gd name="connsiteY2" fmla="*/ 787 h 949"/>
                    <a:gd name="connsiteX3" fmla="*/ 2975 w 2974"/>
                    <a:gd name="connsiteY3" fmla="*/ 949 h 949"/>
                    <a:gd name="connsiteX4" fmla="*/ 35 w 2974"/>
                    <a:gd name="connsiteY4" fmla="*/ 695 h 949"/>
                    <a:gd name="connsiteX5" fmla="*/ 0 w 2974"/>
                    <a:gd name="connsiteY5" fmla="*/ 637 h 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74" h="949">
                      <a:moveTo>
                        <a:pt x="0" y="637"/>
                      </a:moveTo>
                      <a:lnTo>
                        <a:pt x="613" y="0"/>
                      </a:lnTo>
                      <a:lnTo>
                        <a:pt x="2732" y="787"/>
                      </a:lnTo>
                      <a:lnTo>
                        <a:pt x="2975" y="949"/>
                      </a:lnTo>
                      <a:lnTo>
                        <a:pt x="35" y="695"/>
                      </a:lnTo>
                      <a:lnTo>
                        <a:pt x="0" y="6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05" name="Freeform: Shape 704">
                  <a:extLst>
                    <a:ext uri="{FF2B5EF4-FFF2-40B4-BE49-F238E27FC236}">
                      <a16:creationId xmlns:a16="http://schemas.microsoft.com/office/drawing/2014/main" id="{CEEE35B4-8B9E-921A-7FF1-7A9D418AADFA}"/>
                    </a:ext>
                  </a:extLst>
                </p:cNvPr>
                <p:cNvSpPr/>
                <p:nvPr/>
              </p:nvSpPr>
              <p:spPr>
                <a:xfrm>
                  <a:off x="7821702" y="3259922"/>
                  <a:ext cx="2292" cy="856"/>
                </a:xfrm>
                <a:custGeom>
                  <a:avLst/>
                  <a:gdLst>
                    <a:gd name="connsiteX0" fmla="*/ 2234 w 2292"/>
                    <a:gd name="connsiteY0" fmla="*/ 590 h 856"/>
                    <a:gd name="connsiteX1" fmla="*/ 81 w 2292"/>
                    <a:gd name="connsiteY1" fmla="*/ 857 h 856"/>
                    <a:gd name="connsiteX2" fmla="*/ 0 w 2292"/>
                    <a:gd name="connsiteY2" fmla="*/ 243 h 856"/>
                    <a:gd name="connsiteX3" fmla="*/ 1030 w 2292"/>
                    <a:gd name="connsiteY3" fmla="*/ 0 h 856"/>
                    <a:gd name="connsiteX4" fmla="*/ 2292 w 2292"/>
                    <a:gd name="connsiteY4" fmla="*/ 486 h 856"/>
                    <a:gd name="connsiteX5" fmla="*/ 2234 w 2292"/>
                    <a:gd name="connsiteY5" fmla="*/ 590 h 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92" h="856">
                      <a:moveTo>
                        <a:pt x="2234" y="590"/>
                      </a:moveTo>
                      <a:lnTo>
                        <a:pt x="81" y="857"/>
                      </a:lnTo>
                      <a:lnTo>
                        <a:pt x="0" y="243"/>
                      </a:lnTo>
                      <a:lnTo>
                        <a:pt x="1030" y="0"/>
                      </a:lnTo>
                      <a:lnTo>
                        <a:pt x="2292" y="486"/>
                      </a:lnTo>
                      <a:lnTo>
                        <a:pt x="2234" y="5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06" name="Freeform: Shape 705">
                  <a:extLst>
                    <a:ext uri="{FF2B5EF4-FFF2-40B4-BE49-F238E27FC236}">
                      <a16:creationId xmlns:a16="http://schemas.microsoft.com/office/drawing/2014/main" id="{A76E5579-CD68-2286-9F0C-C9FD3040D70A}"/>
                    </a:ext>
                  </a:extLst>
                </p:cNvPr>
                <p:cNvSpPr/>
                <p:nvPr/>
              </p:nvSpPr>
              <p:spPr>
                <a:xfrm>
                  <a:off x="8098226" y="3854563"/>
                  <a:ext cx="1898" cy="1470"/>
                </a:xfrm>
                <a:custGeom>
                  <a:avLst/>
                  <a:gdLst>
                    <a:gd name="connsiteX0" fmla="*/ 0 w 1898"/>
                    <a:gd name="connsiteY0" fmla="*/ 949 h 1470"/>
                    <a:gd name="connsiteX1" fmla="*/ 1898 w 1898"/>
                    <a:gd name="connsiteY1" fmla="*/ 0 h 1470"/>
                    <a:gd name="connsiteX2" fmla="*/ 1493 w 1898"/>
                    <a:gd name="connsiteY2" fmla="*/ 1470 h 1470"/>
                    <a:gd name="connsiteX3" fmla="*/ 0 w 1898"/>
                    <a:gd name="connsiteY3" fmla="*/ 949 h 1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8" h="1470">
                      <a:moveTo>
                        <a:pt x="0" y="949"/>
                      </a:moveTo>
                      <a:lnTo>
                        <a:pt x="1898" y="0"/>
                      </a:lnTo>
                      <a:lnTo>
                        <a:pt x="1493" y="1470"/>
                      </a:lnTo>
                      <a:lnTo>
                        <a:pt x="0" y="94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07" name="Freeform: Shape 706">
                  <a:extLst>
                    <a:ext uri="{FF2B5EF4-FFF2-40B4-BE49-F238E27FC236}">
                      <a16:creationId xmlns:a16="http://schemas.microsoft.com/office/drawing/2014/main" id="{F8D4FA9D-E32A-8EF2-E99C-B682A3F45FFD}"/>
                    </a:ext>
                  </a:extLst>
                </p:cNvPr>
                <p:cNvSpPr/>
                <p:nvPr/>
              </p:nvSpPr>
              <p:spPr>
                <a:xfrm>
                  <a:off x="8000607" y="3022524"/>
                  <a:ext cx="1632" cy="2442"/>
                </a:xfrm>
                <a:custGeom>
                  <a:avLst/>
                  <a:gdLst>
                    <a:gd name="connsiteX0" fmla="*/ 509 w 1632"/>
                    <a:gd name="connsiteY0" fmla="*/ 0 h 2442"/>
                    <a:gd name="connsiteX1" fmla="*/ 1042 w 1632"/>
                    <a:gd name="connsiteY1" fmla="*/ 1042 h 2442"/>
                    <a:gd name="connsiteX2" fmla="*/ 1632 w 1632"/>
                    <a:gd name="connsiteY2" fmla="*/ 2442 h 2442"/>
                    <a:gd name="connsiteX3" fmla="*/ 1366 w 1632"/>
                    <a:gd name="connsiteY3" fmla="*/ 2431 h 2442"/>
                    <a:gd name="connsiteX4" fmla="*/ 0 w 1632"/>
                    <a:gd name="connsiteY4" fmla="*/ 1887 h 2442"/>
                    <a:gd name="connsiteX5" fmla="*/ 475 w 1632"/>
                    <a:gd name="connsiteY5" fmla="*/ 1273 h 2442"/>
                    <a:gd name="connsiteX6" fmla="*/ 996 w 1632"/>
                    <a:gd name="connsiteY6" fmla="*/ 1053 h 2442"/>
                    <a:gd name="connsiteX7" fmla="*/ 509 w 1632"/>
                    <a:gd name="connsiteY7" fmla="*/ 0 h 24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32" h="2442">
                      <a:moveTo>
                        <a:pt x="509" y="0"/>
                      </a:moveTo>
                      <a:lnTo>
                        <a:pt x="1042" y="1042"/>
                      </a:lnTo>
                      <a:lnTo>
                        <a:pt x="1632" y="2442"/>
                      </a:lnTo>
                      <a:lnTo>
                        <a:pt x="1366" y="2431"/>
                      </a:lnTo>
                      <a:lnTo>
                        <a:pt x="0" y="1887"/>
                      </a:lnTo>
                      <a:lnTo>
                        <a:pt x="475" y="1273"/>
                      </a:lnTo>
                      <a:lnTo>
                        <a:pt x="996" y="1053"/>
                      </a:lnTo>
                      <a:lnTo>
                        <a:pt x="509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08" name="Freeform: Shape 707">
                  <a:extLst>
                    <a:ext uri="{FF2B5EF4-FFF2-40B4-BE49-F238E27FC236}">
                      <a16:creationId xmlns:a16="http://schemas.microsoft.com/office/drawing/2014/main" id="{E540B208-01C2-D376-7376-0835B729C363}"/>
                    </a:ext>
                  </a:extLst>
                </p:cNvPr>
                <p:cNvSpPr/>
                <p:nvPr/>
              </p:nvSpPr>
              <p:spPr>
                <a:xfrm>
                  <a:off x="7748866" y="3435772"/>
                  <a:ext cx="1585" cy="1655"/>
                </a:xfrm>
                <a:custGeom>
                  <a:avLst/>
                  <a:gdLst>
                    <a:gd name="connsiteX0" fmla="*/ 0 w 1585"/>
                    <a:gd name="connsiteY0" fmla="*/ 0 h 1655"/>
                    <a:gd name="connsiteX1" fmla="*/ 1586 w 1585"/>
                    <a:gd name="connsiteY1" fmla="*/ 428 h 1655"/>
                    <a:gd name="connsiteX2" fmla="*/ 613 w 1585"/>
                    <a:gd name="connsiteY2" fmla="*/ 1655 h 1655"/>
                    <a:gd name="connsiteX3" fmla="*/ 0 w 1585"/>
                    <a:gd name="connsiteY3" fmla="*/ 0 h 16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85" h="1655">
                      <a:moveTo>
                        <a:pt x="0" y="0"/>
                      </a:moveTo>
                      <a:lnTo>
                        <a:pt x="1586" y="428"/>
                      </a:lnTo>
                      <a:lnTo>
                        <a:pt x="613" y="165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09" name="Freeform: Shape 708">
                  <a:extLst>
                    <a:ext uri="{FF2B5EF4-FFF2-40B4-BE49-F238E27FC236}">
                      <a16:creationId xmlns:a16="http://schemas.microsoft.com/office/drawing/2014/main" id="{66CD0F75-F33E-0309-C739-E65060D2B174}"/>
                    </a:ext>
                  </a:extLst>
                </p:cNvPr>
                <p:cNvSpPr/>
                <p:nvPr/>
              </p:nvSpPr>
              <p:spPr>
                <a:xfrm>
                  <a:off x="9293540" y="4055984"/>
                  <a:ext cx="2500" cy="1319"/>
                </a:xfrm>
                <a:custGeom>
                  <a:avLst/>
                  <a:gdLst>
                    <a:gd name="connsiteX0" fmla="*/ 1517 w 2500"/>
                    <a:gd name="connsiteY0" fmla="*/ 0 h 1319"/>
                    <a:gd name="connsiteX1" fmla="*/ 1748 w 2500"/>
                    <a:gd name="connsiteY1" fmla="*/ 266 h 1319"/>
                    <a:gd name="connsiteX2" fmla="*/ 1829 w 2500"/>
                    <a:gd name="connsiteY2" fmla="*/ 382 h 1319"/>
                    <a:gd name="connsiteX3" fmla="*/ 2500 w 2500"/>
                    <a:gd name="connsiteY3" fmla="*/ 1319 h 1319"/>
                    <a:gd name="connsiteX4" fmla="*/ 139 w 2500"/>
                    <a:gd name="connsiteY4" fmla="*/ 382 h 1319"/>
                    <a:gd name="connsiteX5" fmla="*/ 0 w 2500"/>
                    <a:gd name="connsiteY5" fmla="*/ 336 h 1319"/>
                    <a:gd name="connsiteX6" fmla="*/ 1517 w 2500"/>
                    <a:gd name="connsiteY6" fmla="*/ 0 h 1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00" h="1319">
                      <a:moveTo>
                        <a:pt x="1517" y="0"/>
                      </a:moveTo>
                      <a:lnTo>
                        <a:pt x="1748" y="266"/>
                      </a:lnTo>
                      <a:lnTo>
                        <a:pt x="1829" y="382"/>
                      </a:lnTo>
                      <a:lnTo>
                        <a:pt x="2500" y="1319"/>
                      </a:lnTo>
                      <a:lnTo>
                        <a:pt x="139" y="382"/>
                      </a:lnTo>
                      <a:lnTo>
                        <a:pt x="0" y="336"/>
                      </a:lnTo>
                      <a:lnTo>
                        <a:pt x="151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10" name="Freeform: Shape 709">
                  <a:extLst>
                    <a:ext uri="{FF2B5EF4-FFF2-40B4-BE49-F238E27FC236}">
                      <a16:creationId xmlns:a16="http://schemas.microsoft.com/office/drawing/2014/main" id="{8A0437A7-BBFD-26AD-F2BB-24625206C863}"/>
                    </a:ext>
                  </a:extLst>
                </p:cNvPr>
                <p:cNvSpPr/>
                <p:nvPr/>
              </p:nvSpPr>
              <p:spPr>
                <a:xfrm>
                  <a:off x="8007796" y="3026194"/>
                  <a:ext cx="2072" cy="926"/>
                </a:xfrm>
                <a:custGeom>
                  <a:avLst/>
                  <a:gdLst>
                    <a:gd name="connsiteX0" fmla="*/ 278 w 2072"/>
                    <a:gd name="connsiteY0" fmla="*/ 208 h 926"/>
                    <a:gd name="connsiteX1" fmla="*/ 1227 w 2072"/>
                    <a:gd name="connsiteY1" fmla="*/ 0 h 926"/>
                    <a:gd name="connsiteX2" fmla="*/ 2072 w 2072"/>
                    <a:gd name="connsiteY2" fmla="*/ 672 h 926"/>
                    <a:gd name="connsiteX3" fmla="*/ 741 w 2072"/>
                    <a:gd name="connsiteY3" fmla="*/ 926 h 926"/>
                    <a:gd name="connsiteX4" fmla="*/ 0 w 2072"/>
                    <a:gd name="connsiteY4" fmla="*/ 752 h 926"/>
                    <a:gd name="connsiteX5" fmla="*/ 278 w 2072"/>
                    <a:gd name="connsiteY5" fmla="*/ 208 h 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72" h="926">
                      <a:moveTo>
                        <a:pt x="278" y="208"/>
                      </a:moveTo>
                      <a:lnTo>
                        <a:pt x="1227" y="0"/>
                      </a:lnTo>
                      <a:lnTo>
                        <a:pt x="2072" y="672"/>
                      </a:lnTo>
                      <a:lnTo>
                        <a:pt x="741" y="926"/>
                      </a:lnTo>
                      <a:lnTo>
                        <a:pt x="0" y="752"/>
                      </a:lnTo>
                      <a:lnTo>
                        <a:pt x="278" y="20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11" name="Freeform: Shape 710">
                  <a:extLst>
                    <a:ext uri="{FF2B5EF4-FFF2-40B4-BE49-F238E27FC236}">
                      <a16:creationId xmlns:a16="http://schemas.microsoft.com/office/drawing/2014/main" id="{1273DDE0-53BE-4B26-D122-B67C8F605F25}"/>
                    </a:ext>
                  </a:extLst>
                </p:cNvPr>
                <p:cNvSpPr/>
                <p:nvPr/>
              </p:nvSpPr>
              <p:spPr>
                <a:xfrm>
                  <a:off x="8047524" y="3182248"/>
                  <a:ext cx="2152" cy="1632"/>
                </a:xfrm>
                <a:custGeom>
                  <a:avLst/>
                  <a:gdLst>
                    <a:gd name="connsiteX0" fmla="*/ 0 w 2152"/>
                    <a:gd name="connsiteY0" fmla="*/ 1007 h 1632"/>
                    <a:gd name="connsiteX1" fmla="*/ 301 w 2152"/>
                    <a:gd name="connsiteY1" fmla="*/ 0 h 1632"/>
                    <a:gd name="connsiteX2" fmla="*/ 2153 w 2152"/>
                    <a:gd name="connsiteY2" fmla="*/ 1632 h 1632"/>
                    <a:gd name="connsiteX3" fmla="*/ 0 w 2152"/>
                    <a:gd name="connsiteY3" fmla="*/ 1007 h 1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52" h="1632">
                      <a:moveTo>
                        <a:pt x="0" y="1007"/>
                      </a:moveTo>
                      <a:lnTo>
                        <a:pt x="301" y="0"/>
                      </a:lnTo>
                      <a:lnTo>
                        <a:pt x="2153" y="1632"/>
                      </a:lnTo>
                      <a:lnTo>
                        <a:pt x="0" y="100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12" name="Freeform: Shape 711">
                  <a:extLst>
                    <a:ext uri="{FF2B5EF4-FFF2-40B4-BE49-F238E27FC236}">
                      <a16:creationId xmlns:a16="http://schemas.microsoft.com/office/drawing/2014/main" id="{C67BB287-7F96-7AFC-6DBF-64D423513475}"/>
                    </a:ext>
                  </a:extLst>
                </p:cNvPr>
                <p:cNvSpPr/>
                <p:nvPr/>
              </p:nvSpPr>
              <p:spPr>
                <a:xfrm>
                  <a:off x="8269028" y="4127986"/>
                  <a:ext cx="1921" cy="3403"/>
                </a:xfrm>
                <a:custGeom>
                  <a:avLst/>
                  <a:gdLst>
                    <a:gd name="connsiteX0" fmla="*/ 0 w 1921"/>
                    <a:gd name="connsiteY0" fmla="*/ 3403 h 3403"/>
                    <a:gd name="connsiteX1" fmla="*/ 1030 w 1921"/>
                    <a:gd name="connsiteY1" fmla="*/ 359 h 3403"/>
                    <a:gd name="connsiteX2" fmla="*/ 1922 w 1921"/>
                    <a:gd name="connsiteY2" fmla="*/ 0 h 3403"/>
                    <a:gd name="connsiteX3" fmla="*/ 0 w 1921"/>
                    <a:gd name="connsiteY3" fmla="*/ 3403 h 34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1" h="3403">
                      <a:moveTo>
                        <a:pt x="0" y="3403"/>
                      </a:moveTo>
                      <a:lnTo>
                        <a:pt x="1030" y="359"/>
                      </a:lnTo>
                      <a:lnTo>
                        <a:pt x="1922" y="0"/>
                      </a:lnTo>
                      <a:lnTo>
                        <a:pt x="0" y="34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13" name="Freeform: Shape 712">
                  <a:extLst>
                    <a:ext uri="{FF2B5EF4-FFF2-40B4-BE49-F238E27FC236}">
                      <a16:creationId xmlns:a16="http://schemas.microsoft.com/office/drawing/2014/main" id="{C4EDA52F-6DA9-F51C-CB24-7276B56FB798}"/>
                    </a:ext>
                  </a:extLst>
                </p:cNvPr>
                <p:cNvSpPr/>
                <p:nvPr/>
              </p:nvSpPr>
              <p:spPr>
                <a:xfrm>
                  <a:off x="9645863" y="1572645"/>
                  <a:ext cx="1898" cy="1284"/>
                </a:xfrm>
                <a:custGeom>
                  <a:avLst/>
                  <a:gdLst>
                    <a:gd name="connsiteX0" fmla="*/ 1829 w 1898"/>
                    <a:gd name="connsiteY0" fmla="*/ 602 h 1284"/>
                    <a:gd name="connsiteX1" fmla="*/ 1493 w 1898"/>
                    <a:gd name="connsiteY1" fmla="*/ 1285 h 1284"/>
                    <a:gd name="connsiteX2" fmla="*/ 0 w 1898"/>
                    <a:gd name="connsiteY2" fmla="*/ 648 h 1284"/>
                    <a:gd name="connsiteX3" fmla="*/ 81 w 1898"/>
                    <a:gd name="connsiteY3" fmla="*/ 614 h 1284"/>
                    <a:gd name="connsiteX4" fmla="*/ 1898 w 1898"/>
                    <a:gd name="connsiteY4" fmla="*/ 0 h 1284"/>
                    <a:gd name="connsiteX5" fmla="*/ 1829 w 1898"/>
                    <a:gd name="connsiteY5" fmla="*/ 602 h 1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98" h="1284">
                      <a:moveTo>
                        <a:pt x="1829" y="602"/>
                      </a:moveTo>
                      <a:lnTo>
                        <a:pt x="1493" y="1285"/>
                      </a:lnTo>
                      <a:lnTo>
                        <a:pt x="0" y="648"/>
                      </a:lnTo>
                      <a:lnTo>
                        <a:pt x="81" y="614"/>
                      </a:lnTo>
                      <a:lnTo>
                        <a:pt x="1898" y="0"/>
                      </a:lnTo>
                      <a:lnTo>
                        <a:pt x="1829" y="6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14" name="Freeform: Shape 713">
                  <a:extLst>
                    <a:ext uri="{FF2B5EF4-FFF2-40B4-BE49-F238E27FC236}">
                      <a16:creationId xmlns:a16="http://schemas.microsoft.com/office/drawing/2014/main" id="{213997B4-90DA-6910-EB6F-0C87251A7E6D}"/>
                    </a:ext>
                  </a:extLst>
                </p:cNvPr>
                <p:cNvSpPr/>
                <p:nvPr/>
              </p:nvSpPr>
              <p:spPr>
                <a:xfrm>
                  <a:off x="7853744" y="3154339"/>
                  <a:ext cx="2095" cy="926"/>
                </a:xfrm>
                <a:custGeom>
                  <a:avLst/>
                  <a:gdLst>
                    <a:gd name="connsiteX0" fmla="*/ 1273 w 2095"/>
                    <a:gd name="connsiteY0" fmla="*/ 0 h 926"/>
                    <a:gd name="connsiteX1" fmla="*/ 2084 w 2095"/>
                    <a:gd name="connsiteY1" fmla="*/ 301 h 926"/>
                    <a:gd name="connsiteX2" fmla="*/ 2095 w 2095"/>
                    <a:gd name="connsiteY2" fmla="*/ 776 h 926"/>
                    <a:gd name="connsiteX3" fmla="*/ 637 w 2095"/>
                    <a:gd name="connsiteY3" fmla="*/ 926 h 926"/>
                    <a:gd name="connsiteX4" fmla="*/ 0 w 2095"/>
                    <a:gd name="connsiteY4" fmla="*/ 741 h 926"/>
                    <a:gd name="connsiteX5" fmla="*/ 1273 w 2095"/>
                    <a:gd name="connsiteY5" fmla="*/ 0 h 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" h="926">
                      <a:moveTo>
                        <a:pt x="1273" y="0"/>
                      </a:moveTo>
                      <a:lnTo>
                        <a:pt x="2084" y="301"/>
                      </a:lnTo>
                      <a:lnTo>
                        <a:pt x="2095" y="776"/>
                      </a:lnTo>
                      <a:lnTo>
                        <a:pt x="637" y="926"/>
                      </a:lnTo>
                      <a:lnTo>
                        <a:pt x="0" y="741"/>
                      </a:lnTo>
                      <a:lnTo>
                        <a:pt x="127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15" name="Freeform: Shape 714">
                  <a:extLst>
                    <a:ext uri="{FF2B5EF4-FFF2-40B4-BE49-F238E27FC236}">
                      <a16:creationId xmlns:a16="http://schemas.microsoft.com/office/drawing/2014/main" id="{C7533575-D5AF-80CF-E984-FC13D74A68B1}"/>
                    </a:ext>
                  </a:extLst>
                </p:cNvPr>
                <p:cNvSpPr/>
                <p:nvPr/>
              </p:nvSpPr>
              <p:spPr>
                <a:xfrm>
                  <a:off x="8332013" y="3853267"/>
                  <a:ext cx="2106" cy="1829"/>
                </a:xfrm>
                <a:custGeom>
                  <a:avLst/>
                  <a:gdLst>
                    <a:gd name="connsiteX0" fmla="*/ 1621 w 2106"/>
                    <a:gd name="connsiteY0" fmla="*/ 220 h 1829"/>
                    <a:gd name="connsiteX1" fmla="*/ 1875 w 2106"/>
                    <a:gd name="connsiteY1" fmla="*/ 0 h 1829"/>
                    <a:gd name="connsiteX2" fmla="*/ 2107 w 2106"/>
                    <a:gd name="connsiteY2" fmla="*/ 984 h 1829"/>
                    <a:gd name="connsiteX3" fmla="*/ 0 w 2106"/>
                    <a:gd name="connsiteY3" fmla="*/ 1829 h 1829"/>
                    <a:gd name="connsiteX4" fmla="*/ 1621 w 2106"/>
                    <a:gd name="connsiteY4" fmla="*/ 220 h 18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06" h="1829">
                      <a:moveTo>
                        <a:pt x="1621" y="220"/>
                      </a:moveTo>
                      <a:lnTo>
                        <a:pt x="1875" y="0"/>
                      </a:lnTo>
                      <a:lnTo>
                        <a:pt x="2107" y="984"/>
                      </a:lnTo>
                      <a:lnTo>
                        <a:pt x="0" y="1829"/>
                      </a:lnTo>
                      <a:lnTo>
                        <a:pt x="1621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16" name="Freeform: Shape 715">
                  <a:extLst>
                    <a:ext uri="{FF2B5EF4-FFF2-40B4-BE49-F238E27FC236}">
                      <a16:creationId xmlns:a16="http://schemas.microsoft.com/office/drawing/2014/main" id="{E336C27A-A0E2-8593-4432-A0278ABC9F91}"/>
                    </a:ext>
                  </a:extLst>
                </p:cNvPr>
                <p:cNvSpPr/>
                <p:nvPr/>
              </p:nvSpPr>
              <p:spPr>
                <a:xfrm>
                  <a:off x="9757802" y="1545303"/>
                  <a:ext cx="1065" cy="2430"/>
                </a:xfrm>
                <a:custGeom>
                  <a:avLst/>
                  <a:gdLst>
                    <a:gd name="connsiteX0" fmla="*/ 0 w 1065"/>
                    <a:gd name="connsiteY0" fmla="*/ 2431 h 2430"/>
                    <a:gd name="connsiteX1" fmla="*/ 359 w 1065"/>
                    <a:gd name="connsiteY1" fmla="*/ 0 h 2430"/>
                    <a:gd name="connsiteX2" fmla="*/ 1065 w 1065"/>
                    <a:gd name="connsiteY2" fmla="*/ 1690 h 2430"/>
                    <a:gd name="connsiteX3" fmla="*/ 0 w 1065"/>
                    <a:gd name="connsiteY3" fmla="*/ 2431 h 2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65" h="2430">
                      <a:moveTo>
                        <a:pt x="0" y="2431"/>
                      </a:moveTo>
                      <a:lnTo>
                        <a:pt x="359" y="0"/>
                      </a:lnTo>
                      <a:lnTo>
                        <a:pt x="1065" y="1690"/>
                      </a:lnTo>
                      <a:lnTo>
                        <a:pt x="0" y="243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17" name="Freeform: Shape 716">
                  <a:extLst>
                    <a:ext uri="{FF2B5EF4-FFF2-40B4-BE49-F238E27FC236}">
                      <a16:creationId xmlns:a16="http://schemas.microsoft.com/office/drawing/2014/main" id="{49D8D1D3-4C8B-41E3-9503-D8692A2D78C0}"/>
                    </a:ext>
                  </a:extLst>
                </p:cNvPr>
                <p:cNvSpPr/>
                <p:nvPr/>
              </p:nvSpPr>
              <p:spPr>
                <a:xfrm>
                  <a:off x="8012530" y="3268326"/>
                  <a:ext cx="1690" cy="3692"/>
                </a:xfrm>
                <a:custGeom>
                  <a:avLst/>
                  <a:gdLst>
                    <a:gd name="connsiteX0" fmla="*/ 0 w 1690"/>
                    <a:gd name="connsiteY0" fmla="*/ 0 h 3692"/>
                    <a:gd name="connsiteX1" fmla="*/ 1632 w 1690"/>
                    <a:gd name="connsiteY1" fmla="*/ 1331 h 3692"/>
                    <a:gd name="connsiteX2" fmla="*/ 1690 w 1690"/>
                    <a:gd name="connsiteY2" fmla="*/ 1667 h 3692"/>
                    <a:gd name="connsiteX3" fmla="*/ 868 w 1690"/>
                    <a:gd name="connsiteY3" fmla="*/ 1621 h 3692"/>
                    <a:gd name="connsiteX4" fmla="*/ 1690 w 1690"/>
                    <a:gd name="connsiteY4" fmla="*/ 3693 h 3692"/>
                    <a:gd name="connsiteX5" fmla="*/ 1632 w 1690"/>
                    <a:gd name="connsiteY5" fmla="*/ 3646 h 3692"/>
                    <a:gd name="connsiteX6" fmla="*/ 0 w 1690"/>
                    <a:gd name="connsiteY6" fmla="*/ 0 h 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0" h="3692">
                      <a:moveTo>
                        <a:pt x="0" y="0"/>
                      </a:moveTo>
                      <a:lnTo>
                        <a:pt x="1632" y="1331"/>
                      </a:lnTo>
                      <a:lnTo>
                        <a:pt x="1690" y="1667"/>
                      </a:lnTo>
                      <a:lnTo>
                        <a:pt x="868" y="1621"/>
                      </a:lnTo>
                      <a:lnTo>
                        <a:pt x="1690" y="3693"/>
                      </a:lnTo>
                      <a:lnTo>
                        <a:pt x="1632" y="364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18" name="Freeform: Shape 717">
                  <a:extLst>
                    <a:ext uri="{FF2B5EF4-FFF2-40B4-BE49-F238E27FC236}">
                      <a16:creationId xmlns:a16="http://schemas.microsoft.com/office/drawing/2014/main" id="{8CF3824C-7D40-D5F1-924D-CB52D328B16A}"/>
                    </a:ext>
                  </a:extLst>
                </p:cNvPr>
                <p:cNvSpPr/>
                <p:nvPr/>
              </p:nvSpPr>
              <p:spPr>
                <a:xfrm>
                  <a:off x="8354412" y="3832130"/>
                  <a:ext cx="2280" cy="2928"/>
                </a:xfrm>
                <a:custGeom>
                  <a:avLst/>
                  <a:gdLst>
                    <a:gd name="connsiteX0" fmla="*/ 1470 w 2280"/>
                    <a:gd name="connsiteY0" fmla="*/ 1123 h 2928"/>
                    <a:gd name="connsiteX1" fmla="*/ 0 w 2280"/>
                    <a:gd name="connsiteY1" fmla="*/ 2929 h 2928"/>
                    <a:gd name="connsiteX2" fmla="*/ 289 w 2280"/>
                    <a:gd name="connsiteY2" fmla="*/ 2118 h 2928"/>
                    <a:gd name="connsiteX3" fmla="*/ 961 w 2280"/>
                    <a:gd name="connsiteY3" fmla="*/ 833 h 2928"/>
                    <a:gd name="connsiteX4" fmla="*/ 2280 w 2280"/>
                    <a:gd name="connsiteY4" fmla="*/ 0 h 2928"/>
                    <a:gd name="connsiteX5" fmla="*/ 1470 w 2280"/>
                    <a:gd name="connsiteY5" fmla="*/ 1123 h 2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80" h="2928">
                      <a:moveTo>
                        <a:pt x="1470" y="1123"/>
                      </a:moveTo>
                      <a:lnTo>
                        <a:pt x="0" y="2929"/>
                      </a:lnTo>
                      <a:lnTo>
                        <a:pt x="289" y="2118"/>
                      </a:lnTo>
                      <a:lnTo>
                        <a:pt x="961" y="833"/>
                      </a:lnTo>
                      <a:lnTo>
                        <a:pt x="2280" y="0"/>
                      </a:lnTo>
                      <a:lnTo>
                        <a:pt x="1470" y="11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19" name="Freeform: Shape 718">
                  <a:extLst>
                    <a:ext uri="{FF2B5EF4-FFF2-40B4-BE49-F238E27FC236}">
                      <a16:creationId xmlns:a16="http://schemas.microsoft.com/office/drawing/2014/main" id="{D8E81D65-FC49-573A-C551-2999A3A0998C}"/>
                    </a:ext>
                  </a:extLst>
                </p:cNvPr>
                <p:cNvSpPr/>
                <p:nvPr/>
              </p:nvSpPr>
              <p:spPr>
                <a:xfrm>
                  <a:off x="8288696" y="3378344"/>
                  <a:ext cx="1215" cy="2338"/>
                </a:xfrm>
                <a:custGeom>
                  <a:avLst/>
                  <a:gdLst>
                    <a:gd name="connsiteX0" fmla="*/ 69 w 1215"/>
                    <a:gd name="connsiteY0" fmla="*/ 2280 h 2338"/>
                    <a:gd name="connsiteX1" fmla="*/ 0 w 1215"/>
                    <a:gd name="connsiteY1" fmla="*/ 2338 h 2338"/>
                    <a:gd name="connsiteX2" fmla="*/ 347 w 1215"/>
                    <a:gd name="connsiteY2" fmla="*/ 0 h 2338"/>
                    <a:gd name="connsiteX3" fmla="*/ 1215 w 1215"/>
                    <a:gd name="connsiteY3" fmla="*/ 695 h 2338"/>
                    <a:gd name="connsiteX4" fmla="*/ 69 w 1215"/>
                    <a:gd name="connsiteY4" fmla="*/ 2280 h 2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5" h="2338">
                      <a:moveTo>
                        <a:pt x="69" y="2280"/>
                      </a:moveTo>
                      <a:lnTo>
                        <a:pt x="0" y="2338"/>
                      </a:lnTo>
                      <a:lnTo>
                        <a:pt x="347" y="0"/>
                      </a:lnTo>
                      <a:lnTo>
                        <a:pt x="1215" y="695"/>
                      </a:lnTo>
                      <a:lnTo>
                        <a:pt x="69" y="22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0" name="Freeform: Shape 719">
                  <a:extLst>
                    <a:ext uri="{FF2B5EF4-FFF2-40B4-BE49-F238E27FC236}">
                      <a16:creationId xmlns:a16="http://schemas.microsoft.com/office/drawing/2014/main" id="{23256EC2-488F-5DBC-1217-2120388C378D}"/>
                    </a:ext>
                  </a:extLst>
                </p:cNvPr>
                <p:cNvSpPr/>
                <p:nvPr/>
              </p:nvSpPr>
              <p:spPr>
                <a:xfrm>
                  <a:off x="8770264" y="4883624"/>
                  <a:ext cx="960" cy="2558"/>
                </a:xfrm>
                <a:custGeom>
                  <a:avLst/>
                  <a:gdLst>
                    <a:gd name="connsiteX0" fmla="*/ 104 w 960"/>
                    <a:gd name="connsiteY0" fmla="*/ 2477 h 2558"/>
                    <a:gd name="connsiteX1" fmla="*/ 0 w 960"/>
                    <a:gd name="connsiteY1" fmla="*/ 2558 h 2558"/>
                    <a:gd name="connsiteX2" fmla="*/ 116 w 960"/>
                    <a:gd name="connsiteY2" fmla="*/ 1227 h 2558"/>
                    <a:gd name="connsiteX3" fmla="*/ 498 w 960"/>
                    <a:gd name="connsiteY3" fmla="*/ 0 h 2558"/>
                    <a:gd name="connsiteX4" fmla="*/ 752 w 960"/>
                    <a:gd name="connsiteY4" fmla="*/ 220 h 2558"/>
                    <a:gd name="connsiteX5" fmla="*/ 961 w 960"/>
                    <a:gd name="connsiteY5" fmla="*/ 1007 h 2558"/>
                    <a:gd name="connsiteX6" fmla="*/ 104 w 960"/>
                    <a:gd name="connsiteY6" fmla="*/ 2477 h 25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60" h="2558">
                      <a:moveTo>
                        <a:pt x="104" y="2477"/>
                      </a:moveTo>
                      <a:lnTo>
                        <a:pt x="0" y="2558"/>
                      </a:lnTo>
                      <a:lnTo>
                        <a:pt x="116" y="1227"/>
                      </a:lnTo>
                      <a:lnTo>
                        <a:pt x="498" y="0"/>
                      </a:lnTo>
                      <a:lnTo>
                        <a:pt x="752" y="220"/>
                      </a:lnTo>
                      <a:lnTo>
                        <a:pt x="961" y="1007"/>
                      </a:lnTo>
                      <a:lnTo>
                        <a:pt x="104" y="247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1" name="Freeform: Shape 720">
                  <a:extLst>
                    <a:ext uri="{FF2B5EF4-FFF2-40B4-BE49-F238E27FC236}">
                      <a16:creationId xmlns:a16="http://schemas.microsoft.com/office/drawing/2014/main" id="{CB99A886-25C8-F8F6-E351-12F9804E9E3A}"/>
                    </a:ext>
                  </a:extLst>
                </p:cNvPr>
                <p:cNvSpPr/>
                <p:nvPr/>
              </p:nvSpPr>
              <p:spPr>
                <a:xfrm>
                  <a:off x="8276553" y="4146947"/>
                  <a:ext cx="2257" cy="2708"/>
                </a:xfrm>
                <a:custGeom>
                  <a:avLst/>
                  <a:gdLst>
                    <a:gd name="connsiteX0" fmla="*/ 0 w 2257"/>
                    <a:gd name="connsiteY0" fmla="*/ 2709 h 2708"/>
                    <a:gd name="connsiteX1" fmla="*/ 359 w 2257"/>
                    <a:gd name="connsiteY1" fmla="*/ 1262 h 2708"/>
                    <a:gd name="connsiteX2" fmla="*/ 2257 w 2257"/>
                    <a:gd name="connsiteY2" fmla="*/ 0 h 2708"/>
                    <a:gd name="connsiteX3" fmla="*/ 0 w 2257"/>
                    <a:gd name="connsiteY3" fmla="*/ 2709 h 27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57" h="2708">
                      <a:moveTo>
                        <a:pt x="0" y="2709"/>
                      </a:moveTo>
                      <a:lnTo>
                        <a:pt x="359" y="1262"/>
                      </a:lnTo>
                      <a:lnTo>
                        <a:pt x="2257" y="0"/>
                      </a:lnTo>
                      <a:lnTo>
                        <a:pt x="0" y="270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2" name="Freeform: Shape 721">
                  <a:extLst>
                    <a:ext uri="{FF2B5EF4-FFF2-40B4-BE49-F238E27FC236}">
                      <a16:creationId xmlns:a16="http://schemas.microsoft.com/office/drawing/2014/main" id="{61EFEEA3-D8B8-89DE-E6FB-D259AA26B264}"/>
                    </a:ext>
                  </a:extLst>
                </p:cNvPr>
                <p:cNvSpPr/>
                <p:nvPr/>
              </p:nvSpPr>
              <p:spPr>
                <a:xfrm>
                  <a:off x="8050997" y="3187052"/>
                  <a:ext cx="1759" cy="1666"/>
                </a:xfrm>
                <a:custGeom>
                  <a:avLst/>
                  <a:gdLst>
                    <a:gd name="connsiteX0" fmla="*/ 0 w 1759"/>
                    <a:gd name="connsiteY0" fmla="*/ 231 h 1666"/>
                    <a:gd name="connsiteX1" fmla="*/ 857 w 1759"/>
                    <a:gd name="connsiteY1" fmla="*/ 0 h 1666"/>
                    <a:gd name="connsiteX2" fmla="*/ 1760 w 1759"/>
                    <a:gd name="connsiteY2" fmla="*/ 1667 h 1666"/>
                    <a:gd name="connsiteX3" fmla="*/ 440 w 1759"/>
                    <a:gd name="connsiteY3" fmla="*/ 868 h 1666"/>
                    <a:gd name="connsiteX4" fmla="*/ 81 w 1759"/>
                    <a:gd name="connsiteY4" fmla="*/ 648 h 1666"/>
                    <a:gd name="connsiteX5" fmla="*/ 0 w 1759"/>
                    <a:gd name="connsiteY5" fmla="*/ 231 h 16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59" h="1666">
                      <a:moveTo>
                        <a:pt x="0" y="231"/>
                      </a:moveTo>
                      <a:lnTo>
                        <a:pt x="857" y="0"/>
                      </a:lnTo>
                      <a:lnTo>
                        <a:pt x="1760" y="1667"/>
                      </a:lnTo>
                      <a:lnTo>
                        <a:pt x="440" y="868"/>
                      </a:lnTo>
                      <a:lnTo>
                        <a:pt x="81" y="648"/>
                      </a:lnTo>
                      <a:lnTo>
                        <a:pt x="0" y="23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3" name="Freeform: Shape 722">
                  <a:extLst>
                    <a:ext uri="{FF2B5EF4-FFF2-40B4-BE49-F238E27FC236}">
                      <a16:creationId xmlns:a16="http://schemas.microsoft.com/office/drawing/2014/main" id="{3B584609-F631-788E-1346-2B11EFC278EF}"/>
                    </a:ext>
                  </a:extLst>
                </p:cNvPr>
                <p:cNvSpPr/>
                <p:nvPr/>
              </p:nvSpPr>
              <p:spPr>
                <a:xfrm>
                  <a:off x="9201211" y="2297944"/>
                  <a:ext cx="1550" cy="2176"/>
                </a:xfrm>
                <a:custGeom>
                  <a:avLst/>
                  <a:gdLst>
                    <a:gd name="connsiteX0" fmla="*/ 162 w 1550"/>
                    <a:gd name="connsiteY0" fmla="*/ 764 h 2176"/>
                    <a:gd name="connsiteX1" fmla="*/ 1540 w 1550"/>
                    <a:gd name="connsiteY1" fmla="*/ 0 h 2176"/>
                    <a:gd name="connsiteX2" fmla="*/ 1551 w 1550"/>
                    <a:gd name="connsiteY2" fmla="*/ 12 h 2176"/>
                    <a:gd name="connsiteX3" fmla="*/ 197 w 1550"/>
                    <a:gd name="connsiteY3" fmla="*/ 2176 h 2176"/>
                    <a:gd name="connsiteX4" fmla="*/ 0 w 1550"/>
                    <a:gd name="connsiteY4" fmla="*/ 996 h 2176"/>
                    <a:gd name="connsiteX5" fmla="*/ 162 w 1550"/>
                    <a:gd name="connsiteY5" fmla="*/ 764 h 2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50" h="2176">
                      <a:moveTo>
                        <a:pt x="162" y="764"/>
                      </a:moveTo>
                      <a:lnTo>
                        <a:pt x="1540" y="0"/>
                      </a:lnTo>
                      <a:lnTo>
                        <a:pt x="1551" y="12"/>
                      </a:lnTo>
                      <a:lnTo>
                        <a:pt x="197" y="2176"/>
                      </a:lnTo>
                      <a:lnTo>
                        <a:pt x="0" y="996"/>
                      </a:lnTo>
                      <a:lnTo>
                        <a:pt x="162" y="76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4" name="Freeform: Shape 723">
                  <a:extLst>
                    <a:ext uri="{FF2B5EF4-FFF2-40B4-BE49-F238E27FC236}">
                      <a16:creationId xmlns:a16="http://schemas.microsoft.com/office/drawing/2014/main" id="{1A1AE019-54B9-5C54-13B3-F283A5499FB2}"/>
                    </a:ext>
                  </a:extLst>
                </p:cNvPr>
                <p:cNvSpPr/>
                <p:nvPr/>
              </p:nvSpPr>
              <p:spPr>
                <a:xfrm>
                  <a:off x="9677119" y="1889906"/>
                  <a:ext cx="798" cy="2812"/>
                </a:xfrm>
                <a:custGeom>
                  <a:avLst/>
                  <a:gdLst>
                    <a:gd name="connsiteX0" fmla="*/ 104 w 798"/>
                    <a:gd name="connsiteY0" fmla="*/ 2813 h 2812"/>
                    <a:gd name="connsiteX1" fmla="*/ 0 w 798"/>
                    <a:gd name="connsiteY1" fmla="*/ 2813 h 2812"/>
                    <a:gd name="connsiteX2" fmla="*/ 127 w 798"/>
                    <a:gd name="connsiteY2" fmla="*/ 1516 h 2812"/>
                    <a:gd name="connsiteX3" fmla="*/ 764 w 798"/>
                    <a:gd name="connsiteY3" fmla="*/ 0 h 2812"/>
                    <a:gd name="connsiteX4" fmla="*/ 799 w 798"/>
                    <a:gd name="connsiteY4" fmla="*/ 58 h 2812"/>
                    <a:gd name="connsiteX5" fmla="*/ 775 w 798"/>
                    <a:gd name="connsiteY5" fmla="*/ 1806 h 2812"/>
                    <a:gd name="connsiteX6" fmla="*/ 104 w 798"/>
                    <a:gd name="connsiteY6" fmla="*/ 2813 h 28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98" h="2812">
                      <a:moveTo>
                        <a:pt x="104" y="2813"/>
                      </a:moveTo>
                      <a:lnTo>
                        <a:pt x="0" y="2813"/>
                      </a:lnTo>
                      <a:lnTo>
                        <a:pt x="127" y="1516"/>
                      </a:lnTo>
                      <a:lnTo>
                        <a:pt x="764" y="0"/>
                      </a:lnTo>
                      <a:lnTo>
                        <a:pt x="799" y="58"/>
                      </a:lnTo>
                      <a:lnTo>
                        <a:pt x="775" y="1806"/>
                      </a:lnTo>
                      <a:lnTo>
                        <a:pt x="104" y="281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5" name="Freeform: Shape 724">
                  <a:extLst>
                    <a:ext uri="{FF2B5EF4-FFF2-40B4-BE49-F238E27FC236}">
                      <a16:creationId xmlns:a16="http://schemas.microsoft.com/office/drawing/2014/main" id="{E20315E5-7914-77A9-C4F0-6F3533C924F8}"/>
                    </a:ext>
                  </a:extLst>
                </p:cNvPr>
                <p:cNvSpPr/>
                <p:nvPr/>
              </p:nvSpPr>
              <p:spPr>
                <a:xfrm>
                  <a:off x="7948504" y="2985991"/>
                  <a:ext cx="2222" cy="1365"/>
                </a:xfrm>
                <a:custGeom>
                  <a:avLst/>
                  <a:gdLst>
                    <a:gd name="connsiteX0" fmla="*/ 0 w 2222"/>
                    <a:gd name="connsiteY0" fmla="*/ 0 h 1365"/>
                    <a:gd name="connsiteX1" fmla="*/ 1366 w 2222"/>
                    <a:gd name="connsiteY1" fmla="*/ 776 h 1365"/>
                    <a:gd name="connsiteX2" fmla="*/ 2223 w 2222"/>
                    <a:gd name="connsiteY2" fmla="*/ 1366 h 1365"/>
                    <a:gd name="connsiteX3" fmla="*/ 220 w 2222"/>
                    <a:gd name="connsiteY3" fmla="*/ 1042 h 1365"/>
                    <a:gd name="connsiteX4" fmla="*/ 0 w 2222"/>
                    <a:gd name="connsiteY4" fmla="*/ 0 h 1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22" h="1365">
                      <a:moveTo>
                        <a:pt x="0" y="0"/>
                      </a:moveTo>
                      <a:lnTo>
                        <a:pt x="1366" y="776"/>
                      </a:lnTo>
                      <a:lnTo>
                        <a:pt x="2223" y="1366"/>
                      </a:lnTo>
                      <a:lnTo>
                        <a:pt x="220" y="104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6" name="Freeform: Shape 725">
                  <a:extLst>
                    <a:ext uri="{FF2B5EF4-FFF2-40B4-BE49-F238E27FC236}">
                      <a16:creationId xmlns:a16="http://schemas.microsoft.com/office/drawing/2014/main" id="{836CB9D1-14F5-CF41-8968-F6A654402B1B}"/>
                    </a:ext>
                  </a:extLst>
                </p:cNvPr>
                <p:cNvSpPr/>
                <p:nvPr/>
              </p:nvSpPr>
              <p:spPr>
                <a:xfrm>
                  <a:off x="7875900" y="3106600"/>
                  <a:ext cx="1736" cy="1690"/>
                </a:xfrm>
                <a:custGeom>
                  <a:avLst/>
                  <a:gdLst>
                    <a:gd name="connsiteX0" fmla="*/ 0 w 1736"/>
                    <a:gd name="connsiteY0" fmla="*/ 1690 h 1690"/>
                    <a:gd name="connsiteX1" fmla="*/ 613 w 1736"/>
                    <a:gd name="connsiteY1" fmla="*/ 0 h 1690"/>
                    <a:gd name="connsiteX2" fmla="*/ 1736 w 1736"/>
                    <a:gd name="connsiteY2" fmla="*/ 394 h 1690"/>
                    <a:gd name="connsiteX3" fmla="*/ 0 w 1736"/>
                    <a:gd name="connsiteY3" fmla="*/ 1690 h 1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36" h="1690">
                      <a:moveTo>
                        <a:pt x="0" y="1690"/>
                      </a:moveTo>
                      <a:lnTo>
                        <a:pt x="613" y="0"/>
                      </a:lnTo>
                      <a:lnTo>
                        <a:pt x="1736" y="394"/>
                      </a:lnTo>
                      <a:lnTo>
                        <a:pt x="0" y="16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7" name="Freeform: Shape 726">
                  <a:extLst>
                    <a:ext uri="{FF2B5EF4-FFF2-40B4-BE49-F238E27FC236}">
                      <a16:creationId xmlns:a16="http://schemas.microsoft.com/office/drawing/2014/main" id="{52A74F49-669D-1D34-F61D-C8D2FA933CD1}"/>
                    </a:ext>
                  </a:extLst>
                </p:cNvPr>
                <p:cNvSpPr/>
                <p:nvPr/>
              </p:nvSpPr>
              <p:spPr>
                <a:xfrm>
                  <a:off x="8522367" y="4557683"/>
                  <a:ext cx="2268" cy="2106"/>
                </a:xfrm>
                <a:custGeom>
                  <a:avLst/>
                  <a:gdLst>
                    <a:gd name="connsiteX0" fmla="*/ 0 w 2268"/>
                    <a:gd name="connsiteY0" fmla="*/ 2107 h 2106"/>
                    <a:gd name="connsiteX1" fmla="*/ 1887 w 2268"/>
                    <a:gd name="connsiteY1" fmla="*/ 0 h 2106"/>
                    <a:gd name="connsiteX2" fmla="*/ 2269 w 2268"/>
                    <a:gd name="connsiteY2" fmla="*/ 706 h 2106"/>
                    <a:gd name="connsiteX3" fmla="*/ 0 w 2268"/>
                    <a:gd name="connsiteY3" fmla="*/ 2107 h 2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68" h="2106">
                      <a:moveTo>
                        <a:pt x="0" y="2107"/>
                      </a:moveTo>
                      <a:lnTo>
                        <a:pt x="1887" y="0"/>
                      </a:lnTo>
                      <a:lnTo>
                        <a:pt x="2269" y="706"/>
                      </a:lnTo>
                      <a:lnTo>
                        <a:pt x="0" y="210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8" name="Freeform: Shape 727">
                  <a:extLst>
                    <a:ext uri="{FF2B5EF4-FFF2-40B4-BE49-F238E27FC236}">
                      <a16:creationId xmlns:a16="http://schemas.microsoft.com/office/drawing/2014/main" id="{C6ACE099-7590-C93C-DCB4-126704A5A295}"/>
                    </a:ext>
                  </a:extLst>
                </p:cNvPr>
                <p:cNvSpPr/>
                <p:nvPr/>
              </p:nvSpPr>
              <p:spPr>
                <a:xfrm>
                  <a:off x="8528386" y="2739598"/>
                  <a:ext cx="1967" cy="1088"/>
                </a:xfrm>
                <a:custGeom>
                  <a:avLst/>
                  <a:gdLst>
                    <a:gd name="connsiteX0" fmla="*/ 1320 w 1967"/>
                    <a:gd name="connsiteY0" fmla="*/ 139 h 1088"/>
                    <a:gd name="connsiteX1" fmla="*/ 1713 w 1967"/>
                    <a:gd name="connsiteY1" fmla="*/ 0 h 1088"/>
                    <a:gd name="connsiteX2" fmla="*/ 1968 w 1967"/>
                    <a:gd name="connsiteY2" fmla="*/ 984 h 1088"/>
                    <a:gd name="connsiteX3" fmla="*/ 0 w 1967"/>
                    <a:gd name="connsiteY3" fmla="*/ 1088 h 1088"/>
                    <a:gd name="connsiteX4" fmla="*/ 671 w 1967"/>
                    <a:gd name="connsiteY4" fmla="*/ 614 h 1088"/>
                    <a:gd name="connsiteX5" fmla="*/ 1320 w 1967"/>
                    <a:gd name="connsiteY5" fmla="*/ 139 h 1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67" h="1088">
                      <a:moveTo>
                        <a:pt x="1320" y="139"/>
                      </a:moveTo>
                      <a:lnTo>
                        <a:pt x="1713" y="0"/>
                      </a:lnTo>
                      <a:lnTo>
                        <a:pt x="1968" y="984"/>
                      </a:lnTo>
                      <a:lnTo>
                        <a:pt x="0" y="1088"/>
                      </a:lnTo>
                      <a:lnTo>
                        <a:pt x="671" y="614"/>
                      </a:lnTo>
                      <a:lnTo>
                        <a:pt x="1320" y="1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9" name="Freeform: Shape 728">
                  <a:extLst>
                    <a:ext uri="{FF2B5EF4-FFF2-40B4-BE49-F238E27FC236}">
                      <a16:creationId xmlns:a16="http://schemas.microsoft.com/office/drawing/2014/main" id="{0E54974E-319D-9AFF-839B-CB4DBFD7CA10}"/>
                    </a:ext>
                  </a:extLst>
                </p:cNvPr>
                <p:cNvSpPr/>
                <p:nvPr/>
              </p:nvSpPr>
              <p:spPr>
                <a:xfrm>
                  <a:off x="9292683" y="2223152"/>
                  <a:ext cx="1076" cy="1690"/>
                </a:xfrm>
                <a:custGeom>
                  <a:avLst/>
                  <a:gdLst>
                    <a:gd name="connsiteX0" fmla="*/ 0 w 1076"/>
                    <a:gd name="connsiteY0" fmla="*/ 949 h 1690"/>
                    <a:gd name="connsiteX1" fmla="*/ 683 w 1076"/>
                    <a:gd name="connsiteY1" fmla="*/ 0 h 1690"/>
                    <a:gd name="connsiteX2" fmla="*/ 1077 w 1076"/>
                    <a:gd name="connsiteY2" fmla="*/ 1667 h 1690"/>
                    <a:gd name="connsiteX3" fmla="*/ 243 w 1076"/>
                    <a:gd name="connsiteY3" fmla="*/ 1690 h 1690"/>
                    <a:gd name="connsiteX4" fmla="*/ 0 w 1076"/>
                    <a:gd name="connsiteY4" fmla="*/ 949 h 1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6" h="1690">
                      <a:moveTo>
                        <a:pt x="0" y="949"/>
                      </a:moveTo>
                      <a:lnTo>
                        <a:pt x="683" y="0"/>
                      </a:lnTo>
                      <a:lnTo>
                        <a:pt x="1077" y="1667"/>
                      </a:lnTo>
                      <a:lnTo>
                        <a:pt x="243" y="1690"/>
                      </a:lnTo>
                      <a:lnTo>
                        <a:pt x="0" y="94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30" name="Freeform: Shape 729">
                  <a:extLst>
                    <a:ext uri="{FF2B5EF4-FFF2-40B4-BE49-F238E27FC236}">
                      <a16:creationId xmlns:a16="http://schemas.microsoft.com/office/drawing/2014/main" id="{A51454B6-A458-F1E8-EE3C-B1538D7D63AD}"/>
                    </a:ext>
                  </a:extLst>
                </p:cNvPr>
                <p:cNvSpPr/>
                <p:nvPr/>
              </p:nvSpPr>
              <p:spPr>
                <a:xfrm>
                  <a:off x="8003976" y="3026391"/>
                  <a:ext cx="1933" cy="2060"/>
                </a:xfrm>
                <a:custGeom>
                  <a:avLst/>
                  <a:gdLst>
                    <a:gd name="connsiteX0" fmla="*/ 0 w 1933"/>
                    <a:gd name="connsiteY0" fmla="*/ 637 h 2060"/>
                    <a:gd name="connsiteX1" fmla="*/ 544 w 1933"/>
                    <a:gd name="connsiteY1" fmla="*/ 23 h 2060"/>
                    <a:gd name="connsiteX2" fmla="*/ 602 w 1933"/>
                    <a:gd name="connsiteY2" fmla="*/ 0 h 2060"/>
                    <a:gd name="connsiteX3" fmla="*/ 1933 w 1933"/>
                    <a:gd name="connsiteY3" fmla="*/ 2060 h 2060"/>
                    <a:gd name="connsiteX4" fmla="*/ 1783 w 1933"/>
                    <a:gd name="connsiteY4" fmla="*/ 1968 h 2060"/>
                    <a:gd name="connsiteX5" fmla="*/ 0 w 1933"/>
                    <a:gd name="connsiteY5" fmla="*/ 637 h 20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33" h="2060">
                      <a:moveTo>
                        <a:pt x="0" y="637"/>
                      </a:moveTo>
                      <a:lnTo>
                        <a:pt x="544" y="23"/>
                      </a:lnTo>
                      <a:lnTo>
                        <a:pt x="602" y="0"/>
                      </a:lnTo>
                      <a:lnTo>
                        <a:pt x="1933" y="2060"/>
                      </a:lnTo>
                      <a:lnTo>
                        <a:pt x="1783" y="1968"/>
                      </a:lnTo>
                      <a:lnTo>
                        <a:pt x="0" y="6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31" name="Freeform: Shape 730">
                  <a:extLst>
                    <a:ext uri="{FF2B5EF4-FFF2-40B4-BE49-F238E27FC236}">
                      <a16:creationId xmlns:a16="http://schemas.microsoft.com/office/drawing/2014/main" id="{95CE57E7-082D-CE91-BE74-AD9C695DCC73}"/>
                    </a:ext>
                  </a:extLst>
                </p:cNvPr>
                <p:cNvSpPr/>
                <p:nvPr/>
              </p:nvSpPr>
              <p:spPr>
                <a:xfrm>
                  <a:off x="8616432" y="2662977"/>
                  <a:ext cx="1967" cy="1852"/>
                </a:xfrm>
                <a:custGeom>
                  <a:avLst/>
                  <a:gdLst>
                    <a:gd name="connsiteX0" fmla="*/ 0 w 1967"/>
                    <a:gd name="connsiteY0" fmla="*/ 1852 h 1852"/>
                    <a:gd name="connsiteX1" fmla="*/ 845 w 1967"/>
                    <a:gd name="connsiteY1" fmla="*/ 0 h 1852"/>
                    <a:gd name="connsiteX2" fmla="*/ 1968 w 1967"/>
                    <a:gd name="connsiteY2" fmla="*/ 93 h 1852"/>
                    <a:gd name="connsiteX3" fmla="*/ 0 w 1967"/>
                    <a:gd name="connsiteY3" fmla="*/ 1852 h 1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67" h="1852">
                      <a:moveTo>
                        <a:pt x="0" y="1852"/>
                      </a:moveTo>
                      <a:lnTo>
                        <a:pt x="845" y="0"/>
                      </a:lnTo>
                      <a:lnTo>
                        <a:pt x="1968" y="93"/>
                      </a:lnTo>
                      <a:lnTo>
                        <a:pt x="0" y="185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32" name="Freeform: Shape 731">
                  <a:extLst>
                    <a:ext uri="{FF2B5EF4-FFF2-40B4-BE49-F238E27FC236}">
                      <a16:creationId xmlns:a16="http://schemas.microsoft.com/office/drawing/2014/main" id="{4C2461E0-1C12-C62D-AECA-0949D99043B4}"/>
                    </a:ext>
                  </a:extLst>
                </p:cNvPr>
                <p:cNvSpPr/>
                <p:nvPr/>
              </p:nvSpPr>
              <p:spPr>
                <a:xfrm>
                  <a:off x="7807869" y="3216547"/>
                  <a:ext cx="2477" cy="1030"/>
                </a:xfrm>
                <a:custGeom>
                  <a:avLst/>
                  <a:gdLst>
                    <a:gd name="connsiteX0" fmla="*/ 0 w 2477"/>
                    <a:gd name="connsiteY0" fmla="*/ 197 h 1030"/>
                    <a:gd name="connsiteX1" fmla="*/ 1980 w 2477"/>
                    <a:gd name="connsiteY1" fmla="*/ 0 h 1030"/>
                    <a:gd name="connsiteX2" fmla="*/ 2477 w 2477"/>
                    <a:gd name="connsiteY2" fmla="*/ 1030 h 1030"/>
                    <a:gd name="connsiteX3" fmla="*/ 0 w 2477"/>
                    <a:gd name="connsiteY3" fmla="*/ 197 h 1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77" h="1030">
                      <a:moveTo>
                        <a:pt x="0" y="197"/>
                      </a:moveTo>
                      <a:lnTo>
                        <a:pt x="1980" y="0"/>
                      </a:lnTo>
                      <a:lnTo>
                        <a:pt x="2477" y="1030"/>
                      </a:lnTo>
                      <a:lnTo>
                        <a:pt x="0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33" name="Freeform: Shape 732">
                  <a:extLst>
                    <a:ext uri="{FF2B5EF4-FFF2-40B4-BE49-F238E27FC236}">
                      <a16:creationId xmlns:a16="http://schemas.microsoft.com/office/drawing/2014/main" id="{79C0A324-A8CF-51B5-8E8D-1F6748F29C1D}"/>
                    </a:ext>
                  </a:extLst>
                </p:cNvPr>
                <p:cNvSpPr/>
                <p:nvPr/>
              </p:nvSpPr>
              <p:spPr>
                <a:xfrm>
                  <a:off x="7850468" y="3171077"/>
                  <a:ext cx="1366" cy="1805"/>
                </a:xfrm>
                <a:custGeom>
                  <a:avLst/>
                  <a:gdLst>
                    <a:gd name="connsiteX0" fmla="*/ 1077 w 1366"/>
                    <a:gd name="connsiteY0" fmla="*/ 1493 h 1805"/>
                    <a:gd name="connsiteX1" fmla="*/ 972 w 1366"/>
                    <a:gd name="connsiteY1" fmla="*/ 1806 h 1805"/>
                    <a:gd name="connsiteX2" fmla="*/ 0 w 1366"/>
                    <a:gd name="connsiteY2" fmla="*/ 0 h 1805"/>
                    <a:gd name="connsiteX3" fmla="*/ 347 w 1366"/>
                    <a:gd name="connsiteY3" fmla="*/ 69 h 1805"/>
                    <a:gd name="connsiteX4" fmla="*/ 1366 w 1366"/>
                    <a:gd name="connsiteY4" fmla="*/ 451 h 1805"/>
                    <a:gd name="connsiteX5" fmla="*/ 1077 w 1366"/>
                    <a:gd name="connsiteY5" fmla="*/ 1493 h 1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66" h="1805">
                      <a:moveTo>
                        <a:pt x="1077" y="1493"/>
                      </a:moveTo>
                      <a:lnTo>
                        <a:pt x="972" y="1806"/>
                      </a:lnTo>
                      <a:lnTo>
                        <a:pt x="0" y="0"/>
                      </a:lnTo>
                      <a:lnTo>
                        <a:pt x="347" y="69"/>
                      </a:lnTo>
                      <a:lnTo>
                        <a:pt x="1366" y="451"/>
                      </a:lnTo>
                      <a:lnTo>
                        <a:pt x="1077" y="14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34" name="Freeform: Shape 733">
                  <a:extLst>
                    <a:ext uri="{FF2B5EF4-FFF2-40B4-BE49-F238E27FC236}">
                      <a16:creationId xmlns:a16="http://schemas.microsoft.com/office/drawing/2014/main" id="{3BC43489-6BF7-038E-6014-77236F91E049}"/>
                    </a:ext>
                  </a:extLst>
                </p:cNvPr>
                <p:cNvSpPr/>
                <p:nvPr/>
              </p:nvSpPr>
              <p:spPr>
                <a:xfrm>
                  <a:off x="8487326" y="2800210"/>
                  <a:ext cx="2338" cy="1493"/>
                </a:xfrm>
                <a:custGeom>
                  <a:avLst/>
                  <a:gdLst>
                    <a:gd name="connsiteX0" fmla="*/ 0 w 2338"/>
                    <a:gd name="connsiteY0" fmla="*/ 1320 h 1493"/>
                    <a:gd name="connsiteX1" fmla="*/ 2338 w 2338"/>
                    <a:gd name="connsiteY1" fmla="*/ 0 h 1493"/>
                    <a:gd name="connsiteX2" fmla="*/ 1296 w 2338"/>
                    <a:gd name="connsiteY2" fmla="*/ 1493 h 1493"/>
                    <a:gd name="connsiteX3" fmla="*/ 0 w 2338"/>
                    <a:gd name="connsiteY3" fmla="*/ 1320 h 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38" h="1493">
                      <a:moveTo>
                        <a:pt x="0" y="1320"/>
                      </a:moveTo>
                      <a:lnTo>
                        <a:pt x="2338" y="0"/>
                      </a:lnTo>
                      <a:lnTo>
                        <a:pt x="1296" y="1493"/>
                      </a:lnTo>
                      <a:lnTo>
                        <a:pt x="0" y="13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35" name="Freeform: Shape 734">
                  <a:extLst>
                    <a:ext uri="{FF2B5EF4-FFF2-40B4-BE49-F238E27FC236}">
                      <a16:creationId xmlns:a16="http://schemas.microsoft.com/office/drawing/2014/main" id="{149EDEC3-2F71-8BFF-CCBF-533770330E7F}"/>
                    </a:ext>
                  </a:extLst>
                </p:cNvPr>
                <p:cNvSpPr/>
                <p:nvPr/>
              </p:nvSpPr>
              <p:spPr>
                <a:xfrm>
                  <a:off x="7810901" y="3325777"/>
                  <a:ext cx="2176" cy="914"/>
                </a:xfrm>
                <a:custGeom>
                  <a:avLst/>
                  <a:gdLst>
                    <a:gd name="connsiteX0" fmla="*/ 1829 w 2176"/>
                    <a:gd name="connsiteY0" fmla="*/ 695 h 914"/>
                    <a:gd name="connsiteX1" fmla="*/ 12 w 2176"/>
                    <a:gd name="connsiteY1" fmla="*/ 915 h 914"/>
                    <a:gd name="connsiteX2" fmla="*/ 0 w 2176"/>
                    <a:gd name="connsiteY2" fmla="*/ 695 h 914"/>
                    <a:gd name="connsiteX3" fmla="*/ 1250 w 2176"/>
                    <a:gd name="connsiteY3" fmla="*/ 0 h 914"/>
                    <a:gd name="connsiteX4" fmla="*/ 2072 w 2176"/>
                    <a:gd name="connsiteY4" fmla="*/ 347 h 914"/>
                    <a:gd name="connsiteX5" fmla="*/ 2176 w 2176"/>
                    <a:gd name="connsiteY5" fmla="*/ 556 h 914"/>
                    <a:gd name="connsiteX6" fmla="*/ 1829 w 2176"/>
                    <a:gd name="connsiteY6" fmla="*/ 695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" h="914">
                      <a:moveTo>
                        <a:pt x="1829" y="695"/>
                      </a:moveTo>
                      <a:lnTo>
                        <a:pt x="12" y="915"/>
                      </a:lnTo>
                      <a:lnTo>
                        <a:pt x="0" y="695"/>
                      </a:lnTo>
                      <a:lnTo>
                        <a:pt x="1250" y="0"/>
                      </a:lnTo>
                      <a:lnTo>
                        <a:pt x="2072" y="347"/>
                      </a:lnTo>
                      <a:lnTo>
                        <a:pt x="2176" y="556"/>
                      </a:lnTo>
                      <a:lnTo>
                        <a:pt x="1829" y="69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36" name="Freeform: Shape 735">
                  <a:extLst>
                    <a:ext uri="{FF2B5EF4-FFF2-40B4-BE49-F238E27FC236}">
                      <a16:creationId xmlns:a16="http://schemas.microsoft.com/office/drawing/2014/main" id="{9BD283F1-D7B4-A3CC-7F04-1A4C633ABB60}"/>
                    </a:ext>
                  </a:extLst>
                </p:cNvPr>
                <p:cNvSpPr/>
                <p:nvPr/>
              </p:nvSpPr>
              <p:spPr>
                <a:xfrm>
                  <a:off x="9784242" y="1433480"/>
                  <a:ext cx="1851" cy="1115"/>
                </a:xfrm>
                <a:custGeom>
                  <a:avLst/>
                  <a:gdLst>
                    <a:gd name="connsiteX0" fmla="*/ 0 w 1851"/>
                    <a:gd name="connsiteY0" fmla="*/ 414 h 1115"/>
                    <a:gd name="connsiteX1" fmla="*/ 1817 w 1851"/>
                    <a:gd name="connsiteY1" fmla="*/ 0 h 1115"/>
                    <a:gd name="connsiteX2" fmla="*/ 1852 w 1851"/>
                    <a:gd name="connsiteY2" fmla="*/ 455 h 1115"/>
                    <a:gd name="connsiteX3" fmla="*/ 1354 w 1851"/>
                    <a:gd name="connsiteY3" fmla="*/ 1116 h 1115"/>
                    <a:gd name="connsiteX4" fmla="*/ 0 w 1851"/>
                    <a:gd name="connsiteY4" fmla="*/ 414 h 1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51" h="1115">
                      <a:moveTo>
                        <a:pt x="0" y="414"/>
                      </a:moveTo>
                      <a:lnTo>
                        <a:pt x="1817" y="0"/>
                      </a:lnTo>
                      <a:lnTo>
                        <a:pt x="1852" y="455"/>
                      </a:lnTo>
                      <a:lnTo>
                        <a:pt x="1354" y="1116"/>
                      </a:lnTo>
                      <a:lnTo>
                        <a:pt x="0" y="41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37" name="Freeform: Shape 736">
                  <a:extLst>
                    <a:ext uri="{FF2B5EF4-FFF2-40B4-BE49-F238E27FC236}">
                      <a16:creationId xmlns:a16="http://schemas.microsoft.com/office/drawing/2014/main" id="{3E0D7420-E521-1DAB-09F0-D5064E7F0648}"/>
                    </a:ext>
                  </a:extLst>
                </p:cNvPr>
                <p:cNvSpPr/>
                <p:nvPr/>
              </p:nvSpPr>
              <p:spPr>
                <a:xfrm>
                  <a:off x="7891528" y="2894264"/>
                  <a:ext cx="1307" cy="1666"/>
                </a:xfrm>
                <a:custGeom>
                  <a:avLst/>
                  <a:gdLst>
                    <a:gd name="connsiteX0" fmla="*/ 0 w 1307"/>
                    <a:gd name="connsiteY0" fmla="*/ 0 h 1666"/>
                    <a:gd name="connsiteX1" fmla="*/ 683 w 1307"/>
                    <a:gd name="connsiteY1" fmla="*/ 764 h 1666"/>
                    <a:gd name="connsiteX2" fmla="*/ 1308 w 1307"/>
                    <a:gd name="connsiteY2" fmla="*/ 1551 h 1666"/>
                    <a:gd name="connsiteX3" fmla="*/ 116 w 1307"/>
                    <a:gd name="connsiteY3" fmla="*/ 1667 h 1666"/>
                    <a:gd name="connsiteX4" fmla="*/ 11 w 1307"/>
                    <a:gd name="connsiteY4" fmla="*/ 266 h 1666"/>
                    <a:gd name="connsiteX5" fmla="*/ 0 w 1307"/>
                    <a:gd name="connsiteY5" fmla="*/ 0 h 16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7" h="1666">
                      <a:moveTo>
                        <a:pt x="0" y="0"/>
                      </a:moveTo>
                      <a:lnTo>
                        <a:pt x="683" y="764"/>
                      </a:lnTo>
                      <a:lnTo>
                        <a:pt x="1308" y="1551"/>
                      </a:lnTo>
                      <a:lnTo>
                        <a:pt x="116" y="1667"/>
                      </a:lnTo>
                      <a:lnTo>
                        <a:pt x="11" y="26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38" name="Freeform: Shape 737">
                  <a:extLst>
                    <a:ext uri="{FF2B5EF4-FFF2-40B4-BE49-F238E27FC236}">
                      <a16:creationId xmlns:a16="http://schemas.microsoft.com/office/drawing/2014/main" id="{A1DC73B4-2E60-6640-1E4C-5E7AC7A869DB}"/>
                    </a:ext>
                  </a:extLst>
                </p:cNvPr>
                <p:cNvSpPr/>
                <p:nvPr/>
              </p:nvSpPr>
              <p:spPr>
                <a:xfrm>
                  <a:off x="9675822" y="1704437"/>
                  <a:ext cx="879" cy="2697"/>
                </a:xfrm>
                <a:custGeom>
                  <a:avLst/>
                  <a:gdLst>
                    <a:gd name="connsiteX0" fmla="*/ 0 w 879"/>
                    <a:gd name="connsiteY0" fmla="*/ 486 h 2697"/>
                    <a:gd name="connsiteX1" fmla="*/ 880 w 879"/>
                    <a:gd name="connsiteY1" fmla="*/ 0 h 2697"/>
                    <a:gd name="connsiteX2" fmla="*/ 278 w 879"/>
                    <a:gd name="connsiteY2" fmla="*/ 2697 h 2697"/>
                    <a:gd name="connsiteX3" fmla="*/ 0 w 879"/>
                    <a:gd name="connsiteY3" fmla="*/ 486 h 26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79" h="2697">
                      <a:moveTo>
                        <a:pt x="0" y="486"/>
                      </a:moveTo>
                      <a:lnTo>
                        <a:pt x="880" y="0"/>
                      </a:lnTo>
                      <a:lnTo>
                        <a:pt x="278" y="2697"/>
                      </a:lnTo>
                      <a:lnTo>
                        <a:pt x="0" y="48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39" name="Freeform: Shape 738">
                  <a:extLst>
                    <a:ext uri="{FF2B5EF4-FFF2-40B4-BE49-F238E27FC236}">
                      <a16:creationId xmlns:a16="http://schemas.microsoft.com/office/drawing/2014/main" id="{F7AC2872-4C9C-345F-CE4A-172259365C46}"/>
                    </a:ext>
                  </a:extLst>
                </p:cNvPr>
                <p:cNvSpPr/>
                <p:nvPr/>
              </p:nvSpPr>
              <p:spPr>
                <a:xfrm>
                  <a:off x="7809397" y="3227000"/>
                  <a:ext cx="1771" cy="1030"/>
                </a:xfrm>
                <a:custGeom>
                  <a:avLst/>
                  <a:gdLst>
                    <a:gd name="connsiteX0" fmla="*/ 0 w 1771"/>
                    <a:gd name="connsiteY0" fmla="*/ 0 h 1030"/>
                    <a:gd name="connsiteX1" fmla="*/ 1771 w 1771"/>
                    <a:gd name="connsiteY1" fmla="*/ 683 h 1030"/>
                    <a:gd name="connsiteX2" fmla="*/ 1771 w 1771"/>
                    <a:gd name="connsiteY2" fmla="*/ 845 h 1030"/>
                    <a:gd name="connsiteX3" fmla="*/ 58 w 1771"/>
                    <a:gd name="connsiteY3" fmla="*/ 1030 h 1030"/>
                    <a:gd name="connsiteX4" fmla="*/ 0 w 1771"/>
                    <a:gd name="connsiteY4" fmla="*/ 0 h 1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1" h="1030">
                      <a:moveTo>
                        <a:pt x="0" y="0"/>
                      </a:moveTo>
                      <a:lnTo>
                        <a:pt x="1771" y="683"/>
                      </a:lnTo>
                      <a:lnTo>
                        <a:pt x="1771" y="845"/>
                      </a:lnTo>
                      <a:lnTo>
                        <a:pt x="58" y="10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40" name="Freeform: Shape 739">
                  <a:extLst>
                    <a:ext uri="{FF2B5EF4-FFF2-40B4-BE49-F238E27FC236}">
                      <a16:creationId xmlns:a16="http://schemas.microsoft.com/office/drawing/2014/main" id="{954C175C-30E7-DFAF-CFD4-59B670C4A8D4}"/>
                    </a:ext>
                  </a:extLst>
                </p:cNvPr>
                <p:cNvSpPr/>
                <p:nvPr/>
              </p:nvSpPr>
              <p:spPr>
                <a:xfrm>
                  <a:off x="8220630" y="3594477"/>
                  <a:ext cx="1666" cy="1284"/>
                </a:xfrm>
                <a:custGeom>
                  <a:avLst/>
                  <a:gdLst>
                    <a:gd name="connsiteX0" fmla="*/ 0 w 1666"/>
                    <a:gd name="connsiteY0" fmla="*/ 0 h 1284"/>
                    <a:gd name="connsiteX1" fmla="*/ 1667 w 1666"/>
                    <a:gd name="connsiteY1" fmla="*/ 486 h 1284"/>
                    <a:gd name="connsiteX2" fmla="*/ 139 w 1666"/>
                    <a:gd name="connsiteY2" fmla="*/ 1285 h 1284"/>
                    <a:gd name="connsiteX3" fmla="*/ 0 w 1666"/>
                    <a:gd name="connsiteY3" fmla="*/ 0 h 1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66" h="1284">
                      <a:moveTo>
                        <a:pt x="0" y="0"/>
                      </a:moveTo>
                      <a:lnTo>
                        <a:pt x="1667" y="486"/>
                      </a:lnTo>
                      <a:lnTo>
                        <a:pt x="139" y="128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41" name="Freeform: Shape 740">
                  <a:extLst>
                    <a:ext uri="{FF2B5EF4-FFF2-40B4-BE49-F238E27FC236}">
                      <a16:creationId xmlns:a16="http://schemas.microsoft.com/office/drawing/2014/main" id="{8F66B7CA-8EF8-A175-2753-881F1A2575A6}"/>
                    </a:ext>
                  </a:extLst>
                </p:cNvPr>
                <p:cNvSpPr/>
                <p:nvPr/>
              </p:nvSpPr>
              <p:spPr>
                <a:xfrm>
                  <a:off x="7835234" y="3248705"/>
                  <a:ext cx="914" cy="2303"/>
                </a:xfrm>
                <a:custGeom>
                  <a:avLst/>
                  <a:gdLst>
                    <a:gd name="connsiteX0" fmla="*/ 232 w 914"/>
                    <a:gd name="connsiteY0" fmla="*/ 23 h 2303"/>
                    <a:gd name="connsiteX1" fmla="*/ 799 w 914"/>
                    <a:gd name="connsiteY1" fmla="*/ 1586 h 2303"/>
                    <a:gd name="connsiteX2" fmla="*/ 914 w 914"/>
                    <a:gd name="connsiteY2" fmla="*/ 1910 h 2303"/>
                    <a:gd name="connsiteX3" fmla="*/ 810 w 914"/>
                    <a:gd name="connsiteY3" fmla="*/ 2304 h 2303"/>
                    <a:gd name="connsiteX4" fmla="*/ 46 w 914"/>
                    <a:gd name="connsiteY4" fmla="*/ 1794 h 2303"/>
                    <a:gd name="connsiteX5" fmla="*/ 0 w 914"/>
                    <a:gd name="connsiteY5" fmla="*/ 1655 h 2303"/>
                    <a:gd name="connsiteX6" fmla="*/ 208 w 914"/>
                    <a:gd name="connsiteY6" fmla="*/ 0 h 2303"/>
                    <a:gd name="connsiteX7" fmla="*/ 232 w 914"/>
                    <a:gd name="connsiteY7" fmla="*/ 23 h 2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14" h="2303">
                      <a:moveTo>
                        <a:pt x="232" y="23"/>
                      </a:moveTo>
                      <a:lnTo>
                        <a:pt x="799" y="1586"/>
                      </a:lnTo>
                      <a:lnTo>
                        <a:pt x="914" y="1910"/>
                      </a:lnTo>
                      <a:lnTo>
                        <a:pt x="810" y="2304"/>
                      </a:lnTo>
                      <a:lnTo>
                        <a:pt x="46" y="1794"/>
                      </a:lnTo>
                      <a:lnTo>
                        <a:pt x="0" y="1655"/>
                      </a:lnTo>
                      <a:lnTo>
                        <a:pt x="208" y="0"/>
                      </a:lnTo>
                      <a:lnTo>
                        <a:pt x="232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42" name="Freeform: Shape 741">
                  <a:extLst>
                    <a:ext uri="{FF2B5EF4-FFF2-40B4-BE49-F238E27FC236}">
                      <a16:creationId xmlns:a16="http://schemas.microsoft.com/office/drawing/2014/main" id="{F27775CC-9DF8-240F-D292-2DFF53F1FA90}"/>
                    </a:ext>
                  </a:extLst>
                </p:cNvPr>
                <p:cNvSpPr/>
                <p:nvPr/>
              </p:nvSpPr>
              <p:spPr>
                <a:xfrm>
                  <a:off x="8088109" y="4122603"/>
                  <a:ext cx="1597" cy="2349"/>
                </a:xfrm>
                <a:custGeom>
                  <a:avLst/>
                  <a:gdLst>
                    <a:gd name="connsiteX0" fmla="*/ 208 w 1597"/>
                    <a:gd name="connsiteY0" fmla="*/ 822 h 2349"/>
                    <a:gd name="connsiteX1" fmla="*/ 671 w 1597"/>
                    <a:gd name="connsiteY1" fmla="*/ 475 h 2349"/>
                    <a:gd name="connsiteX2" fmla="*/ 1597 w 1597"/>
                    <a:gd name="connsiteY2" fmla="*/ 0 h 2349"/>
                    <a:gd name="connsiteX3" fmla="*/ 0 w 1597"/>
                    <a:gd name="connsiteY3" fmla="*/ 2350 h 2349"/>
                    <a:gd name="connsiteX4" fmla="*/ 208 w 1597"/>
                    <a:gd name="connsiteY4" fmla="*/ 822 h 2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97" h="2349">
                      <a:moveTo>
                        <a:pt x="208" y="822"/>
                      </a:moveTo>
                      <a:lnTo>
                        <a:pt x="671" y="475"/>
                      </a:lnTo>
                      <a:lnTo>
                        <a:pt x="1597" y="0"/>
                      </a:lnTo>
                      <a:lnTo>
                        <a:pt x="0" y="2350"/>
                      </a:lnTo>
                      <a:lnTo>
                        <a:pt x="208" y="8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43" name="Freeform: Shape 742">
                  <a:extLst>
                    <a:ext uri="{FF2B5EF4-FFF2-40B4-BE49-F238E27FC236}">
                      <a16:creationId xmlns:a16="http://schemas.microsoft.com/office/drawing/2014/main" id="{DBBE9E17-C804-AC0B-C992-090DB5A76B52}"/>
                    </a:ext>
                  </a:extLst>
                </p:cNvPr>
                <p:cNvSpPr/>
                <p:nvPr/>
              </p:nvSpPr>
              <p:spPr>
                <a:xfrm>
                  <a:off x="7789069" y="3201997"/>
                  <a:ext cx="2361" cy="1909"/>
                </a:xfrm>
                <a:custGeom>
                  <a:avLst/>
                  <a:gdLst>
                    <a:gd name="connsiteX0" fmla="*/ 0 w 2361"/>
                    <a:gd name="connsiteY0" fmla="*/ 1910 h 1909"/>
                    <a:gd name="connsiteX1" fmla="*/ 1517 w 2361"/>
                    <a:gd name="connsiteY1" fmla="*/ 0 h 1909"/>
                    <a:gd name="connsiteX2" fmla="*/ 2362 w 2361"/>
                    <a:gd name="connsiteY2" fmla="*/ 266 h 1909"/>
                    <a:gd name="connsiteX3" fmla="*/ 0 w 2361"/>
                    <a:gd name="connsiteY3" fmla="*/ 1910 h 1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61" h="1909">
                      <a:moveTo>
                        <a:pt x="0" y="1910"/>
                      </a:moveTo>
                      <a:lnTo>
                        <a:pt x="1517" y="0"/>
                      </a:lnTo>
                      <a:lnTo>
                        <a:pt x="2362" y="266"/>
                      </a:lnTo>
                      <a:lnTo>
                        <a:pt x="0" y="191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44" name="Freeform: Shape 743">
                  <a:extLst>
                    <a:ext uri="{FF2B5EF4-FFF2-40B4-BE49-F238E27FC236}">
                      <a16:creationId xmlns:a16="http://schemas.microsoft.com/office/drawing/2014/main" id="{F70915A6-53CB-194F-0D3C-9AFD727153F9}"/>
                    </a:ext>
                  </a:extLst>
                </p:cNvPr>
                <p:cNvSpPr/>
                <p:nvPr/>
              </p:nvSpPr>
              <p:spPr>
                <a:xfrm>
                  <a:off x="8368338" y="3808109"/>
                  <a:ext cx="2280" cy="1852"/>
                </a:xfrm>
                <a:custGeom>
                  <a:avLst/>
                  <a:gdLst>
                    <a:gd name="connsiteX0" fmla="*/ 2049 w 2280"/>
                    <a:gd name="connsiteY0" fmla="*/ 1065 h 1852"/>
                    <a:gd name="connsiteX1" fmla="*/ 0 w 2280"/>
                    <a:gd name="connsiteY1" fmla="*/ 1852 h 1852"/>
                    <a:gd name="connsiteX2" fmla="*/ 2281 w 2280"/>
                    <a:gd name="connsiteY2" fmla="*/ 0 h 1852"/>
                    <a:gd name="connsiteX3" fmla="*/ 2049 w 2280"/>
                    <a:gd name="connsiteY3" fmla="*/ 1065 h 1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80" h="1852">
                      <a:moveTo>
                        <a:pt x="2049" y="1065"/>
                      </a:moveTo>
                      <a:lnTo>
                        <a:pt x="0" y="1852"/>
                      </a:lnTo>
                      <a:lnTo>
                        <a:pt x="2281" y="0"/>
                      </a:lnTo>
                      <a:lnTo>
                        <a:pt x="2049" y="106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45" name="Freeform: Shape 744">
                  <a:extLst>
                    <a:ext uri="{FF2B5EF4-FFF2-40B4-BE49-F238E27FC236}">
                      <a16:creationId xmlns:a16="http://schemas.microsoft.com/office/drawing/2014/main" id="{8767A0F1-A4AC-7A5B-4579-2BE7B00519A2}"/>
                    </a:ext>
                  </a:extLst>
                </p:cNvPr>
                <p:cNvSpPr/>
                <p:nvPr/>
              </p:nvSpPr>
              <p:spPr>
                <a:xfrm>
                  <a:off x="8867710" y="4831232"/>
                  <a:ext cx="1215" cy="2234"/>
                </a:xfrm>
                <a:custGeom>
                  <a:avLst/>
                  <a:gdLst>
                    <a:gd name="connsiteX0" fmla="*/ 0 w 1215"/>
                    <a:gd name="connsiteY0" fmla="*/ 0 h 2234"/>
                    <a:gd name="connsiteX1" fmla="*/ 1216 w 1215"/>
                    <a:gd name="connsiteY1" fmla="*/ 1331 h 2234"/>
                    <a:gd name="connsiteX2" fmla="*/ 533 w 1215"/>
                    <a:gd name="connsiteY2" fmla="*/ 2234 h 2234"/>
                    <a:gd name="connsiteX3" fmla="*/ 0 w 1215"/>
                    <a:gd name="connsiteY3" fmla="*/ 0 h 2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5" h="2234">
                      <a:moveTo>
                        <a:pt x="0" y="0"/>
                      </a:moveTo>
                      <a:lnTo>
                        <a:pt x="1216" y="1331"/>
                      </a:lnTo>
                      <a:lnTo>
                        <a:pt x="533" y="223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46" name="Freeform: Shape 745">
                  <a:extLst>
                    <a:ext uri="{FF2B5EF4-FFF2-40B4-BE49-F238E27FC236}">
                      <a16:creationId xmlns:a16="http://schemas.microsoft.com/office/drawing/2014/main" id="{1847C1A3-8F02-3633-1189-4D29621271E8}"/>
                    </a:ext>
                  </a:extLst>
                </p:cNvPr>
                <p:cNvSpPr/>
                <p:nvPr/>
              </p:nvSpPr>
              <p:spPr>
                <a:xfrm>
                  <a:off x="8008907" y="3027664"/>
                  <a:ext cx="1655" cy="1933"/>
                </a:xfrm>
                <a:custGeom>
                  <a:avLst/>
                  <a:gdLst>
                    <a:gd name="connsiteX0" fmla="*/ 1123 w 1655"/>
                    <a:gd name="connsiteY0" fmla="*/ 880 h 1933"/>
                    <a:gd name="connsiteX1" fmla="*/ 1157 w 1655"/>
                    <a:gd name="connsiteY1" fmla="*/ 1019 h 1933"/>
                    <a:gd name="connsiteX2" fmla="*/ 0 w 1655"/>
                    <a:gd name="connsiteY2" fmla="*/ 1933 h 1933"/>
                    <a:gd name="connsiteX3" fmla="*/ 984 w 1655"/>
                    <a:gd name="connsiteY3" fmla="*/ 0 h 1933"/>
                    <a:gd name="connsiteX4" fmla="*/ 1377 w 1655"/>
                    <a:gd name="connsiteY4" fmla="*/ 23 h 1933"/>
                    <a:gd name="connsiteX5" fmla="*/ 1655 w 1655"/>
                    <a:gd name="connsiteY5" fmla="*/ 428 h 1933"/>
                    <a:gd name="connsiteX6" fmla="*/ 1123 w 1655"/>
                    <a:gd name="connsiteY6" fmla="*/ 880 h 1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55" h="1933">
                      <a:moveTo>
                        <a:pt x="1123" y="880"/>
                      </a:moveTo>
                      <a:lnTo>
                        <a:pt x="1157" y="1019"/>
                      </a:lnTo>
                      <a:lnTo>
                        <a:pt x="0" y="1933"/>
                      </a:lnTo>
                      <a:lnTo>
                        <a:pt x="984" y="0"/>
                      </a:lnTo>
                      <a:lnTo>
                        <a:pt x="1377" y="23"/>
                      </a:lnTo>
                      <a:lnTo>
                        <a:pt x="1655" y="428"/>
                      </a:lnTo>
                      <a:lnTo>
                        <a:pt x="1123" y="8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47" name="Freeform: Shape 746">
                  <a:extLst>
                    <a:ext uri="{FF2B5EF4-FFF2-40B4-BE49-F238E27FC236}">
                      <a16:creationId xmlns:a16="http://schemas.microsoft.com/office/drawing/2014/main" id="{232142F9-A75C-DD77-2304-103082BAB4D8}"/>
                    </a:ext>
                  </a:extLst>
                </p:cNvPr>
                <p:cNvSpPr/>
                <p:nvPr/>
              </p:nvSpPr>
              <p:spPr>
                <a:xfrm>
                  <a:off x="8054423" y="3958087"/>
                  <a:ext cx="1446" cy="1678"/>
                </a:xfrm>
                <a:custGeom>
                  <a:avLst/>
                  <a:gdLst>
                    <a:gd name="connsiteX0" fmla="*/ 417 w 1446"/>
                    <a:gd name="connsiteY0" fmla="*/ 787 h 1678"/>
                    <a:gd name="connsiteX1" fmla="*/ 961 w 1446"/>
                    <a:gd name="connsiteY1" fmla="*/ 0 h 1678"/>
                    <a:gd name="connsiteX2" fmla="*/ 1447 w 1446"/>
                    <a:gd name="connsiteY2" fmla="*/ 1065 h 1678"/>
                    <a:gd name="connsiteX3" fmla="*/ 0 w 1446"/>
                    <a:gd name="connsiteY3" fmla="*/ 1678 h 1678"/>
                    <a:gd name="connsiteX4" fmla="*/ 417 w 1446"/>
                    <a:gd name="connsiteY4" fmla="*/ 787 h 1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6" h="1678">
                      <a:moveTo>
                        <a:pt x="417" y="787"/>
                      </a:moveTo>
                      <a:lnTo>
                        <a:pt x="961" y="0"/>
                      </a:lnTo>
                      <a:lnTo>
                        <a:pt x="1447" y="1065"/>
                      </a:lnTo>
                      <a:lnTo>
                        <a:pt x="0" y="1678"/>
                      </a:lnTo>
                      <a:lnTo>
                        <a:pt x="417" y="78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48" name="Freeform: Shape 747">
                  <a:extLst>
                    <a:ext uri="{FF2B5EF4-FFF2-40B4-BE49-F238E27FC236}">
                      <a16:creationId xmlns:a16="http://schemas.microsoft.com/office/drawing/2014/main" id="{F6B36E21-70C0-93AD-CCEC-4E8E8C559A95}"/>
                    </a:ext>
                  </a:extLst>
                </p:cNvPr>
                <p:cNvSpPr/>
                <p:nvPr/>
              </p:nvSpPr>
              <p:spPr>
                <a:xfrm>
                  <a:off x="9797415" y="1439787"/>
                  <a:ext cx="1562" cy="1700"/>
                </a:xfrm>
                <a:custGeom>
                  <a:avLst/>
                  <a:gdLst>
                    <a:gd name="connsiteX0" fmla="*/ 0 w 1562"/>
                    <a:gd name="connsiteY0" fmla="*/ 1700 h 1700"/>
                    <a:gd name="connsiteX1" fmla="*/ 1285 w 1562"/>
                    <a:gd name="connsiteY1" fmla="*/ 0 h 1700"/>
                    <a:gd name="connsiteX2" fmla="*/ 1563 w 1562"/>
                    <a:gd name="connsiteY2" fmla="*/ 1189 h 1700"/>
                    <a:gd name="connsiteX3" fmla="*/ 0 w 1562"/>
                    <a:gd name="connsiteY3" fmla="*/ 1700 h 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62" h="1700">
                      <a:moveTo>
                        <a:pt x="0" y="1700"/>
                      </a:moveTo>
                      <a:lnTo>
                        <a:pt x="1285" y="0"/>
                      </a:lnTo>
                      <a:lnTo>
                        <a:pt x="1563" y="1189"/>
                      </a:lnTo>
                      <a:lnTo>
                        <a:pt x="0" y="170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49" name="Freeform: Shape 748">
                  <a:extLst>
                    <a:ext uri="{FF2B5EF4-FFF2-40B4-BE49-F238E27FC236}">
                      <a16:creationId xmlns:a16="http://schemas.microsoft.com/office/drawing/2014/main" id="{DCBC214C-7238-9295-413D-255FD0BAFB1D}"/>
                    </a:ext>
                  </a:extLst>
                </p:cNvPr>
                <p:cNvSpPr/>
                <p:nvPr/>
              </p:nvSpPr>
              <p:spPr>
                <a:xfrm>
                  <a:off x="8139066" y="4323444"/>
                  <a:ext cx="1944" cy="1134"/>
                </a:xfrm>
                <a:custGeom>
                  <a:avLst/>
                  <a:gdLst>
                    <a:gd name="connsiteX0" fmla="*/ 0 w 1944"/>
                    <a:gd name="connsiteY0" fmla="*/ 776 h 1134"/>
                    <a:gd name="connsiteX1" fmla="*/ 1945 w 1944"/>
                    <a:gd name="connsiteY1" fmla="*/ 0 h 1134"/>
                    <a:gd name="connsiteX2" fmla="*/ 1667 w 1944"/>
                    <a:gd name="connsiteY2" fmla="*/ 1134 h 1134"/>
                    <a:gd name="connsiteX3" fmla="*/ 0 w 1944"/>
                    <a:gd name="connsiteY3" fmla="*/ 776 h 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44" h="1134">
                      <a:moveTo>
                        <a:pt x="0" y="776"/>
                      </a:moveTo>
                      <a:lnTo>
                        <a:pt x="1945" y="0"/>
                      </a:lnTo>
                      <a:lnTo>
                        <a:pt x="1667" y="1134"/>
                      </a:lnTo>
                      <a:lnTo>
                        <a:pt x="0" y="77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50" name="Freeform: Shape 749">
                  <a:extLst>
                    <a:ext uri="{FF2B5EF4-FFF2-40B4-BE49-F238E27FC236}">
                      <a16:creationId xmlns:a16="http://schemas.microsoft.com/office/drawing/2014/main" id="{3A5939C1-7F55-8B93-284A-D2210B4938CF}"/>
                    </a:ext>
                  </a:extLst>
                </p:cNvPr>
                <p:cNvSpPr/>
                <p:nvPr/>
              </p:nvSpPr>
              <p:spPr>
                <a:xfrm>
                  <a:off x="7653030" y="3618890"/>
                  <a:ext cx="1180" cy="1759"/>
                </a:xfrm>
                <a:custGeom>
                  <a:avLst/>
                  <a:gdLst>
                    <a:gd name="connsiteX0" fmla="*/ 0 w 1180"/>
                    <a:gd name="connsiteY0" fmla="*/ 1759 h 1759"/>
                    <a:gd name="connsiteX1" fmla="*/ 324 w 1180"/>
                    <a:gd name="connsiteY1" fmla="*/ 0 h 1759"/>
                    <a:gd name="connsiteX2" fmla="*/ 1181 w 1180"/>
                    <a:gd name="connsiteY2" fmla="*/ 1435 h 1759"/>
                    <a:gd name="connsiteX3" fmla="*/ 0 w 1180"/>
                    <a:gd name="connsiteY3" fmla="*/ 1759 h 1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80" h="1759">
                      <a:moveTo>
                        <a:pt x="0" y="1759"/>
                      </a:moveTo>
                      <a:lnTo>
                        <a:pt x="324" y="0"/>
                      </a:lnTo>
                      <a:lnTo>
                        <a:pt x="1181" y="1435"/>
                      </a:lnTo>
                      <a:lnTo>
                        <a:pt x="0" y="175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51" name="Freeform: Shape 750">
                  <a:extLst>
                    <a:ext uri="{FF2B5EF4-FFF2-40B4-BE49-F238E27FC236}">
                      <a16:creationId xmlns:a16="http://schemas.microsoft.com/office/drawing/2014/main" id="{B08087D3-574F-480C-6FDA-E3BD2B08EB97}"/>
                    </a:ext>
                  </a:extLst>
                </p:cNvPr>
                <p:cNvSpPr/>
                <p:nvPr/>
              </p:nvSpPr>
              <p:spPr>
                <a:xfrm>
                  <a:off x="9241784" y="4124478"/>
                  <a:ext cx="1643" cy="1423"/>
                </a:xfrm>
                <a:custGeom>
                  <a:avLst/>
                  <a:gdLst>
                    <a:gd name="connsiteX0" fmla="*/ 0 w 1643"/>
                    <a:gd name="connsiteY0" fmla="*/ 938 h 1423"/>
                    <a:gd name="connsiteX1" fmla="*/ 1644 w 1643"/>
                    <a:gd name="connsiteY1" fmla="*/ 0 h 1423"/>
                    <a:gd name="connsiteX2" fmla="*/ 1274 w 1643"/>
                    <a:gd name="connsiteY2" fmla="*/ 1424 h 1423"/>
                    <a:gd name="connsiteX3" fmla="*/ 0 w 1643"/>
                    <a:gd name="connsiteY3" fmla="*/ 938 h 1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3" h="1423">
                      <a:moveTo>
                        <a:pt x="0" y="938"/>
                      </a:moveTo>
                      <a:lnTo>
                        <a:pt x="1644" y="0"/>
                      </a:lnTo>
                      <a:lnTo>
                        <a:pt x="1274" y="1424"/>
                      </a:lnTo>
                      <a:lnTo>
                        <a:pt x="0" y="93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52" name="Freeform: Shape 751">
                  <a:extLst>
                    <a:ext uri="{FF2B5EF4-FFF2-40B4-BE49-F238E27FC236}">
                      <a16:creationId xmlns:a16="http://schemas.microsoft.com/office/drawing/2014/main" id="{98970DF6-088C-B487-0286-28FF963DAF69}"/>
                    </a:ext>
                  </a:extLst>
                </p:cNvPr>
                <p:cNvSpPr/>
                <p:nvPr/>
              </p:nvSpPr>
              <p:spPr>
                <a:xfrm>
                  <a:off x="7825603" y="3253613"/>
                  <a:ext cx="2326" cy="1470"/>
                </a:xfrm>
                <a:custGeom>
                  <a:avLst/>
                  <a:gdLst>
                    <a:gd name="connsiteX0" fmla="*/ 0 w 2326"/>
                    <a:gd name="connsiteY0" fmla="*/ 405 h 1470"/>
                    <a:gd name="connsiteX1" fmla="*/ 961 w 2326"/>
                    <a:gd name="connsiteY1" fmla="*/ 0 h 1470"/>
                    <a:gd name="connsiteX2" fmla="*/ 2327 w 2326"/>
                    <a:gd name="connsiteY2" fmla="*/ 1470 h 1470"/>
                    <a:gd name="connsiteX3" fmla="*/ 0 w 2326"/>
                    <a:gd name="connsiteY3" fmla="*/ 405 h 1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26" h="1470">
                      <a:moveTo>
                        <a:pt x="0" y="405"/>
                      </a:moveTo>
                      <a:lnTo>
                        <a:pt x="961" y="0"/>
                      </a:lnTo>
                      <a:lnTo>
                        <a:pt x="2327" y="1470"/>
                      </a:lnTo>
                      <a:lnTo>
                        <a:pt x="0" y="40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53" name="Freeform: Shape 752">
                  <a:extLst>
                    <a:ext uri="{FF2B5EF4-FFF2-40B4-BE49-F238E27FC236}">
                      <a16:creationId xmlns:a16="http://schemas.microsoft.com/office/drawing/2014/main" id="{4C02A7E0-7E4E-0644-ED5E-C3F5B1221D20}"/>
                    </a:ext>
                  </a:extLst>
                </p:cNvPr>
                <p:cNvSpPr/>
                <p:nvPr/>
              </p:nvSpPr>
              <p:spPr>
                <a:xfrm>
                  <a:off x="8286786" y="4277835"/>
                  <a:ext cx="1829" cy="1956"/>
                </a:xfrm>
                <a:custGeom>
                  <a:avLst/>
                  <a:gdLst>
                    <a:gd name="connsiteX0" fmla="*/ 0 w 1829"/>
                    <a:gd name="connsiteY0" fmla="*/ 973 h 1956"/>
                    <a:gd name="connsiteX1" fmla="*/ 1829 w 1829"/>
                    <a:gd name="connsiteY1" fmla="*/ 0 h 1956"/>
                    <a:gd name="connsiteX2" fmla="*/ 162 w 1829"/>
                    <a:gd name="connsiteY2" fmla="*/ 1956 h 1956"/>
                    <a:gd name="connsiteX3" fmla="*/ 0 w 1829"/>
                    <a:gd name="connsiteY3" fmla="*/ 973 h 1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9" h="1956">
                      <a:moveTo>
                        <a:pt x="0" y="973"/>
                      </a:moveTo>
                      <a:lnTo>
                        <a:pt x="1829" y="0"/>
                      </a:lnTo>
                      <a:lnTo>
                        <a:pt x="162" y="1956"/>
                      </a:lnTo>
                      <a:lnTo>
                        <a:pt x="0" y="97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54" name="Freeform: Shape 753">
                  <a:extLst>
                    <a:ext uri="{FF2B5EF4-FFF2-40B4-BE49-F238E27FC236}">
                      <a16:creationId xmlns:a16="http://schemas.microsoft.com/office/drawing/2014/main" id="{42EA399D-E280-FC2C-650B-6308BDD6112E}"/>
                    </a:ext>
                  </a:extLst>
                </p:cNvPr>
                <p:cNvSpPr/>
                <p:nvPr/>
              </p:nvSpPr>
              <p:spPr>
                <a:xfrm>
                  <a:off x="9665392" y="1800470"/>
                  <a:ext cx="497" cy="3495"/>
                </a:xfrm>
                <a:custGeom>
                  <a:avLst/>
                  <a:gdLst>
                    <a:gd name="connsiteX0" fmla="*/ 243 w 497"/>
                    <a:gd name="connsiteY0" fmla="*/ 0 h 3495"/>
                    <a:gd name="connsiteX1" fmla="*/ 266 w 497"/>
                    <a:gd name="connsiteY1" fmla="*/ 93 h 3495"/>
                    <a:gd name="connsiteX2" fmla="*/ 498 w 497"/>
                    <a:gd name="connsiteY2" fmla="*/ 3334 h 3495"/>
                    <a:gd name="connsiteX3" fmla="*/ 324 w 497"/>
                    <a:gd name="connsiteY3" fmla="*/ 3496 h 3495"/>
                    <a:gd name="connsiteX4" fmla="*/ 0 w 497"/>
                    <a:gd name="connsiteY4" fmla="*/ 3264 h 3495"/>
                    <a:gd name="connsiteX5" fmla="*/ 162 w 497"/>
                    <a:gd name="connsiteY5" fmla="*/ 359 h 3495"/>
                    <a:gd name="connsiteX6" fmla="*/ 243 w 497"/>
                    <a:gd name="connsiteY6" fmla="*/ 0 h 3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97" h="3495">
                      <a:moveTo>
                        <a:pt x="243" y="0"/>
                      </a:moveTo>
                      <a:lnTo>
                        <a:pt x="266" y="93"/>
                      </a:lnTo>
                      <a:lnTo>
                        <a:pt x="498" y="3334"/>
                      </a:lnTo>
                      <a:lnTo>
                        <a:pt x="324" y="3496"/>
                      </a:lnTo>
                      <a:lnTo>
                        <a:pt x="0" y="3264"/>
                      </a:lnTo>
                      <a:lnTo>
                        <a:pt x="162" y="359"/>
                      </a:lnTo>
                      <a:lnTo>
                        <a:pt x="24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55" name="Freeform: Shape 754">
                  <a:extLst>
                    <a:ext uri="{FF2B5EF4-FFF2-40B4-BE49-F238E27FC236}">
                      <a16:creationId xmlns:a16="http://schemas.microsoft.com/office/drawing/2014/main" id="{9532D0BC-8CDB-F57A-BAAA-9D5AB82B0E6B}"/>
                    </a:ext>
                  </a:extLst>
                </p:cNvPr>
                <p:cNvSpPr/>
                <p:nvPr/>
              </p:nvSpPr>
              <p:spPr>
                <a:xfrm>
                  <a:off x="8006742" y="3264252"/>
                  <a:ext cx="1180" cy="2002"/>
                </a:xfrm>
                <a:custGeom>
                  <a:avLst/>
                  <a:gdLst>
                    <a:gd name="connsiteX0" fmla="*/ 0 w 1180"/>
                    <a:gd name="connsiteY0" fmla="*/ 903 h 2002"/>
                    <a:gd name="connsiteX1" fmla="*/ 475 w 1180"/>
                    <a:gd name="connsiteY1" fmla="*/ 0 h 2002"/>
                    <a:gd name="connsiteX2" fmla="*/ 1181 w 1180"/>
                    <a:gd name="connsiteY2" fmla="*/ 2003 h 2002"/>
                    <a:gd name="connsiteX3" fmla="*/ 139 w 1180"/>
                    <a:gd name="connsiteY3" fmla="*/ 1320 h 2002"/>
                    <a:gd name="connsiteX4" fmla="*/ 0 w 1180"/>
                    <a:gd name="connsiteY4" fmla="*/ 903 h 2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0" h="2002">
                      <a:moveTo>
                        <a:pt x="0" y="903"/>
                      </a:moveTo>
                      <a:lnTo>
                        <a:pt x="475" y="0"/>
                      </a:lnTo>
                      <a:lnTo>
                        <a:pt x="1181" y="2003"/>
                      </a:lnTo>
                      <a:lnTo>
                        <a:pt x="139" y="1320"/>
                      </a:lnTo>
                      <a:lnTo>
                        <a:pt x="0" y="9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56" name="Freeform: Shape 755">
                  <a:extLst>
                    <a:ext uri="{FF2B5EF4-FFF2-40B4-BE49-F238E27FC236}">
                      <a16:creationId xmlns:a16="http://schemas.microsoft.com/office/drawing/2014/main" id="{7B324154-A302-760A-8A68-04CD0DCED9DC}"/>
                    </a:ext>
                  </a:extLst>
                </p:cNvPr>
                <p:cNvSpPr/>
                <p:nvPr/>
              </p:nvSpPr>
              <p:spPr>
                <a:xfrm>
                  <a:off x="8157645" y="2781491"/>
                  <a:ext cx="1921" cy="1146"/>
                </a:xfrm>
                <a:custGeom>
                  <a:avLst/>
                  <a:gdLst>
                    <a:gd name="connsiteX0" fmla="*/ 0 w 1921"/>
                    <a:gd name="connsiteY0" fmla="*/ 1146 h 1146"/>
                    <a:gd name="connsiteX1" fmla="*/ 1794 w 1921"/>
                    <a:gd name="connsiteY1" fmla="*/ 0 h 1146"/>
                    <a:gd name="connsiteX2" fmla="*/ 1922 w 1921"/>
                    <a:gd name="connsiteY2" fmla="*/ 996 h 1146"/>
                    <a:gd name="connsiteX3" fmla="*/ 0 w 1921"/>
                    <a:gd name="connsiteY3" fmla="*/ 1146 h 11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1" h="1146">
                      <a:moveTo>
                        <a:pt x="0" y="1146"/>
                      </a:moveTo>
                      <a:lnTo>
                        <a:pt x="1794" y="0"/>
                      </a:lnTo>
                      <a:lnTo>
                        <a:pt x="1922" y="996"/>
                      </a:lnTo>
                      <a:lnTo>
                        <a:pt x="0" y="11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57" name="Freeform: Shape 756">
                  <a:extLst>
                    <a:ext uri="{FF2B5EF4-FFF2-40B4-BE49-F238E27FC236}">
                      <a16:creationId xmlns:a16="http://schemas.microsoft.com/office/drawing/2014/main" id="{37ED8A63-8BCC-277F-5BF2-E8979011BBDE}"/>
                    </a:ext>
                  </a:extLst>
                </p:cNvPr>
                <p:cNvSpPr/>
                <p:nvPr/>
              </p:nvSpPr>
              <p:spPr>
                <a:xfrm>
                  <a:off x="7829099" y="3262573"/>
                  <a:ext cx="1991" cy="1377"/>
                </a:xfrm>
                <a:custGeom>
                  <a:avLst/>
                  <a:gdLst>
                    <a:gd name="connsiteX0" fmla="*/ 764 w 1991"/>
                    <a:gd name="connsiteY0" fmla="*/ 0 h 1377"/>
                    <a:gd name="connsiteX1" fmla="*/ 1725 w 1991"/>
                    <a:gd name="connsiteY1" fmla="*/ 706 h 1377"/>
                    <a:gd name="connsiteX2" fmla="*/ 1991 w 1991"/>
                    <a:gd name="connsiteY2" fmla="*/ 1366 h 1377"/>
                    <a:gd name="connsiteX3" fmla="*/ 1945 w 1991"/>
                    <a:gd name="connsiteY3" fmla="*/ 1377 h 1377"/>
                    <a:gd name="connsiteX4" fmla="*/ 69 w 1991"/>
                    <a:gd name="connsiteY4" fmla="*/ 243 h 1377"/>
                    <a:gd name="connsiteX5" fmla="*/ 0 w 1991"/>
                    <a:gd name="connsiteY5" fmla="*/ 69 h 1377"/>
                    <a:gd name="connsiteX6" fmla="*/ 764 w 1991"/>
                    <a:gd name="connsiteY6" fmla="*/ 0 h 1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91" h="1377">
                      <a:moveTo>
                        <a:pt x="764" y="0"/>
                      </a:moveTo>
                      <a:lnTo>
                        <a:pt x="1725" y="706"/>
                      </a:lnTo>
                      <a:lnTo>
                        <a:pt x="1991" y="1366"/>
                      </a:lnTo>
                      <a:lnTo>
                        <a:pt x="1945" y="1377"/>
                      </a:lnTo>
                      <a:lnTo>
                        <a:pt x="69" y="243"/>
                      </a:lnTo>
                      <a:lnTo>
                        <a:pt x="0" y="69"/>
                      </a:lnTo>
                      <a:lnTo>
                        <a:pt x="764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58" name="Freeform: Shape 757">
                  <a:extLst>
                    <a:ext uri="{FF2B5EF4-FFF2-40B4-BE49-F238E27FC236}">
                      <a16:creationId xmlns:a16="http://schemas.microsoft.com/office/drawing/2014/main" id="{FA0EA27F-8CC7-EF92-8B49-461DA6270E9C}"/>
                    </a:ext>
                  </a:extLst>
                </p:cNvPr>
                <p:cNvSpPr/>
                <p:nvPr/>
              </p:nvSpPr>
              <p:spPr>
                <a:xfrm>
                  <a:off x="9221596" y="2279353"/>
                  <a:ext cx="613" cy="2731"/>
                </a:xfrm>
                <a:custGeom>
                  <a:avLst/>
                  <a:gdLst>
                    <a:gd name="connsiteX0" fmla="*/ 440 w 613"/>
                    <a:gd name="connsiteY0" fmla="*/ 1852 h 2731"/>
                    <a:gd name="connsiteX1" fmla="*/ 0 w 613"/>
                    <a:gd name="connsiteY1" fmla="*/ 2732 h 2731"/>
                    <a:gd name="connsiteX2" fmla="*/ 81 w 613"/>
                    <a:gd name="connsiteY2" fmla="*/ 0 h 2731"/>
                    <a:gd name="connsiteX3" fmla="*/ 614 w 613"/>
                    <a:gd name="connsiteY3" fmla="*/ 544 h 2731"/>
                    <a:gd name="connsiteX4" fmla="*/ 440 w 613"/>
                    <a:gd name="connsiteY4" fmla="*/ 1852 h 2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3" h="2731">
                      <a:moveTo>
                        <a:pt x="440" y="1852"/>
                      </a:moveTo>
                      <a:lnTo>
                        <a:pt x="0" y="2732"/>
                      </a:lnTo>
                      <a:lnTo>
                        <a:pt x="81" y="0"/>
                      </a:lnTo>
                      <a:lnTo>
                        <a:pt x="614" y="544"/>
                      </a:lnTo>
                      <a:lnTo>
                        <a:pt x="440" y="185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59" name="Freeform: Shape 758">
                  <a:extLst>
                    <a:ext uri="{FF2B5EF4-FFF2-40B4-BE49-F238E27FC236}">
                      <a16:creationId xmlns:a16="http://schemas.microsoft.com/office/drawing/2014/main" id="{DB1B8308-F340-AC19-C7A9-007D6A40C0FF}"/>
                    </a:ext>
                  </a:extLst>
                </p:cNvPr>
                <p:cNvSpPr/>
                <p:nvPr/>
              </p:nvSpPr>
              <p:spPr>
                <a:xfrm>
                  <a:off x="7687364" y="3569264"/>
                  <a:ext cx="1261" cy="2072"/>
                </a:xfrm>
                <a:custGeom>
                  <a:avLst/>
                  <a:gdLst>
                    <a:gd name="connsiteX0" fmla="*/ 0 w 1261"/>
                    <a:gd name="connsiteY0" fmla="*/ 0 h 2072"/>
                    <a:gd name="connsiteX1" fmla="*/ 1262 w 1261"/>
                    <a:gd name="connsiteY1" fmla="*/ 1424 h 2072"/>
                    <a:gd name="connsiteX2" fmla="*/ 509 w 1261"/>
                    <a:gd name="connsiteY2" fmla="*/ 2072 h 2072"/>
                    <a:gd name="connsiteX3" fmla="*/ 0 w 1261"/>
                    <a:gd name="connsiteY3" fmla="*/ 0 h 2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1" h="2072">
                      <a:moveTo>
                        <a:pt x="0" y="0"/>
                      </a:moveTo>
                      <a:lnTo>
                        <a:pt x="1262" y="1424"/>
                      </a:lnTo>
                      <a:lnTo>
                        <a:pt x="509" y="207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60" name="Freeform: Shape 759">
                  <a:extLst>
                    <a:ext uri="{FF2B5EF4-FFF2-40B4-BE49-F238E27FC236}">
                      <a16:creationId xmlns:a16="http://schemas.microsoft.com/office/drawing/2014/main" id="{9D517E1B-DE29-CDF3-B825-FFB82504B615}"/>
                    </a:ext>
                  </a:extLst>
                </p:cNvPr>
                <p:cNvSpPr/>
                <p:nvPr/>
              </p:nvSpPr>
              <p:spPr>
                <a:xfrm>
                  <a:off x="8213673" y="3229605"/>
                  <a:ext cx="1099" cy="1817"/>
                </a:xfrm>
                <a:custGeom>
                  <a:avLst/>
                  <a:gdLst>
                    <a:gd name="connsiteX0" fmla="*/ 0 w 1099"/>
                    <a:gd name="connsiteY0" fmla="*/ 0 h 1817"/>
                    <a:gd name="connsiteX1" fmla="*/ 1100 w 1099"/>
                    <a:gd name="connsiteY1" fmla="*/ 810 h 1817"/>
                    <a:gd name="connsiteX2" fmla="*/ 243 w 1099"/>
                    <a:gd name="connsiteY2" fmla="*/ 1817 h 1817"/>
                    <a:gd name="connsiteX3" fmla="*/ 93 w 1099"/>
                    <a:gd name="connsiteY3" fmla="*/ 1088 h 1817"/>
                    <a:gd name="connsiteX4" fmla="*/ 0 w 1099"/>
                    <a:gd name="connsiteY4" fmla="*/ 0 h 18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9" h="1817">
                      <a:moveTo>
                        <a:pt x="0" y="0"/>
                      </a:moveTo>
                      <a:lnTo>
                        <a:pt x="1100" y="810"/>
                      </a:lnTo>
                      <a:lnTo>
                        <a:pt x="243" y="1817"/>
                      </a:lnTo>
                      <a:lnTo>
                        <a:pt x="93" y="108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61" name="Freeform: Shape 760">
                  <a:extLst>
                    <a:ext uri="{FF2B5EF4-FFF2-40B4-BE49-F238E27FC236}">
                      <a16:creationId xmlns:a16="http://schemas.microsoft.com/office/drawing/2014/main" id="{C1C867AB-8D03-EECD-2414-7A73696C3C46}"/>
                    </a:ext>
                  </a:extLst>
                </p:cNvPr>
                <p:cNvSpPr/>
                <p:nvPr/>
              </p:nvSpPr>
              <p:spPr>
                <a:xfrm>
                  <a:off x="7969757" y="2777173"/>
                  <a:ext cx="1192" cy="2315"/>
                </a:xfrm>
                <a:custGeom>
                  <a:avLst/>
                  <a:gdLst>
                    <a:gd name="connsiteX0" fmla="*/ 0 w 1192"/>
                    <a:gd name="connsiteY0" fmla="*/ 567 h 2315"/>
                    <a:gd name="connsiteX1" fmla="*/ 648 w 1192"/>
                    <a:gd name="connsiteY1" fmla="*/ 0 h 2315"/>
                    <a:gd name="connsiteX2" fmla="*/ 683 w 1192"/>
                    <a:gd name="connsiteY2" fmla="*/ 0 h 2315"/>
                    <a:gd name="connsiteX3" fmla="*/ 1192 w 1192"/>
                    <a:gd name="connsiteY3" fmla="*/ 2315 h 2315"/>
                    <a:gd name="connsiteX4" fmla="*/ 0 w 1192"/>
                    <a:gd name="connsiteY4" fmla="*/ 567 h 2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92" h="2315">
                      <a:moveTo>
                        <a:pt x="0" y="567"/>
                      </a:moveTo>
                      <a:lnTo>
                        <a:pt x="648" y="0"/>
                      </a:lnTo>
                      <a:lnTo>
                        <a:pt x="683" y="0"/>
                      </a:lnTo>
                      <a:lnTo>
                        <a:pt x="1192" y="2315"/>
                      </a:lnTo>
                      <a:lnTo>
                        <a:pt x="0" y="56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62" name="Freeform: Shape 761">
                  <a:extLst>
                    <a:ext uri="{FF2B5EF4-FFF2-40B4-BE49-F238E27FC236}">
                      <a16:creationId xmlns:a16="http://schemas.microsoft.com/office/drawing/2014/main" id="{9CF3AB26-A018-10F7-2CCC-82EA9458D15E}"/>
                    </a:ext>
                  </a:extLst>
                </p:cNvPr>
                <p:cNvSpPr/>
                <p:nvPr/>
              </p:nvSpPr>
              <p:spPr>
                <a:xfrm>
                  <a:off x="7750464" y="3507785"/>
                  <a:ext cx="3171" cy="2106"/>
                </a:xfrm>
                <a:custGeom>
                  <a:avLst/>
                  <a:gdLst>
                    <a:gd name="connsiteX0" fmla="*/ 0 w 3171"/>
                    <a:gd name="connsiteY0" fmla="*/ 521 h 2106"/>
                    <a:gd name="connsiteX1" fmla="*/ 139 w 3171"/>
                    <a:gd name="connsiteY1" fmla="*/ 0 h 2106"/>
                    <a:gd name="connsiteX2" fmla="*/ 1505 w 3171"/>
                    <a:gd name="connsiteY2" fmla="*/ 949 h 2106"/>
                    <a:gd name="connsiteX3" fmla="*/ 3172 w 3171"/>
                    <a:gd name="connsiteY3" fmla="*/ 2107 h 2106"/>
                    <a:gd name="connsiteX4" fmla="*/ 0 w 3171"/>
                    <a:gd name="connsiteY4" fmla="*/ 521 h 2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1" h="2106">
                      <a:moveTo>
                        <a:pt x="0" y="521"/>
                      </a:moveTo>
                      <a:lnTo>
                        <a:pt x="139" y="0"/>
                      </a:lnTo>
                      <a:lnTo>
                        <a:pt x="1505" y="949"/>
                      </a:lnTo>
                      <a:lnTo>
                        <a:pt x="3172" y="2107"/>
                      </a:lnTo>
                      <a:lnTo>
                        <a:pt x="0" y="52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63" name="Freeform: Shape 762">
                  <a:extLst>
                    <a:ext uri="{FF2B5EF4-FFF2-40B4-BE49-F238E27FC236}">
                      <a16:creationId xmlns:a16="http://schemas.microsoft.com/office/drawing/2014/main" id="{C91791D1-36E7-7470-AEC1-A7310C57472D}"/>
                    </a:ext>
                  </a:extLst>
                </p:cNvPr>
                <p:cNvSpPr/>
                <p:nvPr/>
              </p:nvSpPr>
              <p:spPr>
                <a:xfrm>
                  <a:off x="7444594" y="2964668"/>
                  <a:ext cx="1285" cy="1597"/>
                </a:xfrm>
                <a:custGeom>
                  <a:avLst/>
                  <a:gdLst>
                    <a:gd name="connsiteX0" fmla="*/ 0 w 1285"/>
                    <a:gd name="connsiteY0" fmla="*/ 1597 h 1597"/>
                    <a:gd name="connsiteX1" fmla="*/ 810 w 1285"/>
                    <a:gd name="connsiteY1" fmla="*/ 0 h 1597"/>
                    <a:gd name="connsiteX2" fmla="*/ 1285 w 1285"/>
                    <a:gd name="connsiteY2" fmla="*/ 1343 h 1597"/>
                    <a:gd name="connsiteX3" fmla="*/ 0 w 1285"/>
                    <a:gd name="connsiteY3" fmla="*/ 1597 h 1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5" h="1597">
                      <a:moveTo>
                        <a:pt x="0" y="1597"/>
                      </a:moveTo>
                      <a:lnTo>
                        <a:pt x="810" y="0"/>
                      </a:lnTo>
                      <a:lnTo>
                        <a:pt x="1285" y="1343"/>
                      </a:lnTo>
                      <a:lnTo>
                        <a:pt x="0" y="15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64" name="Freeform: Shape 763">
                  <a:extLst>
                    <a:ext uri="{FF2B5EF4-FFF2-40B4-BE49-F238E27FC236}">
                      <a16:creationId xmlns:a16="http://schemas.microsoft.com/office/drawing/2014/main" id="{1BC1D2DD-0EE7-437F-875B-9B1BF41CD4BD}"/>
                    </a:ext>
                  </a:extLst>
                </p:cNvPr>
                <p:cNvSpPr/>
                <p:nvPr/>
              </p:nvSpPr>
              <p:spPr>
                <a:xfrm>
                  <a:off x="7774854" y="3428733"/>
                  <a:ext cx="1076" cy="1828"/>
                </a:xfrm>
                <a:custGeom>
                  <a:avLst/>
                  <a:gdLst>
                    <a:gd name="connsiteX0" fmla="*/ 0 w 1076"/>
                    <a:gd name="connsiteY0" fmla="*/ 1702 h 1828"/>
                    <a:gd name="connsiteX1" fmla="*/ 69 w 1076"/>
                    <a:gd name="connsiteY1" fmla="*/ 0 h 1828"/>
                    <a:gd name="connsiteX2" fmla="*/ 1077 w 1076"/>
                    <a:gd name="connsiteY2" fmla="*/ 1829 h 1828"/>
                    <a:gd name="connsiteX3" fmla="*/ 0 w 1076"/>
                    <a:gd name="connsiteY3" fmla="*/ 1702 h 1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76" h="1828">
                      <a:moveTo>
                        <a:pt x="0" y="1702"/>
                      </a:moveTo>
                      <a:lnTo>
                        <a:pt x="69" y="0"/>
                      </a:lnTo>
                      <a:lnTo>
                        <a:pt x="1077" y="1829"/>
                      </a:lnTo>
                      <a:lnTo>
                        <a:pt x="0" y="17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65" name="Freeform: Shape 764">
                  <a:extLst>
                    <a:ext uri="{FF2B5EF4-FFF2-40B4-BE49-F238E27FC236}">
                      <a16:creationId xmlns:a16="http://schemas.microsoft.com/office/drawing/2014/main" id="{CC1F4A7D-6D52-95AE-C3D4-D76ECCA829A3}"/>
                    </a:ext>
                  </a:extLst>
                </p:cNvPr>
                <p:cNvSpPr/>
                <p:nvPr/>
              </p:nvSpPr>
              <p:spPr>
                <a:xfrm>
                  <a:off x="8403436" y="2952502"/>
                  <a:ext cx="763" cy="2361"/>
                </a:xfrm>
                <a:custGeom>
                  <a:avLst/>
                  <a:gdLst>
                    <a:gd name="connsiteX0" fmla="*/ 359 w 763"/>
                    <a:gd name="connsiteY0" fmla="*/ 1447 h 2361"/>
                    <a:gd name="connsiteX1" fmla="*/ 0 w 763"/>
                    <a:gd name="connsiteY1" fmla="*/ 2362 h 2361"/>
                    <a:gd name="connsiteX2" fmla="*/ 23 w 763"/>
                    <a:gd name="connsiteY2" fmla="*/ 116 h 2361"/>
                    <a:gd name="connsiteX3" fmla="*/ 81 w 763"/>
                    <a:gd name="connsiteY3" fmla="*/ 93 h 2361"/>
                    <a:gd name="connsiteX4" fmla="*/ 764 w 763"/>
                    <a:gd name="connsiteY4" fmla="*/ 0 h 2361"/>
                    <a:gd name="connsiteX5" fmla="*/ 359 w 763"/>
                    <a:gd name="connsiteY5" fmla="*/ 1447 h 23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63" h="2361">
                      <a:moveTo>
                        <a:pt x="359" y="1447"/>
                      </a:moveTo>
                      <a:lnTo>
                        <a:pt x="0" y="2362"/>
                      </a:lnTo>
                      <a:lnTo>
                        <a:pt x="23" y="116"/>
                      </a:lnTo>
                      <a:lnTo>
                        <a:pt x="81" y="93"/>
                      </a:lnTo>
                      <a:lnTo>
                        <a:pt x="764" y="0"/>
                      </a:lnTo>
                      <a:lnTo>
                        <a:pt x="359" y="144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66" name="Freeform: Shape 765">
                  <a:extLst>
                    <a:ext uri="{FF2B5EF4-FFF2-40B4-BE49-F238E27FC236}">
                      <a16:creationId xmlns:a16="http://schemas.microsoft.com/office/drawing/2014/main" id="{AB295655-333D-C8B2-9321-489423980641}"/>
                    </a:ext>
                  </a:extLst>
                </p:cNvPr>
                <p:cNvSpPr/>
                <p:nvPr/>
              </p:nvSpPr>
              <p:spPr>
                <a:xfrm>
                  <a:off x="8215860" y="3736142"/>
                  <a:ext cx="1273" cy="1469"/>
                </a:xfrm>
                <a:custGeom>
                  <a:avLst/>
                  <a:gdLst>
                    <a:gd name="connsiteX0" fmla="*/ 0 w 1273"/>
                    <a:gd name="connsiteY0" fmla="*/ 1470 h 1469"/>
                    <a:gd name="connsiteX1" fmla="*/ 46 w 1273"/>
                    <a:gd name="connsiteY1" fmla="*/ 0 h 1469"/>
                    <a:gd name="connsiteX2" fmla="*/ 1273 w 1273"/>
                    <a:gd name="connsiteY2" fmla="*/ 544 h 1469"/>
                    <a:gd name="connsiteX3" fmla="*/ 0 w 1273"/>
                    <a:gd name="connsiteY3" fmla="*/ 1470 h 1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3" h="1469">
                      <a:moveTo>
                        <a:pt x="0" y="1470"/>
                      </a:moveTo>
                      <a:lnTo>
                        <a:pt x="46" y="0"/>
                      </a:lnTo>
                      <a:lnTo>
                        <a:pt x="1273" y="544"/>
                      </a:lnTo>
                      <a:lnTo>
                        <a:pt x="0" y="14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67" name="Freeform: Shape 766">
                  <a:extLst>
                    <a:ext uri="{FF2B5EF4-FFF2-40B4-BE49-F238E27FC236}">
                      <a16:creationId xmlns:a16="http://schemas.microsoft.com/office/drawing/2014/main" id="{44B51A05-AFE3-F733-8165-5177C27DCD97}"/>
                    </a:ext>
                  </a:extLst>
                </p:cNvPr>
                <p:cNvSpPr/>
                <p:nvPr/>
              </p:nvSpPr>
              <p:spPr>
                <a:xfrm>
                  <a:off x="7791385" y="3204775"/>
                  <a:ext cx="1481" cy="1516"/>
                </a:xfrm>
                <a:custGeom>
                  <a:avLst/>
                  <a:gdLst>
                    <a:gd name="connsiteX0" fmla="*/ 0 w 1481"/>
                    <a:gd name="connsiteY0" fmla="*/ 1517 h 1516"/>
                    <a:gd name="connsiteX1" fmla="*/ 58 w 1481"/>
                    <a:gd name="connsiteY1" fmla="*/ 232 h 1516"/>
                    <a:gd name="connsiteX2" fmla="*/ 1482 w 1481"/>
                    <a:gd name="connsiteY2" fmla="*/ 0 h 1516"/>
                    <a:gd name="connsiteX3" fmla="*/ 0 w 1481"/>
                    <a:gd name="connsiteY3" fmla="*/ 1517 h 15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81" h="1516">
                      <a:moveTo>
                        <a:pt x="0" y="1517"/>
                      </a:moveTo>
                      <a:lnTo>
                        <a:pt x="58" y="232"/>
                      </a:lnTo>
                      <a:lnTo>
                        <a:pt x="1482" y="0"/>
                      </a:lnTo>
                      <a:lnTo>
                        <a:pt x="0" y="15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68" name="Freeform: Shape 767">
                  <a:extLst>
                    <a:ext uri="{FF2B5EF4-FFF2-40B4-BE49-F238E27FC236}">
                      <a16:creationId xmlns:a16="http://schemas.microsoft.com/office/drawing/2014/main" id="{2AABEB66-2BA1-988E-094E-FC5D651DCA8B}"/>
                    </a:ext>
                  </a:extLst>
                </p:cNvPr>
                <p:cNvSpPr/>
                <p:nvPr/>
              </p:nvSpPr>
              <p:spPr>
                <a:xfrm>
                  <a:off x="7854635" y="3150079"/>
                  <a:ext cx="2048" cy="1053"/>
                </a:xfrm>
                <a:custGeom>
                  <a:avLst/>
                  <a:gdLst>
                    <a:gd name="connsiteX0" fmla="*/ 0 w 2048"/>
                    <a:gd name="connsiteY0" fmla="*/ 1007 h 1053"/>
                    <a:gd name="connsiteX1" fmla="*/ 880 w 2048"/>
                    <a:gd name="connsiteY1" fmla="*/ 0 h 1053"/>
                    <a:gd name="connsiteX2" fmla="*/ 2049 w 2048"/>
                    <a:gd name="connsiteY2" fmla="*/ 625 h 1053"/>
                    <a:gd name="connsiteX3" fmla="*/ 23 w 2048"/>
                    <a:gd name="connsiteY3" fmla="*/ 1053 h 1053"/>
                    <a:gd name="connsiteX4" fmla="*/ 0 w 2048"/>
                    <a:gd name="connsiteY4" fmla="*/ 1007 h 10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48" h="1053">
                      <a:moveTo>
                        <a:pt x="0" y="1007"/>
                      </a:moveTo>
                      <a:lnTo>
                        <a:pt x="880" y="0"/>
                      </a:lnTo>
                      <a:lnTo>
                        <a:pt x="2049" y="625"/>
                      </a:lnTo>
                      <a:lnTo>
                        <a:pt x="23" y="1053"/>
                      </a:lnTo>
                      <a:lnTo>
                        <a:pt x="0" y="100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69" name="Freeform: Shape 768">
                  <a:extLst>
                    <a:ext uri="{FF2B5EF4-FFF2-40B4-BE49-F238E27FC236}">
                      <a16:creationId xmlns:a16="http://schemas.microsoft.com/office/drawing/2014/main" id="{F6C8D4EB-3CDF-A694-C45D-227F7FB07D04}"/>
                    </a:ext>
                  </a:extLst>
                </p:cNvPr>
                <p:cNvSpPr/>
                <p:nvPr/>
              </p:nvSpPr>
              <p:spPr>
                <a:xfrm>
                  <a:off x="9661491" y="1721754"/>
                  <a:ext cx="1180" cy="1956"/>
                </a:xfrm>
                <a:custGeom>
                  <a:avLst/>
                  <a:gdLst>
                    <a:gd name="connsiteX0" fmla="*/ 0 w 1180"/>
                    <a:gd name="connsiteY0" fmla="*/ 486 h 1956"/>
                    <a:gd name="connsiteX1" fmla="*/ 1181 w 1180"/>
                    <a:gd name="connsiteY1" fmla="*/ 0 h 1956"/>
                    <a:gd name="connsiteX2" fmla="*/ 139 w 1180"/>
                    <a:gd name="connsiteY2" fmla="*/ 1956 h 1956"/>
                    <a:gd name="connsiteX3" fmla="*/ 0 w 1180"/>
                    <a:gd name="connsiteY3" fmla="*/ 486 h 1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80" h="1956">
                      <a:moveTo>
                        <a:pt x="0" y="486"/>
                      </a:moveTo>
                      <a:lnTo>
                        <a:pt x="1181" y="0"/>
                      </a:lnTo>
                      <a:lnTo>
                        <a:pt x="139" y="1956"/>
                      </a:lnTo>
                      <a:lnTo>
                        <a:pt x="0" y="48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70" name="Freeform: Shape 769">
                  <a:extLst>
                    <a:ext uri="{FF2B5EF4-FFF2-40B4-BE49-F238E27FC236}">
                      <a16:creationId xmlns:a16="http://schemas.microsoft.com/office/drawing/2014/main" id="{DD2B7088-963E-D1F5-7A6F-5032226E8E53}"/>
                    </a:ext>
                  </a:extLst>
                </p:cNvPr>
                <p:cNvSpPr/>
                <p:nvPr/>
              </p:nvSpPr>
              <p:spPr>
                <a:xfrm>
                  <a:off x="7787032" y="3427506"/>
                  <a:ext cx="1724" cy="1377"/>
                </a:xfrm>
                <a:custGeom>
                  <a:avLst/>
                  <a:gdLst>
                    <a:gd name="connsiteX0" fmla="*/ 220 w 1724"/>
                    <a:gd name="connsiteY0" fmla="*/ 0 h 1377"/>
                    <a:gd name="connsiteX1" fmla="*/ 776 w 1724"/>
                    <a:gd name="connsiteY1" fmla="*/ 486 h 1377"/>
                    <a:gd name="connsiteX2" fmla="*/ 1482 w 1724"/>
                    <a:gd name="connsiteY2" fmla="*/ 1088 h 1377"/>
                    <a:gd name="connsiteX3" fmla="*/ 1725 w 1724"/>
                    <a:gd name="connsiteY3" fmla="*/ 1378 h 1377"/>
                    <a:gd name="connsiteX4" fmla="*/ 776 w 1724"/>
                    <a:gd name="connsiteY4" fmla="*/ 1111 h 1377"/>
                    <a:gd name="connsiteX5" fmla="*/ 0 w 1724"/>
                    <a:gd name="connsiteY5" fmla="*/ 880 h 1377"/>
                    <a:gd name="connsiteX6" fmla="*/ 46 w 1724"/>
                    <a:gd name="connsiteY6" fmla="*/ 394 h 1377"/>
                    <a:gd name="connsiteX7" fmla="*/ 220 w 1724"/>
                    <a:gd name="connsiteY7" fmla="*/ 0 h 1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24" h="1377">
                      <a:moveTo>
                        <a:pt x="220" y="0"/>
                      </a:moveTo>
                      <a:lnTo>
                        <a:pt x="776" y="486"/>
                      </a:lnTo>
                      <a:lnTo>
                        <a:pt x="1482" y="1088"/>
                      </a:lnTo>
                      <a:lnTo>
                        <a:pt x="1725" y="1378"/>
                      </a:lnTo>
                      <a:lnTo>
                        <a:pt x="776" y="1111"/>
                      </a:lnTo>
                      <a:lnTo>
                        <a:pt x="0" y="880"/>
                      </a:lnTo>
                      <a:lnTo>
                        <a:pt x="46" y="394"/>
                      </a:lnTo>
                      <a:lnTo>
                        <a:pt x="22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71" name="Freeform: Shape 770">
                  <a:extLst>
                    <a:ext uri="{FF2B5EF4-FFF2-40B4-BE49-F238E27FC236}">
                      <a16:creationId xmlns:a16="http://schemas.microsoft.com/office/drawing/2014/main" id="{3AC5DBBD-1358-4134-A61F-CFE0BE02E292}"/>
                    </a:ext>
                  </a:extLst>
                </p:cNvPr>
                <p:cNvSpPr/>
                <p:nvPr/>
              </p:nvSpPr>
              <p:spPr>
                <a:xfrm>
                  <a:off x="8089510" y="3934842"/>
                  <a:ext cx="1018" cy="1887"/>
                </a:xfrm>
                <a:custGeom>
                  <a:avLst/>
                  <a:gdLst>
                    <a:gd name="connsiteX0" fmla="*/ 0 w 1018"/>
                    <a:gd name="connsiteY0" fmla="*/ 533 h 1887"/>
                    <a:gd name="connsiteX1" fmla="*/ 197 w 1018"/>
                    <a:gd name="connsiteY1" fmla="*/ 243 h 1887"/>
                    <a:gd name="connsiteX2" fmla="*/ 822 w 1018"/>
                    <a:gd name="connsiteY2" fmla="*/ 0 h 1887"/>
                    <a:gd name="connsiteX3" fmla="*/ 1019 w 1018"/>
                    <a:gd name="connsiteY3" fmla="*/ 1887 h 1887"/>
                    <a:gd name="connsiteX4" fmla="*/ 0 w 1018"/>
                    <a:gd name="connsiteY4" fmla="*/ 533 h 1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8" h="1887">
                      <a:moveTo>
                        <a:pt x="0" y="533"/>
                      </a:moveTo>
                      <a:lnTo>
                        <a:pt x="197" y="243"/>
                      </a:lnTo>
                      <a:lnTo>
                        <a:pt x="822" y="0"/>
                      </a:lnTo>
                      <a:lnTo>
                        <a:pt x="1019" y="1887"/>
                      </a:lnTo>
                      <a:lnTo>
                        <a:pt x="0" y="53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72" name="Freeform: Shape 771">
                  <a:extLst>
                    <a:ext uri="{FF2B5EF4-FFF2-40B4-BE49-F238E27FC236}">
                      <a16:creationId xmlns:a16="http://schemas.microsoft.com/office/drawing/2014/main" id="{64F2C1EE-6B45-202B-10E4-39658733D167}"/>
                    </a:ext>
                  </a:extLst>
                </p:cNvPr>
                <p:cNvSpPr/>
                <p:nvPr/>
              </p:nvSpPr>
              <p:spPr>
                <a:xfrm>
                  <a:off x="8070676" y="4126006"/>
                  <a:ext cx="1412" cy="1377"/>
                </a:xfrm>
                <a:custGeom>
                  <a:avLst/>
                  <a:gdLst>
                    <a:gd name="connsiteX0" fmla="*/ 0 w 1412"/>
                    <a:gd name="connsiteY0" fmla="*/ 1378 h 1377"/>
                    <a:gd name="connsiteX1" fmla="*/ 509 w 1412"/>
                    <a:gd name="connsiteY1" fmla="*/ 0 h 1377"/>
                    <a:gd name="connsiteX2" fmla="*/ 1412 w 1412"/>
                    <a:gd name="connsiteY2" fmla="*/ 1053 h 1377"/>
                    <a:gd name="connsiteX3" fmla="*/ 0 w 1412"/>
                    <a:gd name="connsiteY3" fmla="*/ 1378 h 1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2" h="1377">
                      <a:moveTo>
                        <a:pt x="0" y="1378"/>
                      </a:moveTo>
                      <a:lnTo>
                        <a:pt x="509" y="0"/>
                      </a:lnTo>
                      <a:lnTo>
                        <a:pt x="1412" y="1053"/>
                      </a:lnTo>
                      <a:lnTo>
                        <a:pt x="0" y="13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73" name="Freeform: Shape 772">
                  <a:extLst>
                    <a:ext uri="{FF2B5EF4-FFF2-40B4-BE49-F238E27FC236}">
                      <a16:creationId xmlns:a16="http://schemas.microsoft.com/office/drawing/2014/main" id="{1258B895-056A-644A-552E-5E5B2CF75F9D}"/>
                    </a:ext>
                  </a:extLst>
                </p:cNvPr>
                <p:cNvSpPr/>
                <p:nvPr/>
              </p:nvSpPr>
              <p:spPr>
                <a:xfrm>
                  <a:off x="9301377" y="2272384"/>
                  <a:ext cx="960" cy="1944"/>
                </a:xfrm>
                <a:custGeom>
                  <a:avLst/>
                  <a:gdLst>
                    <a:gd name="connsiteX0" fmla="*/ 0 w 960"/>
                    <a:gd name="connsiteY0" fmla="*/ 0 h 1944"/>
                    <a:gd name="connsiteX1" fmla="*/ 961 w 960"/>
                    <a:gd name="connsiteY1" fmla="*/ 451 h 1944"/>
                    <a:gd name="connsiteX2" fmla="*/ 197 w 960"/>
                    <a:gd name="connsiteY2" fmla="*/ 1945 h 1944"/>
                    <a:gd name="connsiteX3" fmla="*/ 0 w 960"/>
                    <a:gd name="connsiteY3" fmla="*/ 0 h 1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" h="1944">
                      <a:moveTo>
                        <a:pt x="0" y="0"/>
                      </a:moveTo>
                      <a:lnTo>
                        <a:pt x="961" y="451"/>
                      </a:lnTo>
                      <a:lnTo>
                        <a:pt x="197" y="194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74" name="Freeform: Shape 773">
                  <a:extLst>
                    <a:ext uri="{FF2B5EF4-FFF2-40B4-BE49-F238E27FC236}">
                      <a16:creationId xmlns:a16="http://schemas.microsoft.com/office/drawing/2014/main" id="{AC961AD2-918D-DFBE-D521-40146868859A}"/>
                    </a:ext>
                  </a:extLst>
                </p:cNvPr>
                <p:cNvSpPr/>
                <p:nvPr/>
              </p:nvSpPr>
              <p:spPr>
                <a:xfrm>
                  <a:off x="8435698" y="4482948"/>
                  <a:ext cx="984" cy="1956"/>
                </a:xfrm>
                <a:custGeom>
                  <a:avLst/>
                  <a:gdLst>
                    <a:gd name="connsiteX0" fmla="*/ 0 w 984"/>
                    <a:gd name="connsiteY0" fmla="*/ 0 h 1956"/>
                    <a:gd name="connsiteX1" fmla="*/ 984 w 984"/>
                    <a:gd name="connsiteY1" fmla="*/ 162 h 1956"/>
                    <a:gd name="connsiteX2" fmla="*/ 822 w 984"/>
                    <a:gd name="connsiteY2" fmla="*/ 1956 h 1956"/>
                    <a:gd name="connsiteX3" fmla="*/ 0 w 984"/>
                    <a:gd name="connsiteY3" fmla="*/ 0 h 1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4" h="1956">
                      <a:moveTo>
                        <a:pt x="0" y="0"/>
                      </a:moveTo>
                      <a:lnTo>
                        <a:pt x="984" y="162"/>
                      </a:lnTo>
                      <a:lnTo>
                        <a:pt x="822" y="195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75" name="Freeform: Shape 774">
                  <a:extLst>
                    <a:ext uri="{FF2B5EF4-FFF2-40B4-BE49-F238E27FC236}">
                      <a16:creationId xmlns:a16="http://schemas.microsoft.com/office/drawing/2014/main" id="{49BC90E8-B965-A805-C0FE-E13DF91A13B7}"/>
                    </a:ext>
                  </a:extLst>
                </p:cNvPr>
                <p:cNvSpPr/>
                <p:nvPr/>
              </p:nvSpPr>
              <p:spPr>
                <a:xfrm>
                  <a:off x="8744647" y="2657085"/>
                  <a:ext cx="763" cy="3727"/>
                </a:xfrm>
                <a:custGeom>
                  <a:avLst/>
                  <a:gdLst>
                    <a:gd name="connsiteX0" fmla="*/ 0 w 763"/>
                    <a:gd name="connsiteY0" fmla="*/ 3727 h 3727"/>
                    <a:gd name="connsiteX1" fmla="*/ 660 w 763"/>
                    <a:gd name="connsiteY1" fmla="*/ 0 h 3727"/>
                    <a:gd name="connsiteX2" fmla="*/ 764 w 763"/>
                    <a:gd name="connsiteY2" fmla="*/ 2095 h 3727"/>
                    <a:gd name="connsiteX3" fmla="*/ 0 w 763"/>
                    <a:gd name="connsiteY3" fmla="*/ 3727 h 37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3" h="3727">
                      <a:moveTo>
                        <a:pt x="0" y="3727"/>
                      </a:moveTo>
                      <a:lnTo>
                        <a:pt x="660" y="0"/>
                      </a:lnTo>
                      <a:lnTo>
                        <a:pt x="764" y="2095"/>
                      </a:lnTo>
                      <a:lnTo>
                        <a:pt x="0" y="37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76" name="Freeform: Shape 775">
                  <a:extLst>
                    <a:ext uri="{FF2B5EF4-FFF2-40B4-BE49-F238E27FC236}">
                      <a16:creationId xmlns:a16="http://schemas.microsoft.com/office/drawing/2014/main" id="{7A57B8F7-DC1D-D449-AF05-AE5C21E838EB}"/>
                    </a:ext>
                  </a:extLst>
                </p:cNvPr>
                <p:cNvSpPr/>
                <p:nvPr/>
              </p:nvSpPr>
              <p:spPr>
                <a:xfrm>
                  <a:off x="8534197" y="2744309"/>
                  <a:ext cx="1632" cy="1667"/>
                </a:xfrm>
                <a:custGeom>
                  <a:avLst/>
                  <a:gdLst>
                    <a:gd name="connsiteX0" fmla="*/ 174 w 1632"/>
                    <a:gd name="connsiteY0" fmla="*/ 232 h 1667"/>
                    <a:gd name="connsiteX1" fmla="*/ 949 w 1632"/>
                    <a:gd name="connsiteY1" fmla="*/ 0 h 1667"/>
                    <a:gd name="connsiteX2" fmla="*/ 1621 w 1632"/>
                    <a:gd name="connsiteY2" fmla="*/ 1632 h 1667"/>
                    <a:gd name="connsiteX3" fmla="*/ 1632 w 1632"/>
                    <a:gd name="connsiteY3" fmla="*/ 1667 h 1667"/>
                    <a:gd name="connsiteX4" fmla="*/ 0 w 1632"/>
                    <a:gd name="connsiteY4" fmla="*/ 290 h 1667"/>
                    <a:gd name="connsiteX5" fmla="*/ 174 w 1632"/>
                    <a:gd name="connsiteY5" fmla="*/ 232 h 1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32" h="1667">
                      <a:moveTo>
                        <a:pt x="174" y="232"/>
                      </a:moveTo>
                      <a:lnTo>
                        <a:pt x="949" y="0"/>
                      </a:lnTo>
                      <a:lnTo>
                        <a:pt x="1621" y="1632"/>
                      </a:lnTo>
                      <a:lnTo>
                        <a:pt x="1632" y="1667"/>
                      </a:lnTo>
                      <a:lnTo>
                        <a:pt x="0" y="290"/>
                      </a:lnTo>
                      <a:lnTo>
                        <a:pt x="174" y="2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77" name="Freeform: Shape 776">
                  <a:extLst>
                    <a:ext uri="{FF2B5EF4-FFF2-40B4-BE49-F238E27FC236}">
                      <a16:creationId xmlns:a16="http://schemas.microsoft.com/office/drawing/2014/main" id="{551F8F75-DD46-FEE7-9B1F-FFB7D111610C}"/>
                    </a:ext>
                  </a:extLst>
                </p:cNvPr>
                <p:cNvSpPr/>
                <p:nvPr/>
              </p:nvSpPr>
              <p:spPr>
                <a:xfrm>
                  <a:off x="8044919" y="3180547"/>
                  <a:ext cx="1493" cy="1713"/>
                </a:xfrm>
                <a:custGeom>
                  <a:avLst/>
                  <a:gdLst>
                    <a:gd name="connsiteX0" fmla="*/ 949 w 1493"/>
                    <a:gd name="connsiteY0" fmla="*/ 0 h 1713"/>
                    <a:gd name="connsiteX1" fmla="*/ 1273 w 1493"/>
                    <a:gd name="connsiteY1" fmla="*/ 278 h 1713"/>
                    <a:gd name="connsiteX2" fmla="*/ 1493 w 1493"/>
                    <a:gd name="connsiteY2" fmla="*/ 741 h 1713"/>
                    <a:gd name="connsiteX3" fmla="*/ 0 w 1493"/>
                    <a:gd name="connsiteY3" fmla="*/ 1713 h 1713"/>
                    <a:gd name="connsiteX4" fmla="*/ 12 w 1493"/>
                    <a:gd name="connsiteY4" fmla="*/ 1644 h 1713"/>
                    <a:gd name="connsiteX5" fmla="*/ 949 w 1493"/>
                    <a:gd name="connsiteY5" fmla="*/ 0 h 1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93" h="1713">
                      <a:moveTo>
                        <a:pt x="949" y="0"/>
                      </a:moveTo>
                      <a:lnTo>
                        <a:pt x="1273" y="278"/>
                      </a:lnTo>
                      <a:lnTo>
                        <a:pt x="1493" y="741"/>
                      </a:lnTo>
                      <a:lnTo>
                        <a:pt x="0" y="1713"/>
                      </a:lnTo>
                      <a:lnTo>
                        <a:pt x="12" y="1644"/>
                      </a:lnTo>
                      <a:lnTo>
                        <a:pt x="949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78" name="Freeform: Shape 777">
                  <a:extLst>
                    <a:ext uri="{FF2B5EF4-FFF2-40B4-BE49-F238E27FC236}">
                      <a16:creationId xmlns:a16="http://schemas.microsoft.com/office/drawing/2014/main" id="{AB351556-E36B-3589-6E8D-DD2649797DF8}"/>
                    </a:ext>
                  </a:extLst>
                </p:cNvPr>
                <p:cNvSpPr/>
                <p:nvPr/>
              </p:nvSpPr>
              <p:spPr>
                <a:xfrm>
                  <a:off x="8304439" y="3868628"/>
                  <a:ext cx="2361" cy="2500"/>
                </a:xfrm>
                <a:custGeom>
                  <a:avLst/>
                  <a:gdLst>
                    <a:gd name="connsiteX0" fmla="*/ 648 w 2361"/>
                    <a:gd name="connsiteY0" fmla="*/ 2003 h 2500"/>
                    <a:gd name="connsiteX1" fmla="*/ 0 w 2361"/>
                    <a:gd name="connsiteY1" fmla="*/ 2500 h 2500"/>
                    <a:gd name="connsiteX2" fmla="*/ 2199 w 2361"/>
                    <a:gd name="connsiteY2" fmla="*/ 0 h 2500"/>
                    <a:gd name="connsiteX3" fmla="*/ 2361 w 2361"/>
                    <a:gd name="connsiteY3" fmla="*/ 614 h 2500"/>
                    <a:gd name="connsiteX4" fmla="*/ 648 w 2361"/>
                    <a:gd name="connsiteY4" fmla="*/ 2003 h 2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61" h="2500">
                      <a:moveTo>
                        <a:pt x="648" y="2003"/>
                      </a:moveTo>
                      <a:lnTo>
                        <a:pt x="0" y="2500"/>
                      </a:lnTo>
                      <a:lnTo>
                        <a:pt x="2199" y="0"/>
                      </a:lnTo>
                      <a:lnTo>
                        <a:pt x="2361" y="614"/>
                      </a:lnTo>
                      <a:lnTo>
                        <a:pt x="648" y="20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79" name="Freeform: Shape 778">
                  <a:extLst>
                    <a:ext uri="{FF2B5EF4-FFF2-40B4-BE49-F238E27FC236}">
                      <a16:creationId xmlns:a16="http://schemas.microsoft.com/office/drawing/2014/main" id="{697DC243-B8AF-61C2-23C8-BD0C0D430D87}"/>
                    </a:ext>
                  </a:extLst>
                </p:cNvPr>
                <p:cNvSpPr/>
                <p:nvPr/>
              </p:nvSpPr>
              <p:spPr>
                <a:xfrm>
                  <a:off x="7803435" y="3221328"/>
                  <a:ext cx="1956" cy="1608"/>
                </a:xfrm>
                <a:custGeom>
                  <a:avLst/>
                  <a:gdLst>
                    <a:gd name="connsiteX0" fmla="*/ 0 w 1956"/>
                    <a:gd name="connsiteY0" fmla="*/ 0 h 1608"/>
                    <a:gd name="connsiteX1" fmla="*/ 1956 w 1956"/>
                    <a:gd name="connsiteY1" fmla="*/ 752 h 1608"/>
                    <a:gd name="connsiteX2" fmla="*/ 1829 w 1956"/>
                    <a:gd name="connsiteY2" fmla="*/ 1609 h 1608"/>
                    <a:gd name="connsiteX3" fmla="*/ 0 w 1956"/>
                    <a:gd name="connsiteY3" fmla="*/ 0 h 1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6" h="1608">
                      <a:moveTo>
                        <a:pt x="0" y="0"/>
                      </a:moveTo>
                      <a:lnTo>
                        <a:pt x="1956" y="752"/>
                      </a:lnTo>
                      <a:lnTo>
                        <a:pt x="1829" y="160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80" name="Freeform: Shape 779">
                  <a:extLst>
                    <a:ext uri="{FF2B5EF4-FFF2-40B4-BE49-F238E27FC236}">
                      <a16:creationId xmlns:a16="http://schemas.microsoft.com/office/drawing/2014/main" id="{DE6D0DBD-D2C8-A44D-2D62-BBF5CF3AB4CE}"/>
                    </a:ext>
                  </a:extLst>
                </p:cNvPr>
                <p:cNvSpPr/>
                <p:nvPr/>
              </p:nvSpPr>
              <p:spPr>
                <a:xfrm>
                  <a:off x="8271992" y="4149401"/>
                  <a:ext cx="1852" cy="1331"/>
                </a:xfrm>
                <a:custGeom>
                  <a:avLst/>
                  <a:gdLst>
                    <a:gd name="connsiteX0" fmla="*/ 0 w 1852"/>
                    <a:gd name="connsiteY0" fmla="*/ 1331 h 1331"/>
                    <a:gd name="connsiteX1" fmla="*/ 1505 w 1852"/>
                    <a:gd name="connsiteY1" fmla="*/ 0 h 1331"/>
                    <a:gd name="connsiteX2" fmla="*/ 1852 w 1852"/>
                    <a:gd name="connsiteY2" fmla="*/ 880 h 1331"/>
                    <a:gd name="connsiteX3" fmla="*/ 0 w 1852"/>
                    <a:gd name="connsiteY3" fmla="*/ 1331 h 1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52" h="1331">
                      <a:moveTo>
                        <a:pt x="0" y="1331"/>
                      </a:moveTo>
                      <a:lnTo>
                        <a:pt x="1505" y="0"/>
                      </a:lnTo>
                      <a:lnTo>
                        <a:pt x="1852" y="880"/>
                      </a:lnTo>
                      <a:lnTo>
                        <a:pt x="0" y="133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81" name="Freeform: Shape 780">
                  <a:extLst>
                    <a:ext uri="{FF2B5EF4-FFF2-40B4-BE49-F238E27FC236}">
                      <a16:creationId xmlns:a16="http://schemas.microsoft.com/office/drawing/2014/main" id="{0CDEC90E-C38F-7DF7-1CAC-2783C50C0E1B}"/>
                    </a:ext>
                  </a:extLst>
                </p:cNvPr>
                <p:cNvSpPr/>
                <p:nvPr/>
              </p:nvSpPr>
              <p:spPr>
                <a:xfrm>
                  <a:off x="9180085" y="2559778"/>
                  <a:ext cx="1168" cy="2014"/>
                </a:xfrm>
                <a:custGeom>
                  <a:avLst/>
                  <a:gdLst>
                    <a:gd name="connsiteX0" fmla="*/ 1123 w 1168"/>
                    <a:gd name="connsiteY0" fmla="*/ 1586 h 2014"/>
                    <a:gd name="connsiteX1" fmla="*/ 0 w 1168"/>
                    <a:gd name="connsiteY1" fmla="*/ 2014 h 2014"/>
                    <a:gd name="connsiteX2" fmla="*/ 1169 w 1168"/>
                    <a:gd name="connsiteY2" fmla="*/ 0 h 2014"/>
                    <a:gd name="connsiteX3" fmla="*/ 1123 w 1168"/>
                    <a:gd name="connsiteY3" fmla="*/ 1586 h 2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8" h="2014">
                      <a:moveTo>
                        <a:pt x="1123" y="1586"/>
                      </a:moveTo>
                      <a:lnTo>
                        <a:pt x="0" y="2014"/>
                      </a:lnTo>
                      <a:lnTo>
                        <a:pt x="1169" y="0"/>
                      </a:lnTo>
                      <a:lnTo>
                        <a:pt x="1123" y="158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82" name="Freeform: Shape 781">
                  <a:extLst>
                    <a:ext uri="{FF2B5EF4-FFF2-40B4-BE49-F238E27FC236}">
                      <a16:creationId xmlns:a16="http://schemas.microsoft.com/office/drawing/2014/main" id="{1BE55DA6-E3E6-839D-C2A0-8CC6A5A60AA4}"/>
                    </a:ext>
                  </a:extLst>
                </p:cNvPr>
                <p:cNvSpPr/>
                <p:nvPr/>
              </p:nvSpPr>
              <p:spPr>
                <a:xfrm>
                  <a:off x="8130500" y="4329221"/>
                  <a:ext cx="2118" cy="2535"/>
                </a:xfrm>
                <a:custGeom>
                  <a:avLst/>
                  <a:gdLst>
                    <a:gd name="connsiteX0" fmla="*/ 1528 w 2118"/>
                    <a:gd name="connsiteY0" fmla="*/ 1135 h 2535"/>
                    <a:gd name="connsiteX1" fmla="*/ 0 w 2118"/>
                    <a:gd name="connsiteY1" fmla="*/ 2535 h 2535"/>
                    <a:gd name="connsiteX2" fmla="*/ 139 w 2118"/>
                    <a:gd name="connsiteY2" fmla="*/ 2281 h 2535"/>
                    <a:gd name="connsiteX3" fmla="*/ 1898 w 2118"/>
                    <a:gd name="connsiteY3" fmla="*/ 0 h 2535"/>
                    <a:gd name="connsiteX4" fmla="*/ 2118 w 2118"/>
                    <a:gd name="connsiteY4" fmla="*/ 556 h 2535"/>
                    <a:gd name="connsiteX5" fmla="*/ 1528 w 2118"/>
                    <a:gd name="connsiteY5" fmla="*/ 1135 h 2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18" h="2535">
                      <a:moveTo>
                        <a:pt x="1528" y="1135"/>
                      </a:moveTo>
                      <a:lnTo>
                        <a:pt x="0" y="2535"/>
                      </a:lnTo>
                      <a:lnTo>
                        <a:pt x="139" y="2281"/>
                      </a:lnTo>
                      <a:lnTo>
                        <a:pt x="1898" y="0"/>
                      </a:lnTo>
                      <a:lnTo>
                        <a:pt x="2118" y="556"/>
                      </a:lnTo>
                      <a:lnTo>
                        <a:pt x="1528" y="11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83" name="Freeform: Shape 782">
                  <a:extLst>
                    <a:ext uri="{FF2B5EF4-FFF2-40B4-BE49-F238E27FC236}">
                      <a16:creationId xmlns:a16="http://schemas.microsoft.com/office/drawing/2014/main" id="{38BA99D7-BD6F-C6EF-0CA6-485F591F08C6}"/>
                    </a:ext>
                  </a:extLst>
                </p:cNvPr>
                <p:cNvSpPr/>
                <p:nvPr/>
              </p:nvSpPr>
              <p:spPr>
                <a:xfrm>
                  <a:off x="8630497" y="2708494"/>
                  <a:ext cx="1157" cy="1562"/>
                </a:xfrm>
                <a:custGeom>
                  <a:avLst/>
                  <a:gdLst>
                    <a:gd name="connsiteX0" fmla="*/ 984 w 1157"/>
                    <a:gd name="connsiteY0" fmla="*/ 0 h 1562"/>
                    <a:gd name="connsiteX1" fmla="*/ 1158 w 1157"/>
                    <a:gd name="connsiteY1" fmla="*/ 1505 h 1562"/>
                    <a:gd name="connsiteX2" fmla="*/ 0 w 1157"/>
                    <a:gd name="connsiteY2" fmla="*/ 1563 h 1562"/>
                    <a:gd name="connsiteX3" fmla="*/ 984 w 1157"/>
                    <a:gd name="connsiteY3" fmla="*/ 0 h 1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7" h="1562">
                      <a:moveTo>
                        <a:pt x="984" y="0"/>
                      </a:moveTo>
                      <a:lnTo>
                        <a:pt x="1158" y="1505"/>
                      </a:lnTo>
                      <a:lnTo>
                        <a:pt x="0" y="1563"/>
                      </a:lnTo>
                      <a:lnTo>
                        <a:pt x="984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84" name="Freeform: Shape 783">
                  <a:extLst>
                    <a:ext uri="{FF2B5EF4-FFF2-40B4-BE49-F238E27FC236}">
                      <a16:creationId xmlns:a16="http://schemas.microsoft.com/office/drawing/2014/main" id="{1DE3CC90-15F5-F49D-D0E5-7DB5D4EDFD58}"/>
                    </a:ext>
                  </a:extLst>
                </p:cNvPr>
                <p:cNvSpPr/>
                <p:nvPr/>
              </p:nvSpPr>
              <p:spPr>
                <a:xfrm>
                  <a:off x="7981692" y="2770459"/>
                  <a:ext cx="1446" cy="1342"/>
                </a:xfrm>
                <a:custGeom>
                  <a:avLst/>
                  <a:gdLst>
                    <a:gd name="connsiteX0" fmla="*/ 0 w 1446"/>
                    <a:gd name="connsiteY0" fmla="*/ 1019 h 1342"/>
                    <a:gd name="connsiteX1" fmla="*/ 1447 w 1446"/>
                    <a:gd name="connsiteY1" fmla="*/ 0 h 1342"/>
                    <a:gd name="connsiteX2" fmla="*/ 1250 w 1446"/>
                    <a:gd name="connsiteY2" fmla="*/ 1343 h 1342"/>
                    <a:gd name="connsiteX3" fmla="*/ 0 w 1446"/>
                    <a:gd name="connsiteY3" fmla="*/ 1019 h 1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46" h="1342">
                      <a:moveTo>
                        <a:pt x="0" y="1019"/>
                      </a:moveTo>
                      <a:lnTo>
                        <a:pt x="1447" y="0"/>
                      </a:lnTo>
                      <a:lnTo>
                        <a:pt x="1250" y="1343"/>
                      </a:lnTo>
                      <a:lnTo>
                        <a:pt x="0" y="101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85" name="Freeform: Shape 784">
                  <a:extLst>
                    <a:ext uri="{FF2B5EF4-FFF2-40B4-BE49-F238E27FC236}">
                      <a16:creationId xmlns:a16="http://schemas.microsoft.com/office/drawing/2014/main" id="{5CB1C885-784E-06C3-2976-19166D423896}"/>
                    </a:ext>
                  </a:extLst>
                </p:cNvPr>
                <p:cNvSpPr/>
                <p:nvPr/>
              </p:nvSpPr>
              <p:spPr>
                <a:xfrm>
                  <a:off x="8308132" y="4016603"/>
                  <a:ext cx="1412" cy="1331"/>
                </a:xfrm>
                <a:custGeom>
                  <a:avLst/>
                  <a:gdLst>
                    <a:gd name="connsiteX0" fmla="*/ 35 w 1412"/>
                    <a:gd name="connsiteY0" fmla="*/ 938 h 1331"/>
                    <a:gd name="connsiteX1" fmla="*/ 1389 w 1412"/>
                    <a:gd name="connsiteY1" fmla="*/ 0 h 1331"/>
                    <a:gd name="connsiteX2" fmla="*/ 1412 w 1412"/>
                    <a:gd name="connsiteY2" fmla="*/ 336 h 1331"/>
                    <a:gd name="connsiteX3" fmla="*/ 914 w 1412"/>
                    <a:gd name="connsiteY3" fmla="*/ 1331 h 1331"/>
                    <a:gd name="connsiteX4" fmla="*/ 127 w 1412"/>
                    <a:gd name="connsiteY4" fmla="*/ 1192 h 1331"/>
                    <a:gd name="connsiteX5" fmla="*/ 0 w 1412"/>
                    <a:gd name="connsiteY5" fmla="*/ 996 h 1331"/>
                    <a:gd name="connsiteX6" fmla="*/ 35 w 1412"/>
                    <a:gd name="connsiteY6" fmla="*/ 938 h 1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12" h="1331">
                      <a:moveTo>
                        <a:pt x="35" y="938"/>
                      </a:moveTo>
                      <a:lnTo>
                        <a:pt x="1389" y="0"/>
                      </a:lnTo>
                      <a:lnTo>
                        <a:pt x="1412" y="336"/>
                      </a:lnTo>
                      <a:lnTo>
                        <a:pt x="914" y="1331"/>
                      </a:lnTo>
                      <a:lnTo>
                        <a:pt x="127" y="1192"/>
                      </a:lnTo>
                      <a:lnTo>
                        <a:pt x="0" y="996"/>
                      </a:lnTo>
                      <a:lnTo>
                        <a:pt x="35" y="93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86" name="Freeform: Shape 785">
                  <a:extLst>
                    <a:ext uri="{FF2B5EF4-FFF2-40B4-BE49-F238E27FC236}">
                      <a16:creationId xmlns:a16="http://schemas.microsoft.com/office/drawing/2014/main" id="{5328D50F-3153-83D7-BFE3-A208B80D1ABF}"/>
                    </a:ext>
                  </a:extLst>
                </p:cNvPr>
                <p:cNvSpPr/>
                <p:nvPr/>
              </p:nvSpPr>
              <p:spPr>
                <a:xfrm>
                  <a:off x="9800598" y="1595809"/>
                  <a:ext cx="1365" cy="1597"/>
                </a:xfrm>
                <a:custGeom>
                  <a:avLst/>
                  <a:gdLst>
                    <a:gd name="connsiteX0" fmla="*/ 1273 w 1365"/>
                    <a:gd name="connsiteY0" fmla="*/ 1389 h 1597"/>
                    <a:gd name="connsiteX1" fmla="*/ 0 w 1365"/>
                    <a:gd name="connsiteY1" fmla="*/ 1597 h 1597"/>
                    <a:gd name="connsiteX2" fmla="*/ 1308 w 1365"/>
                    <a:gd name="connsiteY2" fmla="*/ 58 h 1597"/>
                    <a:gd name="connsiteX3" fmla="*/ 1366 w 1365"/>
                    <a:gd name="connsiteY3" fmla="*/ 0 h 1597"/>
                    <a:gd name="connsiteX4" fmla="*/ 1273 w 1365"/>
                    <a:gd name="connsiteY4" fmla="*/ 1389 h 1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5" h="1597">
                      <a:moveTo>
                        <a:pt x="1273" y="1389"/>
                      </a:moveTo>
                      <a:lnTo>
                        <a:pt x="0" y="1597"/>
                      </a:lnTo>
                      <a:lnTo>
                        <a:pt x="1308" y="58"/>
                      </a:lnTo>
                      <a:lnTo>
                        <a:pt x="1366" y="0"/>
                      </a:lnTo>
                      <a:lnTo>
                        <a:pt x="1273" y="138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87" name="Freeform: Shape 786">
                  <a:extLst>
                    <a:ext uri="{FF2B5EF4-FFF2-40B4-BE49-F238E27FC236}">
                      <a16:creationId xmlns:a16="http://schemas.microsoft.com/office/drawing/2014/main" id="{2CF63381-C3A4-932D-BFDB-5CBB46599C4A}"/>
                    </a:ext>
                  </a:extLst>
                </p:cNvPr>
                <p:cNvSpPr/>
                <p:nvPr/>
              </p:nvSpPr>
              <p:spPr>
                <a:xfrm>
                  <a:off x="8166107" y="3765233"/>
                  <a:ext cx="1829" cy="1088"/>
                </a:xfrm>
                <a:custGeom>
                  <a:avLst/>
                  <a:gdLst>
                    <a:gd name="connsiteX0" fmla="*/ 0 w 1829"/>
                    <a:gd name="connsiteY0" fmla="*/ 752 h 1088"/>
                    <a:gd name="connsiteX1" fmla="*/ 1019 w 1829"/>
                    <a:gd name="connsiteY1" fmla="*/ 0 h 1088"/>
                    <a:gd name="connsiteX2" fmla="*/ 1829 w 1829"/>
                    <a:gd name="connsiteY2" fmla="*/ 1088 h 1088"/>
                    <a:gd name="connsiteX3" fmla="*/ 0 w 1829"/>
                    <a:gd name="connsiteY3" fmla="*/ 752 h 1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9" h="1088">
                      <a:moveTo>
                        <a:pt x="0" y="752"/>
                      </a:moveTo>
                      <a:lnTo>
                        <a:pt x="1019" y="0"/>
                      </a:lnTo>
                      <a:lnTo>
                        <a:pt x="1829" y="1088"/>
                      </a:lnTo>
                      <a:lnTo>
                        <a:pt x="0" y="75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88" name="Freeform: Shape 787">
                  <a:extLst>
                    <a:ext uri="{FF2B5EF4-FFF2-40B4-BE49-F238E27FC236}">
                      <a16:creationId xmlns:a16="http://schemas.microsoft.com/office/drawing/2014/main" id="{F3F5804E-EC0F-8D7F-D217-A886CF68F2D9}"/>
                    </a:ext>
                  </a:extLst>
                </p:cNvPr>
                <p:cNvSpPr/>
                <p:nvPr/>
              </p:nvSpPr>
              <p:spPr>
                <a:xfrm>
                  <a:off x="9831517" y="1322947"/>
                  <a:ext cx="1284" cy="1523"/>
                </a:xfrm>
                <a:custGeom>
                  <a:avLst/>
                  <a:gdLst>
                    <a:gd name="connsiteX0" fmla="*/ 0 w 1284"/>
                    <a:gd name="connsiteY0" fmla="*/ 1403 h 1523"/>
                    <a:gd name="connsiteX1" fmla="*/ 116 w 1284"/>
                    <a:gd name="connsiteY1" fmla="*/ 53 h 1523"/>
                    <a:gd name="connsiteX2" fmla="*/ 1285 w 1284"/>
                    <a:gd name="connsiteY2" fmla="*/ 0 h 1523"/>
                    <a:gd name="connsiteX3" fmla="*/ 0 w 1284"/>
                    <a:gd name="connsiteY3" fmla="*/ 1523 h 1523"/>
                    <a:gd name="connsiteX4" fmla="*/ 0 w 1284"/>
                    <a:gd name="connsiteY4" fmla="*/ 1403 h 1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4" h="1523">
                      <a:moveTo>
                        <a:pt x="0" y="1403"/>
                      </a:moveTo>
                      <a:lnTo>
                        <a:pt x="116" y="53"/>
                      </a:lnTo>
                      <a:lnTo>
                        <a:pt x="1285" y="0"/>
                      </a:lnTo>
                      <a:lnTo>
                        <a:pt x="0" y="1523"/>
                      </a:lnTo>
                      <a:lnTo>
                        <a:pt x="0" y="14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89" name="Freeform: Shape 788">
                  <a:extLst>
                    <a:ext uri="{FF2B5EF4-FFF2-40B4-BE49-F238E27FC236}">
                      <a16:creationId xmlns:a16="http://schemas.microsoft.com/office/drawing/2014/main" id="{BB23BC65-6A91-D107-0D63-2A6D0C6AD6FC}"/>
                    </a:ext>
                  </a:extLst>
                </p:cNvPr>
                <p:cNvSpPr/>
                <p:nvPr/>
              </p:nvSpPr>
              <p:spPr>
                <a:xfrm>
                  <a:off x="7890405" y="2827691"/>
                  <a:ext cx="1608" cy="1192"/>
                </a:xfrm>
                <a:custGeom>
                  <a:avLst/>
                  <a:gdLst>
                    <a:gd name="connsiteX0" fmla="*/ 0 w 1608"/>
                    <a:gd name="connsiteY0" fmla="*/ 1192 h 1192"/>
                    <a:gd name="connsiteX1" fmla="*/ 1296 w 1608"/>
                    <a:gd name="connsiteY1" fmla="*/ 0 h 1192"/>
                    <a:gd name="connsiteX2" fmla="*/ 1609 w 1608"/>
                    <a:gd name="connsiteY2" fmla="*/ 1030 h 1192"/>
                    <a:gd name="connsiteX3" fmla="*/ 0 w 1608"/>
                    <a:gd name="connsiteY3" fmla="*/ 1192 h 1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08" h="1192">
                      <a:moveTo>
                        <a:pt x="0" y="1192"/>
                      </a:moveTo>
                      <a:lnTo>
                        <a:pt x="1296" y="0"/>
                      </a:lnTo>
                      <a:lnTo>
                        <a:pt x="1609" y="1030"/>
                      </a:lnTo>
                      <a:lnTo>
                        <a:pt x="0" y="119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90" name="Freeform: Shape 789">
                  <a:extLst>
                    <a:ext uri="{FF2B5EF4-FFF2-40B4-BE49-F238E27FC236}">
                      <a16:creationId xmlns:a16="http://schemas.microsoft.com/office/drawing/2014/main" id="{6B7166CF-763A-C9AE-67F5-2785C8C86CFF}"/>
                    </a:ext>
                  </a:extLst>
                </p:cNvPr>
                <p:cNvSpPr/>
                <p:nvPr/>
              </p:nvSpPr>
              <p:spPr>
                <a:xfrm>
                  <a:off x="8285675" y="4027310"/>
                  <a:ext cx="1088" cy="1725"/>
                </a:xfrm>
                <a:custGeom>
                  <a:avLst/>
                  <a:gdLst>
                    <a:gd name="connsiteX0" fmla="*/ 0 w 1088"/>
                    <a:gd name="connsiteY0" fmla="*/ 174 h 1725"/>
                    <a:gd name="connsiteX1" fmla="*/ 312 w 1088"/>
                    <a:gd name="connsiteY1" fmla="*/ 0 h 1725"/>
                    <a:gd name="connsiteX2" fmla="*/ 972 w 1088"/>
                    <a:gd name="connsiteY2" fmla="*/ 174 h 1725"/>
                    <a:gd name="connsiteX3" fmla="*/ 1088 w 1088"/>
                    <a:gd name="connsiteY3" fmla="*/ 1725 h 1725"/>
                    <a:gd name="connsiteX4" fmla="*/ 556 w 1088"/>
                    <a:gd name="connsiteY4" fmla="*/ 1007 h 1725"/>
                    <a:gd name="connsiteX5" fmla="*/ 0 w 1088"/>
                    <a:gd name="connsiteY5" fmla="*/ 174 h 1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88" h="1725">
                      <a:moveTo>
                        <a:pt x="0" y="174"/>
                      </a:moveTo>
                      <a:lnTo>
                        <a:pt x="312" y="0"/>
                      </a:lnTo>
                      <a:lnTo>
                        <a:pt x="972" y="174"/>
                      </a:lnTo>
                      <a:lnTo>
                        <a:pt x="1088" y="1725"/>
                      </a:lnTo>
                      <a:lnTo>
                        <a:pt x="556" y="1007"/>
                      </a:lnTo>
                      <a:lnTo>
                        <a:pt x="0" y="17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91" name="Freeform: Shape 790">
                  <a:extLst>
                    <a:ext uri="{FF2B5EF4-FFF2-40B4-BE49-F238E27FC236}">
                      <a16:creationId xmlns:a16="http://schemas.microsoft.com/office/drawing/2014/main" id="{148F7B56-8D6E-5155-3190-5400AD2E1BED}"/>
                    </a:ext>
                  </a:extLst>
                </p:cNvPr>
                <p:cNvSpPr/>
                <p:nvPr/>
              </p:nvSpPr>
              <p:spPr>
                <a:xfrm>
                  <a:off x="8437307" y="2890513"/>
                  <a:ext cx="1863" cy="949"/>
                </a:xfrm>
                <a:custGeom>
                  <a:avLst/>
                  <a:gdLst>
                    <a:gd name="connsiteX0" fmla="*/ 0 w 1863"/>
                    <a:gd name="connsiteY0" fmla="*/ 949 h 949"/>
                    <a:gd name="connsiteX1" fmla="*/ 127 w 1863"/>
                    <a:gd name="connsiteY1" fmla="*/ 0 h 949"/>
                    <a:gd name="connsiteX2" fmla="*/ 1864 w 1863"/>
                    <a:gd name="connsiteY2" fmla="*/ 405 h 949"/>
                    <a:gd name="connsiteX3" fmla="*/ 0 w 1863"/>
                    <a:gd name="connsiteY3" fmla="*/ 949 h 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63" h="949">
                      <a:moveTo>
                        <a:pt x="0" y="949"/>
                      </a:moveTo>
                      <a:lnTo>
                        <a:pt x="127" y="0"/>
                      </a:lnTo>
                      <a:lnTo>
                        <a:pt x="1864" y="405"/>
                      </a:lnTo>
                      <a:lnTo>
                        <a:pt x="0" y="94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92" name="Freeform: Shape 791">
                  <a:extLst>
                    <a:ext uri="{FF2B5EF4-FFF2-40B4-BE49-F238E27FC236}">
                      <a16:creationId xmlns:a16="http://schemas.microsoft.com/office/drawing/2014/main" id="{5F95A0FF-D0C7-3120-543A-10ECF3F50AFE}"/>
                    </a:ext>
                  </a:extLst>
                </p:cNvPr>
                <p:cNvSpPr/>
                <p:nvPr/>
              </p:nvSpPr>
              <p:spPr>
                <a:xfrm>
                  <a:off x="7729558" y="2753582"/>
                  <a:ext cx="1817" cy="972"/>
                </a:xfrm>
                <a:custGeom>
                  <a:avLst/>
                  <a:gdLst>
                    <a:gd name="connsiteX0" fmla="*/ 0 w 1817"/>
                    <a:gd name="connsiteY0" fmla="*/ 903 h 972"/>
                    <a:gd name="connsiteX1" fmla="*/ 1817 w 1817"/>
                    <a:gd name="connsiteY1" fmla="*/ 0 h 972"/>
                    <a:gd name="connsiteX2" fmla="*/ 1736 w 1817"/>
                    <a:gd name="connsiteY2" fmla="*/ 972 h 972"/>
                    <a:gd name="connsiteX3" fmla="*/ 0 w 1817"/>
                    <a:gd name="connsiteY3" fmla="*/ 903 h 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17" h="972">
                      <a:moveTo>
                        <a:pt x="0" y="903"/>
                      </a:moveTo>
                      <a:lnTo>
                        <a:pt x="1817" y="0"/>
                      </a:lnTo>
                      <a:lnTo>
                        <a:pt x="1736" y="972"/>
                      </a:lnTo>
                      <a:lnTo>
                        <a:pt x="0" y="9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93" name="Freeform: Shape 792">
                  <a:extLst>
                    <a:ext uri="{FF2B5EF4-FFF2-40B4-BE49-F238E27FC236}">
                      <a16:creationId xmlns:a16="http://schemas.microsoft.com/office/drawing/2014/main" id="{AA3CA1A4-2079-587A-D1B1-8532DF3F2441}"/>
                    </a:ext>
                  </a:extLst>
                </p:cNvPr>
                <p:cNvSpPr/>
                <p:nvPr/>
              </p:nvSpPr>
              <p:spPr>
                <a:xfrm>
                  <a:off x="8080735" y="4108955"/>
                  <a:ext cx="1458" cy="983"/>
                </a:xfrm>
                <a:custGeom>
                  <a:avLst/>
                  <a:gdLst>
                    <a:gd name="connsiteX0" fmla="*/ 0 w 1458"/>
                    <a:gd name="connsiteY0" fmla="*/ 81 h 983"/>
                    <a:gd name="connsiteX1" fmla="*/ 417 w 1458"/>
                    <a:gd name="connsiteY1" fmla="*/ 0 h 983"/>
                    <a:gd name="connsiteX2" fmla="*/ 1459 w 1458"/>
                    <a:gd name="connsiteY2" fmla="*/ 880 h 983"/>
                    <a:gd name="connsiteX3" fmla="*/ 93 w 1458"/>
                    <a:gd name="connsiteY3" fmla="*/ 984 h 983"/>
                    <a:gd name="connsiteX4" fmla="*/ 0 w 1458"/>
                    <a:gd name="connsiteY4" fmla="*/ 81 h 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58" h="983">
                      <a:moveTo>
                        <a:pt x="0" y="81"/>
                      </a:moveTo>
                      <a:lnTo>
                        <a:pt x="417" y="0"/>
                      </a:lnTo>
                      <a:lnTo>
                        <a:pt x="1459" y="880"/>
                      </a:lnTo>
                      <a:lnTo>
                        <a:pt x="93" y="984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94" name="Freeform: Shape 793">
                  <a:extLst>
                    <a:ext uri="{FF2B5EF4-FFF2-40B4-BE49-F238E27FC236}">
                      <a16:creationId xmlns:a16="http://schemas.microsoft.com/office/drawing/2014/main" id="{A842A2D7-FB93-B044-63D5-AE308A5573DA}"/>
                    </a:ext>
                  </a:extLst>
                </p:cNvPr>
                <p:cNvSpPr/>
                <p:nvPr/>
              </p:nvSpPr>
              <p:spPr>
                <a:xfrm>
                  <a:off x="7794452" y="3206743"/>
                  <a:ext cx="1088" cy="1747"/>
                </a:xfrm>
                <a:custGeom>
                  <a:avLst/>
                  <a:gdLst>
                    <a:gd name="connsiteX0" fmla="*/ 0 w 1088"/>
                    <a:gd name="connsiteY0" fmla="*/ 1424 h 1747"/>
                    <a:gd name="connsiteX1" fmla="*/ 324 w 1088"/>
                    <a:gd name="connsiteY1" fmla="*/ 0 h 1747"/>
                    <a:gd name="connsiteX2" fmla="*/ 1088 w 1088"/>
                    <a:gd name="connsiteY2" fmla="*/ 1748 h 1747"/>
                    <a:gd name="connsiteX3" fmla="*/ 0 w 1088"/>
                    <a:gd name="connsiteY3" fmla="*/ 1424 h 1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88" h="1747">
                      <a:moveTo>
                        <a:pt x="0" y="1424"/>
                      </a:moveTo>
                      <a:lnTo>
                        <a:pt x="324" y="0"/>
                      </a:lnTo>
                      <a:lnTo>
                        <a:pt x="1088" y="1748"/>
                      </a:lnTo>
                      <a:lnTo>
                        <a:pt x="0" y="14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95" name="Freeform: Shape 794">
                  <a:extLst>
                    <a:ext uri="{FF2B5EF4-FFF2-40B4-BE49-F238E27FC236}">
                      <a16:creationId xmlns:a16="http://schemas.microsoft.com/office/drawing/2014/main" id="{FAF0984C-BD15-E236-32C1-2B98DDFC9280}"/>
                    </a:ext>
                  </a:extLst>
                </p:cNvPr>
                <p:cNvSpPr/>
                <p:nvPr/>
              </p:nvSpPr>
              <p:spPr>
                <a:xfrm>
                  <a:off x="8485196" y="2798299"/>
                  <a:ext cx="1539" cy="1678"/>
                </a:xfrm>
                <a:custGeom>
                  <a:avLst/>
                  <a:gdLst>
                    <a:gd name="connsiteX0" fmla="*/ 0 w 1539"/>
                    <a:gd name="connsiteY0" fmla="*/ 1679 h 1678"/>
                    <a:gd name="connsiteX1" fmla="*/ 718 w 1539"/>
                    <a:gd name="connsiteY1" fmla="*/ 0 h 1678"/>
                    <a:gd name="connsiteX2" fmla="*/ 1540 w 1539"/>
                    <a:gd name="connsiteY2" fmla="*/ 405 h 1678"/>
                    <a:gd name="connsiteX3" fmla="*/ 0 w 1539"/>
                    <a:gd name="connsiteY3" fmla="*/ 1679 h 1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9" h="1678">
                      <a:moveTo>
                        <a:pt x="0" y="1679"/>
                      </a:moveTo>
                      <a:lnTo>
                        <a:pt x="718" y="0"/>
                      </a:lnTo>
                      <a:lnTo>
                        <a:pt x="1540" y="405"/>
                      </a:lnTo>
                      <a:lnTo>
                        <a:pt x="0" y="167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96" name="Freeform: Shape 795">
                  <a:extLst>
                    <a:ext uri="{FF2B5EF4-FFF2-40B4-BE49-F238E27FC236}">
                      <a16:creationId xmlns:a16="http://schemas.microsoft.com/office/drawing/2014/main" id="{0E313334-76F1-4AFF-42A3-CEB6234BE0A5}"/>
                    </a:ext>
                  </a:extLst>
                </p:cNvPr>
                <p:cNvSpPr/>
                <p:nvPr/>
              </p:nvSpPr>
              <p:spPr>
                <a:xfrm>
                  <a:off x="8234810" y="4340947"/>
                  <a:ext cx="1481" cy="2118"/>
                </a:xfrm>
                <a:custGeom>
                  <a:avLst/>
                  <a:gdLst>
                    <a:gd name="connsiteX0" fmla="*/ 1030 w 1481"/>
                    <a:gd name="connsiteY0" fmla="*/ 1621 h 2118"/>
                    <a:gd name="connsiteX1" fmla="*/ 417 w 1481"/>
                    <a:gd name="connsiteY1" fmla="*/ 2119 h 2118"/>
                    <a:gd name="connsiteX2" fmla="*/ 0 w 1481"/>
                    <a:gd name="connsiteY2" fmla="*/ 2119 h 2118"/>
                    <a:gd name="connsiteX3" fmla="*/ 1482 w 1481"/>
                    <a:gd name="connsiteY3" fmla="*/ 0 h 2118"/>
                    <a:gd name="connsiteX4" fmla="*/ 1030 w 1481"/>
                    <a:gd name="connsiteY4" fmla="*/ 1621 h 2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81" h="2118">
                      <a:moveTo>
                        <a:pt x="1030" y="1621"/>
                      </a:moveTo>
                      <a:lnTo>
                        <a:pt x="417" y="2119"/>
                      </a:lnTo>
                      <a:lnTo>
                        <a:pt x="0" y="2119"/>
                      </a:lnTo>
                      <a:lnTo>
                        <a:pt x="1482" y="0"/>
                      </a:lnTo>
                      <a:lnTo>
                        <a:pt x="1030" y="162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97" name="Freeform: Shape 796">
                  <a:extLst>
                    <a:ext uri="{FF2B5EF4-FFF2-40B4-BE49-F238E27FC236}">
                      <a16:creationId xmlns:a16="http://schemas.microsoft.com/office/drawing/2014/main" id="{C23879D8-5C11-C752-C5D4-1DE0B9A6631F}"/>
                    </a:ext>
                  </a:extLst>
                </p:cNvPr>
                <p:cNvSpPr/>
                <p:nvPr/>
              </p:nvSpPr>
              <p:spPr>
                <a:xfrm>
                  <a:off x="8314765" y="4083696"/>
                  <a:ext cx="1539" cy="1481"/>
                </a:xfrm>
                <a:custGeom>
                  <a:avLst/>
                  <a:gdLst>
                    <a:gd name="connsiteX0" fmla="*/ 0 w 1539"/>
                    <a:gd name="connsiteY0" fmla="*/ 1482 h 1481"/>
                    <a:gd name="connsiteX1" fmla="*/ 752 w 1539"/>
                    <a:gd name="connsiteY1" fmla="*/ 0 h 1481"/>
                    <a:gd name="connsiteX2" fmla="*/ 1540 w 1539"/>
                    <a:gd name="connsiteY2" fmla="*/ 637 h 1481"/>
                    <a:gd name="connsiteX3" fmla="*/ 0 w 1539"/>
                    <a:gd name="connsiteY3" fmla="*/ 1482 h 1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9" h="1481">
                      <a:moveTo>
                        <a:pt x="0" y="1482"/>
                      </a:moveTo>
                      <a:lnTo>
                        <a:pt x="752" y="0"/>
                      </a:lnTo>
                      <a:lnTo>
                        <a:pt x="1540" y="637"/>
                      </a:lnTo>
                      <a:lnTo>
                        <a:pt x="0" y="14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98" name="Freeform: Shape 797">
                  <a:extLst>
                    <a:ext uri="{FF2B5EF4-FFF2-40B4-BE49-F238E27FC236}">
                      <a16:creationId xmlns:a16="http://schemas.microsoft.com/office/drawing/2014/main" id="{AE3C1FF8-4978-1949-2828-7C1EB17B7541}"/>
                    </a:ext>
                  </a:extLst>
                </p:cNvPr>
                <p:cNvSpPr/>
                <p:nvPr/>
              </p:nvSpPr>
              <p:spPr>
                <a:xfrm>
                  <a:off x="8321305" y="3239966"/>
                  <a:ext cx="949" cy="2234"/>
                </a:xfrm>
                <a:custGeom>
                  <a:avLst/>
                  <a:gdLst>
                    <a:gd name="connsiteX0" fmla="*/ 428 w 949"/>
                    <a:gd name="connsiteY0" fmla="*/ 208 h 2234"/>
                    <a:gd name="connsiteX1" fmla="*/ 880 w 949"/>
                    <a:gd name="connsiteY1" fmla="*/ 683 h 2234"/>
                    <a:gd name="connsiteX2" fmla="*/ 949 w 949"/>
                    <a:gd name="connsiteY2" fmla="*/ 2199 h 2234"/>
                    <a:gd name="connsiteX3" fmla="*/ 938 w 949"/>
                    <a:gd name="connsiteY3" fmla="*/ 2234 h 2234"/>
                    <a:gd name="connsiteX4" fmla="*/ 498 w 949"/>
                    <a:gd name="connsiteY4" fmla="*/ 1389 h 2234"/>
                    <a:gd name="connsiteX5" fmla="*/ 0 w 949"/>
                    <a:gd name="connsiteY5" fmla="*/ 0 h 2234"/>
                    <a:gd name="connsiteX6" fmla="*/ 428 w 949"/>
                    <a:gd name="connsiteY6" fmla="*/ 208 h 2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49" h="2234">
                      <a:moveTo>
                        <a:pt x="428" y="208"/>
                      </a:moveTo>
                      <a:lnTo>
                        <a:pt x="880" y="683"/>
                      </a:lnTo>
                      <a:lnTo>
                        <a:pt x="949" y="2199"/>
                      </a:lnTo>
                      <a:lnTo>
                        <a:pt x="938" y="2234"/>
                      </a:lnTo>
                      <a:lnTo>
                        <a:pt x="498" y="1389"/>
                      </a:lnTo>
                      <a:lnTo>
                        <a:pt x="0" y="0"/>
                      </a:lnTo>
                      <a:lnTo>
                        <a:pt x="428" y="20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99" name="Freeform: Shape 798">
                  <a:extLst>
                    <a:ext uri="{FF2B5EF4-FFF2-40B4-BE49-F238E27FC236}">
                      <a16:creationId xmlns:a16="http://schemas.microsoft.com/office/drawing/2014/main" id="{5639C5FF-3124-595F-3279-C837208933B7}"/>
                    </a:ext>
                  </a:extLst>
                </p:cNvPr>
                <p:cNvSpPr/>
                <p:nvPr/>
              </p:nvSpPr>
              <p:spPr>
                <a:xfrm>
                  <a:off x="8270256" y="3988207"/>
                  <a:ext cx="1122" cy="1400"/>
                </a:xfrm>
                <a:custGeom>
                  <a:avLst/>
                  <a:gdLst>
                    <a:gd name="connsiteX0" fmla="*/ 23 w 1122"/>
                    <a:gd name="connsiteY0" fmla="*/ 1262 h 1400"/>
                    <a:gd name="connsiteX1" fmla="*/ 764 w 1122"/>
                    <a:gd name="connsiteY1" fmla="*/ 0 h 1400"/>
                    <a:gd name="connsiteX2" fmla="*/ 1123 w 1122"/>
                    <a:gd name="connsiteY2" fmla="*/ 1366 h 1400"/>
                    <a:gd name="connsiteX3" fmla="*/ 0 w 1122"/>
                    <a:gd name="connsiteY3" fmla="*/ 1401 h 1400"/>
                    <a:gd name="connsiteX4" fmla="*/ 23 w 1122"/>
                    <a:gd name="connsiteY4" fmla="*/ 1262 h 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2" h="1400">
                      <a:moveTo>
                        <a:pt x="23" y="1262"/>
                      </a:moveTo>
                      <a:lnTo>
                        <a:pt x="764" y="0"/>
                      </a:lnTo>
                      <a:lnTo>
                        <a:pt x="1123" y="1366"/>
                      </a:lnTo>
                      <a:lnTo>
                        <a:pt x="0" y="1401"/>
                      </a:lnTo>
                      <a:lnTo>
                        <a:pt x="23" y="12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00" name="Freeform: Shape 799">
                  <a:extLst>
                    <a:ext uri="{FF2B5EF4-FFF2-40B4-BE49-F238E27FC236}">
                      <a16:creationId xmlns:a16="http://schemas.microsoft.com/office/drawing/2014/main" id="{E7ECF823-C9A3-6B0B-0705-D38604D7953A}"/>
                    </a:ext>
                  </a:extLst>
                </p:cNvPr>
                <p:cNvSpPr/>
                <p:nvPr/>
              </p:nvSpPr>
              <p:spPr>
                <a:xfrm>
                  <a:off x="9681309" y="1902257"/>
                  <a:ext cx="1365" cy="1551"/>
                </a:xfrm>
                <a:custGeom>
                  <a:avLst/>
                  <a:gdLst>
                    <a:gd name="connsiteX0" fmla="*/ 787 w 1365"/>
                    <a:gd name="connsiteY0" fmla="*/ 1262 h 1551"/>
                    <a:gd name="connsiteX1" fmla="*/ 0 w 1365"/>
                    <a:gd name="connsiteY1" fmla="*/ 1551 h 1551"/>
                    <a:gd name="connsiteX2" fmla="*/ 984 w 1365"/>
                    <a:gd name="connsiteY2" fmla="*/ 0 h 1551"/>
                    <a:gd name="connsiteX3" fmla="*/ 1366 w 1365"/>
                    <a:gd name="connsiteY3" fmla="*/ 972 h 1551"/>
                    <a:gd name="connsiteX4" fmla="*/ 787 w 1365"/>
                    <a:gd name="connsiteY4" fmla="*/ 1262 h 1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5" h="1551">
                      <a:moveTo>
                        <a:pt x="787" y="1262"/>
                      </a:moveTo>
                      <a:lnTo>
                        <a:pt x="0" y="1551"/>
                      </a:lnTo>
                      <a:lnTo>
                        <a:pt x="984" y="0"/>
                      </a:lnTo>
                      <a:lnTo>
                        <a:pt x="1366" y="972"/>
                      </a:lnTo>
                      <a:lnTo>
                        <a:pt x="787" y="12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01" name="Freeform: Shape 800">
                  <a:extLst>
                    <a:ext uri="{FF2B5EF4-FFF2-40B4-BE49-F238E27FC236}">
                      <a16:creationId xmlns:a16="http://schemas.microsoft.com/office/drawing/2014/main" id="{F0B0050A-7896-563A-D86E-11D3A5441B9C}"/>
                    </a:ext>
                  </a:extLst>
                </p:cNvPr>
                <p:cNvSpPr/>
                <p:nvPr/>
              </p:nvSpPr>
              <p:spPr>
                <a:xfrm>
                  <a:off x="8433174" y="2968650"/>
                  <a:ext cx="1111" cy="2083"/>
                </a:xfrm>
                <a:custGeom>
                  <a:avLst/>
                  <a:gdLst>
                    <a:gd name="connsiteX0" fmla="*/ 0 w 1111"/>
                    <a:gd name="connsiteY0" fmla="*/ 1296 h 2083"/>
                    <a:gd name="connsiteX1" fmla="*/ 220 w 1111"/>
                    <a:gd name="connsiteY1" fmla="*/ 0 h 2083"/>
                    <a:gd name="connsiteX2" fmla="*/ 1111 w 1111"/>
                    <a:gd name="connsiteY2" fmla="*/ 2084 h 2083"/>
                    <a:gd name="connsiteX3" fmla="*/ 0 w 1111"/>
                    <a:gd name="connsiteY3" fmla="*/ 1296 h 2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1" h="2083">
                      <a:moveTo>
                        <a:pt x="0" y="1296"/>
                      </a:moveTo>
                      <a:lnTo>
                        <a:pt x="220" y="0"/>
                      </a:lnTo>
                      <a:lnTo>
                        <a:pt x="1111" y="2084"/>
                      </a:lnTo>
                      <a:lnTo>
                        <a:pt x="0" y="129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02" name="Freeform: Shape 801">
                  <a:extLst>
                    <a:ext uri="{FF2B5EF4-FFF2-40B4-BE49-F238E27FC236}">
                      <a16:creationId xmlns:a16="http://schemas.microsoft.com/office/drawing/2014/main" id="{6737198C-523E-941D-C5BE-D76374ECAEC9}"/>
                    </a:ext>
                  </a:extLst>
                </p:cNvPr>
                <p:cNvSpPr/>
                <p:nvPr/>
              </p:nvSpPr>
              <p:spPr>
                <a:xfrm>
                  <a:off x="8259698" y="3636092"/>
                  <a:ext cx="1064" cy="1469"/>
                </a:xfrm>
                <a:custGeom>
                  <a:avLst/>
                  <a:gdLst>
                    <a:gd name="connsiteX0" fmla="*/ 729 w 1064"/>
                    <a:gd name="connsiteY0" fmla="*/ 1216 h 1469"/>
                    <a:gd name="connsiteX1" fmla="*/ 602 w 1064"/>
                    <a:gd name="connsiteY1" fmla="*/ 1470 h 1469"/>
                    <a:gd name="connsiteX2" fmla="*/ 0 w 1064"/>
                    <a:gd name="connsiteY2" fmla="*/ 185 h 1469"/>
                    <a:gd name="connsiteX3" fmla="*/ 81 w 1064"/>
                    <a:gd name="connsiteY3" fmla="*/ 116 h 1469"/>
                    <a:gd name="connsiteX4" fmla="*/ 1065 w 1064"/>
                    <a:gd name="connsiteY4" fmla="*/ 0 h 1469"/>
                    <a:gd name="connsiteX5" fmla="*/ 729 w 1064"/>
                    <a:gd name="connsiteY5" fmla="*/ 1216 h 1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64" h="1469">
                      <a:moveTo>
                        <a:pt x="729" y="1216"/>
                      </a:moveTo>
                      <a:lnTo>
                        <a:pt x="602" y="1470"/>
                      </a:lnTo>
                      <a:lnTo>
                        <a:pt x="0" y="185"/>
                      </a:lnTo>
                      <a:lnTo>
                        <a:pt x="81" y="116"/>
                      </a:lnTo>
                      <a:lnTo>
                        <a:pt x="1065" y="0"/>
                      </a:lnTo>
                      <a:lnTo>
                        <a:pt x="729" y="121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03" name="Freeform: Shape 802">
                  <a:extLst>
                    <a:ext uri="{FF2B5EF4-FFF2-40B4-BE49-F238E27FC236}">
                      <a16:creationId xmlns:a16="http://schemas.microsoft.com/office/drawing/2014/main" id="{F643DB65-A8A8-7529-EC68-00F809C1C683}"/>
                    </a:ext>
                  </a:extLst>
                </p:cNvPr>
                <p:cNvSpPr/>
                <p:nvPr/>
              </p:nvSpPr>
              <p:spPr>
                <a:xfrm>
                  <a:off x="7805171" y="3283062"/>
                  <a:ext cx="1597" cy="1157"/>
                </a:xfrm>
                <a:custGeom>
                  <a:avLst/>
                  <a:gdLst>
                    <a:gd name="connsiteX0" fmla="*/ 0 w 1597"/>
                    <a:gd name="connsiteY0" fmla="*/ 973 h 1157"/>
                    <a:gd name="connsiteX1" fmla="*/ 278 w 1597"/>
                    <a:gd name="connsiteY1" fmla="*/ 0 h 1157"/>
                    <a:gd name="connsiteX2" fmla="*/ 1597 w 1597"/>
                    <a:gd name="connsiteY2" fmla="*/ 1158 h 1157"/>
                    <a:gd name="connsiteX3" fmla="*/ 0 w 1597"/>
                    <a:gd name="connsiteY3" fmla="*/ 973 h 1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97" h="1157">
                      <a:moveTo>
                        <a:pt x="0" y="973"/>
                      </a:moveTo>
                      <a:lnTo>
                        <a:pt x="278" y="0"/>
                      </a:lnTo>
                      <a:lnTo>
                        <a:pt x="1597" y="1158"/>
                      </a:lnTo>
                      <a:lnTo>
                        <a:pt x="0" y="97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04" name="Freeform: Shape 803">
                  <a:extLst>
                    <a:ext uri="{FF2B5EF4-FFF2-40B4-BE49-F238E27FC236}">
                      <a16:creationId xmlns:a16="http://schemas.microsoft.com/office/drawing/2014/main" id="{CB72401B-226B-1861-77D2-62BA295E3709}"/>
                    </a:ext>
                  </a:extLst>
                </p:cNvPr>
                <p:cNvSpPr/>
                <p:nvPr/>
              </p:nvSpPr>
              <p:spPr>
                <a:xfrm>
                  <a:off x="8180809" y="4222121"/>
                  <a:ext cx="1493" cy="2153"/>
                </a:xfrm>
                <a:custGeom>
                  <a:avLst/>
                  <a:gdLst>
                    <a:gd name="connsiteX0" fmla="*/ 0 w 1493"/>
                    <a:gd name="connsiteY0" fmla="*/ 2153 h 2153"/>
                    <a:gd name="connsiteX1" fmla="*/ 891 w 1493"/>
                    <a:gd name="connsiteY1" fmla="*/ 0 h 2153"/>
                    <a:gd name="connsiteX2" fmla="*/ 1493 w 1493"/>
                    <a:gd name="connsiteY2" fmla="*/ 336 h 2153"/>
                    <a:gd name="connsiteX3" fmla="*/ 0 w 1493"/>
                    <a:gd name="connsiteY3" fmla="*/ 2153 h 2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3" h="2153">
                      <a:moveTo>
                        <a:pt x="0" y="2153"/>
                      </a:moveTo>
                      <a:lnTo>
                        <a:pt x="891" y="0"/>
                      </a:lnTo>
                      <a:lnTo>
                        <a:pt x="1493" y="336"/>
                      </a:lnTo>
                      <a:lnTo>
                        <a:pt x="0" y="215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05" name="Freeform: Shape 804">
                  <a:extLst>
                    <a:ext uri="{FF2B5EF4-FFF2-40B4-BE49-F238E27FC236}">
                      <a16:creationId xmlns:a16="http://schemas.microsoft.com/office/drawing/2014/main" id="{E46E44DE-22AD-E76C-C8E9-B63E5DBC6DDB}"/>
                    </a:ext>
                  </a:extLst>
                </p:cNvPr>
                <p:cNvSpPr/>
                <p:nvPr/>
              </p:nvSpPr>
              <p:spPr>
                <a:xfrm>
                  <a:off x="8310817" y="4014415"/>
                  <a:ext cx="1435" cy="1551"/>
                </a:xfrm>
                <a:custGeom>
                  <a:avLst/>
                  <a:gdLst>
                    <a:gd name="connsiteX0" fmla="*/ 602 w 1435"/>
                    <a:gd name="connsiteY0" fmla="*/ 1123 h 1551"/>
                    <a:gd name="connsiteX1" fmla="*/ 1215 w 1435"/>
                    <a:gd name="connsiteY1" fmla="*/ 1447 h 1551"/>
                    <a:gd name="connsiteX2" fmla="*/ 1204 w 1435"/>
                    <a:gd name="connsiteY2" fmla="*/ 1551 h 1551"/>
                    <a:gd name="connsiteX3" fmla="*/ 868 w 1435"/>
                    <a:gd name="connsiteY3" fmla="*/ 1516 h 1551"/>
                    <a:gd name="connsiteX4" fmla="*/ 0 w 1435"/>
                    <a:gd name="connsiteY4" fmla="*/ 1134 h 1551"/>
                    <a:gd name="connsiteX5" fmla="*/ 544 w 1435"/>
                    <a:gd name="connsiteY5" fmla="*/ 532 h 1551"/>
                    <a:gd name="connsiteX6" fmla="*/ 1435 w 1435"/>
                    <a:gd name="connsiteY6" fmla="*/ 0 h 1551"/>
                    <a:gd name="connsiteX7" fmla="*/ 1389 w 1435"/>
                    <a:gd name="connsiteY7" fmla="*/ 347 h 1551"/>
                    <a:gd name="connsiteX8" fmla="*/ 602 w 1435"/>
                    <a:gd name="connsiteY8" fmla="*/ 1123 h 1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35" h="1551">
                      <a:moveTo>
                        <a:pt x="602" y="1123"/>
                      </a:moveTo>
                      <a:lnTo>
                        <a:pt x="1215" y="1447"/>
                      </a:lnTo>
                      <a:lnTo>
                        <a:pt x="1204" y="1551"/>
                      </a:lnTo>
                      <a:lnTo>
                        <a:pt x="868" y="1516"/>
                      </a:lnTo>
                      <a:lnTo>
                        <a:pt x="0" y="1134"/>
                      </a:lnTo>
                      <a:lnTo>
                        <a:pt x="544" y="532"/>
                      </a:lnTo>
                      <a:lnTo>
                        <a:pt x="1435" y="0"/>
                      </a:lnTo>
                      <a:lnTo>
                        <a:pt x="1389" y="347"/>
                      </a:lnTo>
                      <a:lnTo>
                        <a:pt x="602" y="11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06" name="Freeform: Shape 805">
                  <a:extLst>
                    <a:ext uri="{FF2B5EF4-FFF2-40B4-BE49-F238E27FC236}">
                      <a16:creationId xmlns:a16="http://schemas.microsoft.com/office/drawing/2014/main" id="{A55C994E-3840-26E8-FAD6-044E32791E56}"/>
                    </a:ext>
                  </a:extLst>
                </p:cNvPr>
                <p:cNvSpPr/>
                <p:nvPr/>
              </p:nvSpPr>
              <p:spPr>
                <a:xfrm>
                  <a:off x="8073616" y="3966444"/>
                  <a:ext cx="1099" cy="1759"/>
                </a:xfrm>
                <a:custGeom>
                  <a:avLst/>
                  <a:gdLst>
                    <a:gd name="connsiteX0" fmla="*/ 0 w 1099"/>
                    <a:gd name="connsiteY0" fmla="*/ 1760 h 1759"/>
                    <a:gd name="connsiteX1" fmla="*/ 729 w 1099"/>
                    <a:gd name="connsiteY1" fmla="*/ 0 h 1759"/>
                    <a:gd name="connsiteX2" fmla="*/ 1100 w 1099"/>
                    <a:gd name="connsiteY2" fmla="*/ 1320 h 1759"/>
                    <a:gd name="connsiteX3" fmla="*/ 0 w 1099"/>
                    <a:gd name="connsiteY3" fmla="*/ 1760 h 1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99" h="1759">
                      <a:moveTo>
                        <a:pt x="0" y="1760"/>
                      </a:moveTo>
                      <a:lnTo>
                        <a:pt x="729" y="0"/>
                      </a:lnTo>
                      <a:lnTo>
                        <a:pt x="1100" y="1320"/>
                      </a:lnTo>
                      <a:lnTo>
                        <a:pt x="0" y="176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07" name="Freeform: Shape 806">
                  <a:extLst>
                    <a:ext uri="{FF2B5EF4-FFF2-40B4-BE49-F238E27FC236}">
                      <a16:creationId xmlns:a16="http://schemas.microsoft.com/office/drawing/2014/main" id="{BC0326E3-CA2C-2396-3995-07E59A21CF26}"/>
                    </a:ext>
                  </a:extLst>
                </p:cNvPr>
                <p:cNvSpPr/>
                <p:nvPr/>
              </p:nvSpPr>
              <p:spPr>
                <a:xfrm>
                  <a:off x="8215907" y="3747371"/>
                  <a:ext cx="926" cy="1632"/>
                </a:xfrm>
                <a:custGeom>
                  <a:avLst/>
                  <a:gdLst>
                    <a:gd name="connsiteX0" fmla="*/ 12 w 926"/>
                    <a:gd name="connsiteY0" fmla="*/ 0 h 1632"/>
                    <a:gd name="connsiteX1" fmla="*/ 174 w 926"/>
                    <a:gd name="connsiteY1" fmla="*/ 139 h 1632"/>
                    <a:gd name="connsiteX2" fmla="*/ 926 w 926"/>
                    <a:gd name="connsiteY2" fmla="*/ 1632 h 1632"/>
                    <a:gd name="connsiteX3" fmla="*/ 116 w 926"/>
                    <a:gd name="connsiteY3" fmla="*/ 1632 h 1632"/>
                    <a:gd name="connsiteX4" fmla="*/ 0 w 926"/>
                    <a:gd name="connsiteY4" fmla="*/ 1134 h 1632"/>
                    <a:gd name="connsiteX5" fmla="*/ 12 w 926"/>
                    <a:gd name="connsiteY5" fmla="*/ 0 h 1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26" h="1632">
                      <a:moveTo>
                        <a:pt x="12" y="0"/>
                      </a:moveTo>
                      <a:lnTo>
                        <a:pt x="174" y="139"/>
                      </a:lnTo>
                      <a:lnTo>
                        <a:pt x="926" y="1632"/>
                      </a:lnTo>
                      <a:lnTo>
                        <a:pt x="116" y="1632"/>
                      </a:lnTo>
                      <a:lnTo>
                        <a:pt x="0" y="1134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08" name="Freeform: Shape 807">
                  <a:extLst>
                    <a:ext uri="{FF2B5EF4-FFF2-40B4-BE49-F238E27FC236}">
                      <a16:creationId xmlns:a16="http://schemas.microsoft.com/office/drawing/2014/main" id="{BD163072-6DB5-E3A2-25A3-D41B6C4FDB4D}"/>
                    </a:ext>
                  </a:extLst>
                </p:cNvPr>
                <p:cNvSpPr/>
                <p:nvPr/>
              </p:nvSpPr>
              <p:spPr>
                <a:xfrm>
                  <a:off x="9307038" y="2364667"/>
                  <a:ext cx="1331" cy="1643"/>
                </a:xfrm>
                <a:custGeom>
                  <a:avLst/>
                  <a:gdLst>
                    <a:gd name="connsiteX0" fmla="*/ 0 w 1331"/>
                    <a:gd name="connsiteY0" fmla="*/ 440 h 1643"/>
                    <a:gd name="connsiteX1" fmla="*/ 833 w 1331"/>
                    <a:gd name="connsiteY1" fmla="*/ 0 h 1643"/>
                    <a:gd name="connsiteX2" fmla="*/ 972 w 1331"/>
                    <a:gd name="connsiteY2" fmla="*/ 440 h 1643"/>
                    <a:gd name="connsiteX3" fmla="*/ 1331 w 1331"/>
                    <a:gd name="connsiteY3" fmla="*/ 1644 h 1643"/>
                    <a:gd name="connsiteX4" fmla="*/ 0 w 1331"/>
                    <a:gd name="connsiteY4" fmla="*/ 440 h 16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1" h="1643">
                      <a:moveTo>
                        <a:pt x="0" y="440"/>
                      </a:moveTo>
                      <a:lnTo>
                        <a:pt x="833" y="0"/>
                      </a:lnTo>
                      <a:lnTo>
                        <a:pt x="972" y="440"/>
                      </a:lnTo>
                      <a:lnTo>
                        <a:pt x="1331" y="1644"/>
                      </a:lnTo>
                      <a:lnTo>
                        <a:pt x="0" y="44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09" name="Freeform: Shape 808">
                  <a:extLst>
                    <a:ext uri="{FF2B5EF4-FFF2-40B4-BE49-F238E27FC236}">
                      <a16:creationId xmlns:a16="http://schemas.microsoft.com/office/drawing/2014/main" id="{CBDD92D3-6AD8-9DDE-7240-AEABAF82842F}"/>
                    </a:ext>
                  </a:extLst>
                </p:cNvPr>
                <p:cNvSpPr/>
                <p:nvPr/>
              </p:nvSpPr>
              <p:spPr>
                <a:xfrm>
                  <a:off x="7857008" y="3031414"/>
                  <a:ext cx="1331" cy="1481"/>
                </a:xfrm>
                <a:custGeom>
                  <a:avLst/>
                  <a:gdLst>
                    <a:gd name="connsiteX0" fmla="*/ 0 w 1331"/>
                    <a:gd name="connsiteY0" fmla="*/ 301 h 1481"/>
                    <a:gd name="connsiteX1" fmla="*/ 278 w 1331"/>
                    <a:gd name="connsiteY1" fmla="*/ 174 h 1481"/>
                    <a:gd name="connsiteX2" fmla="*/ 961 w 1331"/>
                    <a:gd name="connsiteY2" fmla="*/ 0 h 1481"/>
                    <a:gd name="connsiteX3" fmla="*/ 1331 w 1331"/>
                    <a:gd name="connsiteY3" fmla="*/ 1482 h 1481"/>
                    <a:gd name="connsiteX4" fmla="*/ 0 w 1331"/>
                    <a:gd name="connsiteY4" fmla="*/ 301 h 1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1" h="1481">
                      <a:moveTo>
                        <a:pt x="0" y="301"/>
                      </a:moveTo>
                      <a:lnTo>
                        <a:pt x="278" y="174"/>
                      </a:lnTo>
                      <a:lnTo>
                        <a:pt x="961" y="0"/>
                      </a:lnTo>
                      <a:lnTo>
                        <a:pt x="1331" y="1482"/>
                      </a:lnTo>
                      <a:lnTo>
                        <a:pt x="0" y="3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10" name="Freeform: Shape 809">
                  <a:extLst>
                    <a:ext uri="{FF2B5EF4-FFF2-40B4-BE49-F238E27FC236}">
                      <a16:creationId xmlns:a16="http://schemas.microsoft.com/office/drawing/2014/main" id="{8135076B-788C-75EE-85F5-EB2C4EAA2990}"/>
                    </a:ext>
                  </a:extLst>
                </p:cNvPr>
                <p:cNvSpPr/>
                <p:nvPr/>
              </p:nvSpPr>
              <p:spPr>
                <a:xfrm>
                  <a:off x="9811503" y="1611830"/>
                  <a:ext cx="1539" cy="2060"/>
                </a:xfrm>
                <a:custGeom>
                  <a:avLst/>
                  <a:gdLst>
                    <a:gd name="connsiteX0" fmla="*/ 128 w 1539"/>
                    <a:gd name="connsiteY0" fmla="*/ 2026 h 2060"/>
                    <a:gd name="connsiteX1" fmla="*/ 58 w 1539"/>
                    <a:gd name="connsiteY1" fmla="*/ 2061 h 2060"/>
                    <a:gd name="connsiteX2" fmla="*/ 0 w 1539"/>
                    <a:gd name="connsiteY2" fmla="*/ 1609 h 2060"/>
                    <a:gd name="connsiteX3" fmla="*/ 1169 w 1539"/>
                    <a:gd name="connsiteY3" fmla="*/ 197 h 2060"/>
                    <a:gd name="connsiteX4" fmla="*/ 1517 w 1539"/>
                    <a:gd name="connsiteY4" fmla="*/ 0 h 2060"/>
                    <a:gd name="connsiteX5" fmla="*/ 1540 w 1539"/>
                    <a:gd name="connsiteY5" fmla="*/ 301 h 2060"/>
                    <a:gd name="connsiteX6" fmla="*/ 128 w 1539"/>
                    <a:gd name="connsiteY6" fmla="*/ 2026 h 20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39" h="2060">
                      <a:moveTo>
                        <a:pt x="128" y="2026"/>
                      </a:moveTo>
                      <a:lnTo>
                        <a:pt x="58" y="2061"/>
                      </a:lnTo>
                      <a:lnTo>
                        <a:pt x="0" y="1609"/>
                      </a:lnTo>
                      <a:lnTo>
                        <a:pt x="1169" y="197"/>
                      </a:lnTo>
                      <a:lnTo>
                        <a:pt x="1517" y="0"/>
                      </a:lnTo>
                      <a:lnTo>
                        <a:pt x="1540" y="301"/>
                      </a:lnTo>
                      <a:lnTo>
                        <a:pt x="128" y="202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C3AFAC5F-B928-3194-446D-C788BD7F1A5F}"/>
                    </a:ext>
                  </a:extLst>
                </p:cNvPr>
                <p:cNvSpPr/>
                <p:nvPr/>
              </p:nvSpPr>
              <p:spPr>
                <a:xfrm>
                  <a:off x="7764702" y="3464769"/>
                  <a:ext cx="1794" cy="1331"/>
                </a:xfrm>
                <a:custGeom>
                  <a:avLst/>
                  <a:gdLst>
                    <a:gd name="connsiteX0" fmla="*/ 0 w 1794"/>
                    <a:gd name="connsiteY0" fmla="*/ 660 h 1331"/>
                    <a:gd name="connsiteX1" fmla="*/ 590 w 1794"/>
                    <a:gd name="connsiteY1" fmla="*/ 0 h 1331"/>
                    <a:gd name="connsiteX2" fmla="*/ 1794 w 1794"/>
                    <a:gd name="connsiteY2" fmla="*/ 1331 h 1331"/>
                    <a:gd name="connsiteX3" fmla="*/ 0 w 1794"/>
                    <a:gd name="connsiteY3" fmla="*/ 660 h 1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94" h="1331">
                      <a:moveTo>
                        <a:pt x="0" y="660"/>
                      </a:moveTo>
                      <a:lnTo>
                        <a:pt x="590" y="0"/>
                      </a:lnTo>
                      <a:lnTo>
                        <a:pt x="1794" y="1331"/>
                      </a:lnTo>
                      <a:lnTo>
                        <a:pt x="0" y="66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12" name="Freeform: Shape 811">
                  <a:extLst>
                    <a:ext uri="{FF2B5EF4-FFF2-40B4-BE49-F238E27FC236}">
                      <a16:creationId xmlns:a16="http://schemas.microsoft.com/office/drawing/2014/main" id="{3BDA82C0-04DE-F15A-A2D4-6F3761D02526}"/>
                    </a:ext>
                  </a:extLst>
                </p:cNvPr>
                <p:cNvSpPr/>
                <p:nvPr/>
              </p:nvSpPr>
              <p:spPr>
                <a:xfrm>
                  <a:off x="9797102" y="1602025"/>
                  <a:ext cx="1828" cy="1690"/>
                </a:xfrm>
                <a:custGeom>
                  <a:avLst/>
                  <a:gdLst>
                    <a:gd name="connsiteX0" fmla="*/ 1516 w 1828"/>
                    <a:gd name="connsiteY0" fmla="*/ 0 h 1690"/>
                    <a:gd name="connsiteX1" fmla="*/ 1748 w 1828"/>
                    <a:gd name="connsiteY1" fmla="*/ 370 h 1690"/>
                    <a:gd name="connsiteX2" fmla="*/ 1829 w 1828"/>
                    <a:gd name="connsiteY2" fmla="*/ 671 h 1690"/>
                    <a:gd name="connsiteX3" fmla="*/ 0 w 1828"/>
                    <a:gd name="connsiteY3" fmla="*/ 1690 h 1690"/>
                    <a:gd name="connsiteX4" fmla="*/ 1516 w 1828"/>
                    <a:gd name="connsiteY4" fmla="*/ 0 h 1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8" h="1690">
                      <a:moveTo>
                        <a:pt x="1516" y="0"/>
                      </a:moveTo>
                      <a:lnTo>
                        <a:pt x="1748" y="370"/>
                      </a:lnTo>
                      <a:lnTo>
                        <a:pt x="1829" y="671"/>
                      </a:lnTo>
                      <a:lnTo>
                        <a:pt x="0" y="1690"/>
                      </a:lnTo>
                      <a:lnTo>
                        <a:pt x="1516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13" name="Freeform: Shape 812">
                  <a:extLst>
                    <a:ext uri="{FF2B5EF4-FFF2-40B4-BE49-F238E27FC236}">
                      <a16:creationId xmlns:a16="http://schemas.microsoft.com/office/drawing/2014/main" id="{DB97A26E-137F-FECA-D7FE-173D8190A723}"/>
                    </a:ext>
                  </a:extLst>
                </p:cNvPr>
                <p:cNvSpPr/>
                <p:nvPr/>
              </p:nvSpPr>
              <p:spPr>
                <a:xfrm>
                  <a:off x="8498231" y="2785265"/>
                  <a:ext cx="1041" cy="1527"/>
                </a:xfrm>
                <a:custGeom>
                  <a:avLst/>
                  <a:gdLst>
                    <a:gd name="connsiteX0" fmla="*/ 0 w 1041"/>
                    <a:gd name="connsiteY0" fmla="*/ 162 h 1527"/>
                    <a:gd name="connsiteX1" fmla="*/ 1007 w 1041"/>
                    <a:gd name="connsiteY1" fmla="*/ 0 h 1527"/>
                    <a:gd name="connsiteX2" fmla="*/ 1042 w 1041"/>
                    <a:gd name="connsiteY2" fmla="*/ 23 h 1527"/>
                    <a:gd name="connsiteX3" fmla="*/ 208 w 1041"/>
                    <a:gd name="connsiteY3" fmla="*/ 1528 h 1527"/>
                    <a:gd name="connsiteX4" fmla="*/ 93 w 1041"/>
                    <a:gd name="connsiteY4" fmla="*/ 1215 h 1527"/>
                    <a:gd name="connsiteX5" fmla="*/ 0 w 1041"/>
                    <a:gd name="connsiteY5" fmla="*/ 162 h 1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41" h="1527">
                      <a:moveTo>
                        <a:pt x="0" y="162"/>
                      </a:moveTo>
                      <a:lnTo>
                        <a:pt x="1007" y="0"/>
                      </a:lnTo>
                      <a:lnTo>
                        <a:pt x="1042" y="23"/>
                      </a:lnTo>
                      <a:lnTo>
                        <a:pt x="208" y="1528"/>
                      </a:lnTo>
                      <a:lnTo>
                        <a:pt x="93" y="1215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14" name="Freeform: Shape 813">
                  <a:extLst>
                    <a:ext uri="{FF2B5EF4-FFF2-40B4-BE49-F238E27FC236}">
                      <a16:creationId xmlns:a16="http://schemas.microsoft.com/office/drawing/2014/main" id="{0BE490A8-33F3-D914-B475-CBBDF364B08A}"/>
                    </a:ext>
                  </a:extLst>
                </p:cNvPr>
                <p:cNvSpPr/>
                <p:nvPr/>
              </p:nvSpPr>
              <p:spPr>
                <a:xfrm>
                  <a:off x="8490834" y="2788958"/>
                  <a:ext cx="1562" cy="1493"/>
                </a:xfrm>
                <a:custGeom>
                  <a:avLst/>
                  <a:gdLst>
                    <a:gd name="connsiteX0" fmla="*/ 0 w 1562"/>
                    <a:gd name="connsiteY0" fmla="*/ 695 h 1493"/>
                    <a:gd name="connsiteX1" fmla="*/ 1563 w 1562"/>
                    <a:gd name="connsiteY1" fmla="*/ 0 h 1493"/>
                    <a:gd name="connsiteX2" fmla="*/ 463 w 1562"/>
                    <a:gd name="connsiteY2" fmla="*/ 1493 h 1493"/>
                    <a:gd name="connsiteX3" fmla="*/ 0 w 1562"/>
                    <a:gd name="connsiteY3" fmla="*/ 695 h 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62" h="1493">
                      <a:moveTo>
                        <a:pt x="0" y="695"/>
                      </a:moveTo>
                      <a:lnTo>
                        <a:pt x="1563" y="0"/>
                      </a:lnTo>
                      <a:lnTo>
                        <a:pt x="463" y="1493"/>
                      </a:lnTo>
                      <a:lnTo>
                        <a:pt x="0" y="69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15" name="Freeform: Shape 814">
                  <a:extLst>
                    <a:ext uri="{FF2B5EF4-FFF2-40B4-BE49-F238E27FC236}">
                      <a16:creationId xmlns:a16="http://schemas.microsoft.com/office/drawing/2014/main" id="{E8D3200C-94DB-05FB-3F69-BDFCDB900161}"/>
                    </a:ext>
                  </a:extLst>
                </p:cNvPr>
                <p:cNvSpPr/>
                <p:nvPr/>
              </p:nvSpPr>
              <p:spPr>
                <a:xfrm>
                  <a:off x="9049069" y="4147792"/>
                  <a:ext cx="3484" cy="2176"/>
                </a:xfrm>
                <a:custGeom>
                  <a:avLst/>
                  <a:gdLst>
                    <a:gd name="connsiteX0" fmla="*/ 0 w 3484"/>
                    <a:gd name="connsiteY0" fmla="*/ 2176 h 2176"/>
                    <a:gd name="connsiteX1" fmla="*/ 23 w 3484"/>
                    <a:gd name="connsiteY1" fmla="*/ 2142 h 2176"/>
                    <a:gd name="connsiteX2" fmla="*/ 1516 w 3484"/>
                    <a:gd name="connsiteY2" fmla="*/ 0 h 2176"/>
                    <a:gd name="connsiteX3" fmla="*/ 3484 w 3484"/>
                    <a:gd name="connsiteY3" fmla="*/ 984 h 2176"/>
                    <a:gd name="connsiteX4" fmla="*/ 1898 w 3484"/>
                    <a:gd name="connsiteY4" fmla="*/ 312 h 2176"/>
                    <a:gd name="connsiteX5" fmla="*/ 0 w 3484"/>
                    <a:gd name="connsiteY5" fmla="*/ 2176 h 2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84" h="2176">
                      <a:moveTo>
                        <a:pt x="0" y="2176"/>
                      </a:moveTo>
                      <a:lnTo>
                        <a:pt x="23" y="2142"/>
                      </a:lnTo>
                      <a:lnTo>
                        <a:pt x="1516" y="0"/>
                      </a:lnTo>
                      <a:lnTo>
                        <a:pt x="3484" y="984"/>
                      </a:lnTo>
                      <a:lnTo>
                        <a:pt x="1898" y="312"/>
                      </a:lnTo>
                      <a:lnTo>
                        <a:pt x="0" y="217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16" name="Freeform: Shape 815">
                  <a:extLst>
                    <a:ext uri="{FF2B5EF4-FFF2-40B4-BE49-F238E27FC236}">
                      <a16:creationId xmlns:a16="http://schemas.microsoft.com/office/drawing/2014/main" id="{9A5108C8-B75D-27A7-0C52-FC778A555E04}"/>
                    </a:ext>
                  </a:extLst>
                </p:cNvPr>
                <p:cNvSpPr/>
                <p:nvPr/>
              </p:nvSpPr>
              <p:spPr>
                <a:xfrm>
                  <a:off x="8723984" y="2695714"/>
                  <a:ext cx="1331" cy="1967"/>
                </a:xfrm>
                <a:custGeom>
                  <a:avLst/>
                  <a:gdLst>
                    <a:gd name="connsiteX0" fmla="*/ 0 w 1331"/>
                    <a:gd name="connsiteY0" fmla="*/ 0 h 1967"/>
                    <a:gd name="connsiteX1" fmla="*/ 1331 w 1331"/>
                    <a:gd name="connsiteY1" fmla="*/ 1968 h 1967"/>
                    <a:gd name="connsiteX2" fmla="*/ 139 w 1331"/>
                    <a:gd name="connsiteY2" fmla="*/ 1389 h 1967"/>
                    <a:gd name="connsiteX3" fmla="*/ 0 w 1331"/>
                    <a:gd name="connsiteY3" fmla="*/ 0 h 19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31" h="1967">
                      <a:moveTo>
                        <a:pt x="0" y="0"/>
                      </a:moveTo>
                      <a:lnTo>
                        <a:pt x="1331" y="1968"/>
                      </a:lnTo>
                      <a:lnTo>
                        <a:pt x="139" y="138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17" name="Freeform: Shape 816">
                  <a:extLst>
                    <a:ext uri="{FF2B5EF4-FFF2-40B4-BE49-F238E27FC236}">
                      <a16:creationId xmlns:a16="http://schemas.microsoft.com/office/drawing/2014/main" id="{74CBC65C-578B-58DF-D9B2-CC17CDE003C7}"/>
                    </a:ext>
                  </a:extLst>
                </p:cNvPr>
                <p:cNvSpPr/>
                <p:nvPr/>
              </p:nvSpPr>
              <p:spPr>
                <a:xfrm>
                  <a:off x="8495997" y="2787927"/>
                  <a:ext cx="1516" cy="960"/>
                </a:xfrm>
                <a:custGeom>
                  <a:avLst/>
                  <a:gdLst>
                    <a:gd name="connsiteX0" fmla="*/ 695 w 1516"/>
                    <a:gd name="connsiteY0" fmla="*/ 741 h 960"/>
                    <a:gd name="connsiteX1" fmla="*/ 197 w 1516"/>
                    <a:gd name="connsiteY1" fmla="*/ 961 h 960"/>
                    <a:gd name="connsiteX2" fmla="*/ 0 w 1516"/>
                    <a:gd name="connsiteY2" fmla="*/ 0 h 960"/>
                    <a:gd name="connsiteX3" fmla="*/ 1088 w 1516"/>
                    <a:gd name="connsiteY3" fmla="*/ 127 h 960"/>
                    <a:gd name="connsiteX4" fmla="*/ 1517 w 1516"/>
                    <a:gd name="connsiteY4" fmla="*/ 243 h 960"/>
                    <a:gd name="connsiteX5" fmla="*/ 695 w 1516"/>
                    <a:gd name="connsiteY5" fmla="*/ 741 h 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16" h="960">
                      <a:moveTo>
                        <a:pt x="695" y="741"/>
                      </a:moveTo>
                      <a:lnTo>
                        <a:pt x="197" y="961"/>
                      </a:lnTo>
                      <a:lnTo>
                        <a:pt x="0" y="0"/>
                      </a:lnTo>
                      <a:lnTo>
                        <a:pt x="1088" y="127"/>
                      </a:lnTo>
                      <a:lnTo>
                        <a:pt x="1517" y="243"/>
                      </a:lnTo>
                      <a:lnTo>
                        <a:pt x="695" y="74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18" name="Freeform: Shape 817">
                  <a:extLst>
                    <a:ext uri="{FF2B5EF4-FFF2-40B4-BE49-F238E27FC236}">
                      <a16:creationId xmlns:a16="http://schemas.microsoft.com/office/drawing/2014/main" id="{8EF8626B-2C48-52AD-3237-8B8EF2323C5E}"/>
                    </a:ext>
                  </a:extLst>
                </p:cNvPr>
                <p:cNvSpPr/>
                <p:nvPr/>
              </p:nvSpPr>
              <p:spPr>
                <a:xfrm>
                  <a:off x="7716303" y="3550373"/>
                  <a:ext cx="856" cy="1493"/>
                </a:xfrm>
                <a:custGeom>
                  <a:avLst/>
                  <a:gdLst>
                    <a:gd name="connsiteX0" fmla="*/ 58 w 856"/>
                    <a:gd name="connsiteY0" fmla="*/ 1482 h 1493"/>
                    <a:gd name="connsiteX1" fmla="*/ 0 w 856"/>
                    <a:gd name="connsiteY1" fmla="*/ 1493 h 1493"/>
                    <a:gd name="connsiteX2" fmla="*/ 12 w 856"/>
                    <a:gd name="connsiteY2" fmla="*/ 0 h 1493"/>
                    <a:gd name="connsiteX3" fmla="*/ 834 w 856"/>
                    <a:gd name="connsiteY3" fmla="*/ 382 h 1493"/>
                    <a:gd name="connsiteX4" fmla="*/ 857 w 856"/>
                    <a:gd name="connsiteY4" fmla="*/ 695 h 1493"/>
                    <a:gd name="connsiteX5" fmla="*/ 58 w 856"/>
                    <a:gd name="connsiteY5" fmla="*/ 1482 h 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56" h="1493">
                      <a:moveTo>
                        <a:pt x="58" y="1482"/>
                      </a:moveTo>
                      <a:lnTo>
                        <a:pt x="0" y="1493"/>
                      </a:lnTo>
                      <a:lnTo>
                        <a:pt x="12" y="0"/>
                      </a:lnTo>
                      <a:lnTo>
                        <a:pt x="834" y="382"/>
                      </a:lnTo>
                      <a:lnTo>
                        <a:pt x="857" y="695"/>
                      </a:lnTo>
                      <a:lnTo>
                        <a:pt x="58" y="14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19" name="Freeform: Shape 818">
                  <a:extLst>
                    <a:ext uri="{FF2B5EF4-FFF2-40B4-BE49-F238E27FC236}">
                      <a16:creationId xmlns:a16="http://schemas.microsoft.com/office/drawing/2014/main" id="{D598161A-BF60-E8A3-CB8A-CB9A026B03FC}"/>
                    </a:ext>
                  </a:extLst>
                </p:cNvPr>
                <p:cNvSpPr/>
                <p:nvPr/>
              </p:nvSpPr>
              <p:spPr>
                <a:xfrm>
                  <a:off x="8734332" y="2654689"/>
                  <a:ext cx="752" cy="1991"/>
                </a:xfrm>
                <a:custGeom>
                  <a:avLst/>
                  <a:gdLst>
                    <a:gd name="connsiteX0" fmla="*/ 533 w 752"/>
                    <a:gd name="connsiteY0" fmla="*/ 1725 h 1991"/>
                    <a:gd name="connsiteX1" fmla="*/ 475 w 752"/>
                    <a:gd name="connsiteY1" fmla="*/ 1991 h 1991"/>
                    <a:gd name="connsiteX2" fmla="*/ 278 w 752"/>
                    <a:gd name="connsiteY2" fmla="*/ 1262 h 1991"/>
                    <a:gd name="connsiteX3" fmla="*/ 0 w 752"/>
                    <a:gd name="connsiteY3" fmla="*/ 0 h 1991"/>
                    <a:gd name="connsiteX4" fmla="*/ 752 w 752"/>
                    <a:gd name="connsiteY4" fmla="*/ 46 h 1991"/>
                    <a:gd name="connsiteX5" fmla="*/ 533 w 752"/>
                    <a:gd name="connsiteY5" fmla="*/ 1725 h 1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52" h="1991">
                      <a:moveTo>
                        <a:pt x="533" y="1725"/>
                      </a:moveTo>
                      <a:lnTo>
                        <a:pt x="475" y="1991"/>
                      </a:lnTo>
                      <a:lnTo>
                        <a:pt x="278" y="1262"/>
                      </a:lnTo>
                      <a:lnTo>
                        <a:pt x="0" y="0"/>
                      </a:lnTo>
                      <a:lnTo>
                        <a:pt x="752" y="46"/>
                      </a:lnTo>
                      <a:lnTo>
                        <a:pt x="533" y="172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20" name="Freeform: Shape 819">
                  <a:extLst>
                    <a:ext uri="{FF2B5EF4-FFF2-40B4-BE49-F238E27FC236}">
                      <a16:creationId xmlns:a16="http://schemas.microsoft.com/office/drawing/2014/main" id="{43CC31A1-F6E4-4CE2-473D-372F274A66DC}"/>
                    </a:ext>
                  </a:extLst>
                </p:cNvPr>
                <p:cNvSpPr/>
                <p:nvPr/>
              </p:nvSpPr>
              <p:spPr>
                <a:xfrm>
                  <a:off x="8252579" y="4183168"/>
                  <a:ext cx="1030" cy="2083"/>
                </a:xfrm>
                <a:custGeom>
                  <a:avLst/>
                  <a:gdLst>
                    <a:gd name="connsiteX0" fmla="*/ 0 w 1030"/>
                    <a:gd name="connsiteY0" fmla="*/ 2084 h 2083"/>
                    <a:gd name="connsiteX1" fmla="*/ 139 w 1030"/>
                    <a:gd name="connsiteY1" fmla="*/ 312 h 2083"/>
                    <a:gd name="connsiteX2" fmla="*/ 1030 w 1030"/>
                    <a:gd name="connsiteY2" fmla="*/ 0 h 2083"/>
                    <a:gd name="connsiteX3" fmla="*/ 0 w 1030"/>
                    <a:gd name="connsiteY3" fmla="*/ 2084 h 2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30" h="2083">
                      <a:moveTo>
                        <a:pt x="0" y="2084"/>
                      </a:moveTo>
                      <a:lnTo>
                        <a:pt x="139" y="312"/>
                      </a:lnTo>
                      <a:lnTo>
                        <a:pt x="1030" y="0"/>
                      </a:lnTo>
                      <a:lnTo>
                        <a:pt x="0" y="208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21" name="Freeform: Shape 820">
                  <a:extLst>
                    <a:ext uri="{FF2B5EF4-FFF2-40B4-BE49-F238E27FC236}">
                      <a16:creationId xmlns:a16="http://schemas.microsoft.com/office/drawing/2014/main" id="{1D4EB46A-A55F-333D-001B-02708E806431}"/>
                    </a:ext>
                  </a:extLst>
                </p:cNvPr>
                <p:cNvSpPr/>
                <p:nvPr/>
              </p:nvSpPr>
              <p:spPr>
                <a:xfrm>
                  <a:off x="8136149" y="4331165"/>
                  <a:ext cx="729" cy="1921"/>
                </a:xfrm>
                <a:custGeom>
                  <a:avLst/>
                  <a:gdLst>
                    <a:gd name="connsiteX0" fmla="*/ 116 w 729"/>
                    <a:gd name="connsiteY0" fmla="*/ 347 h 1921"/>
                    <a:gd name="connsiteX1" fmla="*/ 637 w 729"/>
                    <a:gd name="connsiteY1" fmla="*/ 0 h 1921"/>
                    <a:gd name="connsiteX2" fmla="*/ 729 w 729"/>
                    <a:gd name="connsiteY2" fmla="*/ 150 h 1921"/>
                    <a:gd name="connsiteX3" fmla="*/ 347 w 729"/>
                    <a:gd name="connsiteY3" fmla="*/ 1922 h 1921"/>
                    <a:gd name="connsiteX4" fmla="*/ 0 w 729"/>
                    <a:gd name="connsiteY4" fmla="*/ 1262 h 1921"/>
                    <a:gd name="connsiteX5" fmla="*/ 116 w 729"/>
                    <a:gd name="connsiteY5" fmla="*/ 347 h 1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29" h="1921">
                      <a:moveTo>
                        <a:pt x="116" y="347"/>
                      </a:moveTo>
                      <a:lnTo>
                        <a:pt x="637" y="0"/>
                      </a:lnTo>
                      <a:lnTo>
                        <a:pt x="729" y="150"/>
                      </a:lnTo>
                      <a:lnTo>
                        <a:pt x="347" y="1922"/>
                      </a:lnTo>
                      <a:lnTo>
                        <a:pt x="0" y="1262"/>
                      </a:lnTo>
                      <a:lnTo>
                        <a:pt x="116" y="34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22" name="Freeform: Shape 821">
                  <a:extLst>
                    <a:ext uri="{FF2B5EF4-FFF2-40B4-BE49-F238E27FC236}">
                      <a16:creationId xmlns:a16="http://schemas.microsoft.com/office/drawing/2014/main" id="{25892110-9F79-E1D2-110B-1814CD97A5A5}"/>
                    </a:ext>
                  </a:extLst>
                </p:cNvPr>
                <p:cNvSpPr/>
                <p:nvPr/>
              </p:nvSpPr>
              <p:spPr>
                <a:xfrm>
                  <a:off x="8877237" y="4094682"/>
                  <a:ext cx="1261" cy="2153"/>
                </a:xfrm>
                <a:custGeom>
                  <a:avLst/>
                  <a:gdLst>
                    <a:gd name="connsiteX0" fmla="*/ 0 w 1261"/>
                    <a:gd name="connsiteY0" fmla="*/ 2153 h 2153"/>
                    <a:gd name="connsiteX1" fmla="*/ 718 w 1261"/>
                    <a:gd name="connsiteY1" fmla="*/ 0 h 2153"/>
                    <a:gd name="connsiteX2" fmla="*/ 1262 w 1261"/>
                    <a:gd name="connsiteY2" fmla="*/ 498 h 2153"/>
                    <a:gd name="connsiteX3" fmla="*/ 0 w 1261"/>
                    <a:gd name="connsiteY3" fmla="*/ 2153 h 2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1" h="2153">
                      <a:moveTo>
                        <a:pt x="0" y="2153"/>
                      </a:moveTo>
                      <a:lnTo>
                        <a:pt x="718" y="0"/>
                      </a:lnTo>
                      <a:lnTo>
                        <a:pt x="1262" y="498"/>
                      </a:lnTo>
                      <a:lnTo>
                        <a:pt x="0" y="215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23" name="Freeform: Shape 822">
                  <a:extLst>
                    <a:ext uri="{FF2B5EF4-FFF2-40B4-BE49-F238E27FC236}">
                      <a16:creationId xmlns:a16="http://schemas.microsoft.com/office/drawing/2014/main" id="{13A9B3D1-10AA-839F-D7AD-D075B88962C4}"/>
                    </a:ext>
                  </a:extLst>
                </p:cNvPr>
                <p:cNvSpPr/>
                <p:nvPr/>
              </p:nvSpPr>
              <p:spPr>
                <a:xfrm>
                  <a:off x="8230330" y="3652090"/>
                  <a:ext cx="914" cy="1910"/>
                </a:xfrm>
                <a:custGeom>
                  <a:avLst/>
                  <a:gdLst>
                    <a:gd name="connsiteX0" fmla="*/ 544 w 914"/>
                    <a:gd name="connsiteY0" fmla="*/ 0 h 1910"/>
                    <a:gd name="connsiteX1" fmla="*/ 776 w 914"/>
                    <a:gd name="connsiteY1" fmla="*/ 579 h 1910"/>
                    <a:gd name="connsiteX2" fmla="*/ 915 w 914"/>
                    <a:gd name="connsiteY2" fmla="*/ 1285 h 1910"/>
                    <a:gd name="connsiteX3" fmla="*/ 0 w 914"/>
                    <a:gd name="connsiteY3" fmla="*/ 1910 h 1910"/>
                    <a:gd name="connsiteX4" fmla="*/ 544 w 914"/>
                    <a:gd name="connsiteY4" fmla="*/ 0 h 1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4" h="1910">
                      <a:moveTo>
                        <a:pt x="544" y="0"/>
                      </a:moveTo>
                      <a:lnTo>
                        <a:pt x="776" y="579"/>
                      </a:lnTo>
                      <a:lnTo>
                        <a:pt x="915" y="1285"/>
                      </a:lnTo>
                      <a:lnTo>
                        <a:pt x="0" y="1910"/>
                      </a:lnTo>
                      <a:lnTo>
                        <a:pt x="544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24" name="Freeform: Shape 823">
                  <a:extLst>
                    <a:ext uri="{FF2B5EF4-FFF2-40B4-BE49-F238E27FC236}">
                      <a16:creationId xmlns:a16="http://schemas.microsoft.com/office/drawing/2014/main" id="{21382C98-BE7F-A097-1AFD-C9EA8F66C67C}"/>
                    </a:ext>
                  </a:extLst>
                </p:cNvPr>
                <p:cNvSpPr/>
                <p:nvPr/>
              </p:nvSpPr>
              <p:spPr>
                <a:xfrm>
                  <a:off x="8358626" y="3812450"/>
                  <a:ext cx="1655" cy="1759"/>
                </a:xfrm>
                <a:custGeom>
                  <a:avLst/>
                  <a:gdLst>
                    <a:gd name="connsiteX0" fmla="*/ 116 w 1655"/>
                    <a:gd name="connsiteY0" fmla="*/ 1760 h 1759"/>
                    <a:gd name="connsiteX1" fmla="*/ 0 w 1655"/>
                    <a:gd name="connsiteY1" fmla="*/ 1760 h 1759"/>
                    <a:gd name="connsiteX2" fmla="*/ 683 w 1655"/>
                    <a:gd name="connsiteY2" fmla="*/ 1019 h 1759"/>
                    <a:gd name="connsiteX3" fmla="*/ 1655 w 1655"/>
                    <a:gd name="connsiteY3" fmla="*/ 0 h 1759"/>
                    <a:gd name="connsiteX4" fmla="*/ 1169 w 1655"/>
                    <a:gd name="connsiteY4" fmla="*/ 1378 h 1759"/>
                    <a:gd name="connsiteX5" fmla="*/ 116 w 1655"/>
                    <a:gd name="connsiteY5" fmla="*/ 1760 h 1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55" h="1759">
                      <a:moveTo>
                        <a:pt x="116" y="1760"/>
                      </a:moveTo>
                      <a:lnTo>
                        <a:pt x="0" y="1760"/>
                      </a:lnTo>
                      <a:lnTo>
                        <a:pt x="683" y="1019"/>
                      </a:lnTo>
                      <a:lnTo>
                        <a:pt x="1655" y="0"/>
                      </a:lnTo>
                      <a:lnTo>
                        <a:pt x="1169" y="1378"/>
                      </a:lnTo>
                      <a:lnTo>
                        <a:pt x="116" y="176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25" name="Freeform: Shape 824">
                  <a:extLst>
                    <a:ext uri="{FF2B5EF4-FFF2-40B4-BE49-F238E27FC236}">
                      <a16:creationId xmlns:a16="http://schemas.microsoft.com/office/drawing/2014/main" id="{D59EC568-4969-DD5D-C187-834299992CC8}"/>
                    </a:ext>
                  </a:extLst>
                </p:cNvPr>
                <p:cNvSpPr/>
                <p:nvPr/>
              </p:nvSpPr>
              <p:spPr>
                <a:xfrm>
                  <a:off x="9662672" y="1739766"/>
                  <a:ext cx="972" cy="1458"/>
                </a:xfrm>
                <a:custGeom>
                  <a:avLst/>
                  <a:gdLst>
                    <a:gd name="connsiteX0" fmla="*/ 567 w 972"/>
                    <a:gd name="connsiteY0" fmla="*/ 938 h 1458"/>
                    <a:gd name="connsiteX1" fmla="*/ 185 w 972"/>
                    <a:gd name="connsiteY1" fmla="*/ 1459 h 1458"/>
                    <a:gd name="connsiteX2" fmla="*/ 0 w 972"/>
                    <a:gd name="connsiteY2" fmla="*/ 752 h 1458"/>
                    <a:gd name="connsiteX3" fmla="*/ 35 w 972"/>
                    <a:gd name="connsiteY3" fmla="*/ 0 h 1458"/>
                    <a:gd name="connsiteX4" fmla="*/ 973 w 972"/>
                    <a:gd name="connsiteY4" fmla="*/ 301 h 1458"/>
                    <a:gd name="connsiteX5" fmla="*/ 567 w 972"/>
                    <a:gd name="connsiteY5" fmla="*/ 938 h 1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72" h="1458">
                      <a:moveTo>
                        <a:pt x="567" y="938"/>
                      </a:moveTo>
                      <a:lnTo>
                        <a:pt x="185" y="1459"/>
                      </a:lnTo>
                      <a:lnTo>
                        <a:pt x="0" y="752"/>
                      </a:lnTo>
                      <a:lnTo>
                        <a:pt x="35" y="0"/>
                      </a:lnTo>
                      <a:lnTo>
                        <a:pt x="973" y="301"/>
                      </a:lnTo>
                      <a:lnTo>
                        <a:pt x="567" y="93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26" name="Freeform: Shape 825">
                  <a:extLst>
                    <a:ext uri="{FF2B5EF4-FFF2-40B4-BE49-F238E27FC236}">
                      <a16:creationId xmlns:a16="http://schemas.microsoft.com/office/drawing/2014/main" id="{CAA79EA1-7F9E-FDCB-C13A-CC04D8C5CA92}"/>
                    </a:ext>
                  </a:extLst>
                </p:cNvPr>
                <p:cNvSpPr/>
                <p:nvPr/>
              </p:nvSpPr>
              <p:spPr>
                <a:xfrm>
                  <a:off x="8961613" y="3196625"/>
                  <a:ext cx="1771" cy="891"/>
                </a:xfrm>
                <a:custGeom>
                  <a:avLst/>
                  <a:gdLst>
                    <a:gd name="connsiteX0" fmla="*/ 0 w 1771"/>
                    <a:gd name="connsiteY0" fmla="*/ 787 h 891"/>
                    <a:gd name="connsiteX1" fmla="*/ 903 w 1771"/>
                    <a:gd name="connsiteY1" fmla="*/ 0 h 891"/>
                    <a:gd name="connsiteX2" fmla="*/ 1771 w 1771"/>
                    <a:gd name="connsiteY2" fmla="*/ 891 h 891"/>
                    <a:gd name="connsiteX3" fmla="*/ 0 w 1771"/>
                    <a:gd name="connsiteY3" fmla="*/ 787 h 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71" h="891">
                      <a:moveTo>
                        <a:pt x="0" y="787"/>
                      </a:moveTo>
                      <a:lnTo>
                        <a:pt x="903" y="0"/>
                      </a:lnTo>
                      <a:lnTo>
                        <a:pt x="1771" y="891"/>
                      </a:lnTo>
                      <a:lnTo>
                        <a:pt x="0" y="78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27" name="Freeform: Shape 826">
                  <a:extLst>
                    <a:ext uri="{FF2B5EF4-FFF2-40B4-BE49-F238E27FC236}">
                      <a16:creationId xmlns:a16="http://schemas.microsoft.com/office/drawing/2014/main" id="{711749B9-F161-C2C9-497C-6D48D9F28B00}"/>
                    </a:ext>
                  </a:extLst>
                </p:cNvPr>
                <p:cNvSpPr/>
                <p:nvPr/>
              </p:nvSpPr>
              <p:spPr>
                <a:xfrm>
                  <a:off x="7833787" y="3248312"/>
                  <a:ext cx="879" cy="2130"/>
                </a:xfrm>
                <a:custGeom>
                  <a:avLst/>
                  <a:gdLst>
                    <a:gd name="connsiteX0" fmla="*/ 0 w 879"/>
                    <a:gd name="connsiteY0" fmla="*/ 614 h 2130"/>
                    <a:gd name="connsiteX1" fmla="*/ 880 w 879"/>
                    <a:gd name="connsiteY1" fmla="*/ 0 h 2130"/>
                    <a:gd name="connsiteX2" fmla="*/ 266 w 879"/>
                    <a:gd name="connsiteY2" fmla="*/ 2130 h 2130"/>
                    <a:gd name="connsiteX3" fmla="*/ 0 w 879"/>
                    <a:gd name="connsiteY3" fmla="*/ 614 h 2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79" h="2130">
                      <a:moveTo>
                        <a:pt x="0" y="614"/>
                      </a:moveTo>
                      <a:lnTo>
                        <a:pt x="880" y="0"/>
                      </a:lnTo>
                      <a:lnTo>
                        <a:pt x="266" y="2130"/>
                      </a:lnTo>
                      <a:lnTo>
                        <a:pt x="0" y="61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28" name="Freeform: Shape 827">
                  <a:extLst>
                    <a:ext uri="{FF2B5EF4-FFF2-40B4-BE49-F238E27FC236}">
                      <a16:creationId xmlns:a16="http://schemas.microsoft.com/office/drawing/2014/main" id="{A84FCF43-7900-E838-3D69-DB05B01A4423}"/>
                    </a:ext>
                  </a:extLst>
                </p:cNvPr>
                <p:cNvSpPr/>
                <p:nvPr/>
              </p:nvSpPr>
              <p:spPr>
                <a:xfrm>
                  <a:off x="8302159" y="3966063"/>
                  <a:ext cx="1400" cy="1018"/>
                </a:xfrm>
                <a:custGeom>
                  <a:avLst/>
                  <a:gdLst>
                    <a:gd name="connsiteX0" fmla="*/ 1378 w 1400"/>
                    <a:gd name="connsiteY0" fmla="*/ 197 h 1018"/>
                    <a:gd name="connsiteX1" fmla="*/ 1007 w 1400"/>
                    <a:gd name="connsiteY1" fmla="*/ 1018 h 1018"/>
                    <a:gd name="connsiteX2" fmla="*/ 764 w 1400"/>
                    <a:gd name="connsiteY2" fmla="*/ 961 h 1018"/>
                    <a:gd name="connsiteX3" fmla="*/ 0 w 1400"/>
                    <a:gd name="connsiteY3" fmla="*/ 613 h 1018"/>
                    <a:gd name="connsiteX4" fmla="*/ 255 w 1400"/>
                    <a:gd name="connsiteY4" fmla="*/ 347 h 1018"/>
                    <a:gd name="connsiteX5" fmla="*/ 1401 w 1400"/>
                    <a:gd name="connsiteY5" fmla="*/ 0 h 1018"/>
                    <a:gd name="connsiteX6" fmla="*/ 1378 w 1400"/>
                    <a:gd name="connsiteY6" fmla="*/ 197 h 1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0" h="1018">
                      <a:moveTo>
                        <a:pt x="1378" y="197"/>
                      </a:moveTo>
                      <a:lnTo>
                        <a:pt x="1007" y="1018"/>
                      </a:lnTo>
                      <a:lnTo>
                        <a:pt x="764" y="961"/>
                      </a:lnTo>
                      <a:lnTo>
                        <a:pt x="0" y="613"/>
                      </a:lnTo>
                      <a:lnTo>
                        <a:pt x="255" y="347"/>
                      </a:lnTo>
                      <a:lnTo>
                        <a:pt x="1401" y="0"/>
                      </a:lnTo>
                      <a:lnTo>
                        <a:pt x="1378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29" name="Freeform: Shape 828">
                  <a:extLst>
                    <a:ext uri="{FF2B5EF4-FFF2-40B4-BE49-F238E27FC236}">
                      <a16:creationId xmlns:a16="http://schemas.microsoft.com/office/drawing/2014/main" id="{28A9560B-069E-A317-6F68-7EE7446ACE3D}"/>
                    </a:ext>
                  </a:extLst>
                </p:cNvPr>
                <p:cNvSpPr/>
                <p:nvPr/>
              </p:nvSpPr>
              <p:spPr>
                <a:xfrm>
                  <a:off x="7975916" y="3784610"/>
                  <a:ext cx="1018" cy="1458"/>
                </a:xfrm>
                <a:custGeom>
                  <a:avLst/>
                  <a:gdLst>
                    <a:gd name="connsiteX0" fmla="*/ 0 w 1018"/>
                    <a:gd name="connsiteY0" fmla="*/ 0 h 1458"/>
                    <a:gd name="connsiteX1" fmla="*/ 1019 w 1018"/>
                    <a:gd name="connsiteY1" fmla="*/ 1019 h 1458"/>
                    <a:gd name="connsiteX2" fmla="*/ 11 w 1018"/>
                    <a:gd name="connsiteY2" fmla="*/ 1459 h 1458"/>
                    <a:gd name="connsiteX3" fmla="*/ 0 w 1018"/>
                    <a:gd name="connsiteY3" fmla="*/ 0 h 1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8" h="1458">
                      <a:moveTo>
                        <a:pt x="0" y="0"/>
                      </a:moveTo>
                      <a:lnTo>
                        <a:pt x="1019" y="1019"/>
                      </a:lnTo>
                      <a:lnTo>
                        <a:pt x="11" y="145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0" name="Freeform: Shape 829">
                  <a:extLst>
                    <a:ext uri="{FF2B5EF4-FFF2-40B4-BE49-F238E27FC236}">
                      <a16:creationId xmlns:a16="http://schemas.microsoft.com/office/drawing/2014/main" id="{63AFFD56-45B8-B15E-8BB6-260565101DA7}"/>
                    </a:ext>
                  </a:extLst>
                </p:cNvPr>
                <p:cNvSpPr/>
                <p:nvPr/>
              </p:nvSpPr>
              <p:spPr>
                <a:xfrm>
                  <a:off x="7716743" y="3542397"/>
                  <a:ext cx="995" cy="1608"/>
                </a:xfrm>
                <a:custGeom>
                  <a:avLst/>
                  <a:gdLst>
                    <a:gd name="connsiteX0" fmla="*/ 23 w 995"/>
                    <a:gd name="connsiteY0" fmla="*/ 822 h 1608"/>
                    <a:gd name="connsiteX1" fmla="*/ 278 w 995"/>
                    <a:gd name="connsiteY1" fmla="*/ 0 h 1608"/>
                    <a:gd name="connsiteX2" fmla="*/ 972 w 995"/>
                    <a:gd name="connsiteY2" fmla="*/ 1435 h 1608"/>
                    <a:gd name="connsiteX3" fmla="*/ 996 w 995"/>
                    <a:gd name="connsiteY3" fmla="*/ 1609 h 1608"/>
                    <a:gd name="connsiteX4" fmla="*/ 0 w 995"/>
                    <a:gd name="connsiteY4" fmla="*/ 1215 h 1608"/>
                    <a:gd name="connsiteX5" fmla="*/ 23 w 995"/>
                    <a:gd name="connsiteY5" fmla="*/ 822 h 1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5" h="1608">
                      <a:moveTo>
                        <a:pt x="23" y="822"/>
                      </a:moveTo>
                      <a:lnTo>
                        <a:pt x="278" y="0"/>
                      </a:lnTo>
                      <a:lnTo>
                        <a:pt x="972" y="1435"/>
                      </a:lnTo>
                      <a:lnTo>
                        <a:pt x="996" y="1609"/>
                      </a:lnTo>
                      <a:lnTo>
                        <a:pt x="0" y="1215"/>
                      </a:lnTo>
                      <a:lnTo>
                        <a:pt x="23" y="8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1" name="Freeform: Shape 830">
                  <a:extLst>
                    <a:ext uri="{FF2B5EF4-FFF2-40B4-BE49-F238E27FC236}">
                      <a16:creationId xmlns:a16="http://schemas.microsoft.com/office/drawing/2014/main" id="{9CFC010E-DCC5-9005-68FD-EA820C6C420C}"/>
                    </a:ext>
                  </a:extLst>
                </p:cNvPr>
                <p:cNvSpPr/>
                <p:nvPr/>
              </p:nvSpPr>
              <p:spPr>
                <a:xfrm>
                  <a:off x="7860122" y="3120387"/>
                  <a:ext cx="1597" cy="2118"/>
                </a:xfrm>
                <a:custGeom>
                  <a:avLst/>
                  <a:gdLst>
                    <a:gd name="connsiteX0" fmla="*/ 0 w 1597"/>
                    <a:gd name="connsiteY0" fmla="*/ 0 h 2118"/>
                    <a:gd name="connsiteX1" fmla="*/ 1597 w 1597"/>
                    <a:gd name="connsiteY1" fmla="*/ 2118 h 2118"/>
                    <a:gd name="connsiteX2" fmla="*/ 58 w 1597"/>
                    <a:gd name="connsiteY2" fmla="*/ 1007 h 2118"/>
                    <a:gd name="connsiteX3" fmla="*/ 0 w 1597"/>
                    <a:gd name="connsiteY3" fmla="*/ 0 h 2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97" h="2118">
                      <a:moveTo>
                        <a:pt x="0" y="0"/>
                      </a:moveTo>
                      <a:lnTo>
                        <a:pt x="1597" y="2118"/>
                      </a:lnTo>
                      <a:lnTo>
                        <a:pt x="58" y="100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2" name="Freeform: Shape 831">
                  <a:extLst>
                    <a:ext uri="{FF2B5EF4-FFF2-40B4-BE49-F238E27FC236}">
                      <a16:creationId xmlns:a16="http://schemas.microsoft.com/office/drawing/2014/main" id="{56C73980-38A7-6C83-1E5B-382C4E669A02}"/>
                    </a:ext>
                  </a:extLst>
                </p:cNvPr>
                <p:cNvSpPr/>
                <p:nvPr/>
              </p:nvSpPr>
              <p:spPr>
                <a:xfrm>
                  <a:off x="9795968" y="1584777"/>
                  <a:ext cx="1284" cy="1666"/>
                </a:xfrm>
                <a:custGeom>
                  <a:avLst/>
                  <a:gdLst>
                    <a:gd name="connsiteX0" fmla="*/ 208 w 1284"/>
                    <a:gd name="connsiteY0" fmla="*/ 1435 h 1666"/>
                    <a:gd name="connsiteX1" fmla="*/ 0 w 1284"/>
                    <a:gd name="connsiteY1" fmla="*/ 1667 h 1666"/>
                    <a:gd name="connsiteX2" fmla="*/ 208 w 1284"/>
                    <a:gd name="connsiteY2" fmla="*/ 949 h 1666"/>
                    <a:gd name="connsiteX3" fmla="*/ 463 w 1284"/>
                    <a:gd name="connsiteY3" fmla="*/ 69 h 1666"/>
                    <a:gd name="connsiteX4" fmla="*/ 486 w 1284"/>
                    <a:gd name="connsiteY4" fmla="*/ 0 h 1666"/>
                    <a:gd name="connsiteX5" fmla="*/ 787 w 1284"/>
                    <a:gd name="connsiteY5" fmla="*/ 46 h 1666"/>
                    <a:gd name="connsiteX6" fmla="*/ 1285 w 1284"/>
                    <a:gd name="connsiteY6" fmla="*/ 208 h 1666"/>
                    <a:gd name="connsiteX7" fmla="*/ 208 w 1284"/>
                    <a:gd name="connsiteY7" fmla="*/ 1435 h 16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84" h="1666">
                      <a:moveTo>
                        <a:pt x="208" y="1435"/>
                      </a:moveTo>
                      <a:lnTo>
                        <a:pt x="0" y="1667"/>
                      </a:lnTo>
                      <a:lnTo>
                        <a:pt x="208" y="949"/>
                      </a:lnTo>
                      <a:lnTo>
                        <a:pt x="463" y="69"/>
                      </a:lnTo>
                      <a:lnTo>
                        <a:pt x="486" y="0"/>
                      </a:lnTo>
                      <a:lnTo>
                        <a:pt x="787" y="46"/>
                      </a:lnTo>
                      <a:lnTo>
                        <a:pt x="1285" y="208"/>
                      </a:lnTo>
                      <a:lnTo>
                        <a:pt x="208" y="14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3" name="Freeform: Shape 832">
                  <a:extLst>
                    <a:ext uri="{FF2B5EF4-FFF2-40B4-BE49-F238E27FC236}">
                      <a16:creationId xmlns:a16="http://schemas.microsoft.com/office/drawing/2014/main" id="{E66277F8-8250-CEAF-9A01-8AE1069E59D4}"/>
                    </a:ext>
                  </a:extLst>
                </p:cNvPr>
                <p:cNvSpPr/>
                <p:nvPr/>
              </p:nvSpPr>
              <p:spPr>
                <a:xfrm>
                  <a:off x="9207335" y="2354735"/>
                  <a:ext cx="995" cy="2315"/>
                </a:xfrm>
                <a:custGeom>
                  <a:avLst/>
                  <a:gdLst>
                    <a:gd name="connsiteX0" fmla="*/ 0 w 995"/>
                    <a:gd name="connsiteY0" fmla="*/ 0 h 2315"/>
                    <a:gd name="connsiteX1" fmla="*/ 996 w 995"/>
                    <a:gd name="connsiteY1" fmla="*/ 1320 h 2315"/>
                    <a:gd name="connsiteX2" fmla="*/ 648 w 995"/>
                    <a:gd name="connsiteY2" fmla="*/ 2315 h 2315"/>
                    <a:gd name="connsiteX3" fmla="*/ 0 w 995"/>
                    <a:gd name="connsiteY3" fmla="*/ 0 h 2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5" h="2315">
                      <a:moveTo>
                        <a:pt x="0" y="0"/>
                      </a:moveTo>
                      <a:lnTo>
                        <a:pt x="996" y="1320"/>
                      </a:lnTo>
                      <a:lnTo>
                        <a:pt x="648" y="231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4" name="Freeform: Shape 833">
                  <a:extLst>
                    <a:ext uri="{FF2B5EF4-FFF2-40B4-BE49-F238E27FC236}">
                      <a16:creationId xmlns:a16="http://schemas.microsoft.com/office/drawing/2014/main" id="{8162189B-5071-873B-3318-206807781273}"/>
                    </a:ext>
                  </a:extLst>
                </p:cNvPr>
                <p:cNvSpPr/>
                <p:nvPr/>
              </p:nvSpPr>
              <p:spPr>
                <a:xfrm>
                  <a:off x="9271060" y="2309693"/>
                  <a:ext cx="914" cy="1713"/>
                </a:xfrm>
                <a:custGeom>
                  <a:avLst/>
                  <a:gdLst>
                    <a:gd name="connsiteX0" fmla="*/ 0 w 914"/>
                    <a:gd name="connsiteY0" fmla="*/ 1493 h 1713"/>
                    <a:gd name="connsiteX1" fmla="*/ 266 w 914"/>
                    <a:gd name="connsiteY1" fmla="*/ 35 h 1713"/>
                    <a:gd name="connsiteX2" fmla="*/ 278 w 914"/>
                    <a:gd name="connsiteY2" fmla="*/ 0 h 1713"/>
                    <a:gd name="connsiteX3" fmla="*/ 914 w 914"/>
                    <a:gd name="connsiteY3" fmla="*/ 1713 h 1713"/>
                    <a:gd name="connsiteX4" fmla="*/ 0 w 914"/>
                    <a:gd name="connsiteY4" fmla="*/ 1493 h 1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4" h="1713">
                      <a:moveTo>
                        <a:pt x="0" y="1493"/>
                      </a:moveTo>
                      <a:lnTo>
                        <a:pt x="266" y="35"/>
                      </a:lnTo>
                      <a:lnTo>
                        <a:pt x="278" y="0"/>
                      </a:lnTo>
                      <a:lnTo>
                        <a:pt x="914" y="1713"/>
                      </a:lnTo>
                      <a:lnTo>
                        <a:pt x="0" y="14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5" name="Freeform: Shape 834">
                  <a:extLst>
                    <a:ext uri="{FF2B5EF4-FFF2-40B4-BE49-F238E27FC236}">
                      <a16:creationId xmlns:a16="http://schemas.microsoft.com/office/drawing/2014/main" id="{822F3A4A-2773-2EA6-7AE0-538E87E2C670}"/>
                    </a:ext>
                  </a:extLst>
                </p:cNvPr>
                <p:cNvSpPr/>
                <p:nvPr/>
              </p:nvSpPr>
              <p:spPr>
                <a:xfrm>
                  <a:off x="7851220" y="3153216"/>
                  <a:ext cx="1377" cy="1111"/>
                </a:xfrm>
                <a:custGeom>
                  <a:avLst/>
                  <a:gdLst>
                    <a:gd name="connsiteX0" fmla="*/ 0 w 1377"/>
                    <a:gd name="connsiteY0" fmla="*/ 903 h 1111"/>
                    <a:gd name="connsiteX1" fmla="*/ 648 w 1377"/>
                    <a:gd name="connsiteY1" fmla="*/ 0 h 1111"/>
                    <a:gd name="connsiteX2" fmla="*/ 729 w 1377"/>
                    <a:gd name="connsiteY2" fmla="*/ 46 h 1111"/>
                    <a:gd name="connsiteX3" fmla="*/ 1378 w 1377"/>
                    <a:gd name="connsiteY3" fmla="*/ 1111 h 1111"/>
                    <a:gd name="connsiteX4" fmla="*/ 0 w 1377"/>
                    <a:gd name="connsiteY4" fmla="*/ 903 h 11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7" h="1111">
                      <a:moveTo>
                        <a:pt x="0" y="903"/>
                      </a:moveTo>
                      <a:lnTo>
                        <a:pt x="648" y="0"/>
                      </a:lnTo>
                      <a:lnTo>
                        <a:pt x="729" y="46"/>
                      </a:lnTo>
                      <a:lnTo>
                        <a:pt x="1378" y="1111"/>
                      </a:lnTo>
                      <a:lnTo>
                        <a:pt x="0" y="9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6" name="Freeform: Shape 835">
                  <a:extLst>
                    <a:ext uri="{FF2B5EF4-FFF2-40B4-BE49-F238E27FC236}">
                      <a16:creationId xmlns:a16="http://schemas.microsoft.com/office/drawing/2014/main" id="{25FFAA0A-86D8-7E48-F9C0-F3EAE68CB547}"/>
                    </a:ext>
                  </a:extLst>
                </p:cNvPr>
                <p:cNvSpPr/>
                <p:nvPr/>
              </p:nvSpPr>
              <p:spPr>
                <a:xfrm>
                  <a:off x="9675648" y="1697028"/>
                  <a:ext cx="3252" cy="2280"/>
                </a:xfrm>
                <a:custGeom>
                  <a:avLst/>
                  <a:gdLst>
                    <a:gd name="connsiteX0" fmla="*/ 0 w 3252"/>
                    <a:gd name="connsiteY0" fmla="*/ 2280 h 2280"/>
                    <a:gd name="connsiteX1" fmla="*/ 2964 w 3252"/>
                    <a:gd name="connsiteY1" fmla="*/ 0 h 2280"/>
                    <a:gd name="connsiteX2" fmla="*/ 3253 w 3252"/>
                    <a:gd name="connsiteY2" fmla="*/ 1285 h 2280"/>
                    <a:gd name="connsiteX3" fmla="*/ 2663 w 3252"/>
                    <a:gd name="connsiteY3" fmla="*/ 764 h 2280"/>
                    <a:gd name="connsiteX4" fmla="*/ 2547 w 3252"/>
                    <a:gd name="connsiteY4" fmla="*/ 544 h 2280"/>
                    <a:gd name="connsiteX5" fmla="*/ 0 w 3252"/>
                    <a:gd name="connsiteY5" fmla="*/ 2280 h 2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52" h="2280">
                      <a:moveTo>
                        <a:pt x="0" y="2280"/>
                      </a:moveTo>
                      <a:lnTo>
                        <a:pt x="2964" y="0"/>
                      </a:lnTo>
                      <a:lnTo>
                        <a:pt x="3253" y="1285"/>
                      </a:lnTo>
                      <a:lnTo>
                        <a:pt x="2663" y="764"/>
                      </a:lnTo>
                      <a:lnTo>
                        <a:pt x="2547" y="544"/>
                      </a:lnTo>
                      <a:lnTo>
                        <a:pt x="0" y="22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7" name="Freeform: Shape 836">
                  <a:extLst>
                    <a:ext uri="{FF2B5EF4-FFF2-40B4-BE49-F238E27FC236}">
                      <a16:creationId xmlns:a16="http://schemas.microsoft.com/office/drawing/2014/main" id="{26320939-7555-7AF4-F832-2241A6E5F92F}"/>
                    </a:ext>
                  </a:extLst>
                </p:cNvPr>
                <p:cNvSpPr/>
                <p:nvPr/>
              </p:nvSpPr>
              <p:spPr>
                <a:xfrm>
                  <a:off x="8335370" y="3853232"/>
                  <a:ext cx="2535" cy="2048"/>
                </a:xfrm>
                <a:custGeom>
                  <a:avLst/>
                  <a:gdLst>
                    <a:gd name="connsiteX0" fmla="*/ 0 w 2535"/>
                    <a:gd name="connsiteY0" fmla="*/ 2049 h 2048"/>
                    <a:gd name="connsiteX1" fmla="*/ 2049 w 2535"/>
                    <a:gd name="connsiteY1" fmla="*/ 0 h 2048"/>
                    <a:gd name="connsiteX2" fmla="*/ 2535 w 2535"/>
                    <a:gd name="connsiteY2" fmla="*/ 915 h 2048"/>
                    <a:gd name="connsiteX3" fmla="*/ 1597 w 2535"/>
                    <a:gd name="connsiteY3" fmla="*/ 1343 h 2048"/>
                    <a:gd name="connsiteX4" fmla="*/ 1956 w 2535"/>
                    <a:gd name="connsiteY4" fmla="*/ 255 h 2048"/>
                    <a:gd name="connsiteX5" fmla="*/ 0 w 2535"/>
                    <a:gd name="connsiteY5" fmla="*/ 2049 h 2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35" h="2048">
                      <a:moveTo>
                        <a:pt x="0" y="2049"/>
                      </a:moveTo>
                      <a:lnTo>
                        <a:pt x="2049" y="0"/>
                      </a:lnTo>
                      <a:lnTo>
                        <a:pt x="2535" y="915"/>
                      </a:lnTo>
                      <a:lnTo>
                        <a:pt x="1597" y="1343"/>
                      </a:lnTo>
                      <a:lnTo>
                        <a:pt x="1956" y="255"/>
                      </a:lnTo>
                      <a:lnTo>
                        <a:pt x="0" y="204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8" name="Freeform: Shape 837">
                  <a:extLst>
                    <a:ext uri="{FF2B5EF4-FFF2-40B4-BE49-F238E27FC236}">
                      <a16:creationId xmlns:a16="http://schemas.microsoft.com/office/drawing/2014/main" id="{40886F6F-486C-06AD-074A-8A7F1A693B2A}"/>
                    </a:ext>
                  </a:extLst>
                </p:cNvPr>
                <p:cNvSpPr/>
                <p:nvPr/>
              </p:nvSpPr>
              <p:spPr>
                <a:xfrm>
                  <a:off x="9628037" y="1629228"/>
                  <a:ext cx="1504" cy="1284"/>
                </a:xfrm>
                <a:custGeom>
                  <a:avLst/>
                  <a:gdLst>
                    <a:gd name="connsiteX0" fmla="*/ 0 w 1504"/>
                    <a:gd name="connsiteY0" fmla="*/ 0 h 1284"/>
                    <a:gd name="connsiteX1" fmla="*/ 1505 w 1504"/>
                    <a:gd name="connsiteY1" fmla="*/ 1285 h 1284"/>
                    <a:gd name="connsiteX2" fmla="*/ 590 w 1504"/>
                    <a:gd name="connsiteY2" fmla="*/ 1146 h 1284"/>
                    <a:gd name="connsiteX3" fmla="*/ 93 w 1504"/>
                    <a:gd name="connsiteY3" fmla="*/ 972 h 1284"/>
                    <a:gd name="connsiteX4" fmla="*/ 0 w 1504"/>
                    <a:gd name="connsiteY4" fmla="*/ 0 h 1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4" h="1284">
                      <a:moveTo>
                        <a:pt x="0" y="0"/>
                      </a:moveTo>
                      <a:lnTo>
                        <a:pt x="1505" y="1285"/>
                      </a:lnTo>
                      <a:lnTo>
                        <a:pt x="590" y="1146"/>
                      </a:lnTo>
                      <a:lnTo>
                        <a:pt x="93" y="97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9" name="Freeform: Shape 838">
                  <a:extLst>
                    <a:ext uri="{FF2B5EF4-FFF2-40B4-BE49-F238E27FC236}">
                      <a16:creationId xmlns:a16="http://schemas.microsoft.com/office/drawing/2014/main" id="{84B58875-8A72-C0EA-04FF-FAE52E8B20B7}"/>
                    </a:ext>
                  </a:extLst>
                </p:cNvPr>
                <p:cNvSpPr/>
                <p:nvPr/>
              </p:nvSpPr>
              <p:spPr>
                <a:xfrm>
                  <a:off x="8009995" y="2834613"/>
                  <a:ext cx="671" cy="2373"/>
                </a:xfrm>
                <a:custGeom>
                  <a:avLst/>
                  <a:gdLst>
                    <a:gd name="connsiteX0" fmla="*/ 0 w 671"/>
                    <a:gd name="connsiteY0" fmla="*/ 0 h 2373"/>
                    <a:gd name="connsiteX1" fmla="*/ 671 w 671"/>
                    <a:gd name="connsiteY1" fmla="*/ 671 h 2373"/>
                    <a:gd name="connsiteX2" fmla="*/ 243 w 671"/>
                    <a:gd name="connsiteY2" fmla="*/ 2373 h 2373"/>
                    <a:gd name="connsiteX3" fmla="*/ 0 w 671"/>
                    <a:gd name="connsiteY3" fmla="*/ 0 h 23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1" h="2373">
                      <a:moveTo>
                        <a:pt x="0" y="0"/>
                      </a:moveTo>
                      <a:lnTo>
                        <a:pt x="671" y="671"/>
                      </a:lnTo>
                      <a:lnTo>
                        <a:pt x="243" y="237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40" name="Freeform: Shape 839">
                  <a:extLst>
                    <a:ext uri="{FF2B5EF4-FFF2-40B4-BE49-F238E27FC236}">
                      <a16:creationId xmlns:a16="http://schemas.microsoft.com/office/drawing/2014/main" id="{BD93D192-2556-1853-D95E-2087D8AEBE50}"/>
                    </a:ext>
                  </a:extLst>
                </p:cNvPr>
                <p:cNvSpPr/>
                <p:nvPr/>
              </p:nvSpPr>
              <p:spPr>
                <a:xfrm>
                  <a:off x="8135373" y="4321511"/>
                  <a:ext cx="1933" cy="2292"/>
                </a:xfrm>
                <a:custGeom>
                  <a:avLst/>
                  <a:gdLst>
                    <a:gd name="connsiteX0" fmla="*/ 660 w 1933"/>
                    <a:gd name="connsiteY0" fmla="*/ 2234 h 2292"/>
                    <a:gd name="connsiteX1" fmla="*/ 0 w 1933"/>
                    <a:gd name="connsiteY1" fmla="*/ 2292 h 2292"/>
                    <a:gd name="connsiteX2" fmla="*/ 1933 w 1933"/>
                    <a:gd name="connsiteY2" fmla="*/ 0 h 2292"/>
                    <a:gd name="connsiteX3" fmla="*/ 660 w 1933"/>
                    <a:gd name="connsiteY3" fmla="*/ 2234 h 2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33" h="2292">
                      <a:moveTo>
                        <a:pt x="660" y="2234"/>
                      </a:moveTo>
                      <a:lnTo>
                        <a:pt x="0" y="2292"/>
                      </a:lnTo>
                      <a:lnTo>
                        <a:pt x="1933" y="0"/>
                      </a:lnTo>
                      <a:lnTo>
                        <a:pt x="660" y="223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41" name="Freeform: Shape 840">
                  <a:extLst>
                    <a:ext uri="{FF2B5EF4-FFF2-40B4-BE49-F238E27FC236}">
                      <a16:creationId xmlns:a16="http://schemas.microsoft.com/office/drawing/2014/main" id="{1371A937-F201-8B27-6962-E28DAE5AB6CD}"/>
                    </a:ext>
                  </a:extLst>
                </p:cNvPr>
                <p:cNvSpPr/>
                <p:nvPr/>
              </p:nvSpPr>
              <p:spPr>
                <a:xfrm>
                  <a:off x="8349052" y="3815032"/>
                  <a:ext cx="1250" cy="1770"/>
                </a:xfrm>
                <a:custGeom>
                  <a:avLst/>
                  <a:gdLst>
                    <a:gd name="connsiteX0" fmla="*/ 0 w 1250"/>
                    <a:gd name="connsiteY0" fmla="*/ 775 h 1770"/>
                    <a:gd name="connsiteX1" fmla="*/ 1250 w 1250"/>
                    <a:gd name="connsiteY1" fmla="*/ 0 h 1770"/>
                    <a:gd name="connsiteX2" fmla="*/ 185 w 1250"/>
                    <a:gd name="connsiteY2" fmla="*/ 1771 h 1770"/>
                    <a:gd name="connsiteX3" fmla="*/ 0 w 1250"/>
                    <a:gd name="connsiteY3" fmla="*/ 775 h 17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50" h="1770">
                      <a:moveTo>
                        <a:pt x="0" y="775"/>
                      </a:moveTo>
                      <a:lnTo>
                        <a:pt x="1250" y="0"/>
                      </a:lnTo>
                      <a:lnTo>
                        <a:pt x="185" y="1771"/>
                      </a:lnTo>
                      <a:lnTo>
                        <a:pt x="0" y="77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42" name="Freeform: Shape 841">
                  <a:extLst>
                    <a:ext uri="{FF2B5EF4-FFF2-40B4-BE49-F238E27FC236}">
                      <a16:creationId xmlns:a16="http://schemas.microsoft.com/office/drawing/2014/main" id="{751C281A-8968-711B-4CEB-13B62B27A7AB}"/>
                    </a:ext>
                  </a:extLst>
                </p:cNvPr>
                <p:cNvSpPr/>
                <p:nvPr/>
              </p:nvSpPr>
              <p:spPr>
                <a:xfrm>
                  <a:off x="9799313" y="1598275"/>
                  <a:ext cx="1620" cy="1250"/>
                </a:xfrm>
                <a:custGeom>
                  <a:avLst/>
                  <a:gdLst>
                    <a:gd name="connsiteX0" fmla="*/ 1424 w 1620"/>
                    <a:gd name="connsiteY0" fmla="*/ 984 h 1250"/>
                    <a:gd name="connsiteX1" fmla="*/ 0 w 1620"/>
                    <a:gd name="connsiteY1" fmla="*/ 1250 h 1250"/>
                    <a:gd name="connsiteX2" fmla="*/ 1620 w 1620"/>
                    <a:gd name="connsiteY2" fmla="*/ 0 h 1250"/>
                    <a:gd name="connsiteX3" fmla="*/ 1563 w 1620"/>
                    <a:gd name="connsiteY3" fmla="*/ 602 h 1250"/>
                    <a:gd name="connsiteX4" fmla="*/ 1424 w 1620"/>
                    <a:gd name="connsiteY4" fmla="*/ 984 h 1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20" h="1250">
                      <a:moveTo>
                        <a:pt x="1424" y="984"/>
                      </a:moveTo>
                      <a:lnTo>
                        <a:pt x="0" y="1250"/>
                      </a:lnTo>
                      <a:lnTo>
                        <a:pt x="1620" y="0"/>
                      </a:lnTo>
                      <a:lnTo>
                        <a:pt x="1563" y="602"/>
                      </a:lnTo>
                      <a:lnTo>
                        <a:pt x="1424" y="98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43" name="Freeform: Shape 842">
                  <a:extLst>
                    <a:ext uri="{FF2B5EF4-FFF2-40B4-BE49-F238E27FC236}">
                      <a16:creationId xmlns:a16="http://schemas.microsoft.com/office/drawing/2014/main" id="{7CB17AD0-0F13-5E03-19F9-7118F236A9A6}"/>
                    </a:ext>
                  </a:extLst>
                </p:cNvPr>
                <p:cNvSpPr/>
                <p:nvPr/>
              </p:nvSpPr>
              <p:spPr>
                <a:xfrm>
                  <a:off x="7968299" y="2773353"/>
                  <a:ext cx="1481" cy="1400"/>
                </a:xfrm>
                <a:custGeom>
                  <a:avLst/>
                  <a:gdLst>
                    <a:gd name="connsiteX0" fmla="*/ 0 w 1481"/>
                    <a:gd name="connsiteY0" fmla="*/ 1401 h 1400"/>
                    <a:gd name="connsiteX1" fmla="*/ 938 w 1481"/>
                    <a:gd name="connsiteY1" fmla="*/ 0 h 1400"/>
                    <a:gd name="connsiteX2" fmla="*/ 1482 w 1481"/>
                    <a:gd name="connsiteY2" fmla="*/ 660 h 1400"/>
                    <a:gd name="connsiteX3" fmla="*/ 0 w 1481"/>
                    <a:gd name="connsiteY3" fmla="*/ 1401 h 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81" h="1400">
                      <a:moveTo>
                        <a:pt x="0" y="1401"/>
                      </a:moveTo>
                      <a:lnTo>
                        <a:pt x="938" y="0"/>
                      </a:lnTo>
                      <a:lnTo>
                        <a:pt x="1482" y="660"/>
                      </a:lnTo>
                      <a:lnTo>
                        <a:pt x="0" y="14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44" name="Freeform: Shape 843">
                  <a:extLst>
                    <a:ext uri="{FF2B5EF4-FFF2-40B4-BE49-F238E27FC236}">
                      <a16:creationId xmlns:a16="http://schemas.microsoft.com/office/drawing/2014/main" id="{FB714F7C-5F86-8E29-A5FB-AE03BD63BAC6}"/>
                    </a:ext>
                  </a:extLst>
                </p:cNvPr>
                <p:cNvSpPr/>
                <p:nvPr/>
              </p:nvSpPr>
              <p:spPr>
                <a:xfrm>
                  <a:off x="7811839" y="3288017"/>
                  <a:ext cx="1771" cy="810"/>
                </a:xfrm>
                <a:custGeom>
                  <a:avLst/>
                  <a:gdLst>
                    <a:gd name="connsiteX0" fmla="*/ 1215 w 1771"/>
                    <a:gd name="connsiteY0" fmla="*/ 764 h 810"/>
                    <a:gd name="connsiteX1" fmla="*/ 752 w 1771"/>
                    <a:gd name="connsiteY1" fmla="*/ 810 h 810"/>
                    <a:gd name="connsiteX2" fmla="*/ 0 w 1771"/>
                    <a:gd name="connsiteY2" fmla="*/ 0 h 810"/>
                    <a:gd name="connsiteX3" fmla="*/ 1204 w 1771"/>
                    <a:gd name="connsiteY3" fmla="*/ 220 h 810"/>
                    <a:gd name="connsiteX4" fmla="*/ 1771 w 1771"/>
                    <a:gd name="connsiteY4" fmla="*/ 451 h 810"/>
                    <a:gd name="connsiteX5" fmla="*/ 1215 w 1771"/>
                    <a:gd name="connsiteY5" fmla="*/ 764 h 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71" h="810">
                      <a:moveTo>
                        <a:pt x="1215" y="764"/>
                      </a:moveTo>
                      <a:lnTo>
                        <a:pt x="752" y="810"/>
                      </a:lnTo>
                      <a:lnTo>
                        <a:pt x="0" y="0"/>
                      </a:lnTo>
                      <a:lnTo>
                        <a:pt x="1204" y="220"/>
                      </a:lnTo>
                      <a:lnTo>
                        <a:pt x="1771" y="451"/>
                      </a:lnTo>
                      <a:lnTo>
                        <a:pt x="1215" y="76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45" name="Freeform: Shape 844">
                  <a:extLst>
                    <a:ext uri="{FF2B5EF4-FFF2-40B4-BE49-F238E27FC236}">
                      <a16:creationId xmlns:a16="http://schemas.microsoft.com/office/drawing/2014/main" id="{3CEF717B-3B87-082A-D172-E4567F5C93A5}"/>
                    </a:ext>
                  </a:extLst>
                </p:cNvPr>
                <p:cNvSpPr/>
                <p:nvPr/>
              </p:nvSpPr>
              <p:spPr>
                <a:xfrm>
                  <a:off x="7964328" y="2808127"/>
                  <a:ext cx="1238" cy="1331"/>
                </a:xfrm>
                <a:custGeom>
                  <a:avLst/>
                  <a:gdLst>
                    <a:gd name="connsiteX0" fmla="*/ 0 w 1238"/>
                    <a:gd name="connsiteY0" fmla="*/ 1331 h 1331"/>
                    <a:gd name="connsiteX1" fmla="*/ 822 w 1238"/>
                    <a:gd name="connsiteY1" fmla="*/ 0 h 1331"/>
                    <a:gd name="connsiteX2" fmla="*/ 1239 w 1238"/>
                    <a:gd name="connsiteY2" fmla="*/ 984 h 1331"/>
                    <a:gd name="connsiteX3" fmla="*/ 0 w 1238"/>
                    <a:gd name="connsiteY3" fmla="*/ 1331 h 1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38" h="1331">
                      <a:moveTo>
                        <a:pt x="0" y="1331"/>
                      </a:moveTo>
                      <a:lnTo>
                        <a:pt x="822" y="0"/>
                      </a:lnTo>
                      <a:lnTo>
                        <a:pt x="1239" y="984"/>
                      </a:lnTo>
                      <a:lnTo>
                        <a:pt x="0" y="133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46" name="Freeform: Shape 845">
                  <a:extLst>
                    <a:ext uri="{FF2B5EF4-FFF2-40B4-BE49-F238E27FC236}">
                      <a16:creationId xmlns:a16="http://schemas.microsoft.com/office/drawing/2014/main" id="{82819187-5B42-51D6-84C6-5A4F8E0ACE73}"/>
                    </a:ext>
                  </a:extLst>
                </p:cNvPr>
                <p:cNvSpPr/>
                <p:nvPr/>
              </p:nvSpPr>
              <p:spPr>
                <a:xfrm>
                  <a:off x="7813946" y="3190340"/>
                  <a:ext cx="2048" cy="683"/>
                </a:xfrm>
                <a:custGeom>
                  <a:avLst/>
                  <a:gdLst>
                    <a:gd name="connsiteX0" fmla="*/ 0 w 2048"/>
                    <a:gd name="connsiteY0" fmla="*/ 278 h 683"/>
                    <a:gd name="connsiteX1" fmla="*/ 1493 w 2048"/>
                    <a:gd name="connsiteY1" fmla="*/ 0 h 683"/>
                    <a:gd name="connsiteX2" fmla="*/ 2049 w 2048"/>
                    <a:gd name="connsiteY2" fmla="*/ 683 h 683"/>
                    <a:gd name="connsiteX3" fmla="*/ 984 w 2048"/>
                    <a:gd name="connsiteY3" fmla="*/ 556 h 683"/>
                    <a:gd name="connsiteX4" fmla="*/ 0 w 2048"/>
                    <a:gd name="connsiteY4" fmla="*/ 278 h 6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48" h="683">
                      <a:moveTo>
                        <a:pt x="0" y="278"/>
                      </a:moveTo>
                      <a:lnTo>
                        <a:pt x="1493" y="0"/>
                      </a:lnTo>
                      <a:lnTo>
                        <a:pt x="2049" y="683"/>
                      </a:lnTo>
                      <a:lnTo>
                        <a:pt x="984" y="556"/>
                      </a:lnTo>
                      <a:lnTo>
                        <a:pt x="0" y="2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47" name="Freeform: Shape 846">
                  <a:extLst>
                    <a:ext uri="{FF2B5EF4-FFF2-40B4-BE49-F238E27FC236}">
                      <a16:creationId xmlns:a16="http://schemas.microsoft.com/office/drawing/2014/main" id="{C6020C7D-7712-578E-B686-226E982F14AB}"/>
                    </a:ext>
                  </a:extLst>
                </p:cNvPr>
                <p:cNvSpPr/>
                <p:nvPr/>
              </p:nvSpPr>
              <p:spPr>
                <a:xfrm>
                  <a:off x="8065988" y="4253607"/>
                  <a:ext cx="1446" cy="960"/>
                </a:xfrm>
                <a:custGeom>
                  <a:avLst/>
                  <a:gdLst>
                    <a:gd name="connsiteX0" fmla="*/ 0 w 1446"/>
                    <a:gd name="connsiteY0" fmla="*/ 173 h 960"/>
                    <a:gd name="connsiteX1" fmla="*/ 1447 w 1446"/>
                    <a:gd name="connsiteY1" fmla="*/ 0 h 960"/>
                    <a:gd name="connsiteX2" fmla="*/ 1308 w 1446"/>
                    <a:gd name="connsiteY2" fmla="*/ 961 h 960"/>
                    <a:gd name="connsiteX3" fmla="*/ 0 w 1446"/>
                    <a:gd name="connsiteY3" fmla="*/ 173 h 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46" h="960">
                      <a:moveTo>
                        <a:pt x="0" y="173"/>
                      </a:moveTo>
                      <a:lnTo>
                        <a:pt x="1447" y="0"/>
                      </a:lnTo>
                      <a:lnTo>
                        <a:pt x="1308" y="961"/>
                      </a:lnTo>
                      <a:lnTo>
                        <a:pt x="0" y="17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48" name="Freeform: Shape 847">
                  <a:extLst>
                    <a:ext uri="{FF2B5EF4-FFF2-40B4-BE49-F238E27FC236}">
                      <a16:creationId xmlns:a16="http://schemas.microsoft.com/office/drawing/2014/main" id="{78E59760-ECBF-1A79-1B26-18D0E5823EA8}"/>
                    </a:ext>
                  </a:extLst>
                </p:cNvPr>
                <p:cNvSpPr/>
                <p:nvPr/>
              </p:nvSpPr>
              <p:spPr>
                <a:xfrm>
                  <a:off x="8238017" y="3995627"/>
                  <a:ext cx="3264" cy="3102"/>
                </a:xfrm>
                <a:custGeom>
                  <a:avLst/>
                  <a:gdLst>
                    <a:gd name="connsiteX0" fmla="*/ 278 w 3264"/>
                    <a:gd name="connsiteY0" fmla="*/ 2987 h 3102"/>
                    <a:gd name="connsiteX1" fmla="*/ 0 w 3264"/>
                    <a:gd name="connsiteY1" fmla="*/ 3102 h 3102"/>
                    <a:gd name="connsiteX2" fmla="*/ 46 w 3264"/>
                    <a:gd name="connsiteY2" fmla="*/ 2964 h 3102"/>
                    <a:gd name="connsiteX3" fmla="*/ 3183 w 3264"/>
                    <a:gd name="connsiteY3" fmla="*/ 12 h 3102"/>
                    <a:gd name="connsiteX4" fmla="*/ 3264 w 3264"/>
                    <a:gd name="connsiteY4" fmla="*/ 0 h 3102"/>
                    <a:gd name="connsiteX5" fmla="*/ 3195 w 3264"/>
                    <a:gd name="connsiteY5" fmla="*/ 197 h 3102"/>
                    <a:gd name="connsiteX6" fmla="*/ 278 w 3264"/>
                    <a:gd name="connsiteY6" fmla="*/ 2987 h 3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64" h="3102">
                      <a:moveTo>
                        <a:pt x="278" y="2987"/>
                      </a:moveTo>
                      <a:lnTo>
                        <a:pt x="0" y="3102"/>
                      </a:lnTo>
                      <a:lnTo>
                        <a:pt x="46" y="2964"/>
                      </a:lnTo>
                      <a:lnTo>
                        <a:pt x="3183" y="12"/>
                      </a:lnTo>
                      <a:lnTo>
                        <a:pt x="3264" y="0"/>
                      </a:lnTo>
                      <a:lnTo>
                        <a:pt x="3195" y="197"/>
                      </a:lnTo>
                      <a:lnTo>
                        <a:pt x="278" y="298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49" name="Freeform: Shape 848">
                  <a:extLst>
                    <a:ext uri="{FF2B5EF4-FFF2-40B4-BE49-F238E27FC236}">
                      <a16:creationId xmlns:a16="http://schemas.microsoft.com/office/drawing/2014/main" id="{3F0AA3CE-701B-494C-9768-54581D9903AB}"/>
                    </a:ext>
                  </a:extLst>
                </p:cNvPr>
                <p:cNvSpPr/>
                <p:nvPr/>
              </p:nvSpPr>
              <p:spPr>
                <a:xfrm>
                  <a:off x="8220908" y="3811999"/>
                  <a:ext cx="1597" cy="1169"/>
                </a:xfrm>
                <a:custGeom>
                  <a:avLst/>
                  <a:gdLst>
                    <a:gd name="connsiteX0" fmla="*/ 1563 w 1597"/>
                    <a:gd name="connsiteY0" fmla="*/ 1019 h 1169"/>
                    <a:gd name="connsiteX1" fmla="*/ 521 w 1597"/>
                    <a:gd name="connsiteY1" fmla="*/ 1169 h 1169"/>
                    <a:gd name="connsiteX2" fmla="*/ 0 w 1597"/>
                    <a:gd name="connsiteY2" fmla="*/ 0 h 1169"/>
                    <a:gd name="connsiteX3" fmla="*/ 1597 w 1597"/>
                    <a:gd name="connsiteY3" fmla="*/ 1007 h 1169"/>
                    <a:gd name="connsiteX4" fmla="*/ 1563 w 1597"/>
                    <a:gd name="connsiteY4" fmla="*/ 1019 h 1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97" h="1169">
                      <a:moveTo>
                        <a:pt x="1563" y="1019"/>
                      </a:moveTo>
                      <a:lnTo>
                        <a:pt x="521" y="1169"/>
                      </a:lnTo>
                      <a:lnTo>
                        <a:pt x="0" y="0"/>
                      </a:lnTo>
                      <a:lnTo>
                        <a:pt x="1597" y="1007"/>
                      </a:lnTo>
                      <a:lnTo>
                        <a:pt x="1563" y="101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50" name="Freeform: Shape 849">
                  <a:extLst>
                    <a:ext uri="{FF2B5EF4-FFF2-40B4-BE49-F238E27FC236}">
                      <a16:creationId xmlns:a16="http://schemas.microsoft.com/office/drawing/2014/main" id="{78A53183-96EC-1A67-AF34-1465244DAD11}"/>
                    </a:ext>
                  </a:extLst>
                </p:cNvPr>
                <p:cNvSpPr/>
                <p:nvPr/>
              </p:nvSpPr>
              <p:spPr>
                <a:xfrm>
                  <a:off x="7808575" y="3298690"/>
                  <a:ext cx="1504" cy="1828"/>
                </a:xfrm>
                <a:custGeom>
                  <a:avLst/>
                  <a:gdLst>
                    <a:gd name="connsiteX0" fmla="*/ 0 w 1504"/>
                    <a:gd name="connsiteY0" fmla="*/ 197 h 1828"/>
                    <a:gd name="connsiteX1" fmla="*/ 625 w 1504"/>
                    <a:gd name="connsiteY1" fmla="*/ 0 h 1828"/>
                    <a:gd name="connsiteX2" fmla="*/ 1505 w 1504"/>
                    <a:gd name="connsiteY2" fmla="*/ 1829 h 1828"/>
                    <a:gd name="connsiteX3" fmla="*/ 0 w 1504"/>
                    <a:gd name="connsiteY3" fmla="*/ 197 h 1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04" h="1828">
                      <a:moveTo>
                        <a:pt x="0" y="197"/>
                      </a:moveTo>
                      <a:lnTo>
                        <a:pt x="625" y="0"/>
                      </a:lnTo>
                      <a:lnTo>
                        <a:pt x="1505" y="1829"/>
                      </a:lnTo>
                      <a:lnTo>
                        <a:pt x="0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51" name="Freeform: Shape 850">
                  <a:extLst>
                    <a:ext uri="{FF2B5EF4-FFF2-40B4-BE49-F238E27FC236}">
                      <a16:creationId xmlns:a16="http://schemas.microsoft.com/office/drawing/2014/main" id="{9692F665-F681-F353-7630-9D2295259D37}"/>
                    </a:ext>
                  </a:extLst>
                </p:cNvPr>
                <p:cNvSpPr/>
                <p:nvPr/>
              </p:nvSpPr>
              <p:spPr>
                <a:xfrm>
                  <a:off x="9293552" y="2226787"/>
                  <a:ext cx="1007" cy="2211"/>
                </a:xfrm>
                <a:custGeom>
                  <a:avLst/>
                  <a:gdLst>
                    <a:gd name="connsiteX0" fmla="*/ 0 w 1007"/>
                    <a:gd name="connsiteY0" fmla="*/ 0 h 2211"/>
                    <a:gd name="connsiteX1" fmla="*/ 1007 w 1007"/>
                    <a:gd name="connsiteY1" fmla="*/ 1273 h 2211"/>
                    <a:gd name="connsiteX2" fmla="*/ 717 w 1007"/>
                    <a:gd name="connsiteY2" fmla="*/ 2211 h 2211"/>
                    <a:gd name="connsiteX3" fmla="*/ 0 w 1007"/>
                    <a:gd name="connsiteY3" fmla="*/ 0 h 2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7" h="2211">
                      <a:moveTo>
                        <a:pt x="0" y="0"/>
                      </a:moveTo>
                      <a:lnTo>
                        <a:pt x="1007" y="1273"/>
                      </a:lnTo>
                      <a:lnTo>
                        <a:pt x="717" y="221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52" name="Freeform: Shape 851">
                  <a:extLst>
                    <a:ext uri="{FF2B5EF4-FFF2-40B4-BE49-F238E27FC236}">
                      <a16:creationId xmlns:a16="http://schemas.microsoft.com/office/drawing/2014/main" id="{E967D7C2-294F-E0DF-180E-A697D497AC34}"/>
                    </a:ext>
                  </a:extLst>
                </p:cNvPr>
                <p:cNvSpPr/>
                <p:nvPr/>
              </p:nvSpPr>
              <p:spPr>
                <a:xfrm>
                  <a:off x="9830117" y="1573896"/>
                  <a:ext cx="1342" cy="983"/>
                </a:xfrm>
                <a:custGeom>
                  <a:avLst/>
                  <a:gdLst>
                    <a:gd name="connsiteX0" fmla="*/ 0 w 1342"/>
                    <a:gd name="connsiteY0" fmla="*/ 556 h 983"/>
                    <a:gd name="connsiteX1" fmla="*/ 266 w 1342"/>
                    <a:gd name="connsiteY1" fmla="*/ 0 h 983"/>
                    <a:gd name="connsiteX2" fmla="*/ 1343 w 1342"/>
                    <a:gd name="connsiteY2" fmla="*/ 521 h 983"/>
                    <a:gd name="connsiteX3" fmla="*/ 93 w 1342"/>
                    <a:gd name="connsiteY3" fmla="*/ 984 h 983"/>
                    <a:gd name="connsiteX4" fmla="*/ 0 w 1342"/>
                    <a:gd name="connsiteY4" fmla="*/ 556 h 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2" h="983">
                      <a:moveTo>
                        <a:pt x="0" y="556"/>
                      </a:moveTo>
                      <a:lnTo>
                        <a:pt x="266" y="0"/>
                      </a:lnTo>
                      <a:lnTo>
                        <a:pt x="1343" y="521"/>
                      </a:lnTo>
                      <a:lnTo>
                        <a:pt x="93" y="984"/>
                      </a:lnTo>
                      <a:lnTo>
                        <a:pt x="0" y="55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53" name="Freeform: Shape 852">
                  <a:extLst>
                    <a:ext uri="{FF2B5EF4-FFF2-40B4-BE49-F238E27FC236}">
                      <a16:creationId xmlns:a16="http://schemas.microsoft.com/office/drawing/2014/main" id="{619C6736-76FE-7896-A927-E3DDE6E12B6D}"/>
                    </a:ext>
                  </a:extLst>
                </p:cNvPr>
                <p:cNvSpPr/>
                <p:nvPr/>
              </p:nvSpPr>
              <p:spPr>
                <a:xfrm>
                  <a:off x="8281067" y="3993706"/>
                  <a:ext cx="752" cy="2396"/>
                </a:xfrm>
                <a:custGeom>
                  <a:avLst/>
                  <a:gdLst>
                    <a:gd name="connsiteX0" fmla="*/ 556 w 752"/>
                    <a:gd name="connsiteY0" fmla="*/ 1968 h 2396"/>
                    <a:gd name="connsiteX1" fmla="*/ 197 w 752"/>
                    <a:gd name="connsiteY1" fmla="*/ 2396 h 2396"/>
                    <a:gd name="connsiteX2" fmla="*/ 0 w 752"/>
                    <a:gd name="connsiteY2" fmla="*/ 2014 h 2396"/>
                    <a:gd name="connsiteX3" fmla="*/ 301 w 752"/>
                    <a:gd name="connsiteY3" fmla="*/ 1192 h 2396"/>
                    <a:gd name="connsiteX4" fmla="*/ 313 w 752"/>
                    <a:gd name="connsiteY4" fmla="*/ 1181 h 2396"/>
                    <a:gd name="connsiteX5" fmla="*/ 752 w 752"/>
                    <a:gd name="connsiteY5" fmla="*/ 0 h 2396"/>
                    <a:gd name="connsiteX6" fmla="*/ 556 w 752"/>
                    <a:gd name="connsiteY6" fmla="*/ 1968 h 2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52" h="2396">
                      <a:moveTo>
                        <a:pt x="556" y="1968"/>
                      </a:moveTo>
                      <a:lnTo>
                        <a:pt x="197" y="2396"/>
                      </a:lnTo>
                      <a:lnTo>
                        <a:pt x="0" y="2014"/>
                      </a:lnTo>
                      <a:lnTo>
                        <a:pt x="301" y="1192"/>
                      </a:lnTo>
                      <a:lnTo>
                        <a:pt x="313" y="1181"/>
                      </a:lnTo>
                      <a:lnTo>
                        <a:pt x="752" y="0"/>
                      </a:lnTo>
                      <a:lnTo>
                        <a:pt x="556" y="196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54" name="Freeform: Shape 853">
                  <a:extLst>
                    <a:ext uri="{FF2B5EF4-FFF2-40B4-BE49-F238E27FC236}">
                      <a16:creationId xmlns:a16="http://schemas.microsoft.com/office/drawing/2014/main" id="{064D117B-3106-9061-16A6-A5435929A824}"/>
                    </a:ext>
                  </a:extLst>
                </p:cNvPr>
                <p:cNvSpPr/>
                <p:nvPr/>
              </p:nvSpPr>
              <p:spPr>
                <a:xfrm>
                  <a:off x="7832467" y="3247501"/>
                  <a:ext cx="717" cy="1620"/>
                </a:xfrm>
                <a:custGeom>
                  <a:avLst/>
                  <a:gdLst>
                    <a:gd name="connsiteX0" fmla="*/ 0 w 717"/>
                    <a:gd name="connsiteY0" fmla="*/ 312 h 1620"/>
                    <a:gd name="connsiteX1" fmla="*/ 278 w 717"/>
                    <a:gd name="connsiteY1" fmla="*/ 0 h 1620"/>
                    <a:gd name="connsiteX2" fmla="*/ 671 w 717"/>
                    <a:gd name="connsiteY2" fmla="*/ 93 h 1620"/>
                    <a:gd name="connsiteX3" fmla="*/ 718 w 717"/>
                    <a:gd name="connsiteY3" fmla="*/ 1621 h 1620"/>
                    <a:gd name="connsiteX4" fmla="*/ 46 w 717"/>
                    <a:gd name="connsiteY4" fmla="*/ 567 h 1620"/>
                    <a:gd name="connsiteX5" fmla="*/ 0 w 717"/>
                    <a:gd name="connsiteY5" fmla="*/ 312 h 1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7" h="1620">
                      <a:moveTo>
                        <a:pt x="0" y="312"/>
                      </a:moveTo>
                      <a:lnTo>
                        <a:pt x="278" y="0"/>
                      </a:lnTo>
                      <a:lnTo>
                        <a:pt x="671" y="93"/>
                      </a:lnTo>
                      <a:lnTo>
                        <a:pt x="718" y="1621"/>
                      </a:lnTo>
                      <a:lnTo>
                        <a:pt x="46" y="567"/>
                      </a:lnTo>
                      <a:lnTo>
                        <a:pt x="0" y="3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55" name="Freeform: Shape 854">
                  <a:extLst>
                    <a:ext uri="{FF2B5EF4-FFF2-40B4-BE49-F238E27FC236}">
                      <a16:creationId xmlns:a16="http://schemas.microsoft.com/office/drawing/2014/main" id="{25D1FE1E-FF65-CC82-3306-5CDA814E71E3}"/>
                    </a:ext>
                  </a:extLst>
                </p:cNvPr>
                <p:cNvSpPr/>
                <p:nvPr/>
              </p:nvSpPr>
              <p:spPr>
                <a:xfrm>
                  <a:off x="8296544" y="4044373"/>
                  <a:ext cx="902" cy="1840"/>
                </a:xfrm>
                <a:custGeom>
                  <a:avLst/>
                  <a:gdLst>
                    <a:gd name="connsiteX0" fmla="*/ 625 w 902"/>
                    <a:gd name="connsiteY0" fmla="*/ 1551 h 1840"/>
                    <a:gd name="connsiteX1" fmla="*/ 521 w 902"/>
                    <a:gd name="connsiteY1" fmla="*/ 1841 h 1840"/>
                    <a:gd name="connsiteX2" fmla="*/ 382 w 902"/>
                    <a:gd name="connsiteY2" fmla="*/ 1818 h 1840"/>
                    <a:gd name="connsiteX3" fmla="*/ 0 w 902"/>
                    <a:gd name="connsiteY3" fmla="*/ 1296 h 1840"/>
                    <a:gd name="connsiteX4" fmla="*/ 903 w 902"/>
                    <a:gd name="connsiteY4" fmla="*/ 0 h 1840"/>
                    <a:gd name="connsiteX5" fmla="*/ 625 w 902"/>
                    <a:gd name="connsiteY5" fmla="*/ 1551 h 18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02" h="1840">
                      <a:moveTo>
                        <a:pt x="625" y="1551"/>
                      </a:moveTo>
                      <a:lnTo>
                        <a:pt x="521" y="1841"/>
                      </a:lnTo>
                      <a:lnTo>
                        <a:pt x="382" y="1818"/>
                      </a:lnTo>
                      <a:lnTo>
                        <a:pt x="0" y="1296"/>
                      </a:lnTo>
                      <a:lnTo>
                        <a:pt x="903" y="0"/>
                      </a:lnTo>
                      <a:lnTo>
                        <a:pt x="625" y="155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56" name="Freeform: Shape 855">
                  <a:extLst>
                    <a:ext uri="{FF2B5EF4-FFF2-40B4-BE49-F238E27FC236}">
                      <a16:creationId xmlns:a16="http://schemas.microsoft.com/office/drawing/2014/main" id="{EFB791A3-DF8B-28A6-6912-3F03792CFF1D}"/>
                    </a:ext>
                  </a:extLst>
                </p:cNvPr>
                <p:cNvSpPr/>
                <p:nvPr/>
              </p:nvSpPr>
              <p:spPr>
                <a:xfrm>
                  <a:off x="8274006" y="4148116"/>
                  <a:ext cx="1759" cy="2893"/>
                </a:xfrm>
                <a:custGeom>
                  <a:avLst/>
                  <a:gdLst>
                    <a:gd name="connsiteX0" fmla="*/ 0 w 1759"/>
                    <a:gd name="connsiteY0" fmla="*/ 2894 h 2893"/>
                    <a:gd name="connsiteX1" fmla="*/ 1158 w 1759"/>
                    <a:gd name="connsiteY1" fmla="*/ 0 h 2893"/>
                    <a:gd name="connsiteX2" fmla="*/ 463 w 1759"/>
                    <a:gd name="connsiteY2" fmla="*/ 2061 h 2893"/>
                    <a:gd name="connsiteX3" fmla="*/ 1760 w 1759"/>
                    <a:gd name="connsiteY3" fmla="*/ 1713 h 2893"/>
                    <a:gd name="connsiteX4" fmla="*/ 0 w 1759"/>
                    <a:gd name="connsiteY4" fmla="*/ 2894 h 2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9" h="2893">
                      <a:moveTo>
                        <a:pt x="0" y="2894"/>
                      </a:moveTo>
                      <a:lnTo>
                        <a:pt x="1158" y="0"/>
                      </a:lnTo>
                      <a:lnTo>
                        <a:pt x="463" y="2061"/>
                      </a:lnTo>
                      <a:lnTo>
                        <a:pt x="1760" y="1713"/>
                      </a:lnTo>
                      <a:lnTo>
                        <a:pt x="0" y="28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57" name="Freeform: Shape 856">
                  <a:extLst>
                    <a:ext uri="{FF2B5EF4-FFF2-40B4-BE49-F238E27FC236}">
                      <a16:creationId xmlns:a16="http://schemas.microsoft.com/office/drawing/2014/main" id="{49ECF44F-C591-1D68-C682-01862842C66E}"/>
                    </a:ext>
                  </a:extLst>
                </p:cNvPr>
                <p:cNvSpPr/>
                <p:nvPr/>
              </p:nvSpPr>
              <p:spPr>
                <a:xfrm>
                  <a:off x="7801236" y="3283375"/>
                  <a:ext cx="902" cy="1446"/>
                </a:xfrm>
                <a:custGeom>
                  <a:avLst/>
                  <a:gdLst>
                    <a:gd name="connsiteX0" fmla="*/ 0 w 902"/>
                    <a:gd name="connsiteY0" fmla="*/ 0 h 1446"/>
                    <a:gd name="connsiteX1" fmla="*/ 903 w 902"/>
                    <a:gd name="connsiteY1" fmla="*/ 12 h 1446"/>
                    <a:gd name="connsiteX2" fmla="*/ 671 w 902"/>
                    <a:gd name="connsiteY2" fmla="*/ 1447 h 1446"/>
                    <a:gd name="connsiteX3" fmla="*/ 0 w 902"/>
                    <a:gd name="connsiteY3" fmla="*/ 0 h 14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02" h="1446">
                      <a:moveTo>
                        <a:pt x="0" y="0"/>
                      </a:moveTo>
                      <a:lnTo>
                        <a:pt x="903" y="12"/>
                      </a:lnTo>
                      <a:lnTo>
                        <a:pt x="671" y="144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58" name="Freeform: Shape 857">
                  <a:extLst>
                    <a:ext uri="{FF2B5EF4-FFF2-40B4-BE49-F238E27FC236}">
                      <a16:creationId xmlns:a16="http://schemas.microsoft.com/office/drawing/2014/main" id="{C6820243-B187-93AF-EB47-A3C7F8EFEEA0}"/>
                    </a:ext>
                  </a:extLst>
                </p:cNvPr>
                <p:cNvSpPr/>
                <p:nvPr/>
              </p:nvSpPr>
              <p:spPr>
                <a:xfrm>
                  <a:off x="7775942" y="3132703"/>
                  <a:ext cx="1493" cy="972"/>
                </a:xfrm>
                <a:custGeom>
                  <a:avLst/>
                  <a:gdLst>
                    <a:gd name="connsiteX0" fmla="*/ 0 w 1493"/>
                    <a:gd name="connsiteY0" fmla="*/ 451 h 972"/>
                    <a:gd name="connsiteX1" fmla="*/ 1493 w 1493"/>
                    <a:gd name="connsiteY1" fmla="*/ 0 h 972"/>
                    <a:gd name="connsiteX2" fmla="*/ 1123 w 1493"/>
                    <a:gd name="connsiteY2" fmla="*/ 972 h 972"/>
                    <a:gd name="connsiteX3" fmla="*/ 0 w 1493"/>
                    <a:gd name="connsiteY3" fmla="*/ 451 h 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3" h="972">
                      <a:moveTo>
                        <a:pt x="0" y="451"/>
                      </a:moveTo>
                      <a:lnTo>
                        <a:pt x="1493" y="0"/>
                      </a:lnTo>
                      <a:lnTo>
                        <a:pt x="1123" y="972"/>
                      </a:lnTo>
                      <a:lnTo>
                        <a:pt x="0" y="45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59" name="Freeform: Shape 858">
                  <a:extLst>
                    <a:ext uri="{FF2B5EF4-FFF2-40B4-BE49-F238E27FC236}">
                      <a16:creationId xmlns:a16="http://schemas.microsoft.com/office/drawing/2014/main" id="{02AF1B0A-13C6-52CF-CCD2-99BA47636046}"/>
                    </a:ext>
                  </a:extLst>
                </p:cNvPr>
                <p:cNvSpPr/>
                <p:nvPr/>
              </p:nvSpPr>
              <p:spPr>
                <a:xfrm>
                  <a:off x="8242809" y="3642910"/>
                  <a:ext cx="995" cy="1215"/>
                </a:xfrm>
                <a:custGeom>
                  <a:avLst/>
                  <a:gdLst>
                    <a:gd name="connsiteX0" fmla="*/ 463 w 995"/>
                    <a:gd name="connsiteY0" fmla="*/ 0 h 1215"/>
                    <a:gd name="connsiteX1" fmla="*/ 984 w 995"/>
                    <a:gd name="connsiteY1" fmla="*/ 787 h 1215"/>
                    <a:gd name="connsiteX2" fmla="*/ 996 w 995"/>
                    <a:gd name="connsiteY2" fmla="*/ 822 h 1215"/>
                    <a:gd name="connsiteX3" fmla="*/ 104 w 995"/>
                    <a:gd name="connsiteY3" fmla="*/ 1216 h 1215"/>
                    <a:gd name="connsiteX4" fmla="*/ 0 w 995"/>
                    <a:gd name="connsiteY4" fmla="*/ 1123 h 1215"/>
                    <a:gd name="connsiteX5" fmla="*/ 243 w 995"/>
                    <a:gd name="connsiteY5" fmla="*/ 174 h 1215"/>
                    <a:gd name="connsiteX6" fmla="*/ 463 w 995"/>
                    <a:gd name="connsiteY6" fmla="*/ 0 h 1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95" h="1215">
                      <a:moveTo>
                        <a:pt x="463" y="0"/>
                      </a:moveTo>
                      <a:lnTo>
                        <a:pt x="984" y="787"/>
                      </a:lnTo>
                      <a:lnTo>
                        <a:pt x="996" y="822"/>
                      </a:lnTo>
                      <a:lnTo>
                        <a:pt x="104" y="1216"/>
                      </a:lnTo>
                      <a:lnTo>
                        <a:pt x="0" y="1123"/>
                      </a:lnTo>
                      <a:lnTo>
                        <a:pt x="243" y="174"/>
                      </a:lnTo>
                      <a:lnTo>
                        <a:pt x="46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60" name="Freeform: Shape 859">
                  <a:extLst>
                    <a:ext uri="{FF2B5EF4-FFF2-40B4-BE49-F238E27FC236}">
                      <a16:creationId xmlns:a16="http://schemas.microsoft.com/office/drawing/2014/main" id="{75FBB2F3-3A7A-5CC8-7A0F-421A6C7983C7}"/>
                    </a:ext>
                  </a:extLst>
                </p:cNvPr>
                <p:cNvSpPr/>
                <p:nvPr/>
              </p:nvSpPr>
              <p:spPr>
                <a:xfrm>
                  <a:off x="9798457" y="1310203"/>
                  <a:ext cx="1099" cy="1867"/>
                </a:xfrm>
                <a:custGeom>
                  <a:avLst/>
                  <a:gdLst>
                    <a:gd name="connsiteX0" fmla="*/ 0 w 1099"/>
                    <a:gd name="connsiteY0" fmla="*/ 1867 h 1867"/>
                    <a:gd name="connsiteX1" fmla="*/ 474 w 1099"/>
                    <a:gd name="connsiteY1" fmla="*/ 0 h 1867"/>
                    <a:gd name="connsiteX2" fmla="*/ 1100 w 1099"/>
                    <a:gd name="connsiteY2" fmla="*/ 234 h 1867"/>
                    <a:gd name="connsiteX3" fmla="*/ 0 w 1099"/>
                    <a:gd name="connsiteY3" fmla="*/ 1867 h 18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99" h="1867">
                      <a:moveTo>
                        <a:pt x="0" y="1867"/>
                      </a:moveTo>
                      <a:lnTo>
                        <a:pt x="474" y="0"/>
                      </a:lnTo>
                      <a:lnTo>
                        <a:pt x="1100" y="234"/>
                      </a:lnTo>
                      <a:lnTo>
                        <a:pt x="0" y="186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61" name="Freeform: Shape 860">
                  <a:extLst>
                    <a:ext uri="{FF2B5EF4-FFF2-40B4-BE49-F238E27FC236}">
                      <a16:creationId xmlns:a16="http://schemas.microsoft.com/office/drawing/2014/main" id="{E6589755-1DF8-5402-B535-AC2AA3C7CD6D}"/>
                    </a:ext>
                  </a:extLst>
                </p:cNvPr>
                <p:cNvSpPr/>
                <p:nvPr/>
              </p:nvSpPr>
              <p:spPr>
                <a:xfrm>
                  <a:off x="9580159" y="1632296"/>
                  <a:ext cx="659" cy="1585"/>
                </a:xfrm>
                <a:custGeom>
                  <a:avLst/>
                  <a:gdLst>
                    <a:gd name="connsiteX0" fmla="*/ 405 w 659"/>
                    <a:gd name="connsiteY0" fmla="*/ 0 h 1585"/>
                    <a:gd name="connsiteX1" fmla="*/ 590 w 659"/>
                    <a:gd name="connsiteY1" fmla="*/ 23 h 1585"/>
                    <a:gd name="connsiteX2" fmla="*/ 660 w 659"/>
                    <a:gd name="connsiteY2" fmla="*/ 845 h 1585"/>
                    <a:gd name="connsiteX3" fmla="*/ 405 w 659"/>
                    <a:gd name="connsiteY3" fmla="*/ 1586 h 1585"/>
                    <a:gd name="connsiteX4" fmla="*/ 324 w 659"/>
                    <a:gd name="connsiteY4" fmla="*/ 1516 h 1585"/>
                    <a:gd name="connsiteX5" fmla="*/ 0 w 659"/>
                    <a:gd name="connsiteY5" fmla="*/ 590 h 1585"/>
                    <a:gd name="connsiteX6" fmla="*/ 405 w 659"/>
                    <a:gd name="connsiteY6" fmla="*/ 0 h 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59" h="1585">
                      <a:moveTo>
                        <a:pt x="405" y="0"/>
                      </a:moveTo>
                      <a:lnTo>
                        <a:pt x="590" y="23"/>
                      </a:lnTo>
                      <a:lnTo>
                        <a:pt x="660" y="845"/>
                      </a:lnTo>
                      <a:lnTo>
                        <a:pt x="405" y="1586"/>
                      </a:lnTo>
                      <a:lnTo>
                        <a:pt x="324" y="1516"/>
                      </a:lnTo>
                      <a:lnTo>
                        <a:pt x="0" y="590"/>
                      </a:lnTo>
                      <a:lnTo>
                        <a:pt x="40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62" name="Freeform: Shape 861">
                  <a:extLst>
                    <a:ext uri="{FF2B5EF4-FFF2-40B4-BE49-F238E27FC236}">
                      <a16:creationId xmlns:a16="http://schemas.microsoft.com/office/drawing/2014/main" id="{21FE7FD1-BA90-6797-938E-1A7A3D189937}"/>
                    </a:ext>
                  </a:extLst>
                </p:cNvPr>
                <p:cNvSpPr/>
                <p:nvPr/>
              </p:nvSpPr>
              <p:spPr>
                <a:xfrm>
                  <a:off x="7702887" y="3542397"/>
                  <a:ext cx="1747" cy="1018"/>
                </a:xfrm>
                <a:custGeom>
                  <a:avLst/>
                  <a:gdLst>
                    <a:gd name="connsiteX0" fmla="*/ 0 w 1747"/>
                    <a:gd name="connsiteY0" fmla="*/ 741 h 1018"/>
                    <a:gd name="connsiteX1" fmla="*/ 1748 w 1747"/>
                    <a:gd name="connsiteY1" fmla="*/ 0 h 1018"/>
                    <a:gd name="connsiteX2" fmla="*/ 1007 w 1747"/>
                    <a:gd name="connsiteY2" fmla="*/ 1018 h 1018"/>
                    <a:gd name="connsiteX3" fmla="*/ 463 w 1747"/>
                    <a:gd name="connsiteY3" fmla="*/ 891 h 1018"/>
                    <a:gd name="connsiteX4" fmla="*/ 0 w 1747"/>
                    <a:gd name="connsiteY4" fmla="*/ 741 h 1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7" h="1018">
                      <a:moveTo>
                        <a:pt x="0" y="741"/>
                      </a:moveTo>
                      <a:lnTo>
                        <a:pt x="1748" y="0"/>
                      </a:lnTo>
                      <a:lnTo>
                        <a:pt x="1007" y="1018"/>
                      </a:lnTo>
                      <a:lnTo>
                        <a:pt x="463" y="891"/>
                      </a:lnTo>
                      <a:lnTo>
                        <a:pt x="0" y="74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63" name="Freeform: Shape 862">
                  <a:extLst>
                    <a:ext uri="{FF2B5EF4-FFF2-40B4-BE49-F238E27FC236}">
                      <a16:creationId xmlns:a16="http://schemas.microsoft.com/office/drawing/2014/main" id="{09FADF79-4A83-6602-37BC-FF3D6ABA4538}"/>
                    </a:ext>
                  </a:extLst>
                </p:cNvPr>
                <p:cNvSpPr/>
                <p:nvPr/>
              </p:nvSpPr>
              <p:spPr>
                <a:xfrm>
                  <a:off x="8292782" y="3218585"/>
                  <a:ext cx="949" cy="1435"/>
                </a:xfrm>
                <a:custGeom>
                  <a:avLst/>
                  <a:gdLst>
                    <a:gd name="connsiteX0" fmla="*/ 0 w 949"/>
                    <a:gd name="connsiteY0" fmla="*/ 718 h 1435"/>
                    <a:gd name="connsiteX1" fmla="*/ 949 w 949"/>
                    <a:gd name="connsiteY1" fmla="*/ 0 h 1435"/>
                    <a:gd name="connsiteX2" fmla="*/ 810 w 949"/>
                    <a:gd name="connsiteY2" fmla="*/ 1435 h 1435"/>
                    <a:gd name="connsiteX3" fmla="*/ 0 w 949"/>
                    <a:gd name="connsiteY3" fmla="*/ 718 h 1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49" h="1435">
                      <a:moveTo>
                        <a:pt x="0" y="718"/>
                      </a:moveTo>
                      <a:lnTo>
                        <a:pt x="949" y="0"/>
                      </a:lnTo>
                      <a:lnTo>
                        <a:pt x="810" y="1435"/>
                      </a:lnTo>
                      <a:lnTo>
                        <a:pt x="0" y="71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64" name="Freeform: Shape 863">
                  <a:extLst>
                    <a:ext uri="{FF2B5EF4-FFF2-40B4-BE49-F238E27FC236}">
                      <a16:creationId xmlns:a16="http://schemas.microsoft.com/office/drawing/2014/main" id="{30128792-177C-18DC-82E8-F8E4EB149716}"/>
                    </a:ext>
                  </a:extLst>
                </p:cNvPr>
                <p:cNvSpPr/>
                <p:nvPr/>
              </p:nvSpPr>
              <p:spPr>
                <a:xfrm>
                  <a:off x="7790945" y="3210667"/>
                  <a:ext cx="1018" cy="1933"/>
                </a:xfrm>
                <a:custGeom>
                  <a:avLst/>
                  <a:gdLst>
                    <a:gd name="connsiteX0" fmla="*/ 810 w 1018"/>
                    <a:gd name="connsiteY0" fmla="*/ 1632 h 1933"/>
                    <a:gd name="connsiteX1" fmla="*/ 0 w 1018"/>
                    <a:gd name="connsiteY1" fmla="*/ 1933 h 1933"/>
                    <a:gd name="connsiteX2" fmla="*/ 972 w 1018"/>
                    <a:gd name="connsiteY2" fmla="*/ 69 h 1933"/>
                    <a:gd name="connsiteX3" fmla="*/ 1019 w 1018"/>
                    <a:gd name="connsiteY3" fmla="*/ 0 h 1933"/>
                    <a:gd name="connsiteX4" fmla="*/ 1007 w 1018"/>
                    <a:gd name="connsiteY4" fmla="*/ 69 h 1933"/>
                    <a:gd name="connsiteX5" fmla="*/ 810 w 1018"/>
                    <a:gd name="connsiteY5" fmla="*/ 1632 h 1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18" h="1933">
                      <a:moveTo>
                        <a:pt x="810" y="1632"/>
                      </a:moveTo>
                      <a:lnTo>
                        <a:pt x="0" y="1933"/>
                      </a:lnTo>
                      <a:lnTo>
                        <a:pt x="972" y="69"/>
                      </a:lnTo>
                      <a:lnTo>
                        <a:pt x="1019" y="0"/>
                      </a:lnTo>
                      <a:lnTo>
                        <a:pt x="1007" y="69"/>
                      </a:lnTo>
                      <a:lnTo>
                        <a:pt x="810" y="16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65" name="Freeform: Shape 864">
                  <a:extLst>
                    <a:ext uri="{FF2B5EF4-FFF2-40B4-BE49-F238E27FC236}">
                      <a16:creationId xmlns:a16="http://schemas.microsoft.com/office/drawing/2014/main" id="{FE9479CF-C3F5-2919-843B-7B1853B4C651}"/>
                    </a:ext>
                  </a:extLst>
                </p:cNvPr>
                <p:cNvSpPr/>
                <p:nvPr/>
              </p:nvSpPr>
              <p:spPr>
                <a:xfrm>
                  <a:off x="8396595" y="2988179"/>
                  <a:ext cx="1632" cy="1007"/>
                </a:xfrm>
                <a:custGeom>
                  <a:avLst/>
                  <a:gdLst>
                    <a:gd name="connsiteX0" fmla="*/ 0 w 1632"/>
                    <a:gd name="connsiteY0" fmla="*/ 394 h 1007"/>
                    <a:gd name="connsiteX1" fmla="*/ 1632 w 1632"/>
                    <a:gd name="connsiteY1" fmla="*/ 0 h 1007"/>
                    <a:gd name="connsiteX2" fmla="*/ 556 w 1632"/>
                    <a:gd name="connsiteY2" fmla="*/ 1007 h 1007"/>
                    <a:gd name="connsiteX3" fmla="*/ 35 w 1632"/>
                    <a:gd name="connsiteY3" fmla="*/ 509 h 1007"/>
                    <a:gd name="connsiteX4" fmla="*/ 0 w 1632"/>
                    <a:gd name="connsiteY4" fmla="*/ 394 h 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2" h="1007">
                      <a:moveTo>
                        <a:pt x="0" y="394"/>
                      </a:moveTo>
                      <a:lnTo>
                        <a:pt x="1632" y="0"/>
                      </a:lnTo>
                      <a:lnTo>
                        <a:pt x="556" y="1007"/>
                      </a:lnTo>
                      <a:lnTo>
                        <a:pt x="35" y="509"/>
                      </a:lnTo>
                      <a:lnTo>
                        <a:pt x="0" y="3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66" name="Freeform: Shape 865">
                  <a:extLst>
                    <a:ext uri="{FF2B5EF4-FFF2-40B4-BE49-F238E27FC236}">
                      <a16:creationId xmlns:a16="http://schemas.microsoft.com/office/drawing/2014/main" id="{FF7F7A0D-418A-9228-F686-DC8AD684E0E9}"/>
                    </a:ext>
                  </a:extLst>
                </p:cNvPr>
                <p:cNvSpPr/>
                <p:nvPr/>
              </p:nvSpPr>
              <p:spPr>
                <a:xfrm>
                  <a:off x="7730889" y="3149187"/>
                  <a:ext cx="1389" cy="1308"/>
                </a:xfrm>
                <a:custGeom>
                  <a:avLst/>
                  <a:gdLst>
                    <a:gd name="connsiteX0" fmla="*/ 0 w 1389"/>
                    <a:gd name="connsiteY0" fmla="*/ 718 h 1308"/>
                    <a:gd name="connsiteX1" fmla="*/ 1389 w 1389"/>
                    <a:gd name="connsiteY1" fmla="*/ 0 h 1308"/>
                    <a:gd name="connsiteX2" fmla="*/ 544 w 1389"/>
                    <a:gd name="connsiteY2" fmla="*/ 1308 h 1308"/>
                    <a:gd name="connsiteX3" fmla="*/ 475 w 1389"/>
                    <a:gd name="connsiteY3" fmla="*/ 1308 h 1308"/>
                    <a:gd name="connsiteX4" fmla="*/ 0 w 1389"/>
                    <a:gd name="connsiteY4" fmla="*/ 718 h 1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89" h="1308">
                      <a:moveTo>
                        <a:pt x="0" y="718"/>
                      </a:moveTo>
                      <a:lnTo>
                        <a:pt x="1389" y="0"/>
                      </a:lnTo>
                      <a:lnTo>
                        <a:pt x="544" y="1308"/>
                      </a:lnTo>
                      <a:lnTo>
                        <a:pt x="475" y="1308"/>
                      </a:lnTo>
                      <a:lnTo>
                        <a:pt x="0" y="71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67" name="Freeform: Shape 866">
                  <a:extLst>
                    <a:ext uri="{FF2B5EF4-FFF2-40B4-BE49-F238E27FC236}">
                      <a16:creationId xmlns:a16="http://schemas.microsoft.com/office/drawing/2014/main" id="{7214B720-A778-6A38-A7FA-EB004B5EF299}"/>
                    </a:ext>
                  </a:extLst>
                </p:cNvPr>
                <p:cNvSpPr/>
                <p:nvPr/>
              </p:nvSpPr>
              <p:spPr>
                <a:xfrm>
                  <a:off x="8071324" y="4125844"/>
                  <a:ext cx="1377" cy="1088"/>
                </a:xfrm>
                <a:custGeom>
                  <a:avLst/>
                  <a:gdLst>
                    <a:gd name="connsiteX0" fmla="*/ 0 w 1377"/>
                    <a:gd name="connsiteY0" fmla="*/ 162 h 1088"/>
                    <a:gd name="connsiteX1" fmla="*/ 1100 w 1377"/>
                    <a:gd name="connsiteY1" fmla="*/ 0 h 1088"/>
                    <a:gd name="connsiteX2" fmla="*/ 1377 w 1377"/>
                    <a:gd name="connsiteY2" fmla="*/ 1088 h 1088"/>
                    <a:gd name="connsiteX3" fmla="*/ 0 w 1377"/>
                    <a:gd name="connsiteY3" fmla="*/ 162 h 1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77" h="1088">
                      <a:moveTo>
                        <a:pt x="0" y="162"/>
                      </a:moveTo>
                      <a:lnTo>
                        <a:pt x="1100" y="0"/>
                      </a:lnTo>
                      <a:lnTo>
                        <a:pt x="1377" y="1088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68" name="Freeform: Shape 867">
                  <a:extLst>
                    <a:ext uri="{FF2B5EF4-FFF2-40B4-BE49-F238E27FC236}">
                      <a16:creationId xmlns:a16="http://schemas.microsoft.com/office/drawing/2014/main" id="{B2286E3F-5CE6-1AB1-7602-9E2AC9D0D9A3}"/>
                    </a:ext>
                  </a:extLst>
                </p:cNvPr>
                <p:cNvSpPr/>
                <p:nvPr/>
              </p:nvSpPr>
              <p:spPr>
                <a:xfrm>
                  <a:off x="7801027" y="3280088"/>
                  <a:ext cx="1585" cy="1088"/>
                </a:xfrm>
                <a:custGeom>
                  <a:avLst/>
                  <a:gdLst>
                    <a:gd name="connsiteX0" fmla="*/ 0 w 1585"/>
                    <a:gd name="connsiteY0" fmla="*/ 741 h 1088"/>
                    <a:gd name="connsiteX1" fmla="*/ 208 w 1585"/>
                    <a:gd name="connsiteY1" fmla="*/ 0 h 1088"/>
                    <a:gd name="connsiteX2" fmla="*/ 1586 w 1585"/>
                    <a:gd name="connsiteY2" fmla="*/ 1088 h 1088"/>
                    <a:gd name="connsiteX3" fmla="*/ 0 w 1585"/>
                    <a:gd name="connsiteY3" fmla="*/ 741 h 1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85" h="1088">
                      <a:moveTo>
                        <a:pt x="0" y="741"/>
                      </a:moveTo>
                      <a:lnTo>
                        <a:pt x="208" y="0"/>
                      </a:lnTo>
                      <a:lnTo>
                        <a:pt x="1586" y="1088"/>
                      </a:lnTo>
                      <a:lnTo>
                        <a:pt x="0" y="74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69" name="Freeform: Shape 868">
                  <a:extLst>
                    <a:ext uri="{FF2B5EF4-FFF2-40B4-BE49-F238E27FC236}">
                      <a16:creationId xmlns:a16="http://schemas.microsoft.com/office/drawing/2014/main" id="{BBED70CC-83A9-34B9-DED8-1300AAF67DFD}"/>
                    </a:ext>
                  </a:extLst>
                </p:cNvPr>
                <p:cNvSpPr/>
                <p:nvPr/>
              </p:nvSpPr>
              <p:spPr>
                <a:xfrm>
                  <a:off x="8040081" y="3828657"/>
                  <a:ext cx="1991" cy="1794"/>
                </a:xfrm>
                <a:custGeom>
                  <a:avLst/>
                  <a:gdLst>
                    <a:gd name="connsiteX0" fmla="*/ 0 w 1991"/>
                    <a:gd name="connsiteY0" fmla="*/ 1794 h 1794"/>
                    <a:gd name="connsiteX1" fmla="*/ 104 w 1991"/>
                    <a:gd name="connsiteY1" fmla="*/ 1285 h 1794"/>
                    <a:gd name="connsiteX2" fmla="*/ 1991 w 1991"/>
                    <a:gd name="connsiteY2" fmla="*/ 0 h 1794"/>
                    <a:gd name="connsiteX3" fmla="*/ 243 w 1991"/>
                    <a:gd name="connsiteY3" fmla="*/ 1794 h 1794"/>
                    <a:gd name="connsiteX4" fmla="*/ 0 w 1991"/>
                    <a:gd name="connsiteY4" fmla="*/ 1794 h 17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91" h="1794">
                      <a:moveTo>
                        <a:pt x="0" y="1794"/>
                      </a:moveTo>
                      <a:lnTo>
                        <a:pt x="104" y="1285"/>
                      </a:lnTo>
                      <a:lnTo>
                        <a:pt x="1991" y="0"/>
                      </a:lnTo>
                      <a:lnTo>
                        <a:pt x="243" y="1794"/>
                      </a:lnTo>
                      <a:lnTo>
                        <a:pt x="0" y="17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70" name="Freeform: Shape 869">
                  <a:extLst>
                    <a:ext uri="{FF2B5EF4-FFF2-40B4-BE49-F238E27FC236}">
                      <a16:creationId xmlns:a16="http://schemas.microsoft.com/office/drawing/2014/main" id="{2ED70FBD-EB74-D0D7-925B-BC925D70452B}"/>
                    </a:ext>
                  </a:extLst>
                </p:cNvPr>
                <p:cNvSpPr/>
                <p:nvPr/>
              </p:nvSpPr>
              <p:spPr>
                <a:xfrm>
                  <a:off x="8215421" y="3926866"/>
                  <a:ext cx="1203" cy="1238"/>
                </a:xfrm>
                <a:custGeom>
                  <a:avLst/>
                  <a:gdLst>
                    <a:gd name="connsiteX0" fmla="*/ 498 w 1203"/>
                    <a:gd name="connsiteY0" fmla="*/ 1204 h 1238"/>
                    <a:gd name="connsiteX1" fmla="*/ 35 w 1203"/>
                    <a:gd name="connsiteY1" fmla="*/ 1239 h 1238"/>
                    <a:gd name="connsiteX2" fmla="*/ 0 w 1203"/>
                    <a:gd name="connsiteY2" fmla="*/ 1123 h 1238"/>
                    <a:gd name="connsiteX3" fmla="*/ 1042 w 1203"/>
                    <a:gd name="connsiteY3" fmla="*/ 0 h 1238"/>
                    <a:gd name="connsiteX4" fmla="*/ 1204 w 1203"/>
                    <a:gd name="connsiteY4" fmla="*/ 648 h 1238"/>
                    <a:gd name="connsiteX5" fmla="*/ 498 w 1203"/>
                    <a:gd name="connsiteY5" fmla="*/ 1204 h 1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03" h="1238">
                      <a:moveTo>
                        <a:pt x="498" y="1204"/>
                      </a:moveTo>
                      <a:lnTo>
                        <a:pt x="35" y="1239"/>
                      </a:lnTo>
                      <a:lnTo>
                        <a:pt x="0" y="1123"/>
                      </a:lnTo>
                      <a:lnTo>
                        <a:pt x="1042" y="0"/>
                      </a:lnTo>
                      <a:lnTo>
                        <a:pt x="1204" y="648"/>
                      </a:lnTo>
                      <a:lnTo>
                        <a:pt x="498" y="120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71" name="Freeform: Shape 870">
                  <a:extLst>
                    <a:ext uri="{FF2B5EF4-FFF2-40B4-BE49-F238E27FC236}">
                      <a16:creationId xmlns:a16="http://schemas.microsoft.com/office/drawing/2014/main" id="{65968F31-6458-EF87-D926-FF7E4787DADE}"/>
                    </a:ext>
                  </a:extLst>
                </p:cNvPr>
                <p:cNvSpPr/>
                <p:nvPr/>
              </p:nvSpPr>
              <p:spPr>
                <a:xfrm>
                  <a:off x="8449195" y="2902494"/>
                  <a:ext cx="1157" cy="1146"/>
                </a:xfrm>
                <a:custGeom>
                  <a:avLst/>
                  <a:gdLst>
                    <a:gd name="connsiteX0" fmla="*/ 0 w 1157"/>
                    <a:gd name="connsiteY0" fmla="*/ 1042 h 1146"/>
                    <a:gd name="connsiteX1" fmla="*/ 243 w 1157"/>
                    <a:gd name="connsiteY1" fmla="*/ 0 h 1146"/>
                    <a:gd name="connsiteX2" fmla="*/ 1158 w 1157"/>
                    <a:gd name="connsiteY2" fmla="*/ 1146 h 1146"/>
                    <a:gd name="connsiteX3" fmla="*/ 0 w 1157"/>
                    <a:gd name="connsiteY3" fmla="*/ 1042 h 11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7" h="1146">
                      <a:moveTo>
                        <a:pt x="0" y="1042"/>
                      </a:moveTo>
                      <a:lnTo>
                        <a:pt x="243" y="0"/>
                      </a:lnTo>
                      <a:lnTo>
                        <a:pt x="1158" y="1146"/>
                      </a:lnTo>
                      <a:lnTo>
                        <a:pt x="0" y="104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72" name="Freeform: Shape 871">
                  <a:extLst>
                    <a:ext uri="{FF2B5EF4-FFF2-40B4-BE49-F238E27FC236}">
                      <a16:creationId xmlns:a16="http://schemas.microsoft.com/office/drawing/2014/main" id="{CFDA0D4E-D88F-FE21-F3C1-D31648204639}"/>
                    </a:ext>
                  </a:extLst>
                </p:cNvPr>
                <p:cNvSpPr/>
                <p:nvPr/>
              </p:nvSpPr>
              <p:spPr>
                <a:xfrm>
                  <a:off x="9230185" y="2303963"/>
                  <a:ext cx="497" cy="2743"/>
                </a:xfrm>
                <a:custGeom>
                  <a:avLst/>
                  <a:gdLst>
                    <a:gd name="connsiteX0" fmla="*/ 0 w 497"/>
                    <a:gd name="connsiteY0" fmla="*/ 776 h 2743"/>
                    <a:gd name="connsiteX1" fmla="*/ 498 w 497"/>
                    <a:gd name="connsiteY1" fmla="*/ 0 h 2743"/>
                    <a:gd name="connsiteX2" fmla="*/ 313 w 497"/>
                    <a:gd name="connsiteY2" fmla="*/ 2743 h 2743"/>
                    <a:gd name="connsiteX3" fmla="*/ 0 w 497"/>
                    <a:gd name="connsiteY3" fmla="*/ 776 h 2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7" h="2743">
                      <a:moveTo>
                        <a:pt x="0" y="776"/>
                      </a:moveTo>
                      <a:lnTo>
                        <a:pt x="498" y="0"/>
                      </a:lnTo>
                      <a:lnTo>
                        <a:pt x="313" y="2743"/>
                      </a:lnTo>
                      <a:lnTo>
                        <a:pt x="0" y="77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73" name="Freeform: Shape 872">
                  <a:extLst>
                    <a:ext uri="{FF2B5EF4-FFF2-40B4-BE49-F238E27FC236}">
                      <a16:creationId xmlns:a16="http://schemas.microsoft.com/office/drawing/2014/main" id="{826C6D94-C35D-532D-930B-13CCB0A10EDD}"/>
                    </a:ext>
                  </a:extLst>
                </p:cNvPr>
                <p:cNvSpPr/>
                <p:nvPr/>
              </p:nvSpPr>
              <p:spPr>
                <a:xfrm>
                  <a:off x="9622770" y="1719555"/>
                  <a:ext cx="1018" cy="1261"/>
                </a:xfrm>
                <a:custGeom>
                  <a:avLst/>
                  <a:gdLst>
                    <a:gd name="connsiteX0" fmla="*/ 0 w 1018"/>
                    <a:gd name="connsiteY0" fmla="*/ 1227 h 1261"/>
                    <a:gd name="connsiteX1" fmla="*/ 1018 w 1018"/>
                    <a:gd name="connsiteY1" fmla="*/ 0 h 1261"/>
                    <a:gd name="connsiteX2" fmla="*/ 984 w 1018"/>
                    <a:gd name="connsiteY2" fmla="*/ 1262 h 1261"/>
                    <a:gd name="connsiteX3" fmla="*/ 0 w 1018"/>
                    <a:gd name="connsiteY3" fmla="*/ 1227 h 12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8" h="1261">
                      <a:moveTo>
                        <a:pt x="0" y="1227"/>
                      </a:moveTo>
                      <a:lnTo>
                        <a:pt x="1018" y="0"/>
                      </a:lnTo>
                      <a:lnTo>
                        <a:pt x="984" y="1262"/>
                      </a:lnTo>
                      <a:lnTo>
                        <a:pt x="0" y="12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74" name="Freeform: Shape 873">
                  <a:extLst>
                    <a:ext uri="{FF2B5EF4-FFF2-40B4-BE49-F238E27FC236}">
                      <a16:creationId xmlns:a16="http://schemas.microsoft.com/office/drawing/2014/main" id="{9E87694B-2668-BF94-0D27-8E998BEF5F88}"/>
                    </a:ext>
                  </a:extLst>
                </p:cNvPr>
                <p:cNvSpPr/>
                <p:nvPr/>
              </p:nvSpPr>
              <p:spPr>
                <a:xfrm>
                  <a:off x="7882070" y="3139556"/>
                  <a:ext cx="1053" cy="1354"/>
                </a:xfrm>
                <a:custGeom>
                  <a:avLst/>
                  <a:gdLst>
                    <a:gd name="connsiteX0" fmla="*/ 0 w 1053"/>
                    <a:gd name="connsiteY0" fmla="*/ 972 h 1354"/>
                    <a:gd name="connsiteX1" fmla="*/ 162 w 1053"/>
                    <a:gd name="connsiteY1" fmla="*/ 0 h 1354"/>
                    <a:gd name="connsiteX2" fmla="*/ 1053 w 1053"/>
                    <a:gd name="connsiteY2" fmla="*/ 1296 h 1354"/>
                    <a:gd name="connsiteX3" fmla="*/ 787 w 1053"/>
                    <a:gd name="connsiteY3" fmla="*/ 1354 h 1354"/>
                    <a:gd name="connsiteX4" fmla="*/ 0 w 1053"/>
                    <a:gd name="connsiteY4" fmla="*/ 972 h 1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53" h="1354">
                      <a:moveTo>
                        <a:pt x="0" y="972"/>
                      </a:moveTo>
                      <a:lnTo>
                        <a:pt x="162" y="0"/>
                      </a:lnTo>
                      <a:lnTo>
                        <a:pt x="1053" y="1296"/>
                      </a:lnTo>
                      <a:lnTo>
                        <a:pt x="787" y="1354"/>
                      </a:lnTo>
                      <a:lnTo>
                        <a:pt x="0" y="97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75" name="Freeform: Shape 874">
                  <a:extLst>
                    <a:ext uri="{FF2B5EF4-FFF2-40B4-BE49-F238E27FC236}">
                      <a16:creationId xmlns:a16="http://schemas.microsoft.com/office/drawing/2014/main" id="{A0CE53BC-70BC-2E78-607F-C66019718A98}"/>
                    </a:ext>
                  </a:extLst>
                </p:cNvPr>
                <p:cNvSpPr/>
                <p:nvPr/>
              </p:nvSpPr>
              <p:spPr>
                <a:xfrm>
                  <a:off x="7861430" y="3125075"/>
                  <a:ext cx="1782" cy="1423"/>
                </a:xfrm>
                <a:custGeom>
                  <a:avLst/>
                  <a:gdLst>
                    <a:gd name="connsiteX0" fmla="*/ 0 w 1782"/>
                    <a:gd name="connsiteY0" fmla="*/ 0 h 1423"/>
                    <a:gd name="connsiteX1" fmla="*/ 1783 w 1782"/>
                    <a:gd name="connsiteY1" fmla="*/ 1077 h 1423"/>
                    <a:gd name="connsiteX2" fmla="*/ 1227 w 1782"/>
                    <a:gd name="connsiteY2" fmla="*/ 1424 h 1423"/>
                    <a:gd name="connsiteX3" fmla="*/ 0 w 1782"/>
                    <a:gd name="connsiteY3" fmla="*/ 0 h 1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82" h="1423">
                      <a:moveTo>
                        <a:pt x="0" y="0"/>
                      </a:moveTo>
                      <a:lnTo>
                        <a:pt x="1783" y="1077"/>
                      </a:lnTo>
                      <a:lnTo>
                        <a:pt x="1227" y="142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76" name="Freeform: Shape 875">
                  <a:extLst>
                    <a:ext uri="{FF2B5EF4-FFF2-40B4-BE49-F238E27FC236}">
                      <a16:creationId xmlns:a16="http://schemas.microsoft.com/office/drawing/2014/main" id="{324E43F4-01D3-F113-D793-933B0464F8C4}"/>
                    </a:ext>
                  </a:extLst>
                </p:cNvPr>
                <p:cNvSpPr/>
                <p:nvPr/>
              </p:nvSpPr>
              <p:spPr>
                <a:xfrm>
                  <a:off x="7857622" y="3164248"/>
                  <a:ext cx="1203" cy="1215"/>
                </a:xfrm>
                <a:custGeom>
                  <a:avLst/>
                  <a:gdLst>
                    <a:gd name="connsiteX0" fmla="*/ 0 w 1203"/>
                    <a:gd name="connsiteY0" fmla="*/ 718 h 1215"/>
                    <a:gd name="connsiteX1" fmla="*/ 220 w 1203"/>
                    <a:gd name="connsiteY1" fmla="*/ 0 h 1215"/>
                    <a:gd name="connsiteX2" fmla="*/ 914 w 1203"/>
                    <a:gd name="connsiteY2" fmla="*/ 729 h 1215"/>
                    <a:gd name="connsiteX3" fmla="*/ 1204 w 1203"/>
                    <a:gd name="connsiteY3" fmla="*/ 1215 h 1215"/>
                    <a:gd name="connsiteX4" fmla="*/ 833 w 1203"/>
                    <a:gd name="connsiteY4" fmla="*/ 1146 h 1215"/>
                    <a:gd name="connsiteX5" fmla="*/ 0 w 1203"/>
                    <a:gd name="connsiteY5" fmla="*/ 718 h 1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03" h="1215">
                      <a:moveTo>
                        <a:pt x="0" y="718"/>
                      </a:moveTo>
                      <a:lnTo>
                        <a:pt x="220" y="0"/>
                      </a:lnTo>
                      <a:lnTo>
                        <a:pt x="914" y="729"/>
                      </a:lnTo>
                      <a:lnTo>
                        <a:pt x="1204" y="1215"/>
                      </a:lnTo>
                      <a:lnTo>
                        <a:pt x="833" y="1146"/>
                      </a:lnTo>
                      <a:lnTo>
                        <a:pt x="0" y="71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77" name="Freeform: Shape 876">
                  <a:extLst>
                    <a:ext uri="{FF2B5EF4-FFF2-40B4-BE49-F238E27FC236}">
                      <a16:creationId xmlns:a16="http://schemas.microsoft.com/office/drawing/2014/main" id="{6628BDF2-C914-EBF6-7053-977A91AB6199}"/>
                    </a:ext>
                  </a:extLst>
                </p:cNvPr>
                <p:cNvSpPr/>
                <p:nvPr/>
              </p:nvSpPr>
              <p:spPr>
                <a:xfrm>
                  <a:off x="8072655" y="4117290"/>
                  <a:ext cx="2280" cy="636"/>
                </a:xfrm>
                <a:custGeom>
                  <a:avLst/>
                  <a:gdLst>
                    <a:gd name="connsiteX0" fmla="*/ 0 w 2280"/>
                    <a:gd name="connsiteY0" fmla="*/ 417 h 636"/>
                    <a:gd name="connsiteX1" fmla="*/ 1204 w 2280"/>
                    <a:gd name="connsiteY1" fmla="*/ 0 h 636"/>
                    <a:gd name="connsiteX2" fmla="*/ 2281 w 2280"/>
                    <a:gd name="connsiteY2" fmla="*/ 637 h 636"/>
                    <a:gd name="connsiteX3" fmla="*/ 0 w 2280"/>
                    <a:gd name="connsiteY3" fmla="*/ 417 h 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80" h="636">
                      <a:moveTo>
                        <a:pt x="0" y="417"/>
                      </a:moveTo>
                      <a:lnTo>
                        <a:pt x="1204" y="0"/>
                      </a:lnTo>
                      <a:lnTo>
                        <a:pt x="2281" y="637"/>
                      </a:lnTo>
                      <a:lnTo>
                        <a:pt x="0" y="4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78" name="Freeform: Shape 877">
                  <a:extLst>
                    <a:ext uri="{FF2B5EF4-FFF2-40B4-BE49-F238E27FC236}">
                      <a16:creationId xmlns:a16="http://schemas.microsoft.com/office/drawing/2014/main" id="{DEEB0226-6732-728F-2F82-E4CD32E8258E}"/>
                    </a:ext>
                  </a:extLst>
                </p:cNvPr>
                <p:cNvSpPr/>
                <p:nvPr/>
              </p:nvSpPr>
              <p:spPr>
                <a:xfrm>
                  <a:off x="8039722" y="4189639"/>
                  <a:ext cx="1632" cy="1030"/>
                </a:xfrm>
                <a:custGeom>
                  <a:avLst/>
                  <a:gdLst>
                    <a:gd name="connsiteX0" fmla="*/ 0 w 1632"/>
                    <a:gd name="connsiteY0" fmla="*/ 1030 h 1030"/>
                    <a:gd name="connsiteX1" fmla="*/ 1424 w 1632"/>
                    <a:gd name="connsiteY1" fmla="*/ 0 h 1030"/>
                    <a:gd name="connsiteX2" fmla="*/ 1632 w 1632"/>
                    <a:gd name="connsiteY2" fmla="*/ 695 h 1030"/>
                    <a:gd name="connsiteX3" fmla="*/ 0 w 1632"/>
                    <a:gd name="connsiteY3" fmla="*/ 1030 h 1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32" h="1030">
                      <a:moveTo>
                        <a:pt x="0" y="1030"/>
                      </a:moveTo>
                      <a:lnTo>
                        <a:pt x="1424" y="0"/>
                      </a:lnTo>
                      <a:lnTo>
                        <a:pt x="1632" y="695"/>
                      </a:lnTo>
                      <a:lnTo>
                        <a:pt x="0" y="103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79" name="Freeform: Shape 878">
                  <a:extLst>
                    <a:ext uri="{FF2B5EF4-FFF2-40B4-BE49-F238E27FC236}">
                      <a16:creationId xmlns:a16="http://schemas.microsoft.com/office/drawing/2014/main" id="{CAE352DB-F048-E6D3-AE61-96CD3CA4C5F6}"/>
                    </a:ext>
                  </a:extLst>
                </p:cNvPr>
                <p:cNvSpPr/>
                <p:nvPr/>
              </p:nvSpPr>
              <p:spPr>
                <a:xfrm>
                  <a:off x="8313908" y="4013315"/>
                  <a:ext cx="1088" cy="1146"/>
                </a:xfrm>
                <a:custGeom>
                  <a:avLst/>
                  <a:gdLst>
                    <a:gd name="connsiteX0" fmla="*/ 428 w 1088"/>
                    <a:gd name="connsiteY0" fmla="*/ 46 h 1146"/>
                    <a:gd name="connsiteX1" fmla="*/ 1077 w 1088"/>
                    <a:gd name="connsiteY1" fmla="*/ 0 h 1146"/>
                    <a:gd name="connsiteX2" fmla="*/ 1088 w 1088"/>
                    <a:gd name="connsiteY2" fmla="*/ 81 h 1146"/>
                    <a:gd name="connsiteX3" fmla="*/ 93 w 1088"/>
                    <a:gd name="connsiteY3" fmla="*/ 1146 h 1146"/>
                    <a:gd name="connsiteX4" fmla="*/ 46 w 1088"/>
                    <a:gd name="connsiteY4" fmla="*/ 1134 h 1146"/>
                    <a:gd name="connsiteX5" fmla="*/ 0 w 1088"/>
                    <a:gd name="connsiteY5" fmla="*/ 347 h 1146"/>
                    <a:gd name="connsiteX6" fmla="*/ 428 w 1088"/>
                    <a:gd name="connsiteY6" fmla="*/ 46 h 11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88" h="1146">
                      <a:moveTo>
                        <a:pt x="428" y="46"/>
                      </a:moveTo>
                      <a:lnTo>
                        <a:pt x="1077" y="0"/>
                      </a:lnTo>
                      <a:lnTo>
                        <a:pt x="1088" y="81"/>
                      </a:lnTo>
                      <a:lnTo>
                        <a:pt x="93" y="1146"/>
                      </a:lnTo>
                      <a:lnTo>
                        <a:pt x="46" y="1134"/>
                      </a:lnTo>
                      <a:lnTo>
                        <a:pt x="0" y="347"/>
                      </a:lnTo>
                      <a:lnTo>
                        <a:pt x="428" y="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80" name="Freeform: Shape 879">
                  <a:extLst>
                    <a:ext uri="{FF2B5EF4-FFF2-40B4-BE49-F238E27FC236}">
                      <a16:creationId xmlns:a16="http://schemas.microsoft.com/office/drawing/2014/main" id="{C4079589-1F43-C3E9-47D9-1607697D2F7F}"/>
                    </a:ext>
                  </a:extLst>
                </p:cNvPr>
                <p:cNvSpPr/>
                <p:nvPr/>
              </p:nvSpPr>
              <p:spPr>
                <a:xfrm>
                  <a:off x="8257418" y="4184661"/>
                  <a:ext cx="1470" cy="2419"/>
                </a:xfrm>
                <a:custGeom>
                  <a:avLst/>
                  <a:gdLst>
                    <a:gd name="connsiteX0" fmla="*/ 0 w 1470"/>
                    <a:gd name="connsiteY0" fmla="*/ 2419 h 2419"/>
                    <a:gd name="connsiteX1" fmla="*/ 208 w 1470"/>
                    <a:gd name="connsiteY1" fmla="*/ 1273 h 2419"/>
                    <a:gd name="connsiteX2" fmla="*/ 1470 w 1470"/>
                    <a:gd name="connsiteY2" fmla="*/ 0 h 2419"/>
                    <a:gd name="connsiteX3" fmla="*/ 0 w 1470"/>
                    <a:gd name="connsiteY3" fmla="*/ 2419 h 24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70" h="2419">
                      <a:moveTo>
                        <a:pt x="0" y="2419"/>
                      </a:moveTo>
                      <a:lnTo>
                        <a:pt x="208" y="1273"/>
                      </a:lnTo>
                      <a:lnTo>
                        <a:pt x="1470" y="0"/>
                      </a:lnTo>
                      <a:lnTo>
                        <a:pt x="0" y="241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81" name="Freeform: Shape 880">
                  <a:extLst>
                    <a:ext uri="{FF2B5EF4-FFF2-40B4-BE49-F238E27FC236}">
                      <a16:creationId xmlns:a16="http://schemas.microsoft.com/office/drawing/2014/main" id="{92A42595-213D-3293-DA9A-352AE6BE7578}"/>
                    </a:ext>
                  </a:extLst>
                </p:cNvPr>
                <p:cNvSpPr/>
                <p:nvPr/>
              </p:nvSpPr>
              <p:spPr>
                <a:xfrm>
                  <a:off x="8085400" y="2886774"/>
                  <a:ext cx="1493" cy="983"/>
                </a:xfrm>
                <a:custGeom>
                  <a:avLst/>
                  <a:gdLst>
                    <a:gd name="connsiteX0" fmla="*/ 0 w 1493"/>
                    <a:gd name="connsiteY0" fmla="*/ 984 h 983"/>
                    <a:gd name="connsiteX1" fmla="*/ 590 w 1493"/>
                    <a:gd name="connsiteY1" fmla="*/ 0 h 983"/>
                    <a:gd name="connsiteX2" fmla="*/ 1493 w 1493"/>
                    <a:gd name="connsiteY2" fmla="*/ 498 h 983"/>
                    <a:gd name="connsiteX3" fmla="*/ 0 w 1493"/>
                    <a:gd name="connsiteY3" fmla="*/ 984 h 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3" h="983">
                      <a:moveTo>
                        <a:pt x="0" y="984"/>
                      </a:moveTo>
                      <a:lnTo>
                        <a:pt x="590" y="0"/>
                      </a:lnTo>
                      <a:lnTo>
                        <a:pt x="1493" y="498"/>
                      </a:lnTo>
                      <a:lnTo>
                        <a:pt x="0" y="98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82" name="Freeform: Shape 881">
                  <a:extLst>
                    <a:ext uri="{FF2B5EF4-FFF2-40B4-BE49-F238E27FC236}">
                      <a16:creationId xmlns:a16="http://schemas.microsoft.com/office/drawing/2014/main" id="{FD1B581E-B382-EC67-A58E-068710458E2A}"/>
                    </a:ext>
                  </a:extLst>
                </p:cNvPr>
                <p:cNvSpPr/>
                <p:nvPr/>
              </p:nvSpPr>
              <p:spPr>
                <a:xfrm>
                  <a:off x="9586549" y="1690546"/>
                  <a:ext cx="1863" cy="868"/>
                </a:xfrm>
                <a:custGeom>
                  <a:avLst/>
                  <a:gdLst>
                    <a:gd name="connsiteX0" fmla="*/ 0 w 1863"/>
                    <a:gd name="connsiteY0" fmla="*/ 197 h 868"/>
                    <a:gd name="connsiteX1" fmla="*/ 1088 w 1863"/>
                    <a:gd name="connsiteY1" fmla="*/ 0 h 868"/>
                    <a:gd name="connsiteX2" fmla="*/ 1863 w 1863"/>
                    <a:gd name="connsiteY2" fmla="*/ 868 h 868"/>
                    <a:gd name="connsiteX3" fmla="*/ 474 w 1863"/>
                    <a:gd name="connsiteY3" fmla="*/ 417 h 868"/>
                    <a:gd name="connsiteX4" fmla="*/ 0 w 1863"/>
                    <a:gd name="connsiteY4" fmla="*/ 197 h 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3" h="868">
                      <a:moveTo>
                        <a:pt x="0" y="197"/>
                      </a:moveTo>
                      <a:lnTo>
                        <a:pt x="1088" y="0"/>
                      </a:lnTo>
                      <a:lnTo>
                        <a:pt x="1863" y="868"/>
                      </a:lnTo>
                      <a:lnTo>
                        <a:pt x="474" y="417"/>
                      </a:lnTo>
                      <a:lnTo>
                        <a:pt x="0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83" name="Freeform: Shape 882">
                  <a:extLst>
                    <a:ext uri="{FF2B5EF4-FFF2-40B4-BE49-F238E27FC236}">
                      <a16:creationId xmlns:a16="http://schemas.microsoft.com/office/drawing/2014/main" id="{1AC34855-14B5-5F3E-FCC4-562CC861D58B}"/>
                    </a:ext>
                  </a:extLst>
                </p:cNvPr>
                <p:cNvSpPr/>
                <p:nvPr/>
              </p:nvSpPr>
              <p:spPr>
                <a:xfrm>
                  <a:off x="8411898" y="2953914"/>
                  <a:ext cx="891" cy="1608"/>
                </a:xfrm>
                <a:custGeom>
                  <a:avLst/>
                  <a:gdLst>
                    <a:gd name="connsiteX0" fmla="*/ 0 w 891"/>
                    <a:gd name="connsiteY0" fmla="*/ 787 h 1608"/>
                    <a:gd name="connsiteX1" fmla="*/ 567 w 891"/>
                    <a:gd name="connsiteY1" fmla="*/ 0 h 1608"/>
                    <a:gd name="connsiteX2" fmla="*/ 891 w 891"/>
                    <a:gd name="connsiteY2" fmla="*/ 1609 h 1608"/>
                    <a:gd name="connsiteX3" fmla="*/ 0 w 891"/>
                    <a:gd name="connsiteY3" fmla="*/ 787 h 1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91" h="1608">
                      <a:moveTo>
                        <a:pt x="0" y="787"/>
                      </a:moveTo>
                      <a:lnTo>
                        <a:pt x="567" y="0"/>
                      </a:lnTo>
                      <a:lnTo>
                        <a:pt x="891" y="1609"/>
                      </a:lnTo>
                      <a:lnTo>
                        <a:pt x="0" y="78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84" name="Freeform: Shape 883">
                  <a:extLst>
                    <a:ext uri="{FF2B5EF4-FFF2-40B4-BE49-F238E27FC236}">
                      <a16:creationId xmlns:a16="http://schemas.microsoft.com/office/drawing/2014/main" id="{898B2F8E-C779-4D3D-C3CF-49898E6F21D5}"/>
                    </a:ext>
                  </a:extLst>
                </p:cNvPr>
                <p:cNvSpPr/>
                <p:nvPr/>
              </p:nvSpPr>
              <p:spPr>
                <a:xfrm>
                  <a:off x="9668274" y="1833612"/>
                  <a:ext cx="1354" cy="902"/>
                </a:xfrm>
                <a:custGeom>
                  <a:avLst/>
                  <a:gdLst>
                    <a:gd name="connsiteX0" fmla="*/ 0 w 1354"/>
                    <a:gd name="connsiteY0" fmla="*/ 903 h 902"/>
                    <a:gd name="connsiteX1" fmla="*/ 93 w 1354"/>
                    <a:gd name="connsiteY1" fmla="*/ 0 h 902"/>
                    <a:gd name="connsiteX2" fmla="*/ 1354 w 1354"/>
                    <a:gd name="connsiteY2" fmla="*/ 382 h 902"/>
                    <a:gd name="connsiteX3" fmla="*/ 0 w 1354"/>
                    <a:gd name="connsiteY3" fmla="*/ 903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54" h="902">
                      <a:moveTo>
                        <a:pt x="0" y="903"/>
                      </a:moveTo>
                      <a:lnTo>
                        <a:pt x="93" y="0"/>
                      </a:lnTo>
                      <a:lnTo>
                        <a:pt x="1354" y="382"/>
                      </a:lnTo>
                      <a:lnTo>
                        <a:pt x="0" y="9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85" name="Freeform: Shape 884">
                  <a:extLst>
                    <a:ext uri="{FF2B5EF4-FFF2-40B4-BE49-F238E27FC236}">
                      <a16:creationId xmlns:a16="http://schemas.microsoft.com/office/drawing/2014/main" id="{7E2C6716-C7DF-E7A1-D70A-6F4535F301A5}"/>
                    </a:ext>
                  </a:extLst>
                </p:cNvPr>
                <p:cNvSpPr/>
                <p:nvPr/>
              </p:nvSpPr>
              <p:spPr>
                <a:xfrm>
                  <a:off x="8322358" y="3465892"/>
                  <a:ext cx="1169" cy="1111"/>
                </a:xfrm>
                <a:custGeom>
                  <a:avLst/>
                  <a:gdLst>
                    <a:gd name="connsiteX0" fmla="*/ 891 w 1169"/>
                    <a:gd name="connsiteY0" fmla="*/ 1042 h 1111"/>
                    <a:gd name="connsiteX1" fmla="*/ 394 w 1169"/>
                    <a:gd name="connsiteY1" fmla="*/ 1111 h 1111"/>
                    <a:gd name="connsiteX2" fmla="*/ 0 w 1169"/>
                    <a:gd name="connsiteY2" fmla="*/ 891 h 1111"/>
                    <a:gd name="connsiteX3" fmla="*/ 1007 w 1169"/>
                    <a:gd name="connsiteY3" fmla="*/ 46 h 1111"/>
                    <a:gd name="connsiteX4" fmla="*/ 1169 w 1169"/>
                    <a:gd name="connsiteY4" fmla="*/ 0 h 1111"/>
                    <a:gd name="connsiteX5" fmla="*/ 891 w 1169"/>
                    <a:gd name="connsiteY5" fmla="*/ 1042 h 11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9" h="1111">
                      <a:moveTo>
                        <a:pt x="891" y="1042"/>
                      </a:moveTo>
                      <a:lnTo>
                        <a:pt x="394" y="1111"/>
                      </a:lnTo>
                      <a:lnTo>
                        <a:pt x="0" y="891"/>
                      </a:lnTo>
                      <a:lnTo>
                        <a:pt x="1007" y="46"/>
                      </a:lnTo>
                      <a:lnTo>
                        <a:pt x="1169" y="0"/>
                      </a:lnTo>
                      <a:lnTo>
                        <a:pt x="891" y="104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86" name="Freeform: Shape 885">
                  <a:extLst>
                    <a:ext uri="{FF2B5EF4-FFF2-40B4-BE49-F238E27FC236}">
                      <a16:creationId xmlns:a16="http://schemas.microsoft.com/office/drawing/2014/main" id="{AFCA0950-0957-F76A-5C8D-8DF891D96F37}"/>
                    </a:ext>
                  </a:extLst>
                </p:cNvPr>
                <p:cNvSpPr/>
                <p:nvPr/>
              </p:nvSpPr>
              <p:spPr>
                <a:xfrm>
                  <a:off x="7900545" y="3073169"/>
                  <a:ext cx="902" cy="1724"/>
                </a:xfrm>
                <a:custGeom>
                  <a:avLst/>
                  <a:gdLst>
                    <a:gd name="connsiteX0" fmla="*/ 509 w 902"/>
                    <a:gd name="connsiteY0" fmla="*/ 1655 h 1724"/>
                    <a:gd name="connsiteX1" fmla="*/ 463 w 902"/>
                    <a:gd name="connsiteY1" fmla="*/ 1725 h 1724"/>
                    <a:gd name="connsiteX2" fmla="*/ 0 w 902"/>
                    <a:gd name="connsiteY2" fmla="*/ 0 h 1724"/>
                    <a:gd name="connsiteX3" fmla="*/ 903 w 902"/>
                    <a:gd name="connsiteY3" fmla="*/ 822 h 1724"/>
                    <a:gd name="connsiteX4" fmla="*/ 509 w 902"/>
                    <a:gd name="connsiteY4" fmla="*/ 1655 h 1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2" h="1724">
                      <a:moveTo>
                        <a:pt x="509" y="1655"/>
                      </a:moveTo>
                      <a:lnTo>
                        <a:pt x="463" y="1725"/>
                      </a:lnTo>
                      <a:lnTo>
                        <a:pt x="0" y="0"/>
                      </a:lnTo>
                      <a:lnTo>
                        <a:pt x="903" y="822"/>
                      </a:lnTo>
                      <a:lnTo>
                        <a:pt x="509" y="165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87" name="Freeform: Shape 886">
                  <a:extLst>
                    <a:ext uri="{FF2B5EF4-FFF2-40B4-BE49-F238E27FC236}">
                      <a16:creationId xmlns:a16="http://schemas.microsoft.com/office/drawing/2014/main" id="{7DCE7E81-5B65-7DF5-9B8B-CFAEF8C92149}"/>
                    </a:ext>
                  </a:extLst>
                </p:cNvPr>
                <p:cNvSpPr/>
                <p:nvPr/>
              </p:nvSpPr>
              <p:spPr>
                <a:xfrm>
                  <a:off x="9725390" y="1561093"/>
                  <a:ext cx="868" cy="1261"/>
                </a:xfrm>
                <a:custGeom>
                  <a:avLst/>
                  <a:gdLst>
                    <a:gd name="connsiteX0" fmla="*/ 0 w 868"/>
                    <a:gd name="connsiteY0" fmla="*/ 278 h 1261"/>
                    <a:gd name="connsiteX1" fmla="*/ 208 w 868"/>
                    <a:gd name="connsiteY1" fmla="*/ 174 h 1261"/>
                    <a:gd name="connsiteX2" fmla="*/ 868 w 868"/>
                    <a:gd name="connsiteY2" fmla="*/ 0 h 1261"/>
                    <a:gd name="connsiteX3" fmla="*/ 845 w 868"/>
                    <a:gd name="connsiteY3" fmla="*/ 1262 h 1261"/>
                    <a:gd name="connsiteX4" fmla="*/ 417 w 868"/>
                    <a:gd name="connsiteY4" fmla="*/ 833 h 1261"/>
                    <a:gd name="connsiteX5" fmla="*/ 0 w 868"/>
                    <a:gd name="connsiteY5" fmla="*/ 278 h 12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68" h="1261">
                      <a:moveTo>
                        <a:pt x="0" y="278"/>
                      </a:moveTo>
                      <a:lnTo>
                        <a:pt x="208" y="174"/>
                      </a:lnTo>
                      <a:lnTo>
                        <a:pt x="868" y="0"/>
                      </a:lnTo>
                      <a:lnTo>
                        <a:pt x="845" y="1262"/>
                      </a:lnTo>
                      <a:lnTo>
                        <a:pt x="417" y="833"/>
                      </a:lnTo>
                      <a:lnTo>
                        <a:pt x="0" y="2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88" name="Freeform: Shape 887">
                  <a:extLst>
                    <a:ext uri="{FF2B5EF4-FFF2-40B4-BE49-F238E27FC236}">
                      <a16:creationId xmlns:a16="http://schemas.microsoft.com/office/drawing/2014/main" id="{7DA7A363-9FF3-4E5E-2E9C-D299089918DD}"/>
                    </a:ext>
                  </a:extLst>
                </p:cNvPr>
                <p:cNvSpPr/>
                <p:nvPr/>
              </p:nvSpPr>
              <p:spPr>
                <a:xfrm>
                  <a:off x="7882348" y="2869341"/>
                  <a:ext cx="1423" cy="960"/>
                </a:xfrm>
                <a:custGeom>
                  <a:avLst/>
                  <a:gdLst>
                    <a:gd name="connsiteX0" fmla="*/ 451 w 1423"/>
                    <a:gd name="connsiteY0" fmla="*/ 0 h 960"/>
                    <a:gd name="connsiteX1" fmla="*/ 1250 w 1423"/>
                    <a:gd name="connsiteY1" fmla="*/ 394 h 960"/>
                    <a:gd name="connsiteX2" fmla="*/ 1424 w 1423"/>
                    <a:gd name="connsiteY2" fmla="*/ 938 h 960"/>
                    <a:gd name="connsiteX3" fmla="*/ 1216 w 1423"/>
                    <a:gd name="connsiteY3" fmla="*/ 961 h 960"/>
                    <a:gd name="connsiteX4" fmla="*/ 0 w 1423"/>
                    <a:gd name="connsiteY4" fmla="*/ 208 h 960"/>
                    <a:gd name="connsiteX5" fmla="*/ 451 w 1423"/>
                    <a:gd name="connsiteY5" fmla="*/ 0 h 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23" h="960">
                      <a:moveTo>
                        <a:pt x="451" y="0"/>
                      </a:moveTo>
                      <a:lnTo>
                        <a:pt x="1250" y="394"/>
                      </a:lnTo>
                      <a:lnTo>
                        <a:pt x="1424" y="938"/>
                      </a:lnTo>
                      <a:lnTo>
                        <a:pt x="1216" y="961"/>
                      </a:lnTo>
                      <a:lnTo>
                        <a:pt x="0" y="208"/>
                      </a:lnTo>
                      <a:lnTo>
                        <a:pt x="451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89" name="Freeform: Shape 888">
                  <a:extLst>
                    <a:ext uri="{FF2B5EF4-FFF2-40B4-BE49-F238E27FC236}">
                      <a16:creationId xmlns:a16="http://schemas.microsoft.com/office/drawing/2014/main" id="{E4F29E4F-97BB-A702-9E4A-7BFE41F6A618}"/>
                    </a:ext>
                  </a:extLst>
                </p:cNvPr>
                <p:cNvSpPr/>
                <p:nvPr/>
              </p:nvSpPr>
              <p:spPr>
                <a:xfrm>
                  <a:off x="8000514" y="3019920"/>
                  <a:ext cx="902" cy="1539"/>
                </a:xfrm>
                <a:custGeom>
                  <a:avLst/>
                  <a:gdLst>
                    <a:gd name="connsiteX0" fmla="*/ 0 w 902"/>
                    <a:gd name="connsiteY0" fmla="*/ 1540 h 1539"/>
                    <a:gd name="connsiteX1" fmla="*/ 336 w 902"/>
                    <a:gd name="connsiteY1" fmla="*/ 0 h 1539"/>
                    <a:gd name="connsiteX2" fmla="*/ 903 w 902"/>
                    <a:gd name="connsiteY2" fmla="*/ 834 h 1539"/>
                    <a:gd name="connsiteX3" fmla="*/ 0 w 902"/>
                    <a:gd name="connsiteY3" fmla="*/ 1540 h 1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02" h="1539">
                      <a:moveTo>
                        <a:pt x="0" y="1540"/>
                      </a:moveTo>
                      <a:lnTo>
                        <a:pt x="336" y="0"/>
                      </a:lnTo>
                      <a:lnTo>
                        <a:pt x="903" y="834"/>
                      </a:lnTo>
                      <a:lnTo>
                        <a:pt x="0" y="154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90" name="Freeform: Shape 889">
                  <a:extLst>
                    <a:ext uri="{FF2B5EF4-FFF2-40B4-BE49-F238E27FC236}">
                      <a16:creationId xmlns:a16="http://schemas.microsoft.com/office/drawing/2014/main" id="{7122DF27-C49D-44AF-6DD1-07906773DB94}"/>
                    </a:ext>
                  </a:extLst>
                </p:cNvPr>
                <p:cNvSpPr/>
                <p:nvPr/>
              </p:nvSpPr>
              <p:spPr>
                <a:xfrm>
                  <a:off x="8502352" y="2740814"/>
                  <a:ext cx="1979" cy="601"/>
                </a:xfrm>
                <a:custGeom>
                  <a:avLst/>
                  <a:gdLst>
                    <a:gd name="connsiteX0" fmla="*/ 0 w 1979"/>
                    <a:gd name="connsiteY0" fmla="*/ 602 h 601"/>
                    <a:gd name="connsiteX1" fmla="*/ 567 w 1979"/>
                    <a:gd name="connsiteY1" fmla="*/ 0 h 601"/>
                    <a:gd name="connsiteX2" fmla="*/ 1979 w 1979"/>
                    <a:gd name="connsiteY2" fmla="*/ 533 h 601"/>
                    <a:gd name="connsiteX3" fmla="*/ 0 w 1979"/>
                    <a:gd name="connsiteY3" fmla="*/ 602 h 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79" h="601">
                      <a:moveTo>
                        <a:pt x="0" y="602"/>
                      </a:moveTo>
                      <a:lnTo>
                        <a:pt x="567" y="0"/>
                      </a:lnTo>
                      <a:lnTo>
                        <a:pt x="1979" y="533"/>
                      </a:lnTo>
                      <a:lnTo>
                        <a:pt x="0" y="6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91" name="Freeform: Shape 890">
                  <a:extLst>
                    <a:ext uri="{FF2B5EF4-FFF2-40B4-BE49-F238E27FC236}">
                      <a16:creationId xmlns:a16="http://schemas.microsoft.com/office/drawing/2014/main" id="{66B6D95A-5246-96DE-3E17-DE06B4BF1719}"/>
                    </a:ext>
                  </a:extLst>
                </p:cNvPr>
                <p:cNvSpPr/>
                <p:nvPr/>
              </p:nvSpPr>
              <p:spPr>
                <a:xfrm>
                  <a:off x="9533207" y="1593957"/>
                  <a:ext cx="972" cy="1261"/>
                </a:xfrm>
                <a:custGeom>
                  <a:avLst/>
                  <a:gdLst>
                    <a:gd name="connsiteX0" fmla="*/ 0 w 972"/>
                    <a:gd name="connsiteY0" fmla="*/ 0 h 1261"/>
                    <a:gd name="connsiteX1" fmla="*/ 972 w 972"/>
                    <a:gd name="connsiteY1" fmla="*/ 857 h 1261"/>
                    <a:gd name="connsiteX2" fmla="*/ 81 w 972"/>
                    <a:gd name="connsiteY2" fmla="*/ 1262 h 1261"/>
                    <a:gd name="connsiteX3" fmla="*/ 0 w 972"/>
                    <a:gd name="connsiteY3" fmla="*/ 0 h 12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2" h="1261">
                      <a:moveTo>
                        <a:pt x="0" y="0"/>
                      </a:moveTo>
                      <a:lnTo>
                        <a:pt x="972" y="857"/>
                      </a:lnTo>
                      <a:lnTo>
                        <a:pt x="81" y="126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92" name="Freeform: Shape 891">
                  <a:extLst>
                    <a:ext uri="{FF2B5EF4-FFF2-40B4-BE49-F238E27FC236}">
                      <a16:creationId xmlns:a16="http://schemas.microsoft.com/office/drawing/2014/main" id="{FDB9C5BD-462D-C50D-7395-1BF50530E203}"/>
                    </a:ext>
                  </a:extLst>
                </p:cNvPr>
                <p:cNvSpPr/>
                <p:nvPr/>
              </p:nvSpPr>
              <p:spPr>
                <a:xfrm>
                  <a:off x="7753300" y="3510748"/>
                  <a:ext cx="845" cy="1469"/>
                </a:xfrm>
                <a:custGeom>
                  <a:avLst/>
                  <a:gdLst>
                    <a:gd name="connsiteX0" fmla="*/ 0 w 845"/>
                    <a:gd name="connsiteY0" fmla="*/ 1192 h 1469"/>
                    <a:gd name="connsiteX1" fmla="*/ 382 w 845"/>
                    <a:gd name="connsiteY1" fmla="*/ 0 h 1469"/>
                    <a:gd name="connsiteX2" fmla="*/ 463 w 845"/>
                    <a:gd name="connsiteY2" fmla="*/ 173 h 1469"/>
                    <a:gd name="connsiteX3" fmla="*/ 845 w 845"/>
                    <a:gd name="connsiteY3" fmla="*/ 1470 h 1469"/>
                    <a:gd name="connsiteX4" fmla="*/ 0 w 845"/>
                    <a:gd name="connsiteY4" fmla="*/ 1192 h 1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5" h="1469">
                      <a:moveTo>
                        <a:pt x="0" y="1192"/>
                      </a:moveTo>
                      <a:lnTo>
                        <a:pt x="382" y="0"/>
                      </a:lnTo>
                      <a:lnTo>
                        <a:pt x="463" y="173"/>
                      </a:lnTo>
                      <a:lnTo>
                        <a:pt x="845" y="1470"/>
                      </a:lnTo>
                      <a:lnTo>
                        <a:pt x="0" y="119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93" name="Freeform: Shape 892">
                  <a:extLst>
                    <a:ext uri="{FF2B5EF4-FFF2-40B4-BE49-F238E27FC236}">
                      <a16:creationId xmlns:a16="http://schemas.microsoft.com/office/drawing/2014/main" id="{0A4C3800-9F89-118F-1441-754739287E08}"/>
                    </a:ext>
                  </a:extLst>
                </p:cNvPr>
                <p:cNvSpPr/>
                <p:nvPr/>
              </p:nvSpPr>
              <p:spPr>
                <a:xfrm>
                  <a:off x="7847933" y="3221375"/>
                  <a:ext cx="1169" cy="1064"/>
                </a:xfrm>
                <a:custGeom>
                  <a:avLst/>
                  <a:gdLst>
                    <a:gd name="connsiteX0" fmla="*/ 23 w 1169"/>
                    <a:gd name="connsiteY0" fmla="*/ 69 h 1064"/>
                    <a:gd name="connsiteX1" fmla="*/ 69 w 1169"/>
                    <a:gd name="connsiteY1" fmla="*/ 0 h 1064"/>
                    <a:gd name="connsiteX2" fmla="*/ 972 w 1169"/>
                    <a:gd name="connsiteY2" fmla="*/ 822 h 1064"/>
                    <a:gd name="connsiteX3" fmla="*/ 1169 w 1169"/>
                    <a:gd name="connsiteY3" fmla="*/ 1065 h 1064"/>
                    <a:gd name="connsiteX4" fmla="*/ 0 w 1169"/>
                    <a:gd name="connsiteY4" fmla="*/ 880 h 1064"/>
                    <a:gd name="connsiteX5" fmla="*/ 23 w 1169"/>
                    <a:gd name="connsiteY5" fmla="*/ 69 h 1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9" h="1064">
                      <a:moveTo>
                        <a:pt x="23" y="69"/>
                      </a:moveTo>
                      <a:lnTo>
                        <a:pt x="69" y="0"/>
                      </a:lnTo>
                      <a:lnTo>
                        <a:pt x="972" y="822"/>
                      </a:lnTo>
                      <a:lnTo>
                        <a:pt x="1169" y="1065"/>
                      </a:lnTo>
                      <a:lnTo>
                        <a:pt x="0" y="880"/>
                      </a:lnTo>
                      <a:lnTo>
                        <a:pt x="23" y="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94" name="Freeform: Shape 893">
                  <a:extLst>
                    <a:ext uri="{FF2B5EF4-FFF2-40B4-BE49-F238E27FC236}">
                      <a16:creationId xmlns:a16="http://schemas.microsoft.com/office/drawing/2014/main" id="{1DB8EC15-DAE5-B33B-EA33-0DF3F3C27D23}"/>
                    </a:ext>
                  </a:extLst>
                </p:cNvPr>
                <p:cNvSpPr/>
                <p:nvPr/>
              </p:nvSpPr>
              <p:spPr>
                <a:xfrm>
                  <a:off x="7847667" y="3133583"/>
                  <a:ext cx="2095" cy="845"/>
                </a:xfrm>
                <a:custGeom>
                  <a:avLst/>
                  <a:gdLst>
                    <a:gd name="connsiteX0" fmla="*/ 0 w 2095"/>
                    <a:gd name="connsiteY0" fmla="*/ 0 h 845"/>
                    <a:gd name="connsiteX1" fmla="*/ 2095 w 2095"/>
                    <a:gd name="connsiteY1" fmla="*/ 671 h 845"/>
                    <a:gd name="connsiteX2" fmla="*/ 949 w 2095"/>
                    <a:gd name="connsiteY2" fmla="*/ 845 h 845"/>
                    <a:gd name="connsiteX3" fmla="*/ 0 w 2095"/>
                    <a:gd name="connsiteY3" fmla="*/ 0 h 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5" h="845">
                      <a:moveTo>
                        <a:pt x="0" y="0"/>
                      </a:moveTo>
                      <a:lnTo>
                        <a:pt x="2095" y="671"/>
                      </a:lnTo>
                      <a:lnTo>
                        <a:pt x="949" y="84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95" name="Freeform: Shape 894">
                  <a:extLst>
                    <a:ext uri="{FF2B5EF4-FFF2-40B4-BE49-F238E27FC236}">
                      <a16:creationId xmlns:a16="http://schemas.microsoft.com/office/drawing/2014/main" id="{F9564BD2-4916-957E-BFDF-E922687159A3}"/>
                    </a:ext>
                  </a:extLst>
                </p:cNvPr>
                <p:cNvSpPr/>
                <p:nvPr/>
              </p:nvSpPr>
              <p:spPr>
                <a:xfrm>
                  <a:off x="7841207" y="3143620"/>
                  <a:ext cx="2268" cy="625"/>
                </a:xfrm>
                <a:custGeom>
                  <a:avLst/>
                  <a:gdLst>
                    <a:gd name="connsiteX0" fmla="*/ 0 w 2268"/>
                    <a:gd name="connsiteY0" fmla="*/ 243 h 625"/>
                    <a:gd name="connsiteX1" fmla="*/ 914 w 2268"/>
                    <a:gd name="connsiteY1" fmla="*/ 0 h 625"/>
                    <a:gd name="connsiteX2" fmla="*/ 2269 w 2268"/>
                    <a:gd name="connsiteY2" fmla="*/ 625 h 625"/>
                    <a:gd name="connsiteX3" fmla="*/ 486 w 2268"/>
                    <a:gd name="connsiteY3" fmla="*/ 428 h 625"/>
                    <a:gd name="connsiteX4" fmla="*/ 0 w 2268"/>
                    <a:gd name="connsiteY4" fmla="*/ 243 h 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68" h="625">
                      <a:moveTo>
                        <a:pt x="0" y="243"/>
                      </a:moveTo>
                      <a:lnTo>
                        <a:pt x="914" y="0"/>
                      </a:lnTo>
                      <a:lnTo>
                        <a:pt x="2269" y="625"/>
                      </a:lnTo>
                      <a:lnTo>
                        <a:pt x="486" y="428"/>
                      </a:lnTo>
                      <a:lnTo>
                        <a:pt x="0" y="24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96" name="Freeform: Shape 895">
                  <a:extLst>
                    <a:ext uri="{FF2B5EF4-FFF2-40B4-BE49-F238E27FC236}">
                      <a16:creationId xmlns:a16="http://schemas.microsoft.com/office/drawing/2014/main" id="{AA63E03D-5BB4-9D7C-C1BB-EA6A305A7103}"/>
                    </a:ext>
                  </a:extLst>
                </p:cNvPr>
                <p:cNvSpPr/>
                <p:nvPr/>
              </p:nvSpPr>
              <p:spPr>
                <a:xfrm>
                  <a:off x="9637645" y="1552214"/>
                  <a:ext cx="1168" cy="1065"/>
                </a:xfrm>
                <a:custGeom>
                  <a:avLst/>
                  <a:gdLst>
                    <a:gd name="connsiteX0" fmla="*/ 0 w 1168"/>
                    <a:gd name="connsiteY0" fmla="*/ 891 h 1065"/>
                    <a:gd name="connsiteX1" fmla="*/ 1169 w 1168"/>
                    <a:gd name="connsiteY1" fmla="*/ 0 h 1065"/>
                    <a:gd name="connsiteX2" fmla="*/ 1042 w 1168"/>
                    <a:gd name="connsiteY2" fmla="*/ 1065 h 1065"/>
                    <a:gd name="connsiteX3" fmla="*/ 463 w 1168"/>
                    <a:gd name="connsiteY3" fmla="*/ 972 h 1065"/>
                    <a:gd name="connsiteX4" fmla="*/ 0 w 1168"/>
                    <a:gd name="connsiteY4" fmla="*/ 891 h 1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68" h="1065">
                      <a:moveTo>
                        <a:pt x="0" y="891"/>
                      </a:moveTo>
                      <a:lnTo>
                        <a:pt x="1169" y="0"/>
                      </a:lnTo>
                      <a:lnTo>
                        <a:pt x="1042" y="1065"/>
                      </a:lnTo>
                      <a:lnTo>
                        <a:pt x="463" y="972"/>
                      </a:lnTo>
                      <a:lnTo>
                        <a:pt x="0" y="89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97" name="Freeform: Shape 896">
                  <a:extLst>
                    <a:ext uri="{FF2B5EF4-FFF2-40B4-BE49-F238E27FC236}">
                      <a16:creationId xmlns:a16="http://schemas.microsoft.com/office/drawing/2014/main" id="{C0519BEE-5677-A6FA-1A67-D759292A3F89}"/>
                    </a:ext>
                  </a:extLst>
                </p:cNvPr>
                <p:cNvSpPr/>
                <p:nvPr/>
              </p:nvSpPr>
              <p:spPr>
                <a:xfrm>
                  <a:off x="8247706" y="3670947"/>
                  <a:ext cx="1377" cy="1018"/>
                </a:xfrm>
                <a:custGeom>
                  <a:avLst/>
                  <a:gdLst>
                    <a:gd name="connsiteX0" fmla="*/ 0 w 1377"/>
                    <a:gd name="connsiteY0" fmla="*/ 394 h 1018"/>
                    <a:gd name="connsiteX1" fmla="*/ 475 w 1377"/>
                    <a:gd name="connsiteY1" fmla="*/ 162 h 1018"/>
                    <a:gd name="connsiteX2" fmla="*/ 880 w 1377"/>
                    <a:gd name="connsiteY2" fmla="*/ 0 h 1018"/>
                    <a:gd name="connsiteX3" fmla="*/ 1377 w 1377"/>
                    <a:gd name="connsiteY3" fmla="*/ 1019 h 1018"/>
                    <a:gd name="connsiteX4" fmla="*/ 150 w 1377"/>
                    <a:gd name="connsiteY4" fmla="*/ 486 h 1018"/>
                    <a:gd name="connsiteX5" fmla="*/ 0 w 1377"/>
                    <a:gd name="connsiteY5" fmla="*/ 394 h 1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77" h="1018">
                      <a:moveTo>
                        <a:pt x="0" y="394"/>
                      </a:moveTo>
                      <a:lnTo>
                        <a:pt x="475" y="162"/>
                      </a:lnTo>
                      <a:lnTo>
                        <a:pt x="880" y="0"/>
                      </a:lnTo>
                      <a:lnTo>
                        <a:pt x="1377" y="1019"/>
                      </a:lnTo>
                      <a:lnTo>
                        <a:pt x="150" y="486"/>
                      </a:lnTo>
                      <a:lnTo>
                        <a:pt x="0" y="3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98" name="Freeform: Shape 897">
                  <a:extLst>
                    <a:ext uri="{FF2B5EF4-FFF2-40B4-BE49-F238E27FC236}">
                      <a16:creationId xmlns:a16="http://schemas.microsoft.com/office/drawing/2014/main" id="{9E9B651C-6C2D-0676-847F-5C0F27B23CAC}"/>
                    </a:ext>
                  </a:extLst>
                </p:cNvPr>
                <p:cNvSpPr/>
                <p:nvPr/>
              </p:nvSpPr>
              <p:spPr>
                <a:xfrm>
                  <a:off x="8306662" y="4084657"/>
                  <a:ext cx="682" cy="1805"/>
                </a:xfrm>
                <a:custGeom>
                  <a:avLst/>
                  <a:gdLst>
                    <a:gd name="connsiteX0" fmla="*/ 0 w 682"/>
                    <a:gd name="connsiteY0" fmla="*/ 1806 h 1805"/>
                    <a:gd name="connsiteX1" fmla="*/ 220 w 682"/>
                    <a:gd name="connsiteY1" fmla="*/ 0 h 1805"/>
                    <a:gd name="connsiteX2" fmla="*/ 683 w 682"/>
                    <a:gd name="connsiteY2" fmla="*/ 1296 h 1805"/>
                    <a:gd name="connsiteX3" fmla="*/ 0 w 682"/>
                    <a:gd name="connsiteY3" fmla="*/ 1806 h 1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2" h="1805">
                      <a:moveTo>
                        <a:pt x="0" y="1806"/>
                      </a:moveTo>
                      <a:lnTo>
                        <a:pt x="220" y="0"/>
                      </a:lnTo>
                      <a:lnTo>
                        <a:pt x="683" y="1296"/>
                      </a:lnTo>
                      <a:lnTo>
                        <a:pt x="0" y="180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99" name="Freeform: Shape 898">
                  <a:extLst>
                    <a:ext uri="{FF2B5EF4-FFF2-40B4-BE49-F238E27FC236}">
                      <a16:creationId xmlns:a16="http://schemas.microsoft.com/office/drawing/2014/main" id="{E7D31CF0-C3F2-60DB-82C0-0FD6D3F41FD7}"/>
                    </a:ext>
                  </a:extLst>
                </p:cNvPr>
                <p:cNvSpPr/>
                <p:nvPr/>
              </p:nvSpPr>
              <p:spPr>
                <a:xfrm>
                  <a:off x="9797079" y="1311166"/>
                  <a:ext cx="937" cy="2098"/>
                </a:xfrm>
                <a:custGeom>
                  <a:avLst/>
                  <a:gdLst>
                    <a:gd name="connsiteX0" fmla="*/ 0 w 937"/>
                    <a:gd name="connsiteY0" fmla="*/ 2099 h 2098"/>
                    <a:gd name="connsiteX1" fmla="*/ 857 w 937"/>
                    <a:gd name="connsiteY1" fmla="*/ 0 h 2098"/>
                    <a:gd name="connsiteX2" fmla="*/ 938 w 937"/>
                    <a:gd name="connsiteY2" fmla="*/ 1100 h 2098"/>
                    <a:gd name="connsiteX3" fmla="*/ 0 w 937"/>
                    <a:gd name="connsiteY3" fmla="*/ 2099 h 2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7" h="2098">
                      <a:moveTo>
                        <a:pt x="0" y="2099"/>
                      </a:moveTo>
                      <a:lnTo>
                        <a:pt x="857" y="0"/>
                      </a:lnTo>
                      <a:lnTo>
                        <a:pt x="938" y="1100"/>
                      </a:lnTo>
                      <a:lnTo>
                        <a:pt x="0" y="209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00" name="Freeform: Shape 899">
                  <a:extLst>
                    <a:ext uri="{FF2B5EF4-FFF2-40B4-BE49-F238E27FC236}">
                      <a16:creationId xmlns:a16="http://schemas.microsoft.com/office/drawing/2014/main" id="{5FBAD2CD-F2B5-3B6A-813B-6B2D2BEFFB36}"/>
                    </a:ext>
                  </a:extLst>
                </p:cNvPr>
                <p:cNvSpPr/>
                <p:nvPr/>
              </p:nvSpPr>
              <p:spPr>
                <a:xfrm>
                  <a:off x="9730553" y="1670728"/>
                  <a:ext cx="1597" cy="902"/>
                </a:xfrm>
                <a:custGeom>
                  <a:avLst/>
                  <a:gdLst>
                    <a:gd name="connsiteX0" fmla="*/ 0 w 1597"/>
                    <a:gd name="connsiteY0" fmla="*/ 857 h 902"/>
                    <a:gd name="connsiteX1" fmla="*/ 1169 w 1597"/>
                    <a:gd name="connsiteY1" fmla="*/ 220 h 902"/>
                    <a:gd name="connsiteX2" fmla="*/ 1597 w 1597"/>
                    <a:gd name="connsiteY2" fmla="*/ 0 h 902"/>
                    <a:gd name="connsiteX3" fmla="*/ 1192 w 1597"/>
                    <a:gd name="connsiteY3" fmla="*/ 903 h 902"/>
                    <a:gd name="connsiteX4" fmla="*/ 440 w 1597"/>
                    <a:gd name="connsiteY4" fmla="*/ 891 h 902"/>
                    <a:gd name="connsiteX5" fmla="*/ 0 w 1597"/>
                    <a:gd name="connsiteY5" fmla="*/ 857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97" h="902">
                      <a:moveTo>
                        <a:pt x="0" y="857"/>
                      </a:moveTo>
                      <a:lnTo>
                        <a:pt x="1169" y="220"/>
                      </a:lnTo>
                      <a:lnTo>
                        <a:pt x="1597" y="0"/>
                      </a:lnTo>
                      <a:lnTo>
                        <a:pt x="1192" y="903"/>
                      </a:lnTo>
                      <a:lnTo>
                        <a:pt x="440" y="891"/>
                      </a:lnTo>
                      <a:lnTo>
                        <a:pt x="0" y="85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01" name="Freeform: Shape 900">
                  <a:extLst>
                    <a:ext uri="{FF2B5EF4-FFF2-40B4-BE49-F238E27FC236}">
                      <a16:creationId xmlns:a16="http://schemas.microsoft.com/office/drawing/2014/main" id="{2A0D176B-5F69-6414-180D-D84577BEC007}"/>
                    </a:ext>
                  </a:extLst>
                </p:cNvPr>
                <p:cNvSpPr/>
                <p:nvPr/>
              </p:nvSpPr>
              <p:spPr>
                <a:xfrm>
                  <a:off x="9221121" y="4124744"/>
                  <a:ext cx="937" cy="1424"/>
                </a:xfrm>
                <a:custGeom>
                  <a:avLst/>
                  <a:gdLst>
                    <a:gd name="connsiteX0" fmla="*/ 0 w 937"/>
                    <a:gd name="connsiteY0" fmla="*/ 1424 h 1424"/>
                    <a:gd name="connsiteX1" fmla="*/ 348 w 937"/>
                    <a:gd name="connsiteY1" fmla="*/ 0 h 1424"/>
                    <a:gd name="connsiteX2" fmla="*/ 938 w 937"/>
                    <a:gd name="connsiteY2" fmla="*/ 776 h 1424"/>
                    <a:gd name="connsiteX3" fmla="*/ 0 w 937"/>
                    <a:gd name="connsiteY3" fmla="*/ 1424 h 1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7" h="1424">
                      <a:moveTo>
                        <a:pt x="0" y="1424"/>
                      </a:moveTo>
                      <a:lnTo>
                        <a:pt x="348" y="0"/>
                      </a:lnTo>
                      <a:lnTo>
                        <a:pt x="938" y="776"/>
                      </a:lnTo>
                      <a:lnTo>
                        <a:pt x="0" y="14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02" name="Freeform: Shape 901">
                  <a:extLst>
                    <a:ext uri="{FF2B5EF4-FFF2-40B4-BE49-F238E27FC236}">
                      <a16:creationId xmlns:a16="http://schemas.microsoft.com/office/drawing/2014/main" id="{4BCC154A-3DA2-A3E8-A91C-BF4624270A36}"/>
                    </a:ext>
                  </a:extLst>
                </p:cNvPr>
                <p:cNvSpPr/>
                <p:nvPr/>
              </p:nvSpPr>
              <p:spPr>
                <a:xfrm>
                  <a:off x="8320113" y="3331484"/>
                  <a:ext cx="891" cy="1238"/>
                </a:xfrm>
                <a:custGeom>
                  <a:avLst/>
                  <a:gdLst>
                    <a:gd name="connsiteX0" fmla="*/ 0 w 891"/>
                    <a:gd name="connsiteY0" fmla="*/ 590 h 1238"/>
                    <a:gd name="connsiteX1" fmla="*/ 382 w 891"/>
                    <a:gd name="connsiteY1" fmla="*/ 162 h 1238"/>
                    <a:gd name="connsiteX2" fmla="*/ 891 w 891"/>
                    <a:gd name="connsiteY2" fmla="*/ 0 h 1238"/>
                    <a:gd name="connsiteX3" fmla="*/ 602 w 891"/>
                    <a:gd name="connsiteY3" fmla="*/ 1239 h 1238"/>
                    <a:gd name="connsiteX4" fmla="*/ 0 w 891"/>
                    <a:gd name="connsiteY4" fmla="*/ 590 h 1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1" h="1238">
                      <a:moveTo>
                        <a:pt x="0" y="590"/>
                      </a:moveTo>
                      <a:lnTo>
                        <a:pt x="382" y="162"/>
                      </a:lnTo>
                      <a:lnTo>
                        <a:pt x="891" y="0"/>
                      </a:lnTo>
                      <a:lnTo>
                        <a:pt x="602" y="1239"/>
                      </a:lnTo>
                      <a:lnTo>
                        <a:pt x="0" y="5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03" name="Freeform: Shape 902">
                  <a:extLst>
                    <a:ext uri="{FF2B5EF4-FFF2-40B4-BE49-F238E27FC236}">
                      <a16:creationId xmlns:a16="http://schemas.microsoft.com/office/drawing/2014/main" id="{25DEA0F6-5326-2604-A100-29215A32A0FE}"/>
                    </a:ext>
                  </a:extLst>
                </p:cNvPr>
                <p:cNvSpPr/>
                <p:nvPr/>
              </p:nvSpPr>
              <p:spPr>
                <a:xfrm>
                  <a:off x="9183731" y="2258146"/>
                  <a:ext cx="1018" cy="1412"/>
                </a:xfrm>
                <a:custGeom>
                  <a:avLst/>
                  <a:gdLst>
                    <a:gd name="connsiteX0" fmla="*/ 0 w 1018"/>
                    <a:gd name="connsiteY0" fmla="*/ 544 h 1412"/>
                    <a:gd name="connsiteX1" fmla="*/ 614 w 1018"/>
                    <a:gd name="connsiteY1" fmla="*/ 0 h 1412"/>
                    <a:gd name="connsiteX2" fmla="*/ 984 w 1018"/>
                    <a:gd name="connsiteY2" fmla="*/ 1262 h 1412"/>
                    <a:gd name="connsiteX3" fmla="*/ 1018 w 1018"/>
                    <a:gd name="connsiteY3" fmla="*/ 1412 h 1412"/>
                    <a:gd name="connsiteX4" fmla="*/ 845 w 1018"/>
                    <a:gd name="connsiteY4" fmla="*/ 1262 h 1412"/>
                    <a:gd name="connsiteX5" fmla="*/ 0 w 1018"/>
                    <a:gd name="connsiteY5" fmla="*/ 544 h 14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18" h="1412">
                      <a:moveTo>
                        <a:pt x="0" y="544"/>
                      </a:moveTo>
                      <a:lnTo>
                        <a:pt x="614" y="0"/>
                      </a:lnTo>
                      <a:lnTo>
                        <a:pt x="984" y="1262"/>
                      </a:lnTo>
                      <a:lnTo>
                        <a:pt x="1018" y="1412"/>
                      </a:lnTo>
                      <a:lnTo>
                        <a:pt x="845" y="1262"/>
                      </a:lnTo>
                      <a:lnTo>
                        <a:pt x="0" y="54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04" name="Freeform: Shape 903">
                  <a:extLst>
                    <a:ext uri="{FF2B5EF4-FFF2-40B4-BE49-F238E27FC236}">
                      <a16:creationId xmlns:a16="http://schemas.microsoft.com/office/drawing/2014/main" id="{BBD88177-FF0A-DBD4-A93A-80560A63991D}"/>
                    </a:ext>
                  </a:extLst>
                </p:cNvPr>
                <p:cNvSpPr/>
                <p:nvPr/>
              </p:nvSpPr>
              <p:spPr>
                <a:xfrm>
                  <a:off x="7878053" y="3123964"/>
                  <a:ext cx="995" cy="1354"/>
                </a:xfrm>
                <a:custGeom>
                  <a:avLst/>
                  <a:gdLst>
                    <a:gd name="connsiteX0" fmla="*/ 0 w 995"/>
                    <a:gd name="connsiteY0" fmla="*/ 1354 h 1354"/>
                    <a:gd name="connsiteX1" fmla="*/ 648 w 995"/>
                    <a:gd name="connsiteY1" fmla="*/ 0 h 1354"/>
                    <a:gd name="connsiteX2" fmla="*/ 996 w 995"/>
                    <a:gd name="connsiteY2" fmla="*/ 926 h 1354"/>
                    <a:gd name="connsiteX3" fmla="*/ 0 w 995"/>
                    <a:gd name="connsiteY3" fmla="*/ 1354 h 1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5" h="1354">
                      <a:moveTo>
                        <a:pt x="0" y="1354"/>
                      </a:moveTo>
                      <a:lnTo>
                        <a:pt x="648" y="0"/>
                      </a:lnTo>
                      <a:lnTo>
                        <a:pt x="996" y="926"/>
                      </a:lnTo>
                      <a:lnTo>
                        <a:pt x="0" y="135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05" name="Freeform: Shape 904">
                  <a:extLst>
                    <a:ext uri="{FF2B5EF4-FFF2-40B4-BE49-F238E27FC236}">
                      <a16:creationId xmlns:a16="http://schemas.microsoft.com/office/drawing/2014/main" id="{D83D8E3D-87B3-1C76-F742-3207E5A78D85}"/>
                    </a:ext>
                  </a:extLst>
                </p:cNvPr>
                <p:cNvSpPr/>
                <p:nvPr/>
              </p:nvSpPr>
              <p:spPr>
                <a:xfrm>
                  <a:off x="7747524" y="2758826"/>
                  <a:ext cx="1666" cy="983"/>
                </a:xfrm>
                <a:custGeom>
                  <a:avLst/>
                  <a:gdLst>
                    <a:gd name="connsiteX0" fmla="*/ 1204 w 1666"/>
                    <a:gd name="connsiteY0" fmla="*/ 0 h 983"/>
                    <a:gd name="connsiteX1" fmla="*/ 1215 w 1666"/>
                    <a:gd name="connsiteY1" fmla="*/ 81 h 983"/>
                    <a:gd name="connsiteX2" fmla="*/ 1667 w 1666"/>
                    <a:gd name="connsiteY2" fmla="*/ 556 h 983"/>
                    <a:gd name="connsiteX3" fmla="*/ 0 w 1666"/>
                    <a:gd name="connsiteY3" fmla="*/ 984 h 983"/>
                    <a:gd name="connsiteX4" fmla="*/ 1204 w 1666"/>
                    <a:gd name="connsiteY4" fmla="*/ 0 h 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6" h="983">
                      <a:moveTo>
                        <a:pt x="1204" y="0"/>
                      </a:moveTo>
                      <a:lnTo>
                        <a:pt x="1215" y="81"/>
                      </a:lnTo>
                      <a:lnTo>
                        <a:pt x="1667" y="556"/>
                      </a:lnTo>
                      <a:lnTo>
                        <a:pt x="0" y="984"/>
                      </a:lnTo>
                      <a:lnTo>
                        <a:pt x="1204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06" name="Freeform: Shape 905">
                  <a:extLst>
                    <a:ext uri="{FF2B5EF4-FFF2-40B4-BE49-F238E27FC236}">
                      <a16:creationId xmlns:a16="http://schemas.microsoft.com/office/drawing/2014/main" id="{2FFAC717-607D-1CE0-4D0F-8F9468E97C60}"/>
                    </a:ext>
                  </a:extLst>
                </p:cNvPr>
                <p:cNvSpPr/>
                <p:nvPr/>
              </p:nvSpPr>
              <p:spPr>
                <a:xfrm>
                  <a:off x="9627678" y="1625316"/>
                  <a:ext cx="1481" cy="775"/>
                </a:xfrm>
                <a:custGeom>
                  <a:avLst/>
                  <a:gdLst>
                    <a:gd name="connsiteX0" fmla="*/ 0 w 1481"/>
                    <a:gd name="connsiteY0" fmla="*/ 532 h 775"/>
                    <a:gd name="connsiteX1" fmla="*/ 405 w 1481"/>
                    <a:gd name="connsiteY1" fmla="*/ 324 h 775"/>
                    <a:gd name="connsiteX2" fmla="*/ 1042 w 1481"/>
                    <a:gd name="connsiteY2" fmla="*/ 0 h 775"/>
                    <a:gd name="connsiteX3" fmla="*/ 1482 w 1481"/>
                    <a:gd name="connsiteY3" fmla="*/ 776 h 775"/>
                    <a:gd name="connsiteX4" fmla="*/ 475 w 1481"/>
                    <a:gd name="connsiteY4" fmla="*/ 637 h 775"/>
                    <a:gd name="connsiteX5" fmla="*/ 0 w 1481"/>
                    <a:gd name="connsiteY5" fmla="*/ 532 h 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81" h="775">
                      <a:moveTo>
                        <a:pt x="0" y="532"/>
                      </a:moveTo>
                      <a:lnTo>
                        <a:pt x="405" y="324"/>
                      </a:lnTo>
                      <a:lnTo>
                        <a:pt x="1042" y="0"/>
                      </a:lnTo>
                      <a:lnTo>
                        <a:pt x="1482" y="776"/>
                      </a:lnTo>
                      <a:lnTo>
                        <a:pt x="475" y="637"/>
                      </a:lnTo>
                      <a:lnTo>
                        <a:pt x="0" y="5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07" name="Freeform: Shape 906">
                  <a:extLst>
                    <a:ext uri="{FF2B5EF4-FFF2-40B4-BE49-F238E27FC236}">
                      <a16:creationId xmlns:a16="http://schemas.microsoft.com/office/drawing/2014/main" id="{D24D6685-FD05-B330-6777-890CB90C120D}"/>
                    </a:ext>
                  </a:extLst>
                </p:cNvPr>
                <p:cNvSpPr/>
                <p:nvPr/>
              </p:nvSpPr>
              <p:spPr>
                <a:xfrm>
                  <a:off x="8289842" y="4070905"/>
                  <a:ext cx="1504" cy="1597"/>
                </a:xfrm>
                <a:custGeom>
                  <a:avLst/>
                  <a:gdLst>
                    <a:gd name="connsiteX0" fmla="*/ 0 w 1504"/>
                    <a:gd name="connsiteY0" fmla="*/ 1227 h 1597"/>
                    <a:gd name="connsiteX1" fmla="*/ 1505 w 1504"/>
                    <a:gd name="connsiteY1" fmla="*/ 0 h 1597"/>
                    <a:gd name="connsiteX2" fmla="*/ 428 w 1504"/>
                    <a:gd name="connsiteY2" fmla="*/ 1597 h 1597"/>
                    <a:gd name="connsiteX3" fmla="*/ 0 w 1504"/>
                    <a:gd name="connsiteY3" fmla="*/ 1227 h 1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04" h="1597">
                      <a:moveTo>
                        <a:pt x="0" y="1227"/>
                      </a:moveTo>
                      <a:lnTo>
                        <a:pt x="1505" y="0"/>
                      </a:lnTo>
                      <a:lnTo>
                        <a:pt x="428" y="1597"/>
                      </a:lnTo>
                      <a:lnTo>
                        <a:pt x="0" y="12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08" name="Freeform: Shape 907">
                  <a:extLst>
                    <a:ext uri="{FF2B5EF4-FFF2-40B4-BE49-F238E27FC236}">
                      <a16:creationId xmlns:a16="http://schemas.microsoft.com/office/drawing/2014/main" id="{F499DC21-6571-4D5B-E0C4-A4CADDCE0132}"/>
                    </a:ext>
                  </a:extLst>
                </p:cNvPr>
                <p:cNvSpPr/>
                <p:nvPr/>
              </p:nvSpPr>
              <p:spPr>
                <a:xfrm>
                  <a:off x="8295688" y="3450415"/>
                  <a:ext cx="960" cy="1215"/>
                </a:xfrm>
                <a:custGeom>
                  <a:avLst/>
                  <a:gdLst>
                    <a:gd name="connsiteX0" fmla="*/ 0 w 960"/>
                    <a:gd name="connsiteY0" fmla="*/ 104 h 1215"/>
                    <a:gd name="connsiteX1" fmla="*/ 961 w 960"/>
                    <a:gd name="connsiteY1" fmla="*/ 0 h 1215"/>
                    <a:gd name="connsiteX2" fmla="*/ 116 w 960"/>
                    <a:gd name="connsiteY2" fmla="*/ 1216 h 1215"/>
                    <a:gd name="connsiteX3" fmla="*/ 0 w 960"/>
                    <a:gd name="connsiteY3" fmla="*/ 104 h 1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" h="1215">
                      <a:moveTo>
                        <a:pt x="0" y="104"/>
                      </a:moveTo>
                      <a:lnTo>
                        <a:pt x="961" y="0"/>
                      </a:lnTo>
                      <a:lnTo>
                        <a:pt x="116" y="1216"/>
                      </a:lnTo>
                      <a:lnTo>
                        <a:pt x="0" y="10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09" name="Freeform: Shape 908">
                  <a:extLst>
                    <a:ext uri="{FF2B5EF4-FFF2-40B4-BE49-F238E27FC236}">
                      <a16:creationId xmlns:a16="http://schemas.microsoft.com/office/drawing/2014/main" id="{AE742B55-F2CE-890D-0FED-611B6DE27830}"/>
                    </a:ext>
                  </a:extLst>
                </p:cNvPr>
                <p:cNvSpPr/>
                <p:nvPr/>
              </p:nvSpPr>
              <p:spPr>
                <a:xfrm>
                  <a:off x="7960936" y="2828605"/>
                  <a:ext cx="914" cy="1608"/>
                </a:xfrm>
                <a:custGeom>
                  <a:avLst/>
                  <a:gdLst>
                    <a:gd name="connsiteX0" fmla="*/ 417 w 914"/>
                    <a:gd name="connsiteY0" fmla="*/ 1100 h 1608"/>
                    <a:gd name="connsiteX1" fmla="*/ 185 w 914"/>
                    <a:gd name="connsiteY1" fmla="*/ 1609 h 1608"/>
                    <a:gd name="connsiteX2" fmla="*/ 0 w 914"/>
                    <a:gd name="connsiteY2" fmla="*/ 556 h 1608"/>
                    <a:gd name="connsiteX3" fmla="*/ 915 w 914"/>
                    <a:gd name="connsiteY3" fmla="*/ 0 h 1608"/>
                    <a:gd name="connsiteX4" fmla="*/ 417 w 914"/>
                    <a:gd name="connsiteY4" fmla="*/ 1100 h 1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4" h="1608">
                      <a:moveTo>
                        <a:pt x="417" y="1100"/>
                      </a:moveTo>
                      <a:lnTo>
                        <a:pt x="185" y="1609"/>
                      </a:lnTo>
                      <a:lnTo>
                        <a:pt x="0" y="556"/>
                      </a:lnTo>
                      <a:lnTo>
                        <a:pt x="915" y="0"/>
                      </a:lnTo>
                      <a:lnTo>
                        <a:pt x="417" y="110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10" name="Freeform: Shape 909">
                  <a:extLst>
                    <a:ext uri="{FF2B5EF4-FFF2-40B4-BE49-F238E27FC236}">
                      <a16:creationId xmlns:a16="http://schemas.microsoft.com/office/drawing/2014/main" id="{5DD64163-AD0C-CFC5-4D76-B24ED1F2CAF0}"/>
                    </a:ext>
                  </a:extLst>
                </p:cNvPr>
                <p:cNvSpPr/>
                <p:nvPr/>
              </p:nvSpPr>
              <p:spPr>
                <a:xfrm>
                  <a:off x="7817546" y="3280886"/>
                  <a:ext cx="1435" cy="891"/>
                </a:xfrm>
                <a:custGeom>
                  <a:avLst/>
                  <a:gdLst>
                    <a:gd name="connsiteX0" fmla="*/ 0 w 1435"/>
                    <a:gd name="connsiteY0" fmla="*/ 509 h 891"/>
                    <a:gd name="connsiteX1" fmla="*/ 1435 w 1435"/>
                    <a:gd name="connsiteY1" fmla="*/ 0 h 891"/>
                    <a:gd name="connsiteX2" fmla="*/ 1007 w 1435"/>
                    <a:gd name="connsiteY2" fmla="*/ 891 h 891"/>
                    <a:gd name="connsiteX3" fmla="*/ 0 w 1435"/>
                    <a:gd name="connsiteY3" fmla="*/ 509 h 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35" h="891">
                      <a:moveTo>
                        <a:pt x="0" y="509"/>
                      </a:moveTo>
                      <a:lnTo>
                        <a:pt x="1435" y="0"/>
                      </a:lnTo>
                      <a:lnTo>
                        <a:pt x="1007" y="891"/>
                      </a:lnTo>
                      <a:lnTo>
                        <a:pt x="0" y="50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11" name="Freeform: Shape 910">
                  <a:extLst>
                    <a:ext uri="{FF2B5EF4-FFF2-40B4-BE49-F238E27FC236}">
                      <a16:creationId xmlns:a16="http://schemas.microsoft.com/office/drawing/2014/main" id="{3E334191-6CEE-74E4-46B7-60520DA4E864}"/>
                    </a:ext>
                  </a:extLst>
                </p:cNvPr>
                <p:cNvSpPr/>
                <p:nvPr/>
              </p:nvSpPr>
              <p:spPr>
                <a:xfrm>
                  <a:off x="8305840" y="3947622"/>
                  <a:ext cx="1007" cy="1551"/>
                </a:xfrm>
                <a:custGeom>
                  <a:avLst/>
                  <a:gdLst>
                    <a:gd name="connsiteX0" fmla="*/ 0 w 1007"/>
                    <a:gd name="connsiteY0" fmla="*/ 810 h 1551"/>
                    <a:gd name="connsiteX1" fmla="*/ 579 w 1007"/>
                    <a:gd name="connsiteY1" fmla="*/ 70 h 1551"/>
                    <a:gd name="connsiteX2" fmla="*/ 1007 w 1007"/>
                    <a:gd name="connsiteY2" fmla="*/ 0 h 1551"/>
                    <a:gd name="connsiteX3" fmla="*/ 46 w 1007"/>
                    <a:gd name="connsiteY3" fmla="*/ 1551 h 1551"/>
                    <a:gd name="connsiteX4" fmla="*/ 12 w 1007"/>
                    <a:gd name="connsiteY4" fmla="*/ 996 h 1551"/>
                    <a:gd name="connsiteX5" fmla="*/ 0 w 1007"/>
                    <a:gd name="connsiteY5" fmla="*/ 810 h 1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7" h="1551">
                      <a:moveTo>
                        <a:pt x="0" y="810"/>
                      </a:moveTo>
                      <a:lnTo>
                        <a:pt x="579" y="70"/>
                      </a:lnTo>
                      <a:lnTo>
                        <a:pt x="1007" y="0"/>
                      </a:lnTo>
                      <a:lnTo>
                        <a:pt x="46" y="1551"/>
                      </a:lnTo>
                      <a:lnTo>
                        <a:pt x="12" y="996"/>
                      </a:lnTo>
                      <a:lnTo>
                        <a:pt x="0" y="81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12" name="Freeform: Shape 911">
                  <a:extLst>
                    <a:ext uri="{FF2B5EF4-FFF2-40B4-BE49-F238E27FC236}">
                      <a16:creationId xmlns:a16="http://schemas.microsoft.com/office/drawing/2014/main" id="{5CF52B30-AE90-BB37-5631-8B2DE89A9F7C}"/>
                    </a:ext>
                  </a:extLst>
                </p:cNvPr>
                <p:cNvSpPr/>
                <p:nvPr/>
              </p:nvSpPr>
              <p:spPr>
                <a:xfrm>
                  <a:off x="8281936" y="3993277"/>
                  <a:ext cx="740" cy="2975"/>
                </a:xfrm>
                <a:custGeom>
                  <a:avLst/>
                  <a:gdLst>
                    <a:gd name="connsiteX0" fmla="*/ 0 w 740"/>
                    <a:gd name="connsiteY0" fmla="*/ 2975 h 2975"/>
                    <a:gd name="connsiteX1" fmla="*/ 509 w 740"/>
                    <a:gd name="connsiteY1" fmla="*/ 0 h 2975"/>
                    <a:gd name="connsiteX2" fmla="*/ 741 w 740"/>
                    <a:gd name="connsiteY2" fmla="*/ 787 h 2975"/>
                    <a:gd name="connsiteX3" fmla="*/ 0 w 740"/>
                    <a:gd name="connsiteY3" fmla="*/ 2975 h 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" h="2975">
                      <a:moveTo>
                        <a:pt x="0" y="2975"/>
                      </a:moveTo>
                      <a:lnTo>
                        <a:pt x="509" y="0"/>
                      </a:lnTo>
                      <a:lnTo>
                        <a:pt x="741" y="787"/>
                      </a:lnTo>
                      <a:lnTo>
                        <a:pt x="0" y="297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13" name="Freeform: Shape 912">
                  <a:extLst>
                    <a:ext uri="{FF2B5EF4-FFF2-40B4-BE49-F238E27FC236}">
                      <a16:creationId xmlns:a16="http://schemas.microsoft.com/office/drawing/2014/main" id="{AFAD98E5-B5C2-D86F-BD51-AA7D1729AF17}"/>
                    </a:ext>
                  </a:extLst>
                </p:cNvPr>
                <p:cNvSpPr/>
                <p:nvPr/>
              </p:nvSpPr>
              <p:spPr>
                <a:xfrm>
                  <a:off x="8146880" y="3144835"/>
                  <a:ext cx="1203" cy="1933"/>
                </a:xfrm>
                <a:custGeom>
                  <a:avLst/>
                  <a:gdLst>
                    <a:gd name="connsiteX0" fmla="*/ 0 w 1203"/>
                    <a:gd name="connsiteY0" fmla="*/ 0 h 1933"/>
                    <a:gd name="connsiteX1" fmla="*/ 1204 w 1203"/>
                    <a:gd name="connsiteY1" fmla="*/ 1933 h 1933"/>
                    <a:gd name="connsiteX2" fmla="*/ 81 w 1203"/>
                    <a:gd name="connsiteY2" fmla="*/ 1019 h 1933"/>
                    <a:gd name="connsiteX3" fmla="*/ 0 w 1203"/>
                    <a:gd name="connsiteY3" fmla="*/ 0 h 1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3" h="1933">
                      <a:moveTo>
                        <a:pt x="0" y="0"/>
                      </a:moveTo>
                      <a:lnTo>
                        <a:pt x="1204" y="1933"/>
                      </a:lnTo>
                      <a:lnTo>
                        <a:pt x="81" y="101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14" name="Freeform: Shape 913">
                  <a:extLst>
                    <a:ext uri="{FF2B5EF4-FFF2-40B4-BE49-F238E27FC236}">
                      <a16:creationId xmlns:a16="http://schemas.microsoft.com/office/drawing/2014/main" id="{42DB10A2-2776-2229-5DB4-A2FF061DCF4C}"/>
                    </a:ext>
                  </a:extLst>
                </p:cNvPr>
                <p:cNvSpPr/>
                <p:nvPr/>
              </p:nvSpPr>
              <p:spPr>
                <a:xfrm>
                  <a:off x="7808077" y="3287218"/>
                  <a:ext cx="1088" cy="1319"/>
                </a:xfrm>
                <a:custGeom>
                  <a:avLst/>
                  <a:gdLst>
                    <a:gd name="connsiteX0" fmla="*/ 0 w 1088"/>
                    <a:gd name="connsiteY0" fmla="*/ 671 h 1319"/>
                    <a:gd name="connsiteX1" fmla="*/ 347 w 1088"/>
                    <a:gd name="connsiteY1" fmla="*/ 0 h 1319"/>
                    <a:gd name="connsiteX2" fmla="*/ 1088 w 1088"/>
                    <a:gd name="connsiteY2" fmla="*/ 1319 h 1319"/>
                    <a:gd name="connsiteX3" fmla="*/ 116 w 1088"/>
                    <a:gd name="connsiteY3" fmla="*/ 845 h 1319"/>
                    <a:gd name="connsiteX4" fmla="*/ 0 w 1088"/>
                    <a:gd name="connsiteY4" fmla="*/ 671 h 1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88" h="1319">
                      <a:moveTo>
                        <a:pt x="0" y="671"/>
                      </a:moveTo>
                      <a:lnTo>
                        <a:pt x="347" y="0"/>
                      </a:lnTo>
                      <a:lnTo>
                        <a:pt x="1088" y="1319"/>
                      </a:lnTo>
                      <a:lnTo>
                        <a:pt x="116" y="845"/>
                      </a:lnTo>
                      <a:lnTo>
                        <a:pt x="0" y="67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15" name="Freeform: Shape 914">
                  <a:extLst>
                    <a:ext uri="{FF2B5EF4-FFF2-40B4-BE49-F238E27FC236}">
                      <a16:creationId xmlns:a16="http://schemas.microsoft.com/office/drawing/2014/main" id="{70A855C7-2B1F-E97A-9193-7E8A7539268C}"/>
                    </a:ext>
                  </a:extLst>
                </p:cNvPr>
                <p:cNvSpPr/>
                <p:nvPr/>
              </p:nvSpPr>
              <p:spPr>
                <a:xfrm>
                  <a:off x="7815289" y="3275723"/>
                  <a:ext cx="1620" cy="949"/>
                </a:xfrm>
                <a:custGeom>
                  <a:avLst/>
                  <a:gdLst>
                    <a:gd name="connsiteX0" fmla="*/ 0 w 1620"/>
                    <a:gd name="connsiteY0" fmla="*/ 0 h 949"/>
                    <a:gd name="connsiteX1" fmla="*/ 1621 w 1620"/>
                    <a:gd name="connsiteY1" fmla="*/ 614 h 949"/>
                    <a:gd name="connsiteX2" fmla="*/ 764 w 1620"/>
                    <a:gd name="connsiteY2" fmla="*/ 949 h 949"/>
                    <a:gd name="connsiteX3" fmla="*/ 0 w 1620"/>
                    <a:gd name="connsiteY3" fmla="*/ 0 h 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20" h="949">
                      <a:moveTo>
                        <a:pt x="0" y="0"/>
                      </a:moveTo>
                      <a:lnTo>
                        <a:pt x="1621" y="614"/>
                      </a:lnTo>
                      <a:lnTo>
                        <a:pt x="764" y="94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16" name="Freeform: Shape 915">
                  <a:extLst>
                    <a:ext uri="{FF2B5EF4-FFF2-40B4-BE49-F238E27FC236}">
                      <a16:creationId xmlns:a16="http://schemas.microsoft.com/office/drawing/2014/main" id="{7FA0FE3F-CCFC-53A4-9BB8-5ACEE9C98C7A}"/>
                    </a:ext>
                  </a:extLst>
                </p:cNvPr>
                <p:cNvSpPr/>
                <p:nvPr/>
              </p:nvSpPr>
              <p:spPr>
                <a:xfrm>
                  <a:off x="8113634" y="2877779"/>
                  <a:ext cx="1678" cy="937"/>
                </a:xfrm>
                <a:custGeom>
                  <a:avLst/>
                  <a:gdLst>
                    <a:gd name="connsiteX0" fmla="*/ 1227 w 1678"/>
                    <a:gd name="connsiteY0" fmla="*/ 278 h 937"/>
                    <a:gd name="connsiteX1" fmla="*/ 0 w 1678"/>
                    <a:gd name="connsiteY1" fmla="*/ 938 h 937"/>
                    <a:gd name="connsiteX2" fmla="*/ 23 w 1678"/>
                    <a:gd name="connsiteY2" fmla="*/ 324 h 937"/>
                    <a:gd name="connsiteX3" fmla="*/ 197 w 1678"/>
                    <a:gd name="connsiteY3" fmla="*/ 290 h 937"/>
                    <a:gd name="connsiteX4" fmla="*/ 1678 w 1678"/>
                    <a:gd name="connsiteY4" fmla="*/ 0 h 937"/>
                    <a:gd name="connsiteX5" fmla="*/ 1227 w 1678"/>
                    <a:gd name="connsiteY5" fmla="*/ 278 h 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78" h="937">
                      <a:moveTo>
                        <a:pt x="1227" y="278"/>
                      </a:moveTo>
                      <a:lnTo>
                        <a:pt x="0" y="938"/>
                      </a:lnTo>
                      <a:lnTo>
                        <a:pt x="23" y="324"/>
                      </a:lnTo>
                      <a:lnTo>
                        <a:pt x="197" y="290"/>
                      </a:lnTo>
                      <a:lnTo>
                        <a:pt x="1678" y="0"/>
                      </a:lnTo>
                      <a:lnTo>
                        <a:pt x="1227" y="2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17" name="Freeform: Shape 916">
                  <a:extLst>
                    <a:ext uri="{FF2B5EF4-FFF2-40B4-BE49-F238E27FC236}">
                      <a16:creationId xmlns:a16="http://schemas.microsoft.com/office/drawing/2014/main" id="{C3427421-E46D-F177-7E8A-C34EFF05E6B0}"/>
                    </a:ext>
                  </a:extLst>
                </p:cNvPr>
                <p:cNvSpPr/>
                <p:nvPr/>
              </p:nvSpPr>
              <p:spPr>
                <a:xfrm>
                  <a:off x="9677778" y="1693417"/>
                  <a:ext cx="764" cy="1481"/>
                </a:xfrm>
                <a:custGeom>
                  <a:avLst/>
                  <a:gdLst>
                    <a:gd name="connsiteX0" fmla="*/ 174 w 764"/>
                    <a:gd name="connsiteY0" fmla="*/ 1227 h 1481"/>
                    <a:gd name="connsiteX1" fmla="*/ 0 w 764"/>
                    <a:gd name="connsiteY1" fmla="*/ 1482 h 1481"/>
                    <a:gd name="connsiteX2" fmla="*/ 104 w 764"/>
                    <a:gd name="connsiteY2" fmla="*/ 12 h 1481"/>
                    <a:gd name="connsiteX3" fmla="*/ 128 w 764"/>
                    <a:gd name="connsiteY3" fmla="*/ 0 h 1481"/>
                    <a:gd name="connsiteX4" fmla="*/ 764 w 764"/>
                    <a:gd name="connsiteY4" fmla="*/ 150 h 1481"/>
                    <a:gd name="connsiteX5" fmla="*/ 174 w 764"/>
                    <a:gd name="connsiteY5" fmla="*/ 1227 h 1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64" h="1481">
                      <a:moveTo>
                        <a:pt x="174" y="1227"/>
                      </a:moveTo>
                      <a:lnTo>
                        <a:pt x="0" y="1482"/>
                      </a:lnTo>
                      <a:lnTo>
                        <a:pt x="104" y="12"/>
                      </a:lnTo>
                      <a:lnTo>
                        <a:pt x="128" y="0"/>
                      </a:lnTo>
                      <a:lnTo>
                        <a:pt x="764" y="150"/>
                      </a:lnTo>
                      <a:lnTo>
                        <a:pt x="174" y="12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18" name="Freeform: Shape 917">
                  <a:extLst>
                    <a:ext uri="{FF2B5EF4-FFF2-40B4-BE49-F238E27FC236}">
                      <a16:creationId xmlns:a16="http://schemas.microsoft.com/office/drawing/2014/main" id="{03C32A6D-8DC6-F992-3341-99310D73651F}"/>
                    </a:ext>
                  </a:extLst>
                </p:cNvPr>
                <p:cNvSpPr/>
                <p:nvPr/>
              </p:nvSpPr>
              <p:spPr>
                <a:xfrm>
                  <a:off x="8002517" y="3018368"/>
                  <a:ext cx="983" cy="1551"/>
                </a:xfrm>
                <a:custGeom>
                  <a:avLst/>
                  <a:gdLst>
                    <a:gd name="connsiteX0" fmla="*/ 23 w 983"/>
                    <a:gd name="connsiteY0" fmla="*/ 81 h 1551"/>
                    <a:gd name="connsiteX1" fmla="*/ 69 w 983"/>
                    <a:gd name="connsiteY1" fmla="*/ 0 h 1551"/>
                    <a:gd name="connsiteX2" fmla="*/ 741 w 983"/>
                    <a:gd name="connsiteY2" fmla="*/ 1100 h 1551"/>
                    <a:gd name="connsiteX3" fmla="*/ 984 w 983"/>
                    <a:gd name="connsiteY3" fmla="*/ 1551 h 1551"/>
                    <a:gd name="connsiteX4" fmla="*/ 521 w 983"/>
                    <a:gd name="connsiteY4" fmla="*/ 1296 h 1551"/>
                    <a:gd name="connsiteX5" fmla="*/ 0 w 983"/>
                    <a:gd name="connsiteY5" fmla="*/ 915 h 1551"/>
                    <a:gd name="connsiteX6" fmla="*/ 23 w 983"/>
                    <a:gd name="connsiteY6" fmla="*/ 81 h 1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83" h="1551">
                      <a:moveTo>
                        <a:pt x="23" y="81"/>
                      </a:moveTo>
                      <a:lnTo>
                        <a:pt x="69" y="0"/>
                      </a:lnTo>
                      <a:lnTo>
                        <a:pt x="741" y="1100"/>
                      </a:lnTo>
                      <a:lnTo>
                        <a:pt x="984" y="1551"/>
                      </a:lnTo>
                      <a:lnTo>
                        <a:pt x="521" y="1296"/>
                      </a:lnTo>
                      <a:lnTo>
                        <a:pt x="0" y="915"/>
                      </a:lnTo>
                      <a:lnTo>
                        <a:pt x="23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19" name="Freeform: Shape 918">
                  <a:extLst>
                    <a:ext uri="{FF2B5EF4-FFF2-40B4-BE49-F238E27FC236}">
                      <a16:creationId xmlns:a16="http://schemas.microsoft.com/office/drawing/2014/main" id="{981F4C3A-62A4-6CBA-5C76-4DF23C78ED3F}"/>
                    </a:ext>
                  </a:extLst>
                </p:cNvPr>
                <p:cNvSpPr/>
                <p:nvPr/>
              </p:nvSpPr>
              <p:spPr>
                <a:xfrm>
                  <a:off x="9753299" y="1597152"/>
                  <a:ext cx="1284" cy="752"/>
                </a:xfrm>
                <a:custGeom>
                  <a:avLst/>
                  <a:gdLst>
                    <a:gd name="connsiteX0" fmla="*/ 35 w 1284"/>
                    <a:gd name="connsiteY0" fmla="*/ 683 h 752"/>
                    <a:gd name="connsiteX1" fmla="*/ 891 w 1284"/>
                    <a:gd name="connsiteY1" fmla="*/ 0 h 752"/>
                    <a:gd name="connsiteX2" fmla="*/ 1215 w 1284"/>
                    <a:gd name="connsiteY2" fmla="*/ 486 h 752"/>
                    <a:gd name="connsiteX3" fmla="*/ 1285 w 1284"/>
                    <a:gd name="connsiteY3" fmla="*/ 752 h 752"/>
                    <a:gd name="connsiteX4" fmla="*/ 0 w 1284"/>
                    <a:gd name="connsiteY4" fmla="*/ 741 h 752"/>
                    <a:gd name="connsiteX5" fmla="*/ 35 w 1284"/>
                    <a:gd name="connsiteY5" fmla="*/ 683 h 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84" h="752">
                      <a:moveTo>
                        <a:pt x="35" y="683"/>
                      </a:moveTo>
                      <a:lnTo>
                        <a:pt x="891" y="0"/>
                      </a:lnTo>
                      <a:lnTo>
                        <a:pt x="1215" y="486"/>
                      </a:lnTo>
                      <a:lnTo>
                        <a:pt x="1285" y="752"/>
                      </a:lnTo>
                      <a:lnTo>
                        <a:pt x="0" y="741"/>
                      </a:lnTo>
                      <a:lnTo>
                        <a:pt x="35" y="68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20" name="Freeform: Shape 919">
                  <a:extLst>
                    <a:ext uri="{FF2B5EF4-FFF2-40B4-BE49-F238E27FC236}">
                      <a16:creationId xmlns:a16="http://schemas.microsoft.com/office/drawing/2014/main" id="{708C82A8-4471-6F4F-1882-01959BC26655}"/>
                    </a:ext>
                  </a:extLst>
                </p:cNvPr>
                <p:cNvSpPr/>
                <p:nvPr/>
              </p:nvSpPr>
              <p:spPr>
                <a:xfrm>
                  <a:off x="8455666" y="2905828"/>
                  <a:ext cx="1192" cy="1169"/>
                </a:xfrm>
                <a:custGeom>
                  <a:avLst/>
                  <a:gdLst>
                    <a:gd name="connsiteX0" fmla="*/ 46 w 1192"/>
                    <a:gd name="connsiteY0" fmla="*/ 1042 h 1169"/>
                    <a:gd name="connsiteX1" fmla="*/ 625 w 1192"/>
                    <a:gd name="connsiteY1" fmla="*/ 0 h 1169"/>
                    <a:gd name="connsiteX2" fmla="*/ 1192 w 1192"/>
                    <a:gd name="connsiteY2" fmla="*/ 556 h 1169"/>
                    <a:gd name="connsiteX3" fmla="*/ 0 w 1192"/>
                    <a:gd name="connsiteY3" fmla="*/ 1169 h 1169"/>
                    <a:gd name="connsiteX4" fmla="*/ 46 w 1192"/>
                    <a:gd name="connsiteY4" fmla="*/ 1042 h 1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92" h="1169">
                      <a:moveTo>
                        <a:pt x="46" y="1042"/>
                      </a:moveTo>
                      <a:lnTo>
                        <a:pt x="625" y="0"/>
                      </a:lnTo>
                      <a:lnTo>
                        <a:pt x="1192" y="556"/>
                      </a:lnTo>
                      <a:lnTo>
                        <a:pt x="0" y="1169"/>
                      </a:lnTo>
                      <a:lnTo>
                        <a:pt x="46" y="104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21" name="Freeform: Shape 920">
                  <a:extLst>
                    <a:ext uri="{FF2B5EF4-FFF2-40B4-BE49-F238E27FC236}">
                      <a16:creationId xmlns:a16="http://schemas.microsoft.com/office/drawing/2014/main" id="{54B3750F-6180-BEA8-C6F0-9B096148A6C5}"/>
                    </a:ext>
                  </a:extLst>
                </p:cNvPr>
                <p:cNvSpPr/>
                <p:nvPr/>
              </p:nvSpPr>
              <p:spPr>
                <a:xfrm>
                  <a:off x="7852378" y="3801604"/>
                  <a:ext cx="1307" cy="1203"/>
                </a:xfrm>
                <a:custGeom>
                  <a:avLst/>
                  <a:gdLst>
                    <a:gd name="connsiteX0" fmla="*/ 0 w 1307"/>
                    <a:gd name="connsiteY0" fmla="*/ 556 h 1203"/>
                    <a:gd name="connsiteX1" fmla="*/ 463 w 1307"/>
                    <a:gd name="connsiteY1" fmla="*/ 0 h 1203"/>
                    <a:gd name="connsiteX2" fmla="*/ 1308 w 1307"/>
                    <a:gd name="connsiteY2" fmla="*/ 1204 h 1203"/>
                    <a:gd name="connsiteX3" fmla="*/ 0 w 1307"/>
                    <a:gd name="connsiteY3" fmla="*/ 556 h 1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07" h="1203">
                      <a:moveTo>
                        <a:pt x="0" y="556"/>
                      </a:moveTo>
                      <a:lnTo>
                        <a:pt x="463" y="0"/>
                      </a:lnTo>
                      <a:lnTo>
                        <a:pt x="1308" y="1204"/>
                      </a:lnTo>
                      <a:lnTo>
                        <a:pt x="0" y="55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22" name="Freeform: Shape 921">
                  <a:extLst>
                    <a:ext uri="{FF2B5EF4-FFF2-40B4-BE49-F238E27FC236}">
                      <a16:creationId xmlns:a16="http://schemas.microsoft.com/office/drawing/2014/main" id="{E3613657-FEB7-9C17-4B67-8C28A3F4188B}"/>
                    </a:ext>
                  </a:extLst>
                </p:cNvPr>
                <p:cNvSpPr/>
                <p:nvPr/>
              </p:nvSpPr>
              <p:spPr>
                <a:xfrm>
                  <a:off x="8279088" y="3996704"/>
                  <a:ext cx="370" cy="3507"/>
                </a:xfrm>
                <a:custGeom>
                  <a:avLst/>
                  <a:gdLst>
                    <a:gd name="connsiteX0" fmla="*/ 81 w 370"/>
                    <a:gd name="connsiteY0" fmla="*/ 0 h 3507"/>
                    <a:gd name="connsiteX1" fmla="*/ 289 w 370"/>
                    <a:gd name="connsiteY1" fmla="*/ 116 h 3507"/>
                    <a:gd name="connsiteX2" fmla="*/ 370 w 370"/>
                    <a:gd name="connsiteY2" fmla="*/ 3484 h 3507"/>
                    <a:gd name="connsiteX3" fmla="*/ 359 w 370"/>
                    <a:gd name="connsiteY3" fmla="*/ 3507 h 3507"/>
                    <a:gd name="connsiteX4" fmla="*/ 0 w 370"/>
                    <a:gd name="connsiteY4" fmla="*/ 116 h 3507"/>
                    <a:gd name="connsiteX5" fmla="*/ 81 w 370"/>
                    <a:gd name="connsiteY5" fmla="*/ 0 h 35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0" h="3507">
                      <a:moveTo>
                        <a:pt x="81" y="0"/>
                      </a:moveTo>
                      <a:lnTo>
                        <a:pt x="289" y="116"/>
                      </a:lnTo>
                      <a:lnTo>
                        <a:pt x="370" y="3484"/>
                      </a:lnTo>
                      <a:lnTo>
                        <a:pt x="359" y="3507"/>
                      </a:lnTo>
                      <a:lnTo>
                        <a:pt x="0" y="116"/>
                      </a:lnTo>
                      <a:lnTo>
                        <a:pt x="81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23" name="Freeform: Shape 922">
                  <a:extLst>
                    <a:ext uri="{FF2B5EF4-FFF2-40B4-BE49-F238E27FC236}">
                      <a16:creationId xmlns:a16="http://schemas.microsoft.com/office/drawing/2014/main" id="{E9220E1F-10F1-94E2-7FD2-A59B3F150971}"/>
                    </a:ext>
                  </a:extLst>
                </p:cNvPr>
                <p:cNvSpPr/>
                <p:nvPr/>
              </p:nvSpPr>
              <p:spPr>
                <a:xfrm>
                  <a:off x="7842573" y="3236875"/>
                  <a:ext cx="1157" cy="821"/>
                </a:xfrm>
                <a:custGeom>
                  <a:avLst/>
                  <a:gdLst>
                    <a:gd name="connsiteX0" fmla="*/ 0 w 1157"/>
                    <a:gd name="connsiteY0" fmla="*/ 116 h 821"/>
                    <a:gd name="connsiteX1" fmla="*/ 1157 w 1157"/>
                    <a:gd name="connsiteY1" fmla="*/ 0 h 821"/>
                    <a:gd name="connsiteX2" fmla="*/ 706 w 1157"/>
                    <a:gd name="connsiteY2" fmla="*/ 822 h 821"/>
                    <a:gd name="connsiteX3" fmla="*/ 231 w 1157"/>
                    <a:gd name="connsiteY3" fmla="*/ 532 h 821"/>
                    <a:gd name="connsiteX4" fmla="*/ 0 w 1157"/>
                    <a:gd name="connsiteY4" fmla="*/ 116 h 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57" h="821">
                      <a:moveTo>
                        <a:pt x="0" y="116"/>
                      </a:moveTo>
                      <a:lnTo>
                        <a:pt x="1157" y="0"/>
                      </a:lnTo>
                      <a:lnTo>
                        <a:pt x="706" y="822"/>
                      </a:lnTo>
                      <a:lnTo>
                        <a:pt x="231" y="532"/>
                      </a:lnTo>
                      <a:lnTo>
                        <a:pt x="0" y="11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24" name="Freeform: Shape 923">
                  <a:extLst>
                    <a:ext uri="{FF2B5EF4-FFF2-40B4-BE49-F238E27FC236}">
                      <a16:creationId xmlns:a16="http://schemas.microsoft.com/office/drawing/2014/main" id="{39D5D3C7-B4F2-7EF3-E910-87B39B455D4A}"/>
                    </a:ext>
                  </a:extLst>
                </p:cNvPr>
                <p:cNvSpPr/>
                <p:nvPr/>
              </p:nvSpPr>
              <p:spPr>
                <a:xfrm>
                  <a:off x="8284818" y="3728329"/>
                  <a:ext cx="902" cy="1539"/>
                </a:xfrm>
                <a:custGeom>
                  <a:avLst/>
                  <a:gdLst>
                    <a:gd name="connsiteX0" fmla="*/ 46 w 902"/>
                    <a:gd name="connsiteY0" fmla="*/ 1505 h 1539"/>
                    <a:gd name="connsiteX1" fmla="*/ 0 w 902"/>
                    <a:gd name="connsiteY1" fmla="*/ 1540 h 1539"/>
                    <a:gd name="connsiteX2" fmla="*/ 81 w 902"/>
                    <a:gd name="connsiteY2" fmla="*/ 1077 h 1539"/>
                    <a:gd name="connsiteX3" fmla="*/ 359 w 902"/>
                    <a:gd name="connsiteY3" fmla="*/ 0 h 1539"/>
                    <a:gd name="connsiteX4" fmla="*/ 810 w 902"/>
                    <a:gd name="connsiteY4" fmla="*/ 185 h 1539"/>
                    <a:gd name="connsiteX5" fmla="*/ 903 w 902"/>
                    <a:gd name="connsiteY5" fmla="*/ 301 h 1539"/>
                    <a:gd name="connsiteX6" fmla="*/ 46 w 902"/>
                    <a:gd name="connsiteY6" fmla="*/ 1505 h 1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02" h="1539">
                      <a:moveTo>
                        <a:pt x="46" y="1505"/>
                      </a:moveTo>
                      <a:lnTo>
                        <a:pt x="0" y="1540"/>
                      </a:lnTo>
                      <a:lnTo>
                        <a:pt x="81" y="1077"/>
                      </a:lnTo>
                      <a:lnTo>
                        <a:pt x="359" y="0"/>
                      </a:lnTo>
                      <a:lnTo>
                        <a:pt x="810" y="185"/>
                      </a:lnTo>
                      <a:lnTo>
                        <a:pt x="903" y="301"/>
                      </a:lnTo>
                      <a:lnTo>
                        <a:pt x="46" y="150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25" name="Freeform: Shape 924">
                  <a:extLst>
                    <a:ext uri="{FF2B5EF4-FFF2-40B4-BE49-F238E27FC236}">
                      <a16:creationId xmlns:a16="http://schemas.microsoft.com/office/drawing/2014/main" id="{89F8DC52-FDB9-FE96-7BFF-EAB4E236117A}"/>
                    </a:ext>
                  </a:extLst>
                </p:cNvPr>
                <p:cNvSpPr/>
                <p:nvPr/>
              </p:nvSpPr>
              <p:spPr>
                <a:xfrm>
                  <a:off x="8724609" y="2697612"/>
                  <a:ext cx="1365" cy="1169"/>
                </a:xfrm>
                <a:custGeom>
                  <a:avLst/>
                  <a:gdLst>
                    <a:gd name="connsiteX0" fmla="*/ 0 w 1365"/>
                    <a:gd name="connsiteY0" fmla="*/ 0 h 1169"/>
                    <a:gd name="connsiteX1" fmla="*/ 1285 w 1365"/>
                    <a:gd name="connsiteY1" fmla="*/ 347 h 1169"/>
                    <a:gd name="connsiteX2" fmla="*/ 1366 w 1365"/>
                    <a:gd name="connsiteY2" fmla="*/ 1169 h 1169"/>
                    <a:gd name="connsiteX3" fmla="*/ 0 w 1365"/>
                    <a:gd name="connsiteY3" fmla="*/ 0 h 1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" h="1169">
                      <a:moveTo>
                        <a:pt x="0" y="0"/>
                      </a:moveTo>
                      <a:lnTo>
                        <a:pt x="1285" y="347"/>
                      </a:lnTo>
                      <a:lnTo>
                        <a:pt x="1366" y="116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26" name="Freeform: Shape 925">
                  <a:extLst>
                    <a:ext uri="{FF2B5EF4-FFF2-40B4-BE49-F238E27FC236}">
                      <a16:creationId xmlns:a16="http://schemas.microsoft.com/office/drawing/2014/main" id="{161DD0CB-FA62-976E-7472-B9ED8C9D48DE}"/>
                    </a:ext>
                  </a:extLst>
                </p:cNvPr>
                <p:cNvSpPr/>
                <p:nvPr/>
              </p:nvSpPr>
              <p:spPr>
                <a:xfrm>
                  <a:off x="7956700" y="4042185"/>
                  <a:ext cx="1354" cy="775"/>
                </a:xfrm>
                <a:custGeom>
                  <a:avLst/>
                  <a:gdLst>
                    <a:gd name="connsiteX0" fmla="*/ 0 w 1354"/>
                    <a:gd name="connsiteY0" fmla="*/ 741 h 775"/>
                    <a:gd name="connsiteX1" fmla="*/ 1088 w 1354"/>
                    <a:gd name="connsiteY1" fmla="*/ 0 h 775"/>
                    <a:gd name="connsiteX2" fmla="*/ 1354 w 1354"/>
                    <a:gd name="connsiteY2" fmla="*/ 776 h 775"/>
                    <a:gd name="connsiteX3" fmla="*/ 0 w 1354"/>
                    <a:gd name="connsiteY3" fmla="*/ 741 h 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54" h="775">
                      <a:moveTo>
                        <a:pt x="0" y="741"/>
                      </a:moveTo>
                      <a:lnTo>
                        <a:pt x="1088" y="0"/>
                      </a:lnTo>
                      <a:lnTo>
                        <a:pt x="1354" y="776"/>
                      </a:lnTo>
                      <a:lnTo>
                        <a:pt x="0" y="74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27" name="Freeform: Shape 926">
                  <a:extLst>
                    <a:ext uri="{FF2B5EF4-FFF2-40B4-BE49-F238E27FC236}">
                      <a16:creationId xmlns:a16="http://schemas.microsoft.com/office/drawing/2014/main" id="{5E09036B-7A7F-C885-4151-4303AE428C74}"/>
                    </a:ext>
                  </a:extLst>
                </p:cNvPr>
                <p:cNvSpPr/>
                <p:nvPr/>
              </p:nvSpPr>
              <p:spPr>
                <a:xfrm>
                  <a:off x="9680313" y="1741109"/>
                  <a:ext cx="1146" cy="1423"/>
                </a:xfrm>
                <a:custGeom>
                  <a:avLst/>
                  <a:gdLst>
                    <a:gd name="connsiteX0" fmla="*/ 0 w 1146"/>
                    <a:gd name="connsiteY0" fmla="*/ 1424 h 1423"/>
                    <a:gd name="connsiteX1" fmla="*/ 649 w 1146"/>
                    <a:gd name="connsiteY1" fmla="*/ 0 h 1423"/>
                    <a:gd name="connsiteX2" fmla="*/ 1146 w 1146"/>
                    <a:gd name="connsiteY2" fmla="*/ 498 h 1423"/>
                    <a:gd name="connsiteX3" fmla="*/ 0 w 1146"/>
                    <a:gd name="connsiteY3" fmla="*/ 1424 h 1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" h="1423">
                      <a:moveTo>
                        <a:pt x="0" y="1424"/>
                      </a:moveTo>
                      <a:lnTo>
                        <a:pt x="649" y="0"/>
                      </a:lnTo>
                      <a:lnTo>
                        <a:pt x="1146" y="498"/>
                      </a:lnTo>
                      <a:lnTo>
                        <a:pt x="0" y="14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28" name="Freeform: Shape 927">
                  <a:extLst>
                    <a:ext uri="{FF2B5EF4-FFF2-40B4-BE49-F238E27FC236}">
                      <a16:creationId xmlns:a16="http://schemas.microsoft.com/office/drawing/2014/main" id="{A93702F1-FE4D-397B-24CF-6A3514E66B1E}"/>
                    </a:ext>
                  </a:extLst>
                </p:cNvPr>
                <p:cNvSpPr/>
                <p:nvPr/>
              </p:nvSpPr>
              <p:spPr>
                <a:xfrm>
                  <a:off x="7949152" y="3781045"/>
                  <a:ext cx="1053" cy="1284"/>
                </a:xfrm>
                <a:custGeom>
                  <a:avLst/>
                  <a:gdLst>
                    <a:gd name="connsiteX0" fmla="*/ 0 w 1053"/>
                    <a:gd name="connsiteY0" fmla="*/ 394 h 1284"/>
                    <a:gd name="connsiteX1" fmla="*/ 405 w 1053"/>
                    <a:gd name="connsiteY1" fmla="*/ 162 h 1284"/>
                    <a:gd name="connsiteX2" fmla="*/ 683 w 1053"/>
                    <a:gd name="connsiteY2" fmla="*/ 0 h 1284"/>
                    <a:gd name="connsiteX3" fmla="*/ 1053 w 1053"/>
                    <a:gd name="connsiteY3" fmla="*/ 1285 h 1284"/>
                    <a:gd name="connsiteX4" fmla="*/ 0 w 1053"/>
                    <a:gd name="connsiteY4" fmla="*/ 394 h 1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53" h="1284">
                      <a:moveTo>
                        <a:pt x="0" y="394"/>
                      </a:moveTo>
                      <a:lnTo>
                        <a:pt x="405" y="162"/>
                      </a:lnTo>
                      <a:lnTo>
                        <a:pt x="683" y="0"/>
                      </a:lnTo>
                      <a:lnTo>
                        <a:pt x="1053" y="1285"/>
                      </a:lnTo>
                      <a:lnTo>
                        <a:pt x="0" y="3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29" name="Freeform: Shape 928">
                  <a:extLst>
                    <a:ext uri="{FF2B5EF4-FFF2-40B4-BE49-F238E27FC236}">
                      <a16:creationId xmlns:a16="http://schemas.microsoft.com/office/drawing/2014/main" id="{7A5700BF-73C0-9623-22DC-17C82B2C311C}"/>
                    </a:ext>
                  </a:extLst>
                </p:cNvPr>
                <p:cNvSpPr/>
                <p:nvPr/>
              </p:nvSpPr>
              <p:spPr>
                <a:xfrm>
                  <a:off x="7862530" y="3133954"/>
                  <a:ext cx="891" cy="914"/>
                </a:xfrm>
                <a:custGeom>
                  <a:avLst/>
                  <a:gdLst>
                    <a:gd name="connsiteX0" fmla="*/ 486 w 891"/>
                    <a:gd name="connsiteY0" fmla="*/ 880 h 914"/>
                    <a:gd name="connsiteX1" fmla="*/ 0 w 891"/>
                    <a:gd name="connsiteY1" fmla="*/ 914 h 914"/>
                    <a:gd name="connsiteX2" fmla="*/ 58 w 891"/>
                    <a:gd name="connsiteY2" fmla="*/ 150 h 914"/>
                    <a:gd name="connsiteX3" fmla="*/ 312 w 891"/>
                    <a:gd name="connsiteY3" fmla="*/ 0 h 914"/>
                    <a:gd name="connsiteX4" fmla="*/ 845 w 891"/>
                    <a:gd name="connsiteY4" fmla="*/ 625 h 914"/>
                    <a:gd name="connsiteX5" fmla="*/ 891 w 891"/>
                    <a:gd name="connsiteY5" fmla="*/ 706 h 914"/>
                    <a:gd name="connsiteX6" fmla="*/ 486 w 891"/>
                    <a:gd name="connsiteY6" fmla="*/ 880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1" h="914">
                      <a:moveTo>
                        <a:pt x="486" y="880"/>
                      </a:moveTo>
                      <a:lnTo>
                        <a:pt x="0" y="914"/>
                      </a:lnTo>
                      <a:lnTo>
                        <a:pt x="58" y="150"/>
                      </a:lnTo>
                      <a:lnTo>
                        <a:pt x="312" y="0"/>
                      </a:lnTo>
                      <a:lnTo>
                        <a:pt x="845" y="625"/>
                      </a:lnTo>
                      <a:lnTo>
                        <a:pt x="891" y="706"/>
                      </a:lnTo>
                      <a:lnTo>
                        <a:pt x="486" y="8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30" name="Freeform: Shape 929">
                  <a:extLst>
                    <a:ext uri="{FF2B5EF4-FFF2-40B4-BE49-F238E27FC236}">
                      <a16:creationId xmlns:a16="http://schemas.microsoft.com/office/drawing/2014/main" id="{389FD24F-75E3-ABA7-6FD6-7EAA6834F9D6}"/>
                    </a:ext>
                  </a:extLst>
                </p:cNvPr>
                <p:cNvSpPr/>
                <p:nvPr/>
              </p:nvSpPr>
              <p:spPr>
                <a:xfrm>
                  <a:off x="9222522" y="2410473"/>
                  <a:ext cx="1377" cy="856"/>
                </a:xfrm>
                <a:custGeom>
                  <a:avLst/>
                  <a:gdLst>
                    <a:gd name="connsiteX0" fmla="*/ 0 w 1377"/>
                    <a:gd name="connsiteY0" fmla="*/ 741 h 856"/>
                    <a:gd name="connsiteX1" fmla="*/ 799 w 1377"/>
                    <a:gd name="connsiteY1" fmla="*/ 0 h 856"/>
                    <a:gd name="connsiteX2" fmla="*/ 1378 w 1377"/>
                    <a:gd name="connsiteY2" fmla="*/ 521 h 856"/>
                    <a:gd name="connsiteX3" fmla="*/ 46 w 1377"/>
                    <a:gd name="connsiteY3" fmla="*/ 856 h 856"/>
                    <a:gd name="connsiteX4" fmla="*/ 0 w 1377"/>
                    <a:gd name="connsiteY4" fmla="*/ 741 h 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7" h="856">
                      <a:moveTo>
                        <a:pt x="0" y="741"/>
                      </a:moveTo>
                      <a:lnTo>
                        <a:pt x="799" y="0"/>
                      </a:lnTo>
                      <a:lnTo>
                        <a:pt x="1378" y="521"/>
                      </a:lnTo>
                      <a:lnTo>
                        <a:pt x="46" y="856"/>
                      </a:lnTo>
                      <a:lnTo>
                        <a:pt x="0" y="74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31" name="Freeform: Shape 930">
                  <a:extLst>
                    <a:ext uri="{FF2B5EF4-FFF2-40B4-BE49-F238E27FC236}">
                      <a16:creationId xmlns:a16="http://schemas.microsoft.com/office/drawing/2014/main" id="{02D500B0-733E-F4B8-5726-91AD291D7901}"/>
                    </a:ext>
                  </a:extLst>
                </p:cNvPr>
                <p:cNvSpPr/>
                <p:nvPr/>
              </p:nvSpPr>
              <p:spPr>
                <a:xfrm>
                  <a:off x="9077928" y="2442364"/>
                  <a:ext cx="960" cy="1574"/>
                </a:xfrm>
                <a:custGeom>
                  <a:avLst/>
                  <a:gdLst>
                    <a:gd name="connsiteX0" fmla="*/ 0 w 960"/>
                    <a:gd name="connsiteY0" fmla="*/ 0 h 1574"/>
                    <a:gd name="connsiteX1" fmla="*/ 961 w 960"/>
                    <a:gd name="connsiteY1" fmla="*/ 1227 h 1574"/>
                    <a:gd name="connsiteX2" fmla="*/ 394 w 960"/>
                    <a:gd name="connsiteY2" fmla="*/ 1574 h 1574"/>
                    <a:gd name="connsiteX3" fmla="*/ 0 w 960"/>
                    <a:gd name="connsiteY3" fmla="*/ 0 h 1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" h="1574">
                      <a:moveTo>
                        <a:pt x="0" y="0"/>
                      </a:moveTo>
                      <a:lnTo>
                        <a:pt x="961" y="1227"/>
                      </a:lnTo>
                      <a:lnTo>
                        <a:pt x="394" y="157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32" name="Freeform: Shape 931">
                  <a:extLst>
                    <a:ext uri="{FF2B5EF4-FFF2-40B4-BE49-F238E27FC236}">
                      <a16:creationId xmlns:a16="http://schemas.microsoft.com/office/drawing/2014/main" id="{5D3533DE-BB74-5F39-5F2E-3C611CE3BFDB}"/>
                    </a:ext>
                  </a:extLst>
                </p:cNvPr>
                <p:cNvSpPr/>
                <p:nvPr/>
              </p:nvSpPr>
              <p:spPr>
                <a:xfrm>
                  <a:off x="9436757" y="4323143"/>
                  <a:ext cx="2176" cy="902"/>
                </a:xfrm>
                <a:custGeom>
                  <a:avLst/>
                  <a:gdLst>
                    <a:gd name="connsiteX0" fmla="*/ 0 w 2176"/>
                    <a:gd name="connsiteY0" fmla="*/ 0 h 902"/>
                    <a:gd name="connsiteX1" fmla="*/ 2176 w 2176"/>
                    <a:gd name="connsiteY1" fmla="*/ 810 h 902"/>
                    <a:gd name="connsiteX2" fmla="*/ 1169 w 2176"/>
                    <a:gd name="connsiteY2" fmla="*/ 903 h 902"/>
                    <a:gd name="connsiteX3" fmla="*/ 0 w 2176"/>
                    <a:gd name="connsiteY3" fmla="*/ 0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76" h="902">
                      <a:moveTo>
                        <a:pt x="0" y="0"/>
                      </a:moveTo>
                      <a:lnTo>
                        <a:pt x="2176" y="810"/>
                      </a:lnTo>
                      <a:lnTo>
                        <a:pt x="1169" y="90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33" name="Freeform: Shape 932">
                  <a:extLst>
                    <a:ext uri="{FF2B5EF4-FFF2-40B4-BE49-F238E27FC236}">
                      <a16:creationId xmlns:a16="http://schemas.microsoft.com/office/drawing/2014/main" id="{DF8AB7F9-BF34-D0E4-BF20-75147F9872DB}"/>
                    </a:ext>
                  </a:extLst>
                </p:cNvPr>
                <p:cNvSpPr/>
                <p:nvPr/>
              </p:nvSpPr>
              <p:spPr>
                <a:xfrm>
                  <a:off x="7956966" y="4040993"/>
                  <a:ext cx="1261" cy="845"/>
                </a:xfrm>
                <a:custGeom>
                  <a:avLst/>
                  <a:gdLst>
                    <a:gd name="connsiteX0" fmla="*/ 0 w 1261"/>
                    <a:gd name="connsiteY0" fmla="*/ 0 h 845"/>
                    <a:gd name="connsiteX1" fmla="*/ 1262 w 1261"/>
                    <a:gd name="connsiteY1" fmla="*/ 70 h 845"/>
                    <a:gd name="connsiteX2" fmla="*/ 787 w 1261"/>
                    <a:gd name="connsiteY2" fmla="*/ 845 h 845"/>
                    <a:gd name="connsiteX3" fmla="*/ 0 w 1261"/>
                    <a:gd name="connsiteY3" fmla="*/ 0 h 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1" h="845">
                      <a:moveTo>
                        <a:pt x="0" y="0"/>
                      </a:moveTo>
                      <a:lnTo>
                        <a:pt x="1262" y="70"/>
                      </a:lnTo>
                      <a:lnTo>
                        <a:pt x="787" y="84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34" name="Freeform: Shape 933">
                  <a:extLst>
                    <a:ext uri="{FF2B5EF4-FFF2-40B4-BE49-F238E27FC236}">
                      <a16:creationId xmlns:a16="http://schemas.microsoft.com/office/drawing/2014/main" id="{00820C8A-CEA7-B71E-F365-00C2EE2AE962}"/>
                    </a:ext>
                  </a:extLst>
                </p:cNvPr>
                <p:cNvSpPr/>
                <p:nvPr/>
              </p:nvSpPr>
              <p:spPr>
                <a:xfrm>
                  <a:off x="8057225" y="3964534"/>
                  <a:ext cx="1574" cy="949"/>
                </a:xfrm>
                <a:custGeom>
                  <a:avLst/>
                  <a:gdLst>
                    <a:gd name="connsiteX0" fmla="*/ 0 w 1574"/>
                    <a:gd name="connsiteY0" fmla="*/ 266 h 949"/>
                    <a:gd name="connsiteX1" fmla="*/ 46 w 1574"/>
                    <a:gd name="connsiteY1" fmla="*/ 243 h 949"/>
                    <a:gd name="connsiteX2" fmla="*/ 868 w 1574"/>
                    <a:gd name="connsiteY2" fmla="*/ 0 h 949"/>
                    <a:gd name="connsiteX3" fmla="*/ 1574 w 1574"/>
                    <a:gd name="connsiteY3" fmla="*/ 949 h 949"/>
                    <a:gd name="connsiteX4" fmla="*/ 0 w 1574"/>
                    <a:gd name="connsiteY4" fmla="*/ 266 h 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74" h="949">
                      <a:moveTo>
                        <a:pt x="0" y="266"/>
                      </a:moveTo>
                      <a:lnTo>
                        <a:pt x="46" y="243"/>
                      </a:lnTo>
                      <a:lnTo>
                        <a:pt x="868" y="0"/>
                      </a:lnTo>
                      <a:lnTo>
                        <a:pt x="1574" y="949"/>
                      </a:lnTo>
                      <a:lnTo>
                        <a:pt x="0" y="26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35" name="Freeform: Shape 934">
                  <a:extLst>
                    <a:ext uri="{FF2B5EF4-FFF2-40B4-BE49-F238E27FC236}">
                      <a16:creationId xmlns:a16="http://schemas.microsoft.com/office/drawing/2014/main" id="{0016266E-6643-31AD-19CE-BE20C814CF63}"/>
                    </a:ext>
                  </a:extLst>
                </p:cNvPr>
                <p:cNvSpPr/>
                <p:nvPr/>
              </p:nvSpPr>
              <p:spPr>
                <a:xfrm>
                  <a:off x="8304289" y="3913589"/>
                  <a:ext cx="810" cy="1539"/>
                </a:xfrm>
                <a:custGeom>
                  <a:avLst/>
                  <a:gdLst>
                    <a:gd name="connsiteX0" fmla="*/ 0 w 810"/>
                    <a:gd name="connsiteY0" fmla="*/ 752 h 1539"/>
                    <a:gd name="connsiteX1" fmla="*/ 498 w 810"/>
                    <a:gd name="connsiteY1" fmla="*/ 0 h 1539"/>
                    <a:gd name="connsiteX2" fmla="*/ 810 w 810"/>
                    <a:gd name="connsiteY2" fmla="*/ 1540 h 1539"/>
                    <a:gd name="connsiteX3" fmla="*/ 0 w 810"/>
                    <a:gd name="connsiteY3" fmla="*/ 752 h 1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0" h="1539">
                      <a:moveTo>
                        <a:pt x="0" y="752"/>
                      </a:moveTo>
                      <a:lnTo>
                        <a:pt x="498" y="0"/>
                      </a:lnTo>
                      <a:lnTo>
                        <a:pt x="810" y="1540"/>
                      </a:lnTo>
                      <a:lnTo>
                        <a:pt x="0" y="75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36" name="Freeform: Shape 935">
                  <a:extLst>
                    <a:ext uri="{FF2B5EF4-FFF2-40B4-BE49-F238E27FC236}">
                      <a16:creationId xmlns:a16="http://schemas.microsoft.com/office/drawing/2014/main" id="{7E28E341-D9D9-739E-4B80-3C2F8BD95267}"/>
                    </a:ext>
                  </a:extLst>
                </p:cNvPr>
                <p:cNvSpPr/>
                <p:nvPr/>
              </p:nvSpPr>
              <p:spPr>
                <a:xfrm>
                  <a:off x="8534324" y="2729180"/>
                  <a:ext cx="960" cy="821"/>
                </a:xfrm>
                <a:custGeom>
                  <a:avLst/>
                  <a:gdLst>
                    <a:gd name="connsiteX0" fmla="*/ 486 w 960"/>
                    <a:gd name="connsiteY0" fmla="*/ 150 h 821"/>
                    <a:gd name="connsiteX1" fmla="*/ 938 w 960"/>
                    <a:gd name="connsiteY1" fmla="*/ 0 h 821"/>
                    <a:gd name="connsiteX2" fmla="*/ 961 w 960"/>
                    <a:gd name="connsiteY2" fmla="*/ 787 h 821"/>
                    <a:gd name="connsiteX3" fmla="*/ 567 w 960"/>
                    <a:gd name="connsiteY3" fmla="*/ 822 h 821"/>
                    <a:gd name="connsiteX4" fmla="*/ 0 w 960"/>
                    <a:gd name="connsiteY4" fmla="*/ 660 h 821"/>
                    <a:gd name="connsiteX5" fmla="*/ 486 w 960"/>
                    <a:gd name="connsiteY5" fmla="*/ 150 h 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60" h="821">
                      <a:moveTo>
                        <a:pt x="486" y="150"/>
                      </a:moveTo>
                      <a:lnTo>
                        <a:pt x="938" y="0"/>
                      </a:lnTo>
                      <a:lnTo>
                        <a:pt x="961" y="787"/>
                      </a:lnTo>
                      <a:lnTo>
                        <a:pt x="567" y="822"/>
                      </a:lnTo>
                      <a:lnTo>
                        <a:pt x="0" y="660"/>
                      </a:lnTo>
                      <a:lnTo>
                        <a:pt x="486" y="15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37" name="Freeform: Shape 936">
                  <a:extLst>
                    <a:ext uri="{FF2B5EF4-FFF2-40B4-BE49-F238E27FC236}">
                      <a16:creationId xmlns:a16="http://schemas.microsoft.com/office/drawing/2014/main" id="{B794AC43-3BDF-BE25-9621-CA6E8575E226}"/>
                    </a:ext>
                  </a:extLst>
                </p:cNvPr>
                <p:cNvSpPr/>
                <p:nvPr/>
              </p:nvSpPr>
              <p:spPr>
                <a:xfrm>
                  <a:off x="7680962" y="3193280"/>
                  <a:ext cx="1678" cy="787"/>
                </a:xfrm>
                <a:custGeom>
                  <a:avLst/>
                  <a:gdLst>
                    <a:gd name="connsiteX0" fmla="*/ 1134 w 1678"/>
                    <a:gd name="connsiteY0" fmla="*/ 590 h 787"/>
                    <a:gd name="connsiteX1" fmla="*/ 0 w 1678"/>
                    <a:gd name="connsiteY1" fmla="*/ 787 h 787"/>
                    <a:gd name="connsiteX2" fmla="*/ 1088 w 1678"/>
                    <a:gd name="connsiteY2" fmla="*/ 0 h 787"/>
                    <a:gd name="connsiteX3" fmla="*/ 1134 w 1678"/>
                    <a:gd name="connsiteY3" fmla="*/ 46 h 787"/>
                    <a:gd name="connsiteX4" fmla="*/ 1678 w 1678"/>
                    <a:gd name="connsiteY4" fmla="*/ 498 h 787"/>
                    <a:gd name="connsiteX5" fmla="*/ 1134 w 1678"/>
                    <a:gd name="connsiteY5" fmla="*/ 590 h 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78" h="787">
                      <a:moveTo>
                        <a:pt x="1134" y="590"/>
                      </a:moveTo>
                      <a:lnTo>
                        <a:pt x="0" y="787"/>
                      </a:lnTo>
                      <a:lnTo>
                        <a:pt x="1088" y="0"/>
                      </a:lnTo>
                      <a:lnTo>
                        <a:pt x="1134" y="46"/>
                      </a:lnTo>
                      <a:lnTo>
                        <a:pt x="1678" y="498"/>
                      </a:lnTo>
                      <a:lnTo>
                        <a:pt x="1134" y="5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38" name="Freeform: Shape 937">
                  <a:extLst>
                    <a:ext uri="{FF2B5EF4-FFF2-40B4-BE49-F238E27FC236}">
                      <a16:creationId xmlns:a16="http://schemas.microsoft.com/office/drawing/2014/main" id="{CBA9FEA8-FAC5-4C1A-85A1-0421BC10B4AF}"/>
                    </a:ext>
                  </a:extLst>
                </p:cNvPr>
                <p:cNvSpPr/>
                <p:nvPr/>
              </p:nvSpPr>
              <p:spPr>
                <a:xfrm>
                  <a:off x="8516509" y="2717569"/>
                  <a:ext cx="926" cy="1435"/>
                </a:xfrm>
                <a:custGeom>
                  <a:avLst/>
                  <a:gdLst>
                    <a:gd name="connsiteX0" fmla="*/ 278 w 926"/>
                    <a:gd name="connsiteY0" fmla="*/ 1111 h 1435"/>
                    <a:gd name="connsiteX1" fmla="*/ 0 w 926"/>
                    <a:gd name="connsiteY1" fmla="*/ 1436 h 1435"/>
                    <a:gd name="connsiteX2" fmla="*/ 359 w 926"/>
                    <a:gd name="connsiteY2" fmla="*/ 0 h 1435"/>
                    <a:gd name="connsiteX3" fmla="*/ 845 w 926"/>
                    <a:gd name="connsiteY3" fmla="*/ 69 h 1435"/>
                    <a:gd name="connsiteX4" fmla="*/ 926 w 926"/>
                    <a:gd name="connsiteY4" fmla="*/ 220 h 1435"/>
                    <a:gd name="connsiteX5" fmla="*/ 278 w 926"/>
                    <a:gd name="connsiteY5" fmla="*/ 1111 h 1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26" h="1435">
                      <a:moveTo>
                        <a:pt x="278" y="1111"/>
                      </a:moveTo>
                      <a:lnTo>
                        <a:pt x="0" y="1436"/>
                      </a:lnTo>
                      <a:lnTo>
                        <a:pt x="359" y="0"/>
                      </a:lnTo>
                      <a:lnTo>
                        <a:pt x="845" y="69"/>
                      </a:lnTo>
                      <a:lnTo>
                        <a:pt x="926" y="220"/>
                      </a:lnTo>
                      <a:lnTo>
                        <a:pt x="278" y="111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39" name="Freeform: Shape 938">
                  <a:extLst>
                    <a:ext uri="{FF2B5EF4-FFF2-40B4-BE49-F238E27FC236}">
                      <a16:creationId xmlns:a16="http://schemas.microsoft.com/office/drawing/2014/main" id="{243D2332-F2EA-5161-CC3F-3867015BD0B3}"/>
                    </a:ext>
                  </a:extLst>
                </p:cNvPr>
                <p:cNvSpPr/>
                <p:nvPr/>
              </p:nvSpPr>
              <p:spPr>
                <a:xfrm>
                  <a:off x="7810635" y="3231897"/>
                  <a:ext cx="1331" cy="1215"/>
                </a:xfrm>
                <a:custGeom>
                  <a:avLst/>
                  <a:gdLst>
                    <a:gd name="connsiteX0" fmla="*/ 0 w 1331"/>
                    <a:gd name="connsiteY0" fmla="*/ 0 h 1215"/>
                    <a:gd name="connsiteX1" fmla="*/ 1331 w 1331"/>
                    <a:gd name="connsiteY1" fmla="*/ 1215 h 1215"/>
                    <a:gd name="connsiteX2" fmla="*/ 440 w 1331"/>
                    <a:gd name="connsiteY2" fmla="*/ 1146 h 1215"/>
                    <a:gd name="connsiteX3" fmla="*/ 0 w 1331"/>
                    <a:gd name="connsiteY3" fmla="*/ 0 h 1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31" h="1215">
                      <a:moveTo>
                        <a:pt x="0" y="0"/>
                      </a:moveTo>
                      <a:lnTo>
                        <a:pt x="1331" y="1215"/>
                      </a:lnTo>
                      <a:lnTo>
                        <a:pt x="440" y="114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0" name="Freeform: Shape 939">
                  <a:extLst>
                    <a:ext uri="{FF2B5EF4-FFF2-40B4-BE49-F238E27FC236}">
                      <a16:creationId xmlns:a16="http://schemas.microsoft.com/office/drawing/2014/main" id="{3FF8B09A-0B8E-EAD5-E2DC-0F9B7896F3D3}"/>
                    </a:ext>
                  </a:extLst>
                </p:cNvPr>
                <p:cNvSpPr/>
                <p:nvPr/>
              </p:nvSpPr>
              <p:spPr>
                <a:xfrm>
                  <a:off x="8292111" y="4065823"/>
                  <a:ext cx="1909" cy="2871"/>
                </a:xfrm>
                <a:custGeom>
                  <a:avLst/>
                  <a:gdLst>
                    <a:gd name="connsiteX0" fmla="*/ 1632 w 1909"/>
                    <a:gd name="connsiteY0" fmla="*/ 93 h 2871"/>
                    <a:gd name="connsiteX1" fmla="*/ 1864 w 1909"/>
                    <a:gd name="connsiteY1" fmla="*/ 0 h 2871"/>
                    <a:gd name="connsiteX2" fmla="*/ 1910 w 1909"/>
                    <a:gd name="connsiteY2" fmla="*/ 208 h 2871"/>
                    <a:gd name="connsiteX3" fmla="*/ 0 w 1909"/>
                    <a:gd name="connsiteY3" fmla="*/ 2871 h 2871"/>
                    <a:gd name="connsiteX4" fmla="*/ 1632 w 1909"/>
                    <a:gd name="connsiteY4" fmla="*/ 93 h 2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9" h="2871">
                      <a:moveTo>
                        <a:pt x="1632" y="93"/>
                      </a:moveTo>
                      <a:lnTo>
                        <a:pt x="1864" y="0"/>
                      </a:lnTo>
                      <a:lnTo>
                        <a:pt x="1910" y="208"/>
                      </a:lnTo>
                      <a:lnTo>
                        <a:pt x="0" y="2871"/>
                      </a:lnTo>
                      <a:lnTo>
                        <a:pt x="1632" y="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1" name="Freeform: Shape 940">
                  <a:extLst>
                    <a:ext uri="{FF2B5EF4-FFF2-40B4-BE49-F238E27FC236}">
                      <a16:creationId xmlns:a16="http://schemas.microsoft.com/office/drawing/2014/main" id="{C1E62D78-ED6F-A6CF-DAC3-2AED98A177F6}"/>
                    </a:ext>
                  </a:extLst>
                </p:cNvPr>
                <p:cNvSpPr/>
                <p:nvPr/>
              </p:nvSpPr>
              <p:spPr>
                <a:xfrm>
                  <a:off x="7845618" y="3132773"/>
                  <a:ext cx="1157" cy="1053"/>
                </a:xfrm>
                <a:custGeom>
                  <a:avLst/>
                  <a:gdLst>
                    <a:gd name="connsiteX0" fmla="*/ 0 w 1157"/>
                    <a:gd name="connsiteY0" fmla="*/ 0 h 1053"/>
                    <a:gd name="connsiteX1" fmla="*/ 312 w 1157"/>
                    <a:gd name="connsiteY1" fmla="*/ 174 h 1053"/>
                    <a:gd name="connsiteX2" fmla="*/ 1157 w 1157"/>
                    <a:gd name="connsiteY2" fmla="*/ 1053 h 1053"/>
                    <a:gd name="connsiteX3" fmla="*/ 208 w 1157"/>
                    <a:gd name="connsiteY3" fmla="*/ 926 h 1053"/>
                    <a:gd name="connsiteX4" fmla="*/ 0 w 1157"/>
                    <a:gd name="connsiteY4" fmla="*/ 0 h 10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57" h="1053">
                      <a:moveTo>
                        <a:pt x="0" y="0"/>
                      </a:moveTo>
                      <a:lnTo>
                        <a:pt x="312" y="174"/>
                      </a:lnTo>
                      <a:lnTo>
                        <a:pt x="1157" y="1053"/>
                      </a:lnTo>
                      <a:lnTo>
                        <a:pt x="208" y="92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2" name="Freeform: Shape 941">
                  <a:extLst>
                    <a:ext uri="{FF2B5EF4-FFF2-40B4-BE49-F238E27FC236}">
                      <a16:creationId xmlns:a16="http://schemas.microsoft.com/office/drawing/2014/main" id="{EDBFD236-5646-20E4-189A-F81B9C5E7877}"/>
                    </a:ext>
                  </a:extLst>
                </p:cNvPr>
                <p:cNvSpPr/>
                <p:nvPr/>
              </p:nvSpPr>
              <p:spPr>
                <a:xfrm>
                  <a:off x="9742869" y="1706150"/>
                  <a:ext cx="1273" cy="1169"/>
                </a:xfrm>
                <a:custGeom>
                  <a:avLst/>
                  <a:gdLst>
                    <a:gd name="connsiteX0" fmla="*/ 81 w 1273"/>
                    <a:gd name="connsiteY0" fmla="*/ 938 h 1169"/>
                    <a:gd name="connsiteX1" fmla="*/ 417 w 1273"/>
                    <a:gd name="connsiteY1" fmla="*/ 23 h 1169"/>
                    <a:gd name="connsiteX2" fmla="*/ 1273 w 1273"/>
                    <a:gd name="connsiteY2" fmla="*/ 0 h 1169"/>
                    <a:gd name="connsiteX3" fmla="*/ 0 w 1273"/>
                    <a:gd name="connsiteY3" fmla="*/ 1169 h 1169"/>
                    <a:gd name="connsiteX4" fmla="*/ 81 w 1273"/>
                    <a:gd name="connsiteY4" fmla="*/ 938 h 1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73" h="1169">
                      <a:moveTo>
                        <a:pt x="81" y="938"/>
                      </a:moveTo>
                      <a:lnTo>
                        <a:pt x="417" y="23"/>
                      </a:lnTo>
                      <a:lnTo>
                        <a:pt x="1273" y="0"/>
                      </a:lnTo>
                      <a:lnTo>
                        <a:pt x="0" y="1169"/>
                      </a:lnTo>
                      <a:lnTo>
                        <a:pt x="81" y="93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3" name="Freeform: Shape 942">
                  <a:extLst>
                    <a:ext uri="{FF2B5EF4-FFF2-40B4-BE49-F238E27FC236}">
                      <a16:creationId xmlns:a16="http://schemas.microsoft.com/office/drawing/2014/main" id="{1DA5CCC1-C7E1-7588-CD9C-CEC38B864A11}"/>
                    </a:ext>
                  </a:extLst>
                </p:cNvPr>
                <p:cNvSpPr/>
                <p:nvPr/>
              </p:nvSpPr>
              <p:spPr>
                <a:xfrm>
                  <a:off x="8306824" y="3998186"/>
                  <a:ext cx="1203" cy="925"/>
                </a:xfrm>
                <a:custGeom>
                  <a:avLst/>
                  <a:gdLst>
                    <a:gd name="connsiteX0" fmla="*/ 0 w 1203"/>
                    <a:gd name="connsiteY0" fmla="*/ 915 h 925"/>
                    <a:gd name="connsiteX1" fmla="*/ 660 w 1203"/>
                    <a:gd name="connsiteY1" fmla="*/ 0 h 925"/>
                    <a:gd name="connsiteX2" fmla="*/ 1204 w 1203"/>
                    <a:gd name="connsiteY2" fmla="*/ 660 h 925"/>
                    <a:gd name="connsiteX3" fmla="*/ 116 w 1203"/>
                    <a:gd name="connsiteY3" fmla="*/ 926 h 925"/>
                    <a:gd name="connsiteX4" fmla="*/ 0 w 1203"/>
                    <a:gd name="connsiteY4" fmla="*/ 915 h 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" h="925">
                      <a:moveTo>
                        <a:pt x="0" y="915"/>
                      </a:moveTo>
                      <a:lnTo>
                        <a:pt x="660" y="0"/>
                      </a:lnTo>
                      <a:lnTo>
                        <a:pt x="1204" y="660"/>
                      </a:lnTo>
                      <a:lnTo>
                        <a:pt x="116" y="926"/>
                      </a:lnTo>
                      <a:lnTo>
                        <a:pt x="0" y="91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4" name="Freeform: Shape 943">
                  <a:extLst>
                    <a:ext uri="{FF2B5EF4-FFF2-40B4-BE49-F238E27FC236}">
                      <a16:creationId xmlns:a16="http://schemas.microsoft.com/office/drawing/2014/main" id="{839166E0-FEB4-C699-9FDA-6FDA57A7F2CD}"/>
                    </a:ext>
                  </a:extLst>
                </p:cNvPr>
                <p:cNvSpPr/>
                <p:nvPr/>
              </p:nvSpPr>
              <p:spPr>
                <a:xfrm>
                  <a:off x="7828555" y="3069476"/>
                  <a:ext cx="845" cy="1192"/>
                </a:xfrm>
                <a:custGeom>
                  <a:avLst/>
                  <a:gdLst>
                    <a:gd name="connsiteX0" fmla="*/ 0 w 845"/>
                    <a:gd name="connsiteY0" fmla="*/ 1192 h 1192"/>
                    <a:gd name="connsiteX1" fmla="*/ 58 w 845"/>
                    <a:gd name="connsiteY1" fmla="*/ 0 h 1192"/>
                    <a:gd name="connsiteX2" fmla="*/ 845 w 845"/>
                    <a:gd name="connsiteY2" fmla="*/ 579 h 1192"/>
                    <a:gd name="connsiteX3" fmla="*/ 0 w 845"/>
                    <a:gd name="connsiteY3" fmla="*/ 1192 h 1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45" h="1192">
                      <a:moveTo>
                        <a:pt x="0" y="1192"/>
                      </a:moveTo>
                      <a:lnTo>
                        <a:pt x="58" y="0"/>
                      </a:lnTo>
                      <a:lnTo>
                        <a:pt x="845" y="579"/>
                      </a:lnTo>
                      <a:lnTo>
                        <a:pt x="0" y="119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5" name="Freeform: Shape 944">
                  <a:extLst>
                    <a:ext uri="{FF2B5EF4-FFF2-40B4-BE49-F238E27FC236}">
                      <a16:creationId xmlns:a16="http://schemas.microsoft.com/office/drawing/2014/main" id="{4FF354AA-6B7B-971C-A2A3-50B3D3D67A88}"/>
                    </a:ext>
                  </a:extLst>
                </p:cNvPr>
                <p:cNvSpPr/>
                <p:nvPr/>
              </p:nvSpPr>
              <p:spPr>
                <a:xfrm>
                  <a:off x="8567073" y="4429410"/>
                  <a:ext cx="590" cy="1539"/>
                </a:xfrm>
                <a:custGeom>
                  <a:avLst/>
                  <a:gdLst>
                    <a:gd name="connsiteX0" fmla="*/ 0 w 590"/>
                    <a:gd name="connsiteY0" fmla="*/ 429 h 1539"/>
                    <a:gd name="connsiteX1" fmla="*/ 451 w 590"/>
                    <a:gd name="connsiteY1" fmla="*/ 0 h 1539"/>
                    <a:gd name="connsiteX2" fmla="*/ 509 w 590"/>
                    <a:gd name="connsiteY2" fmla="*/ 47 h 1539"/>
                    <a:gd name="connsiteX3" fmla="*/ 590 w 590"/>
                    <a:gd name="connsiteY3" fmla="*/ 1540 h 1539"/>
                    <a:gd name="connsiteX4" fmla="*/ 382 w 590"/>
                    <a:gd name="connsiteY4" fmla="*/ 1389 h 1539"/>
                    <a:gd name="connsiteX5" fmla="*/ 0 w 590"/>
                    <a:gd name="connsiteY5" fmla="*/ 429 h 1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0" h="1539">
                      <a:moveTo>
                        <a:pt x="0" y="429"/>
                      </a:moveTo>
                      <a:lnTo>
                        <a:pt x="451" y="0"/>
                      </a:lnTo>
                      <a:lnTo>
                        <a:pt x="509" y="47"/>
                      </a:lnTo>
                      <a:lnTo>
                        <a:pt x="590" y="1540"/>
                      </a:lnTo>
                      <a:lnTo>
                        <a:pt x="382" y="1389"/>
                      </a:lnTo>
                      <a:lnTo>
                        <a:pt x="0" y="42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6" name="Freeform: Shape 945">
                  <a:extLst>
                    <a:ext uri="{FF2B5EF4-FFF2-40B4-BE49-F238E27FC236}">
                      <a16:creationId xmlns:a16="http://schemas.microsoft.com/office/drawing/2014/main" id="{9123C702-9123-8141-EC8D-3C9DC7378849}"/>
                    </a:ext>
                  </a:extLst>
                </p:cNvPr>
                <p:cNvSpPr/>
                <p:nvPr/>
              </p:nvSpPr>
              <p:spPr>
                <a:xfrm>
                  <a:off x="9265272" y="2436553"/>
                  <a:ext cx="1389" cy="1134"/>
                </a:xfrm>
                <a:custGeom>
                  <a:avLst/>
                  <a:gdLst>
                    <a:gd name="connsiteX0" fmla="*/ 0 w 1389"/>
                    <a:gd name="connsiteY0" fmla="*/ 579 h 1134"/>
                    <a:gd name="connsiteX1" fmla="*/ 1389 w 1389"/>
                    <a:gd name="connsiteY1" fmla="*/ 0 h 1134"/>
                    <a:gd name="connsiteX2" fmla="*/ 336 w 1389"/>
                    <a:gd name="connsiteY2" fmla="*/ 1135 h 1134"/>
                    <a:gd name="connsiteX3" fmla="*/ 0 w 1389"/>
                    <a:gd name="connsiteY3" fmla="*/ 579 h 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9" h="1134">
                      <a:moveTo>
                        <a:pt x="0" y="579"/>
                      </a:moveTo>
                      <a:lnTo>
                        <a:pt x="1389" y="0"/>
                      </a:lnTo>
                      <a:lnTo>
                        <a:pt x="336" y="1135"/>
                      </a:lnTo>
                      <a:lnTo>
                        <a:pt x="0" y="57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7" name="Freeform: Shape 946">
                  <a:extLst>
                    <a:ext uri="{FF2B5EF4-FFF2-40B4-BE49-F238E27FC236}">
                      <a16:creationId xmlns:a16="http://schemas.microsoft.com/office/drawing/2014/main" id="{060E208F-5049-E62F-7514-C601F6B746D1}"/>
                    </a:ext>
                  </a:extLst>
                </p:cNvPr>
                <p:cNvSpPr/>
                <p:nvPr/>
              </p:nvSpPr>
              <p:spPr>
                <a:xfrm>
                  <a:off x="7955137" y="4040923"/>
                  <a:ext cx="1192" cy="833"/>
                </a:xfrm>
                <a:custGeom>
                  <a:avLst/>
                  <a:gdLst>
                    <a:gd name="connsiteX0" fmla="*/ 0 w 1192"/>
                    <a:gd name="connsiteY0" fmla="*/ 197 h 833"/>
                    <a:gd name="connsiteX1" fmla="*/ 1134 w 1192"/>
                    <a:gd name="connsiteY1" fmla="*/ 0 h 833"/>
                    <a:gd name="connsiteX2" fmla="*/ 1192 w 1192"/>
                    <a:gd name="connsiteY2" fmla="*/ 834 h 833"/>
                    <a:gd name="connsiteX3" fmla="*/ 0 w 1192"/>
                    <a:gd name="connsiteY3" fmla="*/ 197 h 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92" h="833">
                      <a:moveTo>
                        <a:pt x="0" y="197"/>
                      </a:moveTo>
                      <a:lnTo>
                        <a:pt x="1134" y="0"/>
                      </a:lnTo>
                      <a:lnTo>
                        <a:pt x="1192" y="834"/>
                      </a:lnTo>
                      <a:lnTo>
                        <a:pt x="0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8" name="Freeform: Shape 947">
                  <a:extLst>
                    <a:ext uri="{FF2B5EF4-FFF2-40B4-BE49-F238E27FC236}">
                      <a16:creationId xmlns:a16="http://schemas.microsoft.com/office/drawing/2014/main" id="{2DD51874-CEA7-1CBD-E58A-F2432BF4E97B}"/>
                    </a:ext>
                  </a:extLst>
                </p:cNvPr>
                <p:cNvSpPr/>
                <p:nvPr/>
              </p:nvSpPr>
              <p:spPr>
                <a:xfrm>
                  <a:off x="7975730" y="3547629"/>
                  <a:ext cx="1111" cy="902"/>
                </a:xfrm>
                <a:custGeom>
                  <a:avLst/>
                  <a:gdLst>
                    <a:gd name="connsiteX0" fmla="*/ 0 w 1111"/>
                    <a:gd name="connsiteY0" fmla="*/ 81 h 902"/>
                    <a:gd name="connsiteX1" fmla="*/ 1111 w 1111"/>
                    <a:gd name="connsiteY1" fmla="*/ 0 h 902"/>
                    <a:gd name="connsiteX2" fmla="*/ 451 w 1111"/>
                    <a:gd name="connsiteY2" fmla="*/ 903 h 902"/>
                    <a:gd name="connsiteX3" fmla="*/ 0 w 1111"/>
                    <a:gd name="connsiteY3" fmla="*/ 81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1" h="902">
                      <a:moveTo>
                        <a:pt x="0" y="81"/>
                      </a:moveTo>
                      <a:lnTo>
                        <a:pt x="1111" y="0"/>
                      </a:lnTo>
                      <a:lnTo>
                        <a:pt x="451" y="903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9" name="Freeform: Shape 948">
                  <a:extLst>
                    <a:ext uri="{FF2B5EF4-FFF2-40B4-BE49-F238E27FC236}">
                      <a16:creationId xmlns:a16="http://schemas.microsoft.com/office/drawing/2014/main" id="{5B948C5F-92FD-169E-3AD4-C22FEADE3A1E}"/>
                    </a:ext>
                  </a:extLst>
                </p:cNvPr>
                <p:cNvSpPr/>
                <p:nvPr/>
              </p:nvSpPr>
              <p:spPr>
                <a:xfrm>
                  <a:off x="8497444" y="2783911"/>
                  <a:ext cx="891" cy="1400"/>
                </a:xfrm>
                <a:custGeom>
                  <a:avLst/>
                  <a:gdLst>
                    <a:gd name="connsiteX0" fmla="*/ 0 w 891"/>
                    <a:gd name="connsiteY0" fmla="*/ 0 h 1400"/>
                    <a:gd name="connsiteX1" fmla="*/ 417 w 891"/>
                    <a:gd name="connsiteY1" fmla="*/ 185 h 1400"/>
                    <a:gd name="connsiteX2" fmla="*/ 891 w 891"/>
                    <a:gd name="connsiteY2" fmla="*/ 590 h 1400"/>
                    <a:gd name="connsiteX3" fmla="*/ 776 w 891"/>
                    <a:gd name="connsiteY3" fmla="*/ 1401 h 1400"/>
                    <a:gd name="connsiteX4" fmla="*/ 81 w 891"/>
                    <a:gd name="connsiteY4" fmla="*/ 243 h 1400"/>
                    <a:gd name="connsiteX5" fmla="*/ 0 w 891"/>
                    <a:gd name="connsiteY5" fmla="*/ 0 h 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91" h="1400">
                      <a:moveTo>
                        <a:pt x="0" y="0"/>
                      </a:moveTo>
                      <a:lnTo>
                        <a:pt x="417" y="185"/>
                      </a:lnTo>
                      <a:lnTo>
                        <a:pt x="891" y="590"/>
                      </a:lnTo>
                      <a:lnTo>
                        <a:pt x="776" y="1401"/>
                      </a:lnTo>
                      <a:lnTo>
                        <a:pt x="81" y="24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50" name="Freeform: Shape 949">
                  <a:extLst>
                    <a:ext uri="{FF2B5EF4-FFF2-40B4-BE49-F238E27FC236}">
                      <a16:creationId xmlns:a16="http://schemas.microsoft.com/office/drawing/2014/main" id="{1092C0D3-5BD7-2753-26CE-00212F3853FC}"/>
                    </a:ext>
                  </a:extLst>
                </p:cNvPr>
                <p:cNvSpPr/>
                <p:nvPr/>
              </p:nvSpPr>
              <p:spPr>
                <a:xfrm>
                  <a:off x="8039224" y="3709055"/>
                  <a:ext cx="1099" cy="1088"/>
                </a:xfrm>
                <a:custGeom>
                  <a:avLst/>
                  <a:gdLst>
                    <a:gd name="connsiteX0" fmla="*/ 0 w 1099"/>
                    <a:gd name="connsiteY0" fmla="*/ 590 h 1088"/>
                    <a:gd name="connsiteX1" fmla="*/ 301 w 1099"/>
                    <a:gd name="connsiteY1" fmla="*/ 0 h 1088"/>
                    <a:gd name="connsiteX2" fmla="*/ 579 w 1099"/>
                    <a:gd name="connsiteY2" fmla="*/ 208 h 1088"/>
                    <a:gd name="connsiteX3" fmla="*/ 1100 w 1099"/>
                    <a:gd name="connsiteY3" fmla="*/ 1088 h 1088"/>
                    <a:gd name="connsiteX4" fmla="*/ 0 w 1099"/>
                    <a:gd name="connsiteY4" fmla="*/ 590 h 1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9" h="1088">
                      <a:moveTo>
                        <a:pt x="0" y="590"/>
                      </a:moveTo>
                      <a:lnTo>
                        <a:pt x="301" y="0"/>
                      </a:lnTo>
                      <a:lnTo>
                        <a:pt x="579" y="208"/>
                      </a:lnTo>
                      <a:lnTo>
                        <a:pt x="1100" y="1088"/>
                      </a:lnTo>
                      <a:lnTo>
                        <a:pt x="0" y="5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51" name="Freeform: Shape 950">
                  <a:extLst>
                    <a:ext uri="{FF2B5EF4-FFF2-40B4-BE49-F238E27FC236}">
                      <a16:creationId xmlns:a16="http://schemas.microsoft.com/office/drawing/2014/main" id="{A4750873-646A-DDF0-1FFA-0A7CBD7E452B}"/>
                    </a:ext>
                  </a:extLst>
                </p:cNvPr>
                <p:cNvSpPr/>
                <p:nvPr/>
              </p:nvSpPr>
              <p:spPr>
                <a:xfrm>
                  <a:off x="8312507" y="3915337"/>
                  <a:ext cx="1354" cy="1215"/>
                </a:xfrm>
                <a:custGeom>
                  <a:avLst/>
                  <a:gdLst>
                    <a:gd name="connsiteX0" fmla="*/ 0 w 1354"/>
                    <a:gd name="connsiteY0" fmla="*/ 1216 h 1215"/>
                    <a:gd name="connsiteX1" fmla="*/ 1088 w 1354"/>
                    <a:gd name="connsiteY1" fmla="*/ 0 h 1215"/>
                    <a:gd name="connsiteX2" fmla="*/ 1354 w 1354"/>
                    <a:gd name="connsiteY2" fmla="*/ 556 h 1215"/>
                    <a:gd name="connsiteX3" fmla="*/ 0 w 1354"/>
                    <a:gd name="connsiteY3" fmla="*/ 1216 h 1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54" h="1215">
                      <a:moveTo>
                        <a:pt x="0" y="1216"/>
                      </a:moveTo>
                      <a:lnTo>
                        <a:pt x="1088" y="0"/>
                      </a:lnTo>
                      <a:lnTo>
                        <a:pt x="1354" y="556"/>
                      </a:lnTo>
                      <a:lnTo>
                        <a:pt x="0" y="121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52" name="Freeform: Shape 951">
                  <a:extLst>
                    <a:ext uri="{FF2B5EF4-FFF2-40B4-BE49-F238E27FC236}">
                      <a16:creationId xmlns:a16="http://schemas.microsoft.com/office/drawing/2014/main" id="{4FCC9ED4-3630-4020-9969-8BCEC0E1C71C}"/>
                    </a:ext>
                  </a:extLst>
                </p:cNvPr>
                <p:cNvSpPr/>
                <p:nvPr/>
              </p:nvSpPr>
              <p:spPr>
                <a:xfrm>
                  <a:off x="8140513" y="4324127"/>
                  <a:ext cx="1377" cy="1400"/>
                </a:xfrm>
                <a:custGeom>
                  <a:avLst/>
                  <a:gdLst>
                    <a:gd name="connsiteX0" fmla="*/ 162 w 1377"/>
                    <a:gd name="connsiteY0" fmla="*/ 1227 h 1400"/>
                    <a:gd name="connsiteX1" fmla="*/ 0 w 1377"/>
                    <a:gd name="connsiteY1" fmla="*/ 1401 h 1400"/>
                    <a:gd name="connsiteX2" fmla="*/ 220 w 1377"/>
                    <a:gd name="connsiteY2" fmla="*/ 498 h 1400"/>
                    <a:gd name="connsiteX3" fmla="*/ 1378 w 1377"/>
                    <a:gd name="connsiteY3" fmla="*/ 0 h 1400"/>
                    <a:gd name="connsiteX4" fmla="*/ 162 w 1377"/>
                    <a:gd name="connsiteY4" fmla="*/ 1227 h 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7" h="1400">
                      <a:moveTo>
                        <a:pt x="162" y="1227"/>
                      </a:moveTo>
                      <a:lnTo>
                        <a:pt x="0" y="1401"/>
                      </a:lnTo>
                      <a:lnTo>
                        <a:pt x="220" y="498"/>
                      </a:lnTo>
                      <a:lnTo>
                        <a:pt x="1378" y="0"/>
                      </a:lnTo>
                      <a:lnTo>
                        <a:pt x="162" y="12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53" name="Freeform: Shape 952">
                  <a:extLst>
                    <a:ext uri="{FF2B5EF4-FFF2-40B4-BE49-F238E27FC236}">
                      <a16:creationId xmlns:a16="http://schemas.microsoft.com/office/drawing/2014/main" id="{9EAD7A7B-481E-9173-0B38-7271CCBB6B6A}"/>
                    </a:ext>
                  </a:extLst>
                </p:cNvPr>
                <p:cNvSpPr/>
                <p:nvPr/>
              </p:nvSpPr>
              <p:spPr>
                <a:xfrm>
                  <a:off x="8323053" y="3038418"/>
                  <a:ext cx="787" cy="1180"/>
                </a:xfrm>
                <a:custGeom>
                  <a:avLst/>
                  <a:gdLst>
                    <a:gd name="connsiteX0" fmla="*/ 0 w 787"/>
                    <a:gd name="connsiteY0" fmla="*/ 1181 h 1180"/>
                    <a:gd name="connsiteX1" fmla="*/ 220 w 787"/>
                    <a:gd name="connsiteY1" fmla="*/ 0 h 1180"/>
                    <a:gd name="connsiteX2" fmla="*/ 787 w 787"/>
                    <a:gd name="connsiteY2" fmla="*/ 1157 h 1180"/>
                    <a:gd name="connsiteX3" fmla="*/ 0 w 787"/>
                    <a:gd name="connsiteY3" fmla="*/ 1181 h 1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7" h="1180">
                      <a:moveTo>
                        <a:pt x="0" y="1181"/>
                      </a:moveTo>
                      <a:lnTo>
                        <a:pt x="220" y="0"/>
                      </a:lnTo>
                      <a:lnTo>
                        <a:pt x="787" y="1157"/>
                      </a:lnTo>
                      <a:lnTo>
                        <a:pt x="0" y="11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54" name="Freeform: Shape 953">
                  <a:extLst>
                    <a:ext uri="{FF2B5EF4-FFF2-40B4-BE49-F238E27FC236}">
                      <a16:creationId xmlns:a16="http://schemas.microsoft.com/office/drawing/2014/main" id="{9A5B3180-0E62-64DA-B1BC-4022CC55F055}"/>
                    </a:ext>
                  </a:extLst>
                </p:cNvPr>
                <p:cNvSpPr/>
                <p:nvPr/>
              </p:nvSpPr>
              <p:spPr>
                <a:xfrm>
                  <a:off x="8149612" y="3424821"/>
                  <a:ext cx="1076" cy="949"/>
                </a:xfrm>
                <a:custGeom>
                  <a:avLst/>
                  <a:gdLst>
                    <a:gd name="connsiteX0" fmla="*/ 0 w 1076"/>
                    <a:gd name="connsiteY0" fmla="*/ 382 h 949"/>
                    <a:gd name="connsiteX1" fmla="*/ 926 w 1076"/>
                    <a:gd name="connsiteY1" fmla="*/ 0 h 949"/>
                    <a:gd name="connsiteX2" fmla="*/ 1076 w 1076"/>
                    <a:gd name="connsiteY2" fmla="*/ 949 h 949"/>
                    <a:gd name="connsiteX3" fmla="*/ 0 w 1076"/>
                    <a:gd name="connsiteY3" fmla="*/ 382 h 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76" h="949">
                      <a:moveTo>
                        <a:pt x="0" y="382"/>
                      </a:moveTo>
                      <a:lnTo>
                        <a:pt x="926" y="0"/>
                      </a:lnTo>
                      <a:lnTo>
                        <a:pt x="1076" y="949"/>
                      </a:lnTo>
                      <a:lnTo>
                        <a:pt x="0" y="3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55" name="Freeform: Shape 954">
                  <a:extLst>
                    <a:ext uri="{FF2B5EF4-FFF2-40B4-BE49-F238E27FC236}">
                      <a16:creationId xmlns:a16="http://schemas.microsoft.com/office/drawing/2014/main" id="{D3754514-BF13-8871-E8C1-17F6E2018BB9}"/>
                    </a:ext>
                  </a:extLst>
                </p:cNvPr>
                <p:cNvSpPr/>
                <p:nvPr/>
              </p:nvSpPr>
              <p:spPr>
                <a:xfrm>
                  <a:off x="9117945" y="2605075"/>
                  <a:ext cx="613" cy="1667"/>
                </a:xfrm>
                <a:custGeom>
                  <a:avLst/>
                  <a:gdLst>
                    <a:gd name="connsiteX0" fmla="*/ 0 w 613"/>
                    <a:gd name="connsiteY0" fmla="*/ 0 h 1667"/>
                    <a:gd name="connsiteX1" fmla="*/ 614 w 613"/>
                    <a:gd name="connsiteY1" fmla="*/ 961 h 1667"/>
                    <a:gd name="connsiteX2" fmla="*/ 81 w 613"/>
                    <a:gd name="connsiteY2" fmla="*/ 1667 h 1667"/>
                    <a:gd name="connsiteX3" fmla="*/ 0 w 613"/>
                    <a:gd name="connsiteY3" fmla="*/ 0 h 1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13" h="1667">
                      <a:moveTo>
                        <a:pt x="0" y="0"/>
                      </a:moveTo>
                      <a:lnTo>
                        <a:pt x="614" y="961"/>
                      </a:lnTo>
                      <a:lnTo>
                        <a:pt x="81" y="166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56" name="Freeform: Shape 955">
                  <a:extLst>
                    <a:ext uri="{FF2B5EF4-FFF2-40B4-BE49-F238E27FC236}">
                      <a16:creationId xmlns:a16="http://schemas.microsoft.com/office/drawing/2014/main" id="{A3921394-6579-B01D-A917-CDCDC3433DDF}"/>
                    </a:ext>
                  </a:extLst>
                </p:cNvPr>
                <p:cNvSpPr/>
                <p:nvPr/>
              </p:nvSpPr>
              <p:spPr>
                <a:xfrm>
                  <a:off x="7774866" y="3466158"/>
                  <a:ext cx="1111" cy="1215"/>
                </a:xfrm>
                <a:custGeom>
                  <a:avLst/>
                  <a:gdLst>
                    <a:gd name="connsiteX0" fmla="*/ 0 w 1111"/>
                    <a:gd name="connsiteY0" fmla="*/ 822 h 1215"/>
                    <a:gd name="connsiteX1" fmla="*/ 0 w 1111"/>
                    <a:gd name="connsiteY1" fmla="*/ 0 h 1215"/>
                    <a:gd name="connsiteX2" fmla="*/ 1111 w 1111"/>
                    <a:gd name="connsiteY2" fmla="*/ 1215 h 1215"/>
                    <a:gd name="connsiteX3" fmla="*/ 0 w 1111"/>
                    <a:gd name="connsiteY3" fmla="*/ 822 h 1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1" h="1215">
                      <a:moveTo>
                        <a:pt x="0" y="822"/>
                      </a:moveTo>
                      <a:lnTo>
                        <a:pt x="0" y="0"/>
                      </a:lnTo>
                      <a:lnTo>
                        <a:pt x="1111" y="1215"/>
                      </a:lnTo>
                      <a:lnTo>
                        <a:pt x="0" y="8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57" name="Freeform: Shape 956">
                  <a:extLst>
                    <a:ext uri="{FF2B5EF4-FFF2-40B4-BE49-F238E27FC236}">
                      <a16:creationId xmlns:a16="http://schemas.microsoft.com/office/drawing/2014/main" id="{362F2021-199E-C044-AE99-83B5C31F82F2}"/>
                    </a:ext>
                  </a:extLst>
                </p:cNvPr>
                <p:cNvSpPr/>
                <p:nvPr/>
              </p:nvSpPr>
              <p:spPr>
                <a:xfrm>
                  <a:off x="7766670" y="3126325"/>
                  <a:ext cx="1528" cy="648"/>
                </a:xfrm>
                <a:custGeom>
                  <a:avLst/>
                  <a:gdLst>
                    <a:gd name="connsiteX0" fmla="*/ 0 w 1528"/>
                    <a:gd name="connsiteY0" fmla="*/ 405 h 648"/>
                    <a:gd name="connsiteX1" fmla="*/ 1262 w 1528"/>
                    <a:gd name="connsiteY1" fmla="*/ 0 h 648"/>
                    <a:gd name="connsiteX2" fmla="*/ 1528 w 1528"/>
                    <a:gd name="connsiteY2" fmla="*/ 648 h 648"/>
                    <a:gd name="connsiteX3" fmla="*/ 0 w 1528"/>
                    <a:gd name="connsiteY3" fmla="*/ 405 h 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8" h="648">
                      <a:moveTo>
                        <a:pt x="0" y="405"/>
                      </a:moveTo>
                      <a:lnTo>
                        <a:pt x="1262" y="0"/>
                      </a:lnTo>
                      <a:lnTo>
                        <a:pt x="1528" y="648"/>
                      </a:lnTo>
                      <a:lnTo>
                        <a:pt x="0" y="40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58" name="Freeform: Shape 957">
                  <a:extLst>
                    <a:ext uri="{FF2B5EF4-FFF2-40B4-BE49-F238E27FC236}">
                      <a16:creationId xmlns:a16="http://schemas.microsoft.com/office/drawing/2014/main" id="{876E0A29-5BDE-BC1B-6BE3-D9A8999D94DC}"/>
                    </a:ext>
                  </a:extLst>
                </p:cNvPr>
                <p:cNvSpPr/>
                <p:nvPr/>
              </p:nvSpPr>
              <p:spPr>
                <a:xfrm>
                  <a:off x="7979539" y="3046417"/>
                  <a:ext cx="775" cy="1365"/>
                </a:xfrm>
                <a:custGeom>
                  <a:avLst/>
                  <a:gdLst>
                    <a:gd name="connsiteX0" fmla="*/ 0 w 775"/>
                    <a:gd name="connsiteY0" fmla="*/ 0 h 1365"/>
                    <a:gd name="connsiteX1" fmla="*/ 776 w 775"/>
                    <a:gd name="connsiteY1" fmla="*/ 301 h 1365"/>
                    <a:gd name="connsiteX2" fmla="*/ 463 w 775"/>
                    <a:gd name="connsiteY2" fmla="*/ 1366 h 1365"/>
                    <a:gd name="connsiteX3" fmla="*/ 0 w 775"/>
                    <a:gd name="connsiteY3" fmla="*/ 0 h 1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5" h="1365">
                      <a:moveTo>
                        <a:pt x="0" y="0"/>
                      </a:moveTo>
                      <a:lnTo>
                        <a:pt x="776" y="301"/>
                      </a:lnTo>
                      <a:lnTo>
                        <a:pt x="463" y="136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59" name="Freeform: Shape 958">
                  <a:extLst>
                    <a:ext uri="{FF2B5EF4-FFF2-40B4-BE49-F238E27FC236}">
                      <a16:creationId xmlns:a16="http://schemas.microsoft.com/office/drawing/2014/main" id="{28CBF329-3684-8112-1B04-8E91C3E6ECC0}"/>
                    </a:ext>
                  </a:extLst>
                </p:cNvPr>
                <p:cNvSpPr/>
                <p:nvPr/>
              </p:nvSpPr>
              <p:spPr>
                <a:xfrm>
                  <a:off x="8271621" y="3611516"/>
                  <a:ext cx="1088" cy="1030"/>
                </a:xfrm>
                <a:custGeom>
                  <a:avLst/>
                  <a:gdLst>
                    <a:gd name="connsiteX0" fmla="*/ 0 w 1088"/>
                    <a:gd name="connsiteY0" fmla="*/ 1030 h 1030"/>
                    <a:gd name="connsiteX1" fmla="*/ 590 w 1088"/>
                    <a:gd name="connsiteY1" fmla="*/ 0 h 1030"/>
                    <a:gd name="connsiteX2" fmla="*/ 1088 w 1088"/>
                    <a:gd name="connsiteY2" fmla="*/ 672 h 1030"/>
                    <a:gd name="connsiteX3" fmla="*/ 0 w 1088"/>
                    <a:gd name="connsiteY3" fmla="*/ 1030 h 1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88" h="1030">
                      <a:moveTo>
                        <a:pt x="0" y="1030"/>
                      </a:moveTo>
                      <a:lnTo>
                        <a:pt x="590" y="0"/>
                      </a:lnTo>
                      <a:lnTo>
                        <a:pt x="1088" y="672"/>
                      </a:lnTo>
                      <a:lnTo>
                        <a:pt x="0" y="103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60" name="Freeform: Shape 959">
                  <a:extLst>
                    <a:ext uri="{FF2B5EF4-FFF2-40B4-BE49-F238E27FC236}">
                      <a16:creationId xmlns:a16="http://schemas.microsoft.com/office/drawing/2014/main" id="{D7278ED7-E548-D2E3-5212-5A6F74215430}"/>
                    </a:ext>
                  </a:extLst>
                </p:cNvPr>
                <p:cNvSpPr/>
                <p:nvPr/>
              </p:nvSpPr>
              <p:spPr>
                <a:xfrm>
                  <a:off x="8019406" y="3854992"/>
                  <a:ext cx="868" cy="2836"/>
                </a:xfrm>
                <a:custGeom>
                  <a:avLst/>
                  <a:gdLst>
                    <a:gd name="connsiteX0" fmla="*/ 0 w 868"/>
                    <a:gd name="connsiteY0" fmla="*/ 2686 h 2836"/>
                    <a:gd name="connsiteX1" fmla="*/ 486 w 868"/>
                    <a:gd name="connsiteY1" fmla="*/ 521 h 2836"/>
                    <a:gd name="connsiteX2" fmla="*/ 868 w 868"/>
                    <a:gd name="connsiteY2" fmla="*/ 0 h 2836"/>
                    <a:gd name="connsiteX3" fmla="*/ 69 w 868"/>
                    <a:gd name="connsiteY3" fmla="*/ 2836 h 2836"/>
                    <a:gd name="connsiteX4" fmla="*/ 0 w 868"/>
                    <a:gd name="connsiteY4" fmla="*/ 2686 h 28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8" h="2836">
                      <a:moveTo>
                        <a:pt x="0" y="2686"/>
                      </a:moveTo>
                      <a:lnTo>
                        <a:pt x="486" y="521"/>
                      </a:lnTo>
                      <a:lnTo>
                        <a:pt x="868" y="0"/>
                      </a:lnTo>
                      <a:lnTo>
                        <a:pt x="69" y="2836"/>
                      </a:lnTo>
                      <a:lnTo>
                        <a:pt x="0" y="268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61" name="Freeform: Shape 960">
                  <a:extLst>
                    <a:ext uri="{FF2B5EF4-FFF2-40B4-BE49-F238E27FC236}">
                      <a16:creationId xmlns:a16="http://schemas.microsoft.com/office/drawing/2014/main" id="{3952338E-A997-622A-8398-B811163C72B8}"/>
                    </a:ext>
                  </a:extLst>
                </p:cNvPr>
                <p:cNvSpPr/>
                <p:nvPr/>
              </p:nvSpPr>
              <p:spPr>
                <a:xfrm>
                  <a:off x="8224033" y="3619828"/>
                  <a:ext cx="1122" cy="856"/>
                </a:xfrm>
                <a:custGeom>
                  <a:avLst/>
                  <a:gdLst>
                    <a:gd name="connsiteX0" fmla="*/ 0 w 1122"/>
                    <a:gd name="connsiteY0" fmla="*/ 764 h 856"/>
                    <a:gd name="connsiteX1" fmla="*/ 590 w 1122"/>
                    <a:gd name="connsiteY1" fmla="*/ 0 h 856"/>
                    <a:gd name="connsiteX2" fmla="*/ 1123 w 1122"/>
                    <a:gd name="connsiteY2" fmla="*/ 857 h 856"/>
                    <a:gd name="connsiteX3" fmla="*/ 0 w 1122"/>
                    <a:gd name="connsiteY3" fmla="*/ 764 h 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2" h="856">
                      <a:moveTo>
                        <a:pt x="0" y="764"/>
                      </a:moveTo>
                      <a:lnTo>
                        <a:pt x="590" y="0"/>
                      </a:lnTo>
                      <a:lnTo>
                        <a:pt x="1123" y="857"/>
                      </a:lnTo>
                      <a:lnTo>
                        <a:pt x="0" y="76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62" name="Freeform: Shape 961">
                  <a:extLst>
                    <a:ext uri="{FF2B5EF4-FFF2-40B4-BE49-F238E27FC236}">
                      <a16:creationId xmlns:a16="http://schemas.microsoft.com/office/drawing/2014/main" id="{C2FC95A5-9DEC-F90B-D91D-4CF81D7A1528}"/>
                    </a:ext>
                  </a:extLst>
                </p:cNvPr>
                <p:cNvSpPr/>
                <p:nvPr/>
              </p:nvSpPr>
              <p:spPr>
                <a:xfrm>
                  <a:off x="7803736" y="3298018"/>
                  <a:ext cx="1713" cy="729"/>
                </a:xfrm>
                <a:custGeom>
                  <a:avLst/>
                  <a:gdLst>
                    <a:gd name="connsiteX0" fmla="*/ 0 w 1713"/>
                    <a:gd name="connsiteY0" fmla="*/ 417 h 729"/>
                    <a:gd name="connsiteX1" fmla="*/ 498 w 1713"/>
                    <a:gd name="connsiteY1" fmla="*/ 0 h 729"/>
                    <a:gd name="connsiteX2" fmla="*/ 1713 w 1713"/>
                    <a:gd name="connsiteY2" fmla="*/ 729 h 729"/>
                    <a:gd name="connsiteX3" fmla="*/ 1401 w 1713"/>
                    <a:gd name="connsiteY3" fmla="*/ 683 h 729"/>
                    <a:gd name="connsiteX4" fmla="*/ 0 w 1713"/>
                    <a:gd name="connsiteY4" fmla="*/ 417 h 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" h="729">
                      <a:moveTo>
                        <a:pt x="0" y="417"/>
                      </a:moveTo>
                      <a:lnTo>
                        <a:pt x="498" y="0"/>
                      </a:lnTo>
                      <a:lnTo>
                        <a:pt x="1713" y="729"/>
                      </a:lnTo>
                      <a:lnTo>
                        <a:pt x="1401" y="683"/>
                      </a:lnTo>
                      <a:lnTo>
                        <a:pt x="0" y="4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63" name="Freeform: Shape 962">
                  <a:extLst>
                    <a:ext uri="{FF2B5EF4-FFF2-40B4-BE49-F238E27FC236}">
                      <a16:creationId xmlns:a16="http://schemas.microsoft.com/office/drawing/2014/main" id="{7FAF6707-81C9-A559-674C-7C5AD23302BF}"/>
                    </a:ext>
                  </a:extLst>
                </p:cNvPr>
                <p:cNvSpPr/>
                <p:nvPr/>
              </p:nvSpPr>
              <p:spPr>
                <a:xfrm>
                  <a:off x="8519982" y="2648820"/>
                  <a:ext cx="636" cy="1493"/>
                </a:xfrm>
                <a:custGeom>
                  <a:avLst/>
                  <a:gdLst>
                    <a:gd name="connsiteX0" fmla="*/ 0 w 636"/>
                    <a:gd name="connsiteY0" fmla="*/ 533 h 1493"/>
                    <a:gd name="connsiteX1" fmla="*/ 567 w 636"/>
                    <a:gd name="connsiteY1" fmla="*/ 0 h 1493"/>
                    <a:gd name="connsiteX2" fmla="*/ 637 w 636"/>
                    <a:gd name="connsiteY2" fmla="*/ 1493 h 1493"/>
                    <a:gd name="connsiteX3" fmla="*/ 0 w 636"/>
                    <a:gd name="connsiteY3" fmla="*/ 533 h 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6" h="1493">
                      <a:moveTo>
                        <a:pt x="0" y="533"/>
                      </a:moveTo>
                      <a:lnTo>
                        <a:pt x="567" y="0"/>
                      </a:lnTo>
                      <a:lnTo>
                        <a:pt x="637" y="1493"/>
                      </a:lnTo>
                      <a:lnTo>
                        <a:pt x="0" y="53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64" name="Freeform: Shape 963">
                  <a:extLst>
                    <a:ext uri="{FF2B5EF4-FFF2-40B4-BE49-F238E27FC236}">
                      <a16:creationId xmlns:a16="http://schemas.microsoft.com/office/drawing/2014/main" id="{63C4F474-ED21-0E9D-2D0B-C6DF7FDACA72}"/>
                    </a:ext>
                  </a:extLst>
                </p:cNvPr>
                <p:cNvSpPr/>
                <p:nvPr/>
              </p:nvSpPr>
              <p:spPr>
                <a:xfrm>
                  <a:off x="7814571" y="3292439"/>
                  <a:ext cx="2361" cy="1227"/>
                </a:xfrm>
                <a:custGeom>
                  <a:avLst/>
                  <a:gdLst>
                    <a:gd name="connsiteX0" fmla="*/ 0 w 2361"/>
                    <a:gd name="connsiteY0" fmla="*/ 0 h 1227"/>
                    <a:gd name="connsiteX1" fmla="*/ 2362 w 2361"/>
                    <a:gd name="connsiteY1" fmla="*/ 1227 h 1227"/>
                    <a:gd name="connsiteX2" fmla="*/ 2223 w 2361"/>
                    <a:gd name="connsiteY2" fmla="*/ 1216 h 1227"/>
                    <a:gd name="connsiteX3" fmla="*/ 718 w 2361"/>
                    <a:gd name="connsiteY3" fmla="*/ 729 h 1227"/>
                    <a:gd name="connsiteX4" fmla="*/ 0 w 2361"/>
                    <a:gd name="connsiteY4" fmla="*/ 0 h 1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61" h="1227">
                      <a:moveTo>
                        <a:pt x="0" y="0"/>
                      </a:moveTo>
                      <a:lnTo>
                        <a:pt x="2362" y="1227"/>
                      </a:lnTo>
                      <a:lnTo>
                        <a:pt x="2223" y="1216"/>
                      </a:lnTo>
                      <a:lnTo>
                        <a:pt x="718" y="72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65" name="Freeform: Shape 964">
                  <a:extLst>
                    <a:ext uri="{FF2B5EF4-FFF2-40B4-BE49-F238E27FC236}">
                      <a16:creationId xmlns:a16="http://schemas.microsoft.com/office/drawing/2014/main" id="{16ED70B9-CE03-D4B9-2B53-3D9DF52304A8}"/>
                    </a:ext>
                  </a:extLst>
                </p:cNvPr>
                <p:cNvSpPr/>
                <p:nvPr/>
              </p:nvSpPr>
              <p:spPr>
                <a:xfrm>
                  <a:off x="7857471" y="3123038"/>
                  <a:ext cx="1863" cy="879"/>
                </a:xfrm>
                <a:custGeom>
                  <a:avLst/>
                  <a:gdLst>
                    <a:gd name="connsiteX0" fmla="*/ 0 w 1863"/>
                    <a:gd name="connsiteY0" fmla="*/ 417 h 879"/>
                    <a:gd name="connsiteX1" fmla="*/ 255 w 1863"/>
                    <a:gd name="connsiteY1" fmla="*/ 0 h 879"/>
                    <a:gd name="connsiteX2" fmla="*/ 1864 w 1863"/>
                    <a:gd name="connsiteY2" fmla="*/ 880 h 879"/>
                    <a:gd name="connsiteX3" fmla="*/ 0 w 1863"/>
                    <a:gd name="connsiteY3" fmla="*/ 417 h 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63" h="879">
                      <a:moveTo>
                        <a:pt x="0" y="417"/>
                      </a:moveTo>
                      <a:lnTo>
                        <a:pt x="255" y="0"/>
                      </a:lnTo>
                      <a:lnTo>
                        <a:pt x="1864" y="880"/>
                      </a:lnTo>
                      <a:lnTo>
                        <a:pt x="0" y="4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66" name="Freeform: Shape 965">
                  <a:extLst>
                    <a:ext uri="{FF2B5EF4-FFF2-40B4-BE49-F238E27FC236}">
                      <a16:creationId xmlns:a16="http://schemas.microsoft.com/office/drawing/2014/main" id="{D4C2E178-8B62-2039-18D4-C6063F706556}"/>
                    </a:ext>
                  </a:extLst>
                </p:cNvPr>
                <p:cNvSpPr/>
                <p:nvPr/>
              </p:nvSpPr>
              <p:spPr>
                <a:xfrm>
                  <a:off x="8308896" y="4046341"/>
                  <a:ext cx="810" cy="1053"/>
                </a:xfrm>
                <a:custGeom>
                  <a:avLst/>
                  <a:gdLst>
                    <a:gd name="connsiteX0" fmla="*/ 0 w 810"/>
                    <a:gd name="connsiteY0" fmla="*/ 637 h 1053"/>
                    <a:gd name="connsiteX1" fmla="*/ 556 w 810"/>
                    <a:gd name="connsiteY1" fmla="*/ 0 h 1053"/>
                    <a:gd name="connsiteX2" fmla="*/ 810 w 810"/>
                    <a:gd name="connsiteY2" fmla="*/ 914 h 1053"/>
                    <a:gd name="connsiteX3" fmla="*/ 475 w 810"/>
                    <a:gd name="connsiteY3" fmla="*/ 1053 h 1053"/>
                    <a:gd name="connsiteX4" fmla="*/ 0 w 810"/>
                    <a:gd name="connsiteY4" fmla="*/ 637 h 10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0" h="1053">
                      <a:moveTo>
                        <a:pt x="0" y="637"/>
                      </a:moveTo>
                      <a:lnTo>
                        <a:pt x="556" y="0"/>
                      </a:lnTo>
                      <a:lnTo>
                        <a:pt x="810" y="914"/>
                      </a:lnTo>
                      <a:lnTo>
                        <a:pt x="475" y="1053"/>
                      </a:lnTo>
                      <a:lnTo>
                        <a:pt x="0" y="6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67" name="Freeform: Shape 966">
                  <a:extLst>
                    <a:ext uri="{FF2B5EF4-FFF2-40B4-BE49-F238E27FC236}">
                      <a16:creationId xmlns:a16="http://schemas.microsoft.com/office/drawing/2014/main" id="{E52452F9-CC15-CE2B-816A-6922C8C5FD9F}"/>
                    </a:ext>
                  </a:extLst>
                </p:cNvPr>
                <p:cNvSpPr/>
                <p:nvPr/>
              </p:nvSpPr>
              <p:spPr>
                <a:xfrm>
                  <a:off x="8114629" y="2890085"/>
                  <a:ext cx="1632" cy="648"/>
                </a:xfrm>
                <a:custGeom>
                  <a:avLst/>
                  <a:gdLst>
                    <a:gd name="connsiteX0" fmla="*/ 0 w 1632"/>
                    <a:gd name="connsiteY0" fmla="*/ 150 h 648"/>
                    <a:gd name="connsiteX1" fmla="*/ 1262 w 1632"/>
                    <a:gd name="connsiteY1" fmla="*/ 0 h 648"/>
                    <a:gd name="connsiteX2" fmla="*/ 1632 w 1632"/>
                    <a:gd name="connsiteY2" fmla="*/ 648 h 648"/>
                    <a:gd name="connsiteX3" fmla="*/ 0 w 1632"/>
                    <a:gd name="connsiteY3" fmla="*/ 150 h 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32" h="648">
                      <a:moveTo>
                        <a:pt x="0" y="150"/>
                      </a:moveTo>
                      <a:lnTo>
                        <a:pt x="1262" y="0"/>
                      </a:lnTo>
                      <a:lnTo>
                        <a:pt x="1632" y="648"/>
                      </a:lnTo>
                      <a:lnTo>
                        <a:pt x="0" y="15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68" name="Freeform: Shape 967">
                  <a:extLst>
                    <a:ext uri="{FF2B5EF4-FFF2-40B4-BE49-F238E27FC236}">
                      <a16:creationId xmlns:a16="http://schemas.microsoft.com/office/drawing/2014/main" id="{29C8FFAA-8577-CADC-9666-F26E9C970450}"/>
                    </a:ext>
                  </a:extLst>
                </p:cNvPr>
                <p:cNvSpPr/>
                <p:nvPr/>
              </p:nvSpPr>
              <p:spPr>
                <a:xfrm>
                  <a:off x="7893171" y="3081862"/>
                  <a:ext cx="1180" cy="1169"/>
                </a:xfrm>
                <a:custGeom>
                  <a:avLst/>
                  <a:gdLst>
                    <a:gd name="connsiteX0" fmla="*/ 0 w 1180"/>
                    <a:gd name="connsiteY0" fmla="*/ 0 h 1169"/>
                    <a:gd name="connsiteX1" fmla="*/ 336 w 1180"/>
                    <a:gd name="connsiteY1" fmla="*/ 336 h 1169"/>
                    <a:gd name="connsiteX2" fmla="*/ 1181 w 1180"/>
                    <a:gd name="connsiteY2" fmla="*/ 1169 h 1169"/>
                    <a:gd name="connsiteX3" fmla="*/ 336 w 1180"/>
                    <a:gd name="connsiteY3" fmla="*/ 1019 h 1169"/>
                    <a:gd name="connsiteX4" fmla="*/ 266 w 1180"/>
                    <a:gd name="connsiteY4" fmla="*/ 1007 h 1169"/>
                    <a:gd name="connsiteX5" fmla="*/ 0 w 1180"/>
                    <a:gd name="connsiteY5" fmla="*/ 0 h 1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80" h="1169">
                      <a:moveTo>
                        <a:pt x="0" y="0"/>
                      </a:moveTo>
                      <a:lnTo>
                        <a:pt x="336" y="336"/>
                      </a:lnTo>
                      <a:lnTo>
                        <a:pt x="1181" y="1169"/>
                      </a:lnTo>
                      <a:lnTo>
                        <a:pt x="336" y="1019"/>
                      </a:lnTo>
                      <a:lnTo>
                        <a:pt x="266" y="100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69" name="Freeform: Shape 968">
                  <a:extLst>
                    <a:ext uri="{FF2B5EF4-FFF2-40B4-BE49-F238E27FC236}">
                      <a16:creationId xmlns:a16="http://schemas.microsoft.com/office/drawing/2014/main" id="{B6699C5A-3AFF-DB83-5FC3-9892E8BDC8FB}"/>
                    </a:ext>
                  </a:extLst>
                </p:cNvPr>
                <p:cNvSpPr/>
                <p:nvPr/>
              </p:nvSpPr>
              <p:spPr>
                <a:xfrm>
                  <a:off x="7871814" y="3075391"/>
                  <a:ext cx="1504" cy="1215"/>
                </a:xfrm>
                <a:custGeom>
                  <a:avLst/>
                  <a:gdLst>
                    <a:gd name="connsiteX0" fmla="*/ 0 w 1504"/>
                    <a:gd name="connsiteY0" fmla="*/ 0 h 1215"/>
                    <a:gd name="connsiteX1" fmla="*/ 1505 w 1504"/>
                    <a:gd name="connsiteY1" fmla="*/ 1216 h 1215"/>
                    <a:gd name="connsiteX2" fmla="*/ 382 w 1504"/>
                    <a:gd name="connsiteY2" fmla="*/ 891 h 1215"/>
                    <a:gd name="connsiteX3" fmla="*/ 0 w 1504"/>
                    <a:gd name="connsiteY3" fmla="*/ 0 h 1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04" h="1215">
                      <a:moveTo>
                        <a:pt x="0" y="0"/>
                      </a:moveTo>
                      <a:lnTo>
                        <a:pt x="1505" y="1216"/>
                      </a:lnTo>
                      <a:lnTo>
                        <a:pt x="382" y="89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70" name="Freeform: Shape 969">
                  <a:extLst>
                    <a:ext uri="{FF2B5EF4-FFF2-40B4-BE49-F238E27FC236}">
                      <a16:creationId xmlns:a16="http://schemas.microsoft.com/office/drawing/2014/main" id="{B9411FDC-4DC2-3429-D129-619A61B00EAF}"/>
                    </a:ext>
                  </a:extLst>
                </p:cNvPr>
                <p:cNvSpPr/>
                <p:nvPr/>
              </p:nvSpPr>
              <p:spPr>
                <a:xfrm>
                  <a:off x="7901668" y="3077521"/>
                  <a:ext cx="1146" cy="1064"/>
                </a:xfrm>
                <a:custGeom>
                  <a:avLst/>
                  <a:gdLst>
                    <a:gd name="connsiteX0" fmla="*/ 0 w 1146"/>
                    <a:gd name="connsiteY0" fmla="*/ 463 h 1064"/>
                    <a:gd name="connsiteX1" fmla="*/ 579 w 1146"/>
                    <a:gd name="connsiteY1" fmla="*/ 0 h 1064"/>
                    <a:gd name="connsiteX2" fmla="*/ 1146 w 1146"/>
                    <a:gd name="connsiteY2" fmla="*/ 1065 h 1064"/>
                    <a:gd name="connsiteX3" fmla="*/ 0 w 1146"/>
                    <a:gd name="connsiteY3" fmla="*/ 463 h 1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" h="1064">
                      <a:moveTo>
                        <a:pt x="0" y="463"/>
                      </a:moveTo>
                      <a:lnTo>
                        <a:pt x="579" y="0"/>
                      </a:lnTo>
                      <a:lnTo>
                        <a:pt x="1146" y="1065"/>
                      </a:lnTo>
                      <a:lnTo>
                        <a:pt x="0" y="46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71" name="Freeform: Shape 970">
                  <a:extLst>
                    <a:ext uri="{FF2B5EF4-FFF2-40B4-BE49-F238E27FC236}">
                      <a16:creationId xmlns:a16="http://schemas.microsoft.com/office/drawing/2014/main" id="{388AF308-5ADD-1818-103F-2B8B493EC55B}"/>
                    </a:ext>
                  </a:extLst>
                </p:cNvPr>
                <p:cNvSpPr/>
                <p:nvPr/>
              </p:nvSpPr>
              <p:spPr>
                <a:xfrm>
                  <a:off x="7890555" y="3068307"/>
                  <a:ext cx="683" cy="1261"/>
                </a:xfrm>
                <a:custGeom>
                  <a:avLst/>
                  <a:gdLst>
                    <a:gd name="connsiteX0" fmla="*/ 0 w 683"/>
                    <a:gd name="connsiteY0" fmla="*/ 602 h 1261"/>
                    <a:gd name="connsiteX1" fmla="*/ 463 w 683"/>
                    <a:gd name="connsiteY1" fmla="*/ 116 h 1261"/>
                    <a:gd name="connsiteX2" fmla="*/ 625 w 683"/>
                    <a:gd name="connsiteY2" fmla="*/ 0 h 1261"/>
                    <a:gd name="connsiteX3" fmla="*/ 683 w 683"/>
                    <a:gd name="connsiteY3" fmla="*/ 1262 h 1261"/>
                    <a:gd name="connsiteX4" fmla="*/ 93 w 683"/>
                    <a:gd name="connsiteY4" fmla="*/ 718 h 1261"/>
                    <a:gd name="connsiteX5" fmla="*/ 0 w 683"/>
                    <a:gd name="connsiteY5" fmla="*/ 602 h 12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83" h="1261">
                      <a:moveTo>
                        <a:pt x="0" y="602"/>
                      </a:moveTo>
                      <a:lnTo>
                        <a:pt x="463" y="116"/>
                      </a:lnTo>
                      <a:lnTo>
                        <a:pt x="625" y="0"/>
                      </a:lnTo>
                      <a:lnTo>
                        <a:pt x="683" y="1262"/>
                      </a:lnTo>
                      <a:lnTo>
                        <a:pt x="93" y="718"/>
                      </a:lnTo>
                      <a:lnTo>
                        <a:pt x="0" y="6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72" name="Freeform: Shape 971">
                  <a:extLst>
                    <a:ext uri="{FF2B5EF4-FFF2-40B4-BE49-F238E27FC236}">
                      <a16:creationId xmlns:a16="http://schemas.microsoft.com/office/drawing/2014/main" id="{08325451-91E8-F2B8-1FF5-E5A73CE29E5B}"/>
                    </a:ext>
                  </a:extLst>
                </p:cNvPr>
                <p:cNvSpPr/>
                <p:nvPr/>
              </p:nvSpPr>
              <p:spPr>
                <a:xfrm>
                  <a:off x="8040092" y="2987033"/>
                  <a:ext cx="856" cy="1227"/>
                </a:xfrm>
                <a:custGeom>
                  <a:avLst/>
                  <a:gdLst>
                    <a:gd name="connsiteX0" fmla="*/ 0 w 856"/>
                    <a:gd name="connsiteY0" fmla="*/ 0 h 1227"/>
                    <a:gd name="connsiteX1" fmla="*/ 46 w 856"/>
                    <a:gd name="connsiteY1" fmla="*/ 35 h 1227"/>
                    <a:gd name="connsiteX2" fmla="*/ 856 w 856"/>
                    <a:gd name="connsiteY2" fmla="*/ 891 h 1227"/>
                    <a:gd name="connsiteX3" fmla="*/ 602 w 856"/>
                    <a:gd name="connsiteY3" fmla="*/ 1227 h 1227"/>
                    <a:gd name="connsiteX4" fmla="*/ 301 w 856"/>
                    <a:gd name="connsiteY4" fmla="*/ 1135 h 1227"/>
                    <a:gd name="connsiteX5" fmla="*/ 35 w 856"/>
                    <a:gd name="connsiteY5" fmla="*/ 243 h 1227"/>
                    <a:gd name="connsiteX6" fmla="*/ 0 w 856"/>
                    <a:gd name="connsiteY6" fmla="*/ 0 h 1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56" h="1227">
                      <a:moveTo>
                        <a:pt x="0" y="0"/>
                      </a:moveTo>
                      <a:lnTo>
                        <a:pt x="46" y="35"/>
                      </a:lnTo>
                      <a:lnTo>
                        <a:pt x="856" y="891"/>
                      </a:lnTo>
                      <a:lnTo>
                        <a:pt x="602" y="1227"/>
                      </a:lnTo>
                      <a:lnTo>
                        <a:pt x="301" y="1135"/>
                      </a:lnTo>
                      <a:lnTo>
                        <a:pt x="35" y="24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73" name="Freeform: Shape 972">
                  <a:extLst>
                    <a:ext uri="{FF2B5EF4-FFF2-40B4-BE49-F238E27FC236}">
                      <a16:creationId xmlns:a16="http://schemas.microsoft.com/office/drawing/2014/main" id="{B08E0991-5B49-22C5-6859-5F0F37DAF243}"/>
                    </a:ext>
                  </a:extLst>
                </p:cNvPr>
                <p:cNvSpPr/>
                <p:nvPr/>
              </p:nvSpPr>
              <p:spPr>
                <a:xfrm>
                  <a:off x="7824943" y="3222127"/>
                  <a:ext cx="1088" cy="926"/>
                </a:xfrm>
                <a:custGeom>
                  <a:avLst/>
                  <a:gdLst>
                    <a:gd name="connsiteX0" fmla="*/ 0 w 1088"/>
                    <a:gd name="connsiteY0" fmla="*/ 764 h 926"/>
                    <a:gd name="connsiteX1" fmla="*/ 243 w 1088"/>
                    <a:gd name="connsiteY1" fmla="*/ 0 h 926"/>
                    <a:gd name="connsiteX2" fmla="*/ 1088 w 1088"/>
                    <a:gd name="connsiteY2" fmla="*/ 926 h 926"/>
                    <a:gd name="connsiteX3" fmla="*/ 0 w 1088"/>
                    <a:gd name="connsiteY3" fmla="*/ 764 h 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88" h="926">
                      <a:moveTo>
                        <a:pt x="0" y="764"/>
                      </a:moveTo>
                      <a:lnTo>
                        <a:pt x="243" y="0"/>
                      </a:lnTo>
                      <a:lnTo>
                        <a:pt x="1088" y="926"/>
                      </a:lnTo>
                      <a:lnTo>
                        <a:pt x="0" y="76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74" name="Freeform: Shape 973">
                  <a:extLst>
                    <a:ext uri="{FF2B5EF4-FFF2-40B4-BE49-F238E27FC236}">
                      <a16:creationId xmlns:a16="http://schemas.microsoft.com/office/drawing/2014/main" id="{96D0D9E1-1343-2225-8A07-BCC99018F160}"/>
                    </a:ext>
                  </a:extLst>
                </p:cNvPr>
                <p:cNvSpPr/>
                <p:nvPr/>
              </p:nvSpPr>
              <p:spPr>
                <a:xfrm>
                  <a:off x="8087716" y="3107051"/>
                  <a:ext cx="879" cy="1134"/>
                </a:xfrm>
                <a:custGeom>
                  <a:avLst/>
                  <a:gdLst>
                    <a:gd name="connsiteX0" fmla="*/ 0 w 879"/>
                    <a:gd name="connsiteY0" fmla="*/ 972 h 1134"/>
                    <a:gd name="connsiteX1" fmla="*/ 81 w 879"/>
                    <a:gd name="connsiteY1" fmla="*/ 0 h 1134"/>
                    <a:gd name="connsiteX2" fmla="*/ 880 w 879"/>
                    <a:gd name="connsiteY2" fmla="*/ 1135 h 1134"/>
                    <a:gd name="connsiteX3" fmla="*/ 0 w 879"/>
                    <a:gd name="connsiteY3" fmla="*/ 972 h 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79" h="1134">
                      <a:moveTo>
                        <a:pt x="0" y="972"/>
                      </a:moveTo>
                      <a:lnTo>
                        <a:pt x="81" y="0"/>
                      </a:lnTo>
                      <a:lnTo>
                        <a:pt x="880" y="1135"/>
                      </a:lnTo>
                      <a:lnTo>
                        <a:pt x="0" y="97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75" name="Freeform: Shape 974">
                  <a:extLst>
                    <a:ext uri="{FF2B5EF4-FFF2-40B4-BE49-F238E27FC236}">
                      <a16:creationId xmlns:a16="http://schemas.microsoft.com/office/drawing/2014/main" id="{1F6D3A56-63ED-9199-AF02-7FEBDDE43503}"/>
                    </a:ext>
                  </a:extLst>
                </p:cNvPr>
                <p:cNvSpPr/>
                <p:nvPr/>
              </p:nvSpPr>
              <p:spPr>
                <a:xfrm>
                  <a:off x="8032325" y="2997231"/>
                  <a:ext cx="1099" cy="1412"/>
                </a:xfrm>
                <a:custGeom>
                  <a:avLst/>
                  <a:gdLst>
                    <a:gd name="connsiteX0" fmla="*/ 0 w 1099"/>
                    <a:gd name="connsiteY0" fmla="*/ 336 h 1412"/>
                    <a:gd name="connsiteX1" fmla="*/ 451 w 1099"/>
                    <a:gd name="connsiteY1" fmla="*/ 0 h 1412"/>
                    <a:gd name="connsiteX2" fmla="*/ 1100 w 1099"/>
                    <a:gd name="connsiteY2" fmla="*/ 1412 h 1412"/>
                    <a:gd name="connsiteX3" fmla="*/ 0 w 1099"/>
                    <a:gd name="connsiteY3" fmla="*/ 336 h 14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99" h="1412">
                      <a:moveTo>
                        <a:pt x="0" y="336"/>
                      </a:moveTo>
                      <a:lnTo>
                        <a:pt x="451" y="0"/>
                      </a:lnTo>
                      <a:lnTo>
                        <a:pt x="1100" y="1412"/>
                      </a:lnTo>
                      <a:lnTo>
                        <a:pt x="0" y="33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76" name="Freeform: Shape 975">
                  <a:extLst>
                    <a:ext uri="{FF2B5EF4-FFF2-40B4-BE49-F238E27FC236}">
                      <a16:creationId xmlns:a16="http://schemas.microsoft.com/office/drawing/2014/main" id="{25FD4F5E-4D77-AEFF-637A-D571A405A478}"/>
                    </a:ext>
                  </a:extLst>
                </p:cNvPr>
                <p:cNvSpPr/>
                <p:nvPr/>
              </p:nvSpPr>
              <p:spPr>
                <a:xfrm>
                  <a:off x="8243168" y="3671097"/>
                  <a:ext cx="1146" cy="995"/>
                </a:xfrm>
                <a:custGeom>
                  <a:avLst/>
                  <a:gdLst>
                    <a:gd name="connsiteX0" fmla="*/ 0 w 1146"/>
                    <a:gd name="connsiteY0" fmla="*/ 475 h 995"/>
                    <a:gd name="connsiteX1" fmla="*/ 93 w 1146"/>
                    <a:gd name="connsiteY1" fmla="*/ 70 h 995"/>
                    <a:gd name="connsiteX2" fmla="*/ 394 w 1146"/>
                    <a:gd name="connsiteY2" fmla="*/ 0 h 995"/>
                    <a:gd name="connsiteX3" fmla="*/ 1146 w 1146"/>
                    <a:gd name="connsiteY3" fmla="*/ 996 h 995"/>
                    <a:gd name="connsiteX4" fmla="*/ 0 w 1146"/>
                    <a:gd name="connsiteY4" fmla="*/ 475 h 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6" h="995">
                      <a:moveTo>
                        <a:pt x="0" y="475"/>
                      </a:moveTo>
                      <a:lnTo>
                        <a:pt x="93" y="70"/>
                      </a:lnTo>
                      <a:lnTo>
                        <a:pt x="394" y="0"/>
                      </a:lnTo>
                      <a:lnTo>
                        <a:pt x="1146" y="996"/>
                      </a:lnTo>
                      <a:lnTo>
                        <a:pt x="0" y="47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77" name="Freeform: Shape 976">
                  <a:extLst>
                    <a:ext uri="{FF2B5EF4-FFF2-40B4-BE49-F238E27FC236}">
                      <a16:creationId xmlns:a16="http://schemas.microsoft.com/office/drawing/2014/main" id="{86FB1C0B-7674-BB99-6C40-8C6142727952}"/>
                    </a:ext>
                  </a:extLst>
                </p:cNvPr>
                <p:cNvSpPr/>
                <p:nvPr/>
              </p:nvSpPr>
              <p:spPr>
                <a:xfrm>
                  <a:off x="7819120" y="3274080"/>
                  <a:ext cx="1817" cy="879"/>
                </a:xfrm>
                <a:custGeom>
                  <a:avLst/>
                  <a:gdLst>
                    <a:gd name="connsiteX0" fmla="*/ 0 w 1817"/>
                    <a:gd name="connsiteY0" fmla="*/ 266 h 879"/>
                    <a:gd name="connsiteX1" fmla="*/ 637 w 1817"/>
                    <a:gd name="connsiteY1" fmla="*/ 0 h 879"/>
                    <a:gd name="connsiteX2" fmla="*/ 1817 w 1817"/>
                    <a:gd name="connsiteY2" fmla="*/ 880 h 879"/>
                    <a:gd name="connsiteX3" fmla="*/ 0 w 1817"/>
                    <a:gd name="connsiteY3" fmla="*/ 266 h 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17" h="879">
                      <a:moveTo>
                        <a:pt x="0" y="266"/>
                      </a:moveTo>
                      <a:lnTo>
                        <a:pt x="637" y="0"/>
                      </a:lnTo>
                      <a:lnTo>
                        <a:pt x="1817" y="880"/>
                      </a:lnTo>
                      <a:lnTo>
                        <a:pt x="0" y="26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78" name="Freeform: Shape 977">
                  <a:extLst>
                    <a:ext uri="{FF2B5EF4-FFF2-40B4-BE49-F238E27FC236}">
                      <a16:creationId xmlns:a16="http://schemas.microsoft.com/office/drawing/2014/main" id="{55AA1C54-D9BA-5641-23B4-284F85285D2F}"/>
                    </a:ext>
                  </a:extLst>
                </p:cNvPr>
                <p:cNvSpPr/>
                <p:nvPr/>
              </p:nvSpPr>
              <p:spPr>
                <a:xfrm>
                  <a:off x="8324940" y="3467674"/>
                  <a:ext cx="1099" cy="914"/>
                </a:xfrm>
                <a:custGeom>
                  <a:avLst/>
                  <a:gdLst>
                    <a:gd name="connsiteX0" fmla="*/ 0 w 1099"/>
                    <a:gd name="connsiteY0" fmla="*/ 475 h 914"/>
                    <a:gd name="connsiteX1" fmla="*/ 752 w 1099"/>
                    <a:gd name="connsiteY1" fmla="*/ 0 h 914"/>
                    <a:gd name="connsiteX2" fmla="*/ 1100 w 1099"/>
                    <a:gd name="connsiteY2" fmla="*/ 915 h 914"/>
                    <a:gd name="connsiteX3" fmla="*/ 0 w 1099"/>
                    <a:gd name="connsiteY3" fmla="*/ 475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99" h="914">
                      <a:moveTo>
                        <a:pt x="0" y="475"/>
                      </a:moveTo>
                      <a:lnTo>
                        <a:pt x="752" y="0"/>
                      </a:lnTo>
                      <a:lnTo>
                        <a:pt x="1100" y="915"/>
                      </a:lnTo>
                      <a:lnTo>
                        <a:pt x="0" y="47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79" name="Freeform: Shape 978">
                  <a:extLst>
                    <a:ext uri="{FF2B5EF4-FFF2-40B4-BE49-F238E27FC236}">
                      <a16:creationId xmlns:a16="http://schemas.microsoft.com/office/drawing/2014/main" id="{757D2A93-7CAF-B178-665C-997CC5FBB955}"/>
                    </a:ext>
                  </a:extLst>
                </p:cNvPr>
                <p:cNvSpPr/>
                <p:nvPr/>
              </p:nvSpPr>
              <p:spPr>
                <a:xfrm>
                  <a:off x="7957325" y="2773585"/>
                  <a:ext cx="775" cy="1516"/>
                </a:xfrm>
                <a:custGeom>
                  <a:avLst/>
                  <a:gdLst>
                    <a:gd name="connsiteX0" fmla="*/ 0 w 775"/>
                    <a:gd name="connsiteY0" fmla="*/ 903 h 1516"/>
                    <a:gd name="connsiteX1" fmla="*/ 139 w 775"/>
                    <a:gd name="connsiteY1" fmla="*/ 0 h 1516"/>
                    <a:gd name="connsiteX2" fmla="*/ 776 w 775"/>
                    <a:gd name="connsiteY2" fmla="*/ 1516 h 1516"/>
                    <a:gd name="connsiteX3" fmla="*/ 683 w 775"/>
                    <a:gd name="connsiteY3" fmla="*/ 1516 h 1516"/>
                    <a:gd name="connsiteX4" fmla="*/ 0 w 775"/>
                    <a:gd name="connsiteY4" fmla="*/ 903 h 15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" h="1516">
                      <a:moveTo>
                        <a:pt x="0" y="903"/>
                      </a:moveTo>
                      <a:lnTo>
                        <a:pt x="139" y="0"/>
                      </a:lnTo>
                      <a:lnTo>
                        <a:pt x="776" y="1516"/>
                      </a:lnTo>
                      <a:lnTo>
                        <a:pt x="683" y="1516"/>
                      </a:lnTo>
                      <a:lnTo>
                        <a:pt x="0" y="9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80" name="Freeform: Shape 979">
                  <a:extLst>
                    <a:ext uri="{FF2B5EF4-FFF2-40B4-BE49-F238E27FC236}">
                      <a16:creationId xmlns:a16="http://schemas.microsoft.com/office/drawing/2014/main" id="{0D699F21-B0A9-F911-C1E7-31E057E9FA09}"/>
                    </a:ext>
                  </a:extLst>
                </p:cNvPr>
                <p:cNvSpPr/>
                <p:nvPr/>
              </p:nvSpPr>
              <p:spPr>
                <a:xfrm>
                  <a:off x="8085724" y="3222659"/>
                  <a:ext cx="717" cy="1261"/>
                </a:xfrm>
                <a:custGeom>
                  <a:avLst/>
                  <a:gdLst>
                    <a:gd name="connsiteX0" fmla="*/ 0 w 717"/>
                    <a:gd name="connsiteY0" fmla="*/ 1262 h 1261"/>
                    <a:gd name="connsiteX1" fmla="*/ 81 w 717"/>
                    <a:gd name="connsiteY1" fmla="*/ 0 h 1261"/>
                    <a:gd name="connsiteX2" fmla="*/ 718 w 717"/>
                    <a:gd name="connsiteY2" fmla="*/ 533 h 1261"/>
                    <a:gd name="connsiteX3" fmla="*/ 0 w 717"/>
                    <a:gd name="connsiteY3" fmla="*/ 1262 h 12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7" h="1261">
                      <a:moveTo>
                        <a:pt x="0" y="1262"/>
                      </a:moveTo>
                      <a:lnTo>
                        <a:pt x="81" y="0"/>
                      </a:lnTo>
                      <a:lnTo>
                        <a:pt x="718" y="533"/>
                      </a:lnTo>
                      <a:lnTo>
                        <a:pt x="0" y="12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81" name="Freeform: Shape 980">
                  <a:extLst>
                    <a:ext uri="{FF2B5EF4-FFF2-40B4-BE49-F238E27FC236}">
                      <a16:creationId xmlns:a16="http://schemas.microsoft.com/office/drawing/2014/main" id="{55BAADE6-709F-7E84-BA7F-6004ED7F284E}"/>
                    </a:ext>
                  </a:extLst>
                </p:cNvPr>
                <p:cNvSpPr/>
                <p:nvPr/>
              </p:nvSpPr>
              <p:spPr>
                <a:xfrm>
                  <a:off x="7792218" y="3460011"/>
                  <a:ext cx="1446" cy="845"/>
                </a:xfrm>
                <a:custGeom>
                  <a:avLst/>
                  <a:gdLst>
                    <a:gd name="connsiteX0" fmla="*/ 0 w 1446"/>
                    <a:gd name="connsiteY0" fmla="*/ 428 h 845"/>
                    <a:gd name="connsiteX1" fmla="*/ 556 w 1446"/>
                    <a:gd name="connsiteY1" fmla="*/ 0 h 845"/>
                    <a:gd name="connsiteX2" fmla="*/ 1447 w 1446"/>
                    <a:gd name="connsiteY2" fmla="*/ 845 h 845"/>
                    <a:gd name="connsiteX3" fmla="*/ 0 w 1446"/>
                    <a:gd name="connsiteY3" fmla="*/ 428 h 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46" h="845">
                      <a:moveTo>
                        <a:pt x="0" y="428"/>
                      </a:moveTo>
                      <a:lnTo>
                        <a:pt x="556" y="0"/>
                      </a:lnTo>
                      <a:lnTo>
                        <a:pt x="1447" y="845"/>
                      </a:lnTo>
                      <a:lnTo>
                        <a:pt x="0" y="42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82" name="Freeform: Shape 981">
                  <a:extLst>
                    <a:ext uri="{FF2B5EF4-FFF2-40B4-BE49-F238E27FC236}">
                      <a16:creationId xmlns:a16="http://schemas.microsoft.com/office/drawing/2014/main" id="{C1929F3C-DEB0-63C1-F9DE-6E53D8780DDC}"/>
                    </a:ext>
                  </a:extLst>
                </p:cNvPr>
                <p:cNvSpPr/>
                <p:nvPr/>
              </p:nvSpPr>
              <p:spPr>
                <a:xfrm>
                  <a:off x="9831923" y="1322030"/>
                  <a:ext cx="1157" cy="741"/>
                </a:xfrm>
                <a:custGeom>
                  <a:avLst/>
                  <a:gdLst>
                    <a:gd name="connsiteX0" fmla="*/ 0 w 1157"/>
                    <a:gd name="connsiteY0" fmla="*/ 737 h 741"/>
                    <a:gd name="connsiteX1" fmla="*/ 648 w 1157"/>
                    <a:gd name="connsiteY1" fmla="*/ 0 h 741"/>
                    <a:gd name="connsiteX2" fmla="*/ 1158 w 1157"/>
                    <a:gd name="connsiteY2" fmla="*/ 711 h 741"/>
                    <a:gd name="connsiteX3" fmla="*/ 104 w 1157"/>
                    <a:gd name="connsiteY3" fmla="*/ 742 h 741"/>
                    <a:gd name="connsiteX4" fmla="*/ 0 w 1157"/>
                    <a:gd name="connsiteY4" fmla="*/ 737 h 7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57" h="741">
                      <a:moveTo>
                        <a:pt x="0" y="737"/>
                      </a:moveTo>
                      <a:lnTo>
                        <a:pt x="648" y="0"/>
                      </a:lnTo>
                      <a:lnTo>
                        <a:pt x="1158" y="711"/>
                      </a:lnTo>
                      <a:lnTo>
                        <a:pt x="104" y="742"/>
                      </a:lnTo>
                      <a:lnTo>
                        <a:pt x="0" y="7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83" name="Freeform: Shape 982">
                  <a:extLst>
                    <a:ext uri="{FF2B5EF4-FFF2-40B4-BE49-F238E27FC236}">
                      <a16:creationId xmlns:a16="http://schemas.microsoft.com/office/drawing/2014/main" id="{7BABD903-E116-C761-10C0-E7BC2418D2E2}"/>
                    </a:ext>
                  </a:extLst>
                </p:cNvPr>
                <p:cNvSpPr/>
                <p:nvPr/>
              </p:nvSpPr>
              <p:spPr>
                <a:xfrm>
                  <a:off x="9184657" y="2256155"/>
                  <a:ext cx="891" cy="1041"/>
                </a:xfrm>
                <a:custGeom>
                  <a:avLst/>
                  <a:gdLst>
                    <a:gd name="connsiteX0" fmla="*/ 0 w 891"/>
                    <a:gd name="connsiteY0" fmla="*/ 1042 h 1041"/>
                    <a:gd name="connsiteX1" fmla="*/ 150 w 891"/>
                    <a:gd name="connsiteY1" fmla="*/ 0 h 1041"/>
                    <a:gd name="connsiteX2" fmla="*/ 891 w 891"/>
                    <a:gd name="connsiteY2" fmla="*/ 440 h 1041"/>
                    <a:gd name="connsiteX3" fmla="*/ 0 w 891"/>
                    <a:gd name="connsiteY3" fmla="*/ 1042 h 1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91" h="1041">
                      <a:moveTo>
                        <a:pt x="0" y="1042"/>
                      </a:moveTo>
                      <a:lnTo>
                        <a:pt x="150" y="0"/>
                      </a:lnTo>
                      <a:lnTo>
                        <a:pt x="891" y="440"/>
                      </a:lnTo>
                      <a:lnTo>
                        <a:pt x="0" y="104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84" name="Freeform: Shape 983">
                  <a:extLst>
                    <a:ext uri="{FF2B5EF4-FFF2-40B4-BE49-F238E27FC236}">
                      <a16:creationId xmlns:a16="http://schemas.microsoft.com/office/drawing/2014/main" id="{544EFAA6-DD3E-709B-43E3-9BEDDE6B9C5F}"/>
                    </a:ext>
                  </a:extLst>
                </p:cNvPr>
                <p:cNvSpPr/>
                <p:nvPr/>
              </p:nvSpPr>
              <p:spPr>
                <a:xfrm>
                  <a:off x="8238792" y="3579197"/>
                  <a:ext cx="1238" cy="1088"/>
                </a:xfrm>
                <a:custGeom>
                  <a:avLst/>
                  <a:gdLst>
                    <a:gd name="connsiteX0" fmla="*/ 0 w 1238"/>
                    <a:gd name="connsiteY0" fmla="*/ 1088 h 1088"/>
                    <a:gd name="connsiteX1" fmla="*/ 301 w 1238"/>
                    <a:gd name="connsiteY1" fmla="*/ 150 h 1088"/>
                    <a:gd name="connsiteX2" fmla="*/ 1239 w 1238"/>
                    <a:gd name="connsiteY2" fmla="*/ 0 h 1088"/>
                    <a:gd name="connsiteX3" fmla="*/ 0 w 1238"/>
                    <a:gd name="connsiteY3" fmla="*/ 1088 h 1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38" h="1088">
                      <a:moveTo>
                        <a:pt x="0" y="1088"/>
                      </a:moveTo>
                      <a:lnTo>
                        <a:pt x="301" y="150"/>
                      </a:lnTo>
                      <a:lnTo>
                        <a:pt x="1239" y="0"/>
                      </a:lnTo>
                      <a:lnTo>
                        <a:pt x="0" y="108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85" name="Freeform: Shape 984">
                  <a:extLst>
                    <a:ext uri="{FF2B5EF4-FFF2-40B4-BE49-F238E27FC236}">
                      <a16:creationId xmlns:a16="http://schemas.microsoft.com/office/drawing/2014/main" id="{6D083002-1B95-36FB-C1F9-E984436C952D}"/>
                    </a:ext>
                  </a:extLst>
                </p:cNvPr>
                <p:cNvSpPr/>
                <p:nvPr/>
              </p:nvSpPr>
              <p:spPr>
                <a:xfrm>
                  <a:off x="8486586" y="2821694"/>
                  <a:ext cx="960" cy="902"/>
                </a:xfrm>
                <a:custGeom>
                  <a:avLst/>
                  <a:gdLst>
                    <a:gd name="connsiteX0" fmla="*/ 255 w 960"/>
                    <a:gd name="connsiteY0" fmla="*/ 856 h 902"/>
                    <a:gd name="connsiteX1" fmla="*/ 0 w 960"/>
                    <a:gd name="connsiteY1" fmla="*/ 903 h 902"/>
                    <a:gd name="connsiteX2" fmla="*/ 220 w 960"/>
                    <a:gd name="connsiteY2" fmla="*/ 0 h 902"/>
                    <a:gd name="connsiteX3" fmla="*/ 961 w 960"/>
                    <a:gd name="connsiteY3" fmla="*/ 544 h 902"/>
                    <a:gd name="connsiteX4" fmla="*/ 255 w 960"/>
                    <a:gd name="connsiteY4" fmla="*/ 856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0" h="902">
                      <a:moveTo>
                        <a:pt x="255" y="856"/>
                      </a:moveTo>
                      <a:lnTo>
                        <a:pt x="0" y="903"/>
                      </a:lnTo>
                      <a:lnTo>
                        <a:pt x="220" y="0"/>
                      </a:lnTo>
                      <a:lnTo>
                        <a:pt x="961" y="544"/>
                      </a:lnTo>
                      <a:lnTo>
                        <a:pt x="255" y="85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86" name="Freeform: Shape 985">
                  <a:extLst>
                    <a:ext uri="{FF2B5EF4-FFF2-40B4-BE49-F238E27FC236}">
                      <a16:creationId xmlns:a16="http://schemas.microsoft.com/office/drawing/2014/main" id="{A574908D-EACA-ABAD-8694-623A50974AB9}"/>
                    </a:ext>
                  </a:extLst>
                </p:cNvPr>
                <p:cNvSpPr/>
                <p:nvPr/>
              </p:nvSpPr>
              <p:spPr>
                <a:xfrm>
                  <a:off x="8011859" y="3219418"/>
                  <a:ext cx="879" cy="1446"/>
                </a:xfrm>
                <a:custGeom>
                  <a:avLst/>
                  <a:gdLst>
                    <a:gd name="connsiteX0" fmla="*/ 0 w 879"/>
                    <a:gd name="connsiteY0" fmla="*/ 0 h 1446"/>
                    <a:gd name="connsiteX1" fmla="*/ 880 w 879"/>
                    <a:gd name="connsiteY1" fmla="*/ 602 h 1446"/>
                    <a:gd name="connsiteX2" fmla="*/ 764 w 879"/>
                    <a:gd name="connsiteY2" fmla="*/ 1447 h 1446"/>
                    <a:gd name="connsiteX3" fmla="*/ 637 w 879"/>
                    <a:gd name="connsiteY3" fmla="*/ 1216 h 1446"/>
                    <a:gd name="connsiteX4" fmla="*/ 0 w 879"/>
                    <a:gd name="connsiteY4" fmla="*/ 0 h 14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79" h="1446">
                      <a:moveTo>
                        <a:pt x="0" y="0"/>
                      </a:moveTo>
                      <a:lnTo>
                        <a:pt x="880" y="602"/>
                      </a:lnTo>
                      <a:lnTo>
                        <a:pt x="764" y="1447"/>
                      </a:lnTo>
                      <a:lnTo>
                        <a:pt x="637" y="12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87" name="Freeform: Shape 986">
                  <a:extLst>
                    <a:ext uri="{FF2B5EF4-FFF2-40B4-BE49-F238E27FC236}">
                      <a16:creationId xmlns:a16="http://schemas.microsoft.com/office/drawing/2014/main" id="{B4A06F02-EBBC-0198-4542-3D5CE918A396}"/>
                    </a:ext>
                  </a:extLst>
                </p:cNvPr>
                <p:cNvSpPr/>
                <p:nvPr/>
              </p:nvSpPr>
              <p:spPr>
                <a:xfrm>
                  <a:off x="7844194" y="3142543"/>
                  <a:ext cx="1470" cy="694"/>
                </a:xfrm>
                <a:custGeom>
                  <a:avLst/>
                  <a:gdLst>
                    <a:gd name="connsiteX0" fmla="*/ 0 w 1470"/>
                    <a:gd name="connsiteY0" fmla="*/ 463 h 694"/>
                    <a:gd name="connsiteX1" fmla="*/ 359 w 1470"/>
                    <a:gd name="connsiteY1" fmla="*/ 0 h 694"/>
                    <a:gd name="connsiteX2" fmla="*/ 1019 w 1470"/>
                    <a:gd name="connsiteY2" fmla="*/ 347 h 694"/>
                    <a:gd name="connsiteX3" fmla="*/ 1470 w 1470"/>
                    <a:gd name="connsiteY3" fmla="*/ 695 h 694"/>
                    <a:gd name="connsiteX4" fmla="*/ 0 w 1470"/>
                    <a:gd name="connsiteY4" fmla="*/ 463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70" h="694">
                      <a:moveTo>
                        <a:pt x="0" y="463"/>
                      </a:moveTo>
                      <a:lnTo>
                        <a:pt x="359" y="0"/>
                      </a:lnTo>
                      <a:lnTo>
                        <a:pt x="1019" y="347"/>
                      </a:lnTo>
                      <a:lnTo>
                        <a:pt x="1470" y="695"/>
                      </a:lnTo>
                      <a:lnTo>
                        <a:pt x="0" y="46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88" name="Freeform: Shape 987">
                  <a:extLst>
                    <a:ext uri="{FF2B5EF4-FFF2-40B4-BE49-F238E27FC236}">
                      <a16:creationId xmlns:a16="http://schemas.microsoft.com/office/drawing/2014/main" id="{F25E4E2B-E7B2-4ECE-BFA9-54AA3F3FE95A}"/>
                    </a:ext>
                  </a:extLst>
                </p:cNvPr>
                <p:cNvSpPr/>
                <p:nvPr/>
              </p:nvSpPr>
              <p:spPr>
                <a:xfrm>
                  <a:off x="7830743" y="3219847"/>
                  <a:ext cx="1342" cy="833"/>
                </a:xfrm>
                <a:custGeom>
                  <a:avLst/>
                  <a:gdLst>
                    <a:gd name="connsiteX0" fmla="*/ 486 w 1342"/>
                    <a:gd name="connsiteY0" fmla="*/ 0 h 833"/>
                    <a:gd name="connsiteX1" fmla="*/ 822 w 1342"/>
                    <a:gd name="connsiteY1" fmla="*/ 220 h 833"/>
                    <a:gd name="connsiteX2" fmla="*/ 1343 w 1342"/>
                    <a:gd name="connsiteY2" fmla="*/ 834 h 833"/>
                    <a:gd name="connsiteX3" fmla="*/ 1296 w 1342"/>
                    <a:gd name="connsiteY3" fmla="*/ 834 h 833"/>
                    <a:gd name="connsiteX4" fmla="*/ 0 w 1342"/>
                    <a:gd name="connsiteY4" fmla="*/ 370 h 833"/>
                    <a:gd name="connsiteX5" fmla="*/ 486 w 1342"/>
                    <a:gd name="connsiteY5" fmla="*/ 0 h 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42" h="833">
                      <a:moveTo>
                        <a:pt x="486" y="0"/>
                      </a:moveTo>
                      <a:lnTo>
                        <a:pt x="822" y="220"/>
                      </a:lnTo>
                      <a:lnTo>
                        <a:pt x="1343" y="834"/>
                      </a:lnTo>
                      <a:lnTo>
                        <a:pt x="1296" y="834"/>
                      </a:lnTo>
                      <a:lnTo>
                        <a:pt x="0" y="370"/>
                      </a:lnTo>
                      <a:lnTo>
                        <a:pt x="486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89" name="Freeform: Shape 988">
                  <a:extLst>
                    <a:ext uri="{FF2B5EF4-FFF2-40B4-BE49-F238E27FC236}">
                      <a16:creationId xmlns:a16="http://schemas.microsoft.com/office/drawing/2014/main" id="{030DE05F-A300-EE32-82F6-604FBDABA76F}"/>
                    </a:ext>
                  </a:extLst>
                </p:cNvPr>
                <p:cNvSpPr/>
                <p:nvPr/>
              </p:nvSpPr>
              <p:spPr>
                <a:xfrm>
                  <a:off x="7998963" y="3020174"/>
                  <a:ext cx="868" cy="914"/>
                </a:xfrm>
                <a:custGeom>
                  <a:avLst/>
                  <a:gdLst>
                    <a:gd name="connsiteX0" fmla="*/ 174 w 868"/>
                    <a:gd name="connsiteY0" fmla="*/ 139 h 914"/>
                    <a:gd name="connsiteX1" fmla="*/ 243 w 868"/>
                    <a:gd name="connsiteY1" fmla="*/ 127 h 914"/>
                    <a:gd name="connsiteX2" fmla="*/ 868 w 868"/>
                    <a:gd name="connsiteY2" fmla="*/ 0 h 914"/>
                    <a:gd name="connsiteX3" fmla="*/ 405 w 868"/>
                    <a:gd name="connsiteY3" fmla="*/ 914 h 914"/>
                    <a:gd name="connsiteX4" fmla="*/ 81 w 868"/>
                    <a:gd name="connsiteY4" fmla="*/ 683 h 914"/>
                    <a:gd name="connsiteX5" fmla="*/ 0 w 868"/>
                    <a:gd name="connsiteY5" fmla="*/ 347 h 914"/>
                    <a:gd name="connsiteX6" fmla="*/ 174 w 868"/>
                    <a:gd name="connsiteY6" fmla="*/ 139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68" h="914">
                      <a:moveTo>
                        <a:pt x="174" y="139"/>
                      </a:moveTo>
                      <a:lnTo>
                        <a:pt x="243" y="127"/>
                      </a:lnTo>
                      <a:lnTo>
                        <a:pt x="868" y="0"/>
                      </a:lnTo>
                      <a:lnTo>
                        <a:pt x="405" y="914"/>
                      </a:lnTo>
                      <a:lnTo>
                        <a:pt x="81" y="683"/>
                      </a:lnTo>
                      <a:lnTo>
                        <a:pt x="0" y="347"/>
                      </a:lnTo>
                      <a:lnTo>
                        <a:pt x="174" y="1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90" name="Freeform: Shape 989">
                  <a:extLst>
                    <a:ext uri="{FF2B5EF4-FFF2-40B4-BE49-F238E27FC236}">
                      <a16:creationId xmlns:a16="http://schemas.microsoft.com/office/drawing/2014/main" id="{5433F627-B49F-BC82-FAB9-B16EBB6C4B9B}"/>
                    </a:ext>
                  </a:extLst>
                </p:cNvPr>
                <p:cNvSpPr/>
                <p:nvPr/>
              </p:nvSpPr>
              <p:spPr>
                <a:xfrm>
                  <a:off x="9309735" y="2221937"/>
                  <a:ext cx="960" cy="879"/>
                </a:xfrm>
                <a:custGeom>
                  <a:avLst/>
                  <a:gdLst>
                    <a:gd name="connsiteX0" fmla="*/ 0 w 960"/>
                    <a:gd name="connsiteY0" fmla="*/ 880 h 879"/>
                    <a:gd name="connsiteX1" fmla="*/ 243 w 960"/>
                    <a:gd name="connsiteY1" fmla="*/ 0 h 879"/>
                    <a:gd name="connsiteX2" fmla="*/ 961 w 960"/>
                    <a:gd name="connsiteY2" fmla="*/ 799 h 879"/>
                    <a:gd name="connsiteX3" fmla="*/ 0 w 960"/>
                    <a:gd name="connsiteY3" fmla="*/ 880 h 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" h="879">
                      <a:moveTo>
                        <a:pt x="0" y="880"/>
                      </a:moveTo>
                      <a:lnTo>
                        <a:pt x="243" y="0"/>
                      </a:lnTo>
                      <a:lnTo>
                        <a:pt x="961" y="799"/>
                      </a:lnTo>
                      <a:lnTo>
                        <a:pt x="0" y="8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91" name="Freeform: Shape 990">
                  <a:extLst>
                    <a:ext uri="{FF2B5EF4-FFF2-40B4-BE49-F238E27FC236}">
                      <a16:creationId xmlns:a16="http://schemas.microsoft.com/office/drawing/2014/main" id="{96561CDE-0F9D-D994-8473-44895E739BB5}"/>
                    </a:ext>
                  </a:extLst>
                </p:cNvPr>
                <p:cNvSpPr/>
                <p:nvPr/>
              </p:nvSpPr>
              <p:spPr>
                <a:xfrm>
                  <a:off x="8022173" y="3917085"/>
                  <a:ext cx="775" cy="902"/>
                </a:xfrm>
                <a:custGeom>
                  <a:avLst/>
                  <a:gdLst>
                    <a:gd name="connsiteX0" fmla="*/ 0 w 775"/>
                    <a:gd name="connsiteY0" fmla="*/ 70 h 902"/>
                    <a:gd name="connsiteX1" fmla="*/ 776 w 775"/>
                    <a:gd name="connsiteY1" fmla="*/ 0 h 902"/>
                    <a:gd name="connsiteX2" fmla="*/ 556 w 775"/>
                    <a:gd name="connsiteY2" fmla="*/ 903 h 902"/>
                    <a:gd name="connsiteX3" fmla="*/ 46 w 775"/>
                    <a:gd name="connsiteY3" fmla="*/ 394 h 902"/>
                    <a:gd name="connsiteX4" fmla="*/ 0 w 775"/>
                    <a:gd name="connsiteY4" fmla="*/ 70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" h="902">
                      <a:moveTo>
                        <a:pt x="0" y="70"/>
                      </a:moveTo>
                      <a:lnTo>
                        <a:pt x="776" y="0"/>
                      </a:lnTo>
                      <a:lnTo>
                        <a:pt x="556" y="903"/>
                      </a:lnTo>
                      <a:lnTo>
                        <a:pt x="46" y="394"/>
                      </a:lnTo>
                      <a:lnTo>
                        <a:pt x="0" y="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92" name="Freeform: Shape 991">
                  <a:extLst>
                    <a:ext uri="{FF2B5EF4-FFF2-40B4-BE49-F238E27FC236}">
                      <a16:creationId xmlns:a16="http://schemas.microsoft.com/office/drawing/2014/main" id="{6593D31D-D534-7D7F-3B1F-7CC13B51D4B3}"/>
                    </a:ext>
                  </a:extLst>
                </p:cNvPr>
                <p:cNvSpPr/>
                <p:nvPr/>
              </p:nvSpPr>
              <p:spPr>
                <a:xfrm>
                  <a:off x="8230481" y="3382766"/>
                  <a:ext cx="648" cy="1724"/>
                </a:xfrm>
                <a:custGeom>
                  <a:avLst/>
                  <a:gdLst>
                    <a:gd name="connsiteX0" fmla="*/ 0 w 648"/>
                    <a:gd name="connsiteY0" fmla="*/ 0 h 1724"/>
                    <a:gd name="connsiteX1" fmla="*/ 648 w 648"/>
                    <a:gd name="connsiteY1" fmla="*/ 1713 h 1724"/>
                    <a:gd name="connsiteX2" fmla="*/ 567 w 648"/>
                    <a:gd name="connsiteY2" fmla="*/ 1725 h 1724"/>
                    <a:gd name="connsiteX3" fmla="*/ 81 w 648"/>
                    <a:gd name="connsiteY3" fmla="*/ 1447 h 1724"/>
                    <a:gd name="connsiteX4" fmla="*/ 0 w 648"/>
                    <a:gd name="connsiteY4" fmla="*/ 0 h 1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8" h="1724">
                      <a:moveTo>
                        <a:pt x="0" y="0"/>
                      </a:moveTo>
                      <a:lnTo>
                        <a:pt x="648" y="1713"/>
                      </a:lnTo>
                      <a:lnTo>
                        <a:pt x="567" y="1725"/>
                      </a:lnTo>
                      <a:lnTo>
                        <a:pt x="81" y="144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93" name="Freeform: Shape 992">
                  <a:extLst>
                    <a:ext uri="{FF2B5EF4-FFF2-40B4-BE49-F238E27FC236}">
                      <a16:creationId xmlns:a16="http://schemas.microsoft.com/office/drawing/2014/main" id="{5E66271E-5CA9-8E8E-7A90-1316DF7ED81A}"/>
                    </a:ext>
                  </a:extLst>
                </p:cNvPr>
                <p:cNvSpPr/>
                <p:nvPr/>
              </p:nvSpPr>
              <p:spPr>
                <a:xfrm>
                  <a:off x="7680245" y="3194843"/>
                  <a:ext cx="775" cy="1030"/>
                </a:xfrm>
                <a:custGeom>
                  <a:avLst/>
                  <a:gdLst>
                    <a:gd name="connsiteX0" fmla="*/ 0 w 775"/>
                    <a:gd name="connsiteY0" fmla="*/ 463 h 1030"/>
                    <a:gd name="connsiteX1" fmla="*/ 104 w 775"/>
                    <a:gd name="connsiteY1" fmla="*/ 278 h 1030"/>
                    <a:gd name="connsiteX2" fmla="*/ 776 w 775"/>
                    <a:gd name="connsiteY2" fmla="*/ 0 h 1030"/>
                    <a:gd name="connsiteX3" fmla="*/ 614 w 775"/>
                    <a:gd name="connsiteY3" fmla="*/ 1030 h 1030"/>
                    <a:gd name="connsiteX4" fmla="*/ 0 w 775"/>
                    <a:gd name="connsiteY4" fmla="*/ 463 h 1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" h="1030">
                      <a:moveTo>
                        <a:pt x="0" y="463"/>
                      </a:moveTo>
                      <a:lnTo>
                        <a:pt x="104" y="278"/>
                      </a:lnTo>
                      <a:lnTo>
                        <a:pt x="776" y="0"/>
                      </a:lnTo>
                      <a:lnTo>
                        <a:pt x="614" y="1030"/>
                      </a:lnTo>
                      <a:lnTo>
                        <a:pt x="0" y="46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94" name="Freeform: Shape 993">
                  <a:extLst>
                    <a:ext uri="{FF2B5EF4-FFF2-40B4-BE49-F238E27FC236}">
                      <a16:creationId xmlns:a16="http://schemas.microsoft.com/office/drawing/2014/main" id="{79CD8378-75B9-0C63-E5B5-E64BB3375FEA}"/>
                    </a:ext>
                  </a:extLst>
                </p:cNvPr>
                <p:cNvSpPr/>
                <p:nvPr/>
              </p:nvSpPr>
              <p:spPr>
                <a:xfrm>
                  <a:off x="8053856" y="3184934"/>
                  <a:ext cx="648" cy="1169"/>
                </a:xfrm>
                <a:custGeom>
                  <a:avLst/>
                  <a:gdLst>
                    <a:gd name="connsiteX0" fmla="*/ 220 w 648"/>
                    <a:gd name="connsiteY0" fmla="*/ 0 h 1169"/>
                    <a:gd name="connsiteX1" fmla="*/ 370 w 648"/>
                    <a:gd name="connsiteY1" fmla="*/ 324 h 1169"/>
                    <a:gd name="connsiteX2" fmla="*/ 648 w 648"/>
                    <a:gd name="connsiteY2" fmla="*/ 1077 h 1169"/>
                    <a:gd name="connsiteX3" fmla="*/ 0 w 648"/>
                    <a:gd name="connsiteY3" fmla="*/ 1169 h 1169"/>
                    <a:gd name="connsiteX4" fmla="*/ 104 w 648"/>
                    <a:gd name="connsiteY4" fmla="*/ 347 h 1169"/>
                    <a:gd name="connsiteX5" fmla="*/ 220 w 648"/>
                    <a:gd name="connsiteY5" fmla="*/ 0 h 1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48" h="1169">
                      <a:moveTo>
                        <a:pt x="220" y="0"/>
                      </a:moveTo>
                      <a:lnTo>
                        <a:pt x="370" y="324"/>
                      </a:lnTo>
                      <a:lnTo>
                        <a:pt x="648" y="1077"/>
                      </a:lnTo>
                      <a:lnTo>
                        <a:pt x="0" y="1169"/>
                      </a:lnTo>
                      <a:lnTo>
                        <a:pt x="104" y="347"/>
                      </a:lnTo>
                      <a:lnTo>
                        <a:pt x="22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95" name="Freeform: Shape 994">
                  <a:extLst>
                    <a:ext uri="{FF2B5EF4-FFF2-40B4-BE49-F238E27FC236}">
                      <a16:creationId xmlns:a16="http://schemas.microsoft.com/office/drawing/2014/main" id="{4A7E7E53-0F5A-3BB3-5AAB-58C0097CE65D}"/>
                    </a:ext>
                  </a:extLst>
                </p:cNvPr>
                <p:cNvSpPr/>
                <p:nvPr/>
              </p:nvSpPr>
              <p:spPr>
                <a:xfrm>
                  <a:off x="7697284" y="3208398"/>
                  <a:ext cx="833" cy="1007"/>
                </a:xfrm>
                <a:custGeom>
                  <a:avLst/>
                  <a:gdLst>
                    <a:gd name="connsiteX0" fmla="*/ 0 w 833"/>
                    <a:gd name="connsiteY0" fmla="*/ 69 h 1007"/>
                    <a:gd name="connsiteX1" fmla="*/ 834 w 833"/>
                    <a:gd name="connsiteY1" fmla="*/ 0 h 1007"/>
                    <a:gd name="connsiteX2" fmla="*/ 486 w 833"/>
                    <a:gd name="connsiteY2" fmla="*/ 1007 h 1007"/>
                    <a:gd name="connsiteX3" fmla="*/ 0 w 833"/>
                    <a:gd name="connsiteY3" fmla="*/ 69 h 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33" h="1007">
                      <a:moveTo>
                        <a:pt x="0" y="69"/>
                      </a:moveTo>
                      <a:lnTo>
                        <a:pt x="834" y="0"/>
                      </a:lnTo>
                      <a:lnTo>
                        <a:pt x="486" y="1007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96" name="Freeform: Shape 995">
                  <a:extLst>
                    <a:ext uri="{FF2B5EF4-FFF2-40B4-BE49-F238E27FC236}">
                      <a16:creationId xmlns:a16="http://schemas.microsoft.com/office/drawing/2014/main" id="{B495FC1D-2680-5F8A-35D4-CC7A96958198}"/>
                    </a:ext>
                  </a:extLst>
                </p:cNvPr>
                <p:cNvSpPr/>
                <p:nvPr/>
              </p:nvSpPr>
              <p:spPr>
                <a:xfrm>
                  <a:off x="7835697" y="3217277"/>
                  <a:ext cx="1643" cy="1030"/>
                </a:xfrm>
                <a:custGeom>
                  <a:avLst/>
                  <a:gdLst>
                    <a:gd name="connsiteX0" fmla="*/ 0 w 1643"/>
                    <a:gd name="connsiteY0" fmla="*/ 255 h 1030"/>
                    <a:gd name="connsiteX1" fmla="*/ 150 w 1643"/>
                    <a:gd name="connsiteY1" fmla="*/ 0 h 1030"/>
                    <a:gd name="connsiteX2" fmla="*/ 1100 w 1643"/>
                    <a:gd name="connsiteY2" fmla="*/ 475 h 1030"/>
                    <a:gd name="connsiteX3" fmla="*/ 1644 w 1643"/>
                    <a:gd name="connsiteY3" fmla="*/ 1030 h 1030"/>
                    <a:gd name="connsiteX4" fmla="*/ 0 w 1643"/>
                    <a:gd name="connsiteY4" fmla="*/ 255 h 1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43" h="1030">
                      <a:moveTo>
                        <a:pt x="0" y="255"/>
                      </a:moveTo>
                      <a:lnTo>
                        <a:pt x="150" y="0"/>
                      </a:lnTo>
                      <a:lnTo>
                        <a:pt x="1100" y="475"/>
                      </a:lnTo>
                      <a:lnTo>
                        <a:pt x="1644" y="1030"/>
                      </a:lnTo>
                      <a:lnTo>
                        <a:pt x="0" y="25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97" name="Freeform: Shape 996">
                  <a:extLst>
                    <a:ext uri="{FF2B5EF4-FFF2-40B4-BE49-F238E27FC236}">
                      <a16:creationId xmlns:a16="http://schemas.microsoft.com/office/drawing/2014/main" id="{AE2220D7-4751-D657-6B15-890D4175E3A0}"/>
                    </a:ext>
                  </a:extLst>
                </p:cNvPr>
                <p:cNvSpPr/>
                <p:nvPr/>
              </p:nvSpPr>
              <p:spPr>
                <a:xfrm>
                  <a:off x="7767122" y="3127494"/>
                  <a:ext cx="1099" cy="763"/>
                </a:xfrm>
                <a:custGeom>
                  <a:avLst/>
                  <a:gdLst>
                    <a:gd name="connsiteX0" fmla="*/ 0 w 1099"/>
                    <a:gd name="connsiteY0" fmla="*/ 764 h 763"/>
                    <a:gd name="connsiteX1" fmla="*/ 150 w 1099"/>
                    <a:gd name="connsiteY1" fmla="*/ 0 h 763"/>
                    <a:gd name="connsiteX2" fmla="*/ 1100 w 1099"/>
                    <a:gd name="connsiteY2" fmla="*/ 544 h 763"/>
                    <a:gd name="connsiteX3" fmla="*/ 0 w 1099"/>
                    <a:gd name="connsiteY3" fmla="*/ 764 h 7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99" h="763">
                      <a:moveTo>
                        <a:pt x="0" y="764"/>
                      </a:moveTo>
                      <a:lnTo>
                        <a:pt x="150" y="0"/>
                      </a:lnTo>
                      <a:lnTo>
                        <a:pt x="1100" y="544"/>
                      </a:lnTo>
                      <a:lnTo>
                        <a:pt x="0" y="76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98" name="Freeform: Shape 997">
                  <a:extLst>
                    <a:ext uri="{FF2B5EF4-FFF2-40B4-BE49-F238E27FC236}">
                      <a16:creationId xmlns:a16="http://schemas.microsoft.com/office/drawing/2014/main" id="{7627B077-ED1D-0076-ABBA-E6E6A3C910B2}"/>
                    </a:ext>
                  </a:extLst>
                </p:cNvPr>
                <p:cNvSpPr/>
                <p:nvPr/>
              </p:nvSpPr>
              <p:spPr>
                <a:xfrm>
                  <a:off x="9143922" y="2313617"/>
                  <a:ext cx="1412" cy="1122"/>
                </a:xfrm>
                <a:custGeom>
                  <a:avLst/>
                  <a:gdLst>
                    <a:gd name="connsiteX0" fmla="*/ 0 w 1412"/>
                    <a:gd name="connsiteY0" fmla="*/ 0 h 1122"/>
                    <a:gd name="connsiteX1" fmla="*/ 1412 w 1412"/>
                    <a:gd name="connsiteY1" fmla="*/ 1123 h 1122"/>
                    <a:gd name="connsiteX2" fmla="*/ 243 w 1412"/>
                    <a:gd name="connsiteY2" fmla="*/ 764 h 1122"/>
                    <a:gd name="connsiteX3" fmla="*/ 0 w 1412"/>
                    <a:gd name="connsiteY3" fmla="*/ 0 h 1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2" h="1122">
                      <a:moveTo>
                        <a:pt x="0" y="0"/>
                      </a:moveTo>
                      <a:lnTo>
                        <a:pt x="1412" y="1123"/>
                      </a:lnTo>
                      <a:lnTo>
                        <a:pt x="243" y="76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99" name="Freeform: Shape 998">
                  <a:extLst>
                    <a:ext uri="{FF2B5EF4-FFF2-40B4-BE49-F238E27FC236}">
                      <a16:creationId xmlns:a16="http://schemas.microsoft.com/office/drawing/2014/main" id="{FCC02CDF-8806-67B6-C774-5D262B3F8233}"/>
                    </a:ext>
                  </a:extLst>
                </p:cNvPr>
                <p:cNvSpPr/>
                <p:nvPr/>
              </p:nvSpPr>
              <p:spPr>
                <a:xfrm>
                  <a:off x="7835130" y="3106623"/>
                  <a:ext cx="1296" cy="972"/>
                </a:xfrm>
                <a:custGeom>
                  <a:avLst/>
                  <a:gdLst>
                    <a:gd name="connsiteX0" fmla="*/ 0 w 1296"/>
                    <a:gd name="connsiteY0" fmla="*/ 0 h 972"/>
                    <a:gd name="connsiteX1" fmla="*/ 1296 w 1296"/>
                    <a:gd name="connsiteY1" fmla="*/ 463 h 972"/>
                    <a:gd name="connsiteX2" fmla="*/ 984 w 1296"/>
                    <a:gd name="connsiteY2" fmla="*/ 972 h 972"/>
                    <a:gd name="connsiteX3" fmla="*/ 0 w 1296"/>
                    <a:gd name="connsiteY3" fmla="*/ 0 h 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6" h="972">
                      <a:moveTo>
                        <a:pt x="0" y="0"/>
                      </a:moveTo>
                      <a:lnTo>
                        <a:pt x="1296" y="463"/>
                      </a:lnTo>
                      <a:lnTo>
                        <a:pt x="984" y="97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00" name="Freeform: Shape 999">
                  <a:extLst>
                    <a:ext uri="{FF2B5EF4-FFF2-40B4-BE49-F238E27FC236}">
                      <a16:creationId xmlns:a16="http://schemas.microsoft.com/office/drawing/2014/main" id="{E79AE472-6F00-630F-77B5-DE9D13A69D8C}"/>
                    </a:ext>
                  </a:extLst>
                </p:cNvPr>
                <p:cNvSpPr/>
                <p:nvPr/>
              </p:nvSpPr>
              <p:spPr>
                <a:xfrm>
                  <a:off x="9192888" y="2366079"/>
                  <a:ext cx="532" cy="1574"/>
                </a:xfrm>
                <a:custGeom>
                  <a:avLst/>
                  <a:gdLst>
                    <a:gd name="connsiteX0" fmla="*/ 0 w 532"/>
                    <a:gd name="connsiteY0" fmla="*/ 637 h 1574"/>
                    <a:gd name="connsiteX1" fmla="*/ 498 w 532"/>
                    <a:gd name="connsiteY1" fmla="*/ 0 h 1574"/>
                    <a:gd name="connsiteX2" fmla="*/ 533 w 532"/>
                    <a:gd name="connsiteY2" fmla="*/ 1574 h 1574"/>
                    <a:gd name="connsiteX3" fmla="*/ 0 w 532"/>
                    <a:gd name="connsiteY3" fmla="*/ 637 h 1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32" h="1574">
                      <a:moveTo>
                        <a:pt x="0" y="637"/>
                      </a:moveTo>
                      <a:lnTo>
                        <a:pt x="498" y="0"/>
                      </a:lnTo>
                      <a:lnTo>
                        <a:pt x="533" y="1574"/>
                      </a:lnTo>
                      <a:lnTo>
                        <a:pt x="0" y="6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01" name="Freeform: Shape 1000">
                  <a:extLst>
                    <a:ext uri="{FF2B5EF4-FFF2-40B4-BE49-F238E27FC236}">
                      <a16:creationId xmlns:a16="http://schemas.microsoft.com/office/drawing/2014/main" id="{8B5A554D-DFF1-F87E-D353-5E6BA62AB376}"/>
                    </a:ext>
                  </a:extLst>
                </p:cNvPr>
                <p:cNvSpPr/>
                <p:nvPr/>
              </p:nvSpPr>
              <p:spPr>
                <a:xfrm>
                  <a:off x="7845525" y="3151653"/>
                  <a:ext cx="764" cy="1331"/>
                </a:xfrm>
                <a:custGeom>
                  <a:avLst/>
                  <a:gdLst>
                    <a:gd name="connsiteX0" fmla="*/ 0 w 764"/>
                    <a:gd name="connsiteY0" fmla="*/ 417 h 1331"/>
                    <a:gd name="connsiteX1" fmla="*/ 764 w 764"/>
                    <a:gd name="connsiteY1" fmla="*/ 0 h 1331"/>
                    <a:gd name="connsiteX2" fmla="*/ 255 w 764"/>
                    <a:gd name="connsiteY2" fmla="*/ 1331 h 1331"/>
                    <a:gd name="connsiteX3" fmla="*/ 0 w 764"/>
                    <a:gd name="connsiteY3" fmla="*/ 417 h 1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4" h="1331">
                      <a:moveTo>
                        <a:pt x="0" y="417"/>
                      </a:moveTo>
                      <a:lnTo>
                        <a:pt x="764" y="0"/>
                      </a:lnTo>
                      <a:lnTo>
                        <a:pt x="255" y="1331"/>
                      </a:lnTo>
                      <a:lnTo>
                        <a:pt x="0" y="4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02" name="Freeform: Shape 1001">
                  <a:extLst>
                    <a:ext uri="{FF2B5EF4-FFF2-40B4-BE49-F238E27FC236}">
                      <a16:creationId xmlns:a16="http://schemas.microsoft.com/office/drawing/2014/main" id="{7410A7B8-1706-679D-C013-AB57008DB1AE}"/>
                    </a:ext>
                  </a:extLst>
                </p:cNvPr>
                <p:cNvSpPr/>
                <p:nvPr/>
              </p:nvSpPr>
              <p:spPr>
                <a:xfrm>
                  <a:off x="9747835" y="1634970"/>
                  <a:ext cx="1169" cy="740"/>
                </a:xfrm>
                <a:custGeom>
                  <a:avLst/>
                  <a:gdLst>
                    <a:gd name="connsiteX0" fmla="*/ 0 w 1169"/>
                    <a:gd name="connsiteY0" fmla="*/ 289 h 740"/>
                    <a:gd name="connsiteX1" fmla="*/ 1169 w 1169"/>
                    <a:gd name="connsiteY1" fmla="*/ 0 h 740"/>
                    <a:gd name="connsiteX2" fmla="*/ 938 w 1169"/>
                    <a:gd name="connsiteY2" fmla="*/ 741 h 740"/>
                    <a:gd name="connsiteX3" fmla="*/ 0 w 1169"/>
                    <a:gd name="connsiteY3" fmla="*/ 289 h 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9" h="740">
                      <a:moveTo>
                        <a:pt x="0" y="289"/>
                      </a:moveTo>
                      <a:lnTo>
                        <a:pt x="1169" y="0"/>
                      </a:lnTo>
                      <a:lnTo>
                        <a:pt x="938" y="741"/>
                      </a:lnTo>
                      <a:lnTo>
                        <a:pt x="0" y="28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03" name="Freeform: Shape 1002">
                  <a:extLst>
                    <a:ext uri="{FF2B5EF4-FFF2-40B4-BE49-F238E27FC236}">
                      <a16:creationId xmlns:a16="http://schemas.microsoft.com/office/drawing/2014/main" id="{0E8B316B-71E9-195B-8C51-0B57286FC636}"/>
                    </a:ext>
                  </a:extLst>
                </p:cNvPr>
                <p:cNvSpPr/>
                <p:nvPr/>
              </p:nvSpPr>
              <p:spPr>
                <a:xfrm>
                  <a:off x="7818079" y="3310242"/>
                  <a:ext cx="1296" cy="937"/>
                </a:xfrm>
                <a:custGeom>
                  <a:avLst/>
                  <a:gdLst>
                    <a:gd name="connsiteX0" fmla="*/ 0 w 1296"/>
                    <a:gd name="connsiteY0" fmla="*/ 486 h 937"/>
                    <a:gd name="connsiteX1" fmla="*/ 382 w 1296"/>
                    <a:gd name="connsiteY1" fmla="*/ 0 h 937"/>
                    <a:gd name="connsiteX2" fmla="*/ 1296 w 1296"/>
                    <a:gd name="connsiteY2" fmla="*/ 938 h 937"/>
                    <a:gd name="connsiteX3" fmla="*/ 0 w 1296"/>
                    <a:gd name="connsiteY3" fmla="*/ 486 h 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6" h="937">
                      <a:moveTo>
                        <a:pt x="0" y="486"/>
                      </a:moveTo>
                      <a:lnTo>
                        <a:pt x="382" y="0"/>
                      </a:lnTo>
                      <a:lnTo>
                        <a:pt x="1296" y="938"/>
                      </a:lnTo>
                      <a:lnTo>
                        <a:pt x="0" y="48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04" name="Freeform: Shape 1003">
                  <a:extLst>
                    <a:ext uri="{FF2B5EF4-FFF2-40B4-BE49-F238E27FC236}">
                      <a16:creationId xmlns:a16="http://schemas.microsoft.com/office/drawing/2014/main" id="{42CC185D-82FD-AA6E-D4AE-C9012F9358C9}"/>
                    </a:ext>
                  </a:extLst>
                </p:cNvPr>
                <p:cNvSpPr/>
                <p:nvPr/>
              </p:nvSpPr>
              <p:spPr>
                <a:xfrm>
                  <a:off x="9755696" y="1597128"/>
                  <a:ext cx="405" cy="2002"/>
                </a:xfrm>
                <a:custGeom>
                  <a:avLst/>
                  <a:gdLst>
                    <a:gd name="connsiteX0" fmla="*/ 0 w 405"/>
                    <a:gd name="connsiteY0" fmla="*/ 1933 h 2002"/>
                    <a:gd name="connsiteX1" fmla="*/ 162 w 405"/>
                    <a:gd name="connsiteY1" fmla="*/ 0 h 2002"/>
                    <a:gd name="connsiteX2" fmla="*/ 405 w 405"/>
                    <a:gd name="connsiteY2" fmla="*/ 1667 h 2002"/>
                    <a:gd name="connsiteX3" fmla="*/ 69 w 405"/>
                    <a:gd name="connsiteY3" fmla="*/ 2003 h 2002"/>
                    <a:gd name="connsiteX4" fmla="*/ 0 w 405"/>
                    <a:gd name="connsiteY4" fmla="*/ 1933 h 2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5" h="2002">
                      <a:moveTo>
                        <a:pt x="0" y="1933"/>
                      </a:moveTo>
                      <a:lnTo>
                        <a:pt x="162" y="0"/>
                      </a:lnTo>
                      <a:lnTo>
                        <a:pt x="405" y="1667"/>
                      </a:lnTo>
                      <a:lnTo>
                        <a:pt x="69" y="2003"/>
                      </a:lnTo>
                      <a:lnTo>
                        <a:pt x="0" y="193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05" name="Freeform: Shape 1004">
                  <a:extLst>
                    <a:ext uri="{FF2B5EF4-FFF2-40B4-BE49-F238E27FC236}">
                      <a16:creationId xmlns:a16="http://schemas.microsoft.com/office/drawing/2014/main" id="{B9C70158-2A72-1953-2127-1F2D76BFFEE2}"/>
                    </a:ext>
                  </a:extLst>
                </p:cNvPr>
                <p:cNvSpPr/>
                <p:nvPr/>
              </p:nvSpPr>
              <p:spPr>
                <a:xfrm>
                  <a:off x="7855469" y="3112527"/>
                  <a:ext cx="914" cy="1238"/>
                </a:xfrm>
                <a:custGeom>
                  <a:avLst/>
                  <a:gdLst>
                    <a:gd name="connsiteX0" fmla="*/ 0 w 914"/>
                    <a:gd name="connsiteY0" fmla="*/ 590 h 1238"/>
                    <a:gd name="connsiteX1" fmla="*/ 394 w 914"/>
                    <a:gd name="connsiteY1" fmla="*/ 0 h 1238"/>
                    <a:gd name="connsiteX2" fmla="*/ 914 w 914"/>
                    <a:gd name="connsiteY2" fmla="*/ 1239 h 1238"/>
                    <a:gd name="connsiteX3" fmla="*/ 0 w 914"/>
                    <a:gd name="connsiteY3" fmla="*/ 590 h 1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4" h="1238">
                      <a:moveTo>
                        <a:pt x="0" y="590"/>
                      </a:moveTo>
                      <a:lnTo>
                        <a:pt x="394" y="0"/>
                      </a:lnTo>
                      <a:lnTo>
                        <a:pt x="914" y="1239"/>
                      </a:lnTo>
                      <a:lnTo>
                        <a:pt x="0" y="5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06" name="Freeform: Shape 1005">
                  <a:extLst>
                    <a:ext uri="{FF2B5EF4-FFF2-40B4-BE49-F238E27FC236}">
                      <a16:creationId xmlns:a16="http://schemas.microsoft.com/office/drawing/2014/main" id="{17C4B0E0-C7B9-133D-34D0-FF8ECC3B2679}"/>
                    </a:ext>
                  </a:extLst>
                </p:cNvPr>
                <p:cNvSpPr/>
                <p:nvPr/>
              </p:nvSpPr>
              <p:spPr>
                <a:xfrm>
                  <a:off x="8224114" y="4331663"/>
                  <a:ext cx="833" cy="1400"/>
                </a:xfrm>
                <a:custGeom>
                  <a:avLst/>
                  <a:gdLst>
                    <a:gd name="connsiteX0" fmla="*/ 370 w 833"/>
                    <a:gd name="connsiteY0" fmla="*/ 0 h 1400"/>
                    <a:gd name="connsiteX1" fmla="*/ 533 w 833"/>
                    <a:gd name="connsiteY1" fmla="*/ 93 h 1400"/>
                    <a:gd name="connsiteX2" fmla="*/ 834 w 833"/>
                    <a:gd name="connsiteY2" fmla="*/ 371 h 1400"/>
                    <a:gd name="connsiteX3" fmla="*/ 0 w 833"/>
                    <a:gd name="connsiteY3" fmla="*/ 1401 h 1400"/>
                    <a:gd name="connsiteX4" fmla="*/ 370 w 833"/>
                    <a:gd name="connsiteY4" fmla="*/ 0 h 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" h="1400">
                      <a:moveTo>
                        <a:pt x="370" y="0"/>
                      </a:moveTo>
                      <a:lnTo>
                        <a:pt x="533" y="93"/>
                      </a:lnTo>
                      <a:lnTo>
                        <a:pt x="834" y="371"/>
                      </a:lnTo>
                      <a:lnTo>
                        <a:pt x="0" y="1401"/>
                      </a:lnTo>
                      <a:lnTo>
                        <a:pt x="37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07" name="Freeform: Shape 1006">
                  <a:extLst>
                    <a:ext uri="{FF2B5EF4-FFF2-40B4-BE49-F238E27FC236}">
                      <a16:creationId xmlns:a16="http://schemas.microsoft.com/office/drawing/2014/main" id="{141465BF-6B3F-5AD2-0727-FFE638B82870}"/>
                    </a:ext>
                  </a:extLst>
                </p:cNvPr>
                <p:cNvSpPr/>
                <p:nvPr/>
              </p:nvSpPr>
              <p:spPr>
                <a:xfrm>
                  <a:off x="7811064" y="3219418"/>
                  <a:ext cx="1146" cy="706"/>
                </a:xfrm>
                <a:custGeom>
                  <a:avLst/>
                  <a:gdLst>
                    <a:gd name="connsiteX0" fmla="*/ 0 w 1146"/>
                    <a:gd name="connsiteY0" fmla="*/ 290 h 706"/>
                    <a:gd name="connsiteX1" fmla="*/ 1100 w 1146"/>
                    <a:gd name="connsiteY1" fmla="*/ 0 h 706"/>
                    <a:gd name="connsiteX2" fmla="*/ 1146 w 1146"/>
                    <a:gd name="connsiteY2" fmla="*/ 706 h 706"/>
                    <a:gd name="connsiteX3" fmla="*/ 0 w 1146"/>
                    <a:gd name="connsiteY3" fmla="*/ 290 h 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" h="706">
                      <a:moveTo>
                        <a:pt x="0" y="290"/>
                      </a:moveTo>
                      <a:lnTo>
                        <a:pt x="1100" y="0"/>
                      </a:lnTo>
                      <a:lnTo>
                        <a:pt x="1146" y="706"/>
                      </a:lnTo>
                      <a:lnTo>
                        <a:pt x="0" y="2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08" name="Freeform: Shape 1007">
                  <a:extLst>
                    <a:ext uri="{FF2B5EF4-FFF2-40B4-BE49-F238E27FC236}">
                      <a16:creationId xmlns:a16="http://schemas.microsoft.com/office/drawing/2014/main" id="{6D2794D5-4443-FC07-84DE-C1060E26DFF5}"/>
                    </a:ext>
                  </a:extLst>
                </p:cNvPr>
                <p:cNvSpPr/>
                <p:nvPr/>
              </p:nvSpPr>
              <p:spPr>
                <a:xfrm>
                  <a:off x="8670480" y="2665501"/>
                  <a:ext cx="2211" cy="1169"/>
                </a:xfrm>
                <a:custGeom>
                  <a:avLst/>
                  <a:gdLst>
                    <a:gd name="connsiteX0" fmla="*/ 1401 w 2211"/>
                    <a:gd name="connsiteY0" fmla="*/ 776 h 1169"/>
                    <a:gd name="connsiteX1" fmla="*/ 0 w 2211"/>
                    <a:gd name="connsiteY1" fmla="*/ 1169 h 1169"/>
                    <a:gd name="connsiteX2" fmla="*/ 2211 w 2211"/>
                    <a:gd name="connsiteY2" fmla="*/ 0 h 1169"/>
                    <a:gd name="connsiteX3" fmla="*/ 2026 w 2211"/>
                    <a:gd name="connsiteY3" fmla="*/ 220 h 1169"/>
                    <a:gd name="connsiteX4" fmla="*/ 1401 w 2211"/>
                    <a:gd name="connsiteY4" fmla="*/ 776 h 1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11" h="1169">
                      <a:moveTo>
                        <a:pt x="1401" y="776"/>
                      </a:moveTo>
                      <a:lnTo>
                        <a:pt x="0" y="1169"/>
                      </a:lnTo>
                      <a:lnTo>
                        <a:pt x="2211" y="0"/>
                      </a:lnTo>
                      <a:lnTo>
                        <a:pt x="2026" y="220"/>
                      </a:lnTo>
                      <a:lnTo>
                        <a:pt x="1401" y="77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09" name="Freeform: Shape 1008">
                  <a:extLst>
                    <a:ext uri="{FF2B5EF4-FFF2-40B4-BE49-F238E27FC236}">
                      <a16:creationId xmlns:a16="http://schemas.microsoft.com/office/drawing/2014/main" id="{C172BDB1-F904-5397-2CFF-AF8C23A063C7}"/>
                    </a:ext>
                  </a:extLst>
                </p:cNvPr>
                <p:cNvSpPr/>
                <p:nvPr/>
              </p:nvSpPr>
              <p:spPr>
                <a:xfrm>
                  <a:off x="8219391" y="3241679"/>
                  <a:ext cx="1006" cy="1377"/>
                </a:xfrm>
                <a:custGeom>
                  <a:avLst/>
                  <a:gdLst>
                    <a:gd name="connsiteX0" fmla="*/ 0 w 1006"/>
                    <a:gd name="connsiteY0" fmla="*/ 0 h 1377"/>
                    <a:gd name="connsiteX1" fmla="*/ 833 w 1006"/>
                    <a:gd name="connsiteY1" fmla="*/ 359 h 1377"/>
                    <a:gd name="connsiteX2" fmla="*/ 1007 w 1006"/>
                    <a:gd name="connsiteY2" fmla="*/ 1378 h 1377"/>
                    <a:gd name="connsiteX3" fmla="*/ 0 w 1006"/>
                    <a:gd name="connsiteY3" fmla="*/ 0 h 1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6" h="1377">
                      <a:moveTo>
                        <a:pt x="0" y="0"/>
                      </a:moveTo>
                      <a:lnTo>
                        <a:pt x="833" y="359"/>
                      </a:lnTo>
                      <a:lnTo>
                        <a:pt x="1007" y="137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10" name="Freeform: Shape 1009">
                  <a:extLst>
                    <a:ext uri="{FF2B5EF4-FFF2-40B4-BE49-F238E27FC236}">
                      <a16:creationId xmlns:a16="http://schemas.microsoft.com/office/drawing/2014/main" id="{F0FB79F7-4E62-EF28-476E-F0A5F48D7F7C}"/>
                    </a:ext>
                  </a:extLst>
                </p:cNvPr>
                <p:cNvSpPr/>
                <p:nvPr/>
              </p:nvSpPr>
              <p:spPr>
                <a:xfrm>
                  <a:off x="7850665" y="3114437"/>
                  <a:ext cx="995" cy="1065"/>
                </a:xfrm>
                <a:custGeom>
                  <a:avLst/>
                  <a:gdLst>
                    <a:gd name="connsiteX0" fmla="*/ 0 w 995"/>
                    <a:gd name="connsiteY0" fmla="*/ 0 h 1065"/>
                    <a:gd name="connsiteX1" fmla="*/ 776 w 995"/>
                    <a:gd name="connsiteY1" fmla="*/ 46 h 1065"/>
                    <a:gd name="connsiteX2" fmla="*/ 996 w 995"/>
                    <a:gd name="connsiteY2" fmla="*/ 1065 h 1065"/>
                    <a:gd name="connsiteX3" fmla="*/ 0 w 995"/>
                    <a:gd name="connsiteY3" fmla="*/ 0 h 1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5" h="1065">
                      <a:moveTo>
                        <a:pt x="0" y="0"/>
                      </a:moveTo>
                      <a:lnTo>
                        <a:pt x="776" y="46"/>
                      </a:lnTo>
                      <a:lnTo>
                        <a:pt x="996" y="106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11" name="Freeform: Shape 1010">
                  <a:extLst>
                    <a:ext uri="{FF2B5EF4-FFF2-40B4-BE49-F238E27FC236}">
                      <a16:creationId xmlns:a16="http://schemas.microsoft.com/office/drawing/2014/main" id="{651C6372-3DB5-4CE5-2A96-54A62FEF36F6}"/>
                    </a:ext>
                  </a:extLst>
                </p:cNvPr>
                <p:cNvSpPr/>
                <p:nvPr/>
              </p:nvSpPr>
              <p:spPr>
                <a:xfrm>
                  <a:off x="7834134" y="3216177"/>
                  <a:ext cx="1458" cy="868"/>
                </a:xfrm>
                <a:custGeom>
                  <a:avLst/>
                  <a:gdLst>
                    <a:gd name="connsiteX0" fmla="*/ 0 w 1458"/>
                    <a:gd name="connsiteY0" fmla="*/ 0 h 868"/>
                    <a:gd name="connsiteX1" fmla="*/ 1459 w 1458"/>
                    <a:gd name="connsiteY1" fmla="*/ 602 h 868"/>
                    <a:gd name="connsiteX2" fmla="*/ 1250 w 1458"/>
                    <a:gd name="connsiteY2" fmla="*/ 868 h 868"/>
                    <a:gd name="connsiteX3" fmla="*/ 139 w 1458"/>
                    <a:gd name="connsiteY3" fmla="*/ 313 h 868"/>
                    <a:gd name="connsiteX4" fmla="*/ 0 w 1458"/>
                    <a:gd name="connsiteY4" fmla="*/ 0 h 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58" h="868">
                      <a:moveTo>
                        <a:pt x="0" y="0"/>
                      </a:moveTo>
                      <a:lnTo>
                        <a:pt x="1459" y="602"/>
                      </a:lnTo>
                      <a:lnTo>
                        <a:pt x="1250" y="868"/>
                      </a:lnTo>
                      <a:lnTo>
                        <a:pt x="139" y="31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12" name="Freeform: Shape 1011">
                  <a:extLst>
                    <a:ext uri="{FF2B5EF4-FFF2-40B4-BE49-F238E27FC236}">
                      <a16:creationId xmlns:a16="http://schemas.microsoft.com/office/drawing/2014/main" id="{29DAC969-0DA2-C57B-3512-1A32C1056B00}"/>
                    </a:ext>
                  </a:extLst>
                </p:cNvPr>
                <p:cNvSpPr/>
                <p:nvPr/>
              </p:nvSpPr>
              <p:spPr>
                <a:xfrm>
                  <a:off x="9708628" y="1469748"/>
                  <a:ext cx="671" cy="1944"/>
                </a:xfrm>
                <a:custGeom>
                  <a:avLst/>
                  <a:gdLst>
                    <a:gd name="connsiteX0" fmla="*/ 0 w 671"/>
                    <a:gd name="connsiteY0" fmla="*/ 0 h 1944"/>
                    <a:gd name="connsiteX1" fmla="*/ 672 w 671"/>
                    <a:gd name="connsiteY1" fmla="*/ 1169 h 1944"/>
                    <a:gd name="connsiteX2" fmla="*/ 451 w 671"/>
                    <a:gd name="connsiteY2" fmla="*/ 1945 h 1944"/>
                    <a:gd name="connsiteX3" fmla="*/ 0 w 671"/>
                    <a:gd name="connsiteY3" fmla="*/ 0 h 1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1" h="1944">
                      <a:moveTo>
                        <a:pt x="0" y="0"/>
                      </a:moveTo>
                      <a:lnTo>
                        <a:pt x="672" y="1169"/>
                      </a:lnTo>
                      <a:lnTo>
                        <a:pt x="451" y="194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13" name="Freeform: Shape 1012">
                  <a:extLst>
                    <a:ext uri="{FF2B5EF4-FFF2-40B4-BE49-F238E27FC236}">
                      <a16:creationId xmlns:a16="http://schemas.microsoft.com/office/drawing/2014/main" id="{C5033167-5ACB-7125-3E9F-DBB73D7A84AC}"/>
                    </a:ext>
                  </a:extLst>
                </p:cNvPr>
                <p:cNvSpPr/>
                <p:nvPr/>
              </p:nvSpPr>
              <p:spPr>
                <a:xfrm>
                  <a:off x="7883471" y="3130307"/>
                  <a:ext cx="1423" cy="1724"/>
                </a:xfrm>
                <a:custGeom>
                  <a:avLst/>
                  <a:gdLst>
                    <a:gd name="connsiteX0" fmla="*/ 70 w 1423"/>
                    <a:gd name="connsiteY0" fmla="*/ 0 h 1724"/>
                    <a:gd name="connsiteX1" fmla="*/ 347 w 1423"/>
                    <a:gd name="connsiteY1" fmla="*/ 46 h 1724"/>
                    <a:gd name="connsiteX2" fmla="*/ 1250 w 1423"/>
                    <a:gd name="connsiteY2" fmla="*/ 1354 h 1724"/>
                    <a:gd name="connsiteX3" fmla="*/ 1424 w 1423"/>
                    <a:gd name="connsiteY3" fmla="*/ 1725 h 1724"/>
                    <a:gd name="connsiteX4" fmla="*/ 1354 w 1423"/>
                    <a:gd name="connsiteY4" fmla="*/ 1667 h 1724"/>
                    <a:gd name="connsiteX5" fmla="*/ 0 w 1423"/>
                    <a:gd name="connsiteY5" fmla="*/ 81 h 1724"/>
                    <a:gd name="connsiteX6" fmla="*/ 70 w 1423"/>
                    <a:gd name="connsiteY6" fmla="*/ 0 h 1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23" h="1724">
                      <a:moveTo>
                        <a:pt x="70" y="0"/>
                      </a:moveTo>
                      <a:lnTo>
                        <a:pt x="347" y="46"/>
                      </a:lnTo>
                      <a:lnTo>
                        <a:pt x="1250" y="1354"/>
                      </a:lnTo>
                      <a:lnTo>
                        <a:pt x="1424" y="1725"/>
                      </a:lnTo>
                      <a:lnTo>
                        <a:pt x="1354" y="1667"/>
                      </a:lnTo>
                      <a:lnTo>
                        <a:pt x="0" y="81"/>
                      </a:lnTo>
                      <a:lnTo>
                        <a:pt x="7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14" name="Freeform: Shape 1013">
                  <a:extLst>
                    <a:ext uri="{FF2B5EF4-FFF2-40B4-BE49-F238E27FC236}">
                      <a16:creationId xmlns:a16="http://schemas.microsoft.com/office/drawing/2014/main" id="{1DD500A5-DD10-D076-4105-D30802FBAA40}"/>
                    </a:ext>
                  </a:extLst>
                </p:cNvPr>
                <p:cNvSpPr/>
                <p:nvPr/>
              </p:nvSpPr>
              <p:spPr>
                <a:xfrm>
                  <a:off x="7832699" y="3264124"/>
                  <a:ext cx="995" cy="1285"/>
                </a:xfrm>
                <a:custGeom>
                  <a:avLst/>
                  <a:gdLst>
                    <a:gd name="connsiteX0" fmla="*/ 0 w 995"/>
                    <a:gd name="connsiteY0" fmla="*/ 0 h 1285"/>
                    <a:gd name="connsiteX1" fmla="*/ 996 w 995"/>
                    <a:gd name="connsiteY1" fmla="*/ 1285 h 1285"/>
                    <a:gd name="connsiteX2" fmla="*/ 150 w 995"/>
                    <a:gd name="connsiteY2" fmla="*/ 972 h 1285"/>
                    <a:gd name="connsiteX3" fmla="*/ 0 w 995"/>
                    <a:gd name="connsiteY3" fmla="*/ 0 h 1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5" h="1285">
                      <a:moveTo>
                        <a:pt x="0" y="0"/>
                      </a:moveTo>
                      <a:lnTo>
                        <a:pt x="996" y="1285"/>
                      </a:lnTo>
                      <a:lnTo>
                        <a:pt x="150" y="97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15" name="Freeform: Shape 1014">
                  <a:extLst>
                    <a:ext uri="{FF2B5EF4-FFF2-40B4-BE49-F238E27FC236}">
                      <a16:creationId xmlns:a16="http://schemas.microsoft.com/office/drawing/2014/main" id="{7C7BD4B6-B183-B902-4022-48332A88700E}"/>
                    </a:ext>
                  </a:extLst>
                </p:cNvPr>
                <p:cNvSpPr/>
                <p:nvPr/>
              </p:nvSpPr>
              <p:spPr>
                <a:xfrm>
                  <a:off x="9215033" y="2227736"/>
                  <a:ext cx="845" cy="914"/>
                </a:xfrm>
                <a:custGeom>
                  <a:avLst/>
                  <a:gdLst>
                    <a:gd name="connsiteX0" fmla="*/ 0 w 845"/>
                    <a:gd name="connsiteY0" fmla="*/ 915 h 914"/>
                    <a:gd name="connsiteX1" fmla="*/ 810 w 845"/>
                    <a:gd name="connsiteY1" fmla="*/ 0 h 914"/>
                    <a:gd name="connsiteX2" fmla="*/ 845 w 845"/>
                    <a:gd name="connsiteY2" fmla="*/ 915 h 914"/>
                    <a:gd name="connsiteX3" fmla="*/ 0 w 845"/>
                    <a:gd name="connsiteY3" fmla="*/ 915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45" h="914">
                      <a:moveTo>
                        <a:pt x="0" y="915"/>
                      </a:moveTo>
                      <a:lnTo>
                        <a:pt x="810" y="0"/>
                      </a:lnTo>
                      <a:lnTo>
                        <a:pt x="845" y="915"/>
                      </a:lnTo>
                      <a:lnTo>
                        <a:pt x="0" y="91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16" name="Freeform: Shape 1015">
                  <a:extLst>
                    <a:ext uri="{FF2B5EF4-FFF2-40B4-BE49-F238E27FC236}">
                      <a16:creationId xmlns:a16="http://schemas.microsoft.com/office/drawing/2014/main" id="{071E0C29-317B-682C-931A-74C26898FCB3}"/>
                    </a:ext>
                  </a:extLst>
                </p:cNvPr>
                <p:cNvSpPr/>
                <p:nvPr/>
              </p:nvSpPr>
              <p:spPr>
                <a:xfrm>
                  <a:off x="7827166" y="3221340"/>
                  <a:ext cx="1122" cy="833"/>
                </a:xfrm>
                <a:custGeom>
                  <a:avLst/>
                  <a:gdLst>
                    <a:gd name="connsiteX0" fmla="*/ 0 w 1122"/>
                    <a:gd name="connsiteY0" fmla="*/ 0 h 833"/>
                    <a:gd name="connsiteX1" fmla="*/ 70 w 1122"/>
                    <a:gd name="connsiteY1" fmla="*/ 12 h 833"/>
                    <a:gd name="connsiteX2" fmla="*/ 1123 w 1122"/>
                    <a:gd name="connsiteY2" fmla="*/ 822 h 833"/>
                    <a:gd name="connsiteX3" fmla="*/ 255 w 1122"/>
                    <a:gd name="connsiteY3" fmla="*/ 834 h 833"/>
                    <a:gd name="connsiteX4" fmla="*/ 0 w 1122"/>
                    <a:gd name="connsiteY4" fmla="*/ 0 h 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2" h="833">
                      <a:moveTo>
                        <a:pt x="0" y="0"/>
                      </a:moveTo>
                      <a:lnTo>
                        <a:pt x="70" y="12"/>
                      </a:lnTo>
                      <a:lnTo>
                        <a:pt x="1123" y="822"/>
                      </a:lnTo>
                      <a:lnTo>
                        <a:pt x="255" y="83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17" name="Freeform: Shape 1016">
                  <a:extLst>
                    <a:ext uri="{FF2B5EF4-FFF2-40B4-BE49-F238E27FC236}">
                      <a16:creationId xmlns:a16="http://schemas.microsoft.com/office/drawing/2014/main" id="{D514284B-3FA5-1C74-F4CA-4E33CCB720C4}"/>
                    </a:ext>
                  </a:extLst>
                </p:cNvPr>
                <p:cNvSpPr/>
                <p:nvPr/>
              </p:nvSpPr>
              <p:spPr>
                <a:xfrm>
                  <a:off x="9663482" y="1736815"/>
                  <a:ext cx="740" cy="1122"/>
                </a:xfrm>
                <a:custGeom>
                  <a:avLst/>
                  <a:gdLst>
                    <a:gd name="connsiteX0" fmla="*/ 741 w 740"/>
                    <a:gd name="connsiteY0" fmla="*/ 938 h 1122"/>
                    <a:gd name="connsiteX1" fmla="*/ 0 w 740"/>
                    <a:gd name="connsiteY1" fmla="*/ 1123 h 1122"/>
                    <a:gd name="connsiteX2" fmla="*/ 683 w 740"/>
                    <a:gd name="connsiteY2" fmla="*/ 0 h 1122"/>
                    <a:gd name="connsiteX3" fmla="*/ 741 w 740"/>
                    <a:gd name="connsiteY3" fmla="*/ 93 h 1122"/>
                    <a:gd name="connsiteX4" fmla="*/ 741 w 740"/>
                    <a:gd name="connsiteY4" fmla="*/ 938 h 1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0" h="1122">
                      <a:moveTo>
                        <a:pt x="741" y="938"/>
                      </a:moveTo>
                      <a:lnTo>
                        <a:pt x="0" y="1123"/>
                      </a:lnTo>
                      <a:lnTo>
                        <a:pt x="683" y="0"/>
                      </a:lnTo>
                      <a:lnTo>
                        <a:pt x="741" y="93"/>
                      </a:lnTo>
                      <a:lnTo>
                        <a:pt x="741" y="93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18" name="Freeform: Shape 1017">
                  <a:extLst>
                    <a:ext uri="{FF2B5EF4-FFF2-40B4-BE49-F238E27FC236}">
                      <a16:creationId xmlns:a16="http://schemas.microsoft.com/office/drawing/2014/main" id="{2AE3B6F9-4D51-B974-90FF-8C60B4EED9E0}"/>
                    </a:ext>
                  </a:extLst>
                </p:cNvPr>
                <p:cNvSpPr/>
                <p:nvPr/>
              </p:nvSpPr>
              <p:spPr>
                <a:xfrm>
                  <a:off x="7889108" y="3101576"/>
                  <a:ext cx="1122" cy="1377"/>
                </a:xfrm>
                <a:custGeom>
                  <a:avLst/>
                  <a:gdLst>
                    <a:gd name="connsiteX0" fmla="*/ 0 w 1122"/>
                    <a:gd name="connsiteY0" fmla="*/ 0 h 1377"/>
                    <a:gd name="connsiteX1" fmla="*/ 1123 w 1122"/>
                    <a:gd name="connsiteY1" fmla="*/ 1053 h 1377"/>
                    <a:gd name="connsiteX2" fmla="*/ 741 w 1122"/>
                    <a:gd name="connsiteY2" fmla="*/ 1378 h 1377"/>
                    <a:gd name="connsiteX3" fmla="*/ 0 w 1122"/>
                    <a:gd name="connsiteY3" fmla="*/ 0 h 1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2" h="1377">
                      <a:moveTo>
                        <a:pt x="0" y="0"/>
                      </a:moveTo>
                      <a:lnTo>
                        <a:pt x="1123" y="1053"/>
                      </a:lnTo>
                      <a:lnTo>
                        <a:pt x="741" y="137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19" name="Freeform: Shape 1018">
                  <a:extLst>
                    <a:ext uri="{FF2B5EF4-FFF2-40B4-BE49-F238E27FC236}">
                      <a16:creationId xmlns:a16="http://schemas.microsoft.com/office/drawing/2014/main" id="{8A32D795-A2F3-6E7B-20D2-770F8874351A}"/>
                    </a:ext>
                  </a:extLst>
                </p:cNvPr>
                <p:cNvSpPr/>
                <p:nvPr/>
              </p:nvSpPr>
              <p:spPr>
                <a:xfrm>
                  <a:off x="8054551" y="3818864"/>
                  <a:ext cx="671" cy="937"/>
                </a:xfrm>
                <a:custGeom>
                  <a:avLst/>
                  <a:gdLst>
                    <a:gd name="connsiteX0" fmla="*/ 521 w 671"/>
                    <a:gd name="connsiteY0" fmla="*/ 614 h 937"/>
                    <a:gd name="connsiteX1" fmla="*/ 116 w 671"/>
                    <a:gd name="connsiteY1" fmla="*/ 938 h 937"/>
                    <a:gd name="connsiteX2" fmla="*/ 0 w 671"/>
                    <a:gd name="connsiteY2" fmla="*/ 0 h 937"/>
                    <a:gd name="connsiteX3" fmla="*/ 671 w 671"/>
                    <a:gd name="connsiteY3" fmla="*/ 139 h 937"/>
                    <a:gd name="connsiteX4" fmla="*/ 521 w 671"/>
                    <a:gd name="connsiteY4" fmla="*/ 614 h 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1" h="937">
                      <a:moveTo>
                        <a:pt x="521" y="614"/>
                      </a:moveTo>
                      <a:lnTo>
                        <a:pt x="116" y="938"/>
                      </a:lnTo>
                      <a:lnTo>
                        <a:pt x="0" y="0"/>
                      </a:lnTo>
                      <a:lnTo>
                        <a:pt x="671" y="139"/>
                      </a:lnTo>
                      <a:lnTo>
                        <a:pt x="521" y="61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20" name="Freeform: Shape 1019">
                  <a:extLst>
                    <a:ext uri="{FF2B5EF4-FFF2-40B4-BE49-F238E27FC236}">
                      <a16:creationId xmlns:a16="http://schemas.microsoft.com/office/drawing/2014/main" id="{C9CEB335-8590-4B0A-517E-3D7C89433C02}"/>
                    </a:ext>
                  </a:extLst>
                </p:cNvPr>
                <p:cNvSpPr/>
                <p:nvPr/>
              </p:nvSpPr>
              <p:spPr>
                <a:xfrm>
                  <a:off x="7999079" y="3771576"/>
                  <a:ext cx="787" cy="949"/>
                </a:xfrm>
                <a:custGeom>
                  <a:avLst/>
                  <a:gdLst>
                    <a:gd name="connsiteX0" fmla="*/ 127 w 787"/>
                    <a:gd name="connsiteY0" fmla="*/ 845 h 949"/>
                    <a:gd name="connsiteX1" fmla="*/ 46 w 787"/>
                    <a:gd name="connsiteY1" fmla="*/ 949 h 949"/>
                    <a:gd name="connsiteX2" fmla="*/ 0 w 787"/>
                    <a:gd name="connsiteY2" fmla="*/ 11 h 949"/>
                    <a:gd name="connsiteX3" fmla="*/ 127 w 787"/>
                    <a:gd name="connsiteY3" fmla="*/ 11 h 949"/>
                    <a:gd name="connsiteX4" fmla="*/ 776 w 787"/>
                    <a:gd name="connsiteY4" fmla="*/ 0 h 949"/>
                    <a:gd name="connsiteX5" fmla="*/ 787 w 787"/>
                    <a:gd name="connsiteY5" fmla="*/ 23 h 949"/>
                    <a:gd name="connsiteX6" fmla="*/ 127 w 787"/>
                    <a:gd name="connsiteY6" fmla="*/ 845 h 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87" h="949">
                      <a:moveTo>
                        <a:pt x="127" y="845"/>
                      </a:moveTo>
                      <a:lnTo>
                        <a:pt x="46" y="949"/>
                      </a:lnTo>
                      <a:lnTo>
                        <a:pt x="0" y="11"/>
                      </a:lnTo>
                      <a:lnTo>
                        <a:pt x="127" y="11"/>
                      </a:lnTo>
                      <a:lnTo>
                        <a:pt x="776" y="0"/>
                      </a:lnTo>
                      <a:lnTo>
                        <a:pt x="787" y="23"/>
                      </a:lnTo>
                      <a:lnTo>
                        <a:pt x="127" y="84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21" name="Freeform: Shape 1020">
                  <a:extLst>
                    <a:ext uri="{FF2B5EF4-FFF2-40B4-BE49-F238E27FC236}">
                      <a16:creationId xmlns:a16="http://schemas.microsoft.com/office/drawing/2014/main" id="{1229962B-E9F8-7EBE-01A0-9AA592272197}"/>
                    </a:ext>
                  </a:extLst>
                </p:cNvPr>
                <p:cNvSpPr/>
                <p:nvPr/>
              </p:nvSpPr>
              <p:spPr>
                <a:xfrm>
                  <a:off x="7817014" y="3131638"/>
                  <a:ext cx="1007" cy="949"/>
                </a:xfrm>
                <a:custGeom>
                  <a:avLst/>
                  <a:gdLst>
                    <a:gd name="connsiteX0" fmla="*/ 0 w 1007"/>
                    <a:gd name="connsiteY0" fmla="*/ 556 h 949"/>
                    <a:gd name="connsiteX1" fmla="*/ 498 w 1007"/>
                    <a:gd name="connsiteY1" fmla="*/ 0 h 949"/>
                    <a:gd name="connsiteX2" fmla="*/ 1007 w 1007"/>
                    <a:gd name="connsiteY2" fmla="*/ 949 h 949"/>
                    <a:gd name="connsiteX3" fmla="*/ 0 w 1007"/>
                    <a:gd name="connsiteY3" fmla="*/ 556 h 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7" h="949">
                      <a:moveTo>
                        <a:pt x="0" y="556"/>
                      </a:moveTo>
                      <a:lnTo>
                        <a:pt x="498" y="0"/>
                      </a:lnTo>
                      <a:lnTo>
                        <a:pt x="1007" y="949"/>
                      </a:lnTo>
                      <a:lnTo>
                        <a:pt x="0" y="55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22" name="Freeform: Shape 1021">
                  <a:extLst>
                    <a:ext uri="{FF2B5EF4-FFF2-40B4-BE49-F238E27FC236}">
                      <a16:creationId xmlns:a16="http://schemas.microsoft.com/office/drawing/2014/main" id="{FE145497-9DB1-1FFA-1B2F-96DEF3FDF06C}"/>
                    </a:ext>
                  </a:extLst>
                </p:cNvPr>
                <p:cNvSpPr/>
                <p:nvPr/>
              </p:nvSpPr>
              <p:spPr>
                <a:xfrm>
                  <a:off x="7986334" y="2778447"/>
                  <a:ext cx="821" cy="972"/>
                </a:xfrm>
                <a:custGeom>
                  <a:avLst/>
                  <a:gdLst>
                    <a:gd name="connsiteX0" fmla="*/ 35 w 821"/>
                    <a:gd name="connsiteY0" fmla="*/ 0 h 972"/>
                    <a:gd name="connsiteX1" fmla="*/ 174 w 821"/>
                    <a:gd name="connsiteY1" fmla="*/ 46 h 972"/>
                    <a:gd name="connsiteX2" fmla="*/ 822 w 821"/>
                    <a:gd name="connsiteY2" fmla="*/ 718 h 972"/>
                    <a:gd name="connsiteX3" fmla="*/ 278 w 821"/>
                    <a:gd name="connsiteY3" fmla="*/ 972 h 972"/>
                    <a:gd name="connsiteX4" fmla="*/ 0 w 821"/>
                    <a:gd name="connsiteY4" fmla="*/ 312 h 972"/>
                    <a:gd name="connsiteX5" fmla="*/ 35 w 821"/>
                    <a:gd name="connsiteY5" fmla="*/ 0 h 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21" h="972">
                      <a:moveTo>
                        <a:pt x="35" y="0"/>
                      </a:moveTo>
                      <a:lnTo>
                        <a:pt x="174" y="46"/>
                      </a:lnTo>
                      <a:lnTo>
                        <a:pt x="822" y="718"/>
                      </a:lnTo>
                      <a:lnTo>
                        <a:pt x="278" y="972"/>
                      </a:lnTo>
                      <a:lnTo>
                        <a:pt x="0" y="312"/>
                      </a:lnTo>
                      <a:lnTo>
                        <a:pt x="3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23" name="Freeform: Shape 1022">
                  <a:extLst>
                    <a:ext uri="{FF2B5EF4-FFF2-40B4-BE49-F238E27FC236}">
                      <a16:creationId xmlns:a16="http://schemas.microsoft.com/office/drawing/2014/main" id="{07BA7455-68D4-B176-D0EC-4FB78F78E18D}"/>
                    </a:ext>
                  </a:extLst>
                </p:cNvPr>
                <p:cNvSpPr/>
                <p:nvPr/>
              </p:nvSpPr>
              <p:spPr>
                <a:xfrm>
                  <a:off x="8288950" y="3383599"/>
                  <a:ext cx="590" cy="1284"/>
                </a:xfrm>
                <a:custGeom>
                  <a:avLst/>
                  <a:gdLst>
                    <a:gd name="connsiteX0" fmla="*/ 567 w 590"/>
                    <a:gd name="connsiteY0" fmla="*/ 672 h 1284"/>
                    <a:gd name="connsiteX1" fmla="*/ 475 w 590"/>
                    <a:gd name="connsiteY1" fmla="*/ 1285 h 1284"/>
                    <a:gd name="connsiteX2" fmla="*/ 0 w 590"/>
                    <a:gd name="connsiteY2" fmla="*/ 359 h 1284"/>
                    <a:gd name="connsiteX3" fmla="*/ 590 w 590"/>
                    <a:gd name="connsiteY3" fmla="*/ 0 h 1284"/>
                    <a:gd name="connsiteX4" fmla="*/ 567 w 590"/>
                    <a:gd name="connsiteY4" fmla="*/ 672 h 1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0" h="1284">
                      <a:moveTo>
                        <a:pt x="567" y="672"/>
                      </a:moveTo>
                      <a:lnTo>
                        <a:pt x="475" y="1285"/>
                      </a:lnTo>
                      <a:lnTo>
                        <a:pt x="0" y="359"/>
                      </a:lnTo>
                      <a:lnTo>
                        <a:pt x="590" y="0"/>
                      </a:lnTo>
                      <a:lnTo>
                        <a:pt x="567" y="67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24" name="Freeform: Shape 1023">
                  <a:extLst>
                    <a:ext uri="{FF2B5EF4-FFF2-40B4-BE49-F238E27FC236}">
                      <a16:creationId xmlns:a16="http://schemas.microsoft.com/office/drawing/2014/main" id="{DBF26FB5-C2FF-1479-783B-957961C03F0B}"/>
                    </a:ext>
                  </a:extLst>
                </p:cNvPr>
                <p:cNvSpPr/>
                <p:nvPr/>
              </p:nvSpPr>
              <p:spPr>
                <a:xfrm>
                  <a:off x="9228078" y="2331884"/>
                  <a:ext cx="775" cy="914"/>
                </a:xfrm>
                <a:custGeom>
                  <a:avLst/>
                  <a:gdLst>
                    <a:gd name="connsiteX0" fmla="*/ 718 w 775"/>
                    <a:gd name="connsiteY0" fmla="*/ 822 h 914"/>
                    <a:gd name="connsiteX1" fmla="*/ 0 w 775"/>
                    <a:gd name="connsiteY1" fmla="*/ 914 h 914"/>
                    <a:gd name="connsiteX2" fmla="*/ 139 w 775"/>
                    <a:gd name="connsiteY2" fmla="*/ 544 h 914"/>
                    <a:gd name="connsiteX3" fmla="*/ 637 w 775"/>
                    <a:gd name="connsiteY3" fmla="*/ 0 h 914"/>
                    <a:gd name="connsiteX4" fmla="*/ 775 w 775"/>
                    <a:gd name="connsiteY4" fmla="*/ 799 h 914"/>
                    <a:gd name="connsiteX5" fmla="*/ 718 w 775"/>
                    <a:gd name="connsiteY5" fmla="*/ 822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75" h="914">
                      <a:moveTo>
                        <a:pt x="718" y="822"/>
                      </a:moveTo>
                      <a:lnTo>
                        <a:pt x="0" y="914"/>
                      </a:lnTo>
                      <a:lnTo>
                        <a:pt x="139" y="544"/>
                      </a:lnTo>
                      <a:lnTo>
                        <a:pt x="637" y="0"/>
                      </a:lnTo>
                      <a:lnTo>
                        <a:pt x="775" y="799"/>
                      </a:lnTo>
                      <a:lnTo>
                        <a:pt x="718" y="8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25" name="Freeform: Shape 1024">
                  <a:extLst>
                    <a:ext uri="{FF2B5EF4-FFF2-40B4-BE49-F238E27FC236}">
                      <a16:creationId xmlns:a16="http://schemas.microsoft.com/office/drawing/2014/main" id="{AA4128A8-2562-4C3F-0DE4-E466F6187AED}"/>
                    </a:ext>
                  </a:extLst>
                </p:cNvPr>
                <p:cNvSpPr/>
                <p:nvPr/>
              </p:nvSpPr>
              <p:spPr>
                <a:xfrm>
                  <a:off x="9176485" y="2360986"/>
                  <a:ext cx="995" cy="752"/>
                </a:xfrm>
                <a:custGeom>
                  <a:avLst/>
                  <a:gdLst>
                    <a:gd name="connsiteX0" fmla="*/ 0 w 995"/>
                    <a:gd name="connsiteY0" fmla="*/ 729 h 752"/>
                    <a:gd name="connsiteX1" fmla="*/ 718 w 995"/>
                    <a:gd name="connsiteY1" fmla="*/ 0 h 752"/>
                    <a:gd name="connsiteX2" fmla="*/ 996 w 995"/>
                    <a:gd name="connsiteY2" fmla="*/ 752 h 752"/>
                    <a:gd name="connsiteX3" fmla="*/ 0 w 995"/>
                    <a:gd name="connsiteY3" fmla="*/ 729 h 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5" h="752">
                      <a:moveTo>
                        <a:pt x="0" y="729"/>
                      </a:moveTo>
                      <a:lnTo>
                        <a:pt x="718" y="0"/>
                      </a:lnTo>
                      <a:lnTo>
                        <a:pt x="996" y="752"/>
                      </a:lnTo>
                      <a:lnTo>
                        <a:pt x="0" y="72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26" name="Freeform: Shape 1025">
                  <a:extLst>
                    <a:ext uri="{FF2B5EF4-FFF2-40B4-BE49-F238E27FC236}">
                      <a16:creationId xmlns:a16="http://schemas.microsoft.com/office/drawing/2014/main" id="{EB695589-5D5C-F215-1EBF-01E9F30E4663}"/>
                    </a:ext>
                  </a:extLst>
                </p:cNvPr>
                <p:cNvSpPr/>
                <p:nvPr/>
              </p:nvSpPr>
              <p:spPr>
                <a:xfrm>
                  <a:off x="9663123" y="1751458"/>
                  <a:ext cx="1088" cy="810"/>
                </a:xfrm>
                <a:custGeom>
                  <a:avLst/>
                  <a:gdLst>
                    <a:gd name="connsiteX0" fmla="*/ 0 w 1088"/>
                    <a:gd name="connsiteY0" fmla="*/ 810 h 810"/>
                    <a:gd name="connsiteX1" fmla="*/ 220 w 1088"/>
                    <a:gd name="connsiteY1" fmla="*/ 0 h 810"/>
                    <a:gd name="connsiteX2" fmla="*/ 1088 w 1088"/>
                    <a:gd name="connsiteY2" fmla="*/ 185 h 810"/>
                    <a:gd name="connsiteX3" fmla="*/ 0 w 1088"/>
                    <a:gd name="connsiteY3" fmla="*/ 810 h 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88" h="810">
                      <a:moveTo>
                        <a:pt x="0" y="810"/>
                      </a:moveTo>
                      <a:lnTo>
                        <a:pt x="220" y="0"/>
                      </a:lnTo>
                      <a:lnTo>
                        <a:pt x="1088" y="185"/>
                      </a:lnTo>
                      <a:lnTo>
                        <a:pt x="0" y="81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27" name="Freeform: Shape 1026">
                  <a:extLst>
                    <a:ext uri="{FF2B5EF4-FFF2-40B4-BE49-F238E27FC236}">
                      <a16:creationId xmlns:a16="http://schemas.microsoft.com/office/drawing/2014/main" id="{6F0BA9FE-8EAD-DE0E-BE9D-6CE58C88E1F7}"/>
                    </a:ext>
                  </a:extLst>
                </p:cNvPr>
                <p:cNvSpPr/>
                <p:nvPr/>
              </p:nvSpPr>
              <p:spPr>
                <a:xfrm>
                  <a:off x="8015239" y="3757314"/>
                  <a:ext cx="949" cy="1412"/>
                </a:xfrm>
                <a:custGeom>
                  <a:avLst/>
                  <a:gdLst>
                    <a:gd name="connsiteX0" fmla="*/ 0 w 949"/>
                    <a:gd name="connsiteY0" fmla="*/ 614 h 1412"/>
                    <a:gd name="connsiteX1" fmla="*/ 93 w 949"/>
                    <a:gd name="connsiteY1" fmla="*/ 0 h 1412"/>
                    <a:gd name="connsiteX2" fmla="*/ 752 w 949"/>
                    <a:gd name="connsiteY2" fmla="*/ 973 h 1412"/>
                    <a:gd name="connsiteX3" fmla="*/ 949 w 949"/>
                    <a:gd name="connsiteY3" fmla="*/ 1412 h 1412"/>
                    <a:gd name="connsiteX4" fmla="*/ 0 w 949"/>
                    <a:gd name="connsiteY4" fmla="*/ 614 h 14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9" h="1412">
                      <a:moveTo>
                        <a:pt x="0" y="614"/>
                      </a:moveTo>
                      <a:lnTo>
                        <a:pt x="93" y="0"/>
                      </a:lnTo>
                      <a:lnTo>
                        <a:pt x="752" y="973"/>
                      </a:lnTo>
                      <a:lnTo>
                        <a:pt x="949" y="1412"/>
                      </a:lnTo>
                      <a:lnTo>
                        <a:pt x="0" y="61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28" name="Freeform: Shape 1027">
                  <a:extLst>
                    <a:ext uri="{FF2B5EF4-FFF2-40B4-BE49-F238E27FC236}">
                      <a16:creationId xmlns:a16="http://schemas.microsoft.com/office/drawing/2014/main" id="{4FDD4D18-D1DE-D4C9-5A02-B2D6E05117CD}"/>
                    </a:ext>
                  </a:extLst>
                </p:cNvPr>
                <p:cNvSpPr/>
                <p:nvPr/>
              </p:nvSpPr>
              <p:spPr>
                <a:xfrm>
                  <a:off x="7859266" y="3121336"/>
                  <a:ext cx="1423" cy="1354"/>
                </a:xfrm>
                <a:custGeom>
                  <a:avLst/>
                  <a:gdLst>
                    <a:gd name="connsiteX0" fmla="*/ 0 w 1423"/>
                    <a:gd name="connsiteY0" fmla="*/ 0 h 1354"/>
                    <a:gd name="connsiteX1" fmla="*/ 1042 w 1423"/>
                    <a:gd name="connsiteY1" fmla="*/ 475 h 1354"/>
                    <a:gd name="connsiteX2" fmla="*/ 1424 w 1423"/>
                    <a:gd name="connsiteY2" fmla="*/ 1354 h 1354"/>
                    <a:gd name="connsiteX3" fmla="*/ 0 w 1423"/>
                    <a:gd name="connsiteY3" fmla="*/ 0 h 1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3" h="1354">
                      <a:moveTo>
                        <a:pt x="0" y="0"/>
                      </a:moveTo>
                      <a:lnTo>
                        <a:pt x="1042" y="475"/>
                      </a:lnTo>
                      <a:lnTo>
                        <a:pt x="1424" y="13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29" name="Freeform: Shape 1028">
                  <a:extLst>
                    <a:ext uri="{FF2B5EF4-FFF2-40B4-BE49-F238E27FC236}">
                      <a16:creationId xmlns:a16="http://schemas.microsoft.com/office/drawing/2014/main" id="{81C7C26D-D761-C4A5-B4FF-472393E3422F}"/>
                    </a:ext>
                  </a:extLst>
                </p:cNvPr>
                <p:cNvSpPr/>
                <p:nvPr/>
              </p:nvSpPr>
              <p:spPr>
                <a:xfrm>
                  <a:off x="7968785" y="2776085"/>
                  <a:ext cx="949" cy="879"/>
                </a:xfrm>
                <a:custGeom>
                  <a:avLst/>
                  <a:gdLst>
                    <a:gd name="connsiteX0" fmla="*/ 0 w 949"/>
                    <a:gd name="connsiteY0" fmla="*/ 127 h 879"/>
                    <a:gd name="connsiteX1" fmla="*/ 949 w 949"/>
                    <a:gd name="connsiteY1" fmla="*/ 0 h 879"/>
                    <a:gd name="connsiteX2" fmla="*/ 220 w 949"/>
                    <a:gd name="connsiteY2" fmla="*/ 880 h 879"/>
                    <a:gd name="connsiteX3" fmla="*/ 0 w 949"/>
                    <a:gd name="connsiteY3" fmla="*/ 127 h 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49" h="879">
                      <a:moveTo>
                        <a:pt x="0" y="127"/>
                      </a:moveTo>
                      <a:lnTo>
                        <a:pt x="949" y="0"/>
                      </a:lnTo>
                      <a:lnTo>
                        <a:pt x="220" y="880"/>
                      </a:lnTo>
                      <a:lnTo>
                        <a:pt x="0" y="1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30" name="Freeform: Shape 1029">
                  <a:extLst>
                    <a:ext uri="{FF2B5EF4-FFF2-40B4-BE49-F238E27FC236}">
                      <a16:creationId xmlns:a16="http://schemas.microsoft.com/office/drawing/2014/main" id="{06D9056F-4F52-8AD9-6884-81EA4B377267}"/>
                    </a:ext>
                  </a:extLst>
                </p:cNvPr>
                <p:cNvSpPr/>
                <p:nvPr/>
              </p:nvSpPr>
              <p:spPr>
                <a:xfrm>
                  <a:off x="8043855" y="3826527"/>
                  <a:ext cx="810" cy="1863"/>
                </a:xfrm>
                <a:custGeom>
                  <a:avLst/>
                  <a:gdLst>
                    <a:gd name="connsiteX0" fmla="*/ 104 w 810"/>
                    <a:gd name="connsiteY0" fmla="*/ 1702 h 1863"/>
                    <a:gd name="connsiteX1" fmla="*/ 0 w 810"/>
                    <a:gd name="connsiteY1" fmla="*/ 1864 h 1863"/>
                    <a:gd name="connsiteX2" fmla="*/ 11 w 810"/>
                    <a:gd name="connsiteY2" fmla="*/ 1679 h 1863"/>
                    <a:gd name="connsiteX3" fmla="*/ 451 w 810"/>
                    <a:gd name="connsiteY3" fmla="*/ 81 h 1863"/>
                    <a:gd name="connsiteX4" fmla="*/ 810 w 810"/>
                    <a:gd name="connsiteY4" fmla="*/ 0 h 1863"/>
                    <a:gd name="connsiteX5" fmla="*/ 104 w 810"/>
                    <a:gd name="connsiteY5" fmla="*/ 1702 h 1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0" h="1863">
                      <a:moveTo>
                        <a:pt x="104" y="1702"/>
                      </a:moveTo>
                      <a:lnTo>
                        <a:pt x="0" y="1864"/>
                      </a:lnTo>
                      <a:lnTo>
                        <a:pt x="11" y="1679"/>
                      </a:lnTo>
                      <a:lnTo>
                        <a:pt x="451" y="81"/>
                      </a:lnTo>
                      <a:lnTo>
                        <a:pt x="810" y="0"/>
                      </a:lnTo>
                      <a:lnTo>
                        <a:pt x="104" y="17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31" name="Freeform: Shape 1030">
                  <a:extLst>
                    <a:ext uri="{FF2B5EF4-FFF2-40B4-BE49-F238E27FC236}">
                      <a16:creationId xmlns:a16="http://schemas.microsoft.com/office/drawing/2014/main" id="{E8F5BFB9-9B70-47FA-5343-B8D827FEB1DF}"/>
                    </a:ext>
                  </a:extLst>
                </p:cNvPr>
                <p:cNvSpPr/>
                <p:nvPr/>
              </p:nvSpPr>
              <p:spPr>
                <a:xfrm>
                  <a:off x="8409999" y="2955060"/>
                  <a:ext cx="613" cy="1354"/>
                </a:xfrm>
                <a:custGeom>
                  <a:avLst/>
                  <a:gdLst>
                    <a:gd name="connsiteX0" fmla="*/ 232 w 613"/>
                    <a:gd name="connsiteY0" fmla="*/ 0 h 1354"/>
                    <a:gd name="connsiteX1" fmla="*/ 440 w 613"/>
                    <a:gd name="connsiteY1" fmla="*/ 463 h 1354"/>
                    <a:gd name="connsiteX2" fmla="*/ 614 w 613"/>
                    <a:gd name="connsiteY2" fmla="*/ 903 h 1354"/>
                    <a:gd name="connsiteX3" fmla="*/ 0 w 613"/>
                    <a:gd name="connsiteY3" fmla="*/ 1354 h 1354"/>
                    <a:gd name="connsiteX4" fmla="*/ 232 w 613"/>
                    <a:gd name="connsiteY4" fmla="*/ 0 h 1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3" h="1354">
                      <a:moveTo>
                        <a:pt x="232" y="0"/>
                      </a:moveTo>
                      <a:lnTo>
                        <a:pt x="440" y="463"/>
                      </a:lnTo>
                      <a:lnTo>
                        <a:pt x="614" y="903"/>
                      </a:lnTo>
                      <a:lnTo>
                        <a:pt x="0" y="1354"/>
                      </a:lnTo>
                      <a:lnTo>
                        <a:pt x="232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32" name="Freeform: Shape 1031">
                  <a:extLst>
                    <a:ext uri="{FF2B5EF4-FFF2-40B4-BE49-F238E27FC236}">
                      <a16:creationId xmlns:a16="http://schemas.microsoft.com/office/drawing/2014/main" id="{40321E98-4A54-59B9-E387-F5917BA5FC57}"/>
                    </a:ext>
                  </a:extLst>
                </p:cNvPr>
                <p:cNvSpPr/>
                <p:nvPr/>
              </p:nvSpPr>
              <p:spPr>
                <a:xfrm>
                  <a:off x="7821285" y="3237581"/>
                  <a:ext cx="1122" cy="521"/>
                </a:xfrm>
                <a:custGeom>
                  <a:avLst/>
                  <a:gdLst>
                    <a:gd name="connsiteX0" fmla="*/ 278 w 1122"/>
                    <a:gd name="connsiteY0" fmla="*/ 0 h 521"/>
                    <a:gd name="connsiteX1" fmla="*/ 845 w 1122"/>
                    <a:gd name="connsiteY1" fmla="*/ 70 h 521"/>
                    <a:gd name="connsiteX2" fmla="*/ 1123 w 1122"/>
                    <a:gd name="connsiteY2" fmla="*/ 498 h 521"/>
                    <a:gd name="connsiteX3" fmla="*/ 556 w 1122"/>
                    <a:gd name="connsiteY3" fmla="*/ 521 h 521"/>
                    <a:gd name="connsiteX4" fmla="*/ 0 w 1122"/>
                    <a:gd name="connsiteY4" fmla="*/ 232 h 521"/>
                    <a:gd name="connsiteX5" fmla="*/ 278 w 1122"/>
                    <a:gd name="connsiteY5" fmla="*/ 0 h 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22" h="521">
                      <a:moveTo>
                        <a:pt x="278" y="0"/>
                      </a:moveTo>
                      <a:lnTo>
                        <a:pt x="845" y="70"/>
                      </a:lnTo>
                      <a:lnTo>
                        <a:pt x="1123" y="498"/>
                      </a:lnTo>
                      <a:lnTo>
                        <a:pt x="556" y="521"/>
                      </a:lnTo>
                      <a:lnTo>
                        <a:pt x="0" y="232"/>
                      </a:lnTo>
                      <a:lnTo>
                        <a:pt x="278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33" name="Freeform: Shape 1032">
                  <a:extLst>
                    <a:ext uri="{FF2B5EF4-FFF2-40B4-BE49-F238E27FC236}">
                      <a16:creationId xmlns:a16="http://schemas.microsoft.com/office/drawing/2014/main" id="{FD41D845-F9D5-52F6-D23D-634D357B4239}"/>
                    </a:ext>
                  </a:extLst>
                </p:cNvPr>
                <p:cNvSpPr/>
                <p:nvPr/>
              </p:nvSpPr>
              <p:spPr>
                <a:xfrm>
                  <a:off x="8494411" y="2761187"/>
                  <a:ext cx="625" cy="1342"/>
                </a:xfrm>
                <a:custGeom>
                  <a:avLst/>
                  <a:gdLst>
                    <a:gd name="connsiteX0" fmla="*/ 185 w 625"/>
                    <a:gd name="connsiteY0" fmla="*/ 0 h 1342"/>
                    <a:gd name="connsiteX1" fmla="*/ 405 w 625"/>
                    <a:gd name="connsiteY1" fmla="*/ 174 h 1342"/>
                    <a:gd name="connsiteX2" fmla="*/ 625 w 625"/>
                    <a:gd name="connsiteY2" fmla="*/ 567 h 1342"/>
                    <a:gd name="connsiteX3" fmla="*/ 0 w 625"/>
                    <a:gd name="connsiteY3" fmla="*/ 1343 h 1342"/>
                    <a:gd name="connsiteX4" fmla="*/ 185 w 625"/>
                    <a:gd name="connsiteY4" fmla="*/ 0 h 1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5" h="1342">
                      <a:moveTo>
                        <a:pt x="185" y="0"/>
                      </a:moveTo>
                      <a:lnTo>
                        <a:pt x="405" y="174"/>
                      </a:lnTo>
                      <a:lnTo>
                        <a:pt x="625" y="567"/>
                      </a:lnTo>
                      <a:lnTo>
                        <a:pt x="0" y="1343"/>
                      </a:lnTo>
                      <a:lnTo>
                        <a:pt x="18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34" name="Freeform: Shape 1033">
                  <a:extLst>
                    <a:ext uri="{FF2B5EF4-FFF2-40B4-BE49-F238E27FC236}">
                      <a16:creationId xmlns:a16="http://schemas.microsoft.com/office/drawing/2014/main" id="{B1B7A5B5-941E-2794-6EDB-32A648E7A20F}"/>
                    </a:ext>
                  </a:extLst>
                </p:cNvPr>
                <p:cNvSpPr/>
                <p:nvPr/>
              </p:nvSpPr>
              <p:spPr>
                <a:xfrm>
                  <a:off x="8325866" y="3895392"/>
                  <a:ext cx="636" cy="1192"/>
                </a:xfrm>
                <a:custGeom>
                  <a:avLst/>
                  <a:gdLst>
                    <a:gd name="connsiteX0" fmla="*/ 370 w 636"/>
                    <a:gd name="connsiteY0" fmla="*/ 1123 h 1192"/>
                    <a:gd name="connsiteX1" fmla="*/ 0 w 636"/>
                    <a:gd name="connsiteY1" fmla="*/ 1192 h 1192"/>
                    <a:gd name="connsiteX2" fmla="*/ 370 w 636"/>
                    <a:gd name="connsiteY2" fmla="*/ 0 h 1192"/>
                    <a:gd name="connsiteX3" fmla="*/ 637 w 636"/>
                    <a:gd name="connsiteY3" fmla="*/ 810 h 1192"/>
                    <a:gd name="connsiteX4" fmla="*/ 370 w 636"/>
                    <a:gd name="connsiteY4" fmla="*/ 1123 h 1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6" h="1192">
                      <a:moveTo>
                        <a:pt x="370" y="1123"/>
                      </a:moveTo>
                      <a:lnTo>
                        <a:pt x="0" y="1192"/>
                      </a:lnTo>
                      <a:lnTo>
                        <a:pt x="370" y="0"/>
                      </a:lnTo>
                      <a:lnTo>
                        <a:pt x="637" y="810"/>
                      </a:lnTo>
                      <a:lnTo>
                        <a:pt x="370" y="11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35" name="Freeform: Shape 1034">
                  <a:extLst>
                    <a:ext uri="{FF2B5EF4-FFF2-40B4-BE49-F238E27FC236}">
                      <a16:creationId xmlns:a16="http://schemas.microsoft.com/office/drawing/2014/main" id="{2D18EF81-A12C-27AA-3B7E-AFE7CFA280BF}"/>
                    </a:ext>
                  </a:extLst>
                </p:cNvPr>
                <p:cNvSpPr/>
                <p:nvPr/>
              </p:nvSpPr>
              <p:spPr>
                <a:xfrm>
                  <a:off x="9077245" y="2443186"/>
                  <a:ext cx="798" cy="1192"/>
                </a:xfrm>
                <a:custGeom>
                  <a:avLst/>
                  <a:gdLst>
                    <a:gd name="connsiteX0" fmla="*/ 0 w 798"/>
                    <a:gd name="connsiteY0" fmla="*/ 0 h 1192"/>
                    <a:gd name="connsiteX1" fmla="*/ 799 w 798"/>
                    <a:gd name="connsiteY1" fmla="*/ 1088 h 1192"/>
                    <a:gd name="connsiteX2" fmla="*/ 208 w 798"/>
                    <a:gd name="connsiteY2" fmla="*/ 1192 h 1192"/>
                    <a:gd name="connsiteX3" fmla="*/ 0 w 798"/>
                    <a:gd name="connsiteY3" fmla="*/ 0 h 1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8" h="1192">
                      <a:moveTo>
                        <a:pt x="0" y="0"/>
                      </a:moveTo>
                      <a:lnTo>
                        <a:pt x="799" y="1088"/>
                      </a:lnTo>
                      <a:lnTo>
                        <a:pt x="208" y="119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36" name="Freeform: Shape 1035">
                  <a:extLst>
                    <a:ext uri="{FF2B5EF4-FFF2-40B4-BE49-F238E27FC236}">
                      <a16:creationId xmlns:a16="http://schemas.microsoft.com/office/drawing/2014/main" id="{A975B713-9B6A-282A-552D-553406A7F27F}"/>
                    </a:ext>
                  </a:extLst>
                </p:cNvPr>
                <p:cNvSpPr/>
                <p:nvPr/>
              </p:nvSpPr>
              <p:spPr>
                <a:xfrm>
                  <a:off x="7879720" y="3125943"/>
                  <a:ext cx="601" cy="1250"/>
                </a:xfrm>
                <a:custGeom>
                  <a:avLst/>
                  <a:gdLst>
                    <a:gd name="connsiteX0" fmla="*/ 0 w 601"/>
                    <a:gd name="connsiteY0" fmla="*/ 81 h 1250"/>
                    <a:gd name="connsiteX1" fmla="*/ 602 w 601"/>
                    <a:gd name="connsiteY1" fmla="*/ 0 h 1250"/>
                    <a:gd name="connsiteX2" fmla="*/ 289 w 601"/>
                    <a:gd name="connsiteY2" fmla="*/ 1250 h 1250"/>
                    <a:gd name="connsiteX3" fmla="*/ 0 w 601"/>
                    <a:gd name="connsiteY3" fmla="*/ 81 h 1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1" h="1250">
                      <a:moveTo>
                        <a:pt x="0" y="81"/>
                      </a:moveTo>
                      <a:lnTo>
                        <a:pt x="602" y="0"/>
                      </a:lnTo>
                      <a:lnTo>
                        <a:pt x="289" y="1250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37" name="Freeform: Shape 1036">
                  <a:extLst>
                    <a:ext uri="{FF2B5EF4-FFF2-40B4-BE49-F238E27FC236}">
                      <a16:creationId xmlns:a16="http://schemas.microsoft.com/office/drawing/2014/main" id="{27C4F555-F3AA-1305-2C61-A71F6E6882C7}"/>
                    </a:ext>
                  </a:extLst>
                </p:cNvPr>
                <p:cNvSpPr/>
                <p:nvPr/>
              </p:nvSpPr>
              <p:spPr>
                <a:xfrm>
                  <a:off x="8030947" y="3928094"/>
                  <a:ext cx="1319" cy="624"/>
                </a:xfrm>
                <a:custGeom>
                  <a:avLst/>
                  <a:gdLst>
                    <a:gd name="connsiteX0" fmla="*/ 0 w 1319"/>
                    <a:gd name="connsiteY0" fmla="*/ 347 h 624"/>
                    <a:gd name="connsiteX1" fmla="*/ 139 w 1319"/>
                    <a:gd name="connsiteY1" fmla="*/ 243 h 624"/>
                    <a:gd name="connsiteX2" fmla="*/ 1320 w 1319"/>
                    <a:gd name="connsiteY2" fmla="*/ 0 h 624"/>
                    <a:gd name="connsiteX3" fmla="*/ 834 w 1319"/>
                    <a:gd name="connsiteY3" fmla="*/ 625 h 624"/>
                    <a:gd name="connsiteX4" fmla="*/ 0 w 1319"/>
                    <a:gd name="connsiteY4" fmla="*/ 347 h 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19" h="624">
                      <a:moveTo>
                        <a:pt x="0" y="347"/>
                      </a:moveTo>
                      <a:lnTo>
                        <a:pt x="139" y="243"/>
                      </a:lnTo>
                      <a:lnTo>
                        <a:pt x="1320" y="0"/>
                      </a:lnTo>
                      <a:lnTo>
                        <a:pt x="834" y="625"/>
                      </a:lnTo>
                      <a:lnTo>
                        <a:pt x="0" y="34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38" name="Freeform: Shape 1037">
                  <a:extLst>
                    <a:ext uri="{FF2B5EF4-FFF2-40B4-BE49-F238E27FC236}">
                      <a16:creationId xmlns:a16="http://schemas.microsoft.com/office/drawing/2014/main" id="{4F54FCCF-A19F-1B17-9102-3BD5F94671FE}"/>
                    </a:ext>
                  </a:extLst>
                </p:cNvPr>
                <p:cNvSpPr/>
                <p:nvPr/>
              </p:nvSpPr>
              <p:spPr>
                <a:xfrm>
                  <a:off x="7832433" y="3281060"/>
                  <a:ext cx="706" cy="1007"/>
                </a:xfrm>
                <a:custGeom>
                  <a:avLst/>
                  <a:gdLst>
                    <a:gd name="connsiteX0" fmla="*/ 695 w 706"/>
                    <a:gd name="connsiteY0" fmla="*/ 683 h 1007"/>
                    <a:gd name="connsiteX1" fmla="*/ 0 w 706"/>
                    <a:gd name="connsiteY1" fmla="*/ 1007 h 1007"/>
                    <a:gd name="connsiteX2" fmla="*/ 220 w 706"/>
                    <a:gd name="connsiteY2" fmla="*/ 150 h 1007"/>
                    <a:gd name="connsiteX3" fmla="*/ 405 w 706"/>
                    <a:gd name="connsiteY3" fmla="*/ 0 h 1007"/>
                    <a:gd name="connsiteX4" fmla="*/ 706 w 706"/>
                    <a:gd name="connsiteY4" fmla="*/ 625 h 1007"/>
                    <a:gd name="connsiteX5" fmla="*/ 695 w 706"/>
                    <a:gd name="connsiteY5" fmla="*/ 683 h 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6" h="1007">
                      <a:moveTo>
                        <a:pt x="695" y="683"/>
                      </a:moveTo>
                      <a:lnTo>
                        <a:pt x="0" y="1007"/>
                      </a:lnTo>
                      <a:lnTo>
                        <a:pt x="220" y="150"/>
                      </a:lnTo>
                      <a:lnTo>
                        <a:pt x="405" y="0"/>
                      </a:lnTo>
                      <a:lnTo>
                        <a:pt x="706" y="625"/>
                      </a:lnTo>
                      <a:lnTo>
                        <a:pt x="695" y="68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39" name="Freeform: Shape 1038">
                  <a:extLst>
                    <a:ext uri="{FF2B5EF4-FFF2-40B4-BE49-F238E27FC236}">
                      <a16:creationId xmlns:a16="http://schemas.microsoft.com/office/drawing/2014/main" id="{7AE10D56-AB85-3094-40AE-61AC8F410366}"/>
                    </a:ext>
                  </a:extLst>
                </p:cNvPr>
                <p:cNvSpPr/>
                <p:nvPr/>
              </p:nvSpPr>
              <p:spPr>
                <a:xfrm>
                  <a:off x="7836808" y="3142219"/>
                  <a:ext cx="1539" cy="578"/>
                </a:xfrm>
                <a:custGeom>
                  <a:avLst/>
                  <a:gdLst>
                    <a:gd name="connsiteX0" fmla="*/ 0 w 1539"/>
                    <a:gd name="connsiteY0" fmla="*/ 81 h 578"/>
                    <a:gd name="connsiteX1" fmla="*/ 1204 w 1539"/>
                    <a:gd name="connsiteY1" fmla="*/ 0 h 578"/>
                    <a:gd name="connsiteX2" fmla="*/ 1540 w 1539"/>
                    <a:gd name="connsiteY2" fmla="*/ 579 h 578"/>
                    <a:gd name="connsiteX3" fmla="*/ 0 w 1539"/>
                    <a:gd name="connsiteY3" fmla="*/ 81 h 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9" h="578">
                      <a:moveTo>
                        <a:pt x="0" y="81"/>
                      </a:moveTo>
                      <a:lnTo>
                        <a:pt x="1204" y="0"/>
                      </a:lnTo>
                      <a:lnTo>
                        <a:pt x="1540" y="579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40" name="Freeform: Shape 1039">
                  <a:extLst>
                    <a:ext uri="{FF2B5EF4-FFF2-40B4-BE49-F238E27FC236}">
                      <a16:creationId xmlns:a16="http://schemas.microsoft.com/office/drawing/2014/main" id="{1850B8F7-2265-8B9F-846E-D7DD53671555}"/>
                    </a:ext>
                  </a:extLst>
                </p:cNvPr>
                <p:cNvSpPr/>
                <p:nvPr/>
              </p:nvSpPr>
              <p:spPr>
                <a:xfrm>
                  <a:off x="8132630" y="4328295"/>
                  <a:ext cx="1366" cy="1088"/>
                </a:xfrm>
                <a:custGeom>
                  <a:avLst/>
                  <a:gdLst>
                    <a:gd name="connsiteX0" fmla="*/ 834 w 1366"/>
                    <a:gd name="connsiteY0" fmla="*/ 672 h 1088"/>
                    <a:gd name="connsiteX1" fmla="*/ 0 w 1366"/>
                    <a:gd name="connsiteY1" fmla="*/ 1088 h 1088"/>
                    <a:gd name="connsiteX2" fmla="*/ 533 w 1366"/>
                    <a:gd name="connsiteY2" fmla="*/ 440 h 1088"/>
                    <a:gd name="connsiteX3" fmla="*/ 1366 w 1366"/>
                    <a:gd name="connsiteY3" fmla="*/ 0 h 1088"/>
                    <a:gd name="connsiteX4" fmla="*/ 1296 w 1366"/>
                    <a:gd name="connsiteY4" fmla="*/ 231 h 1088"/>
                    <a:gd name="connsiteX5" fmla="*/ 834 w 1366"/>
                    <a:gd name="connsiteY5" fmla="*/ 672 h 1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66" h="1088">
                      <a:moveTo>
                        <a:pt x="834" y="672"/>
                      </a:moveTo>
                      <a:lnTo>
                        <a:pt x="0" y="1088"/>
                      </a:lnTo>
                      <a:lnTo>
                        <a:pt x="533" y="440"/>
                      </a:lnTo>
                      <a:lnTo>
                        <a:pt x="1366" y="0"/>
                      </a:lnTo>
                      <a:lnTo>
                        <a:pt x="1296" y="231"/>
                      </a:lnTo>
                      <a:lnTo>
                        <a:pt x="834" y="67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41" name="Freeform: Shape 1040">
                  <a:extLst>
                    <a:ext uri="{FF2B5EF4-FFF2-40B4-BE49-F238E27FC236}">
                      <a16:creationId xmlns:a16="http://schemas.microsoft.com/office/drawing/2014/main" id="{E8ED3DBE-AE5D-BC6C-B3C6-ABC686661638}"/>
                    </a:ext>
                  </a:extLst>
                </p:cNvPr>
                <p:cNvSpPr/>
                <p:nvPr/>
              </p:nvSpPr>
              <p:spPr>
                <a:xfrm>
                  <a:off x="7866037" y="3123524"/>
                  <a:ext cx="1018" cy="1342"/>
                </a:xfrm>
                <a:custGeom>
                  <a:avLst/>
                  <a:gdLst>
                    <a:gd name="connsiteX0" fmla="*/ 556 w 1018"/>
                    <a:gd name="connsiteY0" fmla="*/ 1308 h 1342"/>
                    <a:gd name="connsiteX1" fmla="*/ 0 w 1018"/>
                    <a:gd name="connsiteY1" fmla="*/ 1343 h 1342"/>
                    <a:gd name="connsiteX2" fmla="*/ 1019 w 1018"/>
                    <a:gd name="connsiteY2" fmla="*/ 0 h 1342"/>
                    <a:gd name="connsiteX3" fmla="*/ 556 w 1018"/>
                    <a:gd name="connsiteY3" fmla="*/ 1308 h 1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8" h="1342">
                      <a:moveTo>
                        <a:pt x="556" y="1308"/>
                      </a:moveTo>
                      <a:lnTo>
                        <a:pt x="0" y="1343"/>
                      </a:lnTo>
                      <a:lnTo>
                        <a:pt x="1019" y="0"/>
                      </a:lnTo>
                      <a:lnTo>
                        <a:pt x="556" y="130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42" name="Freeform: Shape 1041">
                  <a:extLst>
                    <a:ext uri="{FF2B5EF4-FFF2-40B4-BE49-F238E27FC236}">
                      <a16:creationId xmlns:a16="http://schemas.microsoft.com/office/drawing/2014/main" id="{88B4AF9B-0F48-68A8-3BF4-F9CF437FF3F3}"/>
                    </a:ext>
                  </a:extLst>
                </p:cNvPr>
                <p:cNvSpPr/>
                <p:nvPr/>
              </p:nvSpPr>
              <p:spPr>
                <a:xfrm>
                  <a:off x="7880322" y="3120433"/>
                  <a:ext cx="497" cy="1146"/>
                </a:xfrm>
                <a:custGeom>
                  <a:avLst/>
                  <a:gdLst>
                    <a:gd name="connsiteX0" fmla="*/ 139 w 497"/>
                    <a:gd name="connsiteY0" fmla="*/ 0 h 1146"/>
                    <a:gd name="connsiteX1" fmla="*/ 382 w 497"/>
                    <a:gd name="connsiteY1" fmla="*/ 197 h 1146"/>
                    <a:gd name="connsiteX2" fmla="*/ 498 w 497"/>
                    <a:gd name="connsiteY2" fmla="*/ 1088 h 1146"/>
                    <a:gd name="connsiteX3" fmla="*/ 174 w 497"/>
                    <a:gd name="connsiteY3" fmla="*/ 1146 h 1146"/>
                    <a:gd name="connsiteX4" fmla="*/ 0 w 497"/>
                    <a:gd name="connsiteY4" fmla="*/ 255 h 1146"/>
                    <a:gd name="connsiteX5" fmla="*/ 139 w 497"/>
                    <a:gd name="connsiteY5" fmla="*/ 0 h 11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97" h="1146">
                      <a:moveTo>
                        <a:pt x="139" y="0"/>
                      </a:moveTo>
                      <a:lnTo>
                        <a:pt x="382" y="197"/>
                      </a:lnTo>
                      <a:lnTo>
                        <a:pt x="498" y="1088"/>
                      </a:lnTo>
                      <a:lnTo>
                        <a:pt x="174" y="1146"/>
                      </a:lnTo>
                      <a:lnTo>
                        <a:pt x="0" y="255"/>
                      </a:lnTo>
                      <a:lnTo>
                        <a:pt x="139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43" name="Freeform: Shape 1042">
                  <a:extLst>
                    <a:ext uri="{FF2B5EF4-FFF2-40B4-BE49-F238E27FC236}">
                      <a16:creationId xmlns:a16="http://schemas.microsoft.com/office/drawing/2014/main" id="{1E49C3B0-4912-39BA-9B9E-A787356D26EB}"/>
                    </a:ext>
                  </a:extLst>
                </p:cNvPr>
                <p:cNvSpPr/>
                <p:nvPr/>
              </p:nvSpPr>
              <p:spPr>
                <a:xfrm>
                  <a:off x="8305365" y="3943281"/>
                  <a:ext cx="1458" cy="1528"/>
                </a:xfrm>
                <a:custGeom>
                  <a:avLst/>
                  <a:gdLst>
                    <a:gd name="connsiteX0" fmla="*/ 1343 w 1458"/>
                    <a:gd name="connsiteY0" fmla="*/ 533 h 1528"/>
                    <a:gd name="connsiteX1" fmla="*/ 0 w 1458"/>
                    <a:gd name="connsiteY1" fmla="*/ 1528 h 1528"/>
                    <a:gd name="connsiteX2" fmla="*/ 1389 w 1458"/>
                    <a:gd name="connsiteY2" fmla="*/ 0 h 1528"/>
                    <a:gd name="connsiteX3" fmla="*/ 1458 w 1458"/>
                    <a:gd name="connsiteY3" fmla="*/ 35 h 1528"/>
                    <a:gd name="connsiteX4" fmla="*/ 1343 w 1458"/>
                    <a:gd name="connsiteY4" fmla="*/ 533 h 1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58" h="1528">
                      <a:moveTo>
                        <a:pt x="1343" y="533"/>
                      </a:moveTo>
                      <a:lnTo>
                        <a:pt x="0" y="1528"/>
                      </a:lnTo>
                      <a:lnTo>
                        <a:pt x="1389" y="0"/>
                      </a:lnTo>
                      <a:lnTo>
                        <a:pt x="1458" y="35"/>
                      </a:lnTo>
                      <a:lnTo>
                        <a:pt x="1343" y="53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44" name="Freeform: Shape 1043">
                  <a:extLst>
                    <a:ext uri="{FF2B5EF4-FFF2-40B4-BE49-F238E27FC236}">
                      <a16:creationId xmlns:a16="http://schemas.microsoft.com/office/drawing/2014/main" id="{801C58BC-FB99-BCBA-7F8D-457397B7630C}"/>
                    </a:ext>
                  </a:extLst>
                </p:cNvPr>
                <p:cNvSpPr/>
                <p:nvPr/>
              </p:nvSpPr>
              <p:spPr>
                <a:xfrm>
                  <a:off x="8099951" y="3856554"/>
                  <a:ext cx="1319" cy="1157"/>
                </a:xfrm>
                <a:custGeom>
                  <a:avLst/>
                  <a:gdLst>
                    <a:gd name="connsiteX0" fmla="*/ 0 w 1319"/>
                    <a:gd name="connsiteY0" fmla="*/ 1158 h 1157"/>
                    <a:gd name="connsiteX1" fmla="*/ 671 w 1319"/>
                    <a:gd name="connsiteY1" fmla="*/ 35 h 1157"/>
                    <a:gd name="connsiteX2" fmla="*/ 1320 w 1319"/>
                    <a:gd name="connsiteY2" fmla="*/ 0 h 1157"/>
                    <a:gd name="connsiteX3" fmla="*/ 0 w 1319"/>
                    <a:gd name="connsiteY3" fmla="*/ 1158 h 1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19" h="1157">
                      <a:moveTo>
                        <a:pt x="0" y="1158"/>
                      </a:moveTo>
                      <a:lnTo>
                        <a:pt x="671" y="35"/>
                      </a:lnTo>
                      <a:lnTo>
                        <a:pt x="1320" y="0"/>
                      </a:lnTo>
                      <a:lnTo>
                        <a:pt x="0" y="11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45" name="Freeform: Shape 1044">
                  <a:extLst>
                    <a:ext uri="{FF2B5EF4-FFF2-40B4-BE49-F238E27FC236}">
                      <a16:creationId xmlns:a16="http://schemas.microsoft.com/office/drawing/2014/main" id="{08B40C2D-4B7D-C453-0C3A-8A238D541ADC}"/>
                    </a:ext>
                  </a:extLst>
                </p:cNvPr>
                <p:cNvSpPr/>
                <p:nvPr/>
              </p:nvSpPr>
              <p:spPr>
                <a:xfrm>
                  <a:off x="8268959" y="4199467"/>
                  <a:ext cx="1620" cy="2234"/>
                </a:xfrm>
                <a:custGeom>
                  <a:avLst/>
                  <a:gdLst>
                    <a:gd name="connsiteX0" fmla="*/ 0 w 1620"/>
                    <a:gd name="connsiteY0" fmla="*/ 1956 h 2234"/>
                    <a:gd name="connsiteX1" fmla="*/ 1621 w 1620"/>
                    <a:gd name="connsiteY1" fmla="*/ 0 h 2234"/>
                    <a:gd name="connsiteX2" fmla="*/ 150 w 1620"/>
                    <a:gd name="connsiteY2" fmla="*/ 2234 h 2234"/>
                    <a:gd name="connsiteX3" fmla="*/ 0 w 1620"/>
                    <a:gd name="connsiteY3" fmla="*/ 1956 h 2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20" h="2234">
                      <a:moveTo>
                        <a:pt x="0" y="1956"/>
                      </a:moveTo>
                      <a:lnTo>
                        <a:pt x="1621" y="0"/>
                      </a:lnTo>
                      <a:lnTo>
                        <a:pt x="150" y="2234"/>
                      </a:lnTo>
                      <a:lnTo>
                        <a:pt x="0" y="195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46" name="Freeform: Shape 1045">
                  <a:extLst>
                    <a:ext uri="{FF2B5EF4-FFF2-40B4-BE49-F238E27FC236}">
                      <a16:creationId xmlns:a16="http://schemas.microsoft.com/office/drawing/2014/main" id="{A6BDBFA8-B57F-CBC2-257C-4216CCFFF24F}"/>
                    </a:ext>
                  </a:extLst>
                </p:cNvPr>
                <p:cNvSpPr/>
                <p:nvPr/>
              </p:nvSpPr>
              <p:spPr>
                <a:xfrm>
                  <a:off x="9795655" y="1317535"/>
                  <a:ext cx="764" cy="909"/>
                </a:xfrm>
                <a:custGeom>
                  <a:avLst/>
                  <a:gdLst>
                    <a:gd name="connsiteX0" fmla="*/ 0 w 764"/>
                    <a:gd name="connsiteY0" fmla="*/ 387 h 909"/>
                    <a:gd name="connsiteX1" fmla="*/ 486 w 764"/>
                    <a:gd name="connsiteY1" fmla="*/ 0 h 909"/>
                    <a:gd name="connsiteX2" fmla="*/ 764 w 764"/>
                    <a:gd name="connsiteY2" fmla="*/ 155 h 909"/>
                    <a:gd name="connsiteX3" fmla="*/ 579 w 764"/>
                    <a:gd name="connsiteY3" fmla="*/ 910 h 909"/>
                    <a:gd name="connsiteX4" fmla="*/ 0 w 764"/>
                    <a:gd name="connsiteY4" fmla="*/ 387 h 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4" h="909">
                      <a:moveTo>
                        <a:pt x="0" y="387"/>
                      </a:moveTo>
                      <a:lnTo>
                        <a:pt x="486" y="0"/>
                      </a:lnTo>
                      <a:lnTo>
                        <a:pt x="764" y="155"/>
                      </a:lnTo>
                      <a:lnTo>
                        <a:pt x="579" y="910"/>
                      </a:lnTo>
                      <a:lnTo>
                        <a:pt x="0" y="38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47" name="Freeform: Shape 1046">
                  <a:extLst>
                    <a:ext uri="{FF2B5EF4-FFF2-40B4-BE49-F238E27FC236}">
                      <a16:creationId xmlns:a16="http://schemas.microsoft.com/office/drawing/2014/main" id="{95E1D8BA-D7E7-A352-0606-F58E99FFBAB6}"/>
                    </a:ext>
                  </a:extLst>
                </p:cNvPr>
                <p:cNvSpPr/>
                <p:nvPr/>
              </p:nvSpPr>
              <p:spPr>
                <a:xfrm>
                  <a:off x="7737950" y="3531469"/>
                  <a:ext cx="914" cy="1018"/>
                </a:xfrm>
                <a:custGeom>
                  <a:avLst/>
                  <a:gdLst>
                    <a:gd name="connsiteX0" fmla="*/ 0 w 914"/>
                    <a:gd name="connsiteY0" fmla="*/ 0 h 1018"/>
                    <a:gd name="connsiteX1" fmla="*/ 915 w 914"/>
                    <a:gd name="connsiteY1" fmla="*/ 312 h 1018"/>
                    <a:gd name="connsiteX2" fmla="*/ 695 w 914"/>
                    <a:gd name="connsiteY2" fmla="*/ 1018 h 1018"/>
                    <a:gd name="connsiteX3" fmla="*/ 0 w 914"/>
                    <a:gd name="connsiteY3" fmla="*/ 0 h 1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4" h="1018">
                      <a:moveTo>
                        <a:pt x="0" y="0"/>
                      </a:moveTo>
                      <a:lnTo>
                        <a:pt x="915" y="312"/>
                      </a:lnTo>
                      <a:lnTo>
                        <a:pt x="695" y="101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48" name="Freeform: Shape 1047">
                  <a:extLst>
                    <a:ext uri="{FF2B5EF4-FFF2-40B4-BE49-F238E27FC236}">
                      <a16:creationId xmlns:a16="http://schemas.microsoft.com/office/drawing/2014/main" id="{5BA71867-EBD4-AA35-5112-68B88B50A99B}"/>
                    </a:ext>
                  </a:extLst>
                </p:cNvPr>
                <p:cNvSpPr/>
                <p:nvPr/>
              </p:nvSpPr>
              <p:spPr>
                <a:xfrm>
                  <a:off x="8046610" y="3950840"/>
                  <a:ext cx="984" cy="833"/>
                </a:xfrm>
                <a:custGeom>
                  <a:avLst/>
                  <a:gdLst>
                    <a:gd name="connsiteX0" fmla="*/ 0 w 984"/>
                    <a:gd name="connsiteY0" fmla="*/ 683 h 833"/>
                    <a:gd name="connsiteX1" fmla="*/ 290 w 984"/>
                    <a:gd name="connsiteY1" fmla="*/ 0 h 833"/>
                    <a:gd name="connsiteX2" fmla="*/ 984 w 984"/>
                    <a:gd name="connsiteY2" fmla="*/ 833 h 833"/>
                    <a:gd name="connsiteX3" fmla="*/ 0 w 984"/>
                    <a:gd name="connsiteY3" fmla="*/ 683 h 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4" h="833">
                      <a:moveTo>
                        <a:pt x="0" y="683"/>
                      </a:moveTo>
                      <a:lnTo>
                        <a:pt x="290" y="0"/>
                      </a:lnTo>
                      <a:lnTo>
                        <a:pt x="984" y="833"/>
                      </a:lnTo>
                      <a:lnTo>
                        <a:pt x="0" y="68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49" name="Freeform: Shape 1048">
                  <a:extLst>
                    <a:ext uri="{FF2B5EF4-FFF2-40B4-BE49-F238E27FC236}">
                      <a16:creationId xmlns:a16="http://schemas.microsoft.com/office/drawing/2014/main" id="{70550BC1-17A5-1BE8-45D8-A0D376F6B372}"/>
                    </a:ext>
                  </a:extLst>
                </p:cNvPr>
                <p:cNvSpPr/>
                <p:nvPr/>
              </p:nvSpPr>
              <p:spPr>
                <a:xfrm>
                  <a:off x="7808922" y="3213885"/>
                  <a:ext cx="833" cy="960"/>
                </a:xfrm>
                <a:custGeom>
                  <a:avLst/>
                  <a:gdLst>
                    <a:gd name="connsiteX0" fmla="*/ 0 w 833"/>
                    <a:gd name="connsiteY0" fmla="*/ 232 h 960"/>
                    <a:gd name="connsiteX1" fmla="*/ 695 w 833"/>
                    <a:gd name="connsiteY1" fmla="*/ 0 h 960"/>
                    <a:gd name="connsiteX2" fmla="*/ 833 w 833"/>
                    <a:gd name="connsiteY2" fmla="*/ 961 h 960"/>
                    <a:gd name="connsiteX3" fmla="*/ 0 w 833"/>
                    <a:gd name="connsiteY3" fmla="*/ 232 h 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33" h="960">
                      <a:moveTo>
                        <a:pt x="0" y="232"/>
                      </a:moveTo>
                      <a:lnTo>
                        <a:pt x="695" y="0"/>
                      </a:lnTo>
                      <a:lnTo>
                        <a:pt x="833" y="961"/>
                      </a:lnTo>
                      <a:lnTo>
                        <a:pt x="0" y="2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0" name="Freeform: Shape 1049">
                  <a:extLst>
                    <a:ext uri="{FF2B5EF4-FFF2-40B4-BE49-F238E27FC236}">
                      <a16:creationId xmlns:a16="http://schemas.microsoft.com/office/drawing/2014/main" id="{FD6B4489-A791-A137-CAE3-D2EA05D14913}"/>
                    </a:ext>
                  </a:extLst>
                </p:cNvPr>
                <p:cNvSpPr/>
                <p:nvPr/>
              </p:nvSpPr>
              <p:spPr>
                <a:xfrm>
                  <a:off x="7827941" y="3228193"/>
                  <a:ext cx="1296" cy="810"/>
                </a:xfrm>
                <a:custGeom>
                  <a:avLst/>
                  <a:gdLst>
                    <a:gd name="connsiteX0" fmla="*/ 0 w 1296"/>
                    <a:gd name="connsiteY0" fmla="*/ 0 h 810"/>
                    <a:gd name="connsiteX1" fmla="*/ 1065 w 1296"/>
                    <a:gd name="connsiteY1" fmla="*/ 127 h 810"/>
                    <a:gd name="connsiteX2" fmla="*/ 1296 w 1296"/>
                    <a:gd name="connsiteY2" fmla="*/ 810 h 810"/>
                    <a:gd name="connsiteX3" fmla="*/ 0 w 1296"/>
                    <a:gd name="connsiteY3" fmla="*/ 0 h 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6" h="810">
                      <a:moveTo>
                        <a:pt x="0" y="0"/>
                      </a:moveTo>
                      <a:lnTo>
                        <a:pt x="1065" y="127"/>
                      </a:lnTo>
                      <a:lnTo>
                        <a:pt x="1296" y="8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1" name="Freeform: Shape 1050">
                  <a:extLst>
                    <a:ext uri="{FF2B5EF4-FFF2-40B4-BE49-F238E27FC236}">
                      <a16:creationId xmlns:a16="http://schemas.microsoft.com/office/drawing/2014/main" id="{07CD4A8F-0EEA-20E6-845E-832B48EB62EB}"/>
                    </a:ext>
                  </a:extLst>
                </p:cNvPr>
                <p:cNvSpPr/>
                <p:nvPr/>
              </p:nvSpPr>
              <p:spPr>
                <a:xfrm>
                  <a:off x="8087299" y="2887306"/>
                  <a:ext cx="1180" cy="578"/>
                </a:xfrm>
                <a:custGeom>
                  <a:avLst/>
                  <a:gdLst>
                    <a:gd name="connsiteX0" fmla="*/ 93 w 1180"/>
                    <a:gd name="connsiteY0" fmla="*/ 0 h 578"/>
                    <a:gd name="connsiteX1" fmla="*/ 301 w 1180"/>
                    <a:gd name="connsiteY1" fmla="*/ 81 h 578"/>
                    <a:gd name="connsiteX2" fmla="*/ 1181 w 1180"/>
                    <a:gd name="connsiteY2" fmla="*/ 521 h 578"/>
                    <a:gd name="connsiteX3" fmla="*/ 0 w 1180"/>
                    <a:gd name="connsiteY3" fmla="*/ 579 h 578"/>
                    <a:gd name="connsiteX4" fmla="*/ 93 w 1180"/>
                    <a:gd name="connsiteY4" fmla="*/ 0 h 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0" h="578">
                      <a:moveTo>
                        <a:pt x="93" y="0"/>
                      </a:moveTo>
                      <a:lnTo>
                        <a:pt x="301" y="81"/>
                      </a:lnTo>
                      <a:lnTo>
                        <a:pt x="1181" y="521"/>
                      </a:lnTo>
                      <a:lnTo>
                        <a:pt x="0" y="579"/>
                      </a:lnTo>
                      <a:lnTo>
                        <a:pt x="9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2" name="Freeform: Shape 1051">
                  <a:extLst>
                    <a:ext uri="{FF2B5EF4-FFF2-40B4-BE49-F238E27FC236}">
                      <a16:creationId xmlns:a16="http://schemas.microsoft.com/office/drawing/2014/main" id="{FF287CD7-3457-3BBF-B720-E520B485C05F}"/>
                    </a:ext>
                  </a:extLst>
                </p:cNvPr>
                <p:cNvSpPr/>
                <p:nvPr/>
              </p:nvSpPr>
              <p:spPr>
                <a:xfrm>
                  <a:off x="8718543" y="4847681"/>
                  <a:ext cx="613" cy="1585"/>
                </a:xfrm>
                <a:custGeom>
                  <a:avLst/>
                  <a:gdLst>
                    <a:gd name="connsiteX0" fmla="*/ 0 w 613"/>
                    <a:gd name="connsiteY0" fmla="*/ 590 h 1585"/>
                    <a:gd name="connsiteX1" fmla="*/ 613 w 613"/>
                    <a:gd name="connsiteY1" fmla="*/ 0 h 1585"/>
                    <a:gd name="connsiteX2" fmla="*/ 69 w 613"/>
                    <a:gd name="connsiteY2" fmla="*/ 1586 h 1585"/>
                    <a:gd name="connsiteX3" fmla="*/ 12 w 613"/>
                    <a:gd name="connsiteY3" fmla="*/ 1516 h 1585"/>
                    <a:gd name="connsiteX4" fmla="*/ 0 w 613"/>
                    <a:gd name="connsiteY4" fmla="*/ 590 h 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3" h="1585">
                      <a:moveTo>
                        <a:pt x="0" y="590"/>
                      </a:moveTo>
                      <a:lnTo>
                        <a:pt x="613" y="0"/>
                      </a:lnTo>
                      <a:lnTo>
                        <a:pt x="69" y="1586"/>
                      </a:lnTo>
                      <a:lnTo>
                        <a:pt x="12" y="1516"/>
                      </a:lnTo>
                      <a:lnTo>
                        <a:pt x="0" y="5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3" name="Freeform: Shape 1052">
                  <a:extLst>
                    <a:ext uri="{FF2B5EF4-FFF2-40B4-BE49-F238E27FC236}">
                      <a16:creationId xmlns:a16="http://schemas.microsoft.com/office/drawing/2014/main" id="{6D69F9FD-10CE-DFD0-BAE5-60EFE16F6712}"/>
                    </a:ext>
                  </a:extLst>
                </p:cNvPr>
                <p:cNvSpPr/>
                <p:nvPr/>
              </p:nvSpPr>
              <p:spPr>
                <a:xfrm>
                  <a:off x="8530562" y="2822574"/>
                  <a:ext cx="613" cy="1273"/>
                </a:xfrm>
                <a:custGeom>
                  <a:avLst/>
                  <a:gdLst>
                    <a:gd name="connsiteX0" fmla="*/ 428 w 613"/>
                    <a:gd name="connsiteY0" fmla="*/ 0 h 1273"/>
                    <a:gd name="connsiteX1" fmla="*/ 463 w 613"/>
                    <a:gd name="connsiteY1" fmla="*/ 0 h 1273"/>
                    <a:gd name="connsiteX2" fmla="*/ 613 w 613"/>
                    <a:gd name="connsiteY2" fmla="*/ 1158 h 1273"/>
                    <a:gd name="connsiteX3" fmla="*/ 590 w 613"/>
                    <a:gd name="connsiteY3" fmla="*/ 1273 h 1273"/>
                    <a:gd name="connsiteX4" fmla="*/ 0 w 613"/>
                    <a:gd name="connsiteY4" fmla="*/ 336 h 1273"/>
                    <a:gd name="connsiteX5" fmla="*/ 428 w 613"/>
                    <a:gd name="connsiteY5" fmla="*/ 0 h 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13" h="1273">
                      <a:moveTo>
                        <a:pt x="428" y="0"/>
                      </a:moveTo>
                      <a:lnTo>
                        <a:pt x="463" y="0"/>
                      </a:lnTo>
                      <a:lnTo>
                        <a:pt x="613" y="1158"/>
                      </a:lnTo>
                      <a:lnTo>
                        <a:pt x="590" y="1273"/>
                      </a:lnTo>
                      <a:lnTo>
                        <a:pt x="0" y="336"/>
                      </a:lnTo>
                      <a:lnTo>
                        <a:pt x="428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4" name="Freeform: Shape 1053">
                  <a:extLst>
                    <a:ext uri="{FF2B5EF4-FFF2-40B4-BE49-F238E27FC236}">
                      <a16:creationId xmlns:a16="http://schemas.microsoft.com/office/drawing/2014/main" id="{4EBCA46E-24FC-AF6A-210E-011A6E5F5C92}"/>
                    </a:ext>
                  </a:extLst>
                </p:cNvPr>
                <p:cNvSpPr/>
                <p:nvPr/>
              </p:nvSpPr>
              <p:spPr>
                <a:xfrm>
                  <a:off x="7747570" y="2759925"/>
                  <a:ext cx="1250" cy="775"/>
                </a:xfrm>
                <a:custGeom>
                  <a:avLst/>
                  <a:gdLst>
                    <a:gd name="connsiteX0" fmla="*/ 0 w 1250"/>
                    <a:gd name="connsiteY0" fmla="*/ 776 h 775"/>
                    <a:gd name="connsiteX1" fmla="*/ 532 w 1250"/>
                    <a:gd name="connsiteY1" fmla="*/ 0 h 775"/>
                    <a:gd name="connsiteX2" fmla="*/ 1250 w 1250"/>
                    <a:gd name="connsiteY2" fmla="*/ 243 h 775"/>
                    <a:gd name="connsiteX3" fmla="*/ 0 w 1250"/>
                    <a:gd name="connsiteY3" fmla="*/ 776 h 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50" h="775">
                      <a:moveTo>
                        <a:pt x="0" y="776"/>
                      </a:moveTo>
                      <a:lnTo>
                        <a:pt x="532" y="0"/>
                      </a:lnTo>
                      <a:lnTo>
                        <a:pt x="1250" y="243"/>
                      </a:lnTo>
                      <a:lnTo>
                        <a:pt x="0" y="77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5" name="Freeform: Shape 1054">
                  <a:extLst>
                    <a:ext uri="{FF2B5EF4-FFF2-40B4-BE49-F238E27FC236}">
                      <a16:creationId xmlns:a16="http://schemas.microsoft.com/office/drawing/2014/main" id="{CB406A2A-32E1-8686-F437-75958482399B}"/>
                    </a:ext>
                  </a:extLst>
                </p:cNvPr>
                <p:cNvSpPr/>
                <p:nvPr/>
              </p:nvSpPr>
              <p:spPr>
                <a:xfrm>
                  <a:off x="8179871" y="2665860"/>
                  <a:ext cx="821" cy="810"/>
                </a:xfrm>
                <a:custGeom>
                  <a:avLst/>
                  <a:gdLst>
                    <a:gd name="connsiteX0" fmla="*/ 0 w 821"/>
                    <a:gd name="connsiteY0" fmla="*/ 776 h 810"/>
                    <a:gd name="connsiteX1" fmla="*/ 799 w 821"/>
                    <a:gd name="connsiteY1" fmla="*/ 0 h 810"/>
                    <a:gd name="connsiteX2" fmla="*/ 822 w 821"/>
                    <a:gd name="connsiteY2" fmla="*/ 93 h 810"/>
                    <a:gd name="connsiteX3" fmla="*/ 822 w 821"/>
                    <a:gd name="connsiteY3" fmla="*/ 810 h 810"/>
                    <a:gd name="connsiteX4" fmla="*/ 0 w 821"/>
                    <a:gd name="connsiteY4" fmla="*/ 776 h 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1" h="810">
                      <a:moveTo>
                        <a:pt x="0" y="776"/>
                      </a:moveTo>
                      <a:lnTo>
                        <a:pt x="799" y="0"/>
                      </a:lnTo>
                      <a:lnTo>
                        <a:pt x="822" y="93"/>
                      </a:lnTo>
                      <a:lnTo>
                        <a:pt x="822" y="810"/>
                      </a:lnTo>
                      <a:lnTo>
                        <a:pt x="0" y="77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6" name="Freeform: Shape 1055">
                  <a:extLst>
                    <a:ext uri="{FF2B5EF4-FFF2-40B4-BE49-F238E27FC236}">
                      <a16:creationId xmlns:a16="http://schemas.microsoft.com/office/drawing/2014/main" id="{AA24B657-0B8D-923A-7E6E-4BAADA80E893}"/>
                    </a:ext>
                  </a:extLst>
                </p:cNvPr>
                <p:cNvSpPr/>
                <p:nvPr/>
              </p:nvSpPr>
              <p:spPr>
                <a:xfrm>
                  <a:off x="7929334" y="3793663"/>
                  <a:ext cx="960" cy="995"/>
                </a:xfrm>
                <a:custGeom>
                  <a:avLst/>
                  <a:gdLst>
                    <a:gd name="connsiteX0" fmla="*/ 0 w 960"/>
                    <a:gd name="connsiteY0" fmla="*/ 324 h 995"/>
                    <a:gd name="connsiteX1" fmla="*/ 579 w 960"/>
                    <a:gd name="connsiteY1" fmla="*/ 0 h 995"/>
                    <a:gd name="connsiteX2" fmla="*/ 961 w 960"/>
                    <a:gd name="connsiteY2" fmla="*/ 996 h 995"/>
                    <a:gd name="connsiteX3" fmla="*/ 0 w 960"/>
                    <a:gd name="connsiteY3" fmla="*/ 324 h 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" h="995">
                      <a:moveTo>
                        <a:pt x="0" y="324"/>
                      </a:moveTo>
                      <a:lnTo>
                        <a:pt x="579" y="0"/>
                      </a:lnTo>
                      <a:lnTo>
                        <a:pt x="961" y="996"/>
                      </a:lnTo>
                      <a:lnTo>
                        <a:pt x="0" y="3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7" name="Freeform: Shape 1056">
                  <a:extLst>
                    <a:ext uri="{FF2B5EF4-FFF2-40B4-BE49-F238E27FC236}">
                      <a16:creationId xmlns:a16="http://schemas.microsoft.com/office/drawing/2014/main" id="{D8957EF5-CD55-9009-E1B0-83CC253AA3CD}"/>
                    </a:ext>
                  </a:extLst>
                </p:cNvPr>
                <p:cNvSpPr/>
                <p:nvPr/>
              </p:nvSpPr>
              <p:spPr>
                <a:xfrm>
                  <a:off x="9763139" y="1385112"/>
                  <a:ext cx="960" cy="817"/>
                </a:xfrm>
                <a:custGeom>
                  <a:avLst/>
                  <a:gdLst>
                    <a:gd name="connsiteX0" fmla="*/ 0 w 960"/>
                    <a:gd name="connsiteY0" fmla="*/ 817 h 817"/>
                    <a:gd name="connsiteX1" fmla="*/ 544 w 960"/>
                    <a:gd name="connsiteY1" fmla="*/ 0 h 817"/>
                    <a:gd name="connsiteX2" fmla="*/ 961 w 960"/>
                    <a:gd name="connsiteY2" fmla="*/ 646 h 817"/>
                    <a:gd name="connsiteX3" fmla="*/ 0 w 960"/>
                    <a:gd name="connsiteY3" fmla="*/ 817 h 8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" h="817">
                      <a:moveTo>
                        <a:pt x="0" y="817"/>
                      </a:moveTo>
                      <a:lnTo>
                        <a:pt x="544" y="0"/>
                      </a:lnTo>
                      <a:lnTo>
                        <a:pt x="961" y="646"/>
                      </a:lnTo>
                      <a:lnTo>
                        <a:pt x="0" y="8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8" name="Freeform: Shape 1057">
                  <a:extLst>
                    <a:ext uri="{FF2B5EF4-FFF2-40B4-BE49-F238E27FC236}">
                      <a16:creationId xmlns:a16="http://schemas.microsoft.com/office/drawing/2014/main" id="{3A6254C1-9373-2522-2E4F-541BAF28DFF0}"/>
                    </a:ext>
                  </a:extLst>
                </p:cNvPr>
                <p:cNvSpPr/>
                <p:nvPr/>
              </p:nvSpPr>
              <p:spPr>
                <a:xfrm>
                  <a:off x="8276680" y="3841020"/>
                  <a:ext cx="439" cy="1585"/>
                </a:xfrm>
                <a:custGeom>
                  <a:avLst/>
                  <a:gdLst>
                    <a:gd name="connsiteX0" fmla="*/ 0 w 439"/>
                    <a:gd name="connsiteY0" fmla="*/ 1354 h 1585"/>
                    <a:gd name="connsiteX1" fmla="*/ 347 w 439"/>
                    <a:gd name="connsiteY1" fmla="*/ 0 h 1585"/>
                    <a:gd name="connsiteX2" fmla="*/ 440 w 439"/>
                    <a:gd name="connsiteY2" fmla="*/ 1528 h 1585"/>
                    <a:gd name="connsiteX3" fmla="*/ 324 w 439"/>
                    <a:gd name="connsiteY3" fmla="*/ 1586 h 1585"/>
                    <a:gd name="connsiteX4" fmla="*/ 0 w 439"/>
                    <a:gd name="connsiteY4" fmla="*/ 1354 h 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" h="1585">
                      <a:moveTo>
                        <a:pt x="0" y="1354"/>
                      </a:moveTo>
                      <a:lnTo>
                        <a:pt x="347" y="0"/>
                      </a:lnTo>
                      <a:lnTo>
                        <a:pt x="440" y="1528"/>
                      </a:lnTo>
                      <a:lnTo>
                        <a:pt x="324" y="1586"/>
                      </a:lnTo>
                      <a:lnTo>
                        <a:pt x="0" y="135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9" name="Freeform: Shape 1058">
                  <a:extLst>
                    <a:ext uri="{FF2B5EF4-FFF2-40B4-BE49-F238E27FC236}">
                      <a16:creationId xmlns:a16="http://schemas.microsoft.com/office/drawing/2014/main" id="{DF05D30F-2794-529F-B955-6C8CB5BB422C}"/>
                    </a:ext>
                  </a:extLst>
                </p:cNvPr>
                <p:cNvSpPr/>
                <p:nvPr/>
              </p:nvSpPr>
              <p:spPr>
                <a:xfrm>
                  <a:off x="8334351" y="4236266"/>
                  <a:ext cx="694" cy="1273"/>
                </a:xfrm>
                <a:custGeom>
                  <a:avLst/>
                  <a:gdLst>
                    <a:gd name="connsiteX0" fmla="*/ 0 w 694"/>
                    <a:gd name="connsiteY0" fmla="*/ 1274 h 1273"/>
                    <a:gd name="connsiteX1" fmla="*/ 93 w 694"/>
                    <a:gd name="connsiteY1" fmla="*/ 104 h 1273"/>
                    <a:gd name="connsiteX2" fmla="*/ 695 w 694"/>
                    <a:gd name="connsiteY2" fmla="*/ 0 h 1273"/>
                    <a:gd name="connsiteX3" fmla="*/ 0 w 694"/>
                    <a:gd name="connsiteY3" fmla="*/ 1274 h 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4" h="1273">
                      <a:moveTo>
                        <a:pt x="0" y="1274"/>
                      </a:moveTo>
                      <a:lnTo>
                        <a:pt x="93" y="104"/>
                      </a:lnTo>
                      <a:lnTo>
                        <a:pt x="695" y="0"/>
                      </a:lnTo>
                      <a:lnTo>
                        <a:pt x="0" y="127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60" name="Freeform: Shape 1059">
                  <a:extLst>
                    <a:ext uri="{FF2B5EF4-FFF2-40B4-BE49-F238E27FC236}">
                      <a16:creationId xmlns:a16="http://schemas.microsoft.com/office/drawing/2014/main" id="{833D9594-38D3-3577-BBB3-36F7E970EDC0}"/>
                    </a:ext>
                  </a:extLst>
                </p:cNvPr>
                <p:cNvSpPr/>
                <p:nvPr/>
              </p:nvSpPr>
              <p:spPr>
                <a:xfrm>
                  <a:off x="8408958" y="2953960"/>
                  <a:ext cx="567" cy="1354"/>
                </a:xfrm>
                <a:custGeom>
                  <a:avLst/>
                  <a:gdLst>
                    <a:gd name="connsiteX0" fmla="*/ 12 w 567"/>
                    <a:gd name="connsiteY0" fmla="*/ 822 h 1354"/>
                    <a:gd name="connsiteX1" fmla="*/ 150 w 567"/>
                    <a:gd name="connsiteY1" fmla="*/ 0 h 1354"/>
                    <a:gd name="connsiteX2" fmla="*/ 567 w 567"/>
                    <a:gd name="connsiteY2" fmla="*/ 347 h 1354"/>
                    <a:gd name="connsiteX3" fmla="*/ 0 w 567"/>
                    <a:gd name="connsiteY3" fmla="*/ 1354 h 1354"/>
                    <a:gd name="connsiteX4" fmla="*/ 12 w 567"/>
                    <a:gd name="connsiteY4" fmla="*/ 822 h 1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7" h="1354">
                      <a:moveTo>
                        <a:pt x="12" y="822"/>
                      </a:moveTo>
                      <a:lnTo>
                        <a:pt x="150" y="0"/>
                      </a:lnTo>
                      <a:lnTo>
                        <a:pt x="567" y="347"/>
                      </a:lnTo>
                      <a:lnTo>
                        <a:pt x="0" y="1354"/>
                      </a:lnTo>
                      <a:lnTo>
                        <a:pt x="12" y="8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61" name="Freeform: Shape 1060">
                  <a:extLst>
                    <a:ext uri="{FF2B5EF4-FFF2-40B4-BE49-F238E27FC236}">
                      <a16:creationId xmlns:a16="http://schemas.microsoft.com/office/drawing/2014/main" id="{3B8B7E87-0934-645E-1526-77154154FB94}"/>
                    </a:ext>
                  </a:extLst>
                </p:cNvPr>
                <p:cNvSpPr/>
                <p:nvPr/>
              </p:nvSpPr>
              <p:spPr>
                <a:xfrm>
                  <a:off x="8631631" y="2709188"/>
                  <a:ext cx="787" cy="879"/>
                </a:xfrm>
                <a:custGeom>
                  <a:avLst/>
                  <a:gdLst>
                    <a:gd name="connsiteX0" fmla="*/ 0 w 787"/>
                    <a:gd name="connsiteY0" fmla="*/ 880 h 879"/>
                    <a:gd name="connsiteX1" fmla="*/ 23 w 787"/>
                    <a:gd name="connsiteY1" fmla="*/ 810 h 879"/>
                    <a:gd name="connsiteX2" fmla="*/ 463 w 787"/>
                    <a:gd name="connsiteY2" fmla="*/ 0 h 879"/>
                    <a:gd name="connsiteX3" fmla="*/ 787 w 787"/>
                    <a:gd name="connsiteY3" fmla="*/ 834 h 879"/>
                    <a:gd name="connsiteX4" fmla="*/ 0 w 787"/>
                    <a:gd name="connsiteY4" fmla="*/ 880 h 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7" h="879">
                      <a:moveTo>
                        <a:pt x="0" y="880"/>
                      </a:moveTo>
                      <a:lnTo>
                        <a:pt x="23" y="810"/>
                      </a:lnTo>
                      <a:lnTo>
                        <a:pt x="463" y="0"/>
                      </a:lnTo>
                      <a:lnTo>
                        <a:pt x="787" y="834"/>
                      </a:lnTo>
                      <a:lnTo>
                        <a:pt x="0" y="8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62" name="Freeform: Shape 1061">
                  <a:extLst>
                    <a:ext uri="{FF2B5EF4-FFF2-40B4-BE49-F238E27FC236}">
                      <a16:creationId xmlns:a16="http://schemas.microsoft.com/office/drawing/2014/main" id="{C1FC5EE7-D4C1-B664-87F3-75065DDDE2CA}"/>
                    </a:ext>
                  </a:extLst>
                </p:cNvPr>
                <p:cNvSpPr/>
                <p:nvPr/>
              </p:nvSpPr>
              <p:spPr>
                <a:xfrm>
                  <a:off x="7681761" y="3192400"/>
                  <a:ext cx="1134" cy="648"/>
                </a:xfrm>
                <a:custGeom>
                  <a:avLst/>
                  <a:gdLst>
                    <a:gd name="connsiteX0" fmla="*/ 336 w 1134"/>
                    <a:gd name="connsiteY0" fmla="*/ 625 h 648"/>
                    <a:gd name="connsiteX1" fmla="*/ 0 w 1134"/>
                    <a:gd name="connsiteY1" fmla="*/ 648 h 648"/>
                    <a:gd name="connsiteX2" fmla="*/ 336 w 1134"/>
                    <a:gd name="connsiteY2" fmla="*/ 394 h 648"/>
                    <a:gd name="connsiteX3" fmla="*/ 868 w 1134"/>
                    <a:gd name="connsiteY3" fmla="*/ 0 h 648"/>
                    <a:gd name="connsiteX4" fmla="*/ 1134 w 1134"/>
                    <a:gd name="connsiteY4" fmla="*/ 579 h 648"/>
                    <a:gd name="connsiteX5" fmla="*/ 336 w 1134"/>
                    <a:gd name="connsiteY5" fmla="*/ 625 h 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34" h="648">
                      <a:moveTo>
                        <a:pt x="336" y="625"/>
                      </a:moveTo>
                      <a:lnTo>
                        <a:pt x="0" y="648"/>
                      </a:lnTo>
                      <a:lnTo>
                        <a:pt x="336" y="394"/>
                      </a:lnTo>
                      <a:lnTo>
                        <a:pt x="868" y="0"/>
                      </a:lnTo>
                      <a:lnTo>
                        <a:pt x="1134" y="579"/>
                      </a:lnTo>
                      <a:lnTo>
                        <a:pt x="336" y="62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63" name="Freeform: Shape 1062">
                  <a:extLst>
                    <a:ext uri="{FF2B5EF4-FFF2-40B4-BE49-F238E27FC236}">
                      <a16:creationId xmlns:a16="http://schemas.microsoft.com/office/drawing/2014/main" id="{E75582E0-08EE-AB9C-7E4E-82694D26A1D2}"/>
                    </a:ext>
                  </a:extLst>
                </p:cNvPr>
                <p:cNvSpPr/>
                <p:nvPr/>
              </p:nvSpPr>
              <p:spPr>
                <a:xfrm>
                  <a:off x="8333078" y="3051927"/>
                  <a:ext cx="405" cy="1701"/>
                </a:xfrm>
                <a:custGeom>
                  <a:avLst/>
                  <a:gdLst>
                    <a:gd name="connsiteX0" fmla="*/ 0 w 405"/>
                    <a:gd name="connsiteY0" fmla="*/ 1702 h 1701"/>
                    <a:gd name="connsiteX1" fmla="*/ 35 w 405"/>
                    <a:gd name="connsiteY1" fmla="*/ 0 h 1701"/>
                    <a:gd name="connsiteX2" fmla="*/ 405 w 405"/>
                    <a:gd name="connsiteY2" fmla="*/ 1401 h 1701"/>
                    <a:gd name="connsiteX3" fmla="*/ 0 w 405"/>
                    <a:gd name="connsiteY3" fmla="*/ 1702 h 17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5" h="1701">
                      <a:moveTo>
                        <a:pt x="0" y="1702"/>
                      </a:moveTo>
                      <a:lnTo>
                        <a:pt x="35" y="0"/>
                      </a:lnTo>
                      <a:lnTo>
                        <a:pt x="405" y="1401"/>
                      </a:lnTo>
                      <a:lnTo>
                        <a:pt x="0" y="17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64" name="Freeform: Shape 1063">
                  <a:extLst>
                    <a:ext uri="{FF2B5EF4-FFF2-40B4-BE49-F238E27FC236}">
                      <a16:creationId xmlns:a16="http://schemas.microsoft.com/office/drawing/2014/main" id="{9BEC3E04-CD0F-8842-6B4A-F53E99E1FC97}"/>
                    </a:ext>
                  </a:extLst>
                </p:cNvPr>
                <p:cNvSpPr/>
                <p:nvPr/>
              </p:nvSpPr>
              <p:spPr>
                <a:xfrm>
                  <a:off x="9550814" y="3304235"/>
                  <a:ext cx="1215" cy="566"/>
                </a:xfrm>
                <a:custGeom>
                  <a:avLst/>
                  <a:gdLst>
                    <a:gd name="connsiteX0" fmla="*/ 0 w 1215"/>
                    <a:gd name="connsiteY0" fmla="*/ 498 h 566"/>
                    <a:gd name="connsiteX1" fmla="*/ 474 w 1215"/>
                    <a:gd name="connsiteY1" fmla="*/ 0 h 566"/>
                    <a:gd name="connsiteX2" fmla="*/ 1216 w 1215"/>
                    <a:gd name="connsiteY2" fmla="*/ 521 h 566"/>
                    <a:gd name="connsiteX3" fmla="*/ 938 w 1215"/>
                    <a:gd name="connsiteY3" fmla="*/ 567 h 566"/>
                    <a:gd name="connsiteX4" fmla="*/ 0 w 1215"/>
                    <a:gd name="connsiteY4" fmla="*/ 498 h 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5" h="566">
                      <a:moveTo>
                        <a:pt x="0" y="498"/>
                      </a:moveTo>
                      <a:lnTo>
                        <a:pt x="474" y="0"/>
                      </a:lnTo>
                      <a:lnTo>
                        <a:pt x="1216" y="521"/>
                      </a:lnTo>
                      <a:lnTo>
                        <a:pt x="938" y="567"/>
                      </a:lnTo>
                      <a:lnTo>
                        <a:pt x="0" y="49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65" name="Freeform: Shape 1064">
                  <a:extLst>
                    <a:ext uri="{FF2B5EF4-FFF2-40B4-BE49-F238E27FC236}">
                      <a16:creationId xmlns:a16="http://schemas.microsoft.com/office/drawing/2014/main" id="{05E7C3CD-022D-08E7-09C5-779DB690CF69}"/>
                    </a:ext>
                  </a:extLst>
                </p:cNvPr>
                <p:cNvSpPr/>
                <p:nvPr/>
              </p:nvSpPr>
              <p:spPr>
                <a:xfrm>
                  <a:off x="8158375" y="2784142"/>
                  <a:ext cx="2199" cy="462"/>
                </a:xfrm>
                <a:custGeom>
                  <a:avLst/>
                  <a:gdLst>
                    <a:gd name="connsiteX0" fmla="*/ 0 w 2199"/>
                    <a:gd name="connsiteY0" fmla="*/ 266 h 462"/>
                    <a:gd name="connsiteX1" fmla="*/ 2199 w 2199"/>
                    <a:gd name="connsiteY1" fmla="*/ 0 h 462"/>
                    <a:gd name="connsiteX2" fmla="*/ 915 w 2199"/>
                    <a:gd name="connsiteY2" fmla="*/ 463 h 462"/>
                    <a:gd name="connsiteX3" fmla="*/ 0 w 2199"/>
                    <a:gd name="connsiteY3" fmla="*/ 266 h 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9" h="462">
                      <a:moveTo>
                        <a:pt x="0" y="266"/>
                      </a:moveTo>
                      <a:lnTo>
                        <a:pt x="2199" y="0"/>
                      </a:lnTo>
                      <a:lnTo>
                        <a:pt x="915" y="463"/>
                      </a:lnTo>
                      <a:lnTo>
                        <a:pt x="0" y="26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66" name="Freeform: Shape 1065">
                  <a:extLst>
                    <a:ext uri="{FF2B5EF4-FFF2-40B4-BE49-F238E27FC236}">
                      <a16:creationId xmlns:a16="http://schemas.microsoft.com/office/drawing/2014/main" id="{5AEFA813-DD98-B8E7-CE83-7CE0384F0D6A}"/>
                    </a:ext>
                  </a:extLst>
                </p:cNvPr>
                <p:cNvSpPr/>
                <p:nvPr/>
              </p:nvSpPr>
              <p:spPr>
                <a:xfrm>
                  <a:off x="9666804" y="1830568"/>
                  <a:ext cx="636" cy="1076"/>
                </a:xfrm>
                <a:custGeom>
                  <a:avLst/>
                  <a:gdLst>
                    <a:gd name="connsiteX0" fmla="*/ 0 w 636"/>
                    <a:gd name="connsiteY0" fmla="*/ 93 h 1076"/>
                    <a:gd name="connsiteX1" fmla="*/ 637 w 636"/>
                    <a:gd name="connsiteY1" fmla="*/ 0 h 1076"/>
                    <a:gd name="connsiteX2" fmla="*/ 533 w 636"/>
                    <a:gd name="connsiteY2" fmla="*/ 1077 h 1076"/>
                    <a:gd name="connsiteX3" fmla="*/ 0 w 636"/>
                    <a:gd name="connsiteY3" fmla="*/ 93 h 1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6" h="1076">
                      <a:moveTo>
                        <a:pt x="0" y="93"/>
                      </a:moveTo>
                      <a:lnTo>
                        <a:pt x="637" y="0"/>
                      </a:lnTo>
                      <a:lnTo>
                        <a:pt x="533" y="1077"/>
                      </a:lnTo>
                      <a:lnTo>
                        <a:pt x="0" y="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67" name="Freeform: Shape 1066">
                  <a:extLst>
                    <a:ext uri="{FF2B5EF4-FFF2-40B4-BE49-F238E27FC236}">
                      <a16:creationId xmlns:a16="http://schemas.microsoft.com/office/drawing/2014/main" id="{95F216A2-2185-5F56-45F3-769B583325B3}"/>
                    </a:ext>
                  </a:extLst>
                </p:cNvPr>
                <p:cNvSpPr/>
                <p:nvPr/>
              </p:nvSpPr>
              <p:spPr>
                <a:xfrm>
                  <a:off x="8100623" y="2882734"/>
                  <a:ext cx="845" cy="1215"/>
                </a:xfrm>
                <a:custGeom>
                  <a:avLst/>
                  <a:gdLst>
                    <a:gd name="connsiteX0" fmla="*/ 0 w 845"/>
                    <a:gd name="connsiteY0" fmla="*/ 0 h 1215"/>
                    <a:gd name="connsiteX1" fmla="*/ 382 w 845"/>
                    <a:gd name="connsiteY1" fmla="*/ 220 h 1215"/>
                    <a:gd name="connsiteX2" fmla="*/ 845 w 845"/>
                    <a:gd name="connsiteY2" fmla="*/ 787 h 1215"/>
                    <a:gd name="connsiteX3" fmla="*/ 590 w 845"/>
                    <a:gd name="connsiteY3" fmla="*/ 1215 h 1215"/>
                    <a:gd name="connsiteX4" fmla="*/ 0 w 845"/>
                    <a:gd name="connsiteY4" fmla="*/ 0 h 1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5" h="1215">
                      <a:moveTo>
                        <a:pt x="0" y="0"/>
                      </a:moveTo>
                      <a:lnTo>
                        <a:pt x="382" y="220"/>
                      </a:lnTo>
                      <a:lnTo>
                        <a:pt x="845" y="787"/>
                      </a:lnTo>
                      <a:lnTo>
                        <a:pt x="590" y="121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68" name="Freeform: Shape 1067">
                  <a:extLst>
                    <a:ext uri="{FF2B5EF4-FFF2-40B4-BE49-F238E27FC236}">
                      <a16:creationId xmlns:a16="http://schemas.microsoft.com/office/drawing/2014/main" id="{63D36C9B-AD72-DC5F-103C-36F8BCD7DDFD}"/>
                    </a:ext>
                  </a:extLst>
                </p:cNvPr>
                <p:cNvSpPr/>
                <p:nvPr/>
              </p:nvSpPr>
              <p:spPr>
                <a:xfrm>
                  <a:off x="7681009" y="3194079"/>
                  <a:ext cx="1227" cy="683"/>
                </a:xfrm>
                <a:custGeom>
                  <a:avLst/>
                  <a:gdLst>
                    <a:gd name="connsiteX0" fmla="*/ 1088 w 1227"/>
                    <a:gd name="connsiteY0" fmla="*/ 533 h 683"/>
                    <a:gd name="connsiteX1" fmla="*/ 0 w 1227"/>
                    <a:gd name="connsiteY1" fmla="*/ 683 h 683"/>
                    <a:gd name="connsiteX2" fmla="*/ 972 w 1227"/>
                    <a:gd name="connsiteY2" fmla="*/ 0 h 683"/>
                    <a:gd name="connsiteX3" fmla="*/ 1088 w 1227"/>
                    <a:gd name="connsiteY3" fmla="*/ 232 h 683"/>
                    <a:gd name="connsiteX4" fmla="*/ 1227 w 1227"/>
                    <a:gd name="connsiteY4" fmla="*/ 509 h 683"/>
                    <a:gd name="connsiteX5" fmla="*/ 1088 w 1227"/>
                    <a:gd name="connsiteY5" fmla="*/ 533 h 6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27" h="683">
                      <a:moveTo>
                        <a:pt x="1088" y="533"/>
                      </a:moveTo>
                      <a:lnTo>
                        <a:pt x="0" y="683"/>
                      </a:lnTo>
                      <a:lnTo>
                        <a:pt x="972" y="0"/>
                      </a:lnTo>
                      <a:lnTo>
                        <a:pt x="1088" y="232"/>
                      </a:lnTo>
                      <a:lnTo>
                        <a:pt x="1227" y="509"/>
                      </a:lnTo>
                      <a:lnTo>
                        <a:pt x="1088" y="53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69" name="Freeform: Shape 1068">
                  <a:extLst>
                    <a:ext uri="{FF2B5EF4-FFF2-40B4-BE49-F238E27FC236}">
                      <a16:creationId xmlns:a16="http://schemas.microsoft.com/office/drawing/2014/main" id="{D6AF7AED-7921-5EEC-DCC7-9CE706D027B5}"/>
                    </a:ext>
                  </a:extLst>
                </p:cNvPr>
                <p:cNvSpPr/>
                <p:nvPr/>
              </p:nvSpPr>
              <p:spPr>
                <a:xfrm>
                  <a:off x="8298420" y="3449697"/>
                  <a:ext cx="729" cy="1342"/>
                </a:xfrm>
                <a:custGeom>
                  <a:avLst/>
                  <a:gdLst>
                    <a:gd name="connsiteX0" fmla="*/ 35 w 729"/>
                    <a:gd name="connsiteY0" fmla="*/ 1331 h 1342"/>
                    <a:gd name="connsiteX1" fmla="*/ 0 w 729"/>
                    <a:gd name="connsiteY1" fmla="*/ 1343 h 1342"/>
                    <a:gd name="connsiteX2" fmla="*/ 23 w 729"/>
                    <a:gd name="connsiteY2" fmla="*/ 521 h 1342"/>
                    <a:gd name="connsiteX3" fmla="*/ 509 w 729"/>
                    <a:gd name="connsiteY3" fmla="*/ 58 h 1342"/>
                    <a:gd name="connsiteX4" fmla="*/ 729 w 729"/>
                    <a:gd name="connsiteY4" fmla="*/ 0 h 1342"/>
                    <a:gd name="connsiteX5" fmla="*/ 35 w 729"/>
                    <a:gd name="connsiteY5" fmla="*/ 1331 h 1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29" h="1342">
                      <a:moveTo>
                        <a:pt x="35" y="1331"/>
                      </a:moveTo>
                      <a:lnTo>
                        <a:pt x="0" y="1343"/>
                      </a:lnTo>
                      <a:lnTo>
                        <a:pt x="23" y="521"/>
                      </a:lnTo>
                      <a:lnTo>
                        <a:pt x="509" y="58"/>
                      </a:lnTo>
                      <a:lnTo>
                        <a:pt x="729" y="0"/>
                      </a:lnTo>
                      <a:lnTo>
                        <a:pt x="35" y="133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0" name="Freeform: Shape 1069">
                  <a:extLst>
                    <a:ext uri="{FF2B5EF4-FFF2-40B4-BE49-F238E27FC236}">
                      <a16:creationId xmlns:a16="http://schemas.microsoft.com/office/drawing/2014/main" id="{222E9F71-0C31-A1F7-F6A9-BD61E3B24D82}"/>
                    </a:ext>
                  </a:extLst>
                </p:cNvPr>
                <p:cNvSpPr/>
                <p:nvPr/>
              </p:nvSpPr>
              <p:spPr>
                <a:xfrm>
                  <a:off x="8287758" y="4053484"/>
                  <a:ext cx="729" cy="1307"/>
                </a:xfrm>
                <a:custGeom>
                  <a:avLst/>
                  <a:gdLst>
                    <a:gd name="connsiteX0" fmla="*/ 81 w 729"/>
                    <a:gd name="connsiteY0" fmla="*/ 1100 h 1307"/>
                    <a:gd name="connsiteX1" fmla="*/ 533 w 729"/>
                    <a:gd name="connsiteY1" fmla="*/ 0 h 1307"/>
                    <a:gd name="connsiteX2" fmla="*/ 729 w 729"/>
                    <a:gd name="connsiteY2" fmla="*/ 752 h 1307"/>
                    <a:gd name="connsiteX3" fmla="*/ 0 w 729"/>
                    <a:gd name="connsiteY3" fmla="*/ 1308 h 1307"/>
                    <a:gd name="connsiteX4" fmla="*/ 81 w 729"/>
                    <a:gd name="connsiteY4" fmla="*/ 1100 h 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29" h="1307">
                      <a:moveTo>
                        <a:pt x="81" y="1100"/>
                      </a:moveTo>
                      <a:lnTo>
                        <a:pt x="533" y="0"/>
                      </a:lnTo>
                      <a:lnTo>
                        <a:pt x="729" y="752"/>
                      </a:lnTo>
                      <a:lnTo>
                        <a:pt x="0" y="1308"/>
                      </a:lnTo>
                      <a:lnTo>
                        <a:pt x="81" y="110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1" name="Freeform: Shape 1070">
                  <a:extLst>
                    <a:ext uri="{FF2B5EF4-FFF2-40B4-BE49-F238E27FC236}">
                      <a16:creationId xmlns:a16="http://schemas.microsoft.com/office/drawing/2014/main" id="{6A9577D8-5AAA-4D51-C155-074875594C5C}"/>
                    </a:ext>
                  </a:extLst>
                </p:cNvPr>
                <p:cNvSpPr/>
                <p:nvPr/>
              </p:nvSpPr>
              <p:spPr>
                <a:xfrm>
                  <a:off x="7667419" y="3597521"/>
                  <a:ext cx="787" cy="867"/>
                </a:xfrm>
                <a:custGeom>
                  <a:avLst/>
                  <a:gdLst>
                    <a:gd name="connsiteX0" fmla="*/ 0 w 787"/>
                    <a:gd name="connsiteY0" fmla="*/ 69 h 867"/>
                    <a:gd name="connsiteX1" fmla="*/ 787 w 787"/>
                    <a:gd name="connsiteY1" fmla="*/ 0 h 867"/>
                    <a:gd name="connsiteX2" fmla="*/ 475 w 787"/>
                    <a:gd name="connsiteY2" fmla="*/ 868 h 867"/>
                    <a:gd name="connsiteX3" fmla="*/ 0 w 787"/>
                    <a:gd name="connsiteY3" fmla="*/ 69 h 8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7" h="867">
                      <a:moveTo>
                        <a:pt x="0" y="69"/>
                      </a:moveTo>
                      <a:lnTo>
                        <a:pt x="787" y="0"/>
                      </a:lnTo>
                      <a:lnTo>
                        <a:pt x="475" y="868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2" name="Freeform: Shape 1071">
                  <a:extLst>
                    <a:ext uri="{FF2B5EF4-FFF2-40B4-BE49-F238E27FC236}">
                      <a16:creationId xmlns:a16="http://schemas.microsoft.com/office/drawing/2014/main" id="{ADA8E7E3-279D-7939-330F-6F838A346AE6}"/>
                    </a:ext>
                  </a:extLst>
                </p:cNvPr>
                <p:cNvSpPr/>
                <p:nvPr/>
              </p:nvSpPr>
              <p:spPr>
                <a:xfrm>
                  <a:off x="7844483" y="3221363"/>
                  <a:ext cx="775" cy="926"/>
                </a:xfrm>
                <a:custGeom>
                  <a:avLst/>
                  <a:gdLst>
                    <a:gd name="connsiteX0" fmla="*/ 0 w 775"/>
                    <a:gd name="connsiteY0" fmla="*/ 12 h 926"/>
                    <a:gd name="connsiteX1" fmla="*/ 69 w 775"/>
                    <a:gd name="connsiteY1" fmla="*/ 0 h 926"/>
                    <a:gd name="connsiteX2" fmla="*/ 776 w 775"/>
                    <a:gd name="connsiteY2" fmla="*/ 359 h 926"/>
                    <a:gd name="connsiteX3" fmla="*/ 220 w 775"/>
                    <a:gd name="connsiteY3" fmla="*/ 926 h 926"/>
                    <a:gd name="connsiteX4" fmla="*/ 0 w 775"/>
                    <a:gd name="connsiteY4" fmla="*/ 12 h 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" h="926">
                      <a:moveTo>
                        <a:pt x="0" y="12"/>
                      </a:moveTo>
                      <a:lnTo>
                        <a:pt x="69" y="0"/>
                      </a:lnTo>
                      <a:lnTo>
                        <a:pt x="776" y="359"/>
                      </a:lnTo>
                      <a:lnTo>
                        <a:pt x="220" y="926"/>
                      </a:lnTo>
                      <a:lnTo>
                        <a:pt x="0" y="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3" name="Freeform: Shape 1072">
                  <a:extLst>
                    <a:ext uri="{FF2B5EF4-FFF2-40B4-BE49-F238E27FC236}">
                      <a16:creationId xmlns:a16="http://schemas.microsoft.com/office/drawing/2014/main" id="{6B435CA5-3C9E-CC6A-1AF5-29640FFA5CDD}"/>
                    </a:ext>
                  </a:extLst>
                </p:cNvPr>
                <p:cNvSpPr/>
                <p:nvPr/>
              </p:nvSpPr>
              <p:spPr>
                <a:xfrm>
                  <a:off x="9763764" y="1594211"/>
                  <a:ext cx="822" cy="810"/>
                </a:xfrm>
                <a:custGeom>
                  <a:avLst/>
                  <a:gdLst>
                    <a:gd name="connsiteX0" fmla="*/ 301 w 822"/>
                    <a:gd name="connsiteY0" fmla="*/ 799 h 810"/>
                    <a:gd name="connsiteX1" fmla="*/ 0 w 822"/>
                    <a:gd name="connsiteY1" fmla="*/ 810 h 810"/>
                    <a:gd name="connsiteX2" fmla="*/ 486 w 822"/>
                    <a:gd name="connsiteY2" fmla="*/ 0 h 810"/>
                    <a:gd name="connsiteX3" fmla="*/ 764 w 822"/>
                    <a:gd name="connsiteY3" fmla="*/ 278 h 810"/>
                    <a:gd name="connsiteX4" fmla="*/ 822 w 822"/>
                    <a:gd name="connsiteY4" fmla="*/ 567 h 810"/>
                    <a:gd name="connsiteX5" fmla="*/ 301 w 822"/>
                    <a:gd name="connsiteY5" fmla="*/ 799 h 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22" h="810">
                      <a:moveTo>
                        <a:pt x="301" y="799"/>
                      </a:moveTo>
                      <a:lnTo>
                        <a:pt x="0" y="810"/>
                      </a:lnTo>
                      <a:lnTo>
                        <a:pt x="486" y="0"/>
                      </a:lnTo>
                      <a:lnTo>
                        <a:pt x="764" y="278"/>
                      </a:lnTo>
                      <a:lnTo>
                        <a:pt x="822" y="567"/>
                      </a:lnTo>
                      <a:lnTo>
                        <a:pt x="301" y="79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4" name="Freeform: Shape 1073">
                  <a:extLst>
                    <a:ext uri="{FF2B5EF4-FFF2-40B4-BE49-F238E27FC236}">
                      <a16:creationId xmlns:a16="http://schemas.microsoft.com/office/drawing/2014/main" id="{DAA96BBA-6D59-12A6-50AE-4DB1D6FB3FE7}"/>
                    </a:ext>
                  </a:extLst>
                </p:cNvPr>
                <p:cNvSpPr/>
                <p:nvPr/>
              </p:nvSpPr>
              <p:spPr>
                <a:xfrm>
                  <a:off x="7831784" y="3222648"/>
                  <a:ext cx="1389" cy="937"/>
                </a:xfrm>
                <a:custGeom>
                  <a:avLst/>
                  <a:gdLst>
                    <a:gd name="connsiteX0" fmla="*/ 0 w 1389"/>
                    <a:gd name="connsiteY0" fmla="*/ 382 h 937"/>
                    <a:gd name="connsiteX1" fmla="*/ 232 w 1389"/>
                    <a:gd name="connsiteY1" fmla="*/ 0 h 937"/>
                    <a:gd name="connsiteX2" fmla="*/ 1389 w 1389"/>
                    <a:gd name="connsiteY2" fmla="*/ 938 h 937"/>
                    <a:gd name="connsiteX3" fmla="*/ 0 w 1389"/>
                    <a:gd name="connsiteY3" fmla="*/ 382 h 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9" h="937">
                      <a:moveTo>
                        <a:pt x="0" y="382"/>
                      </a:moveTo>
                      <a:lnTo>
                        <a:pt x="232" y="0"/>
                      </a:lnTo>
                      <a:lnTo>
                        <a:pt x="1389" y="938"/>
                      </a:lnTo>
                      <a:lnTo>
                        <a:pt x="0" y="3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5" name="Freeform: Shape 1074">
                  <a:extLst>
                    <a:ext uri="{FF2B5EF4-FFF2-40B4-BE49-F238E27FC236}">
                      <a16:creationId xmlns:a16="http://schemas.microsoft.com/office/drawing/2014/main" id="{9770C444-5B44-FAE5-DE60-DD89E3404590}"/>
                    </a:ext>
                  </a:extLst>
                </p:cNvPr>
                <p:cNvSpPr/>
                <p:nvPr/>
              </p:nvSpPr>
              <p:spPr>
                <a:xfrm>
                  <a:off x="9077013" y="2440582"/>
                  <a:ext cx="1226" cy="1238"/>
                </a:xfrm>
                <a:custGeom>
                  <a:avLst/>
                  <a:gdLst>
                    <a:gd name="connsiteX0" fmla="*/ 0 w 1226"/>
                    <a:gd name="connsiteY0" fmla="*/ 0 h 1238"/>
                    <a:gd name="connsiteX1" fmla="*/ 717 w 1226"/>
                    <a:gd name="connsiteY1" fmla="*/ 185 h 1238"/>
                    <a:gd name="connsiteX2" fmla="*/ 1227 w 1226"/>
                    <a:gd name="connsiteY2" fmla="*/ 1239 h 1238"/>
                    <a:gd name="connsiteX3" fmla="*/ 0 w 1226"/>
                    <a:gd name="connsiteY3" fmla="*/ 0 h 1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26" h="1238">
                      <a:moveTo>
                        <a:pt x="0" y="0"/>
                      </a:moveTo>
                      <a:lnTo>
                        <a:pt x="717" y="185"/>
                      </a:lnTo>
                      <a:lnTo>
                        <a:pt x="1227" y="123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6" name="Freeform: Shape 1075">
                  <a:extLst>
                    <a:ext uri="{FF2B5EF4-FFF2-40B4-BE49-F238E27FC236}">
                      <a16:creationId xmlns:a16="http://schemas.microsoft.com/office/drawing/2014/main" id="{6E655FEE-2CFB-648E-1742-892142342F95}"/>
                    </a:ext>
                  </a:extLst>
                </p:cNvPr>
                <p:cNvSpPr/>
                <p:nvPr/>
              </p:nvSpPr>
              <p:spPr>
                <a:xfrm>
                  <a:off x="7890289" y="2917566"/>
                  <a:ext cx="659" cy="1852"/>
                </a:xfrm>
                <a:custGeom>
                  <a:avLst/>
                  <a:gdLst>
                    <a:gd name="connsiteX0" fmla="*/ 0 w 659"/>
                    <a:gd name="connsiteY0" fmla="*/ 475 h 1852"/>
                    <a:gd name="connsiteX1" fmla="*/ 243 w 659"/>
                    <a:gd name="connsiteY1" fmla="*/ 0 h 1852"/>
                    <a:gd name="connsiteX2" fmla="*/ 660 w 659"/>
                    <a:gd name="connsiteY2" fmla="*/ 1852 h 1852"/>
                    <a:gd name="connsiteX3" fmla="*/ 0 w 659"/>
                    <a:gd name="connsiteY3" fmla="*/ 475 h 1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9" h="1852">
                      <a:moveTo>
                        <a:pt x="0" y="475"/>
                      </a:moveTo>
                      <a:lnTo>
                        <a:pt x="243" y="0"/>
                      </a:lnTo>
                      <a:lnTo>
                        <a:pt x="660" y="1852"/>
                      </a:lnTo>
                      <a:lnTo>
                        <a:pt x="0" y="47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7" name="Freeform: Shape 1076">
                  <a:extLst>
                    <a:ext uri="{FF2B5EF4-FFF2-40B4-BE49-F238E27FC236}">
                      <a16:creationId xmlns:a16="http://schemas.microsoft.com/office/drawing/2014/main" id="{CF76111B-CEB6-AB22-CF72-DDDE835FEF66}"/>
                    </a:ext>
                  </a:extLst>
                </p:cNvPr>
                <p:cNvSpPr/>
                <p:nvPr/>
              </p:nvSpPr>
              <p:spPr>
                <a:xfrm>
                  <a:off x="8308352" y="4007979"/>
                  <a:ext cx="706" cy="1852"/>
                </a:xfrm>
                <a:custGeom>
                  <a:avLst/>
                  <a:gdLst>
                    <a:gd name="connsiteX0" fmla="*/ 0 w 706"/>
                    <a:gd name="connsiteY0" fmla="*/ 961 h 1852"/>
                    <a:gd name="connsiteX1" fmla="*/ 706 w 706"/>
                    <a:gd name="connsiteY1" fmla="*/ 0 h 1852"/>
                    <a:gd name="connsiteX2" fmla="*/ 23 w 706"/>
                    <a:gd name="connsiteY2" fmla="*/ 1852 h 1852"/>
                    <a:gd name="connsiteX3" fmla="*/ 0 w 706"/>
                    <a:gd name="connsiteY3" fmla="*/ 961 h 1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6" h="1852">
                      <a:moveTo>
                        <a:pt x="0" y="961"/>
                      </a:moveTo>
                      <a:lnTo>
                        <a:pt x="706" y="0"/>
                      </a:lnTo>
                      <a:lnTo>
                        <a:pt x="23" y="1852"/>
                      </a:lnTo>
                      <a:lnTo>
                        <a:pt x="0" y="96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8" name="Freeform: Shape 1077">
                  <a:extLst>
                    <a:ext uri="{FF2B5EF4-FFF2-40B4-BE49-F238E27FC236}">
                      <a16:creationId xmlns:a16="http://schemas.microsoft.com/office/drawing/2014/main" id="{980B5619-D4AD-0703-CC4E-C879DF998676}"/>
                    </a:ext>
                  </a:extLst>
                </p:cNvPr>
                <p:cNvSpPr/>
                <p:nvPr/>
              </p:nvSpPr>
              <p:spPr>
                <a:xfrm>
                  <a:off x="7751459" y="3510158"/>
                  <a:ext cx="937" cy="867"/>
                </a:xfrm>
                <a:custGeom>
                  <a:avLst/>
                  <a:gdLst>
                    <a:gd name="connsiteX0" fmla="*/ 0 w 937"/>
                    <a:gd name="connsiteY0" fmla="*/ 498 h 867"/>
                    <a:gd name="connsiteX1" fmla="*/ 498 w 937"/>
                    <a:gd name="connsiteY1" fmla="*/ 0 h 867"/>
                    <a:gd name="connsiteX2" fmla="*/ 938 w 937"/>
                    <a:gd name="connsiteY2" fmla="*/ 868 h 867"/>
                    <a:gd name="connsiteX3" fmla="*/ 0 w 937"/>
                    <a:gd name="connsiteY3" fmla="*/ 498 h 8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7" h="867">
                      <a:moveTo>
                        <a:pt x="0" y="498"/>
                      </a:moveTo>
                      <a:lnTo>
                        <a:pt x="498" y="0"/>
                      </a:lnTo>
                      <a:lnTo>
                        <a:pt x="938" y="868"/>
                      </a:lnTo>
                      <a:lnTo>
                        <a:pt x="0" y="49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9" name="Freeform: Shape 1078">
                  <a:extLst>
                    <a:ext uri="{FF2B5EF4-FFF2-40B4-BE49-F238E27FC236}">
                      <a16:creationId xmlns:a16="http://schemas.microsoft.com/office/drawing/2014/main" id="{EE47DD56-98EE-3730-28A2-3ECA9A0A1741}"/>
                    </a:ext>
                  </a:extLst>
                </p:cNvPr>
                <p:cNvSpPr/>
                <p:nvPr/>
              </p:nvSpPr>
              <p:spPr>
                <a:xfrm>
                  <a:off x="7821528" y="3257283"/>
                  <a:ext cx="1111" cy="590"/>
                </a:xfrm>
                <a:custGeom>
                  <a:avLst/>
                  <a:gdLst>
                    <a:gd name="connsiteX0" fmla="*/ 0 w 1111"/>
                    <a:gd name="connsiteY0" fmla="*/ 590 h 590"/>
                    <a:gd name="connsiteX1" fmla="*/ 313 w 1111"/>
                    <a:gd name="connsiteY1" fmla="*/ 0 h 590"/>
                    <a:gd name="connsiteX2" fmla="*/ 1111 w 1111"/>
                    <a:gd name="connsiteY2" fmla="*/ 567 h 590"/>
                    <a:gd name="connsiteX3" fmla="*/ 0 w 1111"/>
                    <a:gd name="connsiteY3" fmla="*/ 590 h 5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1" h="590">
                      <a:moveTo>
                        <a:pt x="0" y="590"/>
                      </a:moveTo>
                      <a:lnTo>
                        <a:pt x="313" y="0"/>
                      </a:lnTo>
                      <a:lnTo>
                        <a:pt x="1111" y="567"/>
                      </a:lnTo>
                      <a:lnTo>
                        <a:pt x="0" y="5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80" name="Freeform: Shape 1079">
                  <a:extLst>
                    <a:ext uri="{FF2B5EF4-FFF2-40B4-BE49-F238E27FC236}">
                      <a16:creationId xmlns:a16="http://schemas.microsoft.com/office/drawing/2014/main" id="{EF7333D9-53C6-E938-33A9-22AD5A948C5C}"/>
                    </a:ext>
                  </a:extLst>
                </p:cNvPr>
                <p:cNvSpPr/>
                <p:nvPr/>
              </p:nvSpPr>
              <p:spPr>
                <a:xfrm>
                  <a:off x="7808320" y="3313079"/>
                  <a:ext cx="1030" cy="740"/>
                </a:xfrm>
                <a:custGeom>
                  <a:avLst/>
                  <a:gdLst>
                    <a:gd name="connsiteX0" fmla="*/ 0 w 1030"/>
                    <a:gd name="connsiteY0" fmla="*/ 486 h 740"/>
                    <a:gd name="connsiteX1" fmla="*/ 613 w 1030"/>
                    <a:gd name="connsiteY1" fmla="*/ 0 h 740"/>
                    <a:gd name="connsiteX2" fmla="*/ 1030 w 1030"/>
                    <a:gd name="connsiteY2" fmla="*/ 741 h 740"/>
                    <a:gd name="connsiteX3" fmla="*/ 0 w 1030"/>
                    <a:gd name="connsiteY3" fmla="*/ 486 h 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30" h="740">
                      <a:moveTo>
                        <a:pt x="0" y="486"/>
                      </a:moveTo>
                      <a:lnTo>
                        <a:pt x="613" y="0"/>
                      </a:lnTo>
                      <a:lnTo>
                        <a:pt x="1030" y="741"/>
                      </a:lnTo>
                      <a:lnTo>
                        <a:pt x="0" y="48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81" name="Freeform: Shape 1080">
                  <a:extLst>
                    <a:ext uri="{FF2B5EF4-FFF2-40B4-BE49-F238E27FC236}">
                      <a16:creationId xmlns:a16="http://schemas.microsoft.com/office/drawing/2014/main" id="{9C905160-2668-C0FF-080E-EED88812E856}"/>
                    </a:ext>
                  </a:extLst>
                </p:cNvPr>
                <p:cNvSpPr/>
                <p:nvPr/>
              </p:nvSpPr>
              <p:spPr>
                <a:xfrm>
                  <a:off x="7850132" y="3129671"/>
                  <a:ext cx="856" cy="763"/>
                </a:xfrm>
                <a:custGeom>
                  <a:avLst/>
                  <a:gdLst>
                    <a:gd name="connsiteX0" fmla="*/ 0 w 856"/>
                    <a:gd name="connsiteY0" fmla="*/ 764 h 763"/>
                    <a:gd name="connsiteX1" fmla="*/ 11 w 856"/>
                    <a:gd name="connsiteY1" fmla="*/ 0 h 763"/>
                    <a:gd name="connsiteX2" fmla="*/ 856 w 856"/>
                    <a:gd name="connsiteY2" fmla="*/ 764 h 763"/>
                    <a:gd name="connsiteX3" fmla="*/ 0 w 856"/>
                    <a:gd name="connsiteY3" fmla="*/ 764 h 7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6" h="763">
                      <a:moveTo>
                        <a:pt x="0" y="764"/>
                      </a:moveTo>
                      <a:lnTo>
                        <a:pt x="11" y="0"/>
                      </a:lnTo>
                      <a:lnTo>
                        <a:pt x="856" y="764"/>
                      </a:lnTo>
                      <a:lnTo>
                        <a:pt x="0" y="76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82" name="Freeform: Shape 1081">
                  <a:extLst>
                    <a:ext uri="{FF2B5EF4-FFF2-40B4-BE49-F238E27FC236}">
                      <a16:creationId xmlns:a16="http://schemas.microsoft.com/office/drawing/2014/main" id="{8FFF3F0C-141D-3DE9-54CD-9222BFF89A4A}"/>
                    </a:ext>
                  </a:extLst>
                </p:cNvPr>
                <p:cNvSpPr/>
                <p:nvPr/>
              </p:nvSpPr>
              <p:spPr>
                <a:xfrm>
                  <a:off x="8523790" y="2690181"/>
                  <a:ext cx="960" cy="1030"/>
                </a:xfrm>
                <a:custGeom>
                  <a:avLst/>
                  <a:gdLst>
                    <a:gd name="connsiteX0" fmla="*/ 451 w 960"/>
                    <a:gd name="connsiteY0" fmla="*/ 914 h 1030"/>
                    <a:gd name="connsiteX1" fmla="*/ 220 w 960"/>
                    <a:gd name="connsiteY1" fmla="*/ 1030 h 1030"/>
                    <a:gd name="connsiteX2" fmla="*/ 0 w 960"/>
                    <a:gd name="connsiteY2" fmla="*/ 1019 h 1030"/>
                    <a:gd name="connsiteX3" fmla="*/ 116 w 960"/>
                    <a:gd name="connsiteY3" fmla="*/ 613 h 1030"/>
                    <a:gd name="connsiteX4" fmla="*/ 961 w 960"/>
                    <a:gd name="connsiteY4" fmla="*/ 0 h 1030"/>
                    <a:gd name="connsiteX5" fmla="*/ 451 w 960"/>
                    <a:gd name="connsiteY5" fmla="*/ 914 h 1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60" h="1030">
                      <a:moveTo>
                        <a:pt x="451" y="914"/>
                      </a:moveTo>
                      <a:lnTo>
                        <a:pt x="220" y="1030"/>
                      </a:lnTo>
                      <a:lnTo>
                        <a:pt x="0" y="1019"/>
                      </a:lnTo>
                      <a:lnTo>
                        <a:pt x="116" y="613"/>
                      </a:lnTo>
                      <a:lnTo>
                        <a:pt x="961" y="0"/>
                      </a:lnTo>
                      <a:lnTo>
                        <a:pt x="451" y="91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83" name="Freeform: Shape 1082">
                  <a:extLst>
                    <a:ext uri="{FF2B5EF4-FFF2-40B4-BE49-F238E27FC236}">
                      <a16:creationId xmlns:a16="http://schemas.microsoft.com/office/drawing/2014/main" id="{A45DB360-E63B-F14C-9A42-91D3E07ACF44}"/>
                    </a:ext>
                  </a:extLst>
                </p:cNvPr>
                <p:cNvSpPr/>
                <p:nvPr/>
              </p:nvSpPr>
              <p:spPr>
                <a:xfrm>
                  <a:off x="7750267" y="3347239"/>
                  <a:ext cx="1527" cy="474"/>
                </a:xfrm>
                <a:custGeom>
                  <a:avLst/>
                  <a:gdLst>
                    <a:gd name="connsiteX0" fmla="*/ 0 w 1527"/>
                    <a:gd name="connsiteY0" fmla="*/ 474 h 474"/>
                    <a:gd name="connsiteX1" fmla="*/ 1308 w 1527"/>
                    <a:gd name="connsiteY1" fmla="*/ 0 h 474"/>
                    <a:gd name="connsiteX2" fmla="*/ 1528 w 1527"/>
                    <a:gd name="connsiteY2" fmla="*/ 417 h 474"/>
                    <a:gd name="connsiteX3" fmla="*/ 0 w 1527"/>
                    <a:gd name="connsiteY3" fmla="*/ 474 h 4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7" h="474">
                      <a:moveTo>
                        <a:pt x="0" y="474"/>
                      </a:moveTo>
                      <a:lnTo>
                        <a:pt x="1308" y="0"/>
                      </a:lnTo>
                      <a:lnTo>
                        <a:pt x="1528" y="417"/>
                      </a:lnTo>
                      <a:lnTo>
                        <a:pt x="0" y="47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84" name="Freeform: Shape 1083">
                  <a:extLst>
                    <a:ext uri="{FF2B5EF4-FFF2-40B4-BE49-F238E27FC236}">
                      <a16:creationId xmlns:a16="http://schemas.microsoft.com/office/drawing/2014/main" id="{AC7AEDFB-0FEF-3E2E-2E2C-8734AA3F4254}"/>
                    </a:ext>
                  </a:extLst>
                </p:cNvPr>
                <p:cNvSpPr/>
                <p:nvPr/>
              </p:nvSpPr>
              <p:spPr>
                <a:xfrm>
                  <a:off x="8291486" y="4069412"/>
                  <a:ext cx="694" cy="1285"/>
                </a:xfrm>
                <a:custGeom>
                  <a:avLst/>
                  <a:gdLst>
                    <a:gd name="connsiteX0" fmla="*/ 0 w 694"/>
                    <a:gd name="connsiteY0" fmla="*/ 1285 h 1285"/>
                    <a:gd name="connsiteX1" fmla="*/ 46 w 694"/>
                    <a:gd name="connsiteY1" fmla="*/ 255 h 1285"/>
                    <a:gd name="connsiteX2" fmla="*/ 695 w 694"/>
                    <a:gd name="connsiteY2" fmla="*/ 0 h 1285"/>
                    <a:gd name="connsiteX3" fmla="*/ 0 w 694"/>
                    <a:gd name="connsiteY3" fmla="*/ 1285 h 1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4" h="1285">
                      <a:moveTo>
                        <a:pt x="0" y="1285"/>
                      </a:moveTo>
                      <a:lnTo>
                        <a:pt x="46" y="255"/>
                      </a:lnTo>
                      <a:lnTo>
                        <a:pt x="695" y="0"/>
                      </a:lnTo>
                      <a:lnTo>
                        <a:pt x="0" y="12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85" name="Freeform: Shape 1084">
                  <a:extLst>
                    <a:ext uri="{FF2B5EF4-FFF2-40B4-BE49-F238E27FC236}">
                      <a16:creationId xmlns:a16="http://schemas.microsoft.com/office/drawing/2014/main" id="{9E8ABF0A-A0F7-49DB-9E99-B2AB95D798C7}"/>
                    </a:ext>
                  </a:extLst>
                </p:cNvPr>
                <p:cNvSpPr/>
                <p:nvPr/>
              </p:nvSpPr>
              <p:spPr>
                <a:xfrm>
                  <a:off x="7898531" y="2916038"/>
                  <a:ext cx="567" cy="1180"/>
                </a:xfrm>
                <a:custGeom>
                  <a:avLst/>
                  <a:gdLst>
                    <a:gd name="connsiteX0" fmla="*/ 0 w 567"/>
                    <a:gd name="connsiteY0" fmla="*/ 1111 h 1180"/>
                    <a:gd name="connsiteX1" fmla="*/ 197 w 567"/>
                    <a:gd name="connsiteY1" fmla="*/ 0 h 1180"/>
                    <a:gd name="connsiteX2" fmla="*/ 567 w 567"/>
                    <a:gd name="connsiteY2" fmla="*/ 1181 h 1180"/>
                    <a:gd name="connsiteX3" fmla="*/ 0 w 567"/>
                    <a:gd name="connsiteY3" fmla="*/ 1111 h 1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7" h="1180">
                      <a:moveTo>
                        <a:pt x="0" y="1111"/>
                      </a:moveTo>
                      <a:lnTo>
                        <a:pt x="197" y="0"/>
                      </a:lnTo>
                      <a:lnTo>
                        <a:pt x="567" y="1181"/>
                      </a:lnTo>
                      <a:lnTo>
                        <a:pt x="0" y="111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86" name="Freeform: Shape 1085">
                  <a:extLst>
                    <a:ext uri="{FF2B5EF4-FFF2-40B4-BE49-F238E27FC236}">
                      <a16:creationId xmlns:a16="http://schemas.microsoft.com/office/drawing/2014/main" id="{B2DC5BDB-349D-E43F-0F3A-7EA7F907B559}"/>
                    </a:ext>
                  </a:extLst>
                </p:cNvPr>
                <p:cNvSpPr/>
                <p:nvPr/>
              </p:nvSpPr>
              <p:spPr>
                <a:xfrm>
                  <a:off x="8038923" y="2894507"/>
                  <a:ext cx="1146" cy="926"/>
                </a:xfrm>
                <a:custGeom>
                  <a:avLst/>
                  <a:gdLst>
                    <a:gd name="connsiteX0" fmla="*/ 0 w 1146"/>
                    <a:gd name="connsiteY0" fmla="*/ 926 h 926"/>
                    <a:gd name="connsiteX1" fmla="*/ 614 w 1146"/>
                    <a:gd name="connsiteY1" fmla="*/ 0 h 926"/>
                    <a:gd name="connsiteX2" fmla="*/ 1146 w 1146"/>
                    <a:gd name="connsiteY2" fmla="*/ 243 h 926"/>
                    <a:gd name="connsiteX3" fmla="*/ 0 w 1146"/>
                    <a:gd name="connsiteY3" fmla="*/ 926 h 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" h="926">
                      <a:moveTo>
                        <a:pt x="0" y="926"/>
                      </a:moveTo>
                      <a:lnTo>
                        <a:pt x="614" y="0"/>
                      </a:lnTo>
                      <a:lnTo>
                        <a:pt x="1146" y="243"/>
                      </a:lnTo>
                      <a:lnTo>
                        <a:pt x="0" y="92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87" name="Freeform: Shape 1086">
                  <a:extLst>
                    <a:ext uri="{FF2B5EF4-FFF2-40B4-BE49-F238E27FC236}">
                      <a16:creationId xmlns:a16="http://schemas.microsoft.com/office/drawing/2014/main" id="{3475216E-B86D-56BE-4486-B1C735F0266F}"/>
                    </a:ext>
                  </a:extLst>
                </p:cNvPr>
                <p:cNvSpPr/>
                <p:nvPr/>
              </p:nvSpPr>
              <p:spPr>
                <a:xfrm>
                  <a:off x="7844217" y="3146305"/>
                  <a:ext cx="1365" cy="520"/>
                </a:xfrm>
                <a:custGeom>
                  <a:avLst/>
                  <a:gdLst>
                    <a:gd name="connsiteX0" fmla="*/ 0 w 1365"/>
                    <a:gd name="connsiteY0" fmla="*/ 428 h 520"/>
                    <a:gd name="connsiteX1" fmla="*/ 11 w 1365"/>
                    <a:gd name="connsiteY1" fmla="*/ 0 h 520"/>
                    <a:gd name="connsiteX2" fmla="*/ 1366 w 1365"/>
                    <a:gd name="connsiteY2" fmla="*/ 521 h 520"/>
                    <a:gd name="connsiteX3" fmla="*/ 35 w 1365"/>
                    <a:gd name="connsiteY3" fmla="*/ 475 h 520"/>
                    <a:gd name="connsiteX4" fmla="*/ 0 w 1365"/>
                    <a:gd name="connsiteY4" fmla="*/ 428 h 5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5" h="520">
                      <a:moveTo>
                        <a:pt x="0" y="428"/>
                      </a:moveTo>
                      <a:lnTo>
                        <a:pt x="11" y="0"/>
                      </a:lnTo>
                      <a:lnTo>
                        <a:pt x="1366" y="521"/>
                      </a:lnTo>
                      <a:lnTo>
                        <a:pt x="35" y="475"/>
                      </a:lnTo>
                      <a:lnTo>
                        <a:pt x="0" y="42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88" name="Freeform: Shape 1087">
                  <a:extLst>
                    <a:ext uri="{FF2B5EF4-FFF2-40B4-BE49-F238E27FC236}">
                      <a16:creationId xmlns:a16="http://schemas.microsoft.com/office/drawing/2014/main" id="{560BFF2B-3039-9F38-9A36-8365B119BDBB}"/>
                    </a:ext>
                  </a:extLst>
                </p:cNvPr>
                <p:cNvSpPr/>
                <p:nvPr/>
              </p:nvSpPr>
              <p:spPr>
                <a:xfrm>
                  <a:off x="8493554" y="2783529"/>
                  <a:ext cx="764" cy="1053"/>
                </a:xfrm>
                <a:custGeom>
                  <a:avLst/>
                  <a:gdLst>
                    <a:gd name="connsiteX0" fmla="*/ 533 w 764"/>
                    <a:gd name="connsiteY0" fmla="*/ 764 h 1053"/>
                    <a:gd name="connsiteX1" fmla="*/ 12 w 764"/>
                    <a:gd name="connsiteY1" fmla="*/ 1053 h 1053"/>
                    <a:gd name="connsiteX2" fmla="*/ 0 w 764"/>
                    <a:gd name="connsiteY2" fmla="*/ 1007 h 1053"/>
                    <a:gd name="connsiteX3" fmla="*/ 486 w 764"/>
                    <a:gd name="connsiteY3" fmla="*/ 46 h 1053"/>
                    <a:gd name="connsiteX4" fmla="*/ 567 w 764"/>
                    <a:gd name="connsiteY4" fmla="*/ 0 h 1053"/>
                    <a:gd name="connsiteX5" fmla="*/ 764 w 764"/>
                    <a:gd name="connsiteY5" fmla="*/ 116 h 1053"/>
                    <a:gd name="connsiteX6" fmla="*/ 533 w 764"/>
                    <a:gd name="connsiteY6" fmla="*/ 764 h 10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4" h="1053">
                      <a:moveTo>
                        <a:pt x="533" y="764"/>
                      </a:moveTo>
                      <a:lnTo>
                        <a:pt x="12" y="1053"/>
                      </a:lnTo>
                      <a:lnTo>
                        <a:pt x="0" y="1007"/>
                      </a:lnTo>
                      <a:lnTo>
                        <a:pt x="486" y="46"/>
                      </a:lnTo>
                      <a:lnTo>
                        <a:pt x="567" y="0"/>
                      </a:lnTo>
                      <a:lnTo>
                        <a:pt x="764" y="116"/>
                      </a:lnTo>
                      <a:lnTo>
                        <a:pt x="533" y="76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89" name="Freeform: Shape 1088">
                  <a:extLst>
                    <a:ext uri="{FF2B5EF4-FFF2-40B4-BE49-F238E27FC236}">
                      <a16:creationId xmlns:a16="http://schemas.microsoft.com/office/drawing/2014/main" id="{601E51D1-4F2E-A4F7-FFBE-DA597EED64C2}"/>
                    </a:ext>
                  </a:extLst>
                </p:cNvPr>
                <p:cNvSpPr/>
                <p:nvPr/>
              </p:nvSpPr>
              <p:spPr>
                <a:xfrm>
                  <a:off x="8360941" y="3812092"/>
                  <a:ext cx="1331" cy="1319"/>
                </a:xfrm>
                <a:custGeom>
                  <a:avLst/>
                  <a:gdLst>
                    <a:gd name="connsiteX0" fmla="*/ 255 w 1331"/>
                    <a:gd name="connsiteY0" fmla="*/ 1227 h 1319"/>
                    <a:gd name="connsiteX1" fmla="*/ 0 w 1331"/>
                    <a:gd name="connsiteY1" fmla="*/ 1319 h 1319"/>
                    <a:gd name="connsiteX2" fmla="*/ 324 w 1331"/>
                    <a:gd name="connsiteY2" fmla="*/ 741 h 1319"/>
                    <a:gd name="connsiteX3" fmla="*/ 1331 w 1331"/>
                    <a:gd name="connsiteY3" fmla="*/ 0 h 1319"/>
                    <a:gd name="connsiteX4" fmla="*/ 1262 w 1331"/>
                    <a:gd name="connsiteY4" fmla="*/ 162 h 1319"/>
                    <a:gd name="connsiteX5" fmla="*/ 255 w 1331"/>
                    <a:gd name="connsiteY5" fmla="*/ 1227 h 1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31" h="1319">
                      <a:moveTo>
                        <a:pt x="255" y="1227"/>
                      </a:moveTo>
                      <a:lnTo>
                        <a:pt x="0" y="1319"/>
                      </a:lnTo>
                      <a:lnTo>
                        <a:pt x="324" y="741"/>
                      </a:lnTo>
                      <a:lnTo>
                        <a:pt x="1331" y="0"/>
                      </a:lnTo>
                      <a:lnTo>
                        <a:pt x="1262" y="162"/>
                      </a:lnTo>
                      <a:lnTo>
                        <a:pt x="255" y="12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0" name="Freeform: Shape 1089">
                  <a:extLst>
                    <a:ext uri="{FF2B5EF4-FFF2-40B4-BE49-F238E27FC236}">
                      <a16:creationId xmlns:a16="http://schemas.microsoft.com/office/drawing/2014/main" id="{E77A3252-0575-29AC-BC94-535C8CF993AE}"/>
                    </a:ext>
                  </a:extLst>
                </p:cNvPr>
                <p:cNvSpPr/>
                <p:nvPr/>
              </p:nvSpPr>
              <p:spPr>
                <a:xfrm>
                  <a:off x="8451823" y="2918966"/>
                  <a:ext cx="694" cy="925"/>
                </a:xfrm>
                <a:custGeom>
                  <a:avLst/>
                  <a:gdLst>
                    <a:gd name="connsiteX0" fmla="*/ 0 w 694"/>
                    <a:gd name="connsiteY0" fmla="*/ 880 h 925"/>
                    <a:gd name="connsiteX1" fmla="*/ 243 w 694"/>
                    <a:gd name="connsiteY1" fmla="*/ 0 h 925"/>
                    <a:gd name="connsiteX2" fmla="*/ 695 w 694"/>
                    <a:gd name="connsiteY2" fmla="*/ 914 h 925"/>
                    <a:gd name="connsiteX3" fmla="*/ 613 w 694"/>
                    <a:gd name="connsiteY3" fmla="*/ 926 h 925"/>
                    <a:gd name="connsiteX4" fmla="*/ 0 w 694"/>
                    <a:gd name="connsiteY4" fmla="*/ 880 h 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" h="925">
                      <a:moveTo>
                        <a:pt x="0" y="880"/>
                      </a:moveTo>
                      <a:lnTo>
                        <a:pt x="243" y="0"/>
                      </a:lnTo>
                      <a:lnTo>
                        <a:pt x="695" y="914"/>
                      </a:lnTo>
                      <a:lnTo>
                        <a:pt x="613" y="926"/>
                      </a:lnTo>
                      <a:lnTo>
                        <a:pt x="0" y="8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1" name="Freeform: Shape 1090">
                  <a:extLst>
                    <a:ext uri="{FF2B5EF4-FFF2-40B4-BE49-F238E27FC236}">
                      <a16:creationId xmlns:a16="http://schemas.microsoft.com/office/drawing/2014/main" id="{BA7D653C-2A60-7A52-0925-EB86DCCEB985}"/>
                    </a:ext>
                  </a:extLst>
                </p:cNvPr>
                <p:cNvSpPr/>
                <p:nvPr/>
              </p:nvSpPr>
              <p:spPr>
                <a:xfrm>
                  <a:off x="7845548" y="3135493"/>
                  <a:ext cx="1470" cy="590"/>
                </a:xfrm>
                <a:custGeom>
                  <a:avLst/>
                  <a:gdLst>
                    <a:gd name="connsiteX0" fmla="*/ 0 w 1470"/>
                    <a:gd name="connsiteY0" fmla="*/ 0 h 590"/>
                    <a:gd name="connsiteX1" fmla="*/ 1470 w 1470"/>
                    <a:gd name="connsiteY1" fmla="*/ 590 h 590"/>
                    <a:gd name="connsiteX2" fmla="*/ 231 w 1470"/>
                    <a:gd name="connsiteY2" fmla="*/ 521 h 590"/>
                    <a:gd name="connsiteX3" fmla="*/ 0 w 1470"/>
                    <a:gd name="connsiteY3" fmla="*/ 0 h 5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70" h="590">
                      <a:moveTo>
                        <a:pt x="0" y="0"/>
                      </a:moveTo>
                      <a:lnTo>
                        <a:pt x="1470" y="590"/>
                      </a:lnTo>
                      <a:lnTo>
                        <a:pt x="231" y="52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2" name="Freeform: Shape 1091">
                  <a:extLst>
                    <a:ext uri="{FF2B5EF4-FFF2-40B4-BE49-F238E27FC236}">
                      <a16:creationId xmlns:a16="http://schemas.microsoft.com/office/drawing/2014/main" id="{4547D0C1-FC7D-05C7-8EEE-140A98AC871F}"/>
                    </a:ext>
                  </a:extLst>
                </p:cNvPr>
                <p:cNvSpPr/>
                <p:nvPr/>
              </p:nvSpPr>
              <p:spPr>
                <a:xfrm>
                  <a:off x="8274388" y="3636555"/>
                  <a:ext cx="1053" cy="601"/>
                </a:xfrm>
                <a:custGeom>
                  <a:avLst/>
                  <a:gdLst>
                    <a:gd name="connsiteX0" fmla="*/ 0 w 1053"/>
                    <a:gd name="connsiteY0" fmla="*/ 0 h 601"/>
                    <a:gd name="connsiteX1" fmla="*/ 232 w 1053"/>
                    <a:gd name="connsiteY1" fmla="*/ 104 h 601"/>
                    <a:gd name="connsiteX2" fmla="*/ 1053 w 1053"/>
                    <a:gd name="connsiteY2" fmla="*/ 532 h 601"/>
                    <a:gd name="connsiteX3" fmla="*/ 12 w 1053"/>
                    <a:gd name="connsiteY3" fmla="*/ 602 h 601"/>
                    <a:gd name="connsiteX4" fmla="*/ 0 w 1053"/>
                    <a:gd name="connsiteY4" fmla="*/ 474 h 601"/>
                    <a:gd name="connsiteX5" fmla="*/ 0 w 1053"/>
                    <a:gd name="connsiteY5" fmla="*/ 0 h 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53" h="601">
                      <a:moveTo>
                        <a:pt x="0" y="0"/>
                      </a:moveTo>
                      <a:lnTo>
                        <a:pt x="232" y="104"/>
                      </a:lnTo>
                      <a:lnTo>
                        <a:pt x="1053" y="532"/>
                      </a:lnTo>
                      <a:lnTo>
                        <a:pt x="12" y="602"/>
                      </a:lnTo>
                      <a:lnTo>
                        <a:pt x="0" y="47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3" name="Freeform: Shape 1092">
                  <a:extLst>
                    <a:ext uri="{FF2B5EF4-FFF2-40B4-BE49-F238E27FC236}">
                      <a16:creationId xmlns:a16="http://schemas.microsoft.com/office/drawing/2014/main" id="{0DFF34E2-8CFB-37F2-DC2B-F5541F328994}"/>
                    </a:ext>
                  </a:extLst>
                </p:cNvPr>
                <p:cNvSpPr/>
                <p:nvPr/>
              </p:nvSpPr>
              <p:spPr>
                <a:xfrm>
                  <a:off x="9750671" y="1605475"/>
                  <a:ext cx="335" cy="1898"/>
                </a:xfrm>
                <a:custGeom>
                  <a:avLst/>
                  <a:gdLst>
                    <a:gd name="connsiteX0" fmla="*/ 0 w 335"/>
                    <a:gd name="connsiteY0" fmla="*/ 1817 h 1898"/>
                    <a:gd name="connsiteX1" fmla="*/ 278 w 335"/>
                    <a:gd name="connsiteY1" fmla="*/ 0 h 1898"/>
                    <a:gd name="connsiteX2" fmla="*/ 336 w 335"/>
                    <a:gd name="connsiteY2" fmla="*/ 1748 h 1898"/>
                    <a:gd name="connsiteX3" fmla="*/ 208 w 335"/>
                    <a:gd name="connsiteY3" fmla="*/ 1898 h 1898"/>
                    <a:gd name="connsiteX4" fmla="*/ 0 w 335"/>
                    <a:gd name="connsiteY4" fmla="*/ 1817 h 18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5" h="1898">
                      <a:moveTo>
                        <a:pt x="0" y="1817"/>
                      </a:moveTo>
                      <a:lnTo>
                        <a:pt x="278" y="0"/>
                      </a:lnTo>
                      <a:lnTo>
                        <a:pt x="336" y="1748"/>
                      </a:lnTo>
                      <a:lnTo>
                        <a:pt x="208" y="1898"/>
                      </a:lnTo>
                      <a:lnTo>
                        <a:pt x="0" y="18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4" name="Freeform: Shape 1093">
                  <a:extLst>
                    <a:ext uri="{FF2B5EF4-FFF2-40B4-BE49-F238E27FC236}">
                      <a16:creationId xmlns:a16="http://schemas.microsoft.com/office/drawing/2014/main" id="{EB79BCE5-986B-B7D3-2F75-0952D29BCF3A}"/>
                    </a:ext>
                  </a:extLst>
                </p:cNvPr>
                <p:cNvSpPr/>
                <p:nvPr/>
              </p:nvSpPr>
              <p:spPr>
                <a:xfrm>
                  <a:off x="7981495" y="3778765"/>
                  <a:ext cx="567" cy="1192"/>
                </a:xfrm>
                <a:custGeom>
                  <a:avLst/>
                  <a:gdLst>
                    <a:gd name="connsiteX0" fmla="*/ 0 w 567"/>
                    <a:gd name="connsiteY0" fmla="*/ 1042 h 1192"/>
                    <a:gd name="connsiteX1" fmla="*/ 278 w 567"/>
                    <a:gd name="connsiteY1" fmla="*/ 0 h 1192"/>
                    <a:gd name="connsiteX2" fmla="*/ 567 w 567"/>
                    <a:gd name="connsiteY2" fmla="*/ 1193 h 1192"/>
                    <a:gd name="connsiteX3" fmla="*/ 0 w 567"/>
                    <a:gd name="connsiteY3" fmla="*/ 1042 h 1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7" h="1192">
                      <a:moveTo>
                        <a:pt x="0" y="1042"/>
                      </a:moveTo>
                      <a:lnTo>
                        <a:pt x="278" y="0"/>
                      </a:lnTo>
                      <a:lnTo>
                        <a:pt x="567" y="1193"/>
                      </a:lnTo>
                      <a:lnTo>
                        <a:pt x="0" y="104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5" name="Freeform: Shape 1094">
                  <a:extLst>
                    <a:ext uri="{FF2B5EF4-FFF2-40B4-BE49-F238E27FC236}">
                      <a16:creationId xmlns:a16="http://schemas.microsoft.com/office/drawing/2014/main" id="{433706AC-46BF-5470-B996-57ABE59C125B}"/>
                    </a:ext>
                  </a:extLst>
                </p:cNvPr>
                <p:cNvSpPr/>
                <p:nvPr/>
              </p:nvSpPr>
              <p:spPr>
                <a:xfrm>
                  <a:off x="9799244" y="1309074"/>
                  <a:ext cx="949" cy="958"/>
                </a:xfrm>
                <a:custGeom>
                  <a:avLst/>
                  <a:gdLst>
                    <a:gd name="connsiteX0" fmla="*/ 0 w 949"/>
                    <a:gd name="connsiteY0" fmla="*/ 617 h 958"/>
                    <a:gd name="connsiteX1" fmla="*/ 949 w 949"/>
                    <a:gd name="connsiteY1" fmla="*/ 0 h 958"/>
                    <a:gd name="connsiteX2" fmla="*/ 498 w 949"/>
                    <a:gd name="connsiteY2" fmla="*/ 959 h 958"/>
                    <a:gd name="connsiteX3" fmla="*/ 0 w 949"/>
                    <a:gd name="connsiteY3" fmla="*/ 617 h 9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49" h="958">
                      <a:moveTo>
                        <a:pt x="0" y="617"/>
                      </a:moveTo>
                      <a:lnTo>
                        <a:pt x="949" y="0"/>
                      </a:lnTo>
                      <a:lnTo>
                        <a:pt x="498" y="959"/>
                      </a:lnTo>
                      <a:lnTo>
                        <a:pt x="0" y="6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6" name="Freeform: Shape 1095">
                  <a:extLst>
                    <a:ext uri="{FF2B5EF4-FFF2-40B4-BE49-F238E27FC236}">
                      <a16:creationId xmlns:a16="http://schemas.microsoft.com/office/drawing/2014/main" id="{C122E32E-82C3-14A7-3DA8-C5FA600C8F14}"/>
                    </a:ext>
                  </a:extLst>
                </p:cNvPr>
                <p:cNvSpPr/>
                <p:nvPr/>
              </p:nvSpPr>
              <p:spPr>
                <a:xfrm>
                  <a:off x="8104373" y="2865891"/>
                  <a:ext cx="1007" cy="717"/>
                </a:xfrm>
                <a:custGeom>
                  <a:avLst/>
                  <a:gdLst>
                    <a:gd name="connsiteX0" fmla="*/ 544 w 1007"/>
                    <a:gd name="connsiteY0" fmla="*/ 324 h 717"/>
                    <a:gd name="connsiteX1" fmla="*/ 0 w 1007"/>
                    <a:gd name="connsiteY1" fmla="*/ 718 h 717"/>
                    <a:gd name="connsiteX2" fmla="*/ 46 w 1007"/>
                    <a:gd name="connsiteY2" fmla="*/ 58 h 717"/>
                    <a:gd name="connsiteX3" fmla="*/ 1007 w 1007"/>
                    <a:gd name="connsiteY3" fmla="*/ 0 h 717"/>
                    <a:gd name="connsiteX4" fmla="*/ 544 w 1007"/>
                    <a:gd name="connsiteY4" fmla="*/ 324 h 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7" h="717">
                      <a:moveTo>
                        <a:pt x="544" y="324"/>
                      </a:moveTo>
                      <a:lnTo>
                        <a:pt x="0" y="718"/>
                      </a:lnTo>
                      <a:lnTo>
                        <a:pt x="46" y="58"/>
                      </a:lnTo>
                      <a:lnTo>
                        <a:pt x="1007" y="0"/>
                      </a:lnTo>
                      <a:lnTo>
                        <a:pt x="544" y="3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7" name="Freeform: Shape 1096">
                  <a:extLst>
                    <a:ext uri="{FF2B5EF4-FFF2-40B4-BE49-F238E27FC236}">
                      <a16:creationId xmlns:a16="http://schemas.microsoft.com/office/drawing/2014/main" id="{4FF07399-6513-6702-0578-5A1018317A38}"/>
                    </a:ext>
                  </a:extLst>
                </p:cNvPr>
                <p:cNvSpPr/>
                <p:nvPr/>
              </p:nvSpPr>
              <p:spPr>
                <a:xfrm>
                  <a:off x="8409756" y="2952490"/>
                  <a:ext cx="463" cy="1389"/>
                </a:xfrm>
                <a:custGeom>
                  <a:avLst/>
                  <a:gdLst>
                    <a:gd name="connsiteX0" fmla="*/ 0 w 463"/>
                    <a:gd name="connsiteY0" fmla="*/ 0 h 1389"/>
                    <a:gd name="connsiteX1" fmla="*/ 463 w 463"/>
                    <a:gd name="connsiteY1" fmla="*/ 359 h 1389"/>
                    <a:gd name="connsiteX2" fmla="*/ 23 w 463"/>
                    <a:gd name="connsiteY2" fmla="*/ 1389 h 1389"/>
                    <a:gd name="connsiteX3" fmla="*/ 0 w 463"/>
                    <a:gd name="connsiteY3" fmla="*/ 0 h 1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3" h="1389">
                      <a:moveTo>
                        <a:pt x="0" y="0"/>
                      </a:moveTo>
                      <a:lnTo>
                        <a:pt x="463" y="359"/>
                      </a:lnTo>
                      <a:lnTo>
                        <a:pt x="23" y="138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8" name="Freeform: Shape 1097">
                  <a:extLst>
                    <a:ext uri="{FF2B5EF4-FFF2-40B4-BE49-F238E27FC236}">
                      <a16:creationId xmlns:a16="http://schemas.microsoft.com/office/drawing/2014/main" id="{45B536FF-9ECD-7F90-12D6-358318278B00}"/>
                    </a:ext>
                  </a:extLst>
                </p:cNvPr>
                <p:cNvSpPr/>
                <p:nvPr/>
              </p:nvSpPr>
              <p:spPr>
                <a:xfrm>
                  <a:off x="8503301" y="2787036"/>
                  <a:ext cx="891" cy="868"/>
                </a:xfrm>
                <a:custGeom>
                  <a:avLst/>
                  <a:gdLst>
                    <a:gd name="connsiteX0" fmla="*/ 0 w 891"/>
                    <a:gd name="connsiteY0" fmla="*/ 0 h 868"/>
                    <a:gd name="connsiteX1" fmla="*/ 498 w 891"/>
                    <a:gd name="connsiteY1" fmla="*/ 243 h 868"/>
                    <a:gd name="connsiteX2" fmla="*/ 891 w 891"/>
                    <a:gd name="connsiteY2" fmla="*/ 486 h 868"/>
                    <a:gd name="connsiteX3" fmla="*/ 405 w 891"/>
                    <a:gd name="connsiteY3" fmla="*/ 868 h 868"/>
                    <a:gd name="connsiteX4" fmla="*/ 23 w 891"/>
                    <a:gd name="connsiteY4" fmla="*/ 93 h 868"/>
                    <a:gd name="connsiteX5" fmla="*/ 0 w 891"/>
                    <a:gd name="connsiteY5" fmla="*/ 0 h 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91" h="868">
                      <a:moveTo>
                        <a:pt x="0" y="0"/>
                      </a:moveTo>
                      <a:lnTo>
                        <a:pt x="498" y="243"/>
                      </a:lnTo>
                      <a:lnTo>
                        <a:pt x="891" y="486"/>
                      </a:lnTo>
                      <a:lnTo>
                        <a:pt x="405" y="868"/>
                      </a:lnTo>
                      <a:lnTo>
                        <a:pt x="23" y="9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9" name="Freeform: Shape 1098">
                  <a:extLst>
                    <a:ext uri="{FF2B5EF4-FFF2-40B4-BE49-F238E27FC236}">
                      <a16:creationId xmlns:a16="http://schemas.microsoft.com/office/drawing/2014/main" id="{28A53697-270F-3304-F0C0-EF9A42025E6B}"/>
                    </a:ext>
                  </a:extLst>
                </p:cNvPr>
                <p:cNvSpPr/>
                <p:nvPr/>
              </p:nvSpPr>
              <p:spPr>
                <a:xfrm>
                  <a:off x="8538283" y="2741902"/>
                  <a:ext cx="984" cy="1169"/>
                </a:xfrm>
                <a:custGeom>
                  <a:avLst/>
                  <a:gdLst>
                    <a:gd name="connsiteX0" fmla="*/ 0 w 984"/>
                    <a:gd name="connsiteY0" fmla="*/ 1169 h 1169"/>
                    <a:gd name="connsiteX1" fmla="*/ 880 w 984"/>
                    <a:gd name="connsiteY1" fmla="*/ 0 h 1169"/>
                    <a:gd name="connsiteX2" fmla="*/ 984 w 984"/>
                    <a:gd name="connsiteY2" fmla="*/ 567 h 1169"/>
                    <a:gd name="connsiteX3" fmla="*/ 0 w 984"/>
                    <a:gd name="connsiteY3" fmla="*/ 1169 h 1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4" h="1169">
                      <a:moveTo>
                        <a:pt x="0" y="1169"/>
                      </a:moveTo>
                      <a:lnTo>
                        <a:pt x="880" y="0"/>
                      </a:lnTo>
                      <a:lnTo>
                        <a:pt x="984" y="567"/>
                      </a:lnTo>
                      <a:lnTo>
                        <a:pt x="0" y="11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00" name="Freeform: Shape 1099">
                  <a:extLst>
                    <a:ext uri="{FF2B5EF4-FFF2-40B4-BE49-F238E27FC236}">
                      <a16:creationId xmlns:a16="http://schemas.microsoft.com/office/drawing/2014/main" id="{B95CF5BB-1A35-E5C6-4EF8-0C216040B000}"/>
                    </a:ext>
                  </a:extLst>
                </p:cNvPr>
                <p:cNvSpPr/>
                <p:nvPr/>
              </p:nvSpPr>
              <p:spPr>
                <a:xfrm>
                  <a:off x="8050094" y="3916066"/>
                  <a:ext cx="1030" cy="787"/>
                </a:xfrm>
                <a:custGeom>
                  <a:avLst/>
                  <a:gdLst>
                    <a:gd name="connsiteX0" fmla="*/ 0 w 1030"/>
                    <a:gd name="connsiteY0" fmla="*/ 787 h 787"/>
                    <a:gd name="connsiteX1" fmla="*/ 764 w 1030"/>
                    <a:gd name="connsiteY1" fmla="*/ 0 h 787"/>
                    <a:gd name="connsiteX2" fmla="*/ 1030 w 1030"/>
                    <a:gd name="connsiteY2" fmla="*/ 544 h 787"/>
                    <a:gd name="connsiteX3" fmla="*/ 0 w 1030"/>
                    <a:gd name="connsiteY3" fmla="*/ 787 h 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30" h="787">
                      <a:moveTo>
                        <a:pt x="0" y="787"/>
                      </a:moveTo>
                      <a:lnTo>
                        <a:pt x="764" y="0"/>
                      </a:lnTo>
                      <a:lnTo>
                        <a:pt x="1030" y="544"/>
                      </a:lnTo>
                      <a:lnTo>
                        <a:pt x="0" y="78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01" name="Freeform: Shape 1100">
                  <a:extLst>
                    <a:ext uri="{FF2B5EF4-FFF2-40B4-BE49-F238E27FC236}">
                      <a16:creationId xmlns:a16="http://schemas.microsoft.com/office/drawing/2014/main" id="{3E332918-DAC7-2856-8F35-FB3D1B084E91}"/>
                    </a:ext>
                  </a:extLst>
                </p:cNvPr>
                <p:cNvSpPr/>
                <p:nvPr/>
              </p:nvSpPr>
              <p:spPr>
                <a:xfrm>
                  <a:off x="7788386" y="3375496"/>
                  <a:ext cx="601" cy="1041"/>
                </a:xfrm>
                <a:custGeom>
                  <a:avLst/>
                  <a:gdLst>
                    <a:gd name="connsiteX0" fmla="*/ 590 w 601"/>
                    <a:gd name="connsiteY0" fmla="*/ 764 h 1041"/>
                    <a:gd name="connsiteX1" fmla="*/ 0 w 601"/>
                    <a:gd name="connsiteY1" fmla="*/ 1042 h 1041"/>
                    <a:gd name="connsiteX2" fmla="*/ 289 w 601"/>
                    <a:gd name="connsiteY2" fmla="*/ 0 h 1041"/>
                    <a:gd name="connsiteX3" fmla="*/ 602 w 601"/>
                    <a:gd name="connsiteY3" fmla="*/ 509 h 1041"/>
                    <a:gd name="connsiteX4" fmla="*/ 590 w 601"/>
                    <a:gd name="connsiteY4" fmla="*/ 764 h 1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1" h="1041">
                      <a:moveTo>
                        <a:pt x="590" y="764"/>
                      </a:moveTo>
                      <a:lnTo>
                        <a:pt x="0" y="1042"/>
                      </a:lnTo>
                      <a:lnTo>
                        <a:pt x="289" y="0"/>
                      </a:lnTo>
                      <a:lnTo>
                        <a:pt x="602" y="509"/>
                      </a:lnTo>
                      <a:lnTo>
                        <a:pt x="590" y="76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02" name="Freeform: Shape 1101">
                  <a:extLst>
                    <a:ext uri="{FF2B5EF4-FFF2-40B4-BE49-F238E27FC236}">
                      <a16:creationId xmlns:a16="http://schemas.microsoft.com/office/drawing/2014/main" id="{7FBA3790-628E-20D7-E631-303A0C2D5367}"/>
                    </a:ext>
                  </a:extLst>
                </p:cNvPr>
                <p:cNvSpPr/>
                <p:nvPr/>
              </p:nvSpPr>
              <p:spPr>
                <a:xfrm>
                  <a:off x="8134112" y="4324660"/>
                  <a:ext cx="902" cy="706"/>
                </a:xfrm>
                <a:custGeom>
                  <a:avLst/>
                  <a:gdLst>
                    <a:gd name="connsiteX0" fmla="*/ 0 w 902"/>
                    <a:gd name="connsiteY0" fmla="*/ 671 h 706"/>
                    <a:gd name="connsiteX1" fmla="*/ 289 w 902"/>
                    <a:gd name="connsiteY1" fmla="*/ 0 h 706"/>
                    <a:gd name="connsiteX2" fmla="*/ 903 w 902"/>
                    <a:gd name="connsiteY2" fmla="*/ 162 h 706"/>
                    <a:gd name="connsiteX3" fmla="*/ 255 w 902"/>
                    <a:gd name="connsiteY3" fmla="*/ 706 h 706"/>
                    <a:gd name="connsiteX4" fmla="*/ 0 w 902"/>
                    <a:gd name="connsiteY4" fmla="*/ 671 h 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2" h="706">
                      <a:moveTo>
                        <a:pt x="0" y="671"/>
                      </a:moveTo>
                      <a:lnTo>
                        <a:pt x="289" y="0"/>
                      </a:lnTo>
                      <a:lnTo>
                        <a:pt x="903" y="162"/>
                      </a:lnTo>
                      <a:lnTo>
                        <a:pt x="255" y="706"/>
                      </a:lnTo>
                      <a:lnTo>
                        <a:pt x="0" y="67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03" name="Freeform: Shape 1102">
                  <a:extLst>
                    <a:ext uri="{FF2B5EF4-FFF2-40B4-BE49-F238E27FC236}">
                      <a16:creationId xmlns:a16="http://schemas.microsoft.com/office/drawing/2014/main" id="{DA14B32F-2C6B-7F58-226D-9321FF55E3F2}"/>
                    </a:ext>
                  </a:extLst>
                </p:cNvPr>
                <p:cNvSpPr/>
                <p:nvPr/>
              </p:nvSpPr>
              <p:spPr>
                <a:xfrm>
                  <a:off x="8029350" y="3941811"/>
                  <a:ext cx="798" cy="983"/>
                </a:xfrm>
                <a:custGeom>
                  <a:avLst/>
                  <a:gdLst>
                    <a:gd name="connsiteX0" fmla="*/ 197 w 798"/>
                    <a:gd name="connsiteY0" fmla="*/ 822 h 983"/>
                    <a:gd name="connsiteX1" fmla="*/ 0 w 798"/>
                    <a:gd name="connsiteY1" fmla="*/ 984 h 983"/>
                    <a:gd name="connsiteX2" fmla="*/ 35 w 798"/>
                    <a:gd name="connsiteY2" fmla="*/ 695 h 983"/>
                    <a:gd name="connsiteX3" fmla="*/ 336 w 798"/>
                    <a:gd name="connsiteY3" fmla="*/ 0 h 983"/>
                    <a:gd name="connsiteX4" fmla="*/ 799 w 798"/>
                    <a:gd name="connsiteY4" fmla="*/ 266 h 983"/>
                    <a:gd name="connsiteX5" fmla="*/ 197 w 798"/>
                    <a:gd name="connsiteY5" fmla="*/ 822 h 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98" h="983">
                      <a:moveTo>
                        <a:pt x="197" y="822"/>
                      </a:moveTo>
                      <a:lnTo>
                        <a:pt x="0" y="984"/>
                      </a:lnTo>
                      <a:lnTo>
                        <a:pt x="35" y="695"/>
                      </a:lnTo>
                      <a:lnTo>
                        <a:pt x="336" y="0"/>
                      </a:lnTo>
                      <a:lnTo>
                        <a:pt x="799" y="266"/>
                      </a:lnTo>
                      <a:lnTo>
                        <a:pt x="197" y="8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04" name="Freeform: Shape 1103">
                  <a:extLst>
                    <a:ext uri="{FF2B5EF4-FFF2-40B4-BE49-F238E27FC236}">
                      <a16:creationId xmlns:a16="http://schemas.microsoft.com/office/drawing/2014/main" id="{CECB30F3-6CB0-4B2C-933B-C096AC4117FD}"/>
                    </a:ext>
                  </a:extLst>
                </p:cNvPr>
                <p:cNvSpPr/>
                <p:nvPr/>
              </p:nvSpPr>
              <p:spPr>
                <a:xfrm>
                  <a:off x="8473748" y="2813800"/>
                  <a:ext cx="764" cy="1053"/>
                </a:xfrm>
                <a:custGeom>
                  <a:avLst/>
                  <a:gdLst>
                    <a:gd name="connsiteX0" fmla="*/ 46 w 764"/>
                    <a:gd name="connsiteY0" fmla="*/ 949 h 1053"/>
                    <a:gd name="connsiteX1" fmla="*/ 533 w 764"/>
                    <a:gd name="connsiteY1" fmla="*/ 0 h 1053"/>
                    <a:gd name="connsiteX2" fmla="*/ 764 w 764"/>
                    <a:gd name="connsiteY2" fmla="*/ 683 h 1053"/>
                    <a:gd name="connsiteX3" fmla="*/ 0 w 764"/>
                    <a:gd name="connsiteY3" fmla="*/ 1053 h 1053"/>
                    <a:gd name="connsiteX4" fmla="*/ 46 w 764"/>
                    <a:gd name="connsiteY4" fmla="*/ 949 h 10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4" h="1053">
                      <a:moveTo>
                        <a:pt x="46" y="949"/>
                      </a:moveTo>
                      <a:lnTo>
                        <a:pt x="533" y="0"/>
                      </a:lnTo>
                      <a:lnTo>
                        <a:pt x="764" y="683"/>
                      </a:lnTo>
                      <a:lnTo>
                        <a:pt x="0" y="1053"/>
                      </a:lnTo>
                      <a:lnTo>
                        <a:pt x="46" y="94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05" name="Freeform: Shape 1104">
                  <a:extLst>
                    <a:ext uri="{FF2B5EF4-FFF2-40B4-BE49-F238E27FC236}">
                      <a16:creationId xmlns:a16="http://schemas.microsoft.com/office/drawing/2014/main" id="{593B008B-8E98-7968-0B02-1300169D2826}"/>
                    </a:ext>
                  </a:extLst>
                </p:cNvPr>
                <p:cNvSpPr/>
                <p:nvPr/>
              </p:nvSpPr>
              <p:spPr>
                <a:xfrm>
                  <a:off x="9293494" y="4055405"/>
                  <a:ext cx="1400" cy="451"/>
                </a:xfrm>
                <a:custGeom>
                  <a:avLst/>
                  <a:gdLst>
                    <a:gd name="connsiteX0" fmla="*/ 0 w 1400"/>
                    <a:gd name="connsiteY0" fmla="*/ 417 h 451"/>
                    <a:gd name="connsiteX1" fmla="*/ 648 w 1400"/>
                    <a:gd name="connsiteY1" fmla="*/ 0 h 451"/>
                    <a:gd name="connsiteX2" fmla="*/ 1401 w 1400"/>
                    <a:gd name="connsiteY2" fmla="*/ 451 h 451"/>
                    <a:gd name="connsiteX3" fmla="*/ 0 w 1400"/>
                    <a:gd name="connsiteY3" fmla="*/ 417 h 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00" h="451">
                      <a:moveTo>
                        <a:pt x="0" y="417"/>
                      </a:moveTo>
                      <a:lnTo>
                        <a:pt x="648" y="0"/>
                      </a:lnTo>
                      <a:lnTo>
                        <a:pt x="1401" y="451"/>
                      </a:lnTo>
                      <a:lnTo>
                        <a:pt x="0" y="4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06" name="Freeform: Shape 1105">
                  <a:extLst>
                    <a:ext uri="{FF2B5EF4-FFF2-40B4-BE49-F238E27FC236}">
                      <a16:creationId xmlns:a16="http://schemas.microsoft.com/office/drawing/2014/main" id="{4122639C-0ED9-D84E-0ECE-6459FAA2547C}"/>
                    </a:ext>
                  </a:extLst>
                </p:cNvPr>
                <p:cNvSpPr/>
                <p:nvPr/>
              </p:nvSpPr>
              <p:spPr>
                <a:xfrm>
                  <a:off x="9805205" y="1610279"/>
                  <a:ext cx="729" cy="1203"/>
                </a:xfrm>
                <a:custGeom>
                  <a:avLst/>
                  <a:gdLst>
                    <a:gd name="connsiteX0" fmla="*/ 0 w 729"/>
                    <a:gd name="connsiteY0" fmla="*/ 637 h 1203"/>
                    <a:gd name="connsiteX1" fmla="*/ 729 w 729"/>
                    <a:gd name="connsiteY1" fmla="*/ 0 h 1203"/>
                    <a:gd name="connsiteX2" fmla="*/ 324 w 729"/>
                    <a:gd name="connsiteY2" fmla="*/ 1204 h 1203"/>
                    <a:gd name="connsiteX3" fmla="*/ 0 w 729"/>
                    <a:gd name="connsiteY3" fmla="*/ 637 h 1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9" h="1203">
                      <a:moveTo>
                        <a:pt x="0" y="637"/>
                      </a:moveTo>
                      <a:lnTo>
                        <a:pt x="729" y="0"/>
                      </a:lnTo>
                      <a:lnTo>
                        <a:pt x="324" y="1204"/>
                      </a:lnTo>
                      <a:lnTo>
                        <a:pt x="0" y="6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07" name="Freeform: Shape 1106">
                  <a:extLst>
                    <a:ext uri="{FF2B5EF4-FFF2-40B4-BE49-F238E27FC236}">
                      <a16:creationId xmlns:a16="http://schemas.microsoft.com/office/drawing/2014/main" id="{C9DFCEEA-B6C9-F2F3-B2B1-B25636BEEE29}"/>
                    </a:ext>
                  </a:extLst>
                </p:cNvPr>
                <p:cNvSpPr/>
                <p:nvPr/>
              </p:nvSpPr>
              <p:spPr>
                <a:xfrm>
                  <a:off x="8260428" y="4189384"/>
                  <a:ext cx="636" cy="937"/>
                </a:xfrm>
                <a:custGeom>
                  <a:avLst/>
                  <a:gdLst>
                    <a:gd name="connsiteX0" fmla="*/ 139 w 636"/>
                    <a:gd name="connsiteY0" fmla="*/ 197 h 937"/>
                    <a:gd name="connsiteX1" fmla="*/ 220 w 636"/>
                    <a:gd name="connsiteY1" fmla="*/ 0 h 937"/>
                    <a:gd name="connsiteX2" fmla="*/ 637 w 636"/>
                    <a:gd name="connsiteY2" fmla="*/ 845 h 937"/>
                    <a:gd name="connsiteX3" fmla="*/ 255 w 636"/>
                    <a:gd name="connsiteY3" fmla="*/ 938 h 937"/>
                    <a:gd name="connsiteX4" fmla="*/ 0 w 636"/>
                    <a:gd name="connsiteY4" fmla="*/ 799 h 937"/>
                    <a:gd name="connsiteX5" fmla="*/ 139 w 636"/>
                    <a:gd name="connsiteY5" fmla="*/ 197 h 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36" h="937">
                      <a:moveTo>
                        <a:pt x="139" y="197"/>
                      </a:moveTo>
                      <a:lnTo>
                        <a:pt x="220" y="0"/>
                      </a:lnTo>
                      <a:lnTo>
                        <a:pt x="637" y="845"/>
                      </a:lnTo>
                      <a:lnTo>
                        <a:pt x="255" y="938"/>
                      </a:lnTo>
                      <a:lnTo>
                        <a:pt x="0" y="799"/>
                      </a:lnTo>
                      <a:lnTo>
                        <a:pt x="139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08" name="Freeform: Shape 1107">
                  <a:extLst>
                    <a:ext uri="{FF2B5EF4-FFF2-40B4-BE49-F238E27FC236}">
                      <a16:creationId xmlns:a16="http://schemas.microsoft.com/office/drawing/2014/main" id="{66DD26FA-E0DC-B310-7291-59107282A52B}"/>
                    </a:ext>
                  </a:extLst>
                </p:cNvPr>
                <p:cNvSpPr/>
                <p:nvPr/>
              </p:nvSpPr>
              <p:spPr>
                <a:xfrm>
                  <a:off x="8520595" y="2725244"/>
                  <a:ext cx="1493" cy="451"/>
                </a:xfrm>
                <a:custGeom>
                  <a:avLst/>
                  <a:gdLst>
                    <a:gd name="connsiteX0" fmla="*/ 1482 w 1493"/>
                    <a:gd name="connsiteY0" fmla="*/ 382 h 451"/>
                    <a:gd name="connsiteX1" fmla="*/ 150 w 1493"/>
                    <a:gd name="connsiteY1" fmla="*/ 451 h 451"/>
                    <a:gd name="connsiteX2" fmla="*/ 0 w 1493"/>
                    <a:gd name="connsiteY2" fmla="*/ 440 h 451"/>
                    <a:gd name="connsiteX3" fmla="*/ 1412 w 1493"/>
                    <a:gd name="connsiteY3" fmla="*/ 0 h 451"/>
                    <a:gd name="connsiteX4" fmla="*/ 1493 w 1493"/>
                    <a:gd name="connsiteY4" fmla="*/ 58 h 451"/>
                    <a:gd name="connsiteX5" fmla="*/ 1482 w 1493"/>
                    <a:gd name="connsiteY5" fmla="*/ 382 h 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93" h="451">
                      <a:moveTo>
                        <a:pt x="1482" y="382"/>
                      </a:moveTo>
                      <a:lnTo>
                        <a:pt x="150" y="451"/>
                      </a:lnTo>
                      <a:lnTo>
                        <a:pt x="0" y="440"/>
                      </a:lnTo>
                      <a:lnTo>
                        <a:pt x="1412" y="0"/>
                      </a:lnTo>
                      <a:lnTo>
                        <a:pt x="1493" y="58"/>
                      </a:lnTo>
                      <a:lnTo>
                        <a:pt x="1482" y="3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09" name="Freeform: Shape 1108">
                  <a:extLst>
                    <a:ext uri="{FF2B5EF4-FFF2-40B4-BE49-F238E27FC236}">
                      <a16:creationId xmlns:a16="http://schemas.microsoft.com/office/drawing/2014/main" id="{F7C67C71-B1E5-24AE-2498-CAB74206ADC2}"/>
                    </a:ext>
                  </a:extLst>
                </p:cNvPr>
                <p:cNvSpPr/>
                <p:nvPr/>
              </p:nvSpPr>
              <p:spPr>
                <a:xfrm>
                  <a:off x="8372007" y="3322455"/>
                  <a:ext cx="1065" cy="995"/>
                </a:xfrm>
                <a:custGeom>
                  <a:avLst/>
                  <a:gdLst>
                    <a:gd name="connsiteX0" fmla="*/ 0 w 1065"/>
                    <a:gd name="connsiteY0" fmla="*/ 996 h 995"/>
                    <a:gd name="connsiteX1" fmla="*/ 637 w 1065"/>
                    <a:gd name="connsiteY1" fmla="*/ 0 h 995"/>
                    <a:gd name="connsiteX2" fmla="*/ 1065 w 1065"/>
                    <a:gd name="connsiteY2" fmla="*/ 255 h 995"/>
                    <a:gd name="connsiteX3" fmla="*/ 0 w 1065"/>
                    <a:gd name="connsiteY3" fmla="*/ 996 h 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65" h="995">
                      <a:moveTo>
                        <a:pt x="0" y="996"/>
                      </a:moveTo>
                      <a:lnTo>
                        <a:pt x="637" y="0"/>
                      </a:lnTo>
                      <a:lnTo>
                        <a:pt x="1065" y="255"/>
                      </a:lnTo>
                      <a:lnTo>
                        <a:pt x="0" y="99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10" name="Freeform: Shape 1109">
                  <a:extLst>
                    <a:ext uri="{FF2B5EF4-FFF2-40B4-BE49-F238E27FC236}">
                      <a16:creationId xmlns:a16="http://schemas.microsoft.com/office/drawing/2014/main" id="{9F469249-EA6A-4900-1EED-D4F8B3C12665}"/>
                    </a:ext>
                  </a:extLst>
                </p:cNvPr>
                <p:cNvSpPr/>
                <p:nvPr/>
              </p:nvSpPr>
              <p:spPr>
                <a:xfrm>
                  <a:off x="9757802" y="1458946"/>
                  <a:ext cx="764" cy="1008"/>
                </a:xfrm>
                <a:custGeom>
                  <a:avLst/>
                  <a:gdLst>
                    <a:gd name="connsiteX0" fmla="*/ 0 w 764"/>
                    <a:gd name="connsiteY0" fmla="*/ 526 h 1008"/>
                    <a:gd name="connsiteX1" fmla="*/ 35 w 764"/>
                    <a:gd name="connsiteY1" fmla="*/ 426 h 1008"/>
                    <a:gd name="connsiteX2" fmla="*/ 371 w 764"/>
                    <a:gd name="connsiteY2" fmla="*/ 0 h 1008"/>
                    <a:gd name="connsiteX3" fmla="*/ 764 w 764"/>
                    <a:gd name="connsiteY3" fmla="*/ 1008 h 1008"/>
                    <a:gd name="connsiteX4" fmla="*/ 0 w 764"/>
                    <a:gd name="connsiteY4" fmla="*/ 526 h 10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4" h="1008">
                      <a:moveTo>
                        <a:pt x="0" y="526"/>
                      </a:moveTo>
                      <a:lnTo>
                        <a:pt x="35" y="426"/>
                      </a:lnTo>
                      <a:lnTo>
                        <a:pt x="371" y="0"/>
                      </a:lnTo>
                      <a:lnTo>
                        <a:pt x="764" y="1008"/>
                      </a:lnTo>
                      <a:lnTo>
                        <a:pt x="0" y="52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11" name="Freeform: Shape 1110">
                  <a:extLst>
                    <a:ext uri="{FF2B5EF4-FFF2-40B4-BE49-F238E27FC236}">
                      <a16:creationId xmlns:a16="http://schemas.microsoft.com/office/drawing/2014/main" id="{810152B2-85C4-45FE-0C7B-130E0FC3B353}"/>
                    </a:ext>
                  </a:extLst>
                </p:cNvPr>
                <p:cNvSpPr/>
                <p:nvPr/>
              </p:nvSpPr>
              <p:spPr>
                <a:xfrm>
                  <a:off x="7834296" y="3235972"/>
                  <a:ext cx="740" cy="914"/>
                </a:xfrm>
                <a:custGeom>
                  <a:avLst/>
                  <a:gdLst>
                    <a:gd name="connsiteX0" fmla="*/ 0 w 740"/>
                    <a:gd name="connsiteY0" fmla="*/ 752 h 914"/>
                    <a:gd name="connsiteX1" fmla="*/ 208 w 740"/>
                    <a:gd name="connsiteY1" fmla="*/ 0 h 914"/>
                    <a:gd name="connsiteX2" fmla="*/ 741 w 740"/>
                    <a:gd name="connsiteY2" fmla="*/ 914 h 914"/>
                    <a:gd name="connsiteX3" fmla="*/ 0 w 740"/>
                    <a:gd name="connsiteY3" fmla="*/ 752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" h="914">
                      <a:moveTo>
                        <a:pt x="0" y="752"/>
                      </a:moveTo>
                      <a:lnTo>
                        <a:pt x="208" y="0"/>
                      </a:lnTo>
                      <a:lnTo>
                        <a:pt x="741" y="914"/>
                      </a:lnTo>
                      <a:lnTo>
                        <a:pt x="0" y="75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12" name="Freeform: Shape 1111">
                  <a:extLst>
                    <a:ext uri="{FF2B5EF4-FFF2-40B4-BE49-F238E27FC236}">
                      <a16:creationId xmlns:a16="http://schemas.microsoft.com/office/drawing/2014/main" id="{D995797A-A037-24C8-207C-694637429524}"/>
                    </a:ext>
                  </a:extLst>
                </p:cNvPr>
                <p:cNvSpPr/>
                <p:nvPr/>
              </p:nvSpPr>
              <p:spPr>
                <a:xfrm>
                  <a:off x="8597587" y="2610284"/>
                  <a:ext cx="868" cy="902"/>
                </a:xfrm>
                <a:custGeom>
                  <a:avLst/>
                  <a:gdLst>
                    <a:gd name="connsiteX0" fmla="*/ 0 w 868"/>
                    <a:gd name="connsiteY0" fmla="*/ 312 h 902"/>
                    <a:gd name="connsiteX1" fmla="*/ 868 w 868"/>
                    <a:gd name="connsiteY1" fmla="*/ 0 h 902"/>
                    <a:gd name="connsiteX2" fmla="*/ 266 w 868"/>
                    <a:gd name="connsiteY2" fmla="*/ 903 h 902"/>
                    <a:gd name="connsiteX3" fmla="*/ 0 w 868"/>
                    <a:gd name="connsiteY3" fmla="*/ 312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8" h="902">
                      <a:moveTo>
                        <a:pt x="0" y="312"/>
                      </a:moveTo>
                      <a:lnTo>
                        <a:pt x="868" y="0"/>
                      </a:lnTo>
                      <a:lnTo>
                        <a:pt x="266" y="903"/>
                      </a:lnTo>
                      <a:lnTo>
                        <a:pt x="0" y="3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13" name="Freeform: Shape 1112">
                  <a:extLst>
                    <a:ext uri="{FF2B5EF4-FFF2-40B4-BE49-F238E27FC236}">
                      <a16:creationId xmlns:a16="http://schemas.microsoft.com/office/drawing/2014/main" id="{8F390F29-6F10-C4C6-37FE-9CAA5ABF45DA}"/>
                    </a:ext>
                  </a:extLst>
                </p:cNvPr>
                <p:cNvSpPr/>
                <p:nvPr/>
              </p:nvSpPr>
              <p:spPr>
                <a:xfrm>
                  <a:off x="7439397" y="2973060"/>
                  <a:ext cx="868" cy="740"/>
                </a:xfrm>
                <a:custGeom>
                  <a:avLst/>
                  <a:gdLst>
                    <a:gd name="connsiteX0" fmla="*/ 0 w 868"/>
                    <a:gd name="connsiteY0" fmla="*/ 220 h 740"/>
                    <a:gd name="connsiteX1" fmla="*/ 776 w 868"/>
                    <a:gd name="connsiteY1" fmla="*/ 0 h 740"/>
                    <a:gd name="connsiteX2" fmla="*/ 868 w 868"/>
                    <a:gd name="connsiteY2" fmla="*/ 741 h 740"/>
                    <a:gd name="connsiteX3" fmla="*/ 0 w 868"/>
                    <a:gd name="connsiteY3" fmla="*/ 220 h 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8" h="740">
                      <a:moveTo>
                        <a:pt x="0" y="220"/>
                      </a:moveTo>
                      <a:lnTo>
                        <a:pt x="776" y="0"/>
                      </a:lnTo>
                      <a:lnTo>
                        <a:pt x="868" y="741"/>
                      </a:lnTo>
                      <a:lnTo>
                        <a:pt x="0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14" name="Freeform: Shape 1113">
                  <a:extLst>
                    <a:ext uri="{FF2B5EF4-FFF2-40B4-BE49-F238E27FC236}">
                      <a16:creationId xmlns:a16="http://schemas.microsoft.com/office/drawing/2014/main" id="{FBD7EF29-DE14-1FAF-2EC1-6B697CD0C223}"/>
                    </a:ext>
                  </a:extLst>
                </p:cNvPr>
                <p:cNvSpPr/>
                <p:nvPr/>
              </p:nvSpPr>
              <p:spPr>
                <a:xfrm>
                  <a:off x="7854080" y="3127402"/>
                  <a:ext cx="578" cy="1041"/>
                </a:xfrm>
                <a:custGeom>
                  <a:avLst/>
                  <a:gdLst>
                    <a:gd name="connsiteX0" fmla="*/ 0 w 578"/>
                    <a:gd name="connsiteY0" fmla="*/ 0 h 1041"/>
                    <a:gd name="connsiteX1" fmla="*/ 579 w 578"/>
                    <a:gd name="connsiteY1" fmla="*/ 11 h 1041"/>
                    <a:gd name="connsiteX2" fmla="*/ 451 w 578"/>
                    <a:gd name="connsiteY2" fmla="*/ 1042 h 1041"/>
                    <a:gd name="connsiteX3" fmla="*/ 0 w 578"/>
                    <a:gd name="connsiteY3" fmla="*/ 0 h 1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8" h="1041">
                      <a:moveTo>
                        <a:pt x="0" y="0"/>
                      </a:moveTo>
                      <a:lnTo>
                        <a:pt x="579" y="11"/>
                      </a:lnTo>
                      <a:lnTo>
                        <a:pt x="451" y="104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15" name="Freeform: Shape 1114">
                  <a:extLst>
                    <a:ext uri="{FF2B5EF4-FFF2-40B4-BE49-F238E27FC236}">
                      <a16:creationId xmlns:a16="http://schemas.microsoft.com/office/drawing/2014/main" id="{AFE10D70-176F-D4A3-F78B-650C584C7704}"/>
                    </a:ext>
                  </a:extLst>
                </p:cNvPr>
                <p:cNvSpPr/>
                <p:nvPr/>
              </p:nvSpPr>
              <p:spPr>
                <a:xfrm>
                  <a:off x="8134436" y="4332705"/>
                  <a:ext cx="1261" cy="705"/>
                </a:xfrm>
                <a:custGeom>
                  <a:avLst/>
                  <a:gdLst>
                    <a:gd name="connsiteX0" fmla="*/ 0 w 1261"/>
                    <a:gd name="connsiteY0" fmla="*/ 602 h 705"/>
                    <a:gd name="connsiteX1" fmla="*/ 1262 w 1261"/>
                    <a:gd name="connsiteY1" fmla="*/ 0 h 705"/>
                    <a:gd name="connsiteX2" fmla="*/ 787 w 1261"/>
                    <a:gd name="connsiteY2" fmla="*/ 706 h 705"/>
                    <a:gd name="connsiteX3" fmla="*/ 0 w 1261"/>
                    <a:gd name="connsiteY3" fmla="*/ 602 h 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1" h="705">
                      <a:moveTo>
                        <a:pt x="0" y="602"/>
                      </a:moveTo>
                      <a:lnTo>
                        <a:pt x="1262" y="0"/>
                      </a:lnTo>
                      <a:lnTo>
                        <a:pt x="787" y="706"/>
                      </a:lnTo>
                      <a:lnTo>
                        <a:pt x="0" y="6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16" name="Freeform: Shape 1115">
                  <a:extLst>
                    <a:ext uri="{FF2B5EF4-FFF2-40B4-BE49-F238E27FC236}">
                      <a16:creationId xmlns:a16="http://schemas.microsoft.com/office/drawing/2014/main" id="{CEAB41E0-506E-61FF-BEFD-A8D2EFA55E93}"/>
                    </a:ext>
                  </a:extLst>
                </p:cNvPr>
                <p:cNvSpPr/>
                <p:nvPr/>
              </p:nvSpPr>
              <p:spPr>
                <a:xfrm>
                  <a:off x="8362700" y="4141587"/>
                  <a:ext cx="926" cy="2002"/>
                </a:xfrm>
                <a:custGeom>
                  <a:avLst/>
                  <a:gdLst>
                    <a:gd name="connsiteX0" fmla="*/ 301 w 926"/>
                    <a:gd name="connsiteY0" fmla="*/ 752 h 2002"/>
                    <a:gd name="connsiteX1" fmla="*/ 590 w 926"/>
                    <a:gd name="connsiteY1" fmla="*/ 359 h 2002"/>
                    <a:gd name="connsiteX2" fmla="*/ 926 w 926"/>
                    <a:gd name="connsiteY2" fmla="*/ 0 h 2002"/>
                    <a:gd name="connsiteX3" fmla="*/ 0 w 926"/>
                    <a:gd name="connsiteY3" fmla="*/ 2003 h 2002"/>
                    <a:gd name="connsiteX4" fmla="*/ 301 w 926"/>
                    <a:gd name="connsiteY4" fmla="*/ 752 h 2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26" h="2002">
                      <a:moveTo>
                        <a:pt x="301" y="752"/>
                      </a:moveTo>
                      <a:lnTo>
                        <a:pt x="590" y="359"/>
                      </a:lnTo>
                      <a:lnTo>
                        <a:pt x="926" y="0"/>
                      </a:lnTo>
                      <a:lnTo>
                        <a:pt x="0" y="2003"/>
                      </a:lnTo>
                      <a:lnTo>
                        <a:pt x="301" y="75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17" name="Freeform: Shape 1116">
                  <a:extLst>
                    <a:ext uri="{FF2B5EF4-FFF2-40B4-BE49-F238E27FC236}">
                      <a16:creationId xmlns:a16="http://schemas.microsoft.com/office/drawing/2014/main" id="{43EA95E9-E6CD-D2B5-0661-8DE9F54B215C}"/>
                    </a:ext>
                  </a:extLst>
                </p:cNvPr>
                <p:cNvSpPr/>
                <p:nvPr/>
              </p:nvSpPr>
              <p:spPr>
                <a:xfrm>
                  <a:off x="7892048" y="3068642"/>
                  <a:ext cx="729" cy="1562"/>
                </a:xfrm>
                <a:custGeom>
                  <a:avLst/>
                  <a:gdLst>
                    <a:gd name="connsiteX0" fmla="*/ 0 w 729"/>
                    <a:gd name="connsiteY0" fmla="*/ 312 h 1562"/>
                    <a:gd name="connsiteX1" fmla="*/ 69 w 729"/>
                    <a:gd name="connsiteY1" fmla="*/ 162 h 1562"/>
                    <a:gd name="connsiteX2" fmla="*/ 278 w 729"/>
                    <a:gd name="connsiteY2" fmla="*/ 0 h 1562"/>
                    <a:gd name="connsiteX3" fmla="*/ 729 w 729"/>
                    <a:gd name="connsiteY3" fmla="*/ 1563 h 1562"/>
                    <a:gd name="connsiteX4" fmla="*/ 0 w 729"/>
                    <a:gd name="connsiteY4" fmla="*/ 312 h 1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29" h="1562">
                      <a:moveTo>
                        <a:pt x="0" y="312"/>
                      </a:moveTo>
                      <a:lnTo>
                        <a:pt x="69" y="162"/>
                      </a:lnTo>
                      <a:lnTo>
                        <a:pt x="278" y="0"/>
                      </a:lnTo>
                      <a:lnTo>
                        <a:pt x="729" y="1563"/>
                      </a:lnTo>
                      <a:lnTo>
                        <a:pt x="0" y="3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18" name="Freeform: Shape 1117">
                  <a:extLst>
                    <a:ext uri="{FF2B5EF4-FFF2-40B4-BE49-F238E27FC236}">
                      <a16:creationId xmlns:a16="http://schemas.microsoft.com/office/drawing/2014/main" id="{3D36D1B5-48D3-5A6D-5D30-F7F4A051F38B}"/>
                    </a:ext>
                  </a:extLst>
                </p:cNvPr>
                <p:cNvSpPr/>
                <p:nvPr/>
              </p:nvSpPr>
              <p:spPr>
                <a:xfrm>
                  <a:off x="7860632" y="3117771"/>
                  <a:ext cx="648" cy="995"/>
                </a:xfrm>
                <a:custGeom>
                  <a:avLst/>
                  <a:gdLst>
                    <a:gd name="connsiteX0" fmla="*/ 0 w 648"/>
                    <a:gd name="connsiteY0" fmla="*/ 868 h 995"/>
                    <a:gd name="connsiteX1" fmla="*/ 648 w 648"/>
                    <a:gd name="connsiteY1" fmla="*/ 0 h 995"/>
                    <a:gd name="connsiteX2" fmla="*/ 579 w 648"/>
                    <a:gd name="connsiteY2" fmla="*/ 996 h 995"/>
                    <a:gd name="connsiteX3" fmla="*/ 0 w 648"/>
                    <a:gd name="connsiteY3" fmla="*/ 868 h 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8" h="995">
                      <a:moveTo>
                        <a:pt x="0" y="868"/>
                      </a:moveTo>
                      <a:lnTo>
                        <a:pt x="648" y="0"/>
                      </a:lnTo>
                      <a:lnTo>
                        <a:pt x="579" y="996"/>
                      </a:lnTo>
                      <a:lnTo>
                        <a:pt x="0" y="86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19" name="Freeform: Shape 1118">
                  <a:extLst>
                    <a:ext uri="{FF2B5EF4-FFF2-40B4-BE49-F238E27FC236}">
                      <a16:creationId xmlns:a16="http://schemas.microsoft.com/office/drawing/2014/main" id="{4DF28D10-5223-3035-52EF-41D622C04958}"/>
                    </a:ext>
                  </a:extLst>
                </p:cNvPr>
                <p:cNvSpPr/>
                <p:nvPr/>
              </p:nvSpPr>
              <p:spPr>
                <a:xfrm>
                  <a:off x="8257036" y="4176419"/>
                  <a:ext cx="752" cy="1007"/>
                </a:xfrm>
                <a:custGeom>
                  <a:avLst/>
                  <a:gdLst>
                    <a:gd name="connsiteX0" fmla="*/ 0 w 752"/>
                    <a:gd name="connsiteY0" fmla="*/ 1007 h 1007"/>
                    <a:gd name="connsiteX1" fmla="*/ 185 w 752"/>
                    <a:gd name="connsiteY1" fmla="*/ 0 h 1007"/>
                    <a:gd name="connsiteX2" fmla="*/ 752 w 752"/>
                    <a:gd name="connsiteY2" fmla="*/ 104 h 1007"/>
                    <a:gd name="connsiteX3" fmla="*/ 0 w 752"/>
                    <a:gd name="connsiteY3" fmla="*/ 1007 h 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2" h="1007">
                      <a:moveTo>
                        <a:pt x="0" y="1007"/>
                      </a:moveTo>
                      <a:lnTo>
                        <a:pt x="185" y="0"/>
                      </a:lnTo>
                      <a:lnTo>
                        <a:pt x="752" y="104"/>
                      </a:lnTo>
                      <a:lnTo>
                        <a:pt x="0" y="100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20" name="Freeform: Shape 1119">
                  <a:extLst>
                    <a:ext uri="{FF2B5EF4-FFF2-40B4-BE49-F238E27FC236}">
                      <a16:creationId xmlns:a16="http://schemas.microsoft.com/office/drawing/2014/main" id="{7C773A81-437D-6472-0B72-06A83DFF3603}"/>
                    </a:ext>
                  </a:extLst>
                </p:cNvPr>
                <p:cNvSpPr/>
                <p:nvPr/>
              </p:nvSpPr>
              <p:spPr>
                <a:xfrm>
                  <a:off x="8005689" y="2829242"/>
                  <a:ext cx="520" cy="1134"/>
                </a:xfrm>
                <a:custGeom>
                  <a:avLst/>
                  <a:gdLst>
                    <a:gd name="connsiteX0" fmla="*/ 498 w 520"/>
                    <a:gd name="connsiteY0" fmla="*/ 822 h 1134"/>
                    <a:gd name="connsiteX1" fmla="*/ 463 w 520"/>
                    <a:gd name="connsiteY1" fmla="*/ 1135 h 1134"/>
                    <a:gd name="connsiteX2" fmla="*/ 0 w 520"/>
                    <a:gd name="connsiteY2" fmla="*/ 486 h 1134"/>
                    <a:gd name="connsiteX3" fmla="*/ 521 w 520"/>
                    <a:gd name="connsiteY3" fmla="*/ 0 h 1134"/>
                    <a:gd name="connsiteX4" fmla="*/ 498 w 520"/>
                    <a:gd name="connsiteY4" fmla="*/ 822 h 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0" h="1134">
                      <a:moveTo>
                        <a:pt x="498" y="822"/>
                      </a:moveTo>
                      <a:lnTo>
                        <a:pt x="463" y="1135"/>
                      </a:lnTo>
                      <a:lnTo>
                        <a:pt x="0" y="486"/>
                      </a:lnTo>
                      <a:lnTo>
                        <a:pt x="521" y="0"/>
                      </a:lnTo>
                      <a:lnTo>
                        <a:pt x="498" y="8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21" name="Freeform: Shape 1120">
                  <a:extLst>
                    <a:ext uri="{FF2B5EF4-FFF2-40B4-BE49-F238E27FC236}">
                      <a16:creationId xmlns:a16="http://schemas.microsoft.com/office/drawing/2014/main" id="{33D9EEA7-E769-9EA9-094F-37437417788E}"/>
                    </a:ext>
                  </a:extLst>
                </p:cNvPr>
                <p:cNvSpPr/>
                <p:nvPr/>
              </p:nvSpPr>
              <p:spPr>
                <a:xfrm>
                  <a:off x="8129933" y="4240619"/>
                  <a:ext cx="486" cy="1041"/>
                </a:xfrm>
                <a:custGeom>
                  <a:avLst/>
                  <a:gdLst>
                    <a:gd name="connsiteX0" fmla="*/ 0 w 486"/>
                    <a:gd name="connsiteY0" fmla="*/ 0 h 1041"/>
                    <a:gd name="connsiteX1" fmla="*/ 405 w 486"/>
                    <a:gd name="connsiteY1" fmla="*/ 556 h 1041"/>
                    <a:gd name="connsiteX2" fmla="*/ 486 w 486"/>
                    <a:gd name="connsiteY2" fmla="*/ 1042 h 1041"/>
                    <a:gd name="connsiteX3" fmla="*/ 58 w 486"/>
                    <a:gd name="connsiteY3" fmla="*/ 1019 h 1041"/>
                    <a:gd name="connsiteX4" fmla="*/ 0 w 486"/>
                    <a:gd name="connsiteY4" fmla="*/ 0 h 1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6" h="1041">
                      <a:moveTo>
                        <a:pt x="0" y="0"/>
                      </a:moveTo>
                      <a:lnTo>
                        <a:pt x="405" y="556"/>
                      </a:lnTo>
                      <a:lnTo>
                        <a:pt x="486" y="1042"/>
                      </a:lnTo>
                      <a:lnTo>
                        <a:pt x="58" y="101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22" name="Freeform: Shape 1121">
                  <a:extLst>
                    <a:ext uri="{FF2B5EF4-FFF2-40B4-BE49-F238E27FC236}">
                      <a16:creationId xmlns:a16="http://schemas.microsoft.com/office/drawing/2014/main" id="{FB511924-4FD7-5A94-2130-BC0C8161D7A5}"/>
                    </a:ext>
                  </a:extLst>
                </p:cNvPr>
                <p:cNvSpPr/>
                <p:nvPr/>
              </p:nvSpPr>
              <p:spPr>
                <a:xfrm>
                  <a:off x="7898658" y="3073157"/>
                  <a:ext cx="648" cy="914"/>
                </a:xfrm>
                <a:custGeom>
                  <a:avLst/>
                  <a:gdLst>
                    <a:gd name="connsiteX0" fmla="*/ 0 w 648"/>
                    <a:gd name="connsiteY0" fmla="*/ 857 h 914"/>
                    <a:gd name="connsiteX1" fmla="*/ 255 w 648"/>
                    <a:gd name="connsiteY1" fmla="*/ 0 h 914"/>
                    <a:gd name="connsiteX2" fmla="*/ 648 w 648"/>
                    <a:gd name="connsiteY2" fmla="*/ 914 h 914"/>
                    <a:gd name="connsiteX3" fmla="*/ 0 w 648"/>
                    <a:gd name="connsiteY3" fmla="*/ 857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8" h="914">
                      <a:moveTo>
                        <a:pt x="0" y="857"/>
                      </a:moveTo>
                      <a:lnTo>
                        <a:pt x="255" y="0"/>
                      </a:lnTo>
                      <a:lnTo>
                        <a:pt x="648" y="914"/>
                      </a:lnTo>
                      <a:lnTo>
                        <a:pt x="0" y="85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23" name="Freeform: Shape 1122">
                  <a:extLst>
                    <a:ext uri="{FF2B5EF4-FFF2-40B4-BE49-F238E27FC236}">
                      <a16:creationId xmlns:a16="http://schemas.microsoft.com/office/drawing/2014/main" id="{3263ECAA-5DC2-E483-1617-17165DDF5B9B}"/>
                    </a:ext>
                  </a:extLst>
                </p:cNvPr>
                <p:cNvSpPr/>
                <p:nvPr/>
              </p:nvSpPr>
              <p:spPr>
                <a:xfrm>
                  <a:off x="7847481" y="3132634"/>
                  <a:ext cx="902" cy="763"/>
                </a:xfrm>
                <a:custGeom>
                  <a:avLst/>
                  <a:gdLst>
                    <a:gd name="connsiteX0" fmla="*/ 0 w 902"/>
                    <a:gd name="connsiteY0" fmla="*/ 0 h 763"/>
                    <a:gd name="connsiteX1" fmla="*/ 590 w 902"/>
                    <a:gd name="connsiteY1" fmla="*/ 116 h 763"/>
                    <a:gd name="connsiteX2" fmla="*/ 903 w 902"/>
                    <a:gd name="connsiteY2" fmla="*/ 232 h 763"/>
                    <a:gd name="connsiteX3" fmla="*/ 845 w 902"/>
                    <a:gd name="connsiteY3" fmla="*/ 764 h 763"/>
                    <a:gd name="connsiteX4" fmla="*/ 46 w 902"/>
                    <a:gd name="connsiteY4" fmla="*/ 104 h 763"/>
                    <a:gd name="connsiteX5" fmla="*/ 0 w 902"/>
                    <a:gd name="connsiteY5" fmla="*/ 0 h 7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02" h="763">
                      <a:moveTo>
                        <a:pt x="0" y="0"/>
                      </a:moveTo>
                      <a:lnTo>
                        <a:pt x="590" y="116"/>
                      </a:lnTo>
                      <a:lnTo>
                        <a:pt x="903" y="232"/>
                      </a:lnTo>
                      <a:lnTo>
                        <a:pt x="845" y="764"/>
                      </a:lnTo>
                      <a:lnTo>
                        <a:pt x="46" y="10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24" name="Freeform: Shape 1123">
                  <a:extLst>
                    <a:ext uri="{FF2B5EF4-FFF2-40B4-BE49-F238E27FC236}">
                      <a16:creationId xmlns:a16="http://schemas.microsoft.com/office/drawing/2014/main" id="{3722DFF9-38CD-9B55-D4AD-0A76C047BA4D}"/>
                    </a:ext>
                  </a:extLst>
                </p:cNvPr>
                <p:cNvSpPr/>
                <p:nvPr/>
              </p:nvSpPr>
              <p:spPr>
                <a:xfrm>
                  <a:off x="8249396" y="3618485"/>
                  <a:ext cx="914" cy="613"/>
                </a:xfrm>
                <a:custGeom>
                  <a:avLst/>
                  <a:gdLst>
                    <a:gd name="connsiteX0" fmla="*/ 0 w 914"/>
                    <a:gd name="connsiteY0" fmla="*/ 370 h 613"/>
                    <a:gd name="connsiteX1" fmla="*/ 891 w 914"/>
                    <a:gd name="connsiteY1" fmla="*/ 0 h 613"/>
                    <a:gd name="connsiteX2" fmla="*/ 914 w 914"/>
                    <a:gd name="connsiteY2" fmla="*/ 46 h 613"/>
                    <a:gd name="connsiteX3" fmla="*/ 880 w 914"/>
                    <a:gd name="connsiteY3" fmla="*/ 613 h 613"/>
                    <a:gd name="connsiteX4" fmla="*/ 683 w 914"/>
                    <a:gd name="connsiteY4" fmla="*/ 590 h 613"/>
                    <a:gd name="connsiteX5" fmla="*/ 0 w 914"/>
                    <a:gd name="connsiteY5" fmla="*/ 370 h 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14" h="613">
                      <a:moveTo>
                        <a:pt x="0" y="370"/>
                      </a:moveTo>
                      <a:lnTo>
                        <a:pt x="891" y="0"/>
                      </a:lnTo>
                      <a:lnTo>
                        <a:pt x="914" y="46"/>
                      </a:lnTo>
                      <a:lnTo>
                        <a:pt x="880" y="613"/>
                      </a:lnTo>
                      <a:lnTo>
                        <a:pt x="683" y="590"/>
                      </a:lnTo>
                      <a:lnTo>
                        <a:pt x="0" y="3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25" name="Freeform: Shape 1124">
                  <a:extLst>
                    <a:ext uri="{FF2B5EF4-FFF2-40B4-BE49-F238E27FC236}">
                      <a16:creationId xmlns:a16="http://schemas.microsoft.com/office/drawing/2014/main" id="{6A21E341-D776-674C-E059-A1CEFCC38E09}"/>
                    </a:ext>
                  </a:extLst>
                </p:cNvPr>
                <p:cNvSpPr/>
                <p:nvPr/>
              </p:nvSpPr>
              <p:spPr>
                <a:xfrm>
                  <a:off x="9749468" y="1701323"/>
                  <a:ext cx="1655" cy="1481"/>
                </a:xfrm>
                <a:custGeom>
                  <a:avLst/>
                  <a:gdLst>
                    <a:gd name="connsiteX0" fmla="*/ 116 w 1655"/>
                    <a:gd name="connsiteY0" fmla="*/ 1053 h 1481"/>
                    <a:gd name="connsiteX1" fmla="*/ 1563 w 1655"/>
                    <a:gd name="connsiteY1" fmla="*/ 23 h 1481"/>
                    <a:gd name="connsiteX2" fmla="*/ 1655 w 1655"/>
                    <a:gd name="connsiteY2" fmla="*/ 0 h 1481"/>
                    <a:gd name="connsiteX3" fmla="*/ 0 w 1655"/>
                    <a:gd name="connsiteY3" fmla="*/ 1482 h 1481"/>
                    <a:gd name="connsiteX4" fmla="*/ 116 w 1655"/>
                    <a:gd name="connsiteY4" fmla="*/ 1053 h 1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55" h="1481">
                      <a:moveTo>
                        <a:pt x="116" y="1053"/>
                      </a:moveTo>
                      <a:lnTo>
                        <a:pt x="1563" y="23"/>
                      </a:lnTo>
                      <a:lnTo>
                        <a:pt x="1655" y="0"/>
                      </a:lnTo>
                      <a:lnTo>
                        <a:pt x="0" y="1482"/>
                      </a:lnTo>
                      <a:lnTo>
                        <a:pt x="116" y="105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26" name="Freeform: Shape 1125">
                  <a:extLst>
                    <a:ext uri="{FF2B5EF4-FFF2-40B4-BE49-F238E27FC236}">
                      <a16:creationId xmlns:a16="http://schemas.microsoft.com/office/drawing/2014/main" id="{8BC8F36E-8935-F3E4-5054-37DDB2DD7ADA}"/>
                    </a:ext>
                  </a:extLst>
                </p:cNvPr>
                <p:cNvSpPr/>
                <p:nvPr/>
              </p:nvSpPr>
              <p:spPr>
                <a:xfrm>
                  <a:off x="8056194" y="3818563"/>
                  <a:ext cx="729" cy="659"/>
                </a:xfrm>
                <a:custGeom>
                  <a:avLst/>
                  <a:gdLst>
                    <a:gd name="connsiteX0" fmla="*/ 718 w 729"/>
                    <a:gd name="connsiteY0" fmla="*/ 637 h 659"/>
                    <a:gd name="connsiteX1" fmla="*/ 567 w 729"/>
                    <a:gd name="connsiteY1" fmla="*/ 660 h 659"/>
                    <a:gd name="connsiteX2" fmla="*/ 0 w 729"/>
                    <a:gd name="connsiteY2" fmla="*/ 451 h 659"/>
                    <a:gd name="connsiteX3" fmla="*/ 0 w 729"/>
                    <a:gd name="connsiteY3" fmla="*/ 405 h 659"/>
                    <a:gd name="connsiteX4" fmla="*/ 556 w 729"/>
                    <a:gd name="connsiteY4" fmla="*/ 0 h 659"/>
                    <a:gd name="connsiteX5" fmla="*/ 729 w 729"/>
                    <a:gd name="connsiteY5" fmla="*/ 208 h 659"/>
                    <a:gd name="connsiteX6" fmla="*/ 718 w 729"/>
                    <a:gd name="connsiteY6" fmla="*/ 637 h 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29" h="659">
                      <a:moveTo>
                        <a:pt x="718" y="637"/>
                      </a:moveTo>
                      <a:lnTo>
                        <a:pt x="567" y="660"/>
                      </a:lnTo>
                      <a:lnTo>
                        <a:pt x="0" y="451"/>
                      </a:lnTo>
                      <a:lnTo>
                        <a:pt x="0" y="405"/>
                      </a:lnTo>
                      <a:lnTo>
                        <a:pt x="556" y="0"/>
                      </a:lnTo>
                      <a:lnTo>
                        <a:pt x="729" y="208"/>
                      </a:lnTo>
                      <a:lnTo>
                        <a:pt x="718" y="6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27" name="Freeform: Shape 1126">
                  <a:extLst>
                    <a:ext uri="{FF2B5EF4-FFF2-40B4-BE49-F238E27FC236}">
                      <a16:creationId xmlns:a16="http://schemas.microsoft.com/office/drawing/2014/main" id="{52123FB9-3446-D4D3-9C15-C8445432809B}"/>
                    </a:ext>
                  </a:extLst>
                </p:cNvPr>
                <p:cNvSpPr/>
                <p:nvPr/>
              </p:nvSpPr>
              <p:spPr>
                <a:xfrm>
                  <a:off x="8475276" y="2818465"/>
                  <a:ext cx="937" cy="694"/>
                </a:xfrm>
                <a:custGeom>
                  <a:avLst/>
                  <a:gdLst>
                    <a:gd name="connsiteX0" fmla="*/ 0 w 937"/>
                    <a:gd name="connsiteY0" fmla="*/ 197 h 694"/>
                    <a:gd name="connsiteX1" fmla="*/ 938 w 937"/>
                    <a:gd name="connsiteY1" fmla="*/ 0 h 694"/>
                    <a:gd name="connsiteX2" fmla="*/ 556 w 937"/>
                    <a:gd name="connsiteY2" fmla="*/ 695 h 694"/>
                    <a:gd name="connsiteX3" fmla="*/ 0 w 937"/>
                    <a:gd name="connsiteY3" fmla="*/ 197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7" h="694">
                      <a:moveTo>
                        <a:pt x="0" y="197"/>
                      </a:moveTo>
                      <a:lnTo>
                        <a:pt x="938" y="0"/>
                      </a:lnTo>
                      <a:lnTo>
                        <a:pt x="556" y="695"/>
                      </a:lnTo>
                      <a:lnTo>
                        <a:pt x="0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28" name="Freeform: Shape 1127">
                  <a:extLst>
                    <a:ext uri="{FF2B5EF4-FFF2-40B4-BE49-F238E27FC236}">
                      <a16:creationId xmlns:a16="http://schemas.microsoft.com/office/drawing/2014/main" id="{C585B83C-9DCE-D94F-1F52-97E85B3C341B}"/>
                    </a:ext>
                  </a:extLst>
                </p:cNvPr>
                <p:cNvSpPr/>
                <p:nvPr/>
              </p:nvSpPr>
              <p:spPr>
                <a:xfrm>
                  <a:off x="9726871" y="1815797"/>
                  <a:ext cx="1203" cy="486"/>
                </a:xfrm>
                <a:custGeom>
                  <a:avLst/>
                  <a:gdLst>
                    <a:gd name="connsiteX0" fmla="*/ 0 w 1203"/>
                    <a:gd name="connsiteY0" fmla="*/ 324 h 486"/>
                    <a:gd name="connsiteX1" fmla="*/ 509 w 1203"/>
                    <a:gd name="connsiteY1" fmla="*/ 0 h 486"/>
                    <a:gd name="connsiteX2" fmla="*/ 949 w 1203"/>
                    <a:gd name="connsiteY2" fmla="*/ 162 h 486"/>
                    <a:gd name="connsiteX3" fmla="*/ 1204 w 1203"/>
                    <a:gd name="connsiteY3" fmla="*/ 486 h 486"/>
                    <a:gd name="connsiteX4" fmla="*/ 0 w 1203"/>
                    <a:gd name="connsiteY4" fmla="*/ 324 h 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" h="486">
                      <a:moveTo>
                        <a:pt x="0" y="324"/>
                      </a:moveTo>
                      <a:lnTo>
                        <a:pt x="509" y="0"/>
                      </a:lnTo>
                      <a:lnTo>
                        <a:pt x="949" y="162"/>
                      </a:lnTo>
                      <a:lnTo>
                        <a:pt x="1204" y="486"/>
                      </a:lnTo>
                      <a:lnTo>
                        <a:pt x="0" y="3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29" name="Freeform: Shape 1128">
                  <a:extLst>
                    <a:ext uri="{FF2B5EF4-FFF2-40B4-BE49-F238E27FC236}">
                      <a16:creationId xmlns:a16="http://schemas.microsoft.com/office/drawing/2014/main" id="{9E1590FF-B95E-5B7D-048E-2D2FA2EB8D35}"/>
                    </a:ext>
                  </a:extLst>
                </p:cNvPr>
                <p:cNvSpPr/>
                <p:nvPr/>
              </p:nvSpPr>
              <p:spPr>
                <a:xfrm>
                  <a:off x="9053699" y="3147474"/>
                  <a:ext cx="2002" cy="428"/>
                </a:xfrm>
                <a:custGeom>
                  <a:avLst/>
                  <a:gdLst>
                    <a:gd name="connsiteX0" fmla="*/ 1343 w 2002"/>
                    <a:gd name="connsiteY0" fmla="*/ 428 h 428"/>
                    <a:gd name="connsiteX1" fmla="*/ 0 w 2002"/>
                    <a:gd name="connsiteY1" fmla="*/ 428 h 428"/>
                    <a:gd name="connsiteX2" fmla="*/ 2003 w 2002"/>
                    <a:gd name="connsiteY2" fmla="*/ 0 h 428"/>
                    <a:gd name="connsiteX3" fmla="*/ 1343 w 2002"/>
                    <a:gd name="connsiteY3" fmla="*/ 428 h 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2" h="428">
                      <a:moveTo>
                        <a:pt x="1343" y="428"/>
                      </a:moveTo>
                      <a:lnTo>
                        <a:pt x="0" y="428"/>
                      </a:lnTo>
                      <a:lnTo>
                        <a:pt x="2003" y="0"/>
                      </a:lnTo>
                      <a:lnTo>
                        <a:pt x="1343" y="42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30" name="Freeform: Shape 1129">
                  <a:extLst>
                    <a:ext uri="{FF2B5EF4-FFF2-40B4-BE49-F238E27FC236}">
                      <a16:creationId xmlns:a16="http://schemas.microsoft.com/office/drawing/2014/main" id="{71FF4FB5-B54D-5234-411D-D29FA35C7564}"/>
                    </a:ext>
                  </a:extLst>
                </p:cNvPr>
                <p:cNvSpPr/>
                <p:nvPr/>
              </p:nvSpPr>
              <p:spPr>
                <a:xfrm>
                  <a:off x="8082414" y="3225299"/>
                  <a:ext cx="532" cy="1805"/>
                </a:xfrm>
                <a:custGeom>
                  <a:avLst/>
                  <a:gdLst>
                    <a:gd name="connsiteX0" fmla="*/ 278 w 532"/>
                    <a:gd name="connsiteY0" fmla="*/ 81 h 1805"/>
                    <a:gd name="connsiteX1" fmla="*/ 440 w 532"/>
                    <a:gd name="connsiteY1" fmla="*/ 0 h 1805"/>
                    <a:gd name="connsiteX2" fmla="*/ 533 w 532"/>
                    <a:gd name="connsiteY2" fmla="*/ 359 h 1805"/>
                    <a:gd name="connsiteX3" fmla="*/ 0 w 532"/>
                    <a:gd name="connsiteY3" fmla="*/ 1806 h 1805"/>
                    <a:gd name="connsiteX4" fmla="*/ 278 w 532"/>
                    <a:gd name="connsiteY4" fmla="*/ 81 h 1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2" h="1805">
                      <a:moveTo>
                        <a:pt x="278" y="81"/>
                      </a:moveTo>
                      <a:lnTo>
                        <a:pt x="440" y="0"/>
                      </a:lnTo>
                      <a:lnTo>
                        <a:pt x="533" y="359"/>
                      </a:lnTo>
                      <a:lnTo>
                        <a:pt x="0" y="1806"/>
                      </a:lnTo>
                      <a:lnTo>
                        <a:pt x="278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31" name="Freeform: Shape 1130">
                  <a:extLst>
                    <a:ext uri="{FF2B5EF4-FFF2-40B4-BE49-F238E27FC236}">
                      <a16:creationId xmlns:a16="http://schemas.microsoft.com/office/drawing/2014/main" id="{83ECF6BC-B2CC-9665-D9D3-2F66AFCEDA4B}"/>
                    </a:ext>
                  </a:extLst>
                </p:cNvPr>
                <p:cNvSpPr/>
                <p:nvPr/>
              </p:nvSpPr>
              <p:spPr>
                <a:xfrm>
                  <a:off x="8099002" y="3625813"/>
                  <a:ext cx="520" cy="1099"/>
                </a:xfrm>
                <a:custGeom>
                  <a:avLst/>
                  <a:gdLst>
                    <a:gd name="connsiteX0" fmla="*/ 93 w 520"/>
                    <a:gd name="connsiteY0" fmla="*/ 0 h 1099"/>
                    <a:gd name="connsiteX1" fmla="*/ 301 w 520"/>
                    <a:gd name="connsiteY1" fmla="*/ 313 h 1099"/>
                    <a:gd name="connsiteX2" fmla="*/ 521 w 520"/>
                    <a:gd name="connsiteY2" fmla="*/ 764 h 1099"/>
                    <a:gd name="connsiteX3" fmla="*/ 0 w 520"/>
                    <a:gd name="connsiteY3" fmla="*/ 1100 h 1099"/>
                    <a:gd name="connsiteX4" fmla="*/ 93 w 520"/>
                    <a:gd name="connsiteY4" fmla="*/ 0 h 10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0" h="1099">
                      <a:moveTo>
                        <a:pt x="93" y="0"/>
                      </a:moveTo>
                      <a:lnTo>
                        <a:pt x="301" y="313"/>
                      </a:lnTo>
                      <a:lnTo>
                        <a:pt x="521" y="764"/>
                      </a:lnTo>
                      <a:lnTo>
                        <a:pt x="0" y="1100"/>
                      </a:lnTo>
                      <a:lnTo>
                        <a:pt x="9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32" name="Freeform: Shape 1131">
                  <a:extLst>
                    <a:ext uri="{FF2B5EF4-FFF2-40B4-BE49-F238E27FC236}">
                      <a16:creationId xmlns:a16="http://schemas.microsoft.com/office/drawing/2014/main" id="{D4774E13-42A7-3162-13F4-2310B17A0591}"/>
                    </a:ext>
                  </a:extLst>
                </p:cNvPr>
                <p:cNvSpPr/>
                <p:nvPr/>
              </p:nvSpPr>
              <p:spPr>
                <a:xfrm>
                  <a:off x="7667997" y="3607372"/>
                  <a:ext cx="706" cy="822"/>
                </a:xfrm>
                <a:custGeom>
                  <a:avLst/>
                  <a:gdLst>
                    <a:gd name="connsiteX0" fmla="*/ 0 w 706"/>
                    <a:gd name="connsiteY0" fmla="*/ 0 h 822"/>
                    <a:gd name="connsiteX1" fmla="*/ 706 w 706"/>
                    <a:gd name="connsiteY1" fmla="*/ 128 h 822"/>
                    <a:gd name="connsiteX2" fmla="*/ 58 w 706"/>
                    <a:gd name="connsiteY2" fmla="*/ 822 h 822"/>
                    <a:gd name="connsiteX3" fmla="*/ 0 w 706"/>
                    <a:gd name="connsiteY3" fmla="*/ 0 h 8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6" h="822">
                      <a:moveTo>
                        <a:pt x="0" y="0"/>
                      </a:moveTo>
                      <a:lnTo>
                        <a:pt x="706" y="128"/>
                      </a:lnTo>
                      <a:lnTo>
                        <a:pt x="58" y="82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33" name="Freeform: Shape 1132">
                  <a:extLst>
                    <a:ext uri="{FF2B5EF4-FFF2-40B4-BE49-F238E27FC236}">
                      <a16:creationId xmlns:a16="http://schemas.microsoft.com/office/drawing/2014/main" id="{911A9CC3-BE56-9B68-67E1-52CEDFE071F3}"/>
                    </a:ext>
                  </a:extLst>
                </p:cNvPr>
                <p:cNvSpPr/>
                <p:nvPr/>
              </p:nvSpPr>
              <p:spPr>
                <a:xfrm>
                  <a:off x="8259525" y="3632006"/>
                  <a:ext cx="706" cy="914"/>
                </a:xfrm>
                <a:custGeom>
                  <a:avLst/>
                  <a:gdLst>
                    <a:gd name="connsiteX0" fmla="*/ 0 w 706"/>
                    <a:gd name="connsiteY0" fmla="*/ 729 h 914"/>
                    <a:gd name="connsiteX1" fmla="*/ 243 w 706"/>
                    <a:gd name="connsiteY1" fmla="*/ 0 h 914"/>
                    <a:gd name="connsiteX2" fmla="*/ 706 w 706"/>
                    <a:gd name="connsiteY2" fmla="*/ 914 h 914"/>
                    <a:gd name="connsiteX3" fmla="*/ 0 w 706"/>
                    <a:gd name="connsiteY3" fmla="*/ 729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6" h="914">
                      <a:moveTo>
                        <a:pt x="0" y="729"/>
                      </a:moveTo>
                      <a:lnTo>
                        <a:pt x="243" y="0"/>
                      </a:lnTo>
                      <a:lnTo>
                        <a:pt x="706" y="914"/>
                      </a:lnTo>
                      <a:lnTo>
                        <a:pt x="0" y="72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34" name="Freeform: Shape 1133">
                  <a:extLst>
                    <a:ext uri="{FF2B5EF4-FFF2-40B4-BE49-F238E27FC236}">
                      <a16:creationId xmlns:a16="http://schemas.microsoft.com/office/drawing/2014/main" id="{203F47EC-D65F-3C37-A712-B3287F2AE49F}"/>
                    </a:ext>
                  </a:extLst>
                </p:cNvPr>
                <p:cNvSpPr/>
                <p:nvPr/>
              </p:nvSpPr>
              <p:spPr>
                <a:xfrm>
                  <a:off x="7975927" y="3786393"/>
                  <a:ext cx="358" cy="1365"/>
                </a:xfrm>
                <a:custGeom>
                  <a:avLst/>
                  <a:gdLst>
                    <a:gd name="connsiteX0" fmla="*/ 0 w 358"/>
                    <a:gd name="connsiteY0" fmla="*/ 162 h 1365"/>
                    <a:gd name="connsiteX1" fmla="*/ 104 w 358"/>
                    <a:gd name="connsiteY1" fmla="*/ 0 h 1365"/>
                    <a:gd name="connsiteX2" fmla="*/ 359 w 358"/>
                    <a:gd name="connsiteY2" fmla="*/ 1134 h 1365"/>
                    <a:gd name="connsiteX3" fmla="*/ 278 w 358"/>
                    <a:gd name="connsiteY3" fmla="*/ 1366 h 1365"/>
                    <a:gd name="connsiteX4" fmla="*/ 12 w 358"/>
                    <a:gd name="connsiteY4" fmla="*/ 1100 h 1365"/>
                    <a:gd name="connsiteX5" fmla="*/ 0 w 358"/>
                    <a:gd name="connsiteY5" fmla="*/ 162 h 1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8" h="1365">
                      <a:moveTo>
                        <a:pt x="0" y="162"/>
                      </a:moveTo>
                      <a:lnTo>
                        <a:pt x="104" y="0"/>
                      </a:lnTo>
                      <a:lnTo>
                        <a:pt x="359" y="1134"/>
                      </a:lnTo>
                      <a:lnTo>
                        <a:pt x="278" y="1366"/>
                      </a:lnTo>
                      <a:lnTo>
                        <a:pt x="12" y="1100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35" name="Freeform: Shape 1134">
                  <a:extLst>
                    <a:ext uri="{FF2B5EF4-FFF2-40B4-BE49-F238E27FC236}">
                      <a16:creationId xmlns:a16="http://schemas.microsoft.com/office/drawing/2014/main" id="{55B8585B-9682-359A-AEC4-3D9B7B92A728}"/>
                    </a:ext>
                  </a:extLst>
                </p:cNvPr>
                <p:cNvSpPr/>
                <p:nvPr/>
              </p:nvSpPr>
              <p:spPr>
                <a:xfrm>
                  <a:off x="8270070" y="4129039"/>
                  <a:ext cx="891" cy="1574"/>
                </a:xfrm>
                <a:custGeom>
                  <a:avLst/>
                  <a:gdLst>
                    <a:gd name="connsiteX0" fmla="*/ 0 w 891"/>
                    <a:gd name="connsiteY0" fmla="*/ 1575 h 1574"/>
                    <a:gd name="connsiteX1" fmla="*/ 255 w 891"/>
                    <a:gd name="connsiteY1" fmla="*/ 509 h 1574"/>
                    <a:gd name="connsiteX2" fmla="*/ 891 w 891"/>
                    <a:gd name="connsiteY2" fmla="*/ 0 h 1574"/>
                    <a:gd name="connsiteX3" fmla="*/ 0 w 891"/>
                    <a:gd name="connsiteY3" fmla="*/ 1575 h 1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91" h="1574">
                      <a:moveTo>
                        <a:pt x="0" y="1575"/>
                      </a:moveTo>
                      <a:lnTo>
                        <a:pt x="255" y="509"/>
                      </a:lnTo>
                      <a:lnTo>
                        <a:pt x="891" y="0"/>
                      </a:lnTo>
                      <a:lnTo>
                        <a:pt x="0" y="157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36" name="Freeform: Shape 1135">
                  <a:extLst>
                    <a:ext uri="{FF2B5EF4-FFF2-40B4-BE49-F238E27FC236}">
                      <a16:creationId xmlns:a16="http://schemas.microsoft.com/office/drawing/2014/main" id="{60693F08-A920-60CE-064F-D0CE85016EC6}"/>
                    </a:ext>
                  </a:extLst>
                </p:cNvPr>
                <p:cNvSpPr/>
                <p:nvPr/>
              </p:nvSpPr>
              <p:spPr>
                <a:xfrm>
                  <a:off x="9798364" y="1620917"/>
                  <a:ext cx="682" cy="1018"/>
                </a:xfrm>
                <a:custGeom>
                  <a:avLst/>
                  <a:gdLst>
                    <a:gd name="connsiteX0" fmla="*/ 231 w 682"/>
                    <a:gd name="connsiteY0" fmla="*/ 984 h 1018"/>
                    <a:gd name="connsiteX1" fmla="*/ 0 w 682"/>
                    <a:gd name="connsiteY1" fmla="*/ 1019 h 1018"/>
                    <a:gd name="connsiteX2" fmla="*/ 602 w 682"/>
                    <a:gd name="connsiteY2" fmla="*/ 0 h 1018"/>
                    <a:gd name="connsiteX3" fmla="*/ 683 w 682"/>
                    <a:gd name="connsiteY3" fmla="*/ 683 h 1018"/>
                    <a:gd name="connsiteX4" fmla="*/ 231 w 682"/>
                    <a:gd name="connsiteY4" fmla="*/ 984 h 1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2" h="1018">
                      <a:moveTo>
                        <a:pt x="231" y="984"/>
                      </a:moveTo>
                      <a:lnTo>
                        <a:pt x="0" y="1019"/>
                      </a:lnTo>
                      <a:lnTo>
                        <a:pt x="602" y="0"/>
                      </a:lnTo>
                      <a:lnTo>
                        <a:pt x="683" y="683"/>
                      </a:lnTo>
                      <a:lnTo>
                        <a:pt x="231" y="98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37" name="Freeform: Shape 1136">
                  <a:extLst>
                    <a:ext uri="{FF2B5EF4-FFF2-40B4-BE49-F238E27FC236}">
                      <a16:creationId xmlns:a16="http://schemas.microsoft.com/office/drawing/2014/main" id="{104F9E79-AC1F-F14D-C693-FC4A6DA623D8}"/>
                    </a:ext>
                  </a:extLst>
                </p:cNvPr>
                <p:cNvSpPr/>
                <p:nvPr/>
              </p:nvSpPr>
              <p:spPr>
                <a:xfrm>
                  <a:off x="7765732" y="3175962"/>
                  <a:ext cx="1146" cy="821"/>
                </a:xfrm>
                <a:custGeom>
                  <a:avLst/>
                  <a:gdLst>
                    <a:gd name="connsiteX0" fmla="*/ 984 w 1146"/>
                    <a:gd name="connsiteY0" fmla="*/ 602 h 821"/>
                    <a:gd name="connsiteX1" fmla="*/ 0 w 1146"/>
                    <a:gd name="connsiteY1" fmla="*/ 822 h 821"/>
                    <a:gd name="connsiteX2" fmla="*/ 1146 w 1146"/>
                    <a:gd name="connsiteY2" fmla="*/ 0 h 821"/>
                    <a:gd name="connsiteX3" fmla="*/ 984 w 1146"/>
                    <a:gd name="connsiteY3" fmla="*/ 602 h 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" h="821">
                      <a:moveTo>
                        <a:pt x="984" y="602"/>
                      </a:moveTo>
                      <a:lnTo>
                        <a:pt x="0" y="822"/>
                      </a:lnTo>
                      <a:lnTo>
                        <a:pt x="1146" y="0"/>
                      </a:lnTo>
                      <a:lnTo>
                        <a:pt x="984" y="6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38" name="Freeform: Shape 1137">
                  <a:extLst>
                    <a:ext uri="{FF2B5EF4-FFF2-40B4-BE49-F238E27FC236}">
                      <a16:creationId xmlns:a16="http://schemas.microsoft.com/office/drawing/2014/main" id="{EE73A77A-F6B0-3175-B41F-BB6D62CCD0DB}"/>
                    </a:ext>
                  </a:extLst>
                </p:cNvPr>
                <p:cNvSpPr/>
                <p:nvPr/>
              </p:nvSpPr>
              <p:spPr>
                <a:xfrm>
                  <a:off x="8086720" y="2937650"/>
                  <a:ext cx="1088" cy="1863"/>
                </a:xfrm>
                <a:custGeom>
                  <a:avLst/>
                  <a:gdLst>
                    <a:gd name="connsiteX0" fmla="*/ 0 w 1088"/>
                    <a:gd name="connsiteY0" fmla="*/ 394 h 1863"/>
                    <a:gd name="connsiteX1" fmla="*/ 93 w 1088"/>
                    <a:gd name="connsiteY1" fmla="*/ 0 h 1863"/>
                    <a:gd name="connsiteX2" fmla="*/ 1088 w 1088"/>
                    <a:gd name="connsiteY2" fmla="*/ 1864 h 1863"/>
                    <a:gd name="connsiteX3" fmla="*/ 0 w 1088"/>
                    <a:gd name="connsiteY3" fmla="*/ 394 h 1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88" h="1863">
                      <a:moveTo>
                        <a:pt x="0" y="394"/>
                      </a:moveTo>
                      <a:lnTo>
                        <a:pt x="93" y="0"/>
                      </a:lnTo>
                      <a:lnTo>
                        <a:pt x="1088" y="1864"/>
                      </a:lnTo>
                      <a:lnTo>
                        <a:pt x="0" y="3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39" name="Freeform: Shape 1138">
                  <a:extLst>
                    <a:ext uri="{FF2B5EF4-FFF2-40B4-BE49-F238E27FC236}">
                      <a16:creationId xmlns:a16="http://schemas.microsoft.com/office/drawing/2014/main" id="{DBDC7AB9-9DD2-9B5C-72F8-C3C23D052953}"/>
                    </a:ext>
                  </a:extLst>
                </p:cNvPr>
                <p:cNvSpPr/>
                <p:nvPr/>
              </p:nvSpPr>
              <p:spPr>
                <a:xfrm>
                  <a:off x="7880716" y="3126059"/>
                  <a:ext cx="590" cy="1157"/>
                </a:xfrm>
                <a:custGeom>
                  <a:avLst/>
                  <a:gdLst>
                    <a:gd name="connsiteX0" fmla="*/ 0 w 590"/>
                    <a:gd name="connsiteY0" fmla="*/ 451 h 1157"/>
                    <a:gd name="connsiteX1" fmla="*/ 590 w 590"/>
                    <a:gd name="connsiteY1" fmla="*/ 0 h 1157"/>
                    <a:gd name="connsiteX2" fmla="*/ 312 w 590"/>
                    <a:gd name="connsiteY2" fmla="*/ 1157 h 1157"/>
                    <a:gd name="connsiteX3" fmla="*/ 0 w 590"/>
                    <a:gd name="connsiteY3" fmla="*/ 451 h 1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0" h="1157">
                      <a:moveTo>
                        <a:pt x="0" y="451"/>
                      </a:moveTo>
                      <a:lnTo>
                        <a:pt x="590" y="0"/>
                      </a:lnTo>
                      <a:lnTo>
                        <a:pt x="312" y="1157"/>
                      </a:lnTo>
                      <a:lnTo>
                        <a:pt x="0" y="45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40" name="Freeform: Shape 1139">
                  <a:extLst>
                    <a:ext uri="{FF2B5EF4-FFF2-40B4-BE49-F238E27FC236}">
                      <a16:creationId xmlns:a16="http://schemas.microsoft.com/office/drawing/2014/main" id="{191D4B64-B51C-9DCD-0690-B880353D3B3C}"/>
                    </a:ext>
                  </a:extLst>
                </p:cNvPr>
                <p:cNvSpPr/>
                <p:nvPr/>
              </p:nvSpPr>
              <p:spPr>
                <a:xfrm>
                  <a:off x="8078872" y="4105413"/>
                  <a:ext cx="879" cy="764"/>
                </a:xfrm>
                <a:custGeom>
                  <a:avLst/>
                  <a:gdLst>
                    <a:gd name="connsiteX0" fmla="*/ 0 w 879"/>
                    <a:gd name="connsiteY0" fmla="*/ 544 h 764"/>
                    <a:gd name="connsiteX1" fmla="*/ 23 w 879"/>
                    <a:gd name="connsiteY1" fmla="*/ 405 h 764"/>
                    <a:gd name="connsiteX2" fmla="*/ 255 w 879"/>
                    <a:gd name="connsiteY2" fmla="*/ 0 h 764"/>
                    <a:gd name="connsiteX3" fmla="*/ 880 w 879"/>
                    <a:gd name="connsiteY3" fmla="*/ 764 h 764"/>
                    <a:gd name="connsiteX4" fmla="*/ 0 w 879"/>
                    <a:gd name="connsiteY4" fmla="*/ 544 h 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79" h="764">
                      <a:moveTo>
                        <a:pt x="0" y="544"/>
                      </a:moveTo>
                      <a:lnTo>
                        <a:pt x="23" y="405"/>
                      </a:lnTo>
                      <a:lnTo>
                        <a:pt x="255" y="0"/>
                      </a:lnTo>
                      <a:lnTo>
                        <a:pt x="880" y="764"/>
                      </a:lnTo>
                      <a:lnTo>
                        <a:pt x="0" y="54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41" name="Freeform: Shape 1140">
                  <a:extLst>
                    <a:ext uri="{FF2B5EF4-FFF2-40B4-BE49-F238E27FC236}">
                      <a16:creationId xmlns:a16="http://schemas.microsoft.com/office/drawing/2014/main" id="{6313F6BF-42B7-BD93-B264-08E26DFE1895}"/>
                    </a:ext>
                  </a:extLst>
                </p:cNvPr>
                <p:cNvSpPr/>
                <p:nvPr/>
              </p:nvSpPr>
              <p:spPr>
                <a:xfrm>
                  <a:off x="8442690" y="2921177"/>
                  <a:ext cx="694" cy="879"/>
                </a:xfrm>
                <a:custGeom>
                  <a:avLst/>
                  <a:gdLst>
                    <a:gd name="connsiteX0" fmla="*/ 0 w 694"/>
                    <a:gd name="connsiteY0" fmla="*/ 232 h 879"/>
                    <a:gd name="connsiteX1" fmla="*/ 695 w 694"/>
                    <a:gd name="connsiteY1" fmla="*/ 0 h 879"/>
                    <a:gd name="connsiteX2" fmla="*/ 428 w 694"/>
                    <a:gd name="connsiteY2" fmla="*/ 880 h 879"/>
                    <a:gd name="connsiteX3" fmla="*/ 0 w 694"/>
                    <a:gd name="connsiteY3" fmla="*/ 232 h 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4" h="879">
                      <a:moveTo>
                        <a:pt x="0" y="232"/>
                      </a:moveTo>
                      <a:lnTo>
                        <a:pt x="695" y="0"/>
                      </a:lnTo>
                      <a:lnTo>
                        <a:pt x="428" y="880"/>
                      </a:lnTo>
                      <a:lnTo>
                        <a:pt x="0" y="2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42" name="Freeform: Shape 1141">
                  <a:extLst>
                    <a:ext uri="{FF2B5EF4-FFF2-40B4-BE49-F238E27FC236}">
                      <a16:creationId xmlns:a16="http://schemas.microsoft.com/office/drawing/2014/main" id="{EABB023C-612D-9A51-BABF-3DB87408501D}"/>
                    </a:ext>
                  </a:extLst>
                </p:cNvPr>
                <p:cNvSpPr/>
                <p:nvPr/>
              </p:nvSpPr>
              <p:spPr>
                <a:xfrm>
                  <a:off x="9536772" y="3330883"/>
                  <a:ext cx="926" cy="798"/>
                </a:xfrm>
                <a:custGeom>
                  <a:avLst/>
                  <a:gdLst>
                    <a:gd name="connsiteX0" fmla="*/ 0 w 926"/>
                    <a:gd name="connsiteY0" fmla="*/ 23 h 798"/>
                    <a:gd name="connsiteX1" fmla="*/ 23 w 926"/>
                    <a:gd name="connsiteY1" fmla="*/ 0 h 798"/>
                    <a:gd name="connsiteX2" fmla="*/ 926 w 926"/>
                    <a:gd name="connsiteY2" fmla="*/ 683 h 798"/>
                    <a:gd name="connsiteX3" fmla="*/ 313 w 926"/>
                    <a:gd name="connsiteY3" fmla="*/ 799 h 798"/>
                    <a:gd name="connsiteX4" fmla="*/ 0 w 926"/>
                    <a:gd name="connsiteY4" fmla="*/ 23 h 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26" h="798">
                      <a:moveTo>
                        <a:pt x="0" y="23"/>
                      </a:moveTo>
                      <a:lnTo>
                        <a:pt x="23" y="0"/>
                      </a:lnTo>
                      <a:lnTo>
                        <a:pt x="926" y="683"/>
                      </a:lnTo>
                      <a:lnTo>
                        <a:pt x="313" y="799"/>
                      </a:lnTo>
                      <a:lnTo>
                        <a:pt x="0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43" name="Freeform: Shape 1142">
                  <a:extLst>
                    <a:ext uri="{FF2B5EF4-FFF2-40B4-BE49-F238E27FC236}">
                      <a16:creationId xmlns:a16="http://schemas.microsoft.com/office/drawing/2014/main" id="{80CFE74D-532C-5D1F-8CBE-BF953C943667}"/>
                    </a:ext>
                  </a:extLst>
                </p:cNvPr>
                <p:cNvSpPr/>
                <p:nvPr/>
              </p:nvSpPr>
              <p:spPr>
                <a:xfrm>
                  <a:off x="9264195" y="2459832"/>
                  <a:ext cx="856" cy="648"/>
                </a:xfrm>
                <a:custGeom>
                  <a:avLst/>
                  <a:gdLst>
                    <a:gd name="connsiteX0" fmla="*/ 0 w 856"/>
                    <a:gd name="connsiteY0" fmla="*/ 556 h 648"/>
                    <a:gd name="connsiteX1" fmla="*/ 648 w 856"/>
                    <a:gd name="connsiteY1" fmla="*/ 0 h 648"/>
                    <a:gd name="connsiteX2" fmla="*/ 857 w 856"/>
                    <a:gd name="connsiteY2" fmla="*/ 648 h 648"/>
                    <a:gd name="connsiteX3" fmla="*/ 46 w 856"/>
                    <a:gd name="connsiteY3" fmla="*/ 579 h 648"/>
                    <a:gd name="connsiteX4" fmla="*/ 0 w 856"/>
                    <a:gd name="connsiteY4" fmla="*/ 556 h 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6" h="648">
                      <a:moveTo>
                        <a:pt x="0" y="556"/>
                      </a:moveTo>
                      <a:lnTo>
                        <a:pt x="648" y="0"/>
                      </a:lnTo>
                      <a:lnTo>
                        <a:pt x="857" y="648"/>
                      </a:lnTo>
                      <a:lnTo>
                        <a:pt x="46" y="579"/>
                      </a:lnTo>
                      <a:lnTo>
                        <a:pt x="0" y="55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44" name="Freeform: Shape 1143">
                  <a:extLst>
                    <a:ext uri="{FF2B5EF4-FFF2-40B4-BE49-F238E27FC236}">
                      <a16:creationId xmlns:a16="http://schemas.microsoft.com/office/drawing/2014/main" id="{FE9C7424-4890-6C79-D268-09E7C82D8805}"/>
                    </a:ext>
                  </a:extLst>
                </p:cNvPr>
                <p:cNvSpPr/>
                <p:nvPr/>
              </p:nvSpPr>
              <p:spPr>
                <a:xfrm>
                  <a:off x="7773210" y="3133027"/>
                  <a:ext cx="1250" cy="810"/>
                </a:xfrm>
                <a:custGeom>
                  <a:avLst/>
                  <a:gdLst>
                    <a:gd name="connsiteX0" fmla="*/ 0 w 1250"/>
                    <a:gd name="connsiteY0" fmla="*/ 370 h 810"/>
                    <a:gd name="connsiteX1" fmla="*/ 197 w 1250"/>
                    <a:gd name="connsiteY1" fmla="*/ 0 h 810"/>
                    <a:gd name="connsiteX2" fmla="*/ 1250 w 1250"/>
                    <a:gd name="connsiteY2" fmla="*/ 810 h 810"/>
                    <a:gd name="connsiteX3" fmla="*/ 0 w 1250"/>
                    <a:gd name="connsiteY3" fmla="*/ 370 h 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50" h="810">
                      <a:moveTo>
                        <a:pt x="0" y="370"/>
                      </a:moveTo>
                      <a:lnTo>
                        <a:pt x="197" y="0"/>
                      </a:lnTo>
                      <a:lnTo>
                        <a:pt x="1250" y="810"/>
                      </a:lnTo>
                      <a:lnTo>
                        <a:pt x="0" y="3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45" name="Freeform: Shape 1144">
                  <a:extLst>
                    <a:ext uri="{FF2B5EF4-FFF2-40B4-BE49-F238E27FC236}">
                      <a16:creationId xmlns:a16="http://schemas.microsoft.com/office/drawing/2014/main" id="{50036D2C-E5D7-B0EF-66BE-48C0C10EE06E}"/>
                    </a:ext>
                  </a:extLst>
                </p:cNvPr>
                <p:cNvSpPr/>
                <p:nvPr/>
              </p:nvSpPr>
              <p:spPr>
                <a:xfrm>
                  <a:off x="8207132" y="3461933"/>
                  <a:ext cx="902" cy="1041"/>
                </a:xfrm>
                <a:custGeom>
                  <a:avLst/>
                  <a:gdLst>
                    <a:gd name="connsiteX0" fmla="*/ 0 w 902"/>
                    <a:gd name="connsiteY0" fmla="*/ 475 h 1041"/>
                    <a:gd name="connsiteX1" fmla="*/ 903 w 902"/>
                    <a:gd name="connsiteY1" fmla="*/ 0 h 1041"/>
                    <a:gd name="connsiteX2" fmla="*/ 69 w 902"/>
                    <a:gd name="connsiteY2" fmla="*/ 1042 h 1041"/>
                    <a:gd name="connsiteX3" fmla="*/ 0 w 902"/>
                    <a:gd name="connsiteY3" fmla="*/ 475 h 1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02" h="1041">
                      <a:moveTo>
                        <a:pt x="0" y="475"/>
                      </a:moveTo>
                      <a:lnTo>
                        <a:pt x="903" y="0"/>
                      </a:lnTo>
                      <a:lnTo>
                        <a:pt x="69" y="1042"/>
                      </a:lnTo>
                      <a:lnTo>
                        <a:pt x="0" y="47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46" name="Freeform: Shape 1145">
                  <a:extLst>
                    <a:ext uri="{FF2B5EF4-FFF2-40B4-BE49-F238E27FC236}">
                      <a16:creationId xmlns:a16="http://schemas.microsoft.com/office/drawing/2014/main" id="{C3701962-9AD0-2C45-F075-5558CE92AA5D}"/>
                    </a:ext>
                  </a:extLst>
                </p:cNvPr>
                <p:cNvSpPr/>
                <p:nvPr/>
              </p:nvSpPr>
              <p:spPr>
                <a:xfrm>
                  <a:off x="7832352" y="3263499"/>
                  <a:ext cx="1285" cy="1065"/>
                </a:xfrm>
                <a:custGeom>
                  <a:avLst/>
                  <a:gdLst>
                    <a:gd name="connsiteX0" fmla="*/ 0 w 1285"/>
                    <a:gd name="connsiteY0" fmla="*/ 70 h 1065"/>
                    <a:gd name="connsiteX1" fmla="*/ 475 w 1285"/>
                    <a:gd name="connsiteY1" fmla="*/ 0 h 1065"/>
                    <a:gd name="connsiteX2" fmla="*/ 1285 w 1285"/>
                    <a:gd name="connsiteY2" fmla="*/ 1065 h 1065"/>
                    <a:gd name="connsiteX3" fmla="*/ 0 w 1285"/>
                    <a:gd name="connsiteY3" fmla="*/ 70 h 1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5" h="1065">
                      <a:moveTo>
                        <a:pt x="0" y="70"/>
                      </a:moveTo>
                      <a:lnTo>
                        <a:pt x="475" y="0"/>
                      </a:lnTo>
                      <a:lnTo>
                        <a:pt x="1285" y="1065"/>
                      </a:lnTo>
                      <a:lnTo>
                        <a:pt x="0" y="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47" name="Freeform: Shape 1146">
                  <a:extLst>
                    <a:ext uri="{FF2B5EF4-FFF2-40B4-BE49-F238E27FC236}">
                      <a16:creationId xmlns:a16="http://schemas.microsoft.com/office/drawing/2014/main" id="{55B5349F-9832-D62E-C484-91D5FD9BCD7F}"/>
                    </a:ext>
                  </a:extLst>
                </p:cNvPr>
                <p:cNvSpPr/>
                <p:nvPr/>
              </p:nvSpPr>
              <p:spPr>
                <a:xfrm>
                  <a:off x="8290907" y="3371306"/>
                  <a:ext cx="798" cy="659"/>
                </a:xfrm>
                <a:custGeom>
                  <a:avLst/>
                  <a:gdLst>
                    <a:gd name="connsiteX0" fmla="*/ 0 w 798"/>
                    <a:gd name="connsiteY0" fmla="*/ 243 h 659"/>
                    <a:gd name="connsiteX1" fmla="*/ 127 w 798"/>
                    <a:gd name="connsiteY1" fmla="*/ 0 h 659"/>
                    <a:gd name="connsiteX2" fmla="*/ 799 w 798"/>
                    <a:gd name="connsiteY2" fmla="*/ 451 h 659"/>
                    <a:gd name="connsiteX3" fmla="*/ 35 w 798"/>
                    <a:gd name="connsiteY3" fmla="*/ 660 h 659"/>
                    <a:gd name="connsiteX4" fmla="*/ 0 w 798"/>
                    <a:gd name="connsiteY4" fmla="*/ 243 h 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8" h="659">
                      <a:moveTo>
                        <a:pt x="0" y="243"/>
                      </a:moveTo>
                      <a:lnTo>
                        <a:pt x="127" y="0"/>
                      </a:lnTo>
                      <a:lnTo>
                        <a:pt x="799" y="451"/>
                      </a:lnTo>
                      <a:lnTo>
                        <a:pt x="35" y="660"/>
                      </a:lnTo>
                      <a:lnTo>
                        <a:pt x="0" y="24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48" name="Freeform: Shape 1147">
                  <a:extLst>
                    <a:ext uri="{FF2B5EF4-FFF2-40B4-BE49-F238E27FC236}">
                      <a16:creationId xmlns:a16="http://schemas.microsoft.com/office/drawing/2014/main" id="{5DB52C5E-4877-F1B0-0F93-6A1E757F9827}"/>
                    </a:ext>
                  </a:extLst>
                </p:cNvPr>
                <p:cNvSpPr/>
                <p:nvPr/>
              </p:nvSpPr>
              <p:spPr>
                <a:xfrm>
                  <a:off x="8477660" y="2818175"/>
                  <a:ext cx="845" cy="1064"/>
                </a:xfrm>
                <a:custGeom>
                  <a:avLst/>
                  <a:gdLst>
                    <a:gd name="connsiteX0" fmla="*/ 0 w 845"/>
                    <a:gd name="connsiteY0" fmla="*/ 428 h 1064"/>
                    <a:gd name="connsiteX1" fmla="*/ 845 w 845"/>
                    <a:gd name="connsiteY1" fmla="*/ 0 h 1064"/>
                    <a:gd name="connsiteX2" fmla="*/ 23 w 845"/>
                    <a:gd name="connsiteY2" fmla="*/ 1065 h 1064"/>
                    <a:gd name="connsiteX3" fmla="*/ 0 w 845"/>
                    <a:gd name="connsiteY3" fmla="*/ 428 h 1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45" h="1064">
                      <a:moveTo>
                        <a:pt x="0" y="428"/>
                      </a:moveTo>
                      <a:lnTo>
                        <a:pt x="845" y="0"/>
                      </a:lnTo>
                      <a:lnTo>
                        <a:pt x="23" y="1065"/>
                      </a:lnTo>
                      <a:lnTo>
                        <a:pt x="0" y="42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49" name="Freeform: Shape 1148">
                  <a:extLst>
                    <a:ext uri="{FF2B5EF4-FFF2-40B4-BE49-F238E27FC236}">
                      <a16:creationId xmlns:a16="http://schemas.microsoft.com/office/drawing/2014/main" id="{49232ED4-00AD-B234-FB34-24AF61664E65}"/>
                    </a:ext>
                  </a:extLst>
                </p:cNvPr>
                <p:cNvSpPr/>
                <p:nvPr/>
              </p:nvSpPr>
              <p:spPr>
                <a:xfrm>
                  <a:off x="9188801" y="2360812"/>
                  <a:ext cx="428" cy="1504"/>
                </a:xfrm>
                <a:custGeom>
                  <a:avLst/>
                  <a:gdLst>
                    <a:gd name="connsiteX0" fmla="*/ 0 w 428"/>
                    <a:gd name="connsiteY0" fmla="*/ 590 h 1504"/>
                    <a:gd name="connsiteX1" fmla="*/ 429 w 428"/>
                    <a:gd name="connsiteY1" fmla="*/ 0 h 1504"/>
                    <a:gd name="connsiteX2" fmla="*/ 278 w 428"/>
                    <a:gd name="connsiteY2" fmla="*/ 1505 h 1504"/>
                    <a:gd name="connsiteX3" fmla="*/ 0 w 428"/>
                    <a:gd name="connsiteY3" fmla="*/ 590 h 15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8" h="1504">
                      <a:moveTo>
                        <a:pt x="0" y="590"/>
                      </a:moveTo>
                      <a:lnTo>
                        <a:pt x="429" y="0"/>
                      </a:lnTo>
                      <a:lnTo>
                        <a:pt x="278" y="1505"/>
                      </a:lnTo>
                      <a:lnTo>
                        <a:pt x="0" y="5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50" name="Freeform: Shape 1149">
                  <a:extLst>
                    <a:ext uri="{FF2B5EF4-FFF2-40B4-BE49-F238E27FC236}">
                      <a16:creationId xmlns:a16="http://schemas.microsoft.com/office/drawing/2014/main" id="{FE6648A1-9A37-8D11-4EDB-F4F1FD6AF93F}"/>
                    </a:ext>
                  </a:extLst>
                </p:cNvPr>
                <p:cNvSpPr/>
                <p:nvPr/>
              </p:nvSpPr>
              <p:spPr>
                <a:xfrm>
                  <a:off x="9847504" y="1564461"/>
                  <a:ext cx="845" cy="717"/>
                </a:xfrm>
                <a:custGeom>
                  <a:avLst/>
                  <a:gdLst>
                    <a:gd name="connsiteX0" fmla="*/ 717 w 845"/>
                    <a:gd name="connsiteY0" fmla="*/ 0 h 717"/>
                    <a:gd name="connsiteX1" fmla="*/ 822 w 845"/>
                    <a:gd name="connsiteY1" fmla="*/ 428 h 717"/>
                    <a:gd name="connsiteX2" fmla="*/ 845 w 845"/>
                    <a:gd name="connsiteY2" fmla="*/ 602 h 717"/>
                    <a:gd name="connsiteX3" fmla="*/ 0 w 845"/>
                    <a:gd name="connsiteY3" fmla="*/ 718 h 717"/>
                    <a:gd name="connsiteX4" fmla="*/ 717 w 845"/>
                    <a:gd name="connsiteY4" fmla="*/ 0 h 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5" h="717">
                      <a:moveTo>
                        <a:pt x="717" y="0"/>
                      </a:moveTo>
                      <a:lnTo>
                        <a:pt x="822" y="428"/>
                      </a:lnTo>
                      <a:lnTo>
                        <a:pt x="845" y="602"/>
                      </a:lnTo>
                      <a:lnTo>
                        <a:pt x="0" y="718"/>
                      </a:lnTo>
                      <a:lnTo>
                        <a:pt x="71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51" name="Freeform: Shape 1150">
                  <a:extLst>
                    <a:ext uri="{FF2B5EF4-FFF2-40B4-BE49-F238E27FC236}">
                      <a16:creationId xmlns:a16="http://schemas.microsoft.com/office/drawing/2014/main" id="{5EC57C13-E2CE-632B-CB76-308A05C792B6}"/>
                    </a:ext>
                  </a:extLst>
                </p:cNvPr>
                <p:cNvSpPr/>
                <p:nvPr/>
              </p:nvSpPr>
              <p:spPr>
                <a:xfrm>
                  <a:off x="9709160" y="1456752"/>
                  <a:ext cx="590" cy="1184"/>
                </a:xfrm>
                <a:custGeom>
                  <a:avLst/>
                  <a:gdLst>
                    <a:gd name="connsiteX0" fmla="*/ 0 w 590"/>
                    <a:gd name="connsiteY0" fmla="*/ 0 h 1184"/>
                    <a:gd name="connsiteX1" fmla="*/ 591 w 590"/>
                    <a:gd name="connsiteY1" fmla="*/ 917 h 1184"/>
                    <a:gd name="connsiteX2" fmla="*/ 174 w 590"/>
                    <a:gd name="connsiteY2" fmla="*/ 1184 h 1184"/>
                    <a:gd name="connsiteX3" fmla="*/ 0 w 590"/>
                    <a:gd name="connsiteY3" fmla="*/ 0 h 11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0" h="1184">
                      <a:moveTo>
                        <a:pt x="0" y="0"/>
                      </a:moveTo>
                      <a:lnTo>
                        <a:pt x="591" y="917"/>
                      </a:lnTo>
                      <a:lnTo>
                        <a:pt x="174" y="118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52" name="Freeform: Shape 1151">
                  <a:extLst>
                    <a:ext uri="{FF2B5EF4-FFF2-40B4-BE49-F238E27FC236}">
                      <a16:creationId xmlns:a16="http://schemas.microsoft.com/office/drawing/2014/main" id="{A58FB22C-4768-AC29-C526-2E702C99314F}"/>
                    </a:ext>
                  </a:extLst>
                </p:cNvPr>
                <p:cNvSpPr/>
                <p:nvPr/>
              </p:nvSpPr>
              <p:spPr>
                <a:xfrm>
                  <a:off x="8326155" y="2304334"/>
                  <a:ext cx="520" cy="1099"/>
                </a:xfrm>
                <a:custGeom>
                  <a:avLst/>
                  <a:gdLst>
                    <a:gd name="connsiteX0" fmla="*/ 0 w 520"/>
                    <a:gd name="connsiteY0" fmla="*/ 127 h 1099"/>
                    <a:gd name="connsiteX1" fmla="*/ 521 w 520"/>
                    <a:gd name="connsiteY1" fmla="*/ 0 h 1099"/>
                    <a:gd name="connsiteX2" fmla="*/ 347 w 520"/>
                    <a:gd name="connsiteY2" fmla="*/ 1100 h 1099"/>
                    <a:gd name="connsiteX3" fmla="*/ 0 w 520"/>
                    <a:gd name="connsiteY3" fmla="*/ 127 h 10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20" h="1099">
                      <a:moveTo>
                        <a:pt x="0" y="127"/>
                      </a:moveTo>
                      <a:lnTo>
                        <a:pt x="521" y="0"/>
                      </a:lnTo>
                      <a:lnTo>
                        <a:pt x="347" y="1100"/>
                      </a:lnTo>
                      <a:lnTo>
                        <a:pt x="0" y="1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53" name="Freeform: Shape 1152">
                  <a:extLst>
                    <a:ext uri="{FF2B5EF4-FFF2-40B4-BE49-F238E27FC236}">
                      <a16:creationId xmlns:a16="http://schemas.microsoft.com/office/drawing/2014/main" id="{D5E3B9BA-270B-197F-5159-E9ECEB150BCC}"/>
                    </a:ext>
                  </a:extLst>
                </p:cNvPr>
                <p:cNvSpPr/>
                <p:nvPr/>
              </p:nvSpPr>
              <p:spPr>
                <a:xfrm>
                  <a:off x="7815069" y="3312801"/>
                  <a:ext cx="960" cy="521"/>
                </a:xfrm>
                <a:custGeom>
                  <a:avLst/>
                  <a:gdLst>
                    <a:gd name="connsiteX0" fmla="*/ 0 w 960"/>
                    <a:gd name="connsiteY0" fmla="*/ 382 h 521"/>
                    <a:gd name="connsiteX1" fmla="*/ 776 w 960"/>
                    <a:gd name="connsiteY1" fmla="*/ 0 h 521"/>
                    <a:gd name="connsiteX2" fmla="*/ 961 w 960"/>
                    <a:gd name="connsiteY2" fmla="*/ 521 h 521"/>
                    <a:gd name="connsiteX3" fmla="*/ 12 w 960"/>
                    <a:gd name="connsiteY3" fmla="*/ 451 h 521"/>
                    <a:gd name="connsiteX4" fmla="*/ 0 w 960"/>
                    <a:gd name="connsiteY4" fmla="*/ 382 h 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0" h="521">
                      <a:moveTo>
                        <a:pt x="0" y="382"/>
                      </a:moveTo>
                      <a:lnTo>
                        <a:pt x="776" y="0"/>
                      </a:lnTo>
                      <a:lnTo>
                        <a:pt x="961" y="521"/>
                      </a:lnTo>
                      <a:lnTo>
                        <a:pt x="12" y="451"/>
                      </a:lnTo>
                      <a:lnTo>
                        <a:pt x="0" y="3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54" name="Freeform: Shape 1153">
                  <a:extLst>
                    <a:ext uri="{FF2B5EF4-FFF2-40B4-BE49-F238E27FC236}">
                      <a16:creationId xmlns:a16="http://schemas.microsoft.com/office/drawing/2014/main" id="{6B6538F9-E51F-976D-C04D-2D058B2031C4}"/>
                    </a:ext>
                  </a:extLst>
                </p:cNvPr>
                <p:cNvSpPr/>
                <p:nvPr/>
              </p:nvSpPr>
              <p:spPr>
                <a:xfrm>
                  <a:off x="8012669" y="3265120"/>
                  <a:ext cx="1470" cy="1203"/>
                </a:xfrm>
                <a:custGeom>
                  <a:avLst/>
                  <a:gdLst>
                    <a:gd name="connsiteX0" fmla="*/ 0 w 1470"/>
                    <a:gd name="connsiteY0" fmla="*/ 0 h 1203"/>
                    <a:gd name="connsiteX1" fmla="*/ 1169 w 1470"/>
                    <a:gd name="connsiteY1" fmla="*/ 590 h 1203"/>
                    <a:gd name="connsiteX2" fmla="*/ 1470 w 1470"/>
                    <a:gd name="connsiteY2" fmla="*/ 1204 h 1203"/>
                    <a:gd name="connsiteX3" fmla="*/ 0 w 1470"/>
                    <a:gd name="connsiteY3" fmla="*/ 0 h 1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70" h="1203">
                      <a:moveTo>
                        <a:pt x="0" y="0"/>
                      </a:moveTo>
                      <a:lnTo>
                        <a:pt x="1169" y="590"/>
                      </a:lnTo>
                      <a:lnTo>
                        <a:pt x="1470" y="120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55" name="Freeform: Shape 1154">
                  <a:extLst>
                    <a:ext uri="{FF2B5EF4-FFF2-40B4-BE49-F238E27FC236}">
                      <a16:creationId xmlns:a16="http://schemas.microsoft.com/office/drawing/2014/main" id="{2DBE0315-89A0-B9B6-6189-C2DB32D3FE21}"/>
                    </a:ext>
                  </a:extLst>
                </p:cNvPr>
                <p:cNvSpPr/>
                <p:nvPr/>
              </p:nvSpPr>
              <p:spPr>
                <a:xfrm>
                  <a:off x="7858340" y="3099376"/>
                  <a:ext cx="868" cy="1516"/>
                </a:xfrm>
                <a:custGeom>
                  <a:avLst/>
                  <a:gdLst>
                    <a:gd name="connsiteX0" fmla="*/ 0 w 868"/>
                    <a:gd name="connsiteY0" fmla="*/ 243 h 1516"/>
                    <a:gd name="connsiteX1" fmla="*/ 266 w 868"/>
                    <a:gd name="connsiteY1" fmla="*/ 0 h 1516"/>
                    <a:gd name="connsiteX2" fmla="*/ 868 w 868"/>
                    <a:gd name="connsiteY2" fmla="*/ 1516 h 1516"/>
                    <a:gd name="connsiteX3" fmla="*/ 0 w 868"/>
                    <a:gd name="connsiteY3" fmla="*/ 243 h 15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8" h="1516">
                      <a:moveTo>
                        <a:pt x="0" y="243"/>
                      </a:moveTo>
                      <a:lnTo>
                        <a:pt x="266" y="0"/>
                      </a:lnTo>
                      <a:lnTo>
                        <a:pt x="868" y="1516"/>
                      </a:lnTo>
                      <a:lnTo>
                        <a:pt x="0" y="24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56" name="Freeform: Shape 1155">
                  <a:extLst>
                    <a:ext uri="{FF2B5EF4-FFF2-40B4-BE49-F238E27FC236}">
                      <a16:creationId xmlns:a16="http://schemas.microsoft.com/office/drawing/2014/main" id="{51028ECF-AC63-854F-ECED-B7F7900DE521}"/>
                    </a:ext>
                  </a:extLst>
                </p:cNvPr>
                <p:cNvSpPr/>
                <p:nvPr/>
              </p:nvSpPr>
              <p:spPr>
                <a:xfrm>
                  <a:off x="8368280" y="3811304"/>
                  <a:ext cx="902" cy="1227"/>
                </a:xfrm>
                <a:custGeom>
                  <a:avLst/>
                  <a:gdLst>
                    <a:gd name="connsiteX0" fmla="*/ 695 w 902"/>
                    <a:gd name="connsiteY0" fmla="*/ 347 h 1227"/>
                    <a:gd name="connsiteX1" fmla="*/ 0 w 902"/>
                    <a:gd name="connsiteY1" fmla="*/ 1227 h 1227"/>
                    <a:gd name="connsiteX2" fmla="*/ 347 w 902"/>
                    <a:gd name="connsiteY2" fmla="*/ 208 h 1227"/>
                    <a:gd name="connsiteX3" fmla="*/ 903 w 902"/>
                    <a:gd name="connsiteY3" fmla="*/ 0 h 1227"/>
                    <a:gd name="connsiteX4" fmla="*/ 695 w 902"/>
                    <a:gd name="connsiteY4" fmla="*/ 347 h 1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2" h="1227">
                      <a:moveTo>
                        <a:pt x="695" y="347"/>
                      </a:moveTo>
                      <a:lnTo>
                        <a:pt x="0" y="1227"/>
                      </a:lnTo>
                      <a:lnTo>
                        <a:pt x="347" y="208"/>
                      </a:lnTo>
                      <a:lnTo>
                        <a:pt x="903" y="0"/>
                      </a:lnTo>
                      <a:lnTo>
                        <a:pt x="695" y="34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57" name="Freeform: Shape 1156">
                  <a:extLst>
                    <a:ext uri="{FF2B5EF4-FFF2-40B4-BE49-F238E27FC236}">
                      <a16:creationId xmlns:a16="http://schemas.microsoft.com/office/drawing/2014/main" id="{4205A8E4-35BC-BFF1-0735-F5F011672FF1}"/>
                    </a:ext>
                  </a:extLst>
                </p:cNvPr>
                <p:cNvSpPr/>
                <p:nvPr/>
              </p:nvSpPr>
              <p:spPr>
                <a:xfrm>
                  <a:off x="8362122" y="3871464"/>
                  <a:ext cx="544" cy="1122"/>
                </a:xfrm>
                <a:custGeom>
                  <a:avLst/>
                  <a:gdLst>
                    <a:gd name="connsiteX0" fmla="*/ 139 w 544"/>
                    <a:gd name="connsiteY0" fmla="*/ 11 h 1122"/>
                    <a:gd name="connsiteX1" fmla="*/ 174 w 544"/>
                    <a:gd name="connsiteY1" fmla="*/ 0 h 1122"/>
                    <a:gd name="connsiteX2" fmla="*/ 544 w 544"/>
                    <a:gd name="connsiteY2" fmla="*/ 451 h 1122"/>
                    <a:gd name="connsiteX3" fmla="*/ 0 w 544"/>
                    <a:gd name="connsiteY3" fmla="*/ 1123 h 1122"/>
                    <a:gd name="connsiteX4" fmla="*/ 139 w 544"/>
                    <a:gd name="connsiteY4" fmla="*/ 11 h 1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4" h="1122">
                      <a:moveTo>
                        <a:pt x="139" y="11"/>
                      </a:moveTo>
                      <a:lnTo>
                        <a:pt x="174" y="0"/>
                      </a:lnTo>
                      <a:lnTo>
                        <a:pt x="544" y="451"/>
                      </a:lnTo>
                      <a:lnTo>
                        <a:pt x="0" y="1123"/>
                      </a:lnTo>
                      <a:lnTo>
                        <a:pt x="139" y="1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58" name="Freeform: Shape 1157">
                  <a:extLst>
                    <a:ext uri="{FF2B5EF4-FFF2-40B4-BE49-F238E27FC236}">
                      <a16:creationId xmlns:a16="http://schemas.microsoft.com/office/drawing/2014/main" id="{0323A3AB-3146-F0D8-FCF8-2D681EC28A3D}"/>
                    </a:ext>
                  </a:extLst>
                </p:cNvPr>
                <p:cNvSpPr/>
                <p:nvPr/>
              </p:nvSpPr>
              <p:spPr>
                <a:xfrm>
                  <a:off x="8306835" y="3945770"/>
                  <a:ext cx="1157" cy="1539"/>
                </a:xfrm>
                <a:custGeom>
                  <a:avLst/>
                  <a:gdLst>
                    <a:gd name="connsiteX0" fmla="*/ 521 w 1157"/>
                    <a:gd name="connsiteY0" fmla="*/ 1042 h 1539"/>
                    <a:gd name="connsiteX1" fmla="*/ 81 w 1157"/>
                    <a:gd name="connsiteY1" fmla="*/ 1540 h 1539"/>
                    <a:gd name="connsiteX2" fmla="*/ 0 w 1157"/>
                    <a:gd name="connsiteY2" fmla="*/ 1378 h 1539"/>
                    <a:gd name="connsiteX3" fmla="*/ 996 w 1157"/>
                    <a:gd name="connsiteY3" fmla="*/ 104 h 1539"/>
                    <a:gd name="connsiteX4" fmla="*/ 1157 w 1157"/>
                    <a:gd name="connsiteY4" fmla="*/ 0 h 1539"/>
                    <a:gd name="connsiteX5" fmla="*/ 521 w 1157"/>
                    <a:gd name="connsiteY5" fmla="*/ 1042 h 1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57" h="1539">
                      <a:moveTo>
                        <a:pt x="521" y="1042"/>
                      </a:moveTo>
                      <a:lnTo>
                        <a:pt x="81" y="1540"/>
                      </a:lnTo>
                      <a:lnTo>
                        <a:pt x="0" y="1378"/>
                      </a:lnTo>
                      <a:lnTo>
                        <a:pt x="996" y="104"/>
                      </a:lnTo>
                      <a:lnTo>
                        <a:pt x="1157" y="0"/>
                      </a:lnTo>
                      <a:lnTo>
                        <a:pt x="521" y="104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59" name="Freeform: Shape 1158">
                  <a:extLst>
                    <a:ext uri="{FF2B5EF4-FFF2-40B4-BE49-F238E27FC236}">
                      <a16:creationId xmlns:a16="http://schemas.microsoft.com/office/drawing/2014/main" id="{1A216719-11C8-3BAB-2D17-DE11AE561AAA}"/>
                    </a:ext>
                  </a:extLst>
                </p:cNvPr>
                <p:cNvSpPr/>
                <p:nvPr/>
              </p:nvSpPr>
              <p:spPr>
                <a:xfrm>
                  <a:off x="8278116" y="4191144"/>
                  <a:ext cx="706" cy="1458"/>
                </a:xfrm>
                <a:custGeom>
                  <a:avLst/>
                  <a:gdLst>
                    <a:gd name="connsiteX0" fmla="*/ 0 w 706"/>
                    <a:gd name="connsiteY0" fmla="*/ 1458 h 1458"/>
                    <a:gd name="connsiteX1" fmla="*/ 509 w 706"/>
                    <a:gd name="connsiteY1" fmla="*/ 0 h 1458"/>
                    <a:gd name="connsiteX2" fmla="*/ 706 w 706"/>
                    <a:gd name="connsiteY2" fmla="*/ 451 h 1458"/>
                    <a:gd name="connsiteX3" fmla="*/ 0 w 706"/>
                    <a:gd name="connsiteY3" fmla="*/ 1458 h 1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6" h="1458">
                      <a:moveTo>
                        <a:pt x="0" y="1458"/>
                      </a:moveTo>
                      <a:lnTo>
                        <a:pt x="509" y="0"/>
                      </a:lnTo>
                      <a:lnTo>
                        <a:pt x="706" y="451"/>
                      </a:lnTo>
                      <a:lnTo>
                        <a:pt x="0" y="14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0" name="Freeform: Shape 1159">
                  <a:extLst>
                    <a:ext uri="{FF2B5EF4-FFF2-40B4-BE49-F238E27FC236}">
                      <a16:creationId xmlns:a16="http://schemas.microsoft.com/office/drawing/2014/main" id="{D5D096E4-3496-E23F-CCAD-82839729B4FA}"/>
                    </a:ext>
                  </a:extLst>
                </p:cNvPr>
                <p:cNvSpPr/>
                <p:nvPr/>
              </p:nvSpPr>
              <p:spPr>
                <a:xfrm>
                  <a:off x="7819989" y="3263766"/>
                  <a:ext cx="787" cy="752"/>
                </a:xfrm>
                <a:custGeom>
                  <a:avLst/>
                  <a:gdLst>
                    <a:gd name="connsiteX0" fmla="*/ 0 w 787"/>
                    <a:gd name="connsiteY0" fmla="*/ 232 h 752"/>
                    <a:gd name="connsiteX1" fmla="*/ 683 w 787"/>
                    <a:gd name="connsiteY1" fmla="*/ 0 h 752"/>
                    <a:gd name="connsiteX2" fmla="*/ 787 w 787"/>
                    <a:gd name="connsiteY2" fmla="*/ 752 h 752"/>
                    <a:gd name="connsiteX3" fmla="*/ 0 w 787"/>
                    <a:gd name="connsiteY3" fmla="*/ 232 h 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7" h="752">
                      <a:moveTo>
                        <a:pt x="0" y="232"/>
                      </a:moveTo>
                      <a:lnTo>
                        <a:pt x="683" y="0"/>
                      </a:lnTo>
                      <a:lnTo>
                        <a:pt x="787" y="752"/>
                      </a:lnTo>
                      <a:lnTo>
                        <a:pt x="0" y="2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1" name="Freeform: Shape 1160">
                  <a:extLst>
                    <a:ext uri="{FF2B5EF4-FFF2-40B4-BE49-F238E27FC236}">
                      <a16:creationId xmlns:a16="http://schemas.microsoft.com/office/drawing/2014/main" id="{F79EEBE9-96A5-0D7E-2C30-6A87F0411326}"/>
                    </a:ext>
                  </a:extLst>
                </p:cNvPr>
                <p:cNvSpPr/>
                <p:nvPr/>
              </p:nvSpPr>
              <p:spPr>
                <a:xfrm>
                  <a:off x="7713710" y="3193720"/>
                  <a:ext cx="752" cy="1620"/>
                </a:xfrm>
                <a:custGeom>
                  <a:avLst/>
                  <a:gdLst>
                    <a:gd name="connsiteX0" fmla="*/ 0 w 752"/>
                    <a:gd name="connsiteY0" fmla="*/ 602 h 1620"/>
                    <a:gd name="connsiteX1" fmla="*/ 81 w 752"/>
                    <a:gd name="connsiteY1" fmla="*/ 0 h 1620"/>
                    <a:gd name="connsiteX2" fmla="*/ 752 w 752"/>
                    <a:gd name="connsiteY2" fmla="*/ 1621 h 1620"/>
                    <a:gd name="connsiteX3" fmla="*/ 0 w 752"/>
                    <a:gd name="connsiteY3" fmla="*/ 602 h 1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2" h="1620">
                      <a:moveTo>
                        <a:pt x="0" y="602"/>
                      </a:moveTo>
                      <a:lnTo>
                        <a:pt x="81" y="0"/>
                      </a:lnTo>
                      <a:lnTo>
                        <a:pt x="752" y="1621"/>
                      </a:lnTo>
                      <a:lnTo>
                        <a:pt x="0" y="6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2" name="Freeform: Shape 1161">
                  <a:extLst>
                    <a:ext uri="{FF2B5EF4-FFF2-40B4-BE49-F238E27FC236}">
                      <a16:creationId xmlns:a16="http://schemas.microsoft.com/office/drawing/2014/main" id="{3BED657A-4B5E-FF27-1E50-A2916C717194}"/>
                    </a:ext>
                  </a:extLst>
                </p:cNvPr>
                <p:cNvSpPr/>
                <p:nvPr/>
              </p:nvSpPr>
              <p:spPr>
                <a:xfrm>
                  <a:off x="7654234" y="3626669"/>
                  <a:ext cx="972" cy="578"/>
                </a:xfrm>
                <a:custGeom>
                  <a:avLst/>
                  <a:gdLst>
                    <a:gd name="connsiteX0" fmla="*/ 0 w 972"/>
                    <a:gd name="connsiteY0" fmla="*/ 278 h 578"/>
                    <a:gd name="connsiteX1" fmla="*/ 972 w 972"/>
                    <a:gd name="connsiteY1" fmla="*/ 0 h 578"/>
                    <a:gd name="connsiteX2" fmla="*/ 868 w 972"/>
                    <a:gd name="connsiteY2" fmla="*/ 579 h 578"/>
                    <a:gd name="connsiteX3" fmla="*/ 0 w 972"/>
                    <a:gd name="connsiteY3" fmla="*/ 278 h 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2" h="578">
                      <a:moveTo>
                        <a:pt x="0" y="278"/>
                      </a:moveTo>
                      <a:lnTo>
                        <a:pt x="972" y="0"/>
                      </a:lnTo>
                      <a:lnTo>
                        <a:pt x="868" y="579"/>
                      </a:lnTo>
                      <a:lnTo>
                        <a:pt x="0" y="2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3" name="Freeform: Shape 1162">
                  <a:extLst>
                    <a:ext uri="{FF2B5EF4-FFF2-40B4-BE49-F238E27FC236}">
                      <a16:creationId xmlns:a16="http://schemas.microsoft.com/office/drawing/2014/main" id="{475478B4-823A-79E1-36CE-DBD3C4E3A94F}"/>
                    </a:ext>
                  </a:extLst>
                </p:cNvPr>
                <p:cNvSpPr/>
                <p:nvPr/>
              </p:nvSpPr>
              <p:spPr>
                <a:xfrm>
                  <a:off x="7900684" y="2821474"/>
                  <a:ext cx="613" cy="1041"/>
                </a:xfrm>
                <a:custGeom>
                  <a:avLst/>
                  <a:gdLst>
                    <a:gd name="connsiteX0" fmla="*/ 0 w 613"/>
                    <a:gd name="connsiteY0" fmla="*/ 405 h 1041"/>
                    <a:gd name="connsiteX1" fmla="*/ 174 w 613"/>
                    <a:gd name="connsiteY1" fmla="*/ 81 h 1041"/>
                    <a:gd name="connsiteX2" fmla="*/ 359 w 613"/>
                    <a:gd name="connsiteY2" fmla="*/ 0 h 1041"/>
                    <a:gd name="connsiteX3" fmla="*/ 614 w 613"/>
                    <a:gd name="connsiteY3" fmla="*/ 1042 h 1041"/>
                    <a:gd name="connsiteX4" fmla="*/ 0 w 613"/>
                    <a:gd name="connsiteY4" fmla="*/ 405 h 1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3" h="1041">
                      <a:moveTo>
                        <a:pt x="0" y="405"/>
                      </a:moveTo>
                      <a:lnTo>
                        <a:pt x="174" y="81"/>
                      </a:lnTo>
                      <a:lnTo>
                        <a:pt x="359" y="0"/>
                      </a:lnTo>
                      <a:lnTo>
                        <a:pt x="614" y="1042"/>
                      </a:lnTo>
                      <a:lnTo>
                        <a:pt x="0" y="40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4" name="Freeform: Shape 1163">
                  <a:extLst>
                    <a:ext uri="{FF2B5EF4-FFF2-40B4-BE49-F238E27FC236}">
                      <a16:creationId xmlns:a16="http://schemas.microsoft.com/office/drawing/2014/main" id="{D8F05181-96AF-C052-40D4-F21EA97B29A1}"/>
                    </a:ext>
                  </a:extLst>
                </p:cNvPr>
                <p:cNvSpPr/>
                <p:nvPr/>
              </p:nvSpPr>
              <p:spPr>
                <a:xfrm>
                  <a:off x="9265318" y="2462923"/>
                  <a:ext cx="486" cy="1076"/>
                </a:xfrm>
                <a:custGeom>
                  <a:avLst/>
                  <a:gdLst>
                    <a:gd name="connsiteX0" fmla="*/ 35 w 486"/>
                    <a:gd name="connsiteY0" fmla="*/ 614 h 1076"/>
                    <a:gd name="connsiteX1" fmla="*/ 243 w 486"/>
                    <a:gd name="connsiteY1" fmla="*/ 0 h 1076"/>
                    <a:gd name="connsiteX2" fmla="*/ 486 w 486"/>
                    <a:gd name="connsiteY2" fmla="*/ 752 h 1076"/>
                    <a:gd name="connsiteX3" fmla="*/ 0 w 486"/>
                    <a:gd name="connsiteY3" fmla="*/ 1077 h 1076"/>
                    <a:gd name="connsiteX4" fmla="*/ 35 w 486"/>
                    <a:gd name="connsiteY4" fmla="*/ 614 h 1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6" h="1076">
                      <a:moveTo>
                        <a:pt x="35" y="614"/>
                      </a:moveTo>
                      <a:lnTo>
                        <a:pt x="243" y="0"/>
                      </a:lnTo>
                      <a:lnTo>
                        <a:pt x="486" y="752"/>
                      </a:lnTo>
                      <a:lnTo>
                        <a:pt x="0" y="1077"/>
                      </a:lnTo>
                      <a:lnTo>
                        <a:pt x="35" y="61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5" name="Freeform: Shape 1164">
                  <a:extLst>
                    <a:ext uri="{FF2B5EF4-FFF2-40B4-BE49-F238E27FC236}">
                      <a16:creationId xmlns:a16="http://schemas.microsoft.com/office/drawing/2014/main" id="{E9DC49F8-1F9B-55CE-FEB5-40C969145AF2}"/>
                    </a:ext>
                  </a:extLst>
                </p:cNvPr>
                <p:cNvSpPr/>
                <p:nvPr/>
              </p:nvSpPr>
              <p:spPr>
                <a:xfrm>
                  <a:off x="8103783" y="3854436"/>
                  <a:ext cx="960" cy="833"/>
                </a:xfrm>
                <a:custGeom>
                  <a:avLst/>
                  <a:gdLst>
                    <a:gd name="connsiteX0" fmla="*/ 856 w 960"/>
                    <a:gd name="connsiteY0" fmla="*/ 532 h 833"/>
                    <a:gd name="connsiteX1" fmla="*/ 0 w 960"/>
                    <a:gd name="connsiteY1" fmla="*/ 833 h 833"/>
                    <a:gd name="connsiteX2" fmla="*/ 521 w 960"/>
                    <a:gd name="connsiteY2" fmla="*/ 301 h 833"/>
                    <a:gd name="connsiteX3" fmla="*/ 961 w 960"/>
                    <a:gd name="connsiteY3" fmla="*/ 0 h 833"/>
                    <a:gd name="connsiteX4" fmla="*/ 961 w 960"/>
                    <a:gd name="connsiteY4" fmla="*/ 313 h 833"/>
                    <a:gd name="connsiteX5" fmla="*/ 856 w 960"/>
                    <a:gd name="connsiteY5" fmla="*/ 532 h 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60" h="833">
                      <a:moveTo>
                        <a:pt x="856" y="532"/>
                      </a:moveTo>
                      <a:lnTo>
                        <a:pt x="0" y="833"/>
                      </a:lnTo>
                      <a:lnTo>
                        <a:pt x="521" y="301"/>
                      </a:lnTo>
                      <a:lnTo>
                        <a:pt x="961" y="0"/>
                      </a:lnTo>
                      <a:lnTo>
                        <a:pt x="961" y="313"/>
                      </a:lnTo>
                      <a:lnTo>
                        <a:pt x="856" y="5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6" name="Freeform: Shape 1165">
                  <a:extLst>
                    <a:ext uri="{FF2B5EF4-FFF2-40B4-BE49-F238E27FC236}">
                      <a16:creationId xmlns:a16="http://schemas.microsoft.com/office/drawing/2014/main" id="{92EC4287-23A2-6714-9A7A-12CE930DF366}"/>
                    </a:ext>
                  </a:extLst>
                </p:cNvPr>
                <p:cNvSpPr/>
                <p:nvPr/>
              </p:nvSpPr>
              <p:spPr>
                <a:xfrm>
                  <a:off x="7951016" y="2783158"/>
                  <a:ext cx="937" cy="578"/>
                </a:xfrm>
                <a:custGeom>
                  <a:avLst/>
                  <a:gdLst>
                    <a:gd name="connsiteX0" fmla="*/ 12 w 937"/>
                    <a:gd name="connsiteY0" fmla="*/ 174 h 578"/>
                    <a:gd name="connsiteX1" fmla="*/ 602 w 937"/>
                    <a:gd name="connsiteY1" fmla="*/ 0 h 578"/>
                    <a:gd name="connsiteX2" fmla="*/ 880 w 937"/>
                    <a:gd name="connsiteY2" fmla="*/ 324 h 578"/>
                    <a:gd name="connsiteX3" fmla="*/ 938 w 937"/>
                    <a:gd name="connsiteY3" fmla="*/ 579 h 578"/>
                    <a:gd name="connsiteX4" fmla="*/ 845 w 937"/>
                    <a:gd name="connsiteY4" fmla="*/ 567 h 578"/>
                    <a:gd name="connsiteX5" fmla="*/ 0 w 937"/>
                    <a:gd name="connsiteY5" fmla="*/ 232 h 578"/>
                    <a:gd name="connsiteX6" fmla="*/ 12 w 937"/>
                    <a:gd name="connsiteY6" fmla="*/ 174 h 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37" h="578">
                      <a:moveTo>
                        <a:pt x="12" y="174"/>
                      </a:moveTo>
                      <a:lnTo>
                        <a:pt x="602" y="0"/>
                      </a:lnTo>
                      <a:lnTo>
                        <a:pt x="880" y="324"/>
                      </a:lnTo>
                      <a:lnTo>
                        <a:pt x="938" y="579"/>
                      </a:lnTo>
                      <a:lnTo>
                        <a:pt x="845" y="567"/>
                      </a:lnTo>
                      <a:lnTo>
                        <a:pt x="0" y="232"/>
                      </a:lnTo>
                      <a:lnTo>
                        <a:pt x="12" y="17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7" name="Freeform: Shape 1166">
                  <a:extLst>
                    <a:ext uri="{FF2B5EF4-FFF2-40B4-BE49-F238E27FC236}">
                      <a16:creationId xmlns:a16="http://schemas.microsoft.com/office/drawing/2014/main" id="{664BDCB3-69F4-D052-B973-170AAFF29721}"/>
                    </a:ext>
                  </a:extLst>
                </p:cNvPr>
                <p:cNvSpPr/>
                <p:nvPr/>
              </p:nvSpPr>
              <p:spPr>
                <a:xfrm>
                  <a:off x="7883146" y="3091922"/>
                  <a:ext cx="1273" cy="775"/>
                </a:xfrm>
                <a:custGeom>
                  <a:avLst/>
                  <a:gdLst>
                    <a:gd name="connsiteX0" fmla="*/ 0 w 1273"/>
                    <a:gd name="connsiteY0" fmla="*/ 382 h 775"/>
                    <a:gd name="connsiteX1" fmla="*/ 93 w 1273"/>
                    <a:gd name="connsiteY1" fmla="*/ 0 h 775"/>
                    <a:gd name="connsiteX2" fmla="*/ 1273 w 1273"/>
                    <a:gd name="connsiteY2" fmla="*/ 776 h 775"/>
                    <a:gd name="connsiteX3" fmla="*/ 0 w 1273"/>
                    <a:gd name="connsiteY3" fmla="*/ 382 h 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3" h="775">
                      <a:moveTo>
                        <a:pt x="0" y="382"/>
                      </a:moveTo>
                      <a:lnTo>
                        <a:pt x="93" y="0"/>
                      </a:lnTo>
                      <a:lnTo>
                        <a:pt x="1273" y="776"/>
                      </a:lnTo>
                      <a:lnTo>
                        <a:pt x="0" y="3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8" name="Freeform: Shape 1167">
                  <a:extLst>
                    <a:ext uri="{FF2B5EF4-FFF2-40B4-BE49-F238E27FC236}">
                      <a16:creationId xmlns:a16="http://schemas.microsoft.com/office/drawing/2014/main" id="{120BD637-87D9-CF1F-0D15-97D4A06A97F6}"/>
                    </a:ext>
                  </a:extLst>
                </p:cNvPr>
                <p:cNvSpPr/>
                <p:nvPr/>
              </p:nvSpPr>
              <p:spPr>
                <a:xfrm>
                  <a:off x="8121378" y="3859159"/>
                  <a:ext cx="914" cy="579"/>
                </a:xfrm>
                <a:custGeom>
                  <a:avLst/>
                  <a:gdLst>
                    <a:gd name="connsiteX0" fmla="*/ 0 w 914"/>
                    <a:gd name="connsiteY0" fmla="*/ 509 h 579"/>
                    <a:gd name="connsiteX1" fmla="*/ 590 w 914"/>
                    <a:gd name="connsiteY1" fmla="*/ 0 h 579"/>
                    <a:gd name="connsiteX2" fmla="*/ 915 w 914"/>
                    <a:gd name="connsiteY2" fmla="*/ 579 h 579"/>
                    <a:gd name="connsiteX3" fmla="*/ 116 w 914"/>
                    <a:gd name="connsiteY3" fmla="*/ 544 h 579"/>
                    <a:gd name="connsiteX4" fmla="*/ 0 w 914"/>
                    <a:gd name="connsiteY4" fmla="*/ 509 h 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4" h="579">
                      <a:moveTo>
                        <a:pt x="0" y="509"/>
                      </a:moveTo>
                      <a:lnTo>
                        <a:pt x="590" y="0"/>
                      </a:lnTo>
                      <a:lnTo>
                        <a:pt x="915" y="579"/>
                      </a:lnTo>
                      <a:lnTo>
                        <a:pt x="116" y="544"/>
                      </a:lnTo>
                      <a:lnTo>
                        <a:pt x="0" y="50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9" name="Freeform: Shape 1168">
                  <a:extLst>
                    <a:ext uri="{FF2B5EF4-FFF2-40B4-BE49-F238E27FC236}">
                      <a16:creationId xmlns:a16="http://schemas.microsoft.com/office/drawing/2014/main" id="{527ED54F-1E5A-80FF-B66B-B6473B8E406B}"/>
                    </a:ext>
                  </a:extLst>
                </p:cNvPr>
                <p:cNvSpPr/>
                <p:nvPr/>
              </p:nvSpPr>
              <p:spPr>
                <a:xfrm>
                  <a:off x="7845537" y="3194333"/>
                  <a:ext cx="949" cy="590"/>
                </a:xfrm>
                <a:custGeom>
                  <a:avLst/>
                  <a:gdLst>
                    <a:gd name="connsiteX0" fmla="*/ 0 w 949"/>
                    <a:gd name="connsiteY0" fmla="*/ 312 h 590"/>
                    <a:gd name="connsiteX1" fmla="*/ 787 w 949"/>
                    <a:gd name="connsiteY1" fmla="*/ 0 h 590"/>
                    <a:gd name="connsiteX2" fmla="*/ 949 w 949"/>
                    <a:gd name="connsiteY2" fmla="*/ 590 h 590"/>
                    <a:gd name="connsiteX3" fmla="*/ 23 w 949"/>
                    <a:gd name="connsiteY3" fmla="*/ 324 h 590"/>
                    <a:gd name="connsiteX4" fmla="*/ 0 w 949"/>
                    <a:gd name="connsiteY4" fmla="*/ 312 h 5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9" h="590">
                      <a:moveTo>
                        <a:pt x="0" y="312"/>
                      </a:moveTo>
                      <a:lnTo>
                        <a:pt x="787" y="0"/>
                      </a:lnTo>
                      <a:lnTo>
                        <a:pt x="949" y="590"/>
                      </a:lnTo>
                      <a:lnTo>
                        <a:pt x="23" y="324"/>
                      </a:lnTo>
                      <a:lnTo>
                        <a:pt x="0" y="3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70" name="Freeform: Shape 1169">
                  <a:extLst>
                    <a:ext uri="{FF2B5EF4-FFF2-40B4-BE49-F238E27FC236}">
                      <a16:creationId xmlns:a16="http://schemas.microsoft.com/office/drawing/2014/main" id="{AEDA14C5-5DB7-AE3B-8F2F-D23A33D8E73D}"/>
                    </a:ext>
                  </a:extLst>
                </p:cNvPr>
                <p:cNvSpPr/>
                <p:nvPr/>
              </p:nvSpPr>
              <p:spPr>
                <a:xfrm>
                  <a:off x="9833312" y="1449800"/>
                  <a:ext cx="1215" cy="586"/>
                </a:xfrm>
                <a:custGeom>
                  <a:avLst/>
                  <a:gdLst>
                    <a:gd name="connsiteX0" fmla="*/ 0 w 1215"/>
                    <a:gd name="connsiteY0" fmla="*/ 140 h 586"/>
                    <a:gd name="connsiteX1" fmla="*/ 787 w 1215"/>
                    <a:gd name="connsiteY1" fmla="*/ 0 h 586"/>
                    <a:gd name="connsiteX2" fmla="*/ 1216 w 1215"/>
                    <a:gd name="connsiteY2" fmla="*/ 587 h 586"/>
                    <a:gd name="connsiteX3" fmla="*/ 0 w 1215"/>
                    <a:gd name="connsiteY3" fmla="*/ 140 h 5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5" h="586">
                      <a:moveTo>
                        <a:pt x="0" y="140"/>
                      </a:moveTo>
                      <a:lnTo>
                        <a:pt x="787" y="0"/>
                      </a:lnTo>
                      <a:lnTo>
                        <a:pt x="1216" y="587"/>
                      </a:lnTo>
                      <a:lnTo>
                        <a:pt x="0" y="14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71" name="Freeform: Shape 1170">
                  <a:extLst>
                    <a:ext uri="{FF2B5EF4-FFF2-40B4-BE49-F238E27FC236}">
                      <a16:creationId xmlns:a16="http://schemas.microsoft.com/office/drawing/2014/main" id="{31AA395C-864C-74CC-6DB4-77F91E34BEEB}"/>
                    </a:ext>
                  </a:extLst>
                </p:cNvPr>
                <p:cNvSpPr/>
                <p:nvPr/>
              </p:nvSpPr>
              <p:spPr>
                <a:xfrm>
                  <a:off x="8341112" y="3886976"/>
                  <a:ext cx="532" cy="1134"/>
                </a:xfrm>
                <a:custGeom>
                  <a:avLst/>
                  <a:gdLst>
                    <a:gd name="connsiteX0" fmla="*/ 0 w 532"/>
                    <a:gd name="connsiteY0" fmla="*/ 741 h 1134"/>
                    <a:gd name="connsiteX1" fmla="*/ 289 w 532"/>
                    <a:gd name="connsiteY1" fmla="*/ 0 h 1134"/>
                    <a:gd name="connsiteX2" fmla="*/ 440 w 532"/>
                    <a:gd name="connsiteY2" fmla="*/ 648 h 1134"/>
                    <a:gd name="connsiteX3" fmla="*/ 532 w 532"/>
                    <a:gd name="connsiteY3" fmla="*/ 1134 h 1134"/>
                    <a:gd name="connsiteX4" fmla="*/ 0 w 532"/>
                    <a:gd name="connsiteY4" fmla="*/ 741 h 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2" h="1134">
                      <a:moveTo>
                        <a:pt x="0" y="741"/>
                      </a:moveTo>
                      <a:lnTo>
                        <a:pt x="289" y="0"/>
                      </a:lnTo>
                      <a:lnTo>
                        <a:pt x="440" y="648"/>
                      </a:lnTo>
                      <a:lnTo>
                        <a:pt x="532" y="1134"/>
                      </a:lnTo>
                      <a:lnTo>
                        <a:pt x="0" y="74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72" name="Freeform: Shape 1171">
                  <a:extLst>
                    <a:ext uri="{FF2B5EF4-FFF2-40B4-BE49-F238E27FC236}">
                      <a16:creationId xmlns:a16="http://schemas.microsoft.com/office/drawing/2014/main" id="{AD4C7878-F618-8288-C2E7-FE8DDB136EDF}"/>
                    </a:ext>
                  </a:extLst>
                </p:cNvPr>
                <p:cNvSpPr/>
                <p:nvPr/>
              </p:nvSpPr>
              <p:spPr>
                <a:xfrm>
                  <a:off x="7810033" y="3312743"/>
                  <a:ext cx="625" cy="845"/>
                </a:xfrm>
                <a:custGeom>
                  <a:avLst/>
                  <a:gdLst>
                    <a:gd name="connsiteX0" fmla="*/ 0 w 625"/>
                    <a:gd name="connsiteY0" fmla="*/ 0 h 845"/>
                    <a:gd name="connsiteX1" fmla="*/ 46 w 625"/>
                    <a:gd name="connsiteY1" fmla="*/ 23 h 845"/>
                    <a:gd name="connsiteX2" fmla="*/ 625 w 625"/>
                    <a:gd name="connsiteY2" fmla="*/ 556 h 845"/>
                    <a:gd name="connsiteX3" fmla="*/ 35 w 625"/>
                    <a:gd name="connsiteY3" fmla="*/ 845 h 845"/>
                    <a:gd name="connsiteX4" fmla="*/ 0 w 625"/>
                    <a:gd name="connsiteY4" fmla="*/ 0 h 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5" h="845">
                      <a:moveTo>
                        <a:pt x="0" y="0"/>
                      </a:moveTo>
                      <a:lnTo>
                        <a:pt x="46" y="23"/>
                      </a:lnTo>
                      <a:lnTo>
                        <a:pt x="625" y="556"/>
                      </a:lnTo>
                      <a:lnTo>
                        <a:pt x="35" y="84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73" name="Freeform: Shape 1172">
                  <a:extLst>
                    <a:ext uri="{FF2B5EF4-FFF2-40B4-BE49-F238E27FC236}">
                      <a16:creationId xmlns:a16="http://schemas.microsoft.com/office/drawing/2014/main" id="{8438FF77-5BC7-18BC-3D18-C412F01886D1}"/>
                    </a:ext>
                  </a:extLst>
                </p:cNvPr>
                <p:cNvSpPr/>
                <p:nvPr/>
              </p:nvSpPr>
              <p:spPr>
                <a:xfrm>
                  <a:off x="7776255" y="3429208"/>
                  <a:ext cx="717" cy="879"/>
                </a:xfrm>
                <a:custGeom>
                  <a:avLst/>
                  <a:gdLst>
                    <a:gd name="connsiteX0" fmla="*/ 0 w 717"/>
                    <a:gd name="connsiteY0" fmla="*/ 695 h 879"/>
                    <a:gd name="connsiteX1" fmla="*/ 150 w 717"/>
                    <a:gd name="connsiteY1" fmla="*/ 0 h 879"/>
                    <a:gd name="connsiteX2" fmla="*/ 718 w 717"/>
                    <a:gd name="connsiteY2" fmla="*/ 880 h 879"/>
                    <a:gd name="connsiteX3" fmla="*/ 0 w 717"/>
                    <a:gd name="connsiteY3" fmla="*/ 695 h 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7" h="879">
                      <a:moveTo>
                        <a:pt x="0" y="695"/>
                      </a:moveTo>
                      <a:lnTo>
                        <a:pt x="150" y="0"/>
                      </a:lnTo>
                      <a:lnTo>
                        <a:pt x="718" y="880"/>
                      </a:lnTo>
                      <a:lnTo>
                        <a:pt x="0" y="69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74" name="Freeform: Shape 1173">
                  <a:extLst>
                    <a:ext uri="{FF2B5EF4-FFF2-40B4-BE49-F238E27FC236}">
                      <a16:creationId xmlns:a16="http://schemas.microsoft.com/office/drawing/2014/main" id="{C28CA7CB-053B-3F63-BB94-ED52CDA460E5}"/>
                    </a:ext>
                  </a:extLst>
                </p:cNvPr>
                <p:cNvSpPr/>
                <p:nvPr/>
              </p:nvSpPr>
              <p:spPr>
                <a:xfrm>
                  <a:off x="8104975" y="3851531"/>
                  <a:ext cx="451" cy="1157"/>
                </a:xfrm>
                <a:custGeom>
                  <a:avLst/>
                  <a:gdLst>
                    <a:gd name="connsiteX0" fmla="*/ 0 w 451"/>
                    <a:gd name="connsiteY0" fmla="*/ 116 h 1157"/>
                    <a:gd name="connsiteX1" fmla="*/ 451 w 451"/>
                    <a:gd name="connsiteY1" fmla="*/ 0 h 1157"/>
                    <a:gd name="connsiteX2" fmla="*/ 405 w 451"/>
                    <a:gd name="connsiteY2" fmla="*/ 1158 h 1157"/>
                    <a:gd name="connsiteX3" fmla="*/ 0 w 451"/>
                    <a:gd name="connsiteY3" fmla="*/ 116 h 1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1" h="1157">
                      <a:moveTo>
                        <a:pt x="0" y="116"/>
                      </a:moveTo>
                      <a:lnTo>
                        <a:pt x="451" y="0"/>
                      </a:lnTo>
                      <a:lnTo>
                        <a:pt x="405" y="1158"/>
                      </a:lnTo>
                      <a:lnTo>
                        <a:pt x="0" y="11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75" name="Freeform: Shape 1174">
                  <a:extLst>
                    <a:ext uri="{FF2B5EF4-FFF2-40B4-BE49-F238E27FC236}">
                      <a16:creationId xmlns:a16="http://schemas.microsoft.com/office/drawing/2014/main" id="{540A536C-95E3-F72B-A6E5-68FDB9C63226}"/>
                    </a:ext>
                  </a:extLst>
                </p:cNvPr>
                <p:cNvSpPr/>
                <p:nvPr/>
              </p:nvSpPr>
              <p:spPr>
                <a:xfrm>
                  <a:off x="8219796" y="3594338"/>
                  <a:ext cx="578" cy="1146"/>
                </a:xfrm>
                <a:custGeom>
                  <a:avLst/>
                  <a:gdLst>
                    <a:gd name="connsiteX0" fmla="*/ 0 w 578"/>
                    <a:gd name="connsiteY0" fmla="*/ 1146 h 1146"/>
                    <a:gd name="connsiteX1" fmla="*/ 290 w 578"/>
                    <a:gd name="connsiteY1" fmla="*/ 0 h 1146"/>
                    <a:gd name="connsiteX2" fmla="*/ 579 w 578"/>
                    <a:gd name="connsiteY2" fmla="*/ 660 h 1146"/>
                    <a:gd name="connsiteX3" fmla="*/ 0 w 578"/>
                    <a:gd name="connsiteY3" fmla="*/ 1146 h 11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8" h="1146">
                      <a:moveTo>
                        <a:pt x="0" y="1146"/>
                      </a:moveTo>
                      <a:lnTo>
                        <a:pt x="290" y="0"/>
                      </a:lnTo>
                      <a:lnTo>
                        <a:pt x="579" y="660"/>
                      </a:lnTo>
                      <a:lnTo>
                        <a:pt x="0" y="11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76" name="Freeform: Shape 1175">
                  <a:extLst>
                    <a:ext uri="{FF2B5EF4-FFF2-40B4-BE49-F238E27FC236}">
                      <a16:creationId xmlns:a16="http://schemas.microsoft.com/office/drawing/2014/main" id="{0F09C5A5-2720-1B5A-A4C0-693A120DBA32}"/>
                    </a:ext>
                  </a:extLst>
                </p:cNvPr>
                <p:cNvSpPr/>
                <p:nvPr/>
              </p:nvSpPr>
              <p:spPr>
                <a:xfrm>
                  <a:off x="9206327" y="2269212"/>
                  <a:ext cx="567" cy="902"/>
                </a:xfrm>
                <a:custGeom>
                  <a:avLst/>
                  <a:gdLst>
                    <a:gd name="connsiteX0" fmla="*/ 0 w 567"/>
                    <a:gd name="connsiteY0" fmla="*/ 278 h 902"/>
                    <a:gd name="connsiteX1" fmla="*/ 451 w 567"/>
                    <a:gd name="connsiteY1" fmla="*/ 0 h 902"/>
                    <a:gd name="connsiteX2" fmla="*/ 567 w 567"/>
                    <a:gd name="connsiteY2" fmla="*/ 232 h 902"/>
                    <a:gd name="connsiteX3" fmla="*/ 532 w 567"/>
                    <a:gd name="connsiteY3" fmla="*/ 903 h 902"/>
                    <a:gd name="connsiteX4" fmla="*/ 0 w 567"/>
                    <a:gd name="connsiteY4" fmla="*/ 278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7" h="902">
                      <a:moveTo>
                        <a:pt x="0" y="278"/>
                      </a:moveTo>
                      <a:lnTo>
                        <a:pt x="451" y="0"/>
                      </a:lnTo>
                      <a:lnTo>
                        <a:pt x="567" y="232"/>
                      </a:lnTo>
                      <a:lnTo>
                        <a:pt x="532" y="903"/>
                      </a:lnTo>
                      <a:lnTo>
                        <a:pt x="0" y="2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77" name="Freeform: Shape 1176">
                  <a:extLst>
                    <a:ext uri="{FF2B5EF4-FFF2-40B4-BE49-F238E27FC236}">
                      <a16:creationId xmlns:a16="http://schemas.microsoft.com/office/drawing/2014/main" id="{4429673A-1FE2-F7DC-2AC6-BAEE2216803B}"/>
                    </a:ext>
                  </a:extLst>
                </p:cNvPr>
                <p:cNvSpPr/>
                <p:nvPr/>
              </p:nvSpPr>
              <p:spPr>
                <a:xfrm>
                  <a:off x="8069310" y="4127094"/>
                  <a:ext cx="1041" cy="613"/>
                </a:xfrm>
                <a:custGeom>
                  <a:avLst/>
                  <a:gdLst>
                    <a:gd name="connsiteX0" fmla="*/ 0 w 1041"/>
                    <a:gd name="connsiteY0" fmla="*/ 463 h 613"/>
                    <a:gd name="connsiteX1" fmla="*/ 1042 w 1041"/>
                    <a:gd name="connsiteY1" fmla="*/ 0 h 613"/>
                    <a:gd name="connsiteX2" fmla="*/ 764 w 1041"/>
                    <a:gd name="connsiteY2" fmla="*/ 614 h 613"/>
                    <a:gd name="connsiteX3" fmla="*/ 0 w 1041"/>
                    <a:gd name="connsiteY3" fmla="*/ 463 h 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1" h="613">
                      <a:moveTo>
                        <a:pt x="0" y="463"/>
                      </a:moveTo>
                      <a:lnTo>
                        <a:pt x="1042" y="0"/>
                      </a:lnTo>
                      <a:lnTo>
                        <a:pt x="764" y="614"/>
                      </a:lnTo>
                      <a:lnTo>
                        <a:pt x="0" y="46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78" name="Freeform: Shape 1177">
                  <a:extLst>
                    <a:ext uri="{FF2B5EF4-FFF2-40B4-BE49-F238E27FC236}">
                      <a16:creationId xmlns:a16="http://schemas.microsoft.com/office/drawing/2014/main" id="{66E0449E-1DAF-C7E8-752D-9E6626F7F2F8}"/>
                    </a:ext>
                  </a:extLst>
                </p:cNvPr>
                <p:cNvSpPr/>
                <p:nvPr/>
              </p:nvSpPr>
              <p:spPr>
                <a:xfrm>
                  <a:off x="8124399" y="3841865"/>
                  <a:ext cx="1018" cy="1007"/>
                </a:xfrm>
                <a:custGeom>
                  <a:avLst/>
                  <a:gdLst>
                    <a:gd name="connsiteX0" fmla="*/ 0 w 1018"/>
                    <a:gd name="connsiteY0" fmla="*/ 440 h 1007"/>
                    <a:gd name="connsiteX1" fmla="*/ 46 w 1018"/>
                    <a:gd name="connsiteY1" fmla="*/ 69 h 1007"/>
                    <a:gd name="connsiteX2" fmla="*/ 81 w 1018"/>
                    <a:gd name="connsiteY2" fmla="*/ 0 h 1007"/>
                    <a:gd name="connsiteX3" fmla="*/ 1019 w 1018"/>
                    <a:gd name="connsiteY3" fmla="*/ 1007 h 1007"/>
                    <a:gd name="connsiteX4" fmla="*/ 0 w 1018"/>
                    <a:gd name="connsiteY4" fmla="*/ 440 h 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8" h="1007">
                      <a:moveTo>
                        <a:pt x="0" y="440"/>
                      </a:moveTo>
                      <a:lnTo>
                        <a:pt x="46" y="69"/>
                      </a:lnTo>
                      <a:lnTo>
                        <a:pt x="81" y="0"/>
                      </a:lnTo>
                      <a:lnTo>
                        <a:pt x="1019" y="1007"/>
                      </a:lnTo>
                      <a:lnTo>
                        <a:pt x="0" y="44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79" name="Freeform: Shape 1178">
                  <a:extLst>
                    <a:ext uri="{FF2B5EF4-FFF2-40B4-BE49-F238E27FC236}">
                      <a16:creationId xmlns:a16="http://schemas.microsoft.com/office/drawing/2014/main" id="{D4C3C1C8-1BD4-1910-1261-2D17C7C540A2}"/>
                    </a:ext>
                  </a:extLst>
                </p:cNvPr>
                <p:cNvSpPr/>
                <p:nvPr/>
              </p:nvSpPr>
              <p:spPr>
                <a:xfrm>
                  <a:off x="7855503" y="3113592"/>
                  <a:ext cx="613" cy="1088"/>
                </a:xfrm>
                <a:custGeom>
                  <a:avLst/>
                  <a:gdLst>
                    <a:gd name="connsiteX0" fmla="*/ 0 w 613"/>
                    <a:gd name="connsiteY0" fmla="*/ 0 h 1088"/>
                    <a:gd name="connsiteX1" fmla="*/ 614 w 613"/>
                    <a:gd name="connsiteY1" fmla="*/ 359 h 1088"/>
                    <a:gd name="connsiteX2" fmla="*/ 428 w 613"/>
                    <a:gd name="connsiteY2" fmla="*/ 1088 h 1088"/>
                    <a:gd name="connsiteX3" fmla="*/ 0 w 613"/>
                    <a:gd name="connsiteY3" fmla="*/ 0 h 1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13" h="1088">
                      <a:moveTo>
                        <a:pt x="0" y="0"/>
                      </a:moveTo>
                      <a:lnTo>
                        <a:pt x="614" y="359"/>
                      </a:lnTo>
                      <a:lnTo>
                        <a:pt x="428" y="108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80" name="Freeform: Shape 1179">
                  <a:extLst>
                    <a:ext uri="{FF2B5EF4-FFF2-40B4-BE49-F238E27FC236}">
                      <a16:creationId xmlns:a16="http://schemas.microsoft.com/office/drawing/2014/main" id="{5A9405E6-9EBF-E5BA-F0E5-898DB98A0DEB}"/>
                    </a:ext>
                  </a:extLst>
                </p:cNvPr>
                <p:cNvSpPr/>
                <p:nvPr/>
              </p:nvSpPr>
              <p:spPr>
                <a:xfrm>
                  <a:off x="8105392" y="3854112"/>
                  <a:ext cx="486" cy="1111"/>
                </a:xfrm>
                <a:custGeom>
                  <a:avLst/>
                  <a:gdLst>
                    <a:gd name="connsiteX0" fmla="*/ 0 w 486"/>
                    <a:gd name="connsiteY0" fmla="*/ 1065 h 1111"/>
                    <a:gd name="connsiteX1" fmla="*/ 150 w 486"/>
                    <a:gd name="connsiteY1" fmla="*/ 0 h 1111"/>
                    <a:gd name="connsiteX2" fmla="*/ 486 w 486"/>
                    <a:gd name="connsiteY2" fmla="*/ 1111 h 1111"/>
                    <a:gd name="connsiteX3" fmla="*/ 0 w 486"/>
                    <a:gd name="connsiteY3" fmla="*/ 1065 h 11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6" h="1111">
                      <a:moveTo>
                        <a:pt x="0" y="1065"/>
                      </a:moveTo>
                      <a:lnTo>
                        <a:pt x="150" y="0"/>
                      </a:lnTo>
                      <a:lnTo>
                        <a:pt x="486" y="1111"/>
                      </a:lnTo>
                      <a:lnTo>
                        <a:pt x="0" y="106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81" name="Freeform: Shape 1180">
                  <a:extLst>
                    <a:ext uri="{FF2B5EF4-FFF2-40B4-BE49-F238E27FC236}">
                      <a16:creationId xmlns:a16="http://schemas.microsoft.com/office/drawing/2014/main" id="{68621B28-8311-485E-D74C-4446C98283C5}"/>
                    </a:ext>
                  </a:extLst>
                </p:cNvPr>
                <p:cNvSpPr/>
                <p:nvPr/>
              </p:nvSpPr>
              <p:spPr>
                <a:xfrm>
                  <a:off x="7766091" y="3234178"/>
                  <a:ext cx="868" cy="555"/>
                </a:xfrm>
                <a:custGeom>
                  <a:avLst/>
                  <a:gdLst>
                    <a:gd name="connsiteX0" fmla="*/ 764 w 868"/>
                    <a:gd name="connsiteY0" fmla="*/ 486 h 555"/>
                    <a:gd name="connsiteX1" fmla="*/ 0 w 868"/>
                    <a:gd name="connsiteY1" fmla="*/ 556 h 555"/>
                    <a:gd name="connsiteX2" fmla="*/ 93 w 868"/>
                    <a:gd name="connsiteY2" fmla="*/ 0 h 555"/>
                    <a:gd name="connsiteX3" fmla="*/ 868 w 868"/>
                    <a:gd name="connsiteY3" fmla="*/ 417 h 555"/>
                    <a:gd name="connsiteX4" fmla="*/ 764 w 868"/>
                    <a:gd name="connsiteY4" fmla="*/ 486 h 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8" h="555">
                      <a:moveTo>
                        <a:pt x="764" y="486"/>
                      </a:moveTo>
                      <a:lnTo>
                        <a:pt x="0" y="556"/>
                      </a:lnTo>
                      <a:lnTo>
                        <a:pt x="93" y="0"/>
                      </a:lnTo>
                      <a:lnTo>
                        <a:pt x="868" y="417"/>
                      </a:lnTo>
                      <a:lnTo>
                        <a:pt x="764" y="48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82" name="Freeform: Shape 1181">
                  <a:extLst>
                    <a:ext uri="{FF2B5EF4-FFF2-40B4-BE49-F238E27FC236}">
                      <a16:creationId xmlns:a16="http://schemas.microsoft.com/office/drawing/2014/main" id="{9A8AED56-78D1-1757-1534-53F84C610A5D}"/>
                    </a:ext>
                  </a:extLst>
                </p:cNvPr>
                <p:cNvSpPr/>
                <p:nvPr/>
              </p:nvSpPr>
              <p:spPr>
                <a:xfrm>
                  <a:off x="8099326" y="3007672"/>
                  <a:ext cx="1203" cy="451"/>
                </a:xfrm>
                <a:custGeom>
                  <a:avLst/>
                  <a:gdLst>
                    <a:gd name="connsiteX0" fmla="*/ 0 w 1203"/>
                    <a:gd name="connsiteY0" fmla="*/ 451 h 451"/>
                    <a:gd name="connsiteX1" fmla="*/ 544 w 1203"/>
                    <a:gd name="connsiteY1" fmla="*/ 0 h 451"/>
                    <a:gd name="connsiteX2" fmla="*/ 1204 w 1203"/>
                    <a:gd name="connsiteY2" fmla="*/ 394 h 451"/>
                    <a:gd name="connsiteX3" fmla="*/ 0 w 1203"/>
                    <a:gd name="connsiteY3" fmla="*/ 451 h 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3" h="451">
                      <a:moveTo>
                        <a:pt x="0" y="451"/>
                      </a:moveTo>
                      <a:lnTo>
                        <a:pt x="544" y="0"/>
                      </a:lnTo>
                      <a:lnTo>
                        <a:pt x="1204" y="394"/>
                      </a:lnTo>
                      <a:lnTo>
                        <a:pt x="0" y="45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83" name="Freeform: Shape 1182">
                  <a:extLst>
                    <a:ext uri="{FF2B5EF4-FFF2-40B4-BE49-F238E27FC236}">
                      <a16:creationId xmlns:a16="http://schemas.microsoft.com/office/drawing/2014/main" id="{8B13C751-77C5-93E4-5B94-33282319DF93}"/>
                    </a:ext>
                  </a:extLst>
                </p:cNvPr>
                <p:cNvSpPr/>
                <p:nvPr/>
              </p:nvSpPr>
              <p:spPr>
                <a:xfrm>
                  <a:off x="9554680" y="1618150"/>
                  <a:ext cx="879" cy="578"/>
                </a:xfrm>
                <a:custGeom>
                  <a:avLst/>
                  <a:gdLst>
                    <a:gd name="connsiteX0" fmla="*/ 0 w 879"/>
                    <a:gd name="connsiteY0" fmla="*/ 0 h 578"/>
                    <a:gd name="connsiteX1" fmla="*/ 880 w 879"/>
                    <a:gd name="connsiteY1" fmla="*/ 0 h 578"/>
                    <a:gd name="connsiteX2" fmla="*/ 313 w 879"/>
                    <a:gd name="connsiteY2" fmla="*/ 579 h 578"/>
                    <a:gd name="connsiteX3" fmla="*/ 0 w 879"/>
                    <a:gd name="connsiteY3" fmla="*/ 0 h 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79" h="578">
                      <a:moveTo>
                        <a:pt x="0" y="0"/>
                      </a:moveTo>
                      <a:lnTo>
                        <a:pt x="880" y="0"/>
                      </a:lnTo>
                      <a:lnTo>
                        <a:pt x="313" y="57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84" name="Freeform: Shape 1183">
                  <a:extLst>
                    <a:ext uri="{FF2B5EF4-FFF2-40B4-BE49-F238E27FC236}">
                      <a16:creationId xmlns:a16="http://schemas.microsoft.com/office/drawing/2014/main" id="{F2B988EA-3BE5-D385-A1F8-8B770260D585}"/>
                    </a:ext>
                  </a:extLst>
                </p:cNvPr>
                <p:cNvSpPr/>
                <p:nvPr/>
              </p:nvSpPr>
              <p:spPr>
                <a:xfrm>
                  <a:off x="9533647" y="1595890"/>
                  <a:ext cx="972" cy="821"/>
                </a:xfrm>
                <a:custGeom>
                  <a:avLst/>
                  <a:gdLst>
                    <a:gd name="connsiteX0" fmla="*/ 0 w 972"/>
                    <a:gd name="connsiteY0" fmla="*/ 301 h 821"/>
                    <a:gd name="connsiteX1" fmla="*/ 197 w 972"/>
                    <a:gd name="connsiteY1" fmla="*/ 0 h 821"/>
                    <a:gd name="connsiteX2" fmla="*/ 972 w 972"/>
                    <a:gd name="connsiteY2" fmla="*/ 822 h 821"/>
                    <a:gd name="connsiteX3" fmla="*/ 35 w 972"/>
                    <a:gd name="connsiteY3" fmla="*/ 440 h 821"/>
                    <a:gd name="connsiteX4" fmla="*/ 0 w 972"/>
                    <a:gd name="connsiteY4" fmla="*/ 301 h 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72" h="821">
                      <a:moveTo>
                        <a:pt x="0" y="301"/>
                      </a:moveTo>
                      <a:lnTo>
                        <a:pt x="197" y="0"/>
                      </a:lnTo>
                      <a:lnTo>
                        <a:pt x="972" y="822"/>
                      </a:lnTo>
                      <a:lnTo>
                        <a:pt x="35" y="440"/>
                      </a:lnTo>
                      <a:lnTo>
                        <a:pt x="0" y="3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85" name="Freeform: Shape 1184">
                  <a:extLst>
                    <a:ext uri="{FF2B5EF4-FFF2-40B4-BE49-F238E27FC236}">
                      <a16:creationId xmlns:a16="http://schemas.microsoft.com/office/drawing/2014/main" id="{08F4DE05-71A3-494C-4898-8A03E794BEF3}"/>
                    </a:ext>
                  </a:extLst>
                </p:cNvPr>
                <p:cNvSpPr/>
                <p:nvPr/>
              </p:nvSpPr>
              <p:spPr>
                <a:xfrm>
                  <a:off x="7882371" y="3124542"/>
                  <a:ext cx="671" cy="764"/>
                </a:xfrm>
                <a:custGeom>
                  <a:avLst/>
                  <a:gdLst>
                    <a:gd name="connsiteX0" fmla="*/ 0 w 671"/>
                    <a:gd name="connsiteY0" fmla="*/ 706 h 764"/>
                    <a:gd name="connsiteX1" fmla="*/ 671 w 671"/>
                    <a:gd name="connsiteY1" fmla="*/ 0 h 764"/>
                    <a:gd name="connsiteX2" fmla="*/ 671 w 671"/>
                    <a:gd name="connsiteY2" fmla="*/ 764 h 764"/>
                    <a:gd name="connsiteX3" fmla="*/ 0 w 671"/>
                    <a:gd name="connsiteY3" fmla="*/ 706 h 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1" h="764">
                      <a:moveTo>
                        <a:pt x="0" y="706"/>
                      </a:moveTo>
                      <a:lnTo>
                        <a:pt x="671" y="0"/>
                      </a:lnTo>
                      <a:lnTo>
                        <a:pt x="671" y="764"/>
                      </a:lnTo>
                      <a:lnTo>
                        <a:pt x="0" y="70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86" name="Freeform: Shape 1185">
                  <a:extLst>
                    <a:ext uri="{FF2B5EF4-FFF2-40B4-BE49-F238E27FC236}">
                      <a16:creationId xmlns:a16="http://schemas.microsoft.com/office/drawing/2014/main" id="{2E897538-77BE-150B-A1BA-E67B1B708591}"/>
                    </a:ext>
                  </a:extLst>
                </p:cNvPr>
                <p:cNvSpPr/>
                <p:nvPr/>
              </p:nvSpPr>
              <p:spPr>
                <a:xfrm>
                  <a:off x="8528606" y="2705889"/>
                  <a:ext cx="1238" cy="509"/>
                </a:xfrm>
                <a:custGeom>
                  <a:avLst/>
                  <a:gdLst>
                    <a:gd name="connsiteX0" fmla="*/ 1169 w 1238"/>
                    <a:gd name="connsiteY0" fmla="*/ 417 h 509"/>
                    <a:gd name="connsiteX1" fmla="*/ 0 w 1238"/>
                    <a:gd name="connsiteY1" fmla="*/ 509 h 509"/>
                    <a:gd name="connsiteX2" fmla="*/ 93 w 1238"/>
                    <a:gd name="connsiteY2" fmla="*/ 440 h 509"/>
                    <a:gd name="connsiteX3" fmla="*/ 1239 w 1238"/>
                    <a:gd name="connsiteY3" fmla="*/ 0 h 509"/>
                    <a:gd name="connsiteX4" fmla="*/ 1169 w 1238"/>
                    <a:gd name="connsiteY4" fmla="*/ 417 h 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" h="509">
                      <a:moveTo>
                        <a:pt x="1169" y="417"/>
                      </a:moveTo>
                      <a:lnTo>
                        <a:pt x="0" y="509"/>
                      </a:lnTo>
                      <a:lnTo>
                        <a:pt x="93" y="440"/>
                      </a:lnTo>
                      <a:lnTo>
                        <a:pt x="1239" y="0"/>
                      </a:lnTo>
                      <a:lnTo>
                        <a:pt x="1169" y="41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87" name="Freeform: Shape 1186">
                  <a:extLst>
                    <a:ext uri="{FF2B5EF4-FFF2-40B4-BE49-F238E27FC236}">
                      <a16:creationId xmlns:a16="http://schemas.microsoft.com/office/drawing/2014/main" id="{FE469626-EB31-5F58-A2E5-845CC39AE482}"/>
                    </a:ext>
                  </a:extLst>
                </p:cNvPr>
                <p:cNvSpPr/>
                <p:nvPr/>
              </p:nvSpPr>
              <p:spPr>
                <a:xfrm>
                  <a:off x="8298084" y="4118702"/>
                  <a:ext cx="926" cy="1354"/>
                </a:xfrm>
                <a:custGeom>
                  <a:avLst/>
                  <a:gdLst>
                    <a:gd name="connsiteX0" fmla="*/ 0 w 926"/>
                    <a:gd name="connsiteY0" fmla="*/ 1319 h 1354"/>
                    <a:gd name="connsiteX1" fmla="*/ 150 w 926"/>
                    <a:gd name="connsiteY1" fmla="*/ 695 h 1354"/>
                    <a:gd name="connsiteX2" fmla="*/ 926 w 926"/>
                    <a:gd name="connsiteY2" fmla="*/ 0 h 1354"/>
                    <a:gd name="connsiteX3" fmla="*/ 81 w 926"/>
                    <a:gd name="connsiteY3" fmla="*/ 1354 h 1354"/>
                    <a:gd name="connsiteX4" fmla="*/ 0 w 926"/>
                    <a:gd name="connsiteY4" fmla="*/ 1319 h 1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26" h="1354">
                      <a:moveTo>
                        <a:pt x="0" y="1319"/>
                      </a:moveTo>
                      <a:lnTo>
                        <a:pt x="150" y="695"/>
                      </a:lnTo>
                      <a:lnTo>
                        <a:pt x="926" y="0"/>
                      </a:lnTo>
                      <a:lnTo>
                        <a:pt x="81" y="1354"/>
                      </a:lnTo>
                      <a:lnTo>
                        <a:pt x="0" y="131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88" name="Freeform: Shape 1187">
                  <a:extLst>
                    <a:ext uri="{FF2B5EF4-FFF2-40B4-BE49-F238E27FC236}">
                      <a16:creationId xmlns:a16="http://schemas.microsoft.com/office/drawing/2014/main" id="{D2778C4F-3682-5F11-4547-D9C7246FED40}"/>
                    </a:ext>
                  </a:extLst>
                </p:cNvPr>
                <p:cNvSpPr/>
                <p:nvPr/>
              </p:nvSpPr>
              <p:spPr>
                <a:xfrm>
                  <a:off x="8519693" y="2724573"/>
                  <a:ext cx="1111" cy="416"/>
                </a:xfrm>
                <a:custGeom>
                  <a:avLst/>
                  <a:gdLst>
                    <a:gd name="connsiteX0" fmla="*/ 0 w 1111"/>
                    <a:gd name="connsiteY0" fmla="*/ 81 h 416"/>
                    <a:gd name="connsiteX1" fmla="*/ 486 w 1111"/>
                    <a:gd name="connsiteY1" fmla="*/ 0 h 416"/>
                    <a:gd name="connsiteX2" fmla="*/ 1111 w 1111"/>
                    <a:gd name="connsiteY2" fmla="*/ 23 h 416"/>
                    <a:gd name="connsiteX3" fmla="*/ 1007 w 1111"/>
                    <a:gd name="connsiteY3" fmla="*/ 417 h 416"/>
                    <a:gd name="connsiteX4" fmla="*/ 11 w 1111"/>
                    <a:gd name="connsiteY4" fmla="*/ 104 h 416"/>
                    <a:gd name="connsiteX5" fmla="*/ 0 w 1111"/>
                    <a:gd name="connsiteY5" fmla="*/ 81 h 4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11" h="416">
                      <a:moveTo>
                        <a:pt x="0" y="81"/>
                      </a:moveTo>
                      <a:lnTo>
                        <a:pt x="486" y="0"/>
                      </a:lnTo>
                      <a:lnTo>
                        <a:pt x="1111" y="23"/>
                      </a:lnTo>
                      <a:lnTo>
                        <a:pt x="1007" y="417"/>
                      </a:lnTo>
                      <a:lnTo>
                        <a:pt x="11" y="104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89" name="Freeform: Shape 1188">
                  <a:extLst>
                    <a:ext uri="{FF2B5EF4-FFF2-40B4-BE49-F238E27FC236}">
                      <a16:creationId xmlns:a16="http://schemas.microsoft.com/office/drawing/2014/main" id="{E4D424F2-5FD5-22DB-C948-58337D1E37CC}"/>
                    </a:ext>
                  </a:extLst>
                </p:cNvPr>
                <p:cNvSpPr/>
                <p:nvPr/>
              </p:nvSpPr>
              <p:spPr>
                <a:xfrm>
                  <a:off x="7753786" y="3524130"/>
                  <a:ext cx="682" cy="775"/>
                </a:xfrm>
                <a:custGeom>
                  <a:avLst/>
                  <a:gdLst>
                    <a:gd name="connsiteX0" fmla="*/ 0 w 682"/>
                    <a:gd name="connsiteY0" fmla="*/ 185 h 775"/>
                    <a:gd name="connsiteX1" fmla="*/ 278 w 682"/>
                    <a:gd name="connsiteY1" fmla="*/ 93 h 775"/>
                    <a:gd name="connsiteX2" fmla="*/ 683 w 682"/>
                    <a:gd name="connsiteY2" fmla="*/ 0 h 775"/>
                    <a:gd name="connsiteX3" fmla="*/ 370 w 682"/>
                    <a:gd name="connsiteY3" fmla="*/ 775 h 775"/>
                    <a:gd name="connsiteX4" fmla="*/ 197 w 682"/>
                    <a:gd name="connsiteY4" fmla="*/ 556 h 775"/>
                    <a:gd name="connsiteX5" fmla="*/ 0 w 682"/>
                    <a:gd name="connsiteY5" fmla="*/ 185 h 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82" h="775">
                      <a:moveTo>
                        <a:pt x="0" y="185"/>
                      </a:moveTo>
                      <a:lnTo>
                        <a:pt x="278" y="93"/>
                      </a:lnTo>
                      <a:lnTo>
                        <a:pt x="683" y="0"/>
                      </a:lnTo>
                      <a:lnTo>
                        <a:pt x="370" y="775"/>
                      </a:lnTo>
                      <a:lnTo>
                        <a:pt x="197" y="556"/>
                      </a:lnTo>
                      <a:lnTo>
                        <a:pt x="0" y="1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90" name="Freeform: Shape 1189">
                  <a:extLst>
                    <a:ext uri="{FF2B5EF4-FFF2-40B4-BE49-F238E27FC236}">
                      <a16:creationId xmlns:a16="http://schemas.microsoft.com/office/drawing/2014/main" id="{41AE2EE3-A771-E846-297B-4F43E57A93EB}"/>
                    </a:ext>
                  </a:extLst>
                </p:cNvPr>
                <p:cNvSpPr/>
                <p:nvPr/>
              </p:nvSpPr>
              <p:spPr>
                <a:xfrm>
                  <a:off x="7846069" y="3153077"/>
                  <a:ext cx="717" cy="740"/>
                </a:xfrm>
                <a:custGeom>
                  <a:avLst/>
                  <a:gdLst>
                    <a:gd name="connsiteX0" fmla="*/ 0 w 717"/>
                    <a:gd name="connsiteY0" fmla="*/ 220 h 740"/>
                    <a:gd name="connsiteX1" fmla="*/ 718 w 717"/>
                    <a:gd name="connsiteY1" fmla="*/ 0 h 740"/>
                    <a:gd name="connsiteX2" fmla="*/ 625 w 717"/>
                    <a:gd name="connsiteY2" fmla="*/ 741 h 740"/>
                    <a:gd name="connsiteX3" fmla="*/ 0 w 717"/>
                    <a:gd name="connsiteY3" fmla="*/ 220 h 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7" h="740">
                      <a:moveTo>
                        <a:pt x="0" y="220"/>
                      </a:moveTo>
                      <a:lnTo>
                        <a:pt x="718" y="0"/>
                      </a:lnTo>
                      <a:lnTo>
                        <a:pt x="625" y="741"/>
                      </a:lnTo>
                      <a:lnTo>
                        <a:pt x="0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91" name="Freeform: Shape 1190">
                  <a:extLst>
                    <a:ext uri="{FF2B5EF4-FFF2-40B4-BE49-F238E27FC236}">
                      <a16:creationId xmlns:a16="http://schemas.microsoft.com/office/drawing/2014/main" id="{1A996CB8-FA64-60CF-F7A7-8252CEF6C0C0}"/>
                    </a:ext>
                  </a:extLst>
                </p:cNvPr>
                <p:cNvSpPr/>
                <p:nvPr/>
              </p:nvSpPr>
              <p:spPr>
                <a:xfrm>
                  <a:off x="9849657" y="1561926"/>
                  <a:ext cx="891" cy="1053"/>
                </a:xfrm>
                <a:custGeom>
                  <a:avLst/>
                  <a:gdLst>
                    <a:gd name="connsiteX0" fmla="*/ 532 w 891"/>
                    <a:gd name="connsiteY0" fmla="*/ 961 h 1053"/>
                    <a:gd name="connsiteX1" fmla="*/ 0 w 891"/>
                    <a:gd name="connsiteY1" fmla="*/ 1053 h 1053"/>
                    <a:gd name="connsiteX2" fmla="*/ 764 w 891"/>
                    <a:gd name="connsiteY2" fmla="*/ 127 h 1053"/>
                    <a:gd name="connsiteX3" fmla="*/ 891 w 891"/>
                    <a:gd name="connsiteY3" fmla="*/ 0 h 1053"/>
                    <a:gd name="connsiteX4" fmla="*/ 532 w 891"/>
                    <a:gd name="connsiteY4" fmla="*/ 961 h 10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1" h="1053">
                      <a:moveTo>
                        <a:pt x="532" y="961"/>
                      </a:moveTo>
                      <a:lnTo>
                        <a:pt x="0" y="1053"/>
                      </a:lnTo>
                      <a:lnTo>
                        <a:pt x="764" y="127"/>
                      </a:lnTo>
                      <a:lnTo>
                        <a:pt x="891" y="0"/>
                      </a:lnTo>
                      <a:lnTo>
                        <a:pt x="532" y="96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92" name="Freeform: Shape 1191">
                  <a:extLst>
                    <a:ext uri="{FF2B5EF4-FFF2-40B4-BE49-F238E27FC236}">
                      <a16:creationId xmlns:a16="http://schemas.microsoft.com/office/drawing/2014/main" id="{7677325B-F269-CA5C-8B69-6E11DA19D5D3}"/>
                    </a:ext>
                  </a:extLst>
                </p:cNvPr>
                <p:cNvSpPr/>
                <p:nvPr/>
              </p:nvSpPr>
              <p:spPr>
                <a:xfrm>
                  <a:off x="9675266" y="1774355"/>
                  <a:ext cx="740" cy="636"/>
                </a:xfrm>
                <a:custGeom>
                  <a:avLst/>
                  <a:gdLst>
                    <a:gd name="connsiteX0" fmla="*/ 359 w 740"/>
                    <a:gd name="connsiteY0" fmla="*/ 0 h 636"/>
                    <a:gd name="connsiteX1" fmla="*/ 660 w 740"/>
                    <a:gd name="connsiteY1" fmla="*/ 394 h 636"/>
                    <a:gd name="connsiteX2" fmla="*/ 741 w 740"/>
                    <a:gd name="connsiteY2" fmla="*/ 625 h 636"/>
                    <a:gd name="connsiteX3" fmla="*/ 440 w 740"/>
                    <a:gd name="connsiteY3" fmla="*/ 637 h 636"/>
                    <a:gd name="connsiteX4" fmla="*/ 0 w 740"/>
                    <a:gd name="connsiteY4" fmla="*/ 625 h 636"/>
                    <a:gd name="connsiteX5" fmla="*/ 359 w 740"/>
                    <a:gd name="connsiteY5" fmla="*/ 0 h 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40" h="636">
                      <a:moveTo>
                        <a:pt x="359" y="0"/>
                      </a:moveTo>
                      <a:lnTo>
                        <a:pt x="660" y="394"/>
                      </a:lnTo>
                      <a:lnTo>
                        <a:pt x="741" y="625"/>
                      </a:lnTo>
                      <a:lnTo>
                        <a:pt x="440" y="637"/>
                      </a:lnTo>
                      <a:lnTo>
                        <a:pt x="0" y="625"/>
                      </a:lnTo>
                      <a:lnTo>
                        <a:pt x="359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93" name="Freeform: Shape 1192">
                  <a:extLst>
                    <a:ext uri="{FF2B5EF4-FFF2-40B4-BE49-F238E27FC236}">
                      <a16:creationId xmlns:a16="http://schemas.microsoft.com/office/drawing/2014/main" id="{DF184C36-20B4-C798-3D7D-C1F0976EB97E}"/>
                    </a:ext>
                  </a:extLst>
                </p:cNvPr>
                <p:cNvSpPr/>
                <p:nvPr/>
              </p:nvSpPr>
              <p:spPr>
                <a:xfrm>
                  <a:off x="8255508" y="4169543"/>
                  <a:ext cx="914" cy="2245"/>
                </a:xfrm>
                <a:custGeom>
                  <a:avLst/>
                  <a:gdLst>
                    <a:gd name="connsiteX0" fmla="*/ 0 w 914"/>
                    <a:gd name="connsiteY0" fmla="*/ 2246 h 2245"/>
                    <a:gd name="connsiteX1" fmla="*/ 289 w 914"/>
                    <a:gd name="connsiteY1" fmla="*/ 984 h 2245"/>
                    <a:gd name="connsiteX2" fmla="*/ 914 w 914"/>
                    <a:gd name="connsiteY2" fmla="*/ 0 h 2245"/>
                    <a:gd name="connsiteX3" fmla="*/ 0 w 914"/>
                    <a:gd name="connsiteY3" fmla="*/ 2246 h 2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4" h="2245">
                      <a:moveTo>
                        <a:pt x="0" y="2246"/>
                      </a:moveTo>
                      <a:lnTo>
                        <a:pt x="289" y="984"/>
                      </a:lnTo>
                      <a:lnTo>
                        <a:pt x="914" y="0"/>
                      </a:lnTo>
                      <a:lnTo>
                        <a:pt x="0" y="22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94" name="Freeform: Shape 1193">
                  <a:extLst>
                    <a:ext uri="{FF2B5EF4-FFF2-40B4-BE49-F238E27FC236}">
                      <a16:creationId xmlns:a16="http://schemas.microsoft.com/office/drawing/2014/main" id="{31F8DAB1-4933-A0BD-8251-DC178B9EA847}"/>
                    </a:ext>
                  </a:extLst>
                </p:cNvPr>
                <p:cNvSpPr/>
                <p:nvPr/>
              </p:nvSpPr>
              <p:spPr>
                <a:xfrm>
                  <a:off x="7751517" y="3448030"/>
                  <a:ext cx="740" cy="845"/>
                </a:xfrm>
                <a:custGeom>
                  <a:avLst/>
                  <a:gdLst>
                    <a:gd name="connsiteX0" fmla="*/ 0 w 740"/>
                    <a:gd name="connsiteY0" fmla="*/ 845 h 845"/>
                    <a:gd name="connsiteX1" fmla="*/ 23 w 740"/>
                    <a:gd name="connsiteY1" fmla="*/ 139 h 845"/>
                    <a:gd name="connsiteX2" fmla="*/ 741 w 740"/>
                    <a:gd name="connsiteY2" fmla="*/ 0 h 845"/>
                    <a:gd name="connsiteX3" fmla="*/ 0 w 740"/>
                    <a:gd name="connsiteY3" fmla="*/ 845 h 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" h="845">
                      <a:moveTo>
                        <a:pt x="0" y="845"/>
                      </a:moveTo>
                      <a:lnTo>
                        <a:pt x="23" y="139"/>
                      </a:lnTo>
                      <a:lnTo>
                        <a:pt x="741" y="0"/>
                      </a:lnTo>
                      <a:lnTo>
                        <a:pt x="0" y="84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95" name="Freeform: Shape 1194">
                  <a:extLst>
                    <a:ext uri="{FF2B5EF4-FFF2-40B4-BE49-F238E27FC236}">
                      <a16:creationId xmlns:a16="http://schemas.microsoft.com/office/drawing/2014/main" id="{DCE0A5F5-AD5E-0ECC-CEDA-3BF96CA00E5D}"/>
                    </a:ext>
                  </a:extLst>
                </p:cNvPr>
                <p:cNvSpPr/>
                <p:nvPr/>
              </p:nvSpPr>
              <p:spPr>
                <a:xfrm>
                  <a:off x="8279898" y="3637007"/>
                  <a:ext cx="926" cy="613"/>
                </a:xfrm>
                <a:custGeom>
                  <a:avLst/>
                  <a:gdLst>
                    <a:gd name="connsiteX0" fmla="*/ 0 w 926"/>
                    <a:gd name="connsiteY0" fmla="*/ 220 h 613"/>
                    <a:gd name="connsiteX1" fmla="*/ 752 w 926"/>
                    <a:gd name="connsiteY1" fmla="*/ 0 h 613"/>
                    <a:gd name="connsiteX2" fmla="*/ 926 w 926"/>
                    <a:gd name="connsiteY2" fmla="*/ 613 h 613"/>
                    <a:gd name="connsiteX3" fmla="*/ 23 w 926"/>
                    <a:gd name="connsiteY3" fmla="*/ 243 h 613"/>
                    <a:gd name="connsiteX4" fmla="*/ 0 w 926"/>
                    <a:gd name="connsiteY4" fmla="*/ 220 h 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26" h="613">
                      <a:moveTo>
                        <a:pt x="0" y="220"/>
                      </a:moveTo>
                      <a:lnTo>
                        <a:pt x="752" y="0"/>
                      </a:lnTo>
                      <a:lnTo>
                        <a:pt x="926" y="613"/>
                      </a:lnTo>
                      <a:lnTo>
                        <a:pt x="23" y="243"/>
                      </a:lnTo>
                      <a:lnTo>
                        <a:pt x="0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96" name="Freeform: Shape 1195">
                  <a:extLst>
                    <a:ext uri="{FF2B5EF4-FFF2-40B4-BE49-F238E27FC236}">
                      <a16:creationId xmlns:a16="http://schemas.microsoft.com/office/drawing/2014/main" id="{708E4B92-1471-8A1A-4F1E-FB0D84ACFB74}"/>
                    </a:ext>
                  </a:extLst>
                </p:cNvPr>
                <p:cNvSpPr/>
                <p:nvPr/>
              </p:nvSpPr>
              <p:spPr>
                <a:xfrm>
                  <a:off x="8494573" y="2794676"/>
                  <a:ext cx="972" cy="578"/>
                </a:xfrm>
                <a:custGeom>
                  <a:avLst/>
                  <a:gdLst>
                    <a:gd name="connsiteX0" fmla="*/ 0 w 972"/>
                    <a:gd name="connsiteY0" fmla="*/ 579 h 578"/>
                    <a:gd name="connsiteX1" fmla="*/ 278 w 972"/>
                    <a:gd name="connsiteY1" fmla="*/ 0 h 578"/>
                    <a:gd name="connsiteX2" fmla="*/ 972 w 972"/>
                    <a:gd name="connsiteY2" fmla="*/ 359 h 578"/>
                    <a:gd name="connsiteX3" fmla="*/ 0 w 972"/>
                    <a:gd name="connsiteY3" fmla="*/ 579 h 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2" h="578">
                      <a:moveTo>
                        <a:pt x="0" y="579"/>
                      </a:moveTo>
                      <a:lnTo>
                        <a:pt x="278" y="0"/>
                      </a:lnTo>
                      <a:lnTo>
                        <a:pt x="972" y="359"/>
                      </a:lnTo>
                      <a:lnTo>
                        <a:pt x="0" y="57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97" name="Freeform: Shape 1196">
                  <a:extLst>
                    <a:ext uri="{FF2B5EF4-FFF2-40B4-BE49-F238E27FC236}">
                      <a16:creationId xmlns:a16="http://schemas.microsoft.com/office/drawing/2014/main" id="{139FE855-C678-D3E9-ED44-1A8446C05184}"/>
                    </a:ext>
                  </a:extLst>
                </p:cNvPr>
                <p:cNvSpPr/>
                <p:nvPr/>
              </p:nvSpPr>
              <p:spPr>
                <a:xfrm>
                  <a:off x="7844020" y="3193141"/>
                  <a:ext cx="1296" cy="462"/>
                </a:xfrm>
                <a:custGeom>
                  <a:avLst/>
                  <a:gdLst>
                    <a:gd name="connsiteX0" fmla="*/ 0 w 1296"/>
                    <a:gd name="connsiteY0" fmla="*/ 463 h 462"/>
                    <a:gd name="connsiteX1" fmla="*/ 532 w 1296"/>
                    <a:gd name="connsiteY1" fmla="*/ 0 h 462"/>
                    <a:gd name="connsiteX2" fmla="*/ 1296 w 1296"/>
                    <a:gd name="connsiteY2" fmla="*/ 278 h 462"/>
                    <a:gd name="connsiteX3" fmla="*/ 0 w 1296"/>
                    <a:gd name="connsiteY3" fmla="*/ 463 h 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6" h="462">
                      <a:moveTo>
                        <a:pt x="0" y="463"/>
                      </a:moveTo>
                      <a:lnTo>
                        <a:pt x="532" y="0"/>
                      </a:lnTo>
                      <a:lnTo>
                        <a:pt x="1296" y="278"/>
                      </a:lnTo>
                      <a:lnTo>
                        <a:pt x="0" y="46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98" name="Freeform: Shape 1197">
                  <a:extLst>
                    <a:ext uri="{FF2B5EF4-FFF2-40B4-BE49-F238E27FC236}">
                      <a16:creationId xmlns:a16="http://schemas.microsoft.com/office/drawing/2014/main" id="{470FF34C-BD64-7E7A-682E-73500199BD69}"/>
                    </a:ext>
                  </a:extLst>
                </p:cNvPr>
                <p:cNvSpPr/>
                <p:nvPr/>
              </p:nvSpPr>
              <p:spPr>
                <a:xfrm>
                  <a:off x="8855347" y="2634304"/>
                  <a:ext cx="393" cy="1203"/>
                </a:xfrm>
                <a:custGeom>
                  <a:avLst/>
                  <a:gdLst>
                    <a:gd name="connsiteX0" fmla="*/ 0 w 393"/>
                    <a:gd name="connsiteY0" fmla="*/ 0 h 1203"/>
                    <a:gd name="connsiteX1" fmla="*/ 394 w 393"/>
                    <a:gd name="connsiteY1" fmla="*/ 208 h 1203"/>
                    <a:gd name="connsiteX2" fmla="*/ 70 w 393"/>
                    <a:gd name="connsiteY2" fmla="*/ 1204 h 1203"/>
                    <a:gd name="connsiteX3" fmla="*/ 35 w 393"/>
                    <a:gd name="connsiteY3" fmla="*/ 1204 h 1203"/>
                    <a:gd name="connsiteX4" fmla="*/ 35 w 393"/>
                    <a:gd name="connsiteY4" fmla="*/ 1077 h 1203"/>
                    <a:gd name="connsiteX5" fmla="*/ 0 w 393"/>
                    <a:gd name="connsiteY5" fmla="*/ 0 h 1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3" h="1203">
                      <a:moveTo>
                        <a:pt x="0" y="0"/>
                      </a:moveTo>
                      <a:lnTo>
                        <a:pt x="394" y="208"/>
                      </a:lnTo>
                      <a:lnTo>
                        <a:pt x="70" y="1204"/>
                      </a:lnTo>
                      <a:lnTo>
                        <a:pt x="35" y="1204"/>
                      </a:lnTo>
                      <a:lnTo>
                        <a:pt x="35" y="107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99" name="Freeform: Shape 1198">
                  <a:extLst>
                    <a:ext uri="{FF2B5EF4-FFF2-40B4-BE49-F238E27FC236}">
                      <a16:creationId xmlns:a16="http://schemas.microsoft.com/office/drawing/2014/main" id="{4905AF6F-5A67-6F4B-3B0D-C51CC05835F3}"/>
                    </a:ext>
                  </a:extLst>
                </p:cNvPr>
                <p:cNvSpPr/>
                <p:nvPr/>
              </p:nvSpPr>
              <p:spPr>
                <a:xfrm>
                  <a:off x="9630595" y="1482724"/>
                  <a:ext cx="821" cy="891"/>
                </a:xfrm>
                <a:custGeom>
                  <a:avLst/>
                  <a:gdLst>
                    <a:gd name="connsiteX0" fmla="*/ 0 w 821"/>
                    <a:gd name="connsiteY0" fmla="*/ 0 h 891"/>
                    <a:gd name="connsiteX1" fmla="*/ 822 w 821"/>
                    <a:gd name="connsiteY1" fmla="*/ 891 h 891"/>
                    <a:gd name="connsiteX2" fmla="*/ 116 w 821"/>
                    <a:gd name="connsiteY2" fmla="*/ 729 h 891"/>
                    <a:gd name="connsiteX3" fmla="*/ 0 w 821"/>
                    <a:gd name="connsiteY3" fmla="*/ 0 h 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21" h="891">
                      <a:moveTo>
                        <a:pt x="0" y="0"/>
                      </a:moveTo>
                      <a:lnTo>
                        <a:pt x="822" y="891"/>
                      </a:lnTo>
                      <a:lnTo>
                        <a:pt x="116" y="72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00" name="Freeform: Shape 1199">
                  <a:extLst>
                    <a:ext uri="{FF2B5EF4-FFF2-40B4-BE49-F238E27FC236}">
                      <a16:creationId xmlns:a16="http://schemas.microsoft.com/office/drawing/2014/main" id="{55208A5A-3E04-36A6-85F9-2E949514A8DC}"/>
                    </a:ext>
                  </a:extLst>
                </p:cNvPr>
                <p:cNvSpPr/>
                <p:nvPr/>
              </p:nvSpPr>
              <p:spPr>
                <a:xfrm>
                  <a:off x="8229045" y="3652182"/>
                  <a:ext cx="462" cy="1424"/>
                </a:xfrm>
                <a:custGeom>
                  <a:avLst/>
                  <a:gdLst>
                    <a:gd name="connsiteX0" fmla="*/ 0 w 462"/>
                    <a:gd name="connsiteY0" fmla="*/ 822 h 1424"/>
                    <a:gd name="connsiteX1" fmla="*/ 185 w 462"/>
                    <a:gd name="connsiteY1" fmla="*/ 0 h 1424"/>
                    <a:gd name="connsiteX2" fmla="*/ 231 w 462"/>
                    <a:gd name="connsiteY2" fmla="*/ 208 h 1424"/>
                    <a:gd name="connsiteX3" fmla="*/ 463 w 462"/>
                    <a:gd name="connsiteY3" fmla="*/ 1424 h 1424"/>
                    <a:gd name="connsiteX4" fmla="*/ 0 w 462"/>
                    <a:gd name="connsiteY4" fmla="*/ 822 h 1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2" h="1424">
                      <a:moveTo>
                        <a:pt x="0" y="822"/>
                      </a:moveTo>
                      <a:lnTo>
                        <a:pt x="185" y="0"/>
                      </a:lnTo>
                      <a:lnTo>
                        <a:pt x="231" y="208"/>
                      </a:lnTo>
                      <a:lnTo>
                        <a:pt x="463" y="1424"/>
                      </a:lnTo>
                      <a:lnTo>
                        <a:pt x="0" y="8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01" name="Freeform: Shape 1200">
                  <a:extLst>
                    <a:ext uri="{FF2B5EF4-FFF2-40B4-BE49-F238E27FC236}">
                      <a16:creationId xmlns:a16="http://schemas.microsoft.com/office/drawing/2014/main" id="{35A8BFA1-0B01-C3B1-FC3F-992AB5D2C463}"/>
                    </a:ext>
                  </a:extLst>
                </p:cNvPr>
                <p:cNvSpPr/>
                <p:nvPr/>
              </p:nvSpPr>
              <p:spPr>
                <a:xfrm>
                  <a:off x="7932680" y="3790838"/>
                  <a:ext cx="868" cy="868"/>
                </a:xfrm>
                <a:custGeom>
                  <a:avLst/>
                  <a:gdLst>
                    <a:gd name="connsiteX0" fmla="*/ 0 w 868"/>
                    <a:gd name="connsiteY0" fmla="*/ 868 h 868"/>
                    <a:gd name="connsiteX1" fmla="*/ 683 w 868"/>
                    <a:gd name="connsiteY1" fmla="*/ 0 h 868"/>
                    <a:gd name="connsiteX2" fmla="*/ 868 w 868"/>
                    <a:gd name="connsiteY2" fmla="*/ 486 h 868"/>
                    <a:gd name="connsiteX3" fmla="*/ 0 w 868"/>
                    <a:gd name="connsiteY3" fmla="*/ 868 h 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8" h="868">
                      <a:moveTo>
                        <a:pt x="0" y="868"/>
                      </a:moveTo>
                      <a:lnTo>
                        <a:pt x="683" y="0"/>
                      </a:lnTo>
                      <a:lnTo>
                        <a:pt x="868" y="486"/>
                      </a:lnTo>
                      <a:lnTo>
                        <a:pt x="0" y="86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02" name="Freeform: Shape 1201">
                  <a:extLst>
                    <a:ext uri="{FF2B5EF4-FFF2-40B4-BE49-F238E27FC236}">
                      <a16:creationId xmlns:a16="http://schemas.microsoft.com/office/drawing/2014/main" id="{21EDFD6A-C179-0CDF-FC9C-D0F56AEDA570}"/>
                    </a:ext>
                  </a:extLst>
                </p:cNvPr>
                <p:cNvSpPr/>
                <p:nvPr/>
              </p:nvSpPr>
              <p:spPr>
                <a:xfrm>
                  <a:off x="7961990" y="2822701"/>
                  <a:ext cx="266" cy="1655"/>
                </a:xfrm>
                <a:custGeom>
                  <a:avLst/>
                  <a:gdLst>
                    <a:gd name="connsiteX0" fmla="*/ 139 w 266"/>
                    <a:gd name="connsiteY0" fmla="*/ 58 h 1655"/>
                    <a:gd name="connsiteX1" fmla="*/ 197 w 266"/>
                    <a:gd name="connsiteY1" fmla="*/ 0 h 1655"/>
                    <a:gd name="connsiteX2" fmla="*/ 266 w 266"/>
                    <a:gd name="connsiteY2" fmla="*/ 1655 h 1655"/>
                    <a:gd name="connsiteX3" fmla="*/ 232 w 266"/>
                    <a:gd name="connsiteY3" fmla="*/ 1655 h 1655"/>
                    <a:gd name="connsiteX4" fmla="*/ 0 w 266"/>
                    <a:gd name="connsiteY4" fmla="*/ 1296 h 1655"/>
                    <a:gd name="connsiteX5" fmla="*/ 139 w 266"/>
                    <a:gd name="connsiteY5" fmla="*/ 58 h 16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6" h="1655">
                      <a:moveTo>
                        <a:pt x="139" y="58"/>
                      </a:moveTo>
                      <a:lnTo>
                        <a:pt x="197" y="0"/>
                      </a:lnTo>
                      <a:lnTo>
                        <a:pt x="266" y="1655"/>
                      </a:lnTo>
                      <a:lnTo>
                        <a:pt x="232" y="1655"/>
                      </a:lnTo>
                      <a:lnTo>
                        <a:pt x="0" y="1296"/>
                      </a:lnTo>
                      <a:lnTo>
                        <a:pt x="139" y="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03" name="Freeform: Shape 1202">
                  <a:extLst>
                    <a:ext uri="{FF2B5EF4-FFF2-40B4-BE49-F238E27FC236}">
                      <a16:creationId xmlns:a16="http://schemas.microsoft.com/office/drawing/2014/main" id="{06070F79-7BEA-17BA-4A04-A0A9EC4B8475}"/>
                    </a:ext>
                  </a:extLst>
                </p:cNvPr>
                <p:cNvSpPr/>
                <p:nvPr/>
              </p:nvSpPr>
              <p:spPr>
                <a:xfrm>
                  <a:off x="7735959" y="3149986"/>
                  <a:ext cx="821" cy="613"/>
                </a:xfrm>
                <a:custGeom>
                  <a:avLst/>
                  <a:gdLst>
                    <a:gd name="connsiteX0" fmla="*/ 0 w 821"/>
                    <a:gd name="connsiteY0" fmla="*/ 567 h 613"/>
                    <a:gd name="connsiteX1" fmla="*/ 660 w 821"/>
                    <a:gd name="connsiteY1" fmla="*/ 0 h 613"/>
                    <a:gd name="connsiteX2" fmla="*/ 822 w 821"/>
                    <a:gd name="connsiteY2" fmla="*/ 614 h 613"/>
                    <a:gd name="connsiteX3" fmla="*/ 0 w 821"/>
                    <a:gd name="connsiteY3" fmla="*/ 567 h 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21" h="613">
                      <a:moveTo>
                        <a:pt x="0" y="567"/>
                      </a:moveTo>
                      <a:lnTo>
                        <a:pt x="660" y="0"/>
                      </a:lnTo>
                      <a:lnTo>
                        <a:pt x="822" y="614"/>
                      </a:lnTo>
                      <a:lnTo>
                        <a:pt x="0" y="56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04" name="Freeform: Shape 1203">
                  <a:extLst>
                    <a:ext uri="{FF2B5EF4-FFF2-40B4-BE49-F238E27FC236}">
                      <a16:creationId xmlns:a16="http://schemas.microsoft.com/office/drawing/2014/main" id="{52964B57-CF26-E70F-8F0E-523EC92FE1AD}"/>
                    </a:ext>
                  </a:extLst>
                </p:cNvPr>
                <p:cNvSpPr/>
                <p:nvPr/>
              </p:nvSpPr>
              <p:spPr>
                <a:xfrm>
                  <a:off x="7859196" y="3124334"/>
                  <a:ext cx="1296" cy="879"/>
                </a:xfrm>
                <a:custGeom>
                  <a:avLst/>
                  <a:gdLst>
                    <a:gd name="connsiteX0" fmla="*/ 0 w 1296"/>
                    <a:gd name="connsiteY0" fmla="*/ 0 h 879"/>
                    <a:gd name="connsiteX1" fmla="*/ 1297 w 1296"/>
                    <a:gd name="connsiteY1" fmla="*/ 880 h 879"/>
                    <a:gd name="connsiteX2" fmla="*/ 93 w 1296"/>
                    <a:gd name="connsiteY2" fmla="*/ 440 h 879"/>
                    <a:gd name="connsiteX3" fmla="*/ 0 w 1296"/>
                    <a:gd name="connsiteY3" fmla="*/ 0 h 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6" h="879">
                      <a:moveTo>
                        <a:pt x="0" y="0"/>
                      </a:moveTo>
                      <a:lnTo>
                        <a:pt x="1297" y="880"/>
                      </a:lnTo>
                      <a:lnTo>
                        <a:pt x="93" y="44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05" name="Freeform: Shape 1204">
                  <a:extLst>
                    <a:ext uri="{FF2B5EF4-FFF2-40B4-BE49-F238E27FC236}">
                      <a16:creationId xmlns:a16="http://schemas.microsoft.com/office/drawing/2014/main" id="{904F8FA6-41A3-A065-4DA5-C7FE60049AEC}"/>
                    </a:ext>
                  </a:extLst>
                </p:cNvPr>
                <p:cNvSpPr/>
                <p:nvPr/>
              </p:nvSpPr>
              <p:spPr>
                <a:xfrm>
                  <a:off x="8509321" y="2813637"/>
                  <a:ext cx="717" cy="764"/>
                </a:xfrm>
                <a:custGeom>
                  <a:avLst/>
                  <a:gdLst>
                    <a:gd name="connsiteX0" fmla="*/ 509 w 717"/>
                    <a:gd name="connsiteY0" fmla="*/ 637 h 764"/>
                    <a:gd name="connsiteX1" fmla="*/ 451 w 717"/>
                    <a:gd name="connsiteY1" fmla="*/ 764 h 764"/>
                    <a:gd name="connsiteX2" fmla="*/ 0 w 717"/>
                    <a:gd name="connsiteY2" fmla="*/ 0 h 764"/>
                    <a:gd name="connsiteX3" fmla="*/ 718 w 717"/>
                    <a:gd name="connsiteY3" fmla="*/ 139 h 764"/>
                    <a:gd name="connsiteX4" fmla="*/ 509 w 717"/>
                    <a:gd name="connsiteY4" fmla="*/ 637 h 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7" h="764">
                      <a:moveTo>
                        <a:pt x="509" y="637"/>
                      </a:moveTo>
                      <a:lnTo>
                        <a:pt x="451" y="764"/>
                      </a:lnTo>
                      <a:lnTo>
                        <a:pt x="0" y="0"/>
                      </a:lnTo>
                      <a:lnTo>
                        <a:pt x="718" y="139"/>
                      </a:lnTo>
                      <a:lnTo>
                        <a:pt x="509" y="6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06" name="Freeform: Shape 1205">
                  <a:extLst>
                    <a:ext uri="{FF2B5EF4-FFF2-40B4-BE49-F238E27FC236}">
                      <a16:creationId xmlns:a16="http://schemas.microsoft.com/office/drawing/2014/main" id="{F68FB3F7-6DF1-4E00-BE2C-69893661668A}"/>
                    </a:ext>
                  </a:extLst>
                </p:cNvPr>
                <p:cNvSpPr/>
                <p:nvPr/>
              </p:nvSpPr>
              <p:spPr>
                <a:xfrm>
                  <a:off x="8020460" y="3917583"/>
                  <a:ext cx="683" cy="706"/>
                </a:xfrm>
                <a:custGeom>
                  <a:avLst/>
                  <a:gdLst>
                    <a:gd name="connsiteX0" fmla="*/ 371 w 683"/>
                    <a:gd name="connsiteY0" fmla="*/ 0 h 706"/>
                    <a:gd name="connsiteX1" fmla="*/ 660 w 683"/>
                    <a:gd name="connsiteY1" fmla="*/ 579 h 706"/>
                    <a:gd name="connsiteX2" fmla="*/ 683 w 683"/>
                    <a:gd name="connsiteY2" fmla="*/ 683 h 706"/>
                    <a:gd name="connsiteX3" fmla="*/ 440 w 683"/>
                    <a:gd name="connsiteY3" fmla="*/ 706 h 706"/>
                    <a:gd name="connsiteX4" fmla="*/ 0 w 683"/>
                    <a:gd name="connsiteY4" fmla="*/ 602 h 706"/>
                    <a:gd name="connsiteX5" fmla="*/ 347 w 683"/>
                    <a:gd name="connsiteY5" fmla="*/ 23 h 706"/>
                    <a:gd name="connsiteX6" fmla="*/ 371 w 683"/>
                    <a:gd name="connsiteY6" fmla="*/ 0 h 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83" h="706">
                      <a:moveTo>
                        <a:pt x="371" y="0"/>
                      </a:moveTo>
                      <a:lnTo>
                        <a:pt x="660" y="579"/>
                      </a:lnTo>
                      <a:lnTo>
                        <a:pt x="683" y="683"/>
                      </a:lnTo>
                      <a:lnTo>
                        <a:pt x="440" y="706"/>
                      </a:lnTo>
                      <a:lnTo>
                        <a:pt x="0" y="602"/>
                      </a:lnTo>
                      <a:lnTo>
                        <a:pt x="347" y="23"/>
                      </a:lnTo>
                      <a:lnTo>
                        <a:pt x="371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07" name="Freeform: Shape 1206">
                  <a:extLst>
                    <a:ext uri="{FF2B5EF4-FFF2-40B4-BE49-F238E27FC236}">
                      <a16:creationId xmlns:a16="http://schemas.microsoft.com/office/drawing/2014/main" id="{18A55A30-BD12-DB87-A987-28160B9AEA09}"/>
                    </a:ext>
                  </a:extLst>
                </p:cNvPr>
                <p:cNvSpPr/>
                <p:nvPr/>
              </p:nvSpPr>
              <p:spPr>
                <a:xfrm>
                  <a:off x="9683034" y="1729800"/>
                  <a:ext cx="740" cy="717"/>
                </a:xfrm>
                <a:custGeom>
                  <a:avLst/>
                  <a:gdLst>
                    <a:gd name="connsiteX0" fmla="*/ 474 w 740"/>
                    <a:gd name="connsiteY0" fmla="*/ 498 h 717"/>
                    <a:gd name="connsiteX1" fmla="*/ 0 w 740"/>
                    <a:gd name="connsiteY1" fmla="*/ 718 h 717"/>
                    <a:gd name="connsiteX2" fmla="*/ 185 w 740"/>
                    <a:gd name="connsiteY2" fmla="*/ 0 h 717"/>
                    <a:gd name="connsiteX3" fmla="*/ 741 w 740"/>
                    <a:gd name="connsiteY3" fmla="*/ 289 h 717"/>
                    <a:gd name="connsiteX4" fmla="*/ 474 w 740"/>
                    <a:gd name="connsiteY4" fmla="*/ 498 h 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0" h="717">
                      <a:moveTo>
                        <a:pt x="474" y="498"/>
                      </a:moveTo>
                      <a:lnTo>
                        <a:pt x="0" y="718"/>
                      </a:lnTo>
                      <a:lnTo>
                        <a:pt x="185" y="0"/>
                      </a:lnTo>
                      <a:lnTo>
                        <a:pt x="741" y="289"/>
                      </a:lnTo>
                      <a:lnTo>
                        <a:pt x="474" y="49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08" name="Freeform: Shape 1207">
                  <a:extLst>
                    <a:ext uri="{FF2B5EF4-FFF2-40B4-BE49-F238E27FC236}">
                      <a16:creationId xmlns:a16="http://schemas.microsoft.com/office/drawing/2014/main" id="{3DB0EB41-809F-7DA2-C14C-E293325317A5}"/>
                    </a:ext>
                  </a:extLst>
                </p:cNvPr>
                <p:cNvSpPr/>
                <p:nvPr/>
              </p:nvSpPr>
              <p:spPr>
                <a:xfrm>
                  <a:off x="7828497" y="3241285"/>
                  <a:ext cx="1759" cy="1169"/>
                </a:xfrm>
                <a:custGeom>
                  <a:avLst/>
                  <a:gdLst>
                    <a:gd name="connsiteX0" fmla="*/ 0 w 1759"/>
                    <a:gd name="connsiteY0" fmla="*/ 0 h 1169"/>
                    <a:gd name="connsiteX1" fmla="*/ 1759 w 1759"/>
                    <a:gd name="connsiteY1" fmla="*/ 1169 h 1169"/>
                    <a:gd name="connsiteX2" fmla="*/ 1736 w 1759"/>
                    <a:gd name="connsiteY2" fmla="*/ 1169 h 1169"/>
                    <a:gd name="connsiteX3" fmla="*/ 23 w 1759"/>
                    <a:gd name="connsiteY3" fmla="*/ 289 h 1169"/>
                    <a:gd name="connsiteX4" fmla="*/ 0 w 1759"/>
                    <a:gd name="connsiteY4" fmla="*/ 0 h 1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9" h="1169">
                      <a:moveTo>
                        <a:pt x="0" y="0"/>
                      </a:moveTo>
                      <a:lnTo>
                        <a:pt x="1759" y="1169"/>
                      </a:lnTo>
                      <a:lnTo>
                        <a:pt x="1736" y="1169"/>
                      </a:lnTo>
                      <a:lnTo>
                        <a:pt x="23" y="28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09" name="Freeform: Shape 1208">
                  <a:extLst>
                    <a:ext uri="{FF2B5EF4-FFF2-40B4-BE49-F238E27FC236}">
                      <a16:creationId xmlns:a16="http://schemas.microsoft.com/office/drawing/2014/main" id="{70004850-5824-AB5F-9FB5-76BDAD51AFB9}"/>
                    </a:ext>
                  </a:extLst>
                </p:cNvPr>
                <p:cNvSpPr/>
                <p:nvPr/>
              </p:nvSpPr>
              <p:spPr>
                <a:xfrm>
                  <a:off x="7823751" y="3274485"/>
                  <a:ext cx="1134" cy="335"/>
                </a:xfrm>
                <a:custGeom>
                  <a:avLst/>
                  <a:gdLst>
                    <a:gd name="connsiteX0" fmla="*/ 0 w 1134"/>
                    <a:gd name="connsiteY0" fmla="*/ 266 h 335"/>
                    <a:gd name="connsiteX1" fmla="*/ 440 w 1134"/>
                    <a:gd name="connsiteY1" fmla="*/ 0 h 335"/>
                    <a:gd name="connsiteX2" fmla="*/ 949 w 1134"/>
                    <a:gd name="connsiteY2" fmla="*/ 46 h 335"/>
                    <a:gd name="connsiteX3" fmla="*/ 1135 w 1134"/>
                    <a:gd name="connsiteY3" fmla="*/ 336 h 335"/>
                    <a:gd name="connsiteX4" fmla="*/ 0 w 1134"/>
                    <a:gd name="connsiteY4" fmla="*/ 266 h 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4" h="335">
                      <a:moveTo>
                        <a:pt x="0" y="266"/>
                      </a:moveTo>
                      <a:lnTo>
                        <a:pt x="440" y="0"/>
                      </a:lnTo>
                      <a:lnTo>
                        <a:pt x="949" y="46"/>
                      </a:lnTo>
                      <a:lnTo>
                        <a:pt x="1135" y="336"/>
                      </a:lnTo>
                      <a:lnTo>
                        <a:pt x="0" y="26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10" name="Freeform: Shape 1209">
                  <a:extLst>
                    <a:ext uri="{FF2B5EF4-FFF2-40B4-BE49-F238E27FC236}">
                      <a16:creationId xmlns:a16="http://schemas.microsoft.com/office/drawing/2014/main" id="{F9819298-E172-C72C-65B8-8C415E5D20BE}"/>
                    </a:ext>
                  </a:extLst>
                </p:cNvPr>
                <p:cNvSpPr/>
                <p:nvPr/>
              </p:nvSpPr>
              <p:spPr>
                <a:xfrm>
                  <a:off x="7977131" y="3547074"/>
                  <a:ext cx="439" cy="1863"/>
                </a:xfrm>
                <a:custGeom>
                  <a:avLst/>
                  <a:gdLst>
                    <a:gd name="connsiteX0" fmla="*/ 0 w 439"/>
                    <a:gd name="connsiteY0" fmla="*/ 1053 h 1863"/>
                    <a:gd name="connsiteX1" fmla="*/ 35 w 439"/>
                    <a:gd name="connsiteY1" fmla="*/ 0 h 1863"/>
                    <a:gd name="connsiteX2" fmla="*/ 440 w 439"/>
                    <a:gd name="connsiteY2" fmla="*/ 1864 h 1863"/>
                    <a:gd name="connsiteX3" fmla="*/ 0 w 439"/>
                    <a:gd name="connsiteY3" fmla="*/ 1053 h 1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9" h="1863">
                      <a:moveTo>
                        <a:pt x="0" y="1053"/>
                      </a:moveTo>
                      <a:lnTo>
                        <a:pt x="35" y="0"/>
                      </a:lnTo>
                      <a:lnTo>
                        <a:pt x="440" y="1864"/>
                      </a:lnTo>
                      <a:lnTo>
                        <a:pt x="0" y="105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11" name="Freeform: Shape 1210">
                  <a:extLst>
                    <a:ext uri="{FF2B5EF4-FFF2-40B4-BE49-F238E27FC236}">
                      <a16:creationId xmlns:a16="http://schemas.microsoft.com/office/drawing/2014/main" id="{6CD6C708-3B3D-42F8-808F-43E4EF28C019}"/>
                    </a:ext>
                  </a:extLst>
                </p:cNvPr>
                <p:cNvSpPr/>
                <p:nvPr/>
              </p:nvSpPr>
              <p:spPr>
                <a:xfrm>
                  <a:off x="7885728" y="2997798"/>
                  <a:ext cx="729" cy="706"/>
                </a:xfrm>
                <a:custGeom>
                  <a:avLst/>
                  <a:gdLst>
                    <a:gd name="connsiteX0" fmla="*/ 0 w 729"/>
                    <a:gd name="connsiteY0" fmla="*/ 556 h 706"/>
                    <a:gd name="connsiteX1" fmla="*/ 174 w 729"/>
                    <a:gd name="connsiteY1" fmla="*/ 0 h 706"/>
                    <a:gd name="connsiteX2" fmla="*/ 729 w 729"/>
                    <a:gd name="connsiteY2" fmla="*/ 278 h 706"/>
                    <a:gd name="connsiteX3" fmla="*/ 46 w 729"/>
                    <a:gd name="connsiteY3" fmla="*/ 706 h 706"/>
                    <a:gd name="connsiteX4" fmla="*/ 0 w 729"/>
                    <a:gd name="connsiteY4" fmla="*/ 556 h 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29" h="706">
                      <a:moveTo>
                        <a:pt x="0" y="556"/>
                      </a:moveTo>
                      <a:lnTo>
                        <a:pt x="174" y="0"/>
                      </a:lnTo>
                      <a:lnTo>
                        <a:pt x="729" y="278"/>
                      </a:lnTo>
                      <a:lnTo>
                        <a:pt x="46" y="706"/>
                      </a:lnTo>
                      <a:lnTo>
                        <a:pt x="0" y="55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12" name="Freeform: Shape 1211">
                  <a:extLst>
                    <a:ext uri="{FF2B5EF4-FFF2-40B4-BE49-F238E27FC236}">
                      <a16:creationId xmlns:a16="http://schemas.microsoft.com/office/drawing/2014/main" id="{D7B20165-C6B2-C0A0-6DC1-7BE1C0FB2234}"/>
                    </a:ext>
                  </a:extLst>
                </p:cNvPr>
                <p:cNvSpPr/>
                <p:nvPr/>
              </p:nvSpPr>
              <p:spPr>
                <a:xfrm>
                  <a:off x="7858710" y="3162639"/>
                  <a:ext cx="1528" cy="683"/>
                </a:xfrm>
                <a:custGeom>
                  <a:avLst/>
                  <a:gdLst>
                    <a:gd name="connsiteX0" fmla="*/ 0 w 1528"/>
                    <a:gd name="connsiteY0" fmla="*/ 150 h 683"/>
                    <a:gd name="connsiteX1" fmla="*/ 475 w 1528"/>
                    <a:gd name="connsiteY1" fmla="*/ 0 h 683"/>
                    <a:gd name="connsiteX2" fmla="*/ 1528 w 1528"/>
                    <a:gd name="connsiteY2" fmla="*/ 683 h 683"/>
                    <a:gd name="connsiteX3" fmla="*/ 0 w 1528"/>
                    <a:gd name="connsiteY3" fmla="*/ 150 h 6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8" h="683">
                      <a:moveTo>
                        <a:pt x="0" y="150"/>
                      </a:moveTo>
                      <a:lnTo>
                        <a:pt x="475" y="0"/>
                      </a:lnTo>
                      <a:lnTo>
                        <a:pt x="1528" y="683"/>
                      </a:lnTo>
                      <a:lnTo>
                        <a:pt x="0" y="15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13" name="Freeform: Shape 1212">
                  <a:extLst>
                    <a:ext uri="{FF2B5EF4-FFF2-40B4-BE49-F238E27FC236}">
                      <a16:creationId xmlns:a16="http://schemas.microsoft.com/office/drawing/2014/main" id="{02DB1413-1FB1-B578-F38C-B65C9E17C2C6}"/>
                    </a:ext>
                  </a:extLst>
                </p:cNvPr>
                <p:cNvSpPr/>
                <p:nvPr/>
              </p:nvSpPr>
              <p:spPr>
                <a:xfrm>
                  <a:off x="8086650" y="4350046"/>
                  <a:ext cx="1099" cy="439"/>
                </a:xfrm>
                <a:custGeom>
                  <a:avLst/>
                  <a:gdLst>
                    <a:gd name="connsiteX0" fmla="*/ 0 w 1099"/>
                    <a:gd name="connsiteY0" fmla="*/ 428 h 439"/>
                    <a:gd name="connsiteX1" fmla="*/ 718 w 1099"/>
                    <a:gd name="connsiteY1" fmla="*/ 0 h 439"/>
                    <a:gd name="connsiteX2" fmla="*/ 1100 w 1099"/>
                    <a:gd name="connsiteY2" fmla="*/ 440 h 439"/>
                    <a:gd name="connsiteX3" fmla="*/ 0 w 1099"/>
                    <a:gd name="connsiteY3" fmla="*/ 428 h 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99" h="439">
                      <a:moveTo>
                        <a:pt x="0" y="428"/>
                      </a:moveTo>
                      <a:lnTo>
                        <a:pt x="718" y="0"/>
                      </a:lnTo>
                      <a:lnTo>
                        <a:pt x="1100" y="440"/>
                      </a:lnTo>
                      <a:lnTo>
                        <a:pt x="0" y="42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14" name="Freeform: Shape 1213">
                  <a:extLst>
                    <a:ext uri="{FF2B5EF4-FFF2-40B4-BE49-F238E27FC236}">
                      <a16:creationId xmlns:a16="http://schemas.microsoft.com/office/drawing/2014/main" id="{6E5FD98E-D821-90D3-56FA-D879BE3C218D}"/>
                    </a:ext>
                  </a:extLst>
                </p:cNvPr>
                <p:cNvSpPr/>
                <p:nvPr/>
              </p:nvSpPr>
              <p:spPr>
                <a:xfrm>
                  <a:off x="8255276" y="4173062"/>
                  <a:ext cx="891" cy="1308"/>
                </a:xfrm>
                <a:custGeom>
                  <a:avLst/>
                  <a:gdLst>
                    <a:gd name="connsiteX0" fmla="*/ 139 w 891"/>
                    <a:gd name="connsiteY0" fmla="*/ 1239 h 1308"/>
                    <a:gd name="connsiteX1" fmla="*/ 0 w 891"/>
                    <a:gd name="connsiteY1" fmla="*/ 1308 h 1308"/>
                    <a:gd name="connsiteX2" fmla="*/ 891 w 891"/>
                    <a:gd name="connsiteY2" fmla="*/ 0 h 1308"/>
                    <a:gd name="connsiteX3" fmla="*/ 718 w 891"/>
                    <a:gd name="connsiteY3" fmla="*/ 764 h 1308"/>
                    <a:gd name="connsiteX4" fmla="*/ 139 w 891"/>
                    <a:gd name="connsiteY4" fmla="*/ 1239 h 1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1" h="1308">
                      <a:moveTo>
                        <a:pt x="139" y="1239"/>
                      </a:moveTo>
                      <a:lnTo>
                        <a:pt x="0" y="1308"/>
                      </a:lnTo>
                      <a:lnTo>
                        <a:pt x="891" y="0"/>
                      </a:lnTo>
                      <a:lnTo>
                        <a:pt x="718" y="764"/>
                      </a:lnTo>
                      <a:lnTo>
                        <a:pt x="139" y="12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15" name="Freeform: Shape 1214">
                  <a:extLst>
                    <a:ext uri="{FF2B5EF4-FFF2-40B4-BE49-F238E27FC236}">
                      <a16:creationId xmlns:a16="http://schemas.microsoft.com/office/drawing/2014/main" id="{1C198166-64A8-6090-59F8-2662223B7158}"/>
                    </a:ext>
                  </a:extLst>
                </p:cNvPr>
                <p:cNvSpPr/>
                <p:nvPr/>
              </p:nvSpPr>
              <p:spPr>
                <a:xfrm>
                  <a:off x="9739779" y="1691437"/>
                  <a:ext cx="682" cy="694"/>
                </a:xfrm>
                <a:custGeom>
                  <a:avLst/>
                  <a:gdLst>
                    <a:gd name="connsiteX0" fmla="*/ 0 w 682"/>
                    <a:gd name="connsiteY0" fmla="*/ 695 h 694"/>
                    <a:gd name="connsiteX1" fmla="*/ 405 w 682"/>
                    <a:gd name="connsiteY1" fmla="*/ 0 h 694"/>
                    <a:gd name="connsiteX2" fmla="*/ 683 w 682"/>
                    <a:gd name="connsiteY2" fmla="*/ 683 h 694"/>
                    <a:gd name="connsiteX3" fmla="*/ 0 w 682"/>
                    <a:gd name="connsiteY3" fmla="*/ 695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2" h="694">
                      <a:moveTo>
                        <a:pt x="0" y="695"/>
                      </a:moveTo>
                      <a:lnTo>
                        <a:pt x="405" y="0"/>
                      </a:lnTo>
                      <a:lnTo>
                        <a:pt x="683" y="683"/>
                      </a:lnTo>
                      <a:lnTo>
                        <a:pt x="0" y="69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16" name="Freeform: Shape 1215">
                  <a:extLst>
                    <a:ext uri="{FF2B5EF4-FFF2-40B4-BE49-F238E27FC236}">
                      <a16:creationId xmlns:a16="http://schemas.microsoft.com/office/drawing/2014/main" id="{8A1903D9-F3D1-F860-43DE-E9D148BFA979}"/>
                    </a:ext>
                  </a:extLst>
                </p:cNvPr>
                <p:cNvSpPr/>
                <p:nvPr/>
              </p:nvSpPr>
              <p:spPr>
                <a:xfrm>
                  <a:off x="7805519" y="3284324"/>
                  <a:ext cx="763" cy="925"/>
                </a:xfrm>
                <a:custGeom>
                  <a:avLst/>
                  <a:gdLst>
                    <a:gd name="connsiteX0" fmla="*/ 0 w 763"/>
                    <a:gd name="connsiteY0" fmla="*/ 405 h 925"/>
                    <a:gd name="connsiteX1" fmla="*/ 255 w 763"/>
                    <a:gd name="connsiteY1" fmla="*/ 0 h 925"/>
                    <a:gd name="connsiteX2" fmla="*/ 590 w 763"/>
                    <a:gd name="connsiteY2" fmla="*/ 556 h 925"/>
                    <a:gd name="connsiteX3" fmla="*/ 764 w 763"/>
                    <a:gd name="connsiteY3" fmla="*/ 926 h 925"/>
                    <a:gd name="connsiteX4" fmla="*/ 0 w 763"/>
                    <a:gd name="connsiteY4" fmla="*/ 405 h 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3" h="925">
                      <a:moveTo>
                        <a:pt x="0" y="405"/>
                      </a:moveTo>
                      <a:lnTo>
                        <a:pt x="255" y="0"/>
                      </a:lnTo>
                      <a:lnTo>
                        <a:pt x="590" y="556"/>
                      </a:lnTo>
                      <a:lnTo>
                        <a:pt x="764" y="926"/>
                      </a:lnTo>
                      <a:lnTo>
                        <a:pt x="0" y="40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17" name="Freeform: Shape 1216">
                  <a:extLst>
                    <a:ext uri="{FF2B5EF4-FFF2-40B4-BE49-F238E27FC236}">
                      <a16:creationId xmlns:a16="http://schemas.microsoft.com/office/drawing/2014/main" id="{E5277FD9-CE29-B11F-FA11-E3665688F56F}"/>
                    </a:ext>
                  </a:extLst>
                </p:cNvPr>
                <p:cNvSpPr/>
                <p:nvPr/>
              </p:nvSpPr>
              <p:spPr>
                <a:xfrm>
                  <a:off x="7749746" y="3509394"/>
                  <a:ext cx="763" cy="1643"/>
                </a:xfrm>
                <a:custGeom>
                  <a:avLst/>
                  <a:gdLst>
                    <a:gd name="connsiteX0" fmla="*/ 0 w 763"/>
                    <a:gd name="connsiteY0" fmla="*/ 475 h 1643"/>
                    <a:gd name="connsiteX1" fmla="*/ 104 w 763"/>
                    <a:gd name="connsiteY1" fmla="*/ 0 h 1643"/>
                    <a:gd name="connsiteX2" fmla="*/ 764 w 763"/>
                    <a:gd name="connsiteY2" fmla="*/ 1644 h 1643"/>
                    <a:gd name="connsiteX3" fmla="*/ 0 w 763"/>
                    <a:gd name="connsiteY3" fmla="*/ 475 h 16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3" h="1643">
                      <a:moveTo>
                        <a:pt x="0" y="475"/>
                      </a:moveTo>
                      <a:lnTo>
                        <a:pt x="104" y="0"/>
                      </a:lnTo>
                      <a:lnTo>
                        <a:pt x="764" y="1644"/>
                      </a:lnTo>
                      <a:lnTo>
                        <a:pt x="0" y="47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18" name="Freeform: Shape 1217">
                  <a:extLst>
                    <a:ext uri="{FF2B5EF4-FFF2-40B4-BE49-F238E27FC236}">
                      <a16:creationId xmlns:a16="http://schemas.microsoft.com/office/drawing/2014/main" id="{C5DD621F-D6A7-DA09-CA73-EAB8044DF127}"/>
                    </a:ext>
                  </a:extLst>
                </p:cNvPr>
                <p:cNvSpPr/>
                <p:nvPr/>
              </p:nvSpPr>
              <p:spPr>
                <a:xfrm>
                  <a:off x="7740856" y="3511397"/>
                  <a:ext cx="775" cy="648"/>
                </a:xfrm>
                <a:custGeom>
                  <a:avLst/>
                  <a:gdLst>
                    <a:gd name="connsiteX0" fmla="*/ 0 w 775"/>
                    <a:gd name="connsiteY0" fmla="*/ 509 h 648"/>
                    <a:gd name="connsiteX1" fmla="*/ 23 w 775"/>
                    <a:gd name="connsiteY1" fmla="*/ 0 h 648"/>
                    <a:gd name="connsiteX2" fmla="*/ 150 w 775"/>
                    <a:gd name="connsiteY2" fmla="*/ 12 h 648"/>
                    <a:gd name="connsiteX3" fmla="*/ 776 w 775"/>
                    <a:gd name="connsiteY3" fmla="*/ 648 h 648"/>
                    <a:gd name="connsiteX4" fmla="*/ 0 w 775"/>
                    <a:gd name="connsiteY4" fmla="*/ 509 h 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" h="648">
                      <a:moveTo>
                        <a:pt x="0" y="509"/>
                      </a:moveTo>
                      <a:lnTo>
                        <a:pt x="23" y="0"/>
                      </a:lnTo>
                      <a:lnTo>
                        <a:pt x="150" y="12"/>
                      </a:lnTo>
                      <a:lnTo>
                        <a:pt x="776" y="648"/>
                      </a:lnTo>
                      <a:lnTo>
                        <a:pt x="0" y="50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19" name="Freeform: Shape 1218">
                  <a:extLst>
                    <a:ext uri="{FF2B5EF4-FFF2-40B4-BE49-F238E27FC236}">
                      <a16:creationId xmlns:a16="http://schemas.microsoft.com/office/drawing/2014/main" id="{134EF15E-886B-AEA7-7EB6-8378B337E8BD}"/>
                    </a:ext>
                  </a:extLst>
                </p:cNvPr>
                <p:cNvSpPr/>
                <p:nvPr/>
              </p:nvSpPr>
              <p:spPr>
                <a:xfrm>
                  <a:off x="8038749" y="3710120"/>
                  <a:ext cx="706" cy="671"/>
                </a:xfrm>
                <a:custGeom>
                  <a:avLst/>
                  <a:gdLst>
                    <a:gd name="connsiteX0" fmla="*/ 0 w 706"/>
                    <a:gd name="connsiteY0" fmla="*/ 220 h 671"/>
                    <a:gd name="connsiteX1" fmla="*/ 706 w 706"/>
                    <a:gd name="connsiteY1" fmla="*/ 0 h 671"/>
                    <a:gd name="connsiteX2" fmla="*/ 671 w 706"/>
                    <a:gd name="connsiteY2" fmla="*/ 672 h 671"/>
                    <a:gd name="connsiteX3" fmla="*/ 0 w 706"/>
                    <a:gd name="connsiteY3" fmla="*/ 220 h 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6" h="671">
                      <a:moveTo>
                        <a:pt x="0" y="220"/>
                      </a:moveTo>
                      <a:lnTo>
                        <a:pt x="706" y="0"/>
                      </a:lnTo>
                      <a:lnTo>
                        <a:pt x="671" y="672"/>
                      </a:lnTo>
                      <a:lnTo>
                        <a:pt x="0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20" name="Freeform: Shape 1219">
                  <a:extLst>
                    <a:ext uri="{FF2B5EF4-FFF2-40B4-BE49-F238E27FC236}">
                      <a16:creationId xmlns:a16="http://schemas.microsoft.com/office/drawing/2014/main" id="{AEE4A72E-CE38-9669-0002-6FA8AB45F2E4}"/>
                    </a:ext>
                  </a:extLst>
                </p:cNvPr>
                <p:cNvSpPr/>
                <p:nvPr/>
              </p:nvSpPr>
              <p:spPr>
                <a:xfrm>
                  <a:off x="7878250" y="2877154"/>
                  <a:ext cx="1146" cy="428"/>
                </a:xfrm>
                <a:custGeom>
                  <a:avLst/>
                  <a:gdLst>
                    <a:gd name="connsiteX0" fmla="*/ 0 w 1146"/>
                    <a:gd name="connsiteY0" fmla="*/ 428 h 428"/>
                    <a:gd name="connsiteX1" fmla="*/ 116 w 1146"/>
                    <a:gd name="connsiteY1" fmla="*/ 0 h 428"/>
                    <a:gd name="connsiteX2" fmla="*/ 1146 w 1146"/>
                    <a:gd name="connsiteY2" fmla="*/ 243 h 428"/>
                    <a:gd name="connsiteX3" fmla="*/ 0 w 1146"/>
                    <a:gd name="connsiteY3" fmla="*/ 428 h 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" h="428">
                      <a:moveTo>
                        <a:pt x="0" y="428"/>
                      </a:moveTo>
                      <a:lnTo>
                        <a:pt x="116" y="0"/>
                      </a:lnTo>
                      <a:lnTo>
                        <a:pt x="1146" y="243"/>
                      </a:lnTo>
                      <a:lnTo>
                        <a:pt x="0" y="42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21" name="Freeform: Shape 1220">
                  <a:extLst>
                    <a:ext uri="{FF2B5EF4-FFF2-40B4-BE49-F238E27FC236}">
                      <a16:creationId xmlns:a16="http://schemas.microsoft.com/office/drawing/2014/main" id="{85E4A7CE-438E-36C2-CEB3-095B7ACD0837}"/>
                    </a:ext>
                  </a:extLst>
                </p:cNvPr>
                <p:cNvSpPr/>
                <p:nvPr/>
              </p:nvSpPr>
              <p:spPr>
                <a:xfrm>
                  <a:off x="7840293" y="3221502"/>
                  <a:ext cx="1192" cy="451"/>
                </a:xfrm>
                <a:custGeom>
                  <a:avLst/>
                  <a:gdLst>
                    <a:gd name="connsiteX0" fmla="*/ 0 w 1192"/>
                    <a:gd name="connsiteY0" fmla="*/ 451 h 451"/>
                    <a:gd name="connsiteX1" fmla="*/ 752 w 1192"/>
                    <a:gd name="connsiteY1" fmla="*/ 0 h 451"/>
                    <a:gd name="connsiteX2" fmla="*/ 1192 w 1192"/>
                    <a:gd name="connsiteY2" fmla="*/ 359 h 451"/>
                    <a:gd name="connsiteX3" fmla="*/ 0 w 1192"/>
                    <a:gd name="connsiteY3" fmla="*/ 451 h 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92" h="451">
                      <a:moveTo>
                        <a:pt x="0" y="451"/>
                      </a:moveTo>
                      <a:lnTo>
                        <a:pt x="752" y="0"/>
                      </a:lnTo>
                      <a:lnTo>
                        <a:pt x="1192" y="359"/>
                      </a:lnTo>
                      <a:lnTo>
                        <a:pt x="0" y="45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22" name="Freeform: Shape 1221">
                  <a:extLst>
                    <a:ext uri="{FF2B5EF4-FFF2-40B4-BE49-F238E27FC236}">
                      <a16:creationId xmlns:a16="http://schemas.microsoft.com/office/drawing/2014/main" id="{43B13FCA-6772-3D9A-20D7-2C0E4E814C0D}"/>
                    </a:ext>
                  </a:extLst>
                </p:cNvPr>
                <p:cNvSpPr/>
                <p:nvPr/>
              </p:nvSpPr>
              <p:spPr>
                <a:xfrm>
                  <a:off x="7829064" y="3253914"/>
                  <a:ext cx="937" cy="949"/>
                </a:xfrm>
                <a:custGeom>
                  <a:avLst/>
                  <a:gdLst>
                    <a:gd name="connsiteX0" fmla="*/ 0 w 937"/>
                    <a:gd name="connsiteY0" fmla="*/ 35 h 949"/>
                    <a:gd name="connsiteX1" fmla="*/ 475 w 937"/>
                    <a:gd name="connsiteY1" fmla="*/ 0 h 949"/>
                    <a:gd name="connsiteX2" fmla="*/ 938 w 937"/>
                    <a:gd name="connsiteY2" fmla="*/ 949 h 949"/>
                    <a:gd name="connsiteX3" fmla="*/ 0 w 937"/>
                    <a:gd name="connsiteY3" fmla="*/ 35 h 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7" h="949">
                      <a:moveTo>
                        <a:pt x="0" y="35"/>
                      </a:moveTo>
                      <a:lnTo>
                        <a:pt x="475" y="0"/>
                      </a:lnTo>
                      <a:lnTo>
                        <a:pt x="938" y="949"/>
                      </a:lnTo>
                      <a:lnTo>
                        <a:pt x="0" y="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23" name="Freeform: Shape 1222">
                  <a:extLst>
                    <a:ext uri="{FF2B5EF4-FFF2-40B4-BE49-F238E27FC236}">
                      <a16:creationId xmlns:a16="http://schemas.microsoft.com/office/drawing/2014/main" id="{B57F8222-0FA2-B96C-A218-402583042C2B}"/>
                    </a:ext>
                  </a:extLst>
                </p:cNvPr>
                <p:cNvSpPr/>
                <p:nvPr/>
              </p:nvSpPr>
              <p:spPr>
                <a:xfrm>
                  <a:off x="7958193" y="2777486"/>
                  <a:ext cx="567" cy="879"/>
                </a:xfrm>
                <a:custGeom>
                  <a:avLst/>
                  <a:gdLst>
                    <a:gd name="connsiteX0" fmla="*/ 0 w 567"/>
                    <a:gd name="connsiteY0" fmla="*/ 46 h 879"/>
                    <a:gd name="connsiteX1" fmla="*/ 567 w 567"/>
                    <a:gd name="connsiteY1" fmla="*/ 0 h 879"/>
                    <a:gd name="connsiteX2" fmla="*/ 81 w 567"/>
                    <a:gd name="connsiteY2" fmla="*/ 880 h 879"/>
                    <a:gd name="connsiteX3" fmla="*/ 0 w 567"/>
                    <a:gd name="connsiteY3" fmla="*/ 46 h 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7" h="879">
                      <a:moveTo>
                        <a:pt x="0" y="46"/>
                      </a:moveTo>
                      <a:lnTo>
                        <a:pt x="567" y="0"/>
                      </a:lnTo>
                      <a:lnTo>
                        <a:pt x="81" y="880"/>
                      </a:lnTo>
                      <a:lnTo>
                        <a:pt x="0" y="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24" name="Freeform: Shape 1223">
                  <a:extLst>
                    <a:ext uri="{FF2B5EF4-FFF2-40B4-BE49-F238E27FC236}">
                      <a16:creationId xmlns:a16="http://schemas.microsoft.com/office/drawing/2014/main" id="{4458FC47-8F08-BD80-8E41-F91849483C45}"/>
                    </a:ext>
                  </a:extLst>
                </p:cNvPr>
                <p:cNvSpPr/>
                <p:nvPr/>
              </p:nvSpPr>
              <p:spPr>
                <a:xfrm>
                  <a:off x="7849565" y="3801835"/>
                  <a:ext cx="555" cy="960"/>
                </a:xfrm>
                <a:custGeom>
                  <a:avLst/>
                  <a:gdLst>
                    <a:gd name="connsiteX0" fmla="*/ 0 w 555"/>
                    <a:gd name="connsiteY0" fmla="*/ 660 h 960"/>
                    <a:gd name="connsiteX1" fmla="*/ 556 w 555"/>
                    <a:gd name="connsiteY1" fmla="*/ 0 h 960"/>
                    <a:gd name="connsiteX2" fmla="*/ 451 w 555"/>
                    <a:gd name="connsiteY2" fmla="*/ 961 h 960"/>
                    <a:gd name="connsiteX3" fmla="*/ 0 w 555"/>
                    <a:gd name="connsiteY3" fmla="*/ 660 h 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5" h="960">
                      <a:moveTo>
                        <a:pt x="0" y="660"/>
                      </a:moveTo>
                      <a:lnTo>
                        <a:pt x="556" y="0"/>
                      </a:lnTo>
                      <a:lnTo>
                        <a:pt x="451" y="961"/>
                      </a:lnTo>
                      <a:lnTo>
                        <a:pt x="0" y="66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25" name="Freeform: Shape 1224">
                  <a:extLst>
                    <a:ext uri="{FF2B5EF4-FFF2-40B4-BE49-F238E27FC236}">
                      <a16:creationId xmlns:a16="http://schemas.microsoft.com/office/drawing/2014/main" id="{8A61F96D-8F4A-79AC-8782-5AF8153D3D77}"/>
                    </a:ext>
                  </a:extLst>
                </p:cNvPr>
                <p:cNvSpPr/>
                <p:nvPr/>
              </p:nvSpPr>
              <p:spPr>
                <a:xfrm>
                  <a:off x="8478633" y="2818916"/>
                  <a:ext cx="798" cy="683"/>
                </a:xfrm>
                <a:custGeom>
                  <a:avLst/>
                  <a:gdLst>
                    <a:gd name="connsiteX0" fmla="*/ 0 w 798"/>
                    <a:gd name="connsiteY0" fmla="*/ 93 h 683"/>
                    <a:gd name="connsiteX1" fmla="*/ 648 w 798"/>
                    <a:gd name="connsiteY1" fmla="*/ 0 h 683"/>
                    <a:gd name="connsiteX2" fmla="*/ 799 w 798"/>
                    <a:gd name="connsiteY2" fmla="*/ 683 h 683"/>
                    <a:gd name="connsiteX3" fmla="*/ 0 w 798"/>
                    <a:gd name="connsiteY3" fmla="*/ 93 h 6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8" h="683">
                      <a:moveTo>
                        <a:pt x="0" y="93"/>
                      </a:moveTo>
                      <a:lnTo>
                        <a:pt x="648" y="0"/>
                      </a:lnTo>
                      <a:lnTo>
                        <a:pt x="799" y="683"/>
                      </a:lnTo>
                      <a:lnTo>
                        <a:pt x="0" y="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26" name="Freeform: Shape 1225">
                  <a:extLst>
                    <a:ext uri="{FF2B5EF4-FFF2-40B4-BE49-F238E27FC236}">
                      <a16:creationId xmlns:a16="http://schemas.microsoft.com/office/drawing/2014/main" id="{1C1F40C5-2611-2884-686B-282FF32DEC2F}"/>
                    </a:ext>
                  </a:extLst>
                </p:cNvPr>
                <p:cNvSpPr/>
                <p:nvPr/>
              </p:nvSpPr>
              <p:spPr>
                <a:xfrm>
                  <a:off x="7882973" y="2852058"/>
                  <a:ext cx="984" cy="729"/>
                </a:xfrm>
                <a:custGeom>
                  <a:avLst/>
                  <a:gdLst>
                    <a:gd name="connsiteX0" fmla="*/ 822 w 984"/>
                    <a:gd name="connsiteY0" fmla="*/ 127 h 729"/>
                    <a:gd name="connsiteX1" fmla="*/ 0 w 984"/>
                    <a:gd name="connsiteY1" fmla="*/ 729 h 729"/>
                    <a:gd name="connsiteX2" fmla="*/ 23 w 984"/>
                    <a:gd name="connsiteY2" fmla="*/ 243 h 729"/>
                    <a:gd name="connsiteX3" fmla="*/ 857 w 984"/>
                    <a:gd name="connsiteY3" fmla="*/ 35 h 729"/>
                    <a:gd name="connsiteX4" fmla="*/ 984 w 984"/>
                    <a:gd name="connsiteY4" fmla="*/ 0 h 729"/>
                    <a:gd name="connsiteX5" fmla="*/ 822 w 984"/>
                    <a:gd name="connsiteY5" fmla="*/ 127 h 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84" h="729">
                      <a:moveTo>
                        <a:pt x="822" y="127"/>
                      </a:moveTo>
                      <a:lnTo>
                        <a:pt x="0" y="729"/>
                      </a:lnTo>
                      <a:lnTo>
                        <a:pt x="23" y="243"/>
                      </a:lnTo>
                      <a:lnTo>
                        <a:pt x="857" y="35"/>
                      </a:lnTo>
                      <a:lnTo>
                        <a:pt x="984" y="0"/>
                      </a:lnTo>
                      <a:lnTo>
                        <a:pt x="822" y="1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27" name="Freeform: Shape 1226">
                  <a:extLst>
                    <a:ext uri="{FF2B5EF4-FFF2-40B4-BE49-F238E27FC236}">
                      <a16:creationId xmlns:a16="http://schemas.microsoft.com/office/drawing/2014/main" id="{BFBCCEA0-9976-E298-27CF-02802D48F0DC}"/>
                    </a:ext>
                  </a:extLst>
                </p:cNvPr>
                <p:cNvSpPr/>
                <p:nvPr/>
              </p:nvSpPr>
              <p:spPr>
                <a:xfrm>
                  <a:off x="7830303" y="3249110"/>
                  <a:ext cx="960" cy="694"/>
                </a:xfrm>
                <a:custGeom>
                  <a:avLst/>
                  <a:gdLst>
                    <a:gd name="connsiteX0" fmla="*/ 0 w 960"/>
                    <a:gd name="connsiteY0" fmla="*/ 174 h 694"/>
                    <a:gd name="connsiteX1" fmla="*/ 567 w 960"/>
                    <a:gd name="connsiteY1" fmla="*/ 0 h 694"/>
                    <a:gd name="connsiteX2" fmla="*/ 961 w 960"/>
                    <a:gd name="connsiteY2" fmla="*/ 695 h 694"/>
                    <a:gd name="connsiteX3" fmla="*/ 0 w 960"/>
                    <a:gd name="connsiteY3" fmla="*/ 174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" h="694">
                      <a:moveTo>
                        <a:pt x="0" y="174"/>
                      </a:moveTo>
                      <a:lnTo>
                        <a:pt x="567" y="0"/>
                      </a:lnTo>
                      <a:lnTo>
                        <a:pt x="961" y="695"/>
                      </a:lnTo>
                      <a:lnTo>
                        <a:pt x="0" y="17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28" name="Freeform: Shape 1227">
                  <a:extLst>
                    <a:ext uri="{FF2B5EF4-FFF2-40B4-BE49-F238E27FC236}">
                      <a16:creationId xmlns:a16="http://schemas.microsoft.com/office/drawing/2014/main" id="{3BBC37FE-7961-A6CC-B10A-A2DEAE633C88}"/>
                    </a:ext>
                  </a:extLst>
                </p:cNvPr>
                <p:cNvSpPr/>
                <p:nvPr/>
              </p:nvSpPr>
              <p:spPr>
                <a:xfrm>
                  <a:off x="7872427" y="2908236"/>
                  <a:ext cx="868" cy="520"/>
                </a:xfrm>
                <a:custGeom>
                  <a:avLst/>
                  <a:gdLst>
                    <a:gd name="connsiteX0" fmla="*/ 0 w 868"/>
                    <a:gd name="connsiteY0" fmla="*/ 58 h 520"/>
                    <a:gd name="connsiteX1" fmla="*/ 868 w 868"/>
                    <a:gd name="connsiteY1" fmla="*/ 0 h 520"/>
                    <a:gd name="connsiteX2" fmla="*/ 463 w 868"/>
                    <a:gd name="connsiteY2" fmla="*/ 521 h 520"/>
                    <a:gd name="connsiteX3" fmla="*/ 23 w 868"/>
                    <a:gd name="connsiteY3" fmla="*/ 162 h 520"/>
                    <a:gd name="connsiteX4" fmla="*/ 0 w 868"/>
                    <a:gd name="connsiteY4" fmla="*/ 58 h 5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8" h="520">
                      <a:moveTo>
                        <a:pt x="0" y="58"/>
                      </a:moveTo>
                      <a:lnTo>
                        <a:pt x="868" y="0"/>
                      </a:lnTo>
                      <a:lnTo>
                        <a:pt x="463" y="521"/>
                      </a:lnTo>
                      <a:lnTo>
                        <a:pt x="23" y="162"/>
                      </a:lnTo>
                      <a:lnTo>
                        <a:pt x="0" y="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29" name="Freeform: Shape 1228">
                  <a:extLst>
                    <a:ext uri="{FF2B5EF4-FFF2-40B4-BE49-F238E27FC236}">
                      <a16:creationId xmlns:a16="http://schemas.microsoft.com/office/drawing/2014/main" id="{8C65454C-0FD2-C52D-CEEB-6182DF0ECC8C}"/>
                    </a:ext>
                  </a:extLst>
                </p:cNvPr>
                <p:cNvSpPr/>
                <p:nvPr/>
              </p:nvSpPr>
              <p:spPr>
                <a:xfrm>
                  <a:off x="9635538" y="1555409"/>
                  <a:ext cx="555" cy="856"/>
                </a:xfrm>
                <a:custGeom>
                  <a:avLst/>
                  <a:gdLst>
                    <a:gd name="connsiteX0" fmla="*/ 0 w 555"/>
                    <a:gd name="connsiteY0" fmla="*/ 162 h 856"/>
                    <a:gd name="connsiteX1" fmla="*/ 556 w 555"/>
                    <a:gd name="connsiteY1" fmla="*/ 0 h 856"/>
                    <a:gd name="connsiteX2" fmla="*/ 440 w 555"/>
                    <a:gd name="connsiteY2" fmla="*/ 857 h 856"/>
                    <a:gd name="connsiteX3" fmla="*/ 0 w 555"/>
                    <a:gd name="connsiteY3" fmla="*/ 162 h 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5" h="856">
                      <a:moveTo>
                        <a:pt x="0" y="162"/>
                      </a:moveTo>
                      <a:lnTo>
                        <a:pt x="556" y="0"/>
                      </a:lnTo>
                      <a:lnTo>
                        <a:pt x="440" y="857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30" name="Freeform: Shape 1229">
                  <a:extLst>
                    <a:ext uri="{FF2B5EF4-FFF2-40B4-BE49-F238E27FC236}">
                      <a16:creationId xmlns:a16="http://schemas.microsoft.com/office/drawing/2014/main" id="{315D0546-CD57-E131-EFE0-B984882CB343}"/>
                    </a:ext>
                  </a:extLst>
                </p:cNvPr>
                <p:cNvSpPr/>
                <p:nvPr/>
              </p:nvSpPr>
              <p:spPr>
                <a:xfrm>
                  <a:off x="7808170" y="3282159"/>
                  <a:ext cx="983" cy="891"/>
                </a:xfrm>
                <a:custGeom>
                  <a:avLst/>
                  <a:gdLst>
                    <a:gd name="connsiteX0" fmla="*/ 0 w 983"/>
                    <a:gd name="connsiteY0" fmla="*/ 0 h 891"/>
                    <a:gd name="connsiteX1" fmla="*/ 926 w 983"/>
                    <a:gd name="connsiteY1" fmla="*/ 429 h 891"/>
                    <a:gd name="connsiteX2" fmla="*/ 984 w 983"/>
                    <a:gd name="connsiteY2" fmla="*/ 891 h 891"/>
                    <a:gd name="connsiteX3" fmla="*/ 926 w 983"/>
                    <a:gd name="connsiteY3" fmla="*/ 891 h 891"/>
                    <a:gd name="connsiteX4" fmla="*/ 0 w 983"/>
                    <a:gd name="connsiteY4" fmla="*/ 0 h 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" h="891">
                      <a:moveTo>
                        <a:pt x="0" y="0"/>
                      </a:moveTo>
                      <a:lnTo>
                        <a:pt x="926" y="429"/>
                      </a:lnTo>
                      <a:lnTo>
                        <a:pt x="984" y="891"/>
                      </a:lnTo>
                      <a:lnTo>
                        <a:pt x="926" y="89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31" name="Freeform: Shape 1230">
                  <a:extLst>
                    <a:ext uri="{FF2B5EF4-FFF2-40B4-BE49-F238E27FC236}">
                      <a16:creationId xmlns:a16="http://schemas.microsoft.com/office/drawing/2014/main" id="{EFDF0508-9AF2-2656-5F5F-18E76C6DA913}"/>
                    </a:ext>
                  </a:extLst>
                </p:cNvPr>
                <p:cNvSpPr/>
                <p:nvPr/>
              </p:nvSpPr>
              <p:spPr>
                <a:xfrm>
                  <a:off x="9079039" y="2326883"/>
                  <a:ext cx="775" cy="613"/>
                </a:xfrm>
                <a:custGeom>
                  <a:avLst/>
                  <a:gdLst>
                    <a:gd name="connsiteX0" fmla="*/ 0 w 775"/>
                    <a:gd name="connsiteY0" fmla="*/ 533 h 613"/>
                    <a:gd name="connsiteX1" fmla="*/ 532 w 775"/>
                    <a:gd name="connsiteY1" fmla="*/ 0 h 613"/>
                    <a:gd name="connsiteX2" fmla="*/ 775 w 775"/>
                    <a:gd name="connsiteY2" fmla="*/ 614 h 613"/>
                    <a:gd name="connsiteX3" fmla="*/ 0 w 775"/>
                    <a:gd name="connsiteY3" fmla="*/ 533 h 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5" h="613">
                      <a:moveTo>
                        <a:pt x="0" y="533"/>
                      </a:moveTo>
                      <a:lnTo>
                        <a:pt x="532" y="0"/>
                      </a:lnTo>
                      <a:lnTo>
                        <a:pt x="775" y="614"/>
                      </a:lnTo>
                      <a:lnTo>
                        <a:pt x="0" y="53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32" name="Freeform: Shape 1231">
                  <a:extLst>
                    <a:ext uri="{FF2B5EF4-FFF2-40B4-BE49-F238E27FC236}">
                      <a16:creationId xmlns:a16="http://schemas.microsoft.com/office/drawing/2014/main" id="{C70D4649-E001-16A9-74C3-E650107D330C}"/>
                    </a:ext>
                  </a:extLst>
                </p:cNvPr>
                <p:cNvSpPr/>
                <p:nvPr/>
              </p:nvSpPr>
              <p:spPr>
                <a:xfrm>
                  <a:off x="8076742" y="3847329"/>
                  <a:ext cx="983" cy="1238"/>
                </a:xfrm>
                <a:custGeom>
                  <a:avLst/>
                  <a:gdLst>
                    <a:gd name="connsiteX0" fmla="*/ 289 w 983"/>
                    <a:gd name="connsiteY0" fmla="*/ 1077 h 1238"/>
                    <a:gd name="connsiteX1" fmla="*/ 0 w 983"/>
                    <a:gd name="connsiteY1" fmla="*/ 1239 h 1238"/>
                    <a:gd name="connsiteX2" fmla="*/ 868 w 983"/>
                    <a:gd name="connsiteY2" fmla="*/ 0 h 1238"/>
                    <a:gd name="connsiteX3" fmla="*/ 984 w 983"/>
                    <a:gd name="connsiteY3" fmla="*/ 197 h 1238"/>
                    <a:gd name="connsiteX4" fmla="*/ 289 w 983"/>
                    <a:gd name="connsiteY4" fmla="*/ 1077 h 1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" h="1238">
                      <a:moveTo>
                        <a:pt x="289" y="1077"/>
                      </a:moveTo>
                      <a:lnTo>
                        <a:pt x="0" y="1239"/>
                      </a:lnTo>
                      <a:lnTo>
                        <a:pt x="868" y="0"/>
                      </a:lnTo>
                      <a:lnTo>
                        <a:pt x="984" y="197"/>
                      </a:lnTo>
                      <a:lnTo>
                        <a:pt x="289" y="107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33" name="Freeform: Shape 1232">
                  <a:extLst>
                    <a:ext uri="{FF2B5EF4-FFF2-40B4-BE49-F238E27FC236}">
                      <a16:creationId xmlns:a16="http://schemas.microsoft.com/office/drawing/2014/main" id="{BB92397F-59F0-91B6-353C-FBCB4547A16B}"/>
                    </a:ext>
                  </a:extLst>
                </p:cNvPr>
                <p:cNvSpPr/>
                <p:nvPr/>
              </p:nvSpPr>
              <p:spPr>
                <a:xfrm>
                  <a:off x="7864926" y="3167639"/>
                  <a:ext cx="1099" cy="509"/>
                </a:xfrm>
                <a:custGeom>
                  <a:avLst/>
                  <a:gdLst>
                    <a:gd name="connsiteX0" fmla="*/ 0 w 1099"/>
                    <a:gd name="connsiteY0" fmla="*/ 0 h 509"/>
                    <a:gd name="connsiteX1" fmla="*/ 1100 w 1099"/>
                    <a:gd name="connsiteY1" fmla="*/ 116 h 509"/>
                    <a:gd name="connsiteX2" fmla="*/ 856 w 1099"/>
                    <a:gd name="connsiteY2" fmla="*/ 509 h 509"/>
                    <a:gd name="connsiteX3" fmla="*/ 0 w 1099"/>
                    <a:gd name="connsiteY3" fmla="*/ 0 h 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99" h="509">
                      <a:moveTo>
                        <a:pt x="0" y="0"/>
                      </a:moveTo>
                      <a:lnTo>
                        <a:pt x="1100" y="116"/>
                      </a:lnTo>
                      <a:lnTo>
                        <a:pt x="856" y="50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34" name="Freeform: Shape 1233">
                  <a:extLst>
                    <a:ext uri="{FF2B5EF4-FFF2-40B4-BE49-F238E27FC236}">
                      <a16:creationId xmlns:a16="http://schemas.microsoft.com/office/drawing/2014/main" id="{CE45E0F3-86D9-9A8E-E56D-0E09D7BDE468}"/>
                    </a:ext>
                  </a:extLst>
                </p:cNvPr>
                <p:cNvSpPr/>
                <p:nvPr/>
              </p:nvSpPr>
              <p:spPr>
                <a:xfrm>
                  <a:off x="8119075" y="4339373"/>
                  <a:ext cx="729" cy="520"/>
                </a:xfrm>
                <a:custGeom>
                  <a:avLst/>
                  <a:gdLst>
                    <a:gd name="connsiteX0" fmla="*/ 46 w 729"/>
                    <a:gd name="connsiteY0" fmla="*/ 220 h 520"/>
                    <a:gd name="connsiteX1" fmla="*/ 359 w 729"/>
                    <a:gd name="connsiteY1" fmla="*/ 0 h 520"/>
                    <a:gd name="connsiteX2" fmla="*/ 729 w 729"/>
                    <a:gd name="connsiteY2" fmla="*/ 509 h 520"/>
                    <a:gd name="connsiteX3" fmla="*/ 0 w 729"/>
                    <a:gd name="connsiteY3" fmla="*/ 521 h 520"/>
                    <a:gd name="connsiteX4" fmla="*/ 46 w 729"/>
                    <a:gd name="connsiteY4" fmla="*/ 220 h 5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29" h="520">
                      <a:moveTo>
                        <a:pt x="46" y="220"/>
                      </a:moveTo>
                      <a:lnTo>
                        <a:pt x="359" y="0"/>
                      </a:lnTo>
                      <a:lnTo>
                        <a:pt x="729" y="509"/>
                      </a:lnTo>
                      <a:lnTo>
                        <a:pt x="0" y="521"/>
                      </a:lnTo>
                      <a:lnTo>
                        <a:pt x="46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35" name="Freeform: Shape 1234">
                  <a:extLst>
                    <a:ext uri="{FF2B5EF4-FFF2-40B4-BE49-F238E27FC236}">
                      <a16:creationId xmlns:a16="http://schemas.microsoft.com/office/drawing/2014/main" id="{25BA77C6-2D21-EA46-0DC8-95DF708B470E}"/>
                    </a:ext>
                  </a:extLst>
                </p:cNvPr>
                <p:cNvSpPr/>
                <p:nvPr/>
              </p:nvSpPr>
              <p:spPr>
                <a:xfrm>
                  <a:off x="8280570" y="3994215"/>
                  <a:ext cx="613" cy="1018"/>
                </a:xfrm>
                <a:custGeom>
                  <a:avLst/>
                  <a:gdLst>
                    <a:gd name="connsiteX0" fmla="*/ 0 w 613"/>
                    <a:gd name="connsiteY0" fmla="*/ 591 h 1018"/>
                    <a:gd name="connsiteX1" fmla="*/ 0 w 613"/>
                    <a:gd name="connsiteY1" fmla="*/ 509 h 1018"/>
                    <a:gd name="connsiteX2" fmla="*/ 614 w 613"/>
                    <a:gd name="connsiteY2" fmla="*/ 0 h 1018"/>
                    <a:gd name="connsiteX3" fmla="*/ 232 w 613"/>
                    <a:gd name="connsiteY3" fmla="*/ 1019 h 1018"/>
                    <a:gd name="connsiteX4" fmla="*/ 0 w 613"/>
                    <a:gd name="connsiteY4" fmla="*/ 591 h 1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3" h="1018">
                      <a:moveTo>
                        <a:pt x="0" y="591"/>
                      </a:moveTo>
                      <a:lnTo>
                        <a:pt x="0" y="509"/>
                      </a:lnTo>
                      <a:lnTo>
                        <a:pt x="614" y="0"/>
                      </a:lnTo>
                      <a:lnTo>
                        <a:pt x="232" y="1019"/>
                      </a:lnTo>
                      <a:lnTo>
                        <a:pt x="0" y="59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36" name="Freeform: Shape 1235">
                  <a:extLst>
                    <a:ext uri="{FF2B5EF4-FFF2-40B4-BE49-F238E27FC236}">
                      <a16:creationId xmlns:a16="http://schemas.microsoft.com/office/drawing/2014/main" id="{B95EA56E-3ADD-1366-39A3-7334F06A96BE}"/>
                    </a:ext>
                  </a:extLst>
                </p:cNvPr>
                <p:cNvSpPr/>
                <p:nvPr/>
              </p:nvSpPr>
              <p:spPr>
                <a:xfrm>
                  <a:off x="7809698" y="3123848"/>
                  <a:ext cx="845" cy="694"/>
                </a:xfrm>
                <a:custGeom>
                  <a:avLst/>
                  <a:gdLst>
                    <a:gd name="connsiteX0" fmla="*/ 0 w 845"/>
                    <a:gd name="connsiteY0" fmla="*/ 220 h 694"/>
                    <a:gd name="connsiteX1" fmla="*/ 845 w 845"/>
                    <a:gd name="connsiteY1" fmla="*/ 0 h 694"/>
                    <a:gd name="connsiteX2" fmla="*/ 243 w 845"/>
                    <a:gd name="connsiteY2" fmla="*/ 695 h 694"/>
                    <a:gd name="connsiteX3" fmla="*/ 0 w 845"/>
                    <a:gd name="connsiteY3" fmla="*/ 220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45" h="694">
                      <a:moveTo>
                        <a:pt x="0" y="220"/>
                      </a:moveTo>
                      <a:lnTo>
                        <a:pt x="845" y="0"/>
                      </a:lnTo>
                      <a:lnTo>
                        <a:pt x="243" y="695"/>
                      </a:lnTo>
                      <a:lnTo>
                        <a:pt x="0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37" name="Freeform: Shape 1236">
                  <a:extLst>
                    <a:ext uri="{FF2B5EF4-FFF2-40B4-BE49-F238E27FC236}">
                      <a16:creationId xmlns:a16="http://schemas.microsoft.com/office/drawing/2014/main" id="{E4B0669B-E882-068B-FBAA-27686AC57A12}"/>
                    </a:ext>
                  </a:extLst>
                </p:cNvPr>
                <p:cNvSpPr/>
                <p:nvPr/>
              </p:nvSpPr>
              <p:spPr>
                <a:xfrm>
                  <a:off x="9594559" y="1538728"/>
                  <a:ext cx="590" cy="833"/>
                </a:xfrm>
                <a:custGeom>
                  <a:avLst/>
                  <a:gdLst>
                    <a:gd name="connsiteX0" fmla="*/ 0 w 590"/>
                    <a:gd name="connsiteY0" fmla="*/ 833 h 833"/>
                    <a:gd name="connsiteX1" fmla="*/ 313 w 590"/>
                    <a:gd name="connsiteY1" fmla="*/ 0 h 833"/>
                    <a:gd name="connsiteX2" fmla="*/ 590 w 590"/>
                    <a:gd name="connsiteY2" fmla="*/ 718 h 833"/>
                    <a:gd name="connsiteX3" fmla="*/ 0 w 590"/>
                    <a:gd name="connsiteY3" fmla="*/ 833 h 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0" h="833">
                      <a:moveTo>
                        <a:pt x="0" y="833"/>
                      </a:moveTo>
                      <a:lnTo>
                        <a:pt x="313" y="0"/>
                      </a:lnTo>
                      <a:lnTo>
                        <a:pt x="590" y="718"/>
                      </a:lnTo>
                      <a:lnTo>
                        <a:pt x="0" y="83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38" name="Freeform: Shape 1237">
                  <a:extLst>
                    <a:ext uri="{FF2B5EF4-FFF2-40B4-BE49-F238E27FC236}">
                      <a16:creationId xmlns:a16="http://schemas.microsoft.com/office/drawing/2014/main" id="{3E15D7DE-4EFF-E836-E139-BD08738C5451}"/>
                    </a:ext>
                  </a:extLst>
                </p:cNvPr>
                <p:cNvSpPr/>
                <p:nvPr/>
              </p:nvSpPr>
              <p:spPr>
                <a:xfrm>
                  <a:off x="8171768" y="3771067"/>
                  <a:ext cx="706" cy="856"/>
                </a:xfrm>
                <a:custGeom>
                  <a:avLst/>
                  <a:gdLst>
                    <a:gd name="connsiteX0" fmla="*/ 0 w 706"/>
                    <a:gd name="connsiteY0" fmla="*/ 197 h 856"/>
                    <a:gd name="connsiteX1" fmla="*/ 463 w 706"/>
                    <a:gd name="connsiteY1" fmla="*/ 0 h 856"/>
                    <a:gd name="connsiteX2" fmla="*/ 706 w 706"/>
                    <a:gd name="connsiteY2" fmla="*/ 857 h 856"/>
                    <a:gd name="connsiteX3" fmla="*/ 0 w 706"/>
                    <a:gd name="connsiteY3" fmla="*/ 197 h 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6" h="856">
                      <a:moveTo>
                        <a:pt x="0" y="197"/>
                      </a:moveTo>
                      <a:lnTo>
                        <a:pt x="463" y="0"/>
                      </a:lnTo>
                      <a:lnTo>
                        <a:pt x="706" y="857"/>
                      </a:lnTo>
                      <a:lnTo>
                        <a:pt x="0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39" name="Freeform: Shape 1238">
                  <a:extLst>
                    <a:ext uri="{FF2B5EF4-FFF2-40B4-BE49-F238E27FC236}">
                      <a16:creationId xmlns:a16="http://schemas.microsoft.com/office/drawing/2014/main" id="{FAFE624F-E30A-1010-9DA0-267319186C71}"/>
                    </a:ext>
                  </a:extLst>
                </p:cNvPr>
                <p:cNvSpPr/>
                <p:nvPr/>
              </p:nvSpPr>
              <p:spPr>
                <a:xfrm>
                  <a:off x="7816111" y="3130955"/>
                  <a:ext cx="810" cy="590"/>
                </a:xfrm>
                <a:custGeom>
                  <a:avLst/>
                  <a:gdLst>
                    <a:gd name="connsiteX0" fmla="*/ 0 w 810"/>
                    <a:gd name="connsiteY0" fmla="*/ 590 h 590"/>
                    <a:gd name="connsiteX1" fmla="*/ 46 w 810"/>
                    <a:gd name="connsiteY1" fmla="*/ 0 h 590"/>
                    <a:gd name="connsiteX2" fmla="*/ 810 w 810"/>
                    <a:gd name="connsiteY2" fmla="*/ 185 h 590"/>
                    <a:gd name="connsiteX3" fmla="*/ 0 w 810"/>
                    <a:gd name="connsiteY3" fmla="*/ 590 h 5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0" h="590">
                      <a:moveTo>
                        <a:pt x="0" y="590"/>
                      </a:moveTo>
                      <a:lnTo>
                        <a:pt x="46" y="0"/>
                      </a:lnTo>
                      <a:lnTo>
                        <a:pt x="810" y="185"/>
                      </a:lnTo>
                      <a:lnTo>
                        <a:pt x="0" y="5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40" name="Freeform: Shape 1239">
                  <a:extLst>
                    <a:ext uri="{FF2B5EF4-FFF2-40B4-BE49-F238E27FC236}">
                      <a16:creationId xmlns:a16="http://schemas.microsoft.com/office/drawing/2014/main" id="{103D8A43-EA21-5590-B9AE-F622A2D575A5}"/>
                    </a:ext>
                  </a:extLst>
                </p:cNvPr>
                <p:cNvSpPr/>
                <p:nvPr/>
              </p:nvSpPr>
              <p:spPr>
                <a:xfrm>
                  <a:off x="8081684" y="4108839"/>
                  <a:ext cx="879" cy="868"/>
                </a:xfrm>
                <a:custGeom>
                  <a:avLst/>
                  <a:gdLst>
                    <a:gd name="connsiteX0" fmla="*/ 0 w 879"/>
                    <a:gd name="connsiteY0" fmla="*/ 0 h 868"/>
                    <a:gd name="connsiteX1" fmla="*/ 35 w 879"/>
                    <a:gd name="connsiteY1" fmla="*/ 0 h 868"/>
                    <a:gd name="connsiteX2" fmla="*/ 880 w 879"/>
                    <a:gd name="connsiteY2" fmla="*/ 868 h 868"/>
                    <a:gd name="connsiteX3" fmla="*/ 266 w 879"/>
                    <a:gd name="connsiteY3" fmla="*/ 729 h 868"/>
                    <a:gd name="connsiteX4" fmla="*/ 0 w 879"/>
                    <a:gd name="connsiteY4" fmla="*/ 0 h 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79" h="868">
                      <a:moveTo>
                        <a:pt x="0" y="0"/>
                      </a:moveTo>
                      <a:lnTo>
                        <a:pt x="35" y="0"/>
                      </a:lnTo>
                      <a:lnTo>
                        <a:pt x="880" y="868"/>
                      </a:lnTo>
                      <a:lnTo>
                        <a:pt x="266" y="72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41" name="Freeform: Shape 1240">
                  <a:extLst>
                    <a:ext uri="{FF2B5EF4-FFF2-40B4-BE49-F238E27FC236}">
                      <a16:creationId xmlns:a16="http://schemas.microsoft.com/office/drawing/2014/main" id="{88C4F1FA-3369-4EE3-C146-E890810DBA67}"/>
                    </a:ext>
                  </a:extLst>
                </p:cNvPr>
                <p:cNvSpPr/>
                <p:nvPr/>
              </p:nvSpPr>
              <p:spPr>
                <a:xfrm>
                  <a:off x="7802868" y="3289198"/>
                  <a:ext cx="729" cy="636"/>
                </a:xfrm>
                <a:custGeom>
                  <a:avLst/>
                  <a:gdLst>
                    <a:gd name="connsiteX0" fmla="*/ 0 w 729"/>
                    <a:gd name="connsiteY0" fmla="*/ 590 h 636"/>
                    <a:gd name="connsiteX1" fmla="*/ 290 w 729"/>
                    <a:gd name="connsiteY1" fmla="*/ 0 h 636"/>
                    <a:gd name="connsiteX2" fmla="*/ 729 w 729"/>
                    <a:gd name="connsiteY2" fmla="*/ 637 h 636"/>
                    <a:gd name="connsiteX3" fmla="*/ 0 w 729"/>
                    <a:gd name="connsiteY3" fmla="*/ 590 h 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9" h="636">
                      <a:moveTo>
                        <a:pt x="0" y="590"/>
                      </a:moveTo>
                      <a:lnTo>
                        <a:pt x="290" y="0"/>
                      </a:lnTo>
                      <a:lnTo>
                        <a:pt x="729" y="637"/>
                      </a:lnTo>
                      <a:lnTo>
                        <a:pt x="0" y="5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42" name="Freeform: Shape 1241">
                  <a:extLst>
                    <a:ext uri="{FF2B5EF4-FFF2-40B4-BE49-F238E27FC236}">
                      <a16:creationId xmlns:a16="http://schemas.microsoft.com/office/drawing/2014/main" id="{CD88D7D3-5CF0-72E9-7903-27A1DF1036EC}"/>
                    </a:ext>
                  </a:extLst>
                </p:cNvPr>
                <p:cNvSpPr/>
                <p:nvPr/>
              </p:nvSpPr>
              <p:spPr>
                <a:xfrm>
                  <a:off x="8002413" y="2824577"/>
                  <a:ext cx="300" cy="1585"/>
                </a:xfrm>
                <a:custGeom>
                  <a:avLst/>
                  <a:gdLst>
                    <a:gd name="connsiteX0" fmla="*/ 0 w 300"/>
                    <a:gd name="connsiteY0" fmla="*/ 868 h 1585"/>
                    <a:gd name="connsiteX1" fmla="*/ 301 w 300"/>
                    <a:gd name="connsiteY1" fmla="*/ 0 h 1585"/>
                    <a:gd name="connsiteX2" fmla="*/ 266 w 300"/>
                    <a:gd name="connsiteY2" fmla="*/ 1586 h 1585"/>
                    <a:gd name="connsiteX3" fmla="*/ 0 w 300"/>
                    <a:gd name="connsiteY3" fmla="*/ 868 h 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0" h="1585">
                      <a:moveTo>
                        <a:pt x="0" y="868"/>
                      </a:moveTo>
                      <a:lnTo>
                        <a:pt x="301" y="0"/>
                      </a:lnTo>
                      <a:lnTo>
                        <a:pt x="266" y="1586"/>
                      </a:lnTo>
                      <a:lnTo>
                        <a:pt x="0" y="86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43" name="Freeform: Shape 1242">
                  <a:extLst>
                    <a:ext uri="{FF2B5EF4-FFF2-40B4-BE49-F238E27FC236}">
                      <a16:creationId xmlns:a16="http://schemas.microsoft.com/office/drawing/2014/main" id="{A5CFE689-3E9E-01DF-D220-E06E095F5068}"/>
                    </a:ext>
                  </a:extLst>
                </p:cNvPr>
                <p:cNvSpPr/>
                <p:nvPr/>
              </p:nvSpPr>
              <p:spPr>
                <a:xfrm>
                  <a:off x="8718890" y="2375386"/>
                  <a:ext cx="312" cy="1528"/>
                </a:xfrm>
                <a:custGeom>
                  <a:avLst/>
                  <a:gdLst>
                    <a:gd name="connsiteX0" fmla="*/ 0 w 312"/>
                    <a:gd name="connsiteY0" fmla="*/ 822 h 1528"/>
                    <a:gd name="connsiteX1" fmla="*/ 313 w 312"/>
                    <a:gd name="connsiteY1" fmla="*/ 0 h 1528"/>
                    <a:gd name="connsiteX2" fmla="*/ 266 w 312"/>
                    <a:gd name="connsiteY2" fmla="*/ 1528 h 1528"/>
                    <a:gd name="connsiteX3" fmla="*/ 0 w 312"/>
                    <a:gd name="connsiteY3" fmla="*/ 822 h 1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2" h="1528">
                      <a:moveTo>
                        <a:pt x="0" y="822"/>
                      </a:moveTo>
                      <a:lnTo>
                        <a:pt x="313" y="0"/>
                      </a:lnTo>
                      <a:lnTo>
                        <a:pt x="266" y="1528"/>
                      </a:lnTo>
                      <a:lnTo>
                        <a:pt x="0" y="8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44" name="Freeform: Shape 1243">
                  <a:extLst>
                    <a:ext uri="{FF2B5EF4-FFF2-40B4-BE49-F238E27FC236}">
                      <a16:creationId xmlns:a16="http://schemas.microsoft.com/office/drawing/2014/main" id="{0F93C0B0-A3F4-85C2-A7AD-1D2FDEDFF2E6}"/>
                    </a:ext>
                  </a:extLst>
                </p:cNvPr>
                <p:cNvSpPr/>
                <p:nvPr/>
              </p:nvSpPr>
              <p:spPr>
                <a:xfrm>
                  <a:off x="7769992" y="3181044"/>
                  <a:ext cx="845" cy="706"/>
                </a:xfrm>
                <a:custGeom>
                  <a:avLst/>
                  <a:gdLst>
                    <a:gd name="connsiteX0" fmla="*/ 0 w 845"/>
                    <a:gd name="connsiteY0" fmla="*/ 706 h 706"/>
                    <a:gd name="connsiteX1" fmla="*/ 46 w 845"/>
                    <a:gd name="connsiteY1" fmla="*/ 150 h 706"/>
                    <a:gd name="connsiteX2" fmla="*/ 845 w 845"/>
                    <a:gd name="connsiteY2" fmla="*/ 0 h 706"/>
                    <a:gd name="connsiteX3" fmla="*/ 0 w 845"/>
                    <a:gd name="connsiteY3" fmla="*/ 706 h 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45" h="706">
                      <a:moveTo>
                        <a:pt x="0" y="706"/>
                      </a:moveTo>
                      <a:lnTo>
                        <a:pt x="46" y="150"/>
                      </a:lnTo>
                      <a:lnTo>
                        <a:pt x="845" y="0"/>
                      </a:lnTo>
                      <a:lnTo>
                        <a:pt x="0" y="70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45" name="Freeform: Shape 1244">
                  <a:extLst>
                    <a:ext uri="{FF2B5EF4-FFF2-40B4-BE49-F238E27FC236}">
                      <a16:creationId xmlns:a16="http://schemas.microsoft.com/office/drawing/2014/main" id="{51F53F23-6C85-8D61-E3B8-E844ED2F1D9C}"/>
                    </a:ext>
                  </a:extLst>
                </p:cNvPr>
                <p:cNvSpPr/>
                <p:nvPr/>
              </p:nvSpPr>
              <p:spPr>
                <a:xfrm>
                  <a:off x="9803481" y="1426688"/>
                  <a:ext cx="347" cy="1119"/>
                </a:xfrm>
                <a:custGeom>
                  <a:avLst/>
                  <a:gdLst>
                    <a:gd name="connsiteX0" fmla="*/ 185 w 347"/>
                    <a:gd name="connsiteY0" fmla="*/ 0 h 1119"/>
                    <a:gd name="connsiteX1" fmla="*/ 301 w 347"/>
                    <a:gd name="connsiteY1" fmla="*/ 240 h 1119"/>
                    <a:gd name="connsiteX2" fmla="*/ 347 w 347"/>
                    <a:gd name="connsiteY2" fmla="*/ 918 h 1119"/>
                    <a:gd name="connsiteX3" fmla="*/ 46 w 347"/>
                    <a:gd name="connsiteY3" fmla="*/ 1119 h 1119"/>
                    <a:gd name="connsiteX4" fmla="*/ 0 w 347"/>
                    <a:gd name="connsiteY4" fmla="*/ 1053 h 1119"/>
                    <a:gd name="connsiteX5" fmla="*/ 185 w 347"/>
                    <a:gd name="connsiteY5" fmla="*/ 0 h 1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7" h="1119">
                      <a:moveTo>
                        <a:pt x="185" y="0"/>
                      </a:moveTo>
                      <a:lnTo>
                        <a:pt x="301" y="240"/>
                      </a:lnTo>
                      <a:lnTo>
                        <a:pt x="347" y="918"/>
                      </a:lnTo>
                      <a:lnTo>
                        <a:pt x="46" y="1119"/>
                      </a:lnTo>
                      <a:lnTo>
                        <a:pt x="0" y="1053"/>
                      </a:lnTo>
                      <a:lnTo>
                        <a:pt x="18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46" name="Freeform: Shape 1245">
                  <a:extLst>
                    <a:ext uri="{FF2B5EF4-FFF2-40B4-BE49-F238E27FC236}">
                      <a16:creationId xmlns:a16="http://schemas.microsoft.com/office/drawing/2014/main" id="{F6BB909F-0FDA-8F48-8A40-EE58EEFDCD3D}"/>
                    </a:ext>
                  </a:extLst>
                </p:cNvPr>
                <p:cNvSpPr/>
                <p:nvPr/>
              </p:nvSpPr>
              <p:spPr>
                <a:xfrm>
                  <a:off x="8041111" y="3917536"/>
                  <a:ext cx="937" cy="833"/>
                </a:xfrm>
                <a:custGeom>
                  <a:avLst/>
                  <a:gdLst>
                    <a:gd name="connsiteX0" fmla="*/ 0 w 937"/>
                    <a:gd name="connsiteY0" fmla="*/ 834 h 833"/>
                    <a:gd name="connsiteX1" fmla="*/ 752 w 937"/>
                    <a:gd name="connsiteY1" fmla="*/ 0 h 833"/>
                    <a:gd name="connsiteX2" fmla="*/ 938 w 937"/>
                    <a:gd name="connsiteY2" fmla="*/ 382 h 833"/>
                    <a:gd name="connsiteX3" fmla="*/ 0 w 937"/>
                    <a:gd name="connsiteY3" fmla="*/ 834 h 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7" h="833">
                      <a:moveTo>
                        <a:pt x="0" y="834"/>
                      </a:moveTo>
                      <a:lnTo>
                        <a:pt x="752" y="0"/>
                      </a:lnTo>
                      <a:lnTo>
                        <a:pt x="938" y="382"/>
                      </a:lnTo>
                      <a:lnTo>
                        <a:pt x="0" y="83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47" name="Freeform: Shape 1246">
                  <a:extLst>
                    <a:ext uri="{FF2B5EF4-FFF2-40B4-BE49-F238E27FC236}">
                      <a16:creationId xmlns:a16="http://schemas.microsoft.com/office/drawing/2014/main" id="{7EE30E0B-780F-9E2D-5F2B-31578F1978D7}"/>
                    </a:ext>
                  </a:extLst>
                </p:cNvPr>
                <p:cNvSpPr/>
                <p:nvPr/>
              </p:nvSpPr>
              <p:spPr>
                <a:xfrm>
                  <a:off x="8424631" y="3886640"/>
                  <a:ext cx="1458" cy="926"/>
                </a:xfrm>
                <a:custGeom>
                  <a:avLst/>
                  <a:gdLst>
                    <a:gd name="connsiteX0" fmla="*/ 0 w 1458"/>
                    <a:gd name="connsiteY0" fmla="*/ 926 h 926"/>
                    <a:gd name="connsiteX1" fmla="*/ 1331 w 1458"/>
                    <a:gd name="connsiteY1" fmla="*/ 0 h 926"/>
                    <a:gd name="connsiteX2" fmla="*/ 1458 w 1458"/>
                    <a:gd name="connsiteY2" fmla="*/ 243 h 926"/>
                    <a:gd name="connsiteX3" fmla="*/ 0 w 1458"/>
                    <a:gd name="connsiteY3" fmla="*/ 926 h 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58" h="926">
                      <a:moveTo>
                        <a:pt x="0" y="926"/>
                      </a:moveTo>
                      <a:lnTo>
                        <a:pt x="1331" y="0"/>
                      </a:lnTo>
                      <a:lnTo>
                        <a:pt x="1458" y="243"/>
                      </a:lnTo>
                      <a:lnTo>
                        <a:pt x="0" y="92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48" name="Freeform: Shape 1247">
                  <a:extLst>
                    <a:ext uri="{FF2B5EF4-FFF2-40B4-BE49-F238E27FC236}">
                      <a16:creationId xmlns:a16="http://schemas.microsoft.com/office/drawing/2014/main" id="{537398A9-CD67-3DA2-D6F7-5E94628D647C}"/>
                    </a:ext>
                  </a:extLst>
                </p:cNvPr>
                <p:cNvSpPr/>
                <p:nvPr/>
              </p:nvSpPr>
              <p:spPr>
                <a:xfrm>
                  <a:off x="8229149" y="3593331"/>
                  <a:ext cx="671" cy="752"/>
                </a:xfrm>
                <a:custGeom>
                  <a:avLst/>
                  <a:gdLst>
                    <a:gd name="connsiteX0" fmla="*/ 0 w 671"/>
                    <a:gd name="connsiteY0" fmla="*/ 752 h 752"/>
                    <a:gd name="connsiteX1" fmla="*/ 12 w 671"/>
                    <a:gd name="connsiteY1" fmla="*/ 93 h 752"/>
                    <a:gd name="connsiteX2" fmla="*/ 672 w 671"/>
                    <a:gd name="connsiteY2" fmla="*/ 0 h 752"/>
                    <a:gd name="connsiteX3" fmla="*/ 0 w 671"/>
                    <a:gd name="connsiteY3" fmla="*/ 752 h 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1" h="752">
                      <a:moveTo>
                        <a:pt x="0" y="752"/>
                      </a:moveTo>
                      <a:lnTo>
                        <a:pt x="12" y="93"/>
                      </a:lnTo>
                      <a:lnTo>
                        <a:pt x="672" y="0"/>
                      </a:lnTo>
                      <a:lnTo>
                        <a:pt x="0" y="75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49" name="Freeform: Shape 1248">
                  <a:extLst>
                    <a:ext uri="{FF2B5EF4-FFF2-40B4-BE49-F238E27FC236}">
                      <a16:creationId xmlns:a16="http://schemas.microsoft.com/office/drawing/2014/main" id="{2CAFB9C3-4498-DED2-FFE5-E4ADEBC8D530}"/>
                    </a:ext>
                  </a:extLst>
                </p:cNvPr>
                <p:cNvSpPr/>
                <p:nvPr/>
              </p:nvSpPr>
              <p:spPr>
                <a:xfrm>
                  <a:off x="7895498" y="3070691"/>
                  <a:ext cx="868" cy="520"/>
                </a:xfrm>
                <a:custGeom>
                  <a:avLst/>
                  <a:gdLst>
                    <a:gd name="connsiteX0" fmla="*/ 0 w 868"/>
                    <a:gd name="connsiteY0" fmla="*/ 475 h 520"/>
                    <a:gd name="connsiteX1" fmla="*/ 625 w 868"/>
                    <a:gd name="connsiteY1" fmla="*/ 0 h 520"/>
                    <a:gd name="connsiteX2" fmla="*/ 868 w 868"/>
                    <a:gd name="connsiteY2" fmla="*/ 521 h 520"/>
                    <a:gd name="connsiteX3" fmla="*/ 0 w 868"/>
                    <a:gd name="connsiteY3" fmla="*/ 475 h 5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8" h="520">
                      <a:moveTo>
                        <a:pt x="0" y="475"/>
                      </a:moveTo>
                      <a:lnTo>
                        <a:pt x="625" y="0"/>
                      </a:lnTo>
                      <a:lnTo>
                        <a:pt x="868" y="521"/>
                      </a:lnTo>
                      <a:lnTo>
                        <a:pt x="0" y="47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0" name="Freeform: Shape 1249">
                  <a:extLst>
                    <a:ext uri="{FF2B5EF4-FFF2-40B4-BE49-F238E27FC236}">
                      <a16:creationId xmlns:a16="http://schemas.microsoft.com/office/drawing/2014/main" id="{45E294A1-6DCE-E023-61ED-C8E7CB10F7A0}"/>
                    </a:ext>
                  </a:extLst>
                </p:cNvPr>
                <p:cNvSpPr/>
                <p:nvPr/>
              </p:nvSpPr>
              <p:spPr>
                <a:xfrm>
                  <a:off x="8094777" y="3884695"/>
                  <a:ext cx="474" cy="845"/>
                </a:xfrm>
                <a:custGeom>
                  <a:avLst/>
                  <a:gdLst>
                    <a:gd name="connsiteX0" fmla="*/ 0 w 474"/>
                    <a:gd name="connsiteY0" fmla="*/ 637 h 845"/>
                    <a:gd name="connsiteX1" fmla="*/ 347 w 474"/>
                    <a:gd name="connsiteY1" fmla="*/ 0 h 845"/>
                    <a:gd name="connsiteX2" fmla="*/ 451 w 474"/>
                    <a:gd name="connsiteY2" fmla="*/ 313 h 845"/>
                    <a:gd name="connsiteX3" fmla="*/ 475 w 474"/>
                    <a:gd name="connsiteY3" fmla="*/ 845 h 845"/>
                    <a:gd name="connsiteX4" fmla="*/ 81 w 474"/>
                    <a:gd name="connsiteY4" fmla="*/ 695 h 845"/>
                    <a:gd name="connsiteX5" fmla="*/ 0 w 474"/>
                    <a:gd name="connsiteY5" fmla="*/ 637 h 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74" h="845">
                      <a:moveTo>
                        <a:pt x="0" y="637"/>
                      </a:moveTo>
                      <a:lnTo>
                        <a:pt x="347" y="0"/>
                      </a:lnTo>
                      <a:lnTo>
                        <a:pt x="451" y="313"/>
                      </a:lnTo>
                      <a:lnTo>
                        <a:pt x="475" y="845"/>
                      </a:lnTo>
                      <a:lnTo>
                        <a:pt x="81" y="695"/>
                      </a:lnTo>
                      <a:lnTo>
                        <a:pt x="0" y="6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1" name="Freeform: Shape 1250">
                  <a:extLst>
                    <a:ext uri="{FF2B5EF4-FFF2-40B4-BE49-F238E27FC236}">
                      <a16:creationId xmlns:a16="http://schemas.microsoft.com/office/drawing/2014/main" id="{D1C32B4D-D016-7760-9F14-5282BD6022D0}"/>
                    </a:ext>
                  </a:extLst>
                </p:cNvPr>
                <p:cNvSpPr/>
                <p:nvPr/>
              </p:nvSpPr>
              <p:spPr>
                <a:xfrm>
                  <a:off x="9221052" y="4126215"/>
                  <a:ext cx="1655" cy="300"/>
                </a:xfrm>
                <a:custGeom>
                  <a:avLst/>
                  <a:gdLst>
                    <a:gd name="connsiteX0" fmla="*/ 0 w 1655"/>
                    <a:gd name="connsiteY0" fmla="*/ 301 h 300"/>
                    <a:gd name="connsiteX1" fmla="*/ 243 w 1655"/>
                    <a:gd name="connsiteY1" fmla="*/ 0 h 300"/>
                    <a:gd name="connsiteX2" fmla="*/ 1655 w 1655"/>
                    <a:gd name="connsiteY2" fmla="*/ 46 h 300"/>
                    <a:gd name="connsiteX3" fmla="*/ 0 w 1655"/>
                    <a:gd name="connsiteY3" fmla="*/ 301 h 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55" h="300">
                      <a:moveTo>
                        <a:pt x="0" y="301"/>
                      </a:moveTo>
                      <a:lnTo>
                        <a:pt x="243" y="0"/>
                      </a:lnTo>
                      <a:lnTo>
                        <a:pt x="1655" y="46"/>
                      </a:lnTo>
                      <a:lnTo>
                        <a:pt x="0" y="3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2" name="Freeform: Shape 1251">
                  <a:extLst>
                    <a:ext uri="{FF2B5EF4-FFF2-40B4-BE49-F238E27FC236}">
                      <a16:creationId xmlns:a16="http://schemas.microsoft.com/office/drawing/2014/main" id="{9ADC33B4-0A01-B3A3-1329-4700739D54AE}"/>
                    </a:ext>
                  </a:extLst>
                </p:cNvPr>
                <p:cNvSpPr/>
                <p:nvPr/>
              </p:nvSpPr>
              <p:spPr>
                <a:xfrm>
                  <a:off x="7807128" y="3190907"/>
                  <a:ext cx="972" cy="451"/>
                </a:xfrm>
                <a:custGeom>
                  <a:avLst/>
                  <a:gdLst>
                    <a:gd name="connsiteX0" fmla="*/ 0 w 972"/>
                    <a:gd name="connsiteY0" fmla="*/ 0 h 451"/>
                    <a:gd name="connsiteX1" fmla="*/ 764 w 972"/>
                    <a:gd name="connsiteY1" fmla="*/ 12 h 451"/>
                    <a:gd name="connsiteX2" fmla="*/ 972 w 972"/>
                    <a:gd name="connsiteY2" fmla="*/ 46 h 451"/>
                    <a:gd name="connsiteX3" fmla="*/ 463 w 972"/>
                    <a:gd name="connsiteY3" fmla="*/ 451 h 451"/>
                    <a:gd name="connsiteX4" fmla="*/ 0 w 972"/>
                    <a:gd name="connsiteY4" fmla="*/ 0 h 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72" h="451">
                      <a:moveTo>
                        <a:pt x="0" y="0"/>
                      </a:moveTo>
                      <a:lnTo>
                        <a:pt x="764" y="12"/>
                      </a:lnTo>
                      <a:lnTo>
                        <a:pt x="972" y="46"/>
                      </a:lnTo>
                      <a:lnTo>
                        <a:pt x="463" y="45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3" name="Freeform: Shape 1252">
                  <a:extLst>
                    <a:ext uri="{FF2B5EF4-FFF2-40B4-BE49-F238E27FC236}">
                      <a16:creationId xmlns:a16="http://schemas.microsoft.com/office/drawing/2014/main" id="{2E8896C8-7C56-15E4-192F-EFF691A945E0}"/>
                    </a:ext>
                  </a:extLst>
                </p:cNvPr>
                <p:cNvSpPr/>
                <p:nvPr/>
              </p:nvSpPr>
              <p:spPr>
                <a:xfrm>
                  <a:off x="8297216" y="3922259"/>
                  <a:ext cx="590" cy="891"/>
                </a:xfrm>
                <a:custGeom>
                  <a:avLst/>
                  <a:gdLst>
                    <a:gd name="connsiteX0" fmla="*/ 0 w 590"/>
                    <a:gd name="connsiteY0" fmla="*/ 382 h 891"/>
                    <a:gd name="connsiteX1" fmla="*/ 417 w 590"/>
                    <a:gd name="connsiteY1" fmla="*/ 0 h 891"/>
                    <a:gd name="connsiteX2" fmla="*/ 590 w 590"/>
                    <a:gd name="connsiteY2" fmla="*/ 891 h 891"/>
                    <a:gd name="connsiteX3" fmla="*/ 0 w 590"/>
                    <a:gd name="connsiteY3" fmla="*/ 382 h 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0" h="891">
                      <a:moveTo>
                        <a:pt x="0" y="382"/>
                      </a:moveTo>
                      <a:lnTo>
                        <a:pt x="417" y="0"/>
                      </a:lnTo>
                      <a:lnTo>
                        <a:pt x="590" y="891"/>
                      </a:lnTo>
                      <a:lnTo>
                        <a:pt x="0" y="3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4" name="Freeform: Shape 1253">
                  <a:extLst>
                    <a:ext uri="{FF2B5EF4-FFF2-40B4-BE49-F238E27FC236}">
                      <a16:creationId xmlns:a16="http://schemas.microsoft.com/office/drawing/2014/main" id="{2E14FB3C-F789-FE0F-6238-E94E6CAFC6B6}"/>
                    </a:ext>
                  </a:extLst>
                </p:cNvPr>
                <p:cNvSpPr/>
                <p:nvPr/>
              </p:nvSpPr>
              <p:spPr>
                <a:xfrm>
                  <a:off x="8300758" y="3950227"/>
                  <a:ext cx="868" cy="810"/>
                </a:xfrm>
                <a:custGeom>
                  <a:avLst/>
                  <a:gdLst>
                    <a:gd name="connsiteX0" fmla="*/ 567 w 868"/>
                    <a:gd name="connsiteY0" fmla="*/ 440 h 810"/>
                    <a:gd name="connsiteX1" fmla="*/ 313 w 868"/>
                    <a:gd name="connsiteY1" fmla="*/ 810 h 810"/>
                    <a:gd name="connsiteX2" fmla="*/ 0 w 868"/>
                    <a:gd name="connsiteY2" fmla="*/ 475 h 810"/>
                    <a:gd name="connsiteX3" fmla="*/ 58 w 868"/>
                    <a:gd name="connsiteY3" fmla="*/ 440 h 810"/>
                    <a:gd name="connsiteX4" fmla="*/ 868 w 868"/>
                    <a:gd name="connsiteY4" fmla="*/ 0 h 810"/>
                    <a:gd name="connsiteX5" fmla="*/ 567 w 868"/>
                    <a:gd name="connsiteY5" fmla="*/ 440 h 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68" h="810">
                      <a:moveTo>
                        <a:pt x="567" y="440"/>
                      </a:moveTo>
                      <a:lnTo>
                        <a:pt x="313" y="810"/>
                      </a:lnTo>
                      <a:lnTo>
                        <a:pt x="0" y="475"/>
                      </a:lnTo>
                      <a:lnTo>
                        <a:pt x="58" y="440"/>
                      </a:lnTo>
                      <a:lnTo>
                        <a:pt x="868" y="0"/>
                      </a:lnTo>
                      <a:lnTo>
                        <a:pt x="567" y="44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5" name="Freeform: Shape 1254">
                  <a:extLst>
                    <a:ext uri="{FF2B5EF4-FFF2-40B4-BE49-F238E27FC236}">
                      <a16:creationId xmlns:a16="http://schemas.microsoft.com/office/drawing/2014/main" id="{266D0DE3-AB16-FE51-DDF0-A26AF8153F99}"/>
                    </a:ext>
                  </a:extLst>
                </p:cNvPr>
                <p:cNvSpPr/>
                <p:nvPr/>
              </p:nvSpPr>
              <p:spPr>
                <a:xfrm>
                  <a:off x="7830407" y="3286616"/>
                  <a:ext cx="1111" cy="544"/>
                </a:xfrm>
                <a:custGeom>
                  <a:avLst/>
                  <a:gdLst>
                    <a:gd name="connsiteX0" fmla="*/ 0 w 1111"/>
                    <a:gd name="connsiteY0" fmla="*/ 532 h 544"/>
                    <a:gd name="connsiteX1" fmla="*/ 1111 w 1111"/>
                    <a:gd name="connsiteY1" fmla="*/ 0 h 544"/>
                    <a:gd name="connsiteX2" fmla="*/ 787 w 1111"/>
                    <a:gd name="connsiteY2" fmla="*/ 544 h 544"/>
                    <a:gd name="connsiteX3" fmla="*/ 0 w 1111"/>
                    <a:gd name="connsiteY3" fmla="*/ 532 h 5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1" h="544">
                      <a:moveTo>
                        <a:pt x="0" y="532"/>
                      </a:moveTo>
                      <a:lnTo>
                        <a:pt x="1111" y="0"/>
                      </a:lnTo>
                      <a:lnTo>
                        <a:pt x="787" y="544"/>
                      </a:lnTo>
                      <a:lnTo>
                        <a:pt x="0" y="5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6" name="Freeform: Shape 1255">
                  <a:extLst>
                    <a:ext uri="{FF2B5EF4-FFF2-40B4-BE49-F238E27FC236}">
                      <a16:creationId xmlns:a16="http://schemas.microsoft.com/office/drawing/2014/main" id="{2082D15B-C69E-18F9-094D-C6090C075F6D}"/>
                    </a:ext>
                  </a:extLst>
                </p:cNvPr>
                <p:cNvSpPr/>
                <p:nvPr/>
              </p:nvSpPr>
              <p:spPr>
                <a:xfrm>
                  <a:off x="8025194" y="3502738"/>
                  <a:ext cx="671" cy="775"/>
                </a:xfrm>
                <a:custGeom>
                  <a:avLst/>
                  <a:gdLst>
                    <a:gd name="connsiteX0" fmla="*/ 0 w 671"/>
                    <a:gd name="connsiteY0" fmla="*/ 451 h 775"/>
                    <a:gd name="connsiteX1" fmla="*/ 671 w 671"/>
                    <a:gd name="connsiteY1" fmla="*/ 0 h 775"/>
                    <a:gd name="connsiteX2" fmla="*/ 486 w 671"/>
                    <a:gd name="connsiteY2" fmla="*/ 775 h 775"/>
                    <a:gd name="connsiteX3" fmla="*/ 0 w 671"/>
                    <a:gd name="connsiteY3" fmla="*/ 451 h 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1" h="775">
                      <a:moveTo>
                        <a:pt x="0" y="451"/>
                      </a:moveTo>
                      <a:lnTo>
                        <a:pt x="671" y="0"/>
                      </a:lnTo>
                      <a:lnTo>
                        <a:pt x="486" y="775"/>
                      </a:lnTo>
                      <a:lnTo>
                        <a:pt x="0" y="45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7" name="Freeform: Shape 1256">
                  <a:extLst>
                    <a:ext uri="{FF2B5EF4-FFF2-40B4-BE49-F238E27FC236}">
                      <a16:creationId xmlns:a16="http://schemas.microsoft.com/office/drawing/2014/main" id="{C384B155-D9C3-AE8A-7202-68F5AE0A8AEF}"/>
                    </a:ext>
                  </a:extLst>
                </p:cNvPr>
                <p:cNvSpPr/>
                <p:nvPr/>
              </p:nvSpPr>
              <p:spPr>
                <a:xfrm>
                  <a:off x="7961909" y="3766437"/>
                  <a:ext cx="601" cy="763"/>
                </a:xfrm>
                <a:custGeom>
                  <a:avLst/>
                  <a:gdLst>
                    <a:gd name="connsiteX0" fmla="*/ 0 w 601"/>
                    <a:gd name="connsiteY0" fmla="*/ 764 h 763"/>
                    <a:gd name="connsiteX1" fmla="*/ 394 w 601"/>
                    <a:gd name="connsiteY1" fmla="*/ 0 h 763"/>
                    <a:gd name="connsiteX2" fmla="*/ 602 w 601"/>
                    <a:gd name="connsiteY2" fmla="*/ 706 h 763"/>
                    <a:gd name="connsiteX3" fmla="*/ 0 w 601"/>
                    <a:gd name="connsiteY3" fmla="*/ 764 h 7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1" h="763">
                      <a:moveTo>
                        <a:pt x="0" y="764"/>
                      </a:moveTo>
                      <a:lnTo>
                        <a:pt x="394" y="0"/>
                      </a:lnTo>
                      <a:lnTo>
                        <a:pt x="602" y="706"/>
                      </a:lnTo>
                      <a:lnTo>
                        <a:pt x="0" y="76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8" name="Freeform: Shape 1257">
                  <a:extLst>
                    <a:ext uri="{FF2B5EF4-FFF2-40B4-BE49-F238E27FC236}">
                      <a16:creationId xmlns:a16="http://schemas.microsoft.com/office/drawing/2014/main" id="{076142C8-669D-275C-AD2C-15F76576E1AF}"/>
                    </a:ext>
                  </a:extLst>
                </p:cNvPr>
                <p:cNvSpPr/>
                <p:nvPr/>
              </p:nvSpPr>
              <p:spPr>
                <a:xfrm>
                  <a:off x="7814339" y="3290772"/>
                  <a:ext cx="914" cy="810"/>
                </a:xfrm>
                <a:custGeom>
                  <a:avLst/>
                  <a:gdLst>
                    <a:gd name="connsiteX0" fmla="*/ 0 w 914"/>
                    <a:gd name="connsiteY0" fmla="*/ 312 h 810"/>
                    <a:gd name="connsiteX1" fmla="*/ 313 w 914"/>
                    <a:gd name="connsiteY1" fmla="*/ 0 h 810"/>
                    <a:gd name="connsiteX2" fmla="*/ 915 w 914"/>
                    <a:gd name="connsiteY2" fmla="*/ 810 h 810"/>
                    <a:gd name="connsiteX3" fmla="*/ 0 w 914"/>
                    <a:gd name="connsiteY3" fmla="*/ 312 h 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4" h="810">
                      <a:moveTo>
                        <a:pt x="0" y="312"/>
                      </a:moveTo>
                      <a:lnTo>
                        <a:pt x="313" y="0"/>
                      </a:lnTo>
                      <a:lnTo>
                        <a:pt x="915" y="810"/>
                      </a:lnTo>
                      <a:lnTo>
                        <a:pt x="0" y="3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9" name="Freeform: Shape 1258">
                  <a:extLst>
                    <a:ext uri="{FF2B5EF4-FFF2-40B4-BE49-F238E27FC236}">
                      <a16:creationId xmlns:a16="http://schemas.microsoft.com/office/drawing/2014/main" id="{0064AB3D-3909-C9D4-BAB3-FAD1C8898769}"/>
                    </a:ext>
                  </a:extLst>
                </p:cNvPr>
                <p:cNvSpPr/>
                <p:nvPr/>
              </p:nvSpPr>
              <p:spPr>
                <a:xfrm>
                  <a:off x="7855434" y="3119727"/>
                  <a:ext cx="833" cy="601"/>
                </a:xfrm>
                <a:custGeom>
                  <a:avLst/>
                  <a:gdLst>
                    <a:gd name="connsiteX0" fmla="*/ 0 w 833"/>
                    <a:gd name="connsiteY0" fmla="*/ 0 h 601"/>
                    <a:gd name="connsiteX1" fmla="*/ 834 w 833"/>
                    <a:gd name="connsiteY1" fmla="*/ 81 h 601"/>
                    <a:gd name="connsiteX2" fmla="*/ 834 w 833"/>
                    <a:gd name="connsiteY2" fmla="*/ 602 h 601"/>
                    <a:gd name="connsiteX3" fmla="*/ 0 w 833"/>
                    <a:gd name="connsiteY3" fmla="*/ 0 h 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33" h="601">
                      <a:moveTo>
                        <a:pt x="0" y="0"/>
                      </a:moveTo>
                      <a:lnTo>
                        <a:pt x="834" y="81"/>
                      </a:lnTo>
                      <a:lnTo>
                        <a:pt x="834" y="60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60" name="Freeform: Shape 1259">
                  <a:extLst>
                    <a:ext uri="{FF2B5EF4-FFF2-40B4-BE49-F238E27FC236}">
                      <a16:creationId xmlns:a16="http://schemas.microsoft.com/office/drawing/2014/main" id="{841D44CD-1DEE-7E36-8AB9-FAA0EF346AD9}"/>
                    </a:ext>
                  </a:extLst>
                </p:cNvPr>
                <p:cNvSpPr/>
                <p:nvPr/>
              </p:nvSpPr>
              <p:spPr>
                <a:xfrm>
                  <a:off x="8248933" y="3614908"/>
                  <a:ext cx="821" cy="706"/>
                </a:xfrm>
                <a:custGeom>
                  <a:avLst/>
                  <a:gdLst>
                    <a:gd name="connsiteX0" fmla="*/ 729 w 821"/>
                    <a:gd name="connsiteY0" fmla="*/ 150 h 706"/>
                    <a:gd name="connsiteX1" fmla="*/ 0 w 821"/>
                    <a:gd name="connsiteY1" fmla="*/ 706 h 706"/>
                    <a:gd name="connsiteX2" fmla="*/ 220 w 821"/>
                    <a:gd name="connsiteY2" fmla="*/ 70 h 706"/>
                    <a:gd name="connsiteX3" fmla="*/ 822 w 821"/>
                    <a:gd name="connsiteY3" fmla="*/ 0 h 706"/>
                    <a:gd name="connsiteX4" fmla="*/ 729 w 821"/>
                    <a:gd name="connsiteY4" fmla="*/ 150 h 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1" h="706">
                      <a:moveTo>
                        <a:pt x="729" y="150"/>
                      </a:moveTo>
                      <a:lnTo>
                        <a:pt x="0" y="706"/>
                      </a:lnTo>
                      <a:lnTo>
                        <a:pt x="220" y="70"/>
                      </a:lnTo>
                      <a:lnTo>
                        <a:pt x="822" y="0"/>
                      </a:lnTo>
                      <a:lnTo>
                        <a:pt x="729" y="15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61" name="Freeform: Shape 1260">
                  <a:extLst>
                    <a:ext uri="{FF2B5EF4-FFF2-40B4-BE49-F238E27FC236}">
                      <a16:creationId xmlns:a16="http://schemas.microsoft.com/office/drawing/2014/main" id="{3425056E-06FB-35D7-A57C-5BC5BB675160}"/>
                    </a:ext>
                  </a:extLst>
                </p:cNvPr>
                <p:cNvSpPr/>
                <p:nvPr/>
              </p:nvSpPr>
              <p:spPr>
                <a:xfrm>
                  <a:off x="8274747" y="4094578"/>
                  <a:ext cx="868" cy="1007"/>
                </a:xfrm>
                <a:custGeom>
                  <a:avLst/>
                  <a:gdLst>
                    <a:gd name="connsiteX0" fmla="*/ 752 w 868"/>
                    <a:gd name="connsiteY0" fmla="*/ 637 h 1007"/>
                    <a:gd name="connsiteX1" fmla="*/ 0 w 868"/>
                    <a:gd name="connsiteY1" fmla="*/ 1007 h 1007"/>
                    <a:gd name="connsiteX2" fmla="*/ 868 w 868"/>
                    <a:gd name="connsiteY2" fmla="*/ 0 h 1007"/>
                    <a:gd name="connsiteX3" fmla="*/ 752 w 868"/>
                    <a:gd name="connsiteY3" fmla="*/ 637 h 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8" h="1007">
                      <a:moveTo>
                        <a:pt x="752" y="637"/>
                      </a:moveTo>
                      <a:lnTo>
                        <a:pt x="0" y="1007"/>
                      </a:lnTo>
                      <a:lnTo>
                        <a:pt x="868" y="0"/>
                      </a:lnTo>
                      <a:lnTo>
                        <a:pt x="752" y="6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62" name="Freeform: Shape 1261">
                  <a:extLst>
                    <a:ext uri="{FF2B5EF4-FFF2-40B4-BE49-F238E27FC236}">
                      <a16:creationId xmlns:a16="http://schemas.microsoft.com/office/drawing/2014/main" id="{D1B82B37-17BE-811A-90BC-2BBC7AE8971B}"/>
                    </a:ext>
                  </a:extLst>
                </p:cNvPr>
                <p:cNvSpPr/>
                <p:nvPr/>
              </p:nvSpPr>
              <p:spPr>
                <a:xfrm>
                  <a:off x="8104489" y="3850523"/>
                  <a:ext cx="486" cy="995"/>
                </a:xfrm>
                <a:custGeom>
                  <a:avLst/>
                  <a:gdLst>
                    <a:gd name="connsiteX0" fmla="*/ 428 w 486"/>
                    <a:gd name="connsiteY0" fmla="*/ 926 h 995"/>
                    <a:gd name="connsiteX1" fmla="*/ 58 w 486"/>
                    <a:gd name="connsiteY1" fmla="*/ 996 h 995"/>
                    <a:gd name="connsiteX2" fmla="*/ 0 w 486"/>
                    <a:gd name="connsiteY2" fmla="*/ 0 h 995"/>
                    <a:gd name="connsiteX3" fmla="*/ 428 w 486"/>
                    <a:gd name="connsiteY3" fmla="*/ 799 h 995"/>
                    <a:gd name="connsiteX4" fmla="*/ 486 w 486"/>
                    <a:gd name="connsiteY4" fmla="*/ 915 h 995"/>
                    <a:gd name="connsiteX5" fmla="*/ 428 w 486"/>
                    <a:gd name="connsiteY5" fmla="*/ 926 h 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6" h="995">
                      <a:moveTo>
                        <a:pt x="428" y="926"/>
                      </a:moveTo>
                      <a:lnTo>
                        <a:pt x="58" y="996"/>
                      </a:lnTo>
                      <a:lnTo>
                        <a:pt x="0" y="0"/>
                      </a:lnTo>
                      <a:lnTo>
                        <a:pt x="428" y="799"/>
                      </a:lnTo>
                      <a:lnTo>
                        <a:pt x="486" y="915"/>
                      </a:lnTo>
                      <a:lnTo>
                        <a:pt x="428" y="92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63" name="Freeform: Shape 1262">
                  <a:extLst>
                    <a:ext uri="{FF2B5EF4-FFF2-40B4-BE49-F238E27FC236}">
                      <a16:creationId xmlns:a16="http://schemas.microsoft.com/office/drawing/2014/main" id="{F85C05DE-700C-9388-4F7C-68B3F2F25EF6}"/>
                    </a:ext>
                  </a:extLst>
                </p:cNvPr>
                <p:cNvSpPr/>
                <p:nvPr/>
              </p:nvSpPr>
              <p:spPr>
                <a:xfrm>
                  <a:off x="8269353" y="3994146"/>
                  <a:ext cx="625" cy="949"/>
                </a:xfrm>
                <a:custGeom>
                  <a:avLst/>
                  <a:gdLst>
                    <a:gd name="connsiteX0" fmla="*/ 0 w 625"/>
                    <a:gd name="connsiteY0" fmla="*/ 0 h 949"/>
                    <a:gd name="connsiteX1" fmla="*/ 625 w 625"/>
                    <a:gd name="connsiteY1" fmla="*/ 532 h 949"/>
                    <a:gd name="connsiteX2" fmla="*/ 336 w 625"/>
                    <a:gd name="connsiteY2" fmla="*/ 949 h 949"/>
                    <a:gd name="connsiteX3" fmla="*/ 12 w 625"/>
                    <a:gd name="connsiteY3" fmla="*/ 81 h 949"/>
                    <a:gd name="connsiteX4" fmla="*/ 0 w 625"/>
                    <a:gd name="connsiteY4" fmla="*/ 0 h 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5" h="949">
                      <a:moveTo>
                        <a:pt x="0" y="0"/>
                      </a:moveTo>
                      <a:lnTo>
                        <a:pt x="625" y="532"/>
                      </a:lnTo>
                      <a:lnTo>
                        <a:pt x="336" y="949"/>
                      </a:lnTo>
                      <a:lnTo>
                        <a:pt x="12" y="8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64" name="Freeform: Shape 1263">
                  <a:extLst>
                    <a:ext uri="{FF2B5EF4-FFF2-40B4-BE49-F238E27FC236}">
                      <a16:creationId xmlns:a16="http://schemas.microsoft.com/office/drawing/2014/main" id="{0E300A5C-637D-44D2-9E2F-E23960BD9D29}"/>
                    </a:ext>
                  </a:extLst>
                </p:cNvPr>
                <p:cNvSpPr/>
                <p:nvPr/>
              </p:nvSpPr>
              <p:spPr>
                <a:xfrm>
                  <a:off x="9321635" y="2222689"/>
                  <a:ext cx="1018" cy="567"/>
                </a:xfrm>
                <a:custGeom>
                  <a:avLst/>
                  <a:gdLst>
                    <a:gd name="connsiteX0" fmla="*/ 0 w 1018"/>
                    <a:gd name="connsiteY0" fmla="*/ 174 h 567"/>
                    <a:gd name="connsiteX1" fmla="*/ 648 w 1018"/>
                    <a:gd name="connsiteY1" fmla="*/ 0 h 567"/>
                    <a:gd name="connsiteX2" fmla="*/ 1019 w 1018"/>
                    <a:gd name="connsiteY2" fmla="*/ 567 h 567"/>
                    <a:gd name="connsiteX3" fmla="*/ 0 w 1018"/>
                    <a:gd name="connsiteY3" fmla="*/ 174 h 5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8" h="567">
                      <a:moveTo>
                        <a:pt x="0" y="174"/>
                      </a:moveTo>
                      <a:lnTo>
                        <a:pt x="648" y="0"/>
                      </a:lnTo>
                      <a:lnTo>
                        <a:pt x="1019" y="567"/>
                      </a:lnTo>
                      <a:lnTo>
                        <a:pt x="0" y="17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65" name="Freeform: Shape 1264">
                  <a:extLst>
                    <a:ext uri="{FF2B5EF4-FFF2-40B4-BE49-F238E27FC236}">
                      <a16:creationId xmlns:a16="http://schemas.microsoft.com/office/drawing/2014/main" id="{EFF24C06-9806-6300-A3F1-CABC59914142}"/>
                    </a:ext>
                  </a:extLst>
                </p:cNvPr>
                <p:cNvSpPr/>
                <p:nvPr/>
              </p:nvSpPr>
              <p:spPr>
                <a:xfrm>
                  <a:off x="7839621" y="3153019"/>
                  <a:ext cx="1018" cy="462"/>
                </a:xfrm>
                <a:custGeom>
                  <a:avLst/>
                  <a:gdLst>
                    <a:gd name="connsiteX0" fmla="*/ 0 w 1018"/>
                    <a:gd name="connsiteY0" fmla="*/ 278 h 462"/>
                    <a:gd name="connsiteX1" fmla="*/ 787 w 1018"/>
                    <a:gd name="connsiteY1" fmla="*/ 0 h 462"/>
                    <a:gd name="connsiteX2" fmla="*/ 1019 w 1018"/>
                    <a:gd name="connsiteY2" fmla="*/ 463 h 462"/>
                    <a:gd name="connsiteX3" fmla="*/ 0 w 1018"/>
                    <a:gd name="connsiteY3" fmla="*/ 278 h 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8" h="462">
                      <a:moveTo>
                        <a:pt x="0" y="278"/>
                      </a:moveTo>
                      <a:lnTo>
                        <a:pt x="787" y="0"/>
                      </a:lnTo>
                      <a:lnTo>
                        <a:pt x="1019" y="463"/>
                      </a:lnTo>
                      <a:lnTo>
                        <a:pt x="0" y="2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66" name="Freeform: Shape 1265">
                  <a:extLst>
                    <a:ext uri="{FF2B5EF4-FFF2-40B4-BE49-F238E27FC236}">
                      <a16:creationId xmlns:a16="http://schemas.microsoft.com/office/drawing/2014/main" id="{8355D10C-98EA-9E69-2C80-B7E6E87DD32A}"/>
                    </a:ext>
                  </a:extLst>
                </p:cNvPr>
                <p:cNvSpPr/>
                <p:nvPr/>
              </p:nvSpPr>
              <p:spPr>
                <a:xfrm>
                  <a:off x="7890717" y="3131268"/>
                  <a:ext cx="544" cy="1342"/>
                </a:xfrm>
                <a:custGeom>
                  <a:avLst/>
                  <a:gdLst>
                    <a:gd name="connsiteX0" fmla="*/ 23 w 544"/>
                    <a:gd name="connsiteY0" fmla="*/ 0 h 1342"/>
                    <a:gd name="connsiteX1" fmla="*/ 324 w 544"/>
                    <a:gd name="connsiteY1" fmla="*/ 243 h 1342"/>
                    <a:gd name="connsiteX2" fmla="*/ 544 w 544"/>
                    <a:gd name="connsiteY2" fmla="*/ 1169 h 1342"/>
                    <a:gd name="connsiteX3" fmla="*/ 475 w 544"/>
                    <a:gd name="connsiteY3" fmla="*/ 1343 h 1342"/>
                    <a:gd name="connsiteX4" fmla="*/ 0 w 544"/>
                    <a:gd name="connsiteY4" fmla="*/ 23 h 1342"/>
                    <a:gd name="connsiteX5" fmla="*/ 23 w 544"/>
                    <a:gd name="connsiteY5" fmla="*/ 0 h 1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44" h="1342">
                      <a:moveTo>
                        <a:pt x="23" y="0"/>
                      </a:moveTo>
                      <a:lnTo>
                        <a:pt x="324" y="243"/>
                      </a:lnTo>
                      <a:lnTo>
                        <a:pt x="544" y="1169"/>
                      </a:lnTo>
                      <a:lnTo>
                        <a:pt x="475" y="1343"/>
                      </a:lnTo>
                      <a:lnTo>
                        <a:pt x="0" y="23"/>
                      </a:lnTo>
                      <a:lnTo>
                        <a:pt x="2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67" name="Freeform: Shape 1266">
                  <a:extLst>
                    <a:ext uri="{FF2B5EF4-FFF2-40B4-BE49-F238E27FC236}">
                      <a16:creationId xmlns:a16="http://schemas.microsoft.com/office/drawing/2014/main" id="{A110487D-63F6-F257-280E-7A29B6EAAAE7}"/>
                    </a:ext>
                  </a:extLst>
                </p:cNvPr>
                <p:cNvSpPr/>
                <p:nvPr/>
              </p:nvSpPr>
              <p:spPr>
                <a:xfrm>
                  <a:off x="7891608" y="3105327"/>
                  <a:ext cx="914" cy="1111"/>
                </a:xfrm>
                <a:custGeom>
                  <a:avLst/>
                  <a:gdLst>
                    <a:gd name="connsiteX0" fmla="*/ 0 w 914"/>
                    <a:gd name="connsiteY0" fmla="*/ 0 h 1111"/>
                    <a:gd name="connsiteX1" fmla="*/ 915 w 914"/>
                    <a:gd name="connsiteY1" fmla="*/ 1111 h 1111"/>
                    <a:gd name="connsiteX2" fmla="*/ 301 w 914"/>
                    <a:gd name="connsiteY2" fmla="*/ 833 h 1111"/>
                    <a:gd name="connsiteX3" fmla="*/ 0 w 914"/>
                    <a:gd name="connsiteY3" fmla="*/ 0 h 11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4" h="1111">
                      <a:moveTo>
                        <a:pt x="0" y="0"/>
                      </a:moveTo>
                      <a:lnTo>
                        <a:pt x="915" y="1111"/>
                      </a:lnTo>
                      <a:lnTo>
                        <a:pt x="301" y="83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68" name="Freeform: Shape 1267">
                  <a:extLst>
                    <a:ext uri="{FF2B5EF4-FFF2-40B4-BE49-F238E27FC236}">
                      <a16:creationId xmlns:a16="http://schemas.microsoft.com/office/drawing/2014/main" id="{ECDD28FC-A85D-C0AF-6C2C-CBD60A9DD979}"/>
                    </a:ext>
                  </a:extLst>
                </p:cNvPr>
                <p:cNvSpPr/>
                <p:nvPr/>
              </p:nvSpPr>
              <p:spPr>
                <a:xfrm>
                  <a:off x="7908625" y="2824345"/>
                  <a:ext cx="891" cy="694"/>
                </a:xfrm>
                <a:custGeom>
                  <a:avLst/>
                  <a:gdLst>
                    <a:gd name="connsiteX0" fmla="*/ 0 w 891"/>
                    <a:gd name="connsiteY0" fmla="*/ 35 h 694"/>
                    <a:gd name="connsiteX1" fmla="*/ 46 w 891"/>
                    <a:gd name="connsiteY1" fmla="*/ 0 h 694"/>
                    <a:gd name="connsiteX2" fmla="*/ 891 w 891"/>
                    <a:gd name="connsiteY2" fmla="*/ 695 h 694"/>
                    <a:gd name="connsiteX3" fmla="*/ 104 w 891"/>
                    <a:gd name="connsiteY3" fmla="*/ 521 h 694"/>
                    <a:gd name="connsiteX4" fmla="*/ 0 w 891"/>
                    <a:gd name="connsiteY4" fmla="*/ 35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1" h="694">
                      <a:moveTo>
                        <a:pt x="0" y="35"/>
                      </a:moveTo>
                      <a:lnTo>
                        <a:pt x="46" y="0"/>
                      </a:lnTo>
                      <a:lnTo>
                        <a:pt x="891" y="695"/>
                      </a:lnTo>
                      <a:lnTo>
                        <a:pt x="104" y="521"/>
                      </a:lnTo>
                      <a:lnTo>
                        <a:pt x="0" y="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69" name="Freeform: Shape 1268">
                  <a:extLst>
                    <a:ext uri="{FF2B5EF4-FFF2-40B4-BE49-F238E27FC236}">
                      <a16:creationId xmlns:a16="http://schemas.microsoft.com/office/drawing/2014/main" id="{19742D92-319D-09A9-B76A-4E91F461956A}"/>
                    </a:ext>
                  </a:extLst>
                </p:cNvPr>
                <p:cNvSpPr/>
                <p:nvPr/>
              </p:nvSpPr>
              <p:spPr>
                <a:xfrm>
                  <a:off x="8848830" y="2642662"/>
                  <a:ext cx="486" cy="1088"/>
                </a:xfrm>
                <a:custGeom>
                  <a:avLst/>
                  <a:gdLst>
                    <a:gd name="connsiteX0" fmla="*/ 0 w 486"/>
                    <a:gd name="connsiteY0" fmla="*/ 382 h 1088"/>
                    <a:gd name="connsiteX1" fmla="*/ 173 w 486"/>
                    <a:gd name="connsiteY1" fmla="*/ 0 h 1088"/>
                    <a:gd name="connsiteX2" fmla="*/ 486 w 486"/>
                    <a:gd name="connsiteY2" fmla="*/ 1030 h 1088"/>
                    <a:gd name="connsiteX3" fmla="*/ 463 w 486"/>
                    <a:gd name="connsiteY3" fmla="*/ 1088 h 1088"/>
                    <a:gd name="connsiteX4" fmla="*/ 58 w 486"/>
                    <a:gd name="connsiteY4" fmla="*/ 648 h 1088"/>
                    <a:gd name="connsiteX5" fmla="*/ 0 w 486"/>
                    <a:gd name="connsiteY5" fmla="*/ 382 h 1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6" h="1088">
                      <a:moveTo>
                        <a:pt x="0" y="382"/>
                      </a:moveTo>
                      <a:lnTo>
                        <a:pt x="173" y="0"/>
                      </a:lnTo>
                      <a:lnTo>
                        <a:pt x="486" y="1030"/>
                      </a:lnTo>
                      <a:lnTo>
                        <a:pt x="463" y="1088"/>
                      </a:lnTo>
                      <a:lnTo>
                        <a:pt x="58" y="648"/>
                      </a:lnTo>
                      <a:lnTo>
                        <a:pt x="0" y="3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70" name="Freeform: Shape 1269">
                  <a:extLst>
                    <a:ext uri="{FF2B5EF4-FFF2-40B4-BE49-F238E27FC236}">
                      <a16:creationId xmlns:a16="http://schemas.microsoft.com/office/drawing/2014/main" id="{95017504-CB86-DE3D-76FF-1467E1F3CDBD}"/>
                    </a:ext>
                  </a:extLst>
                </p:cNvPr>
                <p:cNvSpPr/>
                <p:nvPr/>
              </p:nvSpPr>
              <p:spPr>
                <a:xfrm>
                  <a:off x="7929809" y="3808550"/>
                  <a:ext cx="520" cy="1122"/>
                </a:xfrm>
                <a:custGeom>
                  <a:avLst/>
                  <a:gdLst>
                    <a:gd name="connsiteX0" fmla="*/ 0 w 520"/>
                    <a:gd name="connsiteY0" fmla="*/ 0 h 1122"/>
                    <a:gd name="connsiteX1" fmla="*/ 521 w 520"/>
                    <a:gd name="connsiteY1" fmla="*/ 602 h 1122"/>
                    <a:gd name="connsiteX2" fmla="*/ 255 w 520"/>
                    <a:gd name="connsiteY2" fmla="*/ 1123 h 1122"/>
                    <a:gd name="connsiteX3" fmla="*/ 0 w 520"/>
                    <a:gd name="connsiteY3" fmla="*/ 0 h 1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20" h="1122">
                      <a:moveTo>
                        <a:pt x="0" y="0"/>
                      </a:moveTo>
                      <a:lnTo>
                        <a:pt x="521" y="602"/>
                      </a:lnTo>
                      <a:lnTo>
                        <a:pt x="255" y="112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71" name="Freeform: Shape 1270">
                  <a:extLst>
                    <a:ext uri="{FF2B5EF4-FFF2-40B4-BE49-F238E27FC236}">
                      <a16:creationId xmlns:a16="http://schemas.microsoft.com/office/drawing/2014/main" id="{F4D918D8-626D-FD17-6161-7E1CB47A2552}"/>
                    </a:ext>
                  </a:extLst>
                </p:cNvPr>
                <p:cNvSpPr/>
                <p:nvPr/>
              </p:nvSpPr>
              <p:spPr>
                <a:xfrm>
                  <a:off x="8050673" y="3944520"/>
                  <a:ext cx="740" cy="567"/>
                </a:xfrm>
                <a:custGeom>
                  <a:avLst/>
                  <a:gdLst>
                    <a:gd name="connsiteX0" fmla="*/ 0 w 740"/>
                    <a:gd name="connsiteY0" fmla="*/ 556 h 567"/>
                    <a:gd name="connsiteX1" fmla="*/ 718 w 740"/>
                    <a:gd name="connsiteY1" fmla="*/ 0 h 567"/>
                    <a:gd name="connsiteX2" fmla="*/ 741 w 740"/>
                    <a:gd name="connsiteY2" fmla="*/ 567 h 567"/>
                    <a:gd name="connsiteX3" fmla="*/ 0 w 740"/>
                    <a:gd name="connsiteY3" fmla="*/ 556 h 5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" h="567">
                      <a:moveTo>
                        <a:pt x="0" y="556"/>
                      </a:moveTo>
                      <a:lnTo>
                        <a:pt x="718" y="0"/>
                      </a:lnTo>
                      <a:lnTo>
                        <a:pt x="741" y="567"/>
                      </a:lnTo>
                      <a:lnTo>
                        <a:pt x="0" y="55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72" name="Freeform: Shape 1271">
                  <a:extLst>
                    <a:ext uri="{FF2B5EF4-FFF2-40B4-BE49-F238E27FC236}">
                      <a16:creationId xmlns:a16="http://schemas.microsoft.com/office/drawing/2014/main" id="{14169252-032D-8A11-F7B7-26EE28955A4E}"/>
                    </a:ext>
                  </a:extLst>
                </p:cNvPr>
                <p:cNvSpPr/>
                <p:nvPr/>
              </p:nvSpPr>
              <p:spPr>
                <a:xfrm>
                  <a:off x="9796431" y="1312466"/>
                  <a:ext cx="613" cy="912"/>
                </a:xfrm>
                <a:custGeom>
                  <a:avLst/>
                  <a:gdLst>
                    <a:gd name="connsiteX0" fmla="*/ 509 w 613"/>
                    <a:gd name="connsiteY0" fmla="*/ 845 h 912"/>
                    <a:gd name="connsiteX1" fmla="*/ 0 w 613"/>
                    <a:gd name="connsiteY1" fmla="*/ 912 h 912"/>
                    <a:gd name="connsiteX2" fmla="*/ 614 w 613"/>
                    <a:gd name="connsiteY2" fmla="*/ 0 h 912"/>
                    <a:gd name="connsiteX3" fmla="*/ 509 w 613"/>
                    <a:gd name="connsiteY3" fmla="*/ 845 h 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13" h="912">
                      <a:moveTo>
                        <a:pt x="509" y="845"/>
                      </a:moveTo>
                      <a:lnTo>
                        <a:pt x="0" y="912"/>
                      </a:lnTo>
                      <a:lnTo>
                        <a:pt x="614" y="0"/>
                      </a:lnTo>
                      <a:lnTo>
                        <a:pt x="509" y="84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73" name="Freeform: Shape 1272">
                  <a:extLst>
                    <a:ext uri="{FF2B5EF4-FFF2-40B4-BE49-F238E27FC236}">
                      <a16:creationId xmlns:a16="http://schemas.microsoft.com/office/drawing/2014/main" id="{5DA9F858-EDA0-E0DC-3220-FAE86FB326AE}"/>
                    </a:ext>
                  </a:extLst>
                </p:cNvPr>
                <p:cNvSpPr/>
                <p:nvPr/>
              </p:nvSpPr>
              <p:spPr>
                <a:xfrm>
                  <a:off x="9662498" y="1743251"/>
                  <a:ext cx="659" cy="914"/>
                </a:xfrm>
                <a:custGeom>
                  <a:avLst/>
                  <a:gdLst>
                    <a:gd name="connsiteX0" fmla="*/ 0 w 659"/>
                    <a:gd name="connsiteY0" fmla="*/ 915 h 914"/>
                    <a:gd name="connsiteX1" fmla="*/ 58 w 659"/>
                    <a:gd name="connsiteY1" fmla="*/ 197 h 914"/>
                    <a:gd name="connsiteX2" fmla="*/ 660 w 659"/>
                    <a:gd name="connsiteY2" fmla="*/ 0 h 914"/>
                    <a:gd name="connsiteX3" fmla="*/ 0 w 659"/>
                    <a:gd name="connsiteY3" fmla="*/ 915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9" h="914">
                      <a:moveTo>
                        <a:pt x="0" y="915"/>
                      </a:moveTo>
                      <a:lnTo>
                        <a:pt x="58" y="197"/>
                      </a:lnTo>
                      <a:lnTo>
                        <a:pt x="660" y="0"/>
                      </a:lnTo>
                      <a:lnTo>
                        <a:pt x="0" y="91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74" name="Freeform: Shape 1273">
                  <a:extLst>
                    <a:ext uri="{FF2B5EF4-FFF2-40B4-BE49-F238E27FC236}">
                      <a16:creationId xmlns:a16="http://schemas.microsoft.com/office/drawing/2014/main" id="{092F4D1F-75AA-5FDB-6770-15C148F275F5}"/>
                    </a:ext>
                  </a:extLst>
                </p:cNvPr>
                <p:cNvSpPr/>
                <p:nvPr/>
              </p:nvSpPr>
              <p:spPr>
                <a:xfrm>
                  <a:off x="8446672" y="2881623"/>
                  <a:ext cx="764" cy="613"/>
                </a:xfrm>
                <a:custGeom>
                  <a:avLst/>
                  <a:gdLst>
                    <a:gd name="connsiteX0" fmla="*/ 0 w 764"/>
                    <a:gd name="connsiteY0" fmla="*/ 290 h 613"/>
                    <a:gd name="connsiteX1" fmla="*/ 764 w 764"/>
                    <a:gd name="connsiteY1" fmla="*/ 0 h 613"/>
                    <a:gd name="connsiteX2" fmla="*/ 614 w 764"/>
                    <a:gd name="connsiteY2" fmla="*/ 614 h 613"/>
                    <a:gd name="connsiteX3" fmla="*/ 0 w 764"/>
                    <a:gd name="connsiteY3" fmla="*/ 290 h 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4" h="613">
                      <a:moveTo>
                        <a:pt x="0" y="290"/>
                      </a:moveTo>
                      <a:lnTo>
                        <a:pt x="764" y="0"/>
                      </a:lnTo>
                      <a:lnTo>
                        <a:pt x="614" y="614"/>
                      </a:lnTo>
                      <a:lnTo>
                        <a:pt x="0" y="2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75" name="Freeform: Shape 1274">
                  <a:extLst>
                    <a:ext uri="{FF2B5EF4-FFF2-40B4-BE49-F238E27FC236}">
                      <a16:creationId xmlns:a16="http://schemas.microsoft.com/office/drawing/2014/main" id="{69577ADF-B4CA-1C73-4F69-C8A347A34D5B}"/>
                    </a:ext>
                  </a:extLst>
                </p:cNvPr>
                <p:cNvSpPr/>
                <p:nvPr/>
              </p:nvSpPr>
              <p:spPr>
                <a:xfrm>
                  <a:off x="8105774" y="2872072"/>
                  <a:ext cx="625" cy="625"/>
                </a:xfrm>
                <a:custGeom>
                  <a:avLst/>
                  <a:gdLst>
                    <a:gd name="connsiteX0" fmla="*/ 567 w 625"/>
                    <a:gd name="connsiteY0" fmla="*/ 440 h 625"/>
                    <a:gd name="connsiteX1" fmla="*/ 162 w 625"/>
                    <a:gd name="connsiteY1" fmla="*/ 625 h 625"/>
                    <a:gd name="connsiteX2" fmla="*/ 0 w 625"/>
                    <a:gd name="connsiteY2" fmla="*/ 509 h 625"/>
                    <a:gd name="connsiteX3" fmla="*/ 255 w 625"/>
                    <a:gd name="connsiteY3" fmla="*/ 0 h 625"/>
                    <a:gd name="connsiteX4" fmla="*/ 625 w 625"/>
                    <a:gd name="connsiteY4" fmla="*/ 313 h 625"/>
                    <a:gd name="connsiteX5" fmla="*/ 567 w 625"/>
                    <a:gd name="connsiteY5" fmla="*/ 440 h 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5" h="625">
                      <a:moveTo>
                        <a:pt x="567" y="440"/>
                      </a:moveTo>
                      <a:lnTo>
                        <a:pt x="162" y="625"/>
                      </a:lnTo>
                      <a:lnTo>
                        <a:pt x="0" y="509"/>
                      </a:lnTo>
                      <a:lnTo>
                        <a:pt x="255" y="0"/>
                      </a:lnTo>
                      <a:lnTo>
                        <a:pt x="625" y="313"/>
                      </a:lnTo>
                      <a:lnTo>
                        <a:pt x="567" y="44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76" name="Freeform: Shape 1275">
                  <a:extLst>
                    <a:ext uri="{FF2B5EF4-FFF2-40B4-BE49-F238E27FC236}">
                      <a16:creationId xmlns:a16="http://schemas.microsoft.com/office/drawing/2014/main" id="{D838643C-5A40-66AB-0FCE-99960397CBD7}"/>
                    </a:ext>
                  </a:extLst>
                </p:cNvPr>
                <p:cNvSpPr/>
                <p:nvPr/>
              </p:nvSpPr>
              <p:spPr>
                <a:xfrm>
                  <a:off x="7790493" y="3202842"/>
                  <a:ext cx="706" cy="706"/>
                </a:xfrm>
                <a:custGeom>
                  <a:avLst/>
                  <a:gdLst>
                    <a:gd name="connsiteX0" fmla="*/ 0 w 706"/>
                    <a:gd name="connsiteY0" fmla="*/ 347 h 706"/>
                    <a:gd name="connsiteX1" fmla="*/ 706 w 706"/>
                    <a:gd name="connsiteY1" fmla="*/ 0 h 706"/>
                    <a:gd name="connsiteX2" fmla="*/ 498 w 706"/>
                    <a:gd name="connsiteY2" fmla="*/ 706 h 706"/>
                    <a:gd name="connsiteX3" fmla="*/ 0 w 706"/>
                    <a:gd name="connsiteY3" fmla="*/ 347 h 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6" h="706">
                      <a:moveTo>
                        <a:pt x="0" y="347"/>
                      </a:moveTo>
                      <a:lnTo>
                        <a:pt x="706" y="0"/>
                      </a:lnTo>
                      <a:lnTo>
                        <a:pt x="498" y="706"/>
                      </a:lnTo>
                      <a:lnTo>
                        <a:pt x="0" y="34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77" name="Freeform: Shape 1276">
                  <a:extLst>
                    <a:ext uri="{FF2B5EF4-FFF2-40B4-BE49-F238E27FC236}">
                      <a16:creationId xmlns:a16="http://schemas.microsoft.com/office/drawing/2014/main" id="{51C4EA2A-52BD-3BF5-5157-2CB64A474594}"/>
                    </a:ext>
                  </a:extLst>
                </p:cNvPr>
                <p:cNvSpPr/>
                <p:nvPr/>
              </p:nvSpPr>
              <p:spPr>
                <a:xfrm>
                  <a:off x="7745833" y="2751278"/>
                  <a:ext cx="821" cy="532"/>
                </a:xfrm>
                <a:custGeom>
                  <a:avLst/>
                  <a:gdLst>
                    <a:gd name="connsiteX0" fmla="*/ 0 w 821"/>
                    <a:gd name="connsiteY0" fmla="*/ 220 h 532"/>
                    <a:gd name="connsiteX1" fmla="*/ 764 w 821"/>
                    <a:gd name="connsiteY1" fmla="*/ 0 h 532"/>
                    <a:gd name="connsiteX2" fmla="*/ 822 w 821"/>
                    <a:gd name="connsiteY2" fmla="*/ 533 h 532"/>
                    <a:gd name="connsiteX3" fmla="*/ 0 w 821"/>
                    <a:gd name="connsiteY3" fmla="*/ 220 h 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21" h="532">
                      <a:moveTo>
                        <a:pt x="0" y="220"/>
                      </a:moveTo>
                      <a:lnTo>
                        <a:pt x="764" y="0"/>
                      </a:lnTo>
                      <a:lnTo>
                        <a:pt x="822" y="533"/>
                      </a:lnTo>
                      <a:lnTo>
                        <a:pt x="0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78" name="Freeform: Shape 1277">
                  <a:extLst>
                    <a:ext uri="{FF2B5EF4-FFF2-40B4-BE49-F238E27FC236}">
                      <a16:creationId xmlns:a16="http://schemas.microsoft.com/office/drawing/2014/main" id="{56AFFE54-E753-3B69-DCF5-C17FAD3B5A94}"/>
                    </a:ext>
                  </a:extLst>
                </p:cNvPr>
                <p:cNvSpPr/>
                <p:nvPr/>
              </p:nvSpPr>
              <p:spPr>
                <a:xfrm>
                  <a:off x="8109154" y="2873381"/>
                  <a:ext cx="567" cy="694"/>
                </a:xfrm>
                <a:custGeom>
                  <a:avLst/>
                  <a:gdLst>
                    <a:gd name="connsiteX0" fmla="*/ 174 w 567"/>
                    <a:gd name="connsiteY0" fmla="*/ 0 h 694"/>
                    <a:gd name="connsiteX1" fmla="*/ 232 w 567"/>
                    <a:gd name="connsiteY1" fmla="*/ 46 h 694"/>
                    <a:gd name="connsiteX2" fmla="*/ 567 w 567"/>
                    <a:gd name="connsiteY2" fmla="*/ 544 h 694"/>
                    <a:gd name="connsiteX3" fmla="*/ 0 w 567"/>
                    <a:gd name="connsiteY3" fmla="*/ 695 h 694"/>
                    <a:gd name="connsiteX4" fmla="*/ 70 w 567"/>
                    <a:gd name="connsiteY4" fmla="*/ 197 h 694"/>
                    <a:gd name="connsiteX5" fmla="*/ 174 w 567"/>
                    <a:gd name="connsiteY5" fmla="*/ 0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67" h="694">
                      <a:moveTo>
                        <a:pt x="174" y="0"/>
                      </a:moveTo>
                      <a:lnTo>
                        <a:pt x="232" y="46"/>
                      </a:lnTo>
                      <a:lnTo>
                        <a:pt x="567" y="544"/>
                      </a:lnTo>
                      <a:lnTo>
                        <a:pt x="0" y="695"/>
                      </a:lnTo>
                      <a:lnTo>
                        <a:pt x="70" y="197"/>
                      </a:lnTo>
                      <a:lnTo>
                        <a:pt x="174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79" name="Freeform: Shape 1278">
                  <a:extLst>
                    <a:ext uri="{FF2B5EF4-FFF2-40B4-BE49-F238E27FC236}">
                      <a16:creationId xmlns:a16="http://schemas.microsoft.com/office/drawing/2014/main" id="{26223CD2-5355-971D-353B-642DDA29E5DE}"/>
                    </a:ext>
                  </a:extLst>
                </p:cNvPr>
                <p:cNvSpPr/>
                <p:nvPr/>
              </p:nvSpPr>
              <p:spPr>
                <a:xfrm>
                  <a:off x="9730807" y="1390060"/>
                  <a:ext cx="787" cy="653"/>
                </a:xfrm>
                <a:custGeom>
                  <a:avLst/>
                  <a:gdLst>
                    <a:gd name="connsiteX0" fmla="*/ 0 w 787"/>
                    <a:gd name="connsiteY0" fmla="*/ 234 h 653"/>
                    <a:gd name="connsiteX1" fmla="*/ 787 w 787"/>
                    <a:gd name="connsiteY1" fmla="*/ 0 h 653"/>
                    <a:gd name="connsiteX2" fmla="*/ 382 w 787"/>
                    <a:gd name="connsiteY2" fmla="*/ 654 h 653"/>
                    <a:gd name="connsiteX3" fmla="*/ 0 w 787"/>
                    <a:gd name="connsiteY3" fmla="*/ 234 h 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7" h="653">
                      <a:moveTo>
                        <a:pt x="0" y="234"/>
                      </a:moveTo>
                      <a:lnTo>
                        <a:pt x="787" y="0"/>
                      </a:lnTo>
                      <a:lnTo>
                        <a:pt x="382" y="654"/>
                      </a:lnTo>
                      <a:lnTo>
                        <a:pt x="0" y="23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80" name="Freeform: Shape 1279">
                  <a:extLst>
                    <a:ext uri="{FF2B5EF4-FFF2-40B4-BE49-F238E27FC236}">
                      <a16:creationId xmlns:a16="http://schemas.microsoft.com/office/drawing/2014/main" id="{C3EC3335-D305-8A76-E450-A395AF0F10D2}"/>
                    </a:ext>
                  </a:extLst>
                </p:cNvPr>
                <p:cNvSpPr/>
                <p:nvPr/>
              </p:nvSpPr>
              <p:spPr>
                <a:xfrm>
                  <a:off x="9779530" y="1352956"/>
                  <a:ext cx="532" cy="635"/>
                </a:xfrm>
                <a:custGeom>
                  <a:avLst/>
                  <a:gdLst>
                    <a:gd name="connsiteX0" fmla="*/ 0 w 532"/>
                    <a:gd name="connsiteY0" fmla="*/ 0 h 635"/>
                    <a:gd name="connsiteX1" fmla="*/ 509 w 532"/>
                    <a:gd name="connsiteY1" fmla="*/ 36 h 635"/>
                    <a:gd name="connsiteX2" fmla="*/ 532 w 532"/>
                    <a:gd name="connsiteY2" fmla="*/ 410 h 635"/>
                    <a:gd name="connsiteX3" fmla="*/ 336 w 532"/>
                    <a:gd name="connsiteY3" fmla="*/ 635 h 635"/>
                    <a:gd name="connsiteX4" fmla="*/ 104 w 532"/>
                    <a:gd name="connsiteY4" fmla="*/ 275 h 635"/>
                    <a:gd name="connsiteX5" fmla="*/ 0 w 532"/>
                    <a:gd name="connsiteY5" fmla="*/ 0 h 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32" h="635">
                      <a:moveTo>
                        <a:pt x="0" y="0"/>
                      </a:moveTo>
                      <a:lnTo>
                        <a:pt x="509" y="36"/>
                      </a:lnTo>
                      <a:lnTo>
                        <a:pt x="532" y="410"/>
                      </a:lnTo>
                      <a:lnTo>
                        <a:pt x="336" y="635"/>
                      </a:lnTo>
                      <a:lnTo>
                        <a:pt x="104" y="27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81" name="Freeform: Shape 1280">
                  <a:extLst>
                    <a:ext uri="{FF2B5EF4-FFF2-40B4-BE49-F238E27FC236}">
                      <a16:creationId xmlns:a16="http://schemas.microsoft.com/office/drawing/2014/main" id="{2848945D-AEE1-77E6-25B9-17010A1370FF}"/>
                    </a:ext>
                  </a:extLst>
                </p:cNvPr>
                <p:cNvSpPr/>
                <p:nvPr/>
              </p:nvSpPr>
              <p:spPr>
                <a:xfrm>
                  <a:off x="8316293" y="2301220"/>
                  <a:ext cx="1041" cy="717"/>
                </a:xfrm>
                <a:custGeom>
                  <a:avLst/>
                  <a:gdLst>
                    <a:gd name="connsiteX0" fmla="*/ 0 w 1041"/>
                    <a:gd name="connsiteY0" fmla="*/ 289 h 717"/>
                    <a:gd name="connsiteX1" fmla="*/ 35 w 1041"/>
                    <a:gd name="connsiteY1" fmla="*/ 255 h 717"/>
                    <a:gd name="connsiteX2" fmla="*/ 289 w 1041"/>
                    <a:gd name="connsiteY2" fmla="*/ 0 h 717"/>
                    <a:gd name="connsiteX3" fmla="*/ 1042 w 1041"/>
                    <a:gd name="connsiteY3" fmla="*/ 718 h 717"/>
                    <a:gd name="connsiteX4" fmla="*/ 35 w 1041"/>
                    <a:gd name="connsiteY4" fmla="*/ 301 h 717"/>
                    <a:gd name="connsiteX5" fmla="*/ 0 w 1041"/>
                    <a:gd name="connsiteY5" fmla="*/ 289 h 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41" h="717">
                      <a:moveTo>
                        <a:pt x="0" y="289"/>
                      </a:moveTo>
                      <a:lnTo>
                        <a:pt x="35" y="255"/>
                      </a:lnTo>
                      <a:lnTo>
                        <a:pt x="289" y="0"/>
                      </a:lnTo>
                      <a:lnTo>
                        <a:pt x="1042" y="718"/>
                      </a:lnTo>
                      <a:lnTo>
                        <a:pt x="35" y="301"/>
                      </a:lnTo>
                      <a:lnTo>
                        <a:pt x="0" y="28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82" name="Freeform: Shape 1281">
                  <a:extLst>
                    <a:ext uri="{FF2B5EF4-FFF2-40B4-BE49-F238E27FC236}">
                      <a16:creationId xmlns:a16="http://schemas.microsoft.com/office/drawing/2014/main" id="{D0921175-9753-B5AD-C995-CFBD1F004BD9}"/>
                    </a:ext>
                  </a:extLst>
                </p:cNvPr>
                <p:cNvSpPr/>
                <p:nvPr/>
              </p:nvSpPr>
              <p:spPr>
                <a:xfrm>
                  <a:off x="8485034" y="2820456"/>
                  <a:ext cx="1296" cy="1007"/>
                </a:xfrm>
                <a:custGeom>
                  <a:avLst/>
                  <a:gdLst>
                    <a:gd name="connsiteX0" fmla="*/ 0 w 1296"/>
                    <a:gd name="connsiteY0" fmla="*/ 0 h 1007"/>
                    <a:gd name="connsiteX1" fmla="*/ 1296 w 1296"/>
                    <a:gd name="connsiteY1" fmla="*/ 984 h 1007"/>
                    <a:gd name="connsiteX2" fmla="*/ 1169 w 1296"/>
                    <a:gd name="connsiteY2" fmla="*/ 1007 h 1007"/>
                    <a:gd name="connsiteX3" fmla="*/ 405 w 1296"/>
                    <a:gd name="connsiteY3" fmla="*/ 579 h 1007"/>
                    <a:gd name="connsiteX4" fmla="*/ 0 w 1296"/>
                    <a:gd name="connsiteY4" fmla="*/ 0 h 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96" h="1007">
                      <a:moveTo>
                        <a:pt x="0" y="0"/>
                      </a:moveTo>
                      <a:lnTo>
                        <a:pt x="1296" y="984"/>
                      </a:lnTo>
                      <a:lnTo>
                        <a:pt x="1169" y="1007"/>
                      </a:lnTo>
                      <a:lnTo>
                        <a:pt x="405" y="57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83" name="Freeform: Shape 1282">
                  <a:extLst>
                    <a:ext uri="{FF2B5EF4-FFF2-40B4-BE49-F238E27FC236}">
                      <a16:creationId xmlns:a16="http://schemas.microsoft.com/office/drawing/2014/main" id="{5816ECE7-6A5D-2C35-D90D-DF9BA157994B}"/>
                    </a:ext>
                  </a:extLst>
                </p:cNvPr>
                <p:cNvSpPr/>
                <p:nvPr/>
              </p:nvSpPr>
              <p:spPr>
                <a:xfrm>
                  <a:off x="7806642" y="3281963"/>
                  <a:ext cx="659" cy="902"/>
                </a:xfrm>
                <a:custGeom>
                  <a:avLst/>
                  <a:gdLst>
                    <a:gd name="connsiteX0" fmla="*/ 0 w 659"/>
                    <a:gd name="connsiteY0" fmla="*/ 220 h 902"/>
                    <a:gd name="connsiteX1" fmla="*/ 405 w 659"/>
                    <a:gd name="connsiteY1" fmla="*/ 0 h 902"/>
                    <a:gd name="connsiteX2" fmla="*/ 660 w 659"/>
                    <a:gd name="connsiteY2" fmla="*/ 903 h 902"/>
                    <a:gd name="connsiteX3" fmla="*/ 0 w 659"/>
                    <a:gd name="connsiteY3" fmla="*/ 220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9" h="902">
                      <a:moveTo>
                        <a:pt x="0" y="220"/>
                      </a:moveTo>
                      <a:lnTo>
                        <a:pt x="405" y="0"/>
                      </a:lnTo>
                      <a:lnTo>
                        <a:pt x="660" y="903"/>
                      </a:lnTo>
                      <a:lnTo>
                        <a:pt x="0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84" name="Freeform: Shape 1283">
                  <a:extLst>
                    <a:ext uri="{FF2B5EF4-FFF2-40B4-BE49-F238E27FC236}">
                      <a16:creationId xmlns:a16="http://schemas.microsoft.com/office/drawing/2014/main" id="{D98144D3-857C-D396-B738-4632B5CBD735}"/>
                    </a:ext>
                  </a:extLst>
                </p:cNvPr>
                <p:cNvSpPr/>
                <p:nvPr/>
              </p:nvSpPr>
              <p:spPr>
                <a:xfrm>
                  <a:off x="7906136" y="2818349"/>
                  <a:ext cx="555" cy="902"/>
                </a:xfrm>
                <a:custGeom>
                  <a:avLst/>
                  <a:gdLst>
                    <a:gd name="connsiteX0" fmla="*/ 0 w 555"/>
                    <a:gd name="connsiteY0" fmla="*/ 903 h 902"/>
                    <a:gd name="connsiteX1" fmla="*/ 243 w 555"/>
                    <a:gd name="connsiteY1" fmla="*/ 0 h 902"/>
                    <a:gd name="connsiteX2" fmla="*/ 556 w 555"/>
                    <a:gd name="connsiteY2" fmla="*/ 532 h 902"/>
                    <a:gd name="connsiteX3" fmla="*/ 0 w 555"/>
                    <a:gd name="connsiteY3" fmla="*/ 903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5" h="902">
                      <a:moveTo>
                        <a:pt x="0" y="903"/>
                      </a:moveTo>
                      <a:lnTo>
                        <a:pt x="243" y="0"/>
                      </a:lnTo>
                      <a:lnTo>
                        <a:pt x="556" y="532"/>
                      </a:lnTo>
                      <a:lnTo>
                        <a:pt x="0" y="9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85" name="Freeform: Shape 1284">
                  <a:extLst>
                    <a:ext uri="{FF2B5EF4-FFF2-40B4-BE49-F238E27FC236}">
                      <a16:creationId xmlns:a16="http://schemas.microsoft.com/office/drawing/2014/main" id="{6817BA8E-A237-9F1A-4EDD-68317CD83019}"/>
                    </a:ext>
                  </a:extLst>
                </p:cNvPr>
                <p:cNvSpPr/>
                <p:nvPr/>
              </p:nvSpPr>
              <p:spPr>
                <a:xfrm>
                  <a:off x="7850549" y="3156330"/>
                  <a:ext cx="752" cy="625"/>
                </a:xfrm>
                <a:custGeom>
                  <a:avLst/>
                  <a:gdLst>
                    <a:gd name="connsiteX0" fmla="*/ 232 w 752"/>
                    <a:gd name="connsiteY0" fmla="*/ 0 h 625"/>
                    <a:gd name="connsiteX1" fmla="*/ 301 w 752"/>
                    <a:gd name="connsiteY1" fmla="*/ 12 h 625"/>
                    <a:gd name="connsiteX2" fmla="*/ 752 w 752"/>
                    <a:gd name="connsiteY2" fmla="*/ 324 h 625"/>
                    <a:gd name="connsiteX3" fmla="*/ 0 w 752"/>
                    <a:gd name="connsiteY3" fmla="*/ 625 h 625"/>
                    <a:gd name="connsiteX4" fmla="*/ 232 w 752"/>
                    <a:gd name="connsiteY4" fmla="*/ 0 h 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2" h="625">
                      <a:moveTo>
                        <a:pt x="232" y="0"/>
                      </a:moveTo>
                      <a:lnTo>
                        <a:pt x="301" y="12"/>
                      </a:lnTo>
                      <a:lnTo>
                        <a:pt x="752" y="324"/>
                      </a:lnTo>
                      <a:lnTo>
                        <a:pt x="0" y="625"/>
                      </a:lnTo>
                      <a:lnTo>
                        <a:pt x="232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86" name="Freeform: Shape 1285">
                  <a:extLst>
                    <a:ext uri="{FF2B5EF4-FFF2-40B4-BE49-F238E27FC236}">
                      <a16:creationId xmlns:a16="http://schemas.microsoft.com/office/drawing/2014/main" id="{5A2B211C-D5B2-E436-CAEE-5446A11AF6BE}"/>
                    </a:ext>
                  </a:extLst>
                </p:cNvPr>
                <p:cNvSpPr/>
                <p:nvPr/>
              </p:nvSpPr>
              <p:spPr>
                <a:xfrm>
                  <a:off x="7836230" y="3249828"/>
                  <a:ext cx="856" cy="451"/>
                </a:xfrm>
                <a:custGeom>
                  <a:avLst/>
                  <a:gdLst>
                    <a:gd name="connsiteX0" fmla="*/ 46 w 856"/>
                    <a:gd name="connsiteY0" fmla="*/ 290 h 451"/>
                    <a:gd name="connsiteX1" fmla="*/ 347 w 856"/>
                    <a:gd name="connsiteY1" fmla="*/ 0 h 451"/>
                    <a:gd name="connsiteX2" fmla="*/ 857 w 856"/>
                    <a:gd name="connsiteY2" fmla="*/ 417 h 451"/>
                    <a:gd name="connsiteX3" fmla="*/ 0 w 856"/>
                    <a:gd name="connsiteY3" fmla="*/ 451 h 451"/>
                    <a:gd name="connsiteX4" fmla="*/ 46 w 856"/>
                    <a:gd name="connsiteY4" fmla="*/ 290 h 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6" h="451">
                      <a:moveTo>
                        <a:pt x="46" y="290"/>
                      </a:moveTo>
                      <a:lnTo>
                        <a:pt x="347" y="0"/>
                      </a:lnTo>
                      <a:lnTo>
                        <a:pt x="857" y="417"/>
                      </a:lnTo>
                      <a:lnTo>
                        <a:pt x="0" y="451"/>
                      </a:lnTo>
                      <a:lnTo>
                        <a:pt x="46" y="29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87" name="Freeform: Shape 1286">
                  <a:extLst>
                    <a:ext uri="{FF2B5EF4-FFF2-40B4-BE49-F238E27FC236}">
                      <a16:creationId xmlns:a16="http://schemas.microsoft.com/office/drawing/2014/main" id="{551BCF2F-747E-6D10-778D-83A059769684}"/>
                    </a:ext>
                  </a:extLst>
                </p:cNvPr>
                <p:cNvSpPr/>
                <p:nvPr/>
              </p:nvSpPr>
              <p:spPr>
                <a:xfrm>
                  <a:off x="7845305" y="3229767"/>
                  <a:ext cx="1018" cy="486"/>
                </a:xfrm>
                <a:custGeom>
                  <a:avLst/>
                  <a:gdLst>
                    <a:gd name="connsiteX0" fmla="*/ 0 w 1018"/>
                    <a:gd name="connsiteY0" fmla="*/ 301 h 486"/>
                    <a:gd name="connsiteX1" fmla="*/ 440 w 1018"/>
                    <a:gd name="connsiteY1" fmla="*/ 0 h 486"/>
                    <a:gd name="connsiteX2" fmla="*/ 984 w 1018"/>
                    <a:gd name="connsiteY2" fmla="*/ 405 h 486"/>
                    <a:gd name="connsiteX3" fmla="*/ 1019 w 1018"/>
                    <a:gd name="connsiteY3" fmla="*/ 486 h 486"/>
                    <a:gd name="connsiteX4" fmla="*/ 0 w 1018"/>
                    <a:gd name="connsiteY4" fmla="*/ 301 h 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8" h="486">
                      <a:moveTo>
                        <a:pt x="0" y="301"/>
                      </a:moveTo>
                      <a:lnTo>
                        <a:pt x="440" y="0"/>
                      </a:lnTo>
                      <a:lnTo>
                        <a:pt x="984" y="405"/>
                      </a:lnTo>
                      <a:lnTo>
                        <a:pt x="1019" y="486"/>
                      </a:lnTo>
                      <a:lnTo>
                        <a:pt x="0" y="3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88" name="Freeform: Shape 1287">
                  <a:extLst>
                    <a:ext uri="{FF2B5EF4-FFF2-40B4-BE49-F238E27FC236}">
                      <a16:creationId xmlns:a16="http://schemas.microsoft.com/office/drawing/2014/main" id="{15943B66-BADE-1991-0FB1-F8DF0BA8C164}"/>
                    </a:ext>
                  </a:extLst>
                </p:cNvPr>
                <p:cNvSpPr/>
                <p:nvPr/>
              </p:nvSpPr>
              <p:spPr>
                <a:xfrm>
                  <a:off x="8229740" y="3669269"/>
                  <a:ext cx="497" cy="949"/>
                </a:xfrm>
                <a:custGeom>
                  <a:avLst/>
                  <a:gdLst>
                    <a:gd name="connsiteX0" fmla="*/ 0 w 497"/>
                    <a:gd name="connsiteY0" fmla="*/ 764 h 949"/>
                    <a:gd name="connsiteX1" fmla="*/ 185 w 497"/>
                    <a:gd name="connsiteY1" fmla="*/ 0 h 949"/>
                    <a:gd name="connsiteX2" fmla="*/ 498 w 497"/>
                    <a:gd name="connsiteY2" fmla="*/ 949 h 949"/>
                    <a:gd name="connsiteX3" fmla="*/ 0 w 497"/>
                    <a:gd name="connsiteY3" fmla="*/ 764 h 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7" h="949">
                      <a:moveTo>
                        <a:pt x="0" y="764"/>
                      </a:moveTo>
                      <a:lnTo>
                        <a:pt x="185" y="0"/>
                      </a:lnTo>
                      <a:lnTo>
                        <a:pt x="498" y="949"/>
                      </a:lnTo>
                      <a:lnTo>
                        <a:pt x="0" y="76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89" name="Freeform: Shape 1288">
                  <a:extLst>
                    <a:ext uri="{FF2B5EF4-FFF2-40B4-BE49-F238E27FC236}">
                      <a16:creationId xmlns:a16="http://schemas.microsoft.com/office/drawing/2014/main" id="{24AA34B7-6721-B4F8-D6DF-E24BC9CE2E0F}"/>
                    </a:ext>
                  </a:extLst>
                </p:cNvPr>
                <p:cNvSpPr/>
                <p:nvPr/>
              </p:nvSpPr>
              <p:spPr>
                <a:xfrm>
                  <a:off x="8238978" y="4329615"/>
                  <a:ext cx="590" cy="983"/>
                </a:xfrm>
                <a:custGeom>
                  <a:avLst/>
                  <a:gdLst>
                    <a:gd name="connsiteX0" fmla="*/ 370 w 590"/>
                    <a:gd name="connsiteY0" fmla="*/ 833 h 983"/>
                    <a:gd name="connsiteX1" fmla="*/ 0 w 590"/>
                    <a:gd name="connsiteY1" fmla="*/ 984 h 983"/>
                    <a:gd name="connsiteX2" fmla="*/ 579 w 590"/>
                    <a:gd name="connsiteY2" fmla="*/ 0 h 983"/>
                    <a:gd name="connsiteX3" fmla="*/ 590 w 590"/>
                    <a:gd name="connsiteY3" fmla="*/ 590 h 983"/>
                    <a:gd name="connsiteX4" fmla="*/ 370 w 590"/>
                    <a:gd name="connsiteY4" fmla="*/ 833 h 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0" h="983">
                      <a:moveTo>
                        <a:pt x="370" y="833"/>
                      </a:moveTo>
                      <a:lnTo>
                        <a:pt x="0" y="984"/>
                      </a:lnTo>
                      <a:lnTo>
                        <a:pt x="579" y="0"/>
                      </a:lnTo>
                      <a:lnTo>
                        <a:pt x="590" y="590"/>
                      </a:lnTo>
                      <a:lnTo>
                        <a:pt x="370" y="83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90" name="Freeform: Shape 1289">
                  <a:extLst>
                    <a:ext uri="{FF2B5EF4-FFF2-40B4-BE49-F238E27FC236}">
                      <a16:creationId xmlns:a16="http://schemas.microsoft.com/office/drawing/2014/main" id="{9FF09833-F302-1B02-76C8-8F0CBFD55615}"/>
                    </a:ext>
                  </a:extLst>
                </p:cNvPr>
                <p:cNvSpPr/>
                <p:nvPr/>
              </p:nvSpPr>
              <p:spPr>
                <a:xfrm>
                  <a:off x="7849067" y="3155832"/>
                  <a:ext cx="555" cy="914"/>
                </a:xfrm>
                <a:custGeom>
                  <a:avLst/>
                  <a:gdLst>
                    <a:gd name="connsiteX0" fmla="*/ 0 w 555"/>
                    <a:gd name="connsiteY0" fmla="*/ 671 h 914"/>
                    <a:gd name="connsiteX1" fmla="*/ 58 w 555"/>
                    <a:gd name="connsiteY1" fmla="*/ 0 h 914"/>
                    <a:gd name="connsiteX2" fmla="*/ 556 w 555"/>
                    <a:gd name="connsiteY2" fmla="*/ 857 h 914"/>
                    <a:gd name="connsiteX3" fmla="*/ 544 w 555"/>
                    <a:gd name="connsiteY3" fmla="*/ 915 h 914"/>
                    <a:gd name="connsiteX4" fmla="*/ 0 w 555"/>
                    <a:gd name="connsiteY4" fmla="*/ 671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" h="914">
                      <a:moveTo>
                        <a:pt x="0" y="671"/>
                      </a:moveTo>
                      <a:lnTo>
                        <a:pt x="58" y="0"/>
                      </a:lnTo>
                      <a:lnTo>
                        <a:pt x="556" y="857"/>
                      </a:lnTo>
                      <a:lnTo>
                        <a:pt x="544" y="915"/>
                      </a:lnTo>
                      <a:lnTo>
                        <a:pt x="0" y="67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91" name="Freeform: Shape 1290">
                  <a:extLst>
                    <a:ext uri="{FF2B5EF4-FFF2-40B4-BE49-F238E27FC236}">
                      <a16:creationId xmlns:a16="http://schemas.microsoft.com/office/drawing/2014/main" id="{ED76DD26-7E1A-5941-87E7-D4C6FE7BECDA}"/>
                    </a:ext>
                  </a:extLst>
                </p:cNvPr>
                <p:cNvSpPr/>
                <p:nvPr/>
              </p:nvSpPr>
              <p:spPr>
                <a:xfrm>
                  <a:off x="7864428" y="3135597"/>
                  <a:ext cx="717" cy="683"/>
                </a:xfrm>
                <a:custGeom>
                  <a:avLst/>
                  <a:gdLst>
                    <a:gd name="connsiteX0" fmla="*/ 0 w 717"/>
                    <a:gd name="connsiteY0" fmla="*/ 104 h 683"/>
                    <a:gd name="connsiteX1" fmla="*/ 150 w 717"/>
                    <a:gd name="connsiteY1" fmla="*/ 0 h 683"/>
                    <a:gd name="connsiteX2" fmla="*/ 718 w 717"/>
                    <a:gd name="connsiteY2" fmla="*/ 683 h 683"/>
                    <a:gd name="connsiteX3" fmla="*/ 58 w 717"/>
                    <a:gd name="connsiteY3" fmla="*/ 498 h 683"/>
                    <a:gd name="connsiteX4" fmla="*/ 0 w 717"/>
                    <a:gd name="connsiteY4" fmla="*/ 104 h 6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7" h="683">
                      <a:moveTo>
                        <a:pt x="0" y="104"/>
                      </a:moveTo>
                      <a:lnTo>
                        <a:pt x="150" y="0"/>
                      </a:lnTo>
                      <a:lnTo>
                        <a:pt x="718" y="683"/>
                      </a:lnTo>
                      <a:lnTo>
                        <a:pt x="58" y="498"/>
                      </a:lnTo>
                      <a:lnTo>
                        <a:pt x="0" y="10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92" name="Freeform: Shape 1291">
                  <a:extLst>
                    <a:ext uri="{FF2B5EF4-FFF2-40B4-BE49-F238E27FC236}">
                      <a16:creationId xmlns:a16="http://schemas.microsoft.com/office/drawing/2014/main" id="{89B2AFA4-D6E2-0E1D-9BE1-9A5066AF4ACF}"/>
                    </a:ext>
                  </a:extLst>
                </p:cNvPr>
                <p:cNvSpPr/>
                <p:nvPr/>
              </p:nvSpPr>
              <p:spPr>
                <a:xfrm>
                  <a:off x="7884362" y="3081654"/>
                  <a:ext cx="1064" cy="1053"/>
                </a:xfrm>
                <a:custGeom>
                  <a:avLst/>
                  <a:gdLst>
                    <a:gd name="connsiteX0" fmla="*/ 0 w 1064"/>
                    <a:gd name="connsiteY0" fmla="*/ 0 h 1053"/>
                    <a:gd name="connsiteX1" fmla="*/ 637 w 1064"/>
                    <a:gd name="connsiteY1" fmla="*/ 232 h 1053"/>
                    <a:gd name="connsiteX2" fmla="*/ 1065 w 1064"/>
                    <a:gd name="connsiteY2" fmla="*/ 1053 h 1053"/>
                    <a:gd name="connsiteX3" fmla="*/ 0 w 1064"/>
                    <a:gd name="connsiteY3" fmla="*/ 0 h 10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64" h="1053">
                      <a:moveTo>
                        <a:pt x="0" y="0"/>
                      </a:moveTo>
                      <a:lnTo>
                        <a:pt x="637" y="232"/>
                      </a:lnTo>
                      <a:lnTo>
                        <a:pt x="1065" y="105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93" name="Freeform: Shape 1292">
                  <a:extLst>
                    <a:ext uri="{FF2B5EF4-FFF2-40B4-BE49-F238E27FC236}">
                      <a16:creationId xmlns:a16="http://schemas.microsoft.com/office/drawing/2014/main" id="{736E75D8-6713-BD29-359A-47FC904E6A2D}"/>
                    </a:ext>
                  </a:extLst>
                </p:cNvPr>
                <p:cNvSpPr/>
                <p:nvPr/>
              </p:nvSpPr>
              <p:spPr>
                <a:xfrm>
                  <a:off x="8181862" y="3947367"/>
                  <a:ext cx="1111" cy="335"/>
                </a:xfrm>
                <a:custGeom>
                  <a:avLst/>
                  <a:gdLst>
                    <a:gd name="connsiteX0" fmla="*/ 0 w 1111"/>
                    <a:gd name="connsiteY0" fmla="*/ 93 h 335"/>
                    <a:gd name="connsiteX1" fmla="*/ 278 w 1111"/>
                    <a:gd name="connsiteY1" fmla="*/ 0 h 335"/>
                    <a:gd name="connsiteX2" fmla="*/ 1111 w 1111"/>
                    <a:gd name="connsiteY2" fmla="*/ 336 h 335"/>
                    <a:gd name="connsiteX3" fmla="*/ 11 w 1111"/>
                    <a:gd name="connsiteY3" fmla="*/ 313 h 335"/>
                    <a:gd name="connsiteX4" fmla="*/ 0 w 1111"/>
                    <a:gd name="connsiteY4" fmla="*/ 93 h 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1" h="335">
                      <a:moveTo>
                        <a:pt x="0" y="93"/>
                      </a:moveTo>
                      <a:lnTo>
                        <a:pt x="278" y="0"/>
                      </a:lnTo>
                      <a:lnTo>
                        <a:pt x="1111" y="336"/>
                      </a:lnTo>
                      <a:lnTo>
                        <a:pt x="11" y="313"/>
                      </a:lnTo>
                      <a:lnTo>
                        <a:pt x="0" y="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94" name="Freeform: Shape 1293">
                  <a:extLst>
                    <a:ext uri="{FF2B5EF4-FFF2-40B4-BE49-F238E27FC236}">
                      <a16:creationId xmlns:a16="http://schemas.microsoft.com/office/drawing/2014/main" id="{CD4BF233-0EFF-6DF3-BD89-4C30CE6421B5}"/>
                    </a:ext>
                  </a:extLst>
                </p:cNvPr>
                <p:cNvSpPr/>
                <p:nvPr/>
              </p:nvSpPr>
              <p:spPr>
                <a:xfrm>
                  <a:off x="9810403" y="1553638"/>
                  <a:ext cx="590" cy="926"/>
                </a:xfrm>
                <a:custGeom>
                  <a:avLst/>
                  <a:gdLst>
                    <a:gd name="connsiteX0" fmla="*/ 382 w 590"/>
                    <a:gd name="connsiteY0" fmla="*/ 521 h 926"/>
                    <a:gd name="connsiteX1" fmla="*/ 0 w 590"/>
                    <a:gd name="connsiteY1" fmla="*/ 926 h 926"/>
                    <a:gd name="connsiteX2" fmla="*/ 220 w 590"/>
                    <a:gd name="connsiteY2" fmla="*/ 0 h 926"/>
                    <a:gd name="connsiteX3" fmla="*/ 590 w 590"/>
                    <a:gd name="connsiteY3" fmla="*/ 243 h 926"/>
                    <a:gd name="connsiteX4" fmla="*/ 382 w 590"/>
                    <a:gd name="connsiteY4" fmla="*/ 521 h 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0" h="926">
                      <a:moveTo>
                        <a:pt x="382" y="521"/>
                      </a:moveTo>
                      <a:lnTo>
                        <a:pt x="0" y="926"/>
                      </a:lnTo>
                      <a:lnTo>
                        <a:pt x="220" y="0"/>
                      </a:lnTo>
                      <a:lnTo>
                        <a:pt x="590" y="243"/>
                      </a:lnTo>
                      <a:lnTo>
                        <a:pt x="382" y="52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95" name="Freeform: Shape 1294">
                  <a:extLst>
                    <a:ext uri="{FF2B5EF4-FFF2-40B4-BE49-F238E27FC236}">
                      <a16:creationId xmlns:a16="http://schemas.microsoft.com/office/drawing/2014/main" id="{3CD74268-75C4-8140-7927-B8BFB0F5B935}"/>
                    </a:ext>
                  </a:extLst>
                </p:cNvPr>
                <p:cNvSpPr/>
                <p:nvPr/>
              </p:nvSpPr>
              <p:spPr>
                <a:xfrm>
                  <a:off x="8169870" y="3467987"/>
                  <a:ext cx="381" cy="1354"/>
                </a:xfrm>
                <a:custGeom>
                  <a:avLst/>
                  <a:gdLst>
                    <a:gd name="connsiteX0" fmla="*/ 0 w 381"/>
                    <a:gd name="connsiteY0" fmla="*/ 1019 h 1354"/>
                    <a:gd name="connsiteX1" fmla="*/ 58 w 381"/>
                    <a:gd name="connsiteY1" fmla="*/ 0 h 1354"/>
                    <a:gd name="connsiteX2" fmla="*/ 382 w 381"/>
                    <a:gd name="connsiteY2" fmla="*/ 1354 h 1354"/>
                    <a:gd name="connsiteX3" fmla="*/ 0 w 381"/>
                    <a:gd name="connsiteY3" fmla="*/ 1019 h 1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1" h="1354">
                      <a:moveTo>
                        <a:pt x="0" y="1019"/>
                      </a:moveTo>
                      <a:lnTo>
                        <a:pt x="58" y="0"/>
                      </a:lnTo>
                      <a:lnTo>
                        <a:pt x="382" y="1354"/>
                      </a:lnTo>
                      <a:lnTo>
                        <a:pt x="0" y="101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96" name="Freeform: Shape 1295">
                  <a:extLst>
                    <a:ext uri="{FF2B5EF4-FFF2-40B4-BE49-F238E27FC236}">
                      <a16:creationId xmlns:a16="http://schemas.microsoft.com/office/drawing/2014/main" id="{E3480D73-00FF-F12E-C7EB-12283B8C3400}"/>
                    </a:ext>
                  </a:extLst>
                </p:cNvPr>
                <p:cNvSpPr/>
                <p:nvPr/>
              </p:nvSpPr>
              <p:spPr>
                <a:xfrm>
                  <a:off x="7807081" y="3406079"/>
                  <a:ext cx="578" cy="810"/>
                </a:xfrm>
                <a:custGeom>
                  <a:avLst/>
                  <a:gdLst>
                    <a:gd name="connsiteX0" fmla="*/ 208 w 578"/>
                    <a:gd name="connsiteY0" fmla="*/ 625 h 810"/>
                    <a:gd name="connsiteX1" fmla="*/ 70 w 578"/>
                    <a:gd name="connsiteY1" fmla="*/ 810 h 810"/>
                    <a:gd name="connsiteX2" fmla="*/ 0 w 578"/>
                    <a:gd name="connsiteY2" fmla="*/ 197 h 810"/>
                    <a:gd name="connsiteX3" fmla="*/ 0 w 578"/>
                    <a:gd name="connsiteY3" fmla="*/ 173 h 810"/>
                    <a:gd name="connsiteX4" fmla="*/ 579 w 578"/>
                    <a:gd name="connsiteY4" fmla="*/ 0 h 810"/>
                    <a:gd name="connsiteX5" fmla="*/ 208 w 578"/>
                    <a:gd name="connsiteY5" fmla="*/ 625 h 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78" h="810">
                      <a:moveTo>
                        <a:pt x="208" y="625"/>
                      </a:moveTo>
                      <a:lnTo>
                        <a:pt x="70" y="810"/>
                      </a:lnTo>
                      <a:lnTo>
                        <a:pt x="0" y="197"/>
                      </a:lnTo>
                      <a:lnTo>
                        <a:pt x="0" y="173"/>
                      </a:lnTo>
                      <a:lnTo>
                        <a:pt x="579" y="0"/>
                      </a:lnTo>
                      <a:lnTo>
                        <a:pt x="208" y="62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97" name="Freeform: Shape 1296">
                  <a:extLst>
                    <a:ext uri="{FF2B5EF4-FFF2-40B4-BE49-F238E27FC236}">
                      <a16:creationId xmlns:a16="http://schemas.microsoft.com/office/drawing/2014/main" id="{58484AF5-20D0-AA00-4A21-EF3B476C00DC}"/>
                    </a:ext>
                  </a:extLst>
                </p:cNvPr>
                <p:cNvSpPr/>
                <p:nvPr/>
              </p:nvSpPr>
              <p:spPr>
                <a:xfrm>
                  <a:off x="9087362" y="2424144"/>
                  <a:ext cx="601" cy="1261"/>
                </a:xfrm>
                <a:custGeom>
                  <a:avLst/>
                  <a:gdLst>
                    <a:gd name="connsiteX0" fmla="*/ 0 w 601"/>
                    <a:gd name="connsiteY0" fmla="*/ 660 h 1261"/>
                    <a:gd name="connsiteX1" fmla="*/ 23 w 601"/>
                    <a:gd name="connsiteY1" fmla="*/ 0 h 1261"/>
                    <a:gd name="connsiteX2" fmla="*/ 602 w 601"/>
                    <a:gd name="connsiteY2" fmla="*/ 1262 h 1261"/>
                    <a:gd name="connsiteX3" fmla="*/ 0 w 601"/>
                    <a:gd name="connsiteY3" fmla="*/ 660 h 12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1" h="1261">
                      <a:moveTo>
                        <a:pt x="0" y="660"/>
                      </a:moveTo>
                      <a:lnTo>
                        <a:pt x="23" y="0"/>
                      </a:lnTo>
                      <a:lnTo>
                        <a:pt x="602" y="1262"/>
                      </a:lnTo>
                      <a:lnTo>
                        <a:pt x="0" y="66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98" name="Freeform: Shape 1297">
                  <a:extLst>
                    <a:ext uri="{FF2B5EF4-FFF2-40B4-BE49-F238E27FC236}">
                      <a16:creationId xmlns:a16="http://schemas.microsoft.com/office/drawing/2014/main" id="{7241DDD4-5FB7-4C1A-8FA1-A1C2D3D4B9AB}"/>
                    </a:ext>
                  </a:extLst>
                </p:cNvPr>
                <p:cNvSpPr/>
                <p:nvPr/>
              </p:nvSpPr>
              <p:spPr>
                <a:xfrm>
                  <a:off x="9627203" y="1624621"/>
                  <a:ext cx="578" cy="926"/>
                </a:xfrm>
                <a:custGeom>
                  <a:avLst/>
                  <a:gdLst>
                    <a:gd name="connsiteX0" fmla="*/ 231 w 578"/>
                    <a:gd name="connsiteY0" fmla="*/ 741 h 926"/>
                    <a:gd name="connsiteX1" fmla="*/ 0 w 578"/>
                    <a:gd name="connsiteY1" fmla="*/ 926 h 926"/>
                    <a:gd name="connsiteX2" fmla="*/ 104 w 578"/>
                    <a:gd name="connsiteY2" fmla="*/ 567 h 926"/>
                    <a:gd name="connsiteX3" fmla="*/ 278 w 578"/>
                    <a:gd name="connsiteY3" fmla="*/ 0 h 926"/>
                    <a:gd name="connsiteX4" fmla="*/ 579 w 578"/>
                    <a:gd name="connsiteY4" fmla="*/ 370 h 926"/>
                    <a:gd name="connsiteX5" fmla="*/ 394 w 578"/>
                    <a:gd name="connsiteY5" fmla="*/ 567 h 926"/>
                    <a:gd name="connsiteX6" fmla="*/ 231 w 578"/>
                    <a:gd name="connsiteY6" fmla="*/ 741 h 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78" h="926">
                      <a:moveTo>
                        <a:pt x="231" y="741"/>
                      </a:moveTo>
                      <a:lnTo>
                        <a:pt x="0" y="926"/>
                      </a:lnTo>
                      <a:lnTo>
                        <a:pt x="104" y="567"/>
                      </a:lnTo>
                      <a:lnTo>
                        <a:pt x="278" y="0"/>
                      </a:lnTo>
                      <a:lnTo>
                        <a:pt x="579" y="370"/>
                      </a:lnTo>
                      <a:lnTo>
                        <a:pt x="394" y="567"/>
                      </a:lnTo>
                      <a:lnTo>
                        <a:pt x="231" y="74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99" name="Freeform: Shape 1298">
                  <a:extLst>
                    <a:ext uri="{FF2B5EF4-FFF2-40B4-BE49-F238E27FC236}">
                      <a16:creationId xmlns:a16="http://schemas.microsoft.com/office/drawing/2014/main" id="{0A14D467-2815-E21E-2F09-768015FE18C1}"/>
                    </a:ext>
                  </a:extLst>
                </p:cNvPr>
                <p:cNvSpPr/>
                <p:nvPr/>
              </p:nvSpPr>
              <p:spPr>
                <a:xfrm>
                  <a:off x="7755488" y="3501175"/>
                  <a:ext cx="752" cy="682"/>
                </a:xfrm>
                <a:custGeom>
                  <a:avLst/>
                  <a:gdLst>
                    <a:gd name="connsiteX0" fmla="*/ 0 w 752"/>
                    <a:gd name="connsiteY0" fmla="*/ 313 h 682"/>
                    <a:gd name="connsiteX1" fmla="*/ 463 w 752"/>
                    <a:gd name="connsiteY1" fmla="*/ 0 h 682"/>
                    <a:gd name="connsiteX2" fmla="*/ 752 w 752"/>
                    <a:gd name="connsiteY2" fmla="*/ 683 h 682"/>
                    <a:gd name="connsiteX3" fmla="*/ 0 w 752"/>
                    <a:gd name="connsiteY3" fmla="*/ 313 h 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2" h="682">
                      <a:moveTo>
                        <a:pt x="0" y="313"/>
                      </a:moveTo>
                      <a:lnTo>
                        <a:pt x="463" y="0"/>
                      </a:lnTo>
                      <a:lnTo>
                        <a:pt x="752" y="683"/>
                      </a:lnTo>
                      <a:lnTo>
                        <a:pt x="0" y="31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00" name="Freeform: Shape 1299">
                  <a:extLst>
                    <a:ext uri="{FF2B5EF4-FFF2-40B4-BE49-F238E27FC236}">
                      <a16:creationId xmlns:a16="http://schemas.microsoft.com/office/drawing/2014/main" id="{163DF516-B009-665F-CE35-BAA9C0123CCA}"/>
                    </a:ext>
                  </a:extLst>
                </p:cNvPr>
                <p:cNvSpPr/>
                <p:nvPr/>
              </p:nvSpPr>
              <p:spPr>
                <a:xfrm>
                  <a:off x="9616391" y="1630641"/>
                  <a:ext cx="902" cy="879"/>
                </a:xfrm>
                <a:custGeom>
                  <a:avLst/>
                  <a:gdLst>
                    <a:gd name="connsiteX0" fmla="*/ 0 w 902"/>
                    <a:gd name="connsiteY0" fmla="*/ 880 h 879"/>
                    <a:gd name="connsiteX1" fmla="*/ 532 w 902"/>
                    <a:gd name="connsiteY1" fmla="*/ 0 h 879"/>
                    <a:gd name="connsiteX2" fmla="*/ 903 w 902"/>
                    <a:gd name="connsiteY2" fmla="*/ 150 h 879"/>
                    <a:gd name="connsiteX3" fmla="*/ 0 w 902"/>
                    <a:gd name="connsiteY3" fmla="*/ 880 h 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02" h="879">
                      <a:moveTo>
                        <a:pt x="0" y="880"/>
                      </a:moveTo>
                      <a:lnTo>
                        <a:pt x="532" y="0"/>
                      </a:lnTo>
                      <a:lnTo>
                        <a:pt x="903" y="150"/>
                      </a:lnTo>
                      <a:lnTo>
                        <a:pt x="0" y="88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01" name="Freeform: Shape 1300">
                  <a:extLst>
                    <a:ext uri="{FF2B5EF4-FFF2-40B4-BE49-F238E27FC236}">
                      <a16:creationId xmlns:a16="http://schemas.microsoft.com/office/drawing/2014/main" id="{A6566952-90C9-D9CA-5B64-D15A5DCEC74D}"/>
                    </a:ext>
                  </a:extLst>
                </p:cNvPr>
                <p:cNvSpPr/>
                <p:nvPr/>
              </p:nvSpPr>
              <p:spPr>
                <a:xfrm>
                  <a:off x="8407082" y="2934814"/>
                  <a:ext cx="497" cy="1111"/>
                </a:xfrm>
                <a:custGeom>
                  <a:avLst/>
                  <a:gdLst>
                    <a:gd name="connsiteX0" fmla="*/ 0 w 497"/>
                    <a:gd name="connsiteY0" fmla="*/ 741 h 1111"/>
                    <a:gd name="connsiteX1" fmla="*/ 116 w 497"/>
                    <a:gd name="connsiteY1" fmla="*/ 0 h 1111"/>
                    <a:gd name="connsiteX2" fmla="*/ 498 w 497"/>
                    <a:gd name="connsiteY2" fmla="*/ 1111 h 1111"/>
                    <a:gd name="connsiteX3" fmla="*/ 0 w 497"/>
                    <a:gd name="connsiteY3" fmla="*/ 741 h 11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7" h="1111">
                      <a:moveTo>
                        <a:pt x="0" y="741"/>
                      </a:moveTo>
                      <a:lnTo>
                        <a:pt x="116" y="0"/>
                      </a:lnTo>
                      <a:lnTo>
                        <a:pt x="498" y="1111"/>
                      </a:lnTo>
                      <a:lnTo>
                        <a:pt x="0" y="74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02" name="Freeform: Shape 1301">
                  <a:extLst>
                    <a:ext uri="{FF2B5EF4-FFF2-40B4-BE49-F238E27FC236}">
                      <a16:creationId xmlns:a16="http://schemas.microsoft.com/office/drawing/2014/main" id="{5420D3BD-20CF-3F6B-23AE-3A77146AB352}"/>
                    </a:ext>
                  </a:extLst>
                </p:cNvPr>
                <p:cNvSpPr/>
                <p:nvPr/>
              </p:nvSpPr>
              <p:spPr>
                <a:xfrm>
                  <a:off x="8105948" y="3855860"/>
                  <a:ext cx="578" cy="729"/>
                </a:xfrm>
                <a:custGeom>
                  <a:avLst/>
                  <a:gdLst>
                    <a:gd name="connsiteX0" fmla="*/ 0 w 578"/>
                    <a:gd name="connsiteY0" fmla="*/ 0 h 729"/>
                    <a:gd name="connsiteX1" fmla="*/ 579 w 578"/>
                    <a:gd name="connsiteY1" fmla="*/ 104 h 729"/>
                    <a:gd name="connsiteX2" fmla="*/ 139 w 578"/>
                    <a:gd name="connsiteY2" fmla="*/ 729 h 729"/>
                    <a:gd name="connsiteX3" fmla="*/ 0 w 578"/>
                    <a:gd name="connsiteY3" fmla="*/ 0 h 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8" h="729">
                      <a:moveTo>
                        <a:pt x="0" y="0"/>
                      </a:moveTo>
                      <a:lnTo>
                        <a:pt x="579" y="104"/>
                      </a:lnTo>
                      <a:lnTo>
                        <a:pt x="139" y="72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03" name="Freeform: Shape 1302">
                  <a:extLst>
                    <a:ext uri="{FF2B5EF4-FFF2-40B4-BE49-F238E27FC236}">
                      <a16:creationId xmlns:a16="http://schemas.microsoft.com/office/drawing/2014/main" id="{DA1B71DC-FD1D-87E6-A7F9-8F96066B0438}"/>
                    </a:ext>
                  </a:extLst>
                </p:cNvPr>
                <p:cNvSpPr/>
                <p:nvPr/>
              </p:nvSpPr>
              <p:spPr>
                <a:xfrm>
                  <a:off x="7403083" y="2991918"/>
                  <a:ext cx="1041" cy="555"/>
                </a:xfrm>
                <a:custGeom>
                  <a:avLst/>
                  <a:gdLst>
                    <a:gd name="connsiteX0" fmla="*/ 0 w 1041"/>
                    <a:gd name="connsiteY0" fmla="*/ 556 h 555"/>
                    <a:gd name="connsiteX1" fmla="*/ 880 w 1041"/>
                    <a:gd name="connsiteY1" fmla="*/ 0 h 555"/>
                    <a:gd name="connsiteX2" fmla="*/ 1042 w 1041"/>
                    <a:gd name="connsiteY2" fmla="*/ 359 h 555"/>
                    <a:gd name="connsiteX3" fmla="*/ 0 w 1041"/>
                    <a:gd name="connsiteY3" fmla="*/ 556 h 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1" h="555">
                      <a:moveTo>
                        <a:pt x="0" y="556"/>
                      </a:moveTo>
                      <a:lnTo>
                        <a:pt x="880" y="0"/>
                      </a:lnTo>
                      <a:lnTo>
                        <a:pt x="1042" y="359"/>
                      </a:lnTo>
                      <a:lnTo>
                        <a:pt x="0" y="55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04" name="Freeform: Shape 1303">
                  <a:extLst>
                    <a:ext uri="{FF2B5EF4-FFF2-40B4-BE49-F238E27FC236}">
                      <a16:creationId xmlns:a16="http://schemas.microsoft.com/office/drawing/2014/main" id="{D8282DEC-1C51-29EA-B07C-BE4218216128}"/>
                    </a:ext>
                  </a:extLst>
                </p:cNvPr>
                <p:cNvSpPr/>
                <p:nvPr/>
              </p:nvSpPr>
              <p:spPr>
                <a:xfrm>
                  <a:off x="7884119" y="2874052"/>
                  <a:ext cx="1030" cy="405"/>
                </a:xfrm>
                <a:custGeom>
                  <a:avLst/>
                  <a:gdLst>
                    <a:gd name="connsiteX0" fmla="*/ 0 w 1030"/>
                    <a:gd name="connsiteY0" fmla="*/ 35 h 405"/>
                    <a:gd name="connsiteX1" fmla="*/ 1030 w 1030"/>
                    <a:gd name="connsiteY1" fmla="*/ 0 h 405"/>
                    <a:gd name="connsiteX2" fmla="*/ 752 w 1030"/>
                    <a:gd name="connsiteY2" fmla="*/ 405 h 405"/>
                    <a:gd name="connsiteX3" fmla="*/ 0 w 1030"/>
                    <a:gd name="connsiteY3" fmla="*/ 35 h 4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30" h="405">
                      <a:moveTo>
                        <a:pt x="0" y="35"/>
                      </a:moveTo>
                      <a:lnTo>
                        <a:pt x="1030" y="0"/>
                      </a:lnTo>
                      <a:lnTo>
                        <a:pt x="752" y="405"/>
                      </a:lnTo>
                      <a:lnTo>
                        <a:pt x="0" y="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05" name="Freeform: Shape 1304">
                  <a:extLst>
                    <a:ext uri="{FF2B5EF4-FFF2-40B4-BE49-F238E27FC236}">
                      <a16:creationId xmlns:a16="http://schemas.microsoft.com/office/drawing/2014/main" id="{4383A3D4-7458-E881-19B8-649334716E9B}"/>
                    </a:ext>
                  </a:extLst>
                </p:cNvPr>
                <p:cNvSpPr/>
                <p:nvPr/>
              </p:nvSpPr>
              <p:spPr>
                <a:xfrm>
                  <a:off x="7961932" y="2793762"/>
                  <a:ext cx="590" cy="752"/>
                </a:xfrm>
                <a:custGeom>
                  <a:avLst/>
                  <a:gdLst>
                    <a:gd name="connsiteX0" fmla="*/ 0 w 590"/>
                    <a:gd name="connsiteY0" fmla="*/ 498 h 752"/>
                    <a:gd name="connsiteX1" fmla="*/ 220 w 590"/>
                    <a:gd name="connsiteY1" fmla="*/ 0 h 752"/>
                    <a:gd name="connsiteX2" fmla="*/ 590 w 590"/>
                    <a:gd name="connsiteY2" fmla="*/ 752 h 752"/>
                    <a:gd name="connsiteX3" fmla="*/ 243 w 590"/>
                    <a:gd name="connsiteY3" fmla="*/ 706 h 752"/>
                    <a:gd name="connsiteX4" fmla="*/ 0 w 590"/>
                    <a:gd name="connsiteY4" fmla="*/ 498 h 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0" h="752">
                      <a:moveTo>
                        <a:pt x="0" y="498"/>
                      </a:moveTo>
                      <a:lnTo>
                        <a:pt x="220" y="0"/>
                      </a:lnTo>
                      <a:lnTo>
                        <a:pt x="590" y="752"/>
                      </a:lnTo>
                      <a:lnTo>
                        <a:pt x="243" y="706"/>
                      </a:lnTo>
                      <a:lnTo>
                        <a:pt x="0" y="49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06" name="Freeform: Shape 1305">
                  <a:extLst>
                    <a:ext uri="{FF2B5EF4-FFF2-40B4-BE49-F238E27FC236}">
                      <a16:creationId xmlns:a16="http://schemas.microsoft.com/office/drawing/2014/main" id="{96828D7A-4A79-DCBA-B3BE-3B2790C7B3A2}"/>
                    </a:ext>
                  </a:extLst>
                </p:cNvPr>
                <p:cNvSpPr/>
                <p:nvPr/>
              </p:nvSpPr>
              <p:spPr>
                <a:xfrm>
                  <a:off x="9643803" y="1573988"/>
                  <a:ext cx="775" cy="671"/>
                </a:xfrm>
                <a:custGeom>
                  <a:avLst/>
                  <a:gdLst>
                    <a:gd name="connsiteX0" fmla="*/ 0 w 775"/>
                    <a:gd name="connsiteY0" fmla="*/ 0 h 671"/>
                    <a:gd name="connsiteX1" fmla="*/ 637 w 775"/>
                    <a:gd name="connsiteY1" fmla="*/ 35 h 671"/>
                    <a:gd name="connsiteX2" fmla="*/ 776 w 775"/>
                    <a:gd name="connsiteY2" fmla="*/ 671 h 671"/>
                    <a:gd name="connsiteX3" fmla="*/ 0 w 775"/>
                    <a:gd name="connsiteY3" fmla="*/ 0 h 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5" h="671">
                      <a:moveTo>
                        <a:pt x="0" y="0"/>
                      </a:moveTo>
                      <a:lnTo>
                        <a:pt x="637" y="35"/>
                      </a:lnTo>
                      <a:lnTo>
                        <a:pt x="776" y="67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07" name="Freeform: Shape 1306">
                  <a:extLst>
                    <a:ext uri="{FF2B5EF4-FFF2-40B4-BE49-F238E27FC236}">
                      <a16:creationId xmlns:a16="http://schemas.microsoft.com/office/drawing/2014/main" id="{3137119A-D4A2-C7ED-3E06-B1DC4DD765EF}"/>
                    </a:ext>
                  </a:extLst>
                </p:cNvPr>
                <p:cNvSpPr/>
                <p:nvPr/>
              </p:nvSpPr>
              <p:spPr>
                <a:xfrm>
                  <a:off x="7820776" y="3311296"/>
                  <a:ext cx="810" cy="393"/>
                </a:xfrm>
                <a:custGeom>
                  <a:avLst/>
                  <a:gdLst>
                    <a:gd name="connsiteX0" fmla="*/ 220 w 810"/>
                    <a:gd name="connsiteY0" fmla="*/ 0 h 393"/>
                    <a:gd name="connsiteX1" fmla="*/ 741 w 810"/>
                    <a:gd name="connsiteY1" fmla="*/ 174 h 393"/>
                    <a:gd name="connsiteX2" fmla="*/ 810 w 810"/>
                    <a:gd name="connsiteY2" fmla="*/ 266 h 393"/>
                    <a:gd name="connsiteX3" fmla="*/ 255 w 810"/>
                    <a:gd name="connsiteY3" fmla="*/ 394 h 393"/>
                    <a:gd name="connsiteX4" fmla="*/ 70 w 810"/>
                    <a:gd name="connsiteY4" fmla="*/ 359 h 393"/>
                    <a:gd name="connsiteX5" fmla="*/ 0 w 810"/>
                    <a:gd name="connsiteY5" fmla="*/ 104 h 393"/>
                    <a:gd name="connsiteX6" fmla="*/ 220 w 810"/>
                    <a:gd name="connsiteY6" fmla="*/ 0 h 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0" h="393">
                      <a:moveTo>
                        <a:pt x="220" y="0"/>
                      </a:moveTo>
                      <a:lnTo>
                        <a:pt x="741" y="174"/>
                      </a:lnTo>
                      <a:lnTo>
                        <a:pt x="810" y="266"/>
                      </a:lnTo>
                      <a:lnTo>
                        <a:pt x="255" y="394"/>
                      </a:lnTo>
                      <a:lnTo>
                        <a:pt x="70" y="359"/>
                      </a:lnTo>
                      <a:lnTo>
                        <a:pt x="0" y="104"/>
                      </a:lnTo>
                      <a:lnTo>
                        <a:pt x="22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08" name="Freeform: Shape 1307">
                  <a:extLst>
                    <a:ext uri="{FF2B5EF4-FFF2-40B4-BE49-F238E27FC236}">
                      <a16:creationId xmlns:a16="http://schemas.microsoft.com/office/drawing/2014/main" id="{3D5987FB-BC53-2329-299E-4A92F060DD79}"/>
                    </a:ext>
                  </a:extLst>
                </p:cNvPr>
                <p:cNvSpPr/>
                <p:nvPr/>
              </p:nvSpPr>
              <p:spPr>
                <a:xfrm>
                  <a:off x="7764008" y="3456793"/>
                  <a:ext cx="740" cy="648"/>
                </a:xfrm>
                <a:custGeom>
                  <a:avLst/>
                  <a:gdLst>
                    <a:gd name="connsiteX0" fmla="*/ 0 w 740"/>
                    <a:gd name="connsiteY0" fmla="*/ 278 h 648"/>
                    <a:gd name="connsiteX1" fmla="*/ 544 w 740"/>
                    <a:gd name="connsiteY1" fmla="*/ 0 h 648"/>
                    <a:gd name="connsiteX2" fmla="*/ 741 w 740"/>
                    <a:gd name="connsiteY2" fmla="*/ 648 h 648"/>
                    <a:gd name="connsiteX3" fmla="*/ 0 w 740"/>
                    <a:gd name="connsiteY3" fmla="*/ 278 h 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" h="648">
                      <a:moveTo>
                        <a:pt x="0" y="278"/>
                      </a:moveTo>
                      <a:lnTo>
                        <a:pt x="544" y="0"/>
                      </a:lnTo>
                      <a:lnTo>
                        <a:pt x="741" y="648"/>
                      </a:lnTo>
                      <a:lnTo>
                        <a:pt x="0" y="2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09" name="Freeform: Shape 1308">
                  <a:extLst>
                    <a:ext uri="{FF2B5EF4-FFF2-40B4-BE49-F238E27FC236}">
                      <a16:creationId xmlns:a16="http://schemas.microsoft.com/office/drawing/2014/main" id="{3D0F2059-A21E-7446-319E-90672A37568B}"/>
                    </a:ext>
                  </a:extLst>
                </p:cNvPr>
                <p:cNvSpPr/>
                <p:nvPr/>
              </p:nvSpPr>
              <p:spPr>
                <a:xfrm>
                  <a:off x="8373929" y="3490120"/>
                  <a:ext cx="821" cy="567"/>
                </a:xfrm>
                <a:custGeom>
                  <a:avLst/>
                  <a:gdLst>
                    <a:gd name="connsiteX0" fmla="*/ 0 w 821"/>
                    <a:gd name="connsiteY0" fmla="*/ 567 h 567"/>
                    <a:gd name="connsiteX1" fmla="*/ 255 w 821"/>
                    <a:gd name="connsiteY1" fmla="*/ 0 h 567"/>
                    <a:gd name="connsiteX2" fmla="*/ 822 w 821"/>
                    <a:gd name="connsiteY2" fmla="*/ 336 h 567"/>
                    <a:gd name="connsiteX3" fmla="*/ 0 w 821"/>
                    <a:gd name="connsiteY3" fmla="*/ 567 h 5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21" h="567">
                      <a:moveTo>
                        <a:pt x="0" y="567"/>
                      </a:moveTo>
                      <a:lnTo>
                        <a:pt x="255" y="0"/>
                      </a:lnTo>
                      <a:lnTo>
                        <a:pt x="822" y="336"/>
                      </a:lnTo>
                      <a:lnTo>
                        <a:pt x="0" y="56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10" name="Freeform: Shape 1309">
                  <a:extLst>
                    <a:ext uri="{FF2B5EF4-FFF2-40B4-BE49-F238E27FC236}">
                      <a16:creationId xmlns:a16="http://schemas.microsoft.com/office/drawing/2014/main" id="{5972140D-DA18-771B-A6A5-DEEB075992A1}"/>
                    </a:ext>
                  </a:extLst>
                </p:cNvPr>
                <p:cNvSpPr/>
                <p:nvPr/>
              </p:nvSpPr>
              <p:spPr>
                <a:xfrm>
                  <a:off x="8222621" y="3201175"/>
                  <a:ext cx="717" cy="567"/>
                </a:xfrm>
                <a:custGeom>
                  <a:avLst/>
                  <a:gdLst>
                    <a:gd name="connsiteX0" fmla="*/ 0 w 717"/>
                    <a:gd name="connsiteY0" fmla="*/ 58 h 567"/>
                    <a:gd name="connsiteX1" fmla="*/ 718 w 717"/>
                    <a:gd name="connsiteY1" fmla="*/ 0 h 567"/>
                    <a:gd name="connsiteX2" fmla="*/ 440 w 717"/>
                    <a:gd name="connsiteY2" fmla="*/ 567 h 567"/>
                    <a:gd name="connsiteX3" fmla="*/ 0 w 717"/>
                    <a:gd name="connsiteY3" fmla="*/ 58 h 5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7" h="567">
                      <a:moveTo>
                        <a:pt x="0" y="58"/>
                      </a:moveTo>
                      <a:lnTo>
                        <a:pt x="718" y="0"/>
                      </a:lnTo>
                      <a:lnTo>
                        <a:pt x="440" y="567"/>
                      </a:lnTo>
                      <a:lnTo>
                        <a:pt x="0" y="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11" name="Freeform: Shape 1310">
                  <a:extLst>
                    <a:ext uri="{FF2B5EF4-FFF2-40B4-BE49-F238E27FC236}">
                      <a16:creationId xmlns:a16="http://schemas.microsoft.com/office/drawing/2014/main" id="{28042C03-E170-1FB8-7951-A15728EB06F2}"/>
                    </a:ext>
                  </a:extLst>
                </p:cNvPr>
                <p:cNvSpPr/>
                <p:nvPr/>
              </p:nvSpPr>
              <p:spPr>
                <a:xfrm>
                  <a:off x="8619731" y="2634605"/>
                  <a:ext cx="509" cy="995"/>
                </a:xfrm>
                <a:custGeom>
                  <a:avLst/>
                  <a:gdLst>
                    <a:gd name="connsiteX0" fmla="*/ 0 w 509"/>
                    <a:gd name="connsiteY0" fmla="*/ 347 h 995"/>
                    <a:gd name="connsiteX1" fmla="*/ 266 w 509"/>
                    <a:gd name="connsiteY1" fmla="*/ 0 h 995"/>
                    <a:gd name="connsiteX2" fmla="*/ 370 w 509"/>
                    <a:gd name="connsiteY2" fmla="*/ 231 h 995"/>
                    <a:gd name="connsiteX3" fmla="*/ 509 w 509"/>
                    <a:gd name="connsiteY3" fmla="*/ 996 h 995"/>
                    <a:gd name="connsiteX4" fmla="*/ 0 w 509"/>
                    <a:gd name="connsiteY4" fmla="*/ 347 h 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9" h="995">
                      <a:moveTo>
                        <a:pt x="0" y="347"/>
                      </a:moveTo>
                      <a:lnTo>
                        <a:pt x="266" y="0"/>
                      </a:lnTo>
                      <a:lnTo>
                        <a:pt x="370" y="231"/>
                      </a:lnTo>
                      <a:lnTo>
                        <a:pt x="509" y="996"/>
                      </a:lnTo>
                      <a:lnTo>
                        <a:pt x="0" y="34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12" name="Freeform: Shape 1311">
                  <a:extLst>
                    <a:ext uri="{FF2B5EF4-FFF2-40B4-BE49-F238E27FC236}">
                      <a16:creationId xmlns:a16="http://schemas.microsoft.com/office/drawing/2014/main" id="{17CE9B0F-377D-D705-700E-5AE7B47A92DC}"/>
                    </a:ext>
                  </a:extLst>
                </p:cNvPr>
                <p:cNvSpPr/>
                <p:nvPr/>
              </p:nvSpPr>
              <p:spPr>
                <a:xfrm>
                  <a:off x="8079647" y="4109476"/>
                  <a:ext cx="1227" cy="764"/>
                </a:xfrm>
                <a:custGeom>
                  <a:avLst/>
                  <a:gdLst>
                    <a:gd name="connsiteX0" fmla="*/ 0 w 1227"/>
                    <a:gd name="connsiteY0" fmla="*/ 139 h 764"/>
                    <a:gd name="connsiteX1" fmla="*/ 347 w 1227"/>
                    <a:gd name="connsiteY1" fmla="*/ 0 h 764"/>
                    <a:gd name="connsiteX2" fmla="*/ 1227 w 1227"/>
                    <a:gd name="connsiteY2" fmla="*/ 764 h 764"/>
                    <a:gd name="connsiteX3" fmla="*/ 1215 w 1227"/>
                    <a:gd name="connsiteY3" fmla="*/ 764 h 764"/>
                    <a:gd name="connsiteX4" fmla="*/ 0 w 1227"/>
                    <a:gd name="connsiteY4" fmla="*/ 139 h 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7" h="764">
                      <a:moveTo>
                        <a:pt x="0" y="139"/>
                      </a:moveTo>
                      <a:lnTo>
                        <a:pt x="347" y="0"/>
                      </a:lnTo>
                      <a:lnTo>
                        <a:pt x="1227" y="764"/>
                      </a:lnTo>
                      <a:lnTo>
                        <a:pt x="1215" y="764"/>
                      </a:lnTo>
                      <a:lnTo>
                        <a:pt x="0" y="1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13" name="Freeform: Shape 1312">
                  <a:extLst>
                    <a:ext uri="{FF2B5EF4-FFF2-40B4-BE49-F238E27FC236}">
                      <a16:creationId xmlns:a16="http://schemas.microsoft.com/office/drawing/2014/main" id="{A514A95D-26CA-2B13-6001-ABEA3A4D1203}"/>
                    </a:ext>
                  </a:extLst>
                </p:cNvPr>
                <p:cNvSpPr/>
                <p:nvPr/>
              </p:nvSpPr>
              <p:spPr>
                <a:xfrm>
                  <a:off x="8232703" y="4127337"/>
                  <a:ext cx="740" cy="1042"/>
                </a:xfrm>
                <a:custGeom>
                  <a:avLst/>
                  <a:gdLst>
                    <a:gd name="connsiteX0" fmla="*/ 0 w 740"/>
                    <a:gd name="connsiteY0" fmla="*/ 984 h 1042"/>
                    <a:gd name="connsiteX1" fmla="*/ 637 w 740"/>
                    <a:gd name="connsiteY1" fmla="*/ 0 h 1042"/>
                    <a:gd name="connsiteX2" fmla="*/ 741 w 740"/>
                    <a:gd name="connsiteY2" fmla="*/ 394 h 1042"/>
                    <a:gd name="connsiteX3" fmla="*/ 12 w 740"/>
                    <a:gd name="connsiteY3" fmla="*/ 1042 h 1042"/>
                    <a:gd name="connsiteX4" fmla="*/ 0 w 740"/>
                    <a:gd name="connsiteY4" fmla="*/ 984 h 1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0" h="1042">
                      <a:moveTo>
                        <a:pt x="0" y="984"/>
                      </a:moveTo>
                      <a:lnTo>
                        <a:pt x="637" y="0"/>
                      </a:lnTo>
                      <a:lnTo>
                        <a:pt x="741" y="394"/>
                      </a:lnTo>
                      <a:lnTo>
                        <a:pt x="12" y="1042"/>
                      </a:lnTo>
                      <a:lnTo>
                        <a:pt x="0" y="98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14" name="Freeform: Shape 1313">
                  <a:extLst>
                    <a:ext uri="{FF2B5EF4-FFF2-40B4-BE49-F238E27FC236}">
                      <a16:creationId xmlns:a16="http://schemas.microsoft.com/office/drawing/2014/main" id="{3856C8D1-7E91-E4E4-5B07-334E89B05BFF}"/>
                    </a:ext>
                  </a:extLst>
                </p:cNvPr>
                <p:cNvSpPr/>
                <p:nvPr/>
              </p:nvSpPr>
              <p:spPr>
                <a:xfrm>
                  <a:off x="7861685" y="3137322"/>
                  <a:ext cx="578" cy="729"/>
                </a:xfrm>
                <a:custGeom>
                  <a:avLst/>
                  <a:gdLst>
                    <a:gd name="connsiteX0" fmla="*/ 0 w 578"/>
                    <a:gd name="connsiteY0" fmla="*/ 729 h 729"/>
                    <a:gd name="connsiteX1" fmla="*/ 46 w 578"/>
                    <a:gd name="connsiteY1" fmla="*/ 0 h 729"/>
                    <a:gd name="connsiteX2" fmla="*/ 579 w 578"/>
                    <a:gd name="connsiteY2" fmla="*/ 185 h 729"/>
                    <a:gd name="connsiteX3" fmla="*/ 0 w 578"/>
                    <a:gd name="connsiteY3" fmla="*/ 729 h 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8" h="729">
                      <a:moveTo>
                        <a:pt x="0" y="729"/>
                      </a:moveTo>
                      <a:lnTo>
                        <a:pt x="46" y="0"/>
                      </a:lnTo>
                      <a:lnTo>
                        <a:pt x="579" y="185"/>
                      </a:lnTo>
                      <a:lnTo>
                        <a:pt x="0" y="72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15" name="Freeform: Shape 1314">
                  <a:extLst>
                    <a:ext uri="{FF2B5EF4-FFF2-40B4-BE49-F238E27FC236}">
                      <a16:creationId xmlns:a16="http://schemas.microsoft.com/office/drawing/2014/main" id="{194E7EDD-2CB2-EA73-0AF9-109EA2A05FD8}"/>
                    </a:ext>
                  </a:extLst>
                </p:cNvPr>
                <p:cNvSpPr/>
                <p:nvPr/>
              </p:nvSpPr>
              <p:spPr>
                <a:xfrm>
                  <a:off x="8754162" y="2648832"/>
                  <a:ext cx="532" cy="1227"/>
                </a:xfrm>
                <a:custGeom>
                  <a:avLst/>
                  <a:gdLst>
                    <a:gd name="connsiteX0" fmla="*/ 0 w 532"/>
                    <a:gd name="connsiteY0" fmla="*/ 1030 h 1227"/>
                    <a:gd name="connsiteX1" fmla="*/ 533 w 532"/>
                    <a:gd name="connsiteY1" fmla="*/ 0 h 1227"/>
                    <a:gd name="connsiteX2" fmla="*/ 278 w 532"/>
                    <a:gd name="connsiteY2" fmla="*/ 1227 h 1227"/>
                    <a:gd name="connsiteX3" fmla="*/ 0 w 532"/>
                    <a:gd name="connsiteY3" fmla="*/ 1030 h 1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32" h="1227">
                      <a:moveTo>
                        <a:pt x="0" y="1030"/>
                      </a:moveTo>
                      <a:lnTo>
                        <a:pt x="533" y="0"/>
                      </a:lnTo>
                      <a:lnTo>
                        <a:pt x="278" y="1227"/>
                      </a:lnTo>
                      <a:lnTo>
                        <a:pt x="0" y="103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16" name="Freeform: Shape 1315">
                  <a:extLst>
                    <a:ext uri="{FF2B5EF4-FFF2-40B4-BE49-F238E27FC236}">
                      <a16:creationId xmlns:a16="http://schemas.microsoft.com/office/drawing/2014/main" id="{F98D1DB2-CA9D-E797-E143-C9442D677C1F}"/>
                    </a:ext>
                  </a:extLst>
                </p:cNvPr>
                <p:cNvSpPr/>
                <p:nvPr/>
              </p:nvSpPr>
              <p:spPr>
                <a:xfrm>
                  <a:off x="8718902" y="4850124"/>
                  <a:ext cx="567" cy="740"/>
                </a:xfrm>
                <a:custGeom>
                  <a:avLst/>
                  <a:gdLst>
                    <a:gd name="connsiteX0" fmla="*/ 0 w 567"/>
                    <a:gd name="connsiteY0" fmla="*/ 509 h 740"/>
                    <a:gd name="connsiteX1" fmla="*/ 301 w 567"/>
                    <a:gd name="connsiteY1" fmla="*/ 0 h 740"/>
                    <a:gd name="connsiteX2" fmla="*/ 567 w 567"/>
                    <a:gd name="connsiteY2" fmla="*/ 741 h 740"/>
                    <a:gd name="connsiteX3" fmla="*/ 394 w 567"/>
                    <a:gd name="connsiteY3" fmla="*/ 729 h 740"/>
                    <a:gd name="connsiteX4" fmla="*/ 0 w 567"/>
                    <a:gd name="connsiteY4" fmla="*/ 509 h 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7" h="740">
                      <a:moveTo>
                        <a:pt x="0" y="509"/>
                      </a:moveTo>
                      <a:lnTo>
                        <a:pt x="301" y="0"/>
                      </a:lnTo>
                      <a:lnTo>
                        <a:pt x="567" y="741"/>
                      </a:lnTo>
                      <a:lnTo>
                        <a:pt x="394" y="729"/>
                      </a:lnTo>
                      <a:lnTo>
                        <a:pt x="0" y="50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17" name="Freeform: Shape 1316">
                  <a:extLst>
                    <a:ext uri="{FF2B5EF4-FFF2-40B4-BE49-F238E27FC236}">
                      <a16:creationId xmlns:a16="http://schemas.microsoft.com/office/drawing/2014/main" id="{0B6C391A-34AF-ECA5-E409-DAA2FAC1F78D}"/>
                    </a:ext>
                  </a:extLst>
                </p:cNvPr>
                <p:cNvSpPr/>
                <p:nvPr/>
              </p:nvSpPr>
              <p:spPr>
                <a:xfrm>
                  <a:off x="7968079" y="2766292"/>
                  <a:ext cx="671" cy="694"/>
                </a:xfrm>
                <a:custGeom>
                  <a:avLst/>
                  <a:gdLst>
                    <a:gd name="connsiteX0" fmla="*/ 602 w 671"/>
                    <a:gd name="connsiteY0" fmla="*/ 0 h 694"/>
                    <a:gd name="connsiteX1" fmla="*/ 671 w 671"/>
                    <a:gd name="connsiteY1" fmla="*/ 93 h 694"/>
                    <a:gd name="connsiteX2" fmla="*/ 671 w 671"/>
                    <a:gd name="connsiteY2" fmla="*/ 336 h 694"/>
                    <a:gd name="connsiteX3" fmla="*/ 139 w 671"/>
                    <a:gd name="connsiteY3" fmla="*/ 695 h 694"/>
                    <a:gd name="connsiteX4" fmla="*/ 0 w 671"/>
                    <a:gd name="connsiteY4" fmla="*/ 590 h 694"/>
                    <a:gd name="connsiteX5" fmla="*/ 23 w 671"/>
                    <a:gd name="connsiteY5" fmla="*/ 533 h 694"/>
                    <a:gd name="connsiteX6" fmla="*/ 602 w 671"/>
                    <a:gd name="connsiteY6" fmla="*/ 0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71" h="694">
                      <a:moveTo>
                        <a:pt x="602" y="0"/>
                      </a:moveTo>
                      <a:lnTo>
                        <a:pt x="671" y="93"/>
                      </a:lnTo>
                      <a:lnTo>
                        <a:pt x="671" y="336"/>
                      </a:lnTo>
                      <a:lnTo>
                        <a:pt x="139" y="695"/>
                      </a:lnTo>
                      <a:lnTo>
                        <a:pt x="0" y="590"/>
                      </a:lnTo>
                      <a:lnTo>
                        <a:pt x="23" y="533"/>
                      </a:lnTo>
                      <a:lnTo>
                        <a:pt x="602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18" name="Freeform: Shape 1317">
                  <a:extLst>
                    <a:ext uri="{FF2B5EF4-FFF2-40B4-BE49-F238E27FC236}">
                      <a16:creationId xmlns:a16="http://schemas.microsoft.com/office/drawing/2014/main" id="{7AB479DD-E834-562D-7767-C51C28B7B0D7}"/>
                    </a:ext>
                  </a:extLst>
                </p:cNvPr>
                <p:cNvSpPr/>
                <p:nvPr/>
              </p:nvSpPr>
              <p:spPr>
                <a:xfrm>
                  <a:off x="9184217" y="2249649"/>
                  <a:ext cx="335" cy="1146"/>
                </a:xfrm>
                <a:custGeom>
                  <a:avLst/>
                  <a:gdLst>
                    <a:gd name="connsiteX0" fmla="*/ 0 w 335"/>
                    <a:gd name="connsiteY0" fmla="*/ 729 h 1146"/>
                    <a:gd name="connsiteX1" fmla="*/ 324 w 335"/>
                    <a:gd name="connsiteY1" fmla="*/ 0 h 1146"/>
                    <a:gd name="connsiteX2" fmla="*/ 336 w 335"/>
                    <a:gd name="connsiteY2" fmla="*/ 1146 h 1146"/>
                    <a:gd name="connsiteX3" fmla="*/ 0 w 335"/>
                    <a:gd name="connsiteY3" fmla="*/ 729 h 11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5" h="1146">
                      <a:moveTo>
                        <a:pt x="0" y="729"/>
                      </a:moveTo>
                      <a:lnTo>
                        <a:pt x="324" y="0"/>
                      </a:lnTo>
                      <a:lnTo>
                        <a:pt x="336" y="1146"/>
                      </a:lnTo>
                      <a:lnTo>
                        <a:pt x="0" y="72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19" name="Freeform: Shape 1318">
                  <a:extLst>
                    <a:ext uri="{FF2B5EF4-FFF2-40B4-BE49-F238E27FC236}">
                      <a16:creationId xmlns:a16="http://schemas.microsoft.com/office/drawing/2014/main" id="{2A149B9C-C916-0AD3-81DB-38E2246FAF90}"/>
                    </a:ext>
                  </a:extLst>
                </p:cNvPr>
                <p:cNvSpPr/>
                <p:nvPr/>
              </p:nvSpPr>
              <p:spPr>
                <a:xfrm>
                  <a:off x="7679249" y="3100279"/>
                  <a:ext cx="879" cy="659"/>
                </a:xfrm>
                <a:custGeom>
                  <a:avLst/>
                  <a:gdLst>
                    <a:gd name="connsiteX0" fmla="*/ 0 w 879"/>
                    <a:gd name="connsiteY0" fmla="*/ 394 h 659"/>
                    <a:gd name="connsiteX1" fmla="*/ 127 w 879"/>
                    <a:gd name="connsiteY1" fmla="*/ 0 h 659"/>
                    <a:gd name="connsiteX2" fmla="*/ 880 w 879"/>
                    <a:gd name="connsiteY2" fmla="*/ 660 h 659"/>
                    <a:gd name="connsiteX3" fmla="*/ 0 w 879"/>
                    <a:gd name="connsiteY3" fmla="*/ 394 h 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79" h="659">
                      <a:moveTo>
                        <a:pt x="0" y="394"/>
                      </a:moveTo>
                      <a:lnTo>
                        <a:pt x="127" y="0"/>
                      </a:lnTo>
                      <a:lnTo>
                        <a:pt x="880" y="660"/>
                      </a:lnTo>
                      <a:lnTo>
                        <a:pt x="0" y="3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20" name="Freeform: Shape 1319">
                  <a:extLst>
                    <a:ext uri="{FF2B5EF4-FFF2-40B4-BE49-F238E27FC236}">
                      <a16:creationId xmlns:a16="http://schemas.microsoft.com/office/drawing/2014/main" id="{E3C24F47-2D4E-975A-F219-EB9F4D8989B2}"/>
                    </a:ext>
                  </a:extLst>
                </p:cNvPr>
                <p:cNvSpPr/>
                <p:nvPr/>
              </p:nvSpPr>
              <p:spPr>
                <a:xfrm>
                  <a:off x="7827524" y="3255153"/>
                  <a:ext cx="706" cy="636"/>
                </a:xfrm>
                <a:custGeom>
                  <a:avLst/>
                  <a:gdLst>
                    <a:gd name="connsiteX0" fmla="*/ 0 w 706"/>
                    <a:gd name="connsiteY0" fmla="*/ 0 h 636"/>
                    <a:gd name="connsiteX1" fmla="*/ 706 w 706"/>
                    <a:gd name="connsiteY1" fmla="*/ 556 h 636"/>
                    <a:gd name="connsiteX2" fmla="*/ 104 w 706"/>
                    <a:gd name="connsiteY2" fmla="*/ 637 h 636"/>
                    <a:gd name="connsiteX3" fmla="*/ 0 w 706"/>
                    <a:gd name="connsiteY3" fmla="*/ 0 h 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6" h="636">
                      <a:moveTo>
                        <a:pt x="0" y="0"/>
                      </a:moveTo>
                      <a:lnTo>
                        <a:pt x="706" y="556"/>
                      </a:lnTo>
                      <a:lnTo>
                        <a:pt x="104" y="63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21" name="Freeform: Shape 1320">
                  <a:extLst>
                    <a:ext uri="{FF2B5EF4-FFF2-40B4-BE49-F238E27FC236}">
                      <a16:creationId xmlns:a16="http://schemas.microsoft.com/office/drawing/2014/main" id="{D36FBC94-EC52-7390-A4A8-2B5802F6D6B7}"/>
                    </a:ext>
                  </a:extLst>
                </p:cNvPr>
                <p:cNvSpPr/>
                <p:nvPr/>
              </p:nvSpPr>
              <p:spPr>
                <a:xfrm>
                  <a:off x="7804546" y="3282298"/>
                  <a:ext cx="509" cy="1053"/>
                </a:xfrm>
                <a:custGeom>
                  <a:avLst/>
                  <a:gdLst>
                    <a:gd name="connsiteX0" fmla="*/ 0 w 509"/>
                    <a:gd name="connsiteY0" fmla="*/ 0 h 1053"/>
                    <a:gd name="connsiteX1" fmla="*/ 509 w 509"/>
                    <a:gd name="connsiteY1" fmla="*/ 509 h 1053"/>
                    <a:gd name="connsiteX2" fmla="*/ 278 w 509"/>
                    <a:gd name="connsiteY2" fmla="*/ 1053 h 1053"/>
                    <a:gd name="connsiteX3" fmla="*/ 0 w 509"/>
                    <a:gd name="connsiteY3" fmla="*/ 0 h 10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9" h="1053">
                      <a:moveTo>
                        <a:pt x="0" y="0"/>
                      </a:moveTo>
                      <a:lnTo>
                        <a:pt x="509" y="509"/>
                      </a:lnTo>
                      <a:lnTo>
                        <a:pt x="278" y="105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22" name="Freeform: Shape 1321">
                  <a:extLst>
                    <a:ext uri="{FF2B5EF4-FFF2-40B4-BE49-F238E27FC236}">
                      <a16:creationId xmlns:a16="http://schemas.microsoft.com/office/drawing/2014/main" id="{B90F9B9E-47FA-3419-28DC-E2D2C81DD4A7}"/>
                    </a:ext>
                  </a:extLst>
                </p:cNvPr>
                <p:cNvSpPr/>
                <p:nvPr/>
              </p:nvSpPr>
              <p:spPr>
                <a:xfrm>
                  <a:off x="8431855" y="4188007"/>
                  <a:ext cx="208" cy="1701"/>
                </a:xfrm>
                <a:custGeom>
                  <a:avLst/>
                  <a:gdLst>
                    <a:gd name="connsiteX0" fmla="*/ 0 w 208"/>
                    <a:gd name="connsiteY0" fmla="*/ 1146 h 1701"/>
                    <a:gd name="connsiteX1" fmla="*/ 116 w 208"/>
                    <a:gd name="connsiteY1" fmla="*/ 0 h 1701"/>
                    <a:gd name="connsiteX2" fmla="*/ 208 w 208"/>
                    <a:gd name="connsiteY2" fmla="*/ 23 h 1701"/>
                    <a:gd name="connsiteX3" fmla="*/ 139 w 208"/>
                    <a:gd name="connsiteY3" fmla="*/ 1701 h 1701"/>
                    <a:gd name="connsiteX4" fmla="*/ 0 w 208"/>
                    <a:gd name="connsiteY4" fmla="*/ 1146 h 17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8" h="1701">
                      <a:moveTo>
                        <a:pt x="0" y="1146"/>
                      </a:moveTo>
                      <a:lnTo>
                        <a:pt x="116" y="0"/>
                      </a:lnTo>
                      <a:lnTo>
                        <a:pt x="208" y="23"/>
                      </a:lnTo>
                      <a:lnTo>
                        <a:pt x="139" y="1701"/>
                      </a:lnTo>
                      <a:lnTo>
                        <a:pt x="0" y="11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23" name="Freeform: Shape 1322">
                  <a:extLst>
                    <a:ext uri="{FF2B5EF4-FFF2-40B4-BE49-F238E27FC236}">
                      <a16:creationId xmlns:a16="http://schemas.microsoft.com/office/drawing/2014/main" id="{FBC637C2-26F9-604D-7B0E-FF07421E0980}"/>
                    </a:ext>
                  </a:extLst>
                </p:cNvPr>
                <p:cNvSpPr/>
                <p:nvPr/>
              </p:nvSpPr>
              <p:spPr>
                <a:xfrm>
                  <a:off x="8186261" y="4153140"/>
                  <a:ext cx="544" cy="1192"/>
                </a:xfrm>
                <a:custGeom>
                  <a:avLst/>
                  <a:gdLst>
                    <a:gd name="connsiteX0" fmla="*/ 0 w 544"/>
                    <a:gd name="connsiteY0" fmla="*/ 533 h 1192"/>
                    <a:gd name="connsiteX1" fmla="*/ 116 w 544"/>
                    <a:gd name="connsiteY1" fmla="*/ 0 h 1192"/>
                    <a:gd name="connsiteX2" fmla="*/ 544 w 544"/>
                    <a:gd name="connsiteY2" fmla="*/ 1192 h 1192"/>
                    <a:gd name="connsiteX3" fmla="*/ 498 w 544"/>
                    <a:gd name="connsiteY3" fmla="*/ 1169 h 1192"/>
                    <a:gd name="connsiteX4" fmla="*/ 0 w 544"/>
                    <a:gd name="connsiteY4" fmla="*/ 533 h 1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4" h="1192">
                      <a:moveTo>
                        <a:pt x="0" y="533"/>
                      </a:moveTo>
                      <a:lnTo>
                        <a:pt x="116" y="0"/>
                      </a:lnTo>
                      <a:lnTo>
                        <a:pt x="544" y="1192"/>
                      </a:lnTo>
                      <a:lnTo>
                        <a:pt x="498" y="1169"/>
                      </a:lnTo>
                      <a:lnTo>
                        <a:pt x="0" y="53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24" name="Freeform: Shape 1323">
                  <a:extLst>
                    <a:ext uri="{FF2B5EF4-FFF2-40B4-BE49-F238E27FC236}">
                      <a16:creationId xmlns:a16="http://schemas.microsoft.com/office/drawing/2014/main" id="{8D810C67-728D-ADC6-B44C-999022335EDF}"/>
                    </a:ext>
                  </a:extLst>
                </p:cNvPr>
                <p:cNvSpPr/>
                <p:nvPr/>
              </p:nvSpPr>
              <p:spPr>
                <a:xfrm>
                  <a:off x="7804940" y="3467188"/>
                  <a:ext cx="810" cy="497"/>
                </a:xfrm>
                <a:custGeom>
                  <a:avLst/>
                  <a:gdLst>
                    <a:gd name="connsiteX0" fmla="*/ 301 w 810"/>
                    <a:gd name="connsiteY0" fmla="*/ 35 h 497"/>
                    <a:gd name="connsiteX1" fmla="*/ 336 w 810"/>
                    <a:gd name="connsiteY1" fmla="*/ 0 h 497"/>
                    <a:gd name="connsiteX2" fmla="*/ 810 w 810"/>
                    <a:gd name="connsiteY2" fmla="*/ 428 h 497"/>
                    <a:gd name="connsiteX3" fmla="*/ 0 w 810"/>
                    <a:gd name="connsiteY3" fmla="*/ 498 h 497"/>
                    <a:gd name="connsiteX4" fmla="*/ 301 w 810"/>
                    <a:gd name="connsiteY4" fmla="*/ 35 h 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0" h="497">
                      <a:moveTo>
                        <a:pt x="301" y="35"/>
                      </a:moveTo>
                      <a:lnTo>
                        <a:pt x="336" y="0"/>
                      </a:lnTo>
                      <a:lnTo>
                        <a:pt x="810" y="428"/>
                      </a:lnTo>
                      <a:lnTo>
                        <a:pt x="0" y="498"/>
                      </a:lnTo>
                      <a:lnTo>
                        <a:pt x="301" y="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25" name="Freeform: Shape 1324">
                  <a:extLst>
                    <a:ext uri="{FF2B5EF4-FFF2-40B4-BE49-F238E27FC236}">
                      <a16:creationId xmlns:a16="http://schemas.microsoft.com/office/drawing/2014/main" id="{E3AFB7C4-667E-A73D-6F81-28A8D6F8565C}"/>
                    </a:ext>
                  </a:extLst>
                </p:cNvPr>
                <p:cNvSpPr/>
                <p:nvPr/>
              </p:nvSpPr>
              <p:spPr>
                <a:xfrm>
                  <a:off x="7851730" y="3802912"/>
                  <a:ext cx="926" cy="544"/>
                </a:xfrm>
                <a:custGeom>
                  <a:avLst/>
                  <a:gdLst>
                    <a:gd name="connsiteX0" fmla="*/ 0 w 926"/>
                    <a:gd name="connsiteY0" fmla="*/ 486 h 544"/>
                    <a:gd name="connsiteX1" fmla="*/ 926 w 926"/>
                    <a:gd name="connsiteY1" fmla="*/ 0 h 544"/>
                    <a:gd name="connsiteX2" fmla="*/ 671 w 926"/>
                    <a:gd name="connsiteY2" fmla="*/ 544 h 544"/>
                    <a:gd name="connsiteX3" fmla="*/ 0 w 926"/>
                    <a:gd name="connsiteY3" fmla="*/ 486 h 5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6" h="544">
                      <a:moveTo>
                        <a:pt x="0" y="486"/>
                      </a:moveTo>
                      <a:lnTo>
                        <a:pt x="926" y="0"/>
                      </a:lnTo>
                      <a:lnTo>
                        <a:pt x="671" y="544"/>
                      </a:lnTo>
                      <a:lnTo>
                        <a:pt x="0" y="48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26" name="Freeform: Shape 1325">
                  <a:extLst>
                    <a:ext uri="{FF2B5EF4-FFF2-40B4-BE49-F238E27FC236}">
                      <a16:creationId xmlns:a16="http://schemas.microsoft.com/office/drawing/2014/main" id="{66226C52-C76E-D647-4473-396506D341F9}"/>
                    </a:ext>
                  </a:extLst>
                </p:cNvPr>
                <p:cNvSpPr/>
                <p:nvPr/>
              </p:nvSpPr>
              <p:spPr>
                <a:xfrm>
                  <a:off x="8042766" y="3953699"/>
                  <a:ext cx="393" cy="1586"/>
                </a:xfrm>
                <a:custGeom>
                  <a:avLst/>
                  <a:gdLst>
                    <a:gd name="connsiteX0" fmla="*/ 0 w 393"/>
                    <a:gd name="connsiteY0" fmla="*/ 23 h 1586"/>
                    <a:gd name="connsiteX1" fmla="*/ 35 w 393"/>
                    <a:gd name="connsiteY1" fmla="*/ 0 h 1586"/>
                    <a:gd name="connsiteX2" fmla="*/ 313 w 393"/>
                    <a:gd name="connsiteY2" fmla="*/ 359 h 1586"/>
                    <a:gd name="connsiteX3" fmla="*/ 394 w 393"/>
                    <a:gd name="connsiteY3" fmla="*/ 1586 h 1586"/>
                    <a:gd name="connsiteX4" fmla="*/ 0 w 393"/>
                    <a:gd name="connsiteY4" fmla="*/ 23 h 15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3" h="1586">
                      <a:moveTo>
                        <a:pt x="0" y="23"/>
                      </a:moveTo>
                      <a:lnTo>
                        <a:pt x="35" y="0"/>
                      </a:lnTo>
                      <a:lnTo>
                        <a:pt x="313" y="359"/>
                      </a:lnTo>
                      <a:lnTo>
                        <a:pt x="394" y="1586"/>
                      </a:lnTo>
                      <a:lnTo>
                        <a:pt x="0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27" name="Freeform: Shape 1326">
                  <a:extLst>
                    <a:ext uri="{FF2B5EF4-FFF2-40B4-BE49-F238E27FC236}">
                      <a16:creationId xmlns:a16="http://schemas.microsoft.com/office/drawing/2014/main" id="{7B429D12-035D-A899-5B03-454870C073DC}"/>
                    </a:ext>
                  </a:extLst>
                </p:cNvPr>
                <p:cNvSpPr/>
                <p:nvPr/>
              </p:nvSpPr>
              <p:spPr>
                <a:xfrm>
                  <a:off x="8465981" y="3743551"/>
                  <a:ext cx="578" cy="694"/>
                </a:xfrm>
                <a:custGeom>
                  <a:avLst/>
                  <a:gdLst>
                    <a:gd name="connsiteX0" fmla="*/ 521 w 578"/>
                    <a:gd name="connsiteY0" fmla="*/ 672 h 694"/>
                    <a:gd name="connsiteX1" fmla="*/ 208 w 578"/>
                    <a:gd name="connsiteY1" fmla="*/ 695 h 694"/>
                    <a:gd name="connsiteX2" fmla="*/ 0 w 578"/>
                    <a:gd name="connsiteY2" fmla="*/ 614 h 694"/>
                    <a:gd name="connsiteX3" fmla="*/ 579 w 578"/>
                    <a:gd name="connsiteY3" fmla="*/ 0 h 694"/>
                    <a:gd name="connsiteX4" fmla="*/ 521 w 578"/>
                    <a:gd name="connsiteY4" fmla="*/ 672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8" h="694">
                      <a:moveTo>
                        <a:pt x="521" y="672"/>
                      </a:moveTo>
                      <a:lnTo>
                        <a:pt x="208" y="695"/>
                      </a:lnTo>
                      <a:lnTo>
                        <a:pt x="0" y="614"/>
                      </a:lnTo>
                      <a:lnTo>
                        <a:pt x="579" y="0"/>
                      </a:lnTo>
                      <a:lnTo>
                        <a:pt x="521" y="67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28" name="Freeform: Shape 1327">
                  <a:extLst>
                    <a:ext uri="{FF2B5EF4-FFF2-40B4-BE49-F238E27FC236}">
                      <a16:creationId xmlns:a16="http://schemas.microsoft.com/office/drawing/2014/main" id="{9BC8090F-E725-231B-9797-23D149EFA49C}"/>
                    </a:ext>
                  </a:extLst>
                </p:cNvPr>
                <p:cNvSpPr/>
                <p:nvPr/>
              </p:nvSpPr>
              <p:spPr>
                <a:xfrm>
                  <a:off x="8427931" y="2989348"/>
                  <a:ext cx="960" cy="984"/>
                </a:xfrm>
                <a:custGeom>
                  <a:avLst/>
                  <a:gdLst>
                    <a:gd name="connsiteX0" fmla="*/ 0 w 960"/>
                    <a:gd name="connsiteY0" fmla="*/ 58 h 984"/>
                    <a:gd name="connsiteX1" fmla="*/ 116 w 960"/>
                    <a:gd name="connsiteY1" fmla="*/ 0 h 984"/>
                    <a:gd name="connsiteX2" fmla="*/ 961 w 960"/>
                    <a:gd name="connsiteY2" fmla="*/ 984 h 984"/>
                    <a:gd name="connsiteX3" fmla="*/ 243 w 960"/>
                    <a:gd name="connsiteY3" fmla="*/ 521 h 984"/>
                    <a:gd name="connsiteX4" fmla="*/ 0 w 960"/>
                    <a:gd name="connsiteY4" fmla="*/ 58 h 9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0" h="984">
                      <a:moveTo>
                        <a:pt x="0" y="58"/>
                      </a:moveTo>
                      <a:lnTo>
                        <a:pt x="116" y="0"/>
                      </a:lnTo>
                      <a:lnTo>
                        <a:pt x="961" y="984"/>
                      </a:lnTo>
                      <a:lnTo>
                        <a:pt x="243" y="521"/>
                      </a:lnTo>
                      <a:lnTo>
                        <a:pt x="0" y="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29" name="Freeform: Shape 1328">
                  <a:extLst>
                    <a:ext uri="{FF2B5EF4-FFF2-40B4-BE49-F238E27FC236}">
                      <a16:creationId xmlns:a16="http://schemas.microsoft.com/office/drawing/2014/main" id="{27A530A6-77CE-EDDA-B41E-17C3FE7490A5}"/>
                    </a:ext>
                  </a:extLst>
                </p:cNvPr>
                <p:cNvSpPr/>
                <p:nvPr/>
              </p:nvSpPr>
              <p:spPr>
                <a:xfrm>
                  <a:off x="7856568" y="3168114"/>
                  <a:ext cx="798" cy="462"/>
                </a:xfrm>
                <a:custGeom>
                  <a:avLst/>
                  <a:gdLst>
                    <a:gd name="connsiteX0" fmla="*/ 0 w 798"/>
                    <a:gd name="connsiteY0" fmla="*/ 440 h 462"/>
                    <a:gd name="connsiteX1" fmla="*/ 602 w 798"/>
                    <a:gd name="connsiteY1" fmla="*/ 0 h 462"/>
                    <a:gd name="connsiteX2" fmla="*/ 799 w 798"/>
                    <a:gd name="connsiteY2" fmla="*/ 451 h 462"/>
                    <a:gd name="connsiteX3" fmla="*/ 81 w 798"/>
                    <a:gd name="connsiteY3" fmla="*/ 463 h 462"/>
                    <a:gd name="connsiteX4" fmla="*/ 0 w 798"/>
                    <a:gd name="connsiteY4" fmla="*/ 440 h 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8" h="462">
                      <a:moveTo>
                        <a:pt x="0" y="440"/>
                      </a:moveTo>
                      <a:lnTo>
                        <a:pt x="602" y="0"/>
                      </a:lnTo>
                      <a:lnTo>
                        <a:pt x="799" y="451"/>
                      </a:lnTo>
                      <a:lnTo>
                        <a:pt x="81" y="463"/>
                      </a:lnTo>
                      <a:lnTo>
                        <a:pt x="0" y="44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30" name="Freeform: Shape 1329">
                  <a:extLst>
                    <a:ext uri="{FF2B5EF4-FFF2-40B4-BE49-F238E27FC236}">
                      <a16:creationId xmlns:a16="http://schemas.microsoft.com/office/drawing/2014/main" id="{2A179770-69FA-4BA0-EB53-36A4CD3ADB0B}"/>
                    </a:ext>
                  </a:extLst>
                </p:cNvPr>
                <p:cNvSpPr/>
                <p:nvPr/>
              </p:nvSpPr>
              <p:spPr>
                <a:xfrm>
                  <a:off x="8358649" y="3814939"/>
                  <a:ext cx="787" cy="659"/>
                </a:xfrm>
                <a:custGeom>
                  <a:avLst/>
                  <a:gdLst>
                    <a:gd name="connsiteX0" fmla="*/ 0 w 787"/>
                    <a:gd name="connsiteY0" fmla="*/ 660 h 659"/>
                    <a:gd name="connsiteX1" fmla="*/ 706 w 787"/>
                    <a:gd name="connsiteY1" fmla="*/ 0 h 659"/>
                    <a:gd name="connsiteX2" fmla="*/ 787 w 787"/>
                    <a:gd name="connsiteY2" fmla="*/ 475 h 659"/>
                    <a:gd name="connsiteX3" fmla="*/ 0 w 787"/>
                    <a:gd name="connsiteY3" fmla="*/ 660 h 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7" h="659">
                      <a:moveTo>
                        <a:pt x="0" y="660"/>
                      </a:moveTo>
                      <a:lnTo>
                        <a:pt x="706" y="0"/>
                      </a:lnTo>
                      <a:lnTo>
                        <a:pt x="787" y="475"/>
                      </a:lnTo>
                      <a:lnTo>
                        <a:pt x="0" y="66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31" name="Freeform: Shape 1330">
                  <a:extLst>
                    <a:ext uri="{FF2B5EF4-FFF2-40B4-BE49-F238E27FC236}">
                      <a16:creationId xmlns:a16="http://schemas.microsoft.com/office/drawing/2014/main" id="{726B42B0-6115-9766-2B42-870CE9F51841}"/>
                    </a:ext>
                  </a:extLst>
                </p:cNvPr>
                <p:cNvSpPr/>
                <p:nvPr/>
              </p:nvSpPr>
              <p:spPr>
                <a:xfrm>
                  <a:off x="7947740" y="2805199"/>
                  <a:ext cx="347" cy="1250"/>
                </a:xfrm>
                <a:custGeom>
                  <a:avLst/>
                  <a:gdLst>
                    <a:gd name="connsiteX0" fmla="*/ 0 w 347"/>
                    <a:gd name="connsiteY0" fmla="*/ 0 h 1250"/>
                    <a:gd name="connsiteX1" fmla="*/ 290 w 347"/>
                    <a:gd name="connsiteY1" fmla="*/ 81 h 1250"/>
                    <a:gd name="connsiteX2" fmla="*/ 347 w 347"/>
                    <a:gd name="connsiteY2" fmla="*/ 1250 h 1250"/>
                    <a:gd name="connsiteX3" fmla="*/ 197 w 347"/>
                    <a:gd name="connsiteY3" fmla="*/ 822 h 1250"/>
                    <a:gd name="connsiteX4" fmla="*/ 0 w 347"/>
                    <a:gd name="connsiteY4" fmla="*/ 0 h 1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7" h="1250">
                      <a:moveTo>
                        <a:pt x="0" y="0"/>
                      </a:moveTo>
                      <a:lnTo>
                        <a:pt x="290" y="81"/>
                      </a:lnTo>
                      <a:lnTo>
                        <a:pt x="347" y="1250"/>
                      </a:lnTo>
                      <a:lnTo>
                        <a:pt x="197" y="82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32" name="Freeform: Shape 1331">
                  <a:extLst>
                    <a:ext uri="{FF2B5EF4-FFF2-40B4-BE49-F238E27FC236}">
                      <a16:creationId xmlns:a16="http://schemas.microsoft.com/office/drawing/2014/main" id="{89A32B78-D075-AE2A-8F9C-281B02DD1204}"/>
                    </a:ext>
                  </a:extLst>
                </p:cNvPr>
                <p:cNvSpPr/>
                <p:nvPr/>
              </p:nvSpPr>
              <p:spPr>
                <a:xfrm>
                  <a:off x="7887684" y="3110431"/>
                  <a:ext cx="659" cy="706"/>
                </a:xfrm>
                <a:custGeom>
                  <a:avLst/>
                  <a:gdLst>
                    <a:gd name="connsiteX0" fmla="*/ 0 w 659"/>
                    <a:gd name="connsiteY0" fmla="*/ 69 h 706"/>
                    <a:gd name="connsiteX1" fmla="*/ 35 w 659"/>
                    <a:gd name="connsiteY1" fmla="*/ 0 h 706"/>
                    <a:gd name="connsiteX2" fmla="*/ 660 w 659"/>
                    <a:gd name="connsiteY2" fmla="*/ 556 h 706"/>
                    <a:gd name="connsiteX3" fmla="*/ 382 w 659"/>
                    <a:gd name="connsiteY3" fmla="*/ 706 h 706"/>
                    <a:gd name="connsiteX4" fmla="*/ 162 w 659"/>
                    <a:gd name="connsiteY4" fmla="*/ 533 h 706"/>
                    <a:gd name="connsiteX5" fmla="*/ 0 w 659"/>
                    <a:gd name="connsiteY5" fmla="*/ 69 h 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59" h="706">
                      <a:moveTo>
                        <a:pt x="0" y="69"/>
                      </a:moveTo>
                      <a:lnTo>
                        <a:pt x="35" y="0"/>
                      </a:lnTo>
                      <a:lnTo>
                        <a:pt x="660" y="556"/>
                      </a:lnTo>
                      <a:lnTo>
                        <a:pt x="382" y="706"/>
                      </a:lnTo>
                      <a:lnTo>
                        <a:pt x="162" y="533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33" name="Freeform: Shape 1332">
                  <a:extLst>
                    <a:ext uri="{FF2B5EF4-FFF2-40B4-BE49-F238E27FC236}">
                      <a16:creationId xmlns:a16="http://schemas.microsoft.com/office/drawing/2014/main" id="{190AC0D9-72BA-5391-D748-887F96AF4E12}"/>
                    </a:ext>
                  </a:extLst>
                </p:cNvPr>
                <p:cNvSpPr/>
                <p:nvPr/>
              </p:nvSpPr>
              <p:spPr>
                <a:xfrm>
                  <a:off x="8030577" y="2994256"/>
                  <a:ext cx="520" cy="949"/>
                </a:xfrm>
                <a:custGeom>
                  <a:avLst/>
                  <a:gdLst>
                    <a:gd name="connsiteX0" fmla="*/ 0 w 520"/>
                    <a:gd name="connsiteY0" fmla="*/ 729 h 949"/>
                    <a:gd name="connsiteX1" fmla="*/ 486 w 520"/>
                    <a:gd name="connsiteY1" fmla="*/ 23 h 949"/>
                    <a:gd name="connsiteX2" fmla="*/ 521 w 520"/>
                    <a:gd name="connsiteY2" fmla="*/ 0 h 949"/>
                    <a:gd name="connsiteX3" fmla="*/ 312 w 520"/>
                    <a:gd name="connsiteY3" fmla="*/ 949 h 949"/>
                    <a:gd name="connsiteX4" fmla="*/ 243 w 520"/>
                    <a:gd name="connsiteY4" fmla="*/ 938 h 949"/>
                    <a:gd name="connsiteX5" fmla="*/ 0 w 520"/>
                    <a:gd name="connsiteY5" fmla="*/ 729 h 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0" h="949">
                      <a:moveTo>
                        <a:pt x="0" y="729"/>
                      </a:moveTo>
                      <a:lnTo>
                        <a:pt x="486" y="23"/>
                      </a:lnTo>
                      <a:lnTo>
                        <a:pt x="521" y="0"/>
                      </a:lnTo>
                      <a:lnTo>
                        <a:pt x="312" y="949"/>
                      </a:lnTo>
                      <a:lnTo>
                        <a:pt x="243" y="938"/>
                      </a:lnTo>
                      <a:lnTo>
                        <a:pt x="0" y="72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34" name="Freeform: Shape 1333">
                  <a:extLst>
                    <a:ext uri="{FF2B5EF4-FFF2-40B4-BE49-F238E27FC236}">
                      <a16:creationId xmlns:a16="http://schemas.microsoft.com/office/drawing/2014/main" id="{9E3FF9EE-353D-8592-42D5-3DADC75EBBEA}"/>
                    </a:ext>
                  </a:extLst>
                </p:cNvPr>
                <p:cNvSpPr/>
                <p:nvPr/>
              </p:nvSpPr>
              <p:spPr>
                <a:xfrm>
                  <a:off x="7856395" y="3115641"/>
                  <a:ext cx="763" cy="1053"/>
                </a:xfrm>
                <a:custGeom>
                  <a:avLst/>
                  <a:gdLst>
                    <a:gd name="connsiteX0" fmla="*/ 0 w 763"/>
                    <a:gd name="connsiteY0" fmla="*/ 0 h 1053"/>
                    <a:gd name="connsiteX1" fmla="*/ 660 w 763"/>
                    <a:gd name="connsiteY1" fmla="*/ 417 h 1053"/>
                    <a:gd name="connsiteX2" fmla="*/ 764 w 763"/>
                    <a:gd name="connsiteY2" fmla="*/ 1053 h 1053"/>
                    <a:gd name="connsiteX3" fmla="*/ 0 w 763"/>
                    <a:gd name="connsiteY3" fmla="*/ 0 h 10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3" h="1053">
                      <a:moveTo>
                        <a:pt x="0" y="0"/>
                      </a:moveTo>
                      <a:lnTo>
                        <a:pt x="660" y="417"/>
                      </a:lnTo>
                      <a:lnTo>
                        <a:pt x="764" y="105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35" name="Freeform: Shape 1334">
                  <a:extLst>
                    <a:ext uri="{FF2B5EF4-FFF2-40B4-BE49-F238E27FC236}">
                      <a16:creationId xmlns:a16="http://schemas.microsoft.com/office/drawing/2014/main" id="{7E8D429B-A11B-C672-91E4-F56DA511524C}"/>
                    </a:ext>
                  </a:extLst>
                </p:cNvPr>
                <p:cNvSpPr/>
                <p:nvPr/>
              </p:nvSpPr>
              <p:spPr>
                <a:xfrm>
                  <a:off x="8285235" y="4558076"/>
                  <a:ext cx="1192" cy="439"/>
                </a:xfrm>
                <a:custGeom>
                  <a:avLst/>
                  <a:gdLst>
                    <a:gd name="connsiteX0" fmla="*/ 0 w 1192"/>
                    <a:gd name="connsiteY0" fmla="*/ 440 h 439"/>
                    <a:gd name="connsiteX1" fmla="*/ 695 w 1192"/>
                    <a:gd name="connsiteY1" fmla="*/ 0 h 439"/>
                    <a:gd name="connsiteX2" fmla="*/ 1192 w 1192"/>
                    <a:gd name="connsiteY2" fmla="*/ 220 h 439"/>
                    <a:gd name="connsiteX3" fmla="*/ 0 w 1192"/>
                    <a:gd name="connsiteY3" fmla="*/ 440 h 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92" h="439">
                      <a:moveTo>
                        <a:pt x="0" y="440"/>
                      </a:moveTo>
                      <a:lnTo>
                        <a:pt x="695" y="0"/>
                      </a:lnTo>
                      <a:lnTo>
                        <a:pt x="1192" y="220"/>
                      </a:lnTo>
                      <a:lnTo>
                        <a:pt x="0" y="44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36" name="Freeform: Shape 1335">
                  <a:extLst>
                    <a:ext uri="{FF2B5EF4-FFF2-40B4-BE49-F238E27FC236}">
                      <a16:creationId xmlns:a16="http://schemas.microsoft.com/office/drawing/2014/main" id="{2CEF879F-E32A-0BAB-202A-86E95D2116FB}"/>
                    </a:ext>
                  </a:extLst>
                </p:cNvPr>
                <p:cNvSpPr/>
                <p:nvPr/>
              </p:nvSpPr>
              <p:spPr>
                <a:xfrm>
                  <a:off x="8287411" y="4069157"/>
                  <a:ext cx="787" cy="1192"/>
                </a:xfrm>
                <a:custGeom>
                  <a:avLst/>
                  <a:gdLst>
                    <a:gd name="connsiteX0" fmla="*/ 0 w 787"/>
                    <a:gd name="connsiteY0" fmla="*/ 1134 h 1192"/>
                    <a:gd name="connsiteX1" fmla="*/ 787 w 787"/>
                    <a:gd name="connsiteY1" fmla="*/ 0 h 1192"/>
                    <a:gd name="connsiteX2" fmla="*/ 290 w 787"/>
                    <a:gd name="connsiteY2" fmla="*/ 1192 h 1192"/>
                    <a:gd name="connsiteX3" fmla="*/ 0 w 787"/>
                    <a:gd name="connsiteY3" fmla="*/ 1134 h 1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7" h="1192">
                      <a:moveTo>
                        <a:pt x="0" y="1134"/>
                      </a:moveTo>
                      <a:lnTo>
                        <a:pt x="787" y="0"/>
                      </a:lnTo>
                      <a:lnTo>
                        <a:pt x="290" y="1192"/>
                      </a:lnTo>
                      <a:lnTo>
                        <a:pt x="0" y="113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37" name="Freeform: Shape 1336">
                  <a:extLst>
                    <a:ext uri="{FF2B5EF4-FFF2-40B4-BE49-F238E27FC236}">
                      <a16:creationId xmlns:a16="http://schemas.microsoft.com/office/drawing/2014/main" id="{91444EFD-E425-52CE-E588-F5E9BF62B7EA}"/>
                    </a:ext>
                  </a:extLst>
                </p:cNvPr>
                <p:cNvSpPr/>
                <p:nvPr/>
              </p:nvSpPr>
              <p:spPr>
                <a:xfrm>
                  <a:off x="7810138" y="3256241"/>
                  <a:ext cx="613" cy="613"/>
                </a:xfrm>
                <a:custGeom>
                  <a:avLst/>
                  <a:gdLst>
                    <a:gd name="connsiteX0" fmla="*/ 0 w 613"/>
                    <a:gd name="connsiteY0" fmla="*/ 208 h 613"/>
                    <a:gd name="connsiteX1" fmla="*/ 613 w 613"/>
                    <a:gd name="connsiteY1" fmla="*/ 0 h 613"/>
                    <a:gd name="connsiteX2" fmla="*/ 602 w 613"/>
                    <a:gd name="connsiteY2" fmla="*/ 614 h 613"/>
                    <a:gd name="connsiteX3" fmla="*/ 0 w 613"/>
                    <a:gd name="connsiteY3" fmla="*/ 208 h 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13" h="613">
                      <a:moveTo>
                        <a:pt x="0" y="208"/>
                      </a:moveTo>
                      <a:lnTo>
                        <a:pt x="613" y="0"/>
                      </a:lnTo>
                      <a:lnTo>
                        <a:pt x="602" y="614"/>
                      </a:lnTo>
                      <a:lnTo>
                        <a:pt x="0" y="20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38" name="Freeform: Shape 1337">
                  <a:extLst>
                    <a:ext uri="{FF2B5EF4-FFF2-40B4-BE49-F238E27FC236}">
                      <a16:creationId xmlns:a16="http://schemas.microsoft.com/office/drawing/2014/main" id="{AD4E96E3-9A98-2CBC-3C66-34AEFBFA8662}"/>
                    </a:ext>
                  </a:extLst>
                </p:cNvPr>
                <p:cNvSpPr/>
                <p:nvPr/>
              </p:nvSpPr>
              <p:spPr>
                <a:xfrm>
                  <a:off x="7828312" y="3220090"/>
                  <a:ext cx="683" cy="428"/>
                </a:xfrm>
                <a:custGeom>
                  <a:avLst/>
                  <a:gdLst>
                    <a:gd name="connsiteX0" fmla="*/ 35 w 683"/>
                    <a:gd name="connsiteY0" fmla="*/ 0 h 428"/>
                    <a:gd name="connsiteX1" fmla="*/ 347 w 683"/>
                    <a:gd name="connsiteY1" fmla="*/ 81 h 428"/>
                    <a:gd name="connsiteX2" fmla="*/ 683 w 683"/>
                    <a:gd name="connsiteY2" fmla="*/ 405 h 428"/>
                    <a:gd name="connsiteX3" fmla="*/ 0 w 683"/>
                    <a:gd name="connsiteY3" fmla="*/ 428 h 428"/>
                    <a:gd name="connsiteX4" fmla="*/ 35 w 683"/>
                    <a:gd name="connsiteY4" fmla="*/ 0 h 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3" h="428">
                      <a:moveTo>
                        <a:pt x="35" y="0"/>
                      </a:moveTo>
                      <a:lnTo>
                        <a:pt x="347" y="81"/>
                      </a:lnTo>
                      <a:lnTo>
                        <a:pt x="683" y="405"/>
                      </a:lnTo>
                      <a:lnTo>
                        <a:pt x="0" y="428"/>
                      </a:lnTo>
                      <a:lnTo>
                        <a:pt x="35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39" name="Freeform: Shape 1338">
                  <a:extLst>
                    <a:ext uri="{FF2B5EF4-FFF2-40B4-BE49-F238E27FC236}">
                      <a16:creationId xmlns:a16="http://schemas.microsoft.com/office/drawing/2014/main" id="{E8D85CA4-3A5E-CF7D-1860-6E6FA3B317C3}"/>
                    </a:ext>
                  </a:extLst>
                </p:cNvPr>
                <p:cNvSpPr/>
                <p:nvPr/>
              </p:nvSpPr>
              <p:spPr>
                <a:xfrm>
                  <a:off x="7856545" y="3119808"/>
                  <a:ext cx="902" cy="463"/>
                </a:xfrm>
                <a:custGeom>
                  <a:avLst/>
                  <a:gdLst>
                    <a:gd name="connsiteX0" fmla="*/ 0 w 902"/>
                    <a:gd name="connsiteY0" fmla="*/ 394 h 463"/>
                    <a:gd name="connsiteX1" fmla="*/ 255 w 902"/>
                    <a:gd name="connsiteY1" fmla="*/ 0 h 463"/>
                    <a:gd name="connsiteX2" fmla="*/ 903 w 902"/>
                    <a:gd name="connsiteY2" fmla="*/ 463 h 463"/>
                    <a:gd name="connsiteX3" fmla="*/ 0 w 902"/>
                    <a:gd name="connsiteY3" fmla="*/ 394 h 4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02" h="463">
                      <a:moveTo>
                        <a:pt x="0" y="394"/>
                      </a:moveTo>
                      <a:lnTo>
                        <a:pt x="255" y="0"/>
                      </a:lnTo>
                      <a:lnTo>
                        <a:pt x="903" y="463"/>
                      </a:lnTo>
                      <a:lnTo>
                        <a:pt x="0" y="3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40" name="Freeform: Shape 1339">
                  <a:extLst>
                    <a:ext uri="{FF2B5EF4-FFF2-40B4-BE49-F238E27FC236}">
                      <a16:creationId xmlns:a16="http://schemas.microsoft.com/office/drawing/2014/main" id="{AADD61FD-9D7B-7766-F150-BC9DF50D1A84}"/>
                    </a:ext>
                  </a:extLst>
                </p:cNvPr>
                <p:cNvSpPr/>
                <p:nvPr/>
              </p:nvSpPr>
              <p:spPr>
                <a:xfrm>
                  <a:off x="8305122" y="3972082"/>
                  <a:ext cx="868" cy="1400"/>
                </a:xfrm>
                <a:custGeom>
                  <a:avLst/>
                  <a:gdLst>
                    <a:gd name="connsiteX0" fmla="*/ 0 w 868"/>
                    <a:gd name="connsiteY0" fmla="*/ 1401 h 1400"/>
                    <a:gd name="connsiteX1" fmla="*/ 764 w 868"/>
                    <a:gd name="connsiteY1" fmla="*/ 0 h 1400"/>
                    <a:gd name="connsiteX2" fmla="*/ 868 w 868"/>
                    <a:gd name="connsiteY2" fmla="*/ 313 h 1400"/>
                    <a:gd name="connsiteX3" fmla="*/ 0 w 868"/>
                    <a:gd name="connsiteY3" fmla="*/ 1401 h 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8" h="1400">
                      <a:moveTo>
                        <a:pt x="0" y="1401"/>
                      </a:moveTo>
                      <a:lnTo>
                        <a:pt x="764" y="0"/>
                      </a:lnTo>
                      <a:lnTo>
                        <a:pt x="868" y="313"/>
                      </a:lnTo>
                      <a:lnTo>
                        <a:pt x="0" y="14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41" name="Freeform: Shape 1340">
                  <a:extLst>
                    <a:ext uri="{FF2B5EF4-FFF2-40B4-BE49-F238E27FC236}">
                      <a16:creationId xmlns:a16="http://schemas.microsoft.com/office/drawing/2014/main" id="{45331863-295C-086C-19F9-0F1E1EC4159C}"/>
                    </a:ext>
                  </a:extLst>
                </p:cNvPr>
                <p:cNvSpPr/>
                <p:nvPr/>
              </p:nvSpPr>
              <p:spPr>
                <a:xfrm>
                  <a:off x="7748033" y="3512276"/>
                  <a:ext cx="578" cy="752"/>
                </a:xfrm>
                <a:custGeom>
                  <a:avLst/>
                  <a:gdLst>
                    <a:gd name="connsiteX0" fmla="*/ 0 w 578"/>
                    <a:gd name="connsiteY0" fmla="*/ 313 h 752"/>
                    <a:gd name="connsiteX1" fmla="*/ 104 w 578"/>
                    <a:gd name="connsiteY1" fmla="*/ 208 h 752"/>
                    <a:gd name="connsiteX2" fmla="*/ 417 w 578"/>
                    <a:gd name="connsiteY2" fmla="*/ 0 h 752"/>
                    <a:gd name="connsiteX3" fmla="*/ 579 w 578"/>
                    <a:gd name="connsiteY3" fmla="*/ 752 h 752"/>
                    <a:gd name="connsiteX4" fmla="*/ 0 w 578"/>
                    <a:gd name="connsiteY4" fmla="*/ 313 h 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8" h="752">
                      <a:moveTo>
                        <a:pt x="0" y="313"/>
                      </a:moveTo>
                      <a:lnTo>
                        <a:pt x="104" y="208"/>
                      </a:lnTo>
                      <a:lnTo>
                        <a:pt x="417" y="0"/>
                      </a:lnTo>
                      <a:lnTo>
                        <a:pt x="579" y="752"/>
                      </a:lnTo>
                      <a:lnTo>
                        <a:pt x="0" y="31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42" name="Freeform: Shape 1341">
                  <a:extLst>
                    <a:ext uri="{FF2B5EF4-FFF2-40B4-BE49-F238E27FC236}">
                      <a16:creationId xmlns:a16="http://schemas.microsoft.com/office/drawing/2014/main" id="{A637F233-344A-6ABB-5EB0-BFD77EC22056}"/>
                    </a:ext>
                  </a:extLst>
                </p:cNvPr>
                <p:cNvSpPr/>
                <p:nvPr/>
              </p:nvSpPr>
              <p:spPr>
                <a:xfrm>
                  <a:off x="8102174" y="2875013"/>
                  <a:ext cx="613" cy="555"/>
                </a:xfrm>
                <a:custGeom>
                  <a:avLst/>
                  <a:gdLst>
                    <a:gd name="connsiteX0" fmla="*/ 417 w 613"/>
                    <a:gd name="connsiteY0" fmla="*/ 544 h 555"/>
                    <a:gd name="connsiteX1" fmla="*/ 12 w 613"/>
                    <a:gd name="connsiteY1" fmla="*/ 556 h 555"/>
                    <a:gd name="connsiteX2" fmla="*/ 0 w 613"/>
                    <a:gd name="connsiteY2" fmla="*/ 451 h 555"/>
                    <a:gd name="connsiteX3" fmla="*/ 428 w 613"/>
                    <a:gd name="connsiteY3" fmla="*/ 0 h 555"/>
                    <a:gd name="connsiteX4" fmla="*/ 614 w 613"/>
                    <a:gd name="connsiteY4" fmla="*/ 150 h 555"/>
                    <a:gd name="connsiteX5" fmla="*/ 417 w 613"/>
                    <a:gd name="connsiteY5" fmla="*/ 544 h 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13" h="555">
                      <a:moveTo>
                        <a:pt x="417" y="544"/>
                      </a:moveTo>
                      <a:lnTo>
                        <a:pt x="12" y="556"/>
                      </a:lnTo>
                      <a:lnTo>
                        <a:pt x="0" y="451"/>
                      </a:lnTo>
                      <a:lnTo>
                        <a:pt x="428" y="0"/>
                      </a:lnTo>
                      <a:lnTo>
                        <a:pt x="614" y="150"/>
                      </a:lnTo>
                      <a:lnTo>
                        <a:pt x="417" y="54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43" name="Freeform: Shape 1342">
                  <a:extLst>
                    <a:ext uri="{FF2B5EF4-FFF2-40B4-BE49-F238E27FC236}">
                      <a16:creationId xmlns:a16="http://schemas.microsoft.com/office/drawing/2014/main" id="{5C6719C9-952D-38C4-28C1-78C570943AEC}"/>
                    </a:ext>
                  </a:extLst>
                </p:cNvPr>
                <p:cNvSpPr/>
                <p:nvPr/>
              </p:nvSpPr>
              <p:spPr>
                <a:xfrm>
                  <a:off x="8751685" y="2339964"/>
                  <a:ext cx="544" cy="856"/>
                </a:xfrm>
                <a:custGeom>
                  <a:avLst/>
                  <a:gdLst>
                    <a:gd name="connsiteX0" fmla="*/ 0 w 544"/>
                    <a:gd name="connsiteY0" fmla="*/ 208 h 856"/>
                    <a:gd name="connsiteX1" fmla="*/ 544 w 544"/>
                    <a:gd name="connsiteY1" fmla="*/ 0 h 856"/>
                    <a:gd name="connsiteX2" fmla="*/ 93 w 544"/>
                    <a:gd name="connsiteY2" fmla="*/ 857 h 856"/>
                    <a:gd name="connsiteX3" fmla="*/ 0 w 544"/>
                    <a:gd name="connsiteY3" fmla="*/ 208 h 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4" h="856">
                      <a:moveTo>
                        <a:pt x="0" y="208"/>
                      </a:moveTo>
                      <a:lnTo>
                        <a:pt x="544" y="0"/>
                      </a:lnTo>
                      <a:lnTo>
                        <a:pt x="93" y="857"/>
                      </a:lnTo>
                      <a:lnTo>
                        <a:pt x="0" y="20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44" name="Freeform: Shape 1343">
                  <a:extLst>
                    <a:ext uri="{FF2B5EF4-FFF2-40B4-BE49-F238E27FC236}">
                      <a16:creationId xmlns:a16="http://schemas.microsoft.com/office/drawing/2014/main" id="{B6B84709-1F95-AF3B-A36B-9D35C4F76DBB}"/>
                    </a:ext>
                  </a:extLst>
                </p:cNvPr>
                <p:cNvSpPr/>
                <p:nvPr/>
              </p:nvSpPr>
              <p:spPr>
                <a:xfrm>
                  <a:off x="7809107" y="3218075"/>
                  <a:ext cx="1088" cy="358"/>
                </a:xfrm>
                <a:custGeom>
                  <a:avLst/>
                  <a:gdLst>
                    <a:gd name="connsiteX0" fmla="*/ 0 w 1088"/>
                    <a:gd name="connsiteY0" fmla="*/ 359 h 358"/>
                    <a:gd name="connsiteX1" fmla="*/ 220 w 1088"/>
                    <a:gd name="connsiteY1" fmla="*/ 0 h 358"/>
                    <a:gd name="connsiteX2" fmla="*/ 1088 w 1088"/>
                    <a:gd name="connsiteY2" fmla="*/ 278 h 358"/>
                    <a:gd name="connsiteX3" fmla="*/ 0 w 1088"/>
                    <a:gd name="connsiteY3" fmla="*/ 359 h 3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88" h="358">
                      <a:moveTo>
                        <a:pt x="0" y="359"/>
                      </a:moveTo>
                      <a:lnTo>
                        <a:pt x="220" y="0"/>
                      </a:lnTo>
                      <a:lnTo>
                        <a:pt x="1088" y="278"/>
                      </a:lnTo>
                      <a:lnTo>
                        <a:pt x="0" y="35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45" name="Freeform: Shape 1344">
                  <a:extLst>
                    <a:ext uri="{FF2B5EF4-FFF2-40B4-BE49-F238E27FC236}">
                      <a16:creationId xmlns:a16="http://schemas.microsoft.com/office/drawing/2014/main" id="{CA23FC1A-A71E-5BA6-EAFF-88A1AF41FE49}"/>
                    </a:ext>
                  </a:extLst>
                </p:cNvPr>
                <p:cNvSpPr/>
                <p:nvPr/>
              </p:nvSpPr>
              <p:spPr>
                <a:xfrm>
                  <a:off x="8110798" y="3959892"/>
                  <a:ext cx="752" cy="509"/>
                </a:xfrm>
                <a:custGeom>
                  <a:avLst/>
                  <a:gdLst>
                    <a:gd name="connsiteX0" fmla="*/ 0 w 752"/>
                    <a:gd name="connsiteY0" fmla="*/ 509 h 509"/>
                    <a:gd name="connsiteX1" fmla="*/ 602 w 752"/>
                    <a:gd name="connsiteY1" fmla="*/ 0 h 509"/>
                    <a:gd name="connsiteX2" fmla="*/ 752 w 752"/>
                    <a:gd name="connsiteY2" fmla="*/ 475 h 509"/>
                    <a:gd name="connsiteX3" fmla="*/ 0 w 752"/>
                    <a:gd name="connsiteY3" fmla="*/ 509 h 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2" h="509">
                      <a:moveTo>
                        <a:pt x="0" y="509"/>
                      </a:moveTo>
                      <a:lnTo>
                        <a:pt x="602" y="0"/>
                      </a:lnTo>
                      <a:lnTo>
                        <a:pt x="752" y="475"/>
                      </a:lnTo>
                      <a:lnTo>
                        <a:pt x="0" y="50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46" name="Freeform: Shape 1345">
                  <a:extLst>
                    <a:ext uri="{FF2B5EF4-FFF2-40B4-BE49-F238E27FC236}">
                      <a16:creationId xmlns:a16="http://schemas.microsoft.com/office/drawing/2014/main" id="{241AC204-D178-DE0C-F590-F7170E1581D1}"/>
                    </a:ext>
                  </a:extLst>
                </p:cNvPr>
                <p:cNvSpPr/>
                <p:nvPr/>
              </p:nvSpPr>
              <p:spPr>
                <a:xfrm>
                  <a:off x="8504760" y="2784223"/>
                  <a:ext cx="706" cy="578"/>
                </a:xfrm>
                <a:custGeom>
                  <a:avLst/>
                  <a:gdLst>
                    <a:gd name="connsiteX0" fmla="*/ 0 w 706"/>
                    <a:gd name="connsiteY0" fmla="*/ 533 h 578"/>
                    <a:gd name="connsiteX1" fmla="*/ 706 w 706"/>
                    <a:gd name="connsiteY1" fmla="*/ 0 h 578"/>
                    <a:gd name="connsiteX2" fmla="*/ 637 w 706"/>
                    <a:gd name="connsiteY2" fmla="*/ 579 h 578"/>
                    <a:gd name="connsiteX3" fmla="*/ 0 w 706"/>
                    <a:gd name="connsiteY3" fmla="*/ 533 h 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6" h="578">
                      <a:moveTo>
                        <a:pt x="0" y="533"/>
                      </a:moveTo>
                      <a:lnTo>
                        <a:pt x="706" y="0"/>
                      </a:lnTo>
                      <a:lnTo>
                        <a:pt x="637" y="579"/>
                      </a:lnTo>
                      <a:lnTo>
                        <a:pt x="0" y="53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47" name="Freeform: Shape 1346">
                  <a:extLst>
                    <a:ext uri="{FF2B5EF4-FFF2-40B4-BE49-F238E27FC236}">
                      <a16:creationId xmlns:a16="http://schemas.microsoft.com/office/drawing/2014/main" id="{4E1D7308-D997-2DA1-1B94-3405C49BFA98}"/>
                    </a:ext>
                  </a:extLst>
                </p:cNvPr>
                <p:cNvSpPr/>
                <p:nvPr/>
              </p:nvSpPr>
              <p:spPr>
                <a:xfrm>
                  <a:off x="8218789" y="3243670"/>
                  <a:ext cx="821" cy="845"/>
                </a:xfrm>
                <a:custGeom>
                  <a:avLst/>
                  <a:gdLst>
                    <a:gd name="connsiteX0" fmla="*/ 0 w 821"/>
                    <a:gd name="connsiteY0" fmla="*/ 174 h 845"/>
                    <a:gd name="connsiteX1" fmla="*/ 174 w 821"/>
                    <a:gd name="connsiteY1" fmla="*/ 0 h 845"/>
                    <a:gd name="connsiteX2" fmla="*/ 579 w 821"/>
                    <a:gd name="connsiteY2" fmla="*/ 451 h 845"/>
                    <a:gd name="connsiteX3" fmla="*/ 822 w 821"/>
                    <a:gd name="connsiteY3" fmla="*/ 845 h 845"/>
                    <a:gd name="connsiteX4" fmla="*/ 46 w 821"/>
                    <a:gd name="connsiteY4" fmla="*/ 266 h 845"/>
                    <a:gd name="connsiteX5" fmla="*/ 0 w 821"/>
                    <a:gd name="connsiteY5" fmla="*/ 174 h 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21" h="845">
                      <a:moveTo>
                        <a:pt x="0" y="174"/>
                      </a:moveTo>
                      <a:lnTo>
                        <a:pt x="174" y="0"/>
                      </a:lnTo>
                      <a:lnTo>
                        <a:pt x="579" y="451"/>
                      </a:lnTo>
                      <a:lnTo>
                        <a:pt x="822" y="845"/>
                      </a:lnTo>
                      <a:lnTo>
                        <a:pt x="46" y="266"/>
                      </a:lnTo>
                      <a:lnTo>
                        <a:pt x="0" y="17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48" name="Freeform: Shape 1347">
                  <a:extLst>
                    <a:ext uri="{FF2B5EF4-FFF2-40B4-BE49-F238E27FC236}">
                      <a16:creationId xmlns:a16="http://schemas.microsoft.com/office/drawing/2014/main" id="{EC5D8E76-0DAF-33B7-CD56-24D7CE1BAF98}"/>
                    </a:ext>
                  </a:extLst>
                </p:cNvPr>
                <p:cNvSpPr/>
                <p:nvPr/>
              </p:nvSpPr>
              <p:spPr>
                <a:xfrm>
                  <a:off x="7845259" y="3149338"/>
                  <a:ext cx="984" cy="382"/>
                </a:xfrm>
                <a:custGeom>
                  <a:avLst/>
                  <a:gdLst>
                    <a:gd name="connsiteX0" fmla="*/ 0 w 984"/>
                    <a:gd name="connsiteY0" fmla="*/ 347 h 382"/>
                    <a:gd name="connsiteX1" fmla="*/ 648 w 984"/>
                    <a:gd name="connsiteY1" fmla="*/ 0 h 382"/>
                    <a:gd name="connsiteX2" fmla="*/ 984 w 984"/>
                    <a:gd name="connsiteY2" fmla="*/ 382 h 382"/>
                    <a:gd name="connsiteX3" fmla="*/ 0 w 984"/>
                    <a:gd name="connsiteY3" fmla="*/ 347 h 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4" h="382">
                      <a:moveTo>
                        <a:pt x="0" y="347"/>
                      </a:moveTo>
                      <a:lnTo>
                        <a:pt x="648" y="0"/>
                      </a:lnTo>
                      <a:lnTo>
                        <a:pt x="984" y="382"/>
                      </a:lnTo>
                      <a:lnTo>
                        <a:pt x="0" y="34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49" name="Freeform: Shape 1348">
                  <a:extLst>
                    <a:ext uri="{FF2B5EF4-FFF2-40B4-BE49-F238E27FC236}">
                      <a16:creationId xmlns:a16="http://schemas.microsoft.com/office/drawing/2014/main" id="{6E59D99E-4BB4-5C18-B0B4-E3B5CD3D335E}"/>
                    </a:ext>
                  </a:extLst>
                </p:cNvPr>
                <p:cNvSpPr/>
                <p:nvPr/>
              </p:nvSpPr>
              <p:spPr>
                <a:xfrm>
                  <a:off x="7857749" y="3121822"/>
                  <a:ext cx="1215" cy="1065"/>
                </a:xfrm>
                <a:custGeom>
                  <a:avLst/>
                  <a:gdLst>
                    <a:gd name="connsiteX0" fmla="*/ 0 w 1215"/>
                    <a:gd name="connsiteY0" fmla="*/ 0 h 1065"/>
                    <a:gd name="connsiteX1" fmla="*/ 1216 w 1215"/>
                    <a:gd name="connsiteY1" fmla="*/ 1065 h 1065"/>
                    <a:gd name="connsiteX2" fmla="*/ 243 w 1215"/>
                    <a:gd name="connsiteY2" fmla="*/ 509 h 1065"/>
                    <a:gd name="connsiteX3" fmla="*/ 0 w 1215"/>
                    <a:gd name="connsiteY3" fmla="*/ 0 h 1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5" h="1065">
                      <a:moveTo>
                        <a:pt x="0" y="0"/>
                      </a:moveTo>
                      <a:lnTo>
                        <a:pt x="1216" y="1065"/>
                      </a:lnTo>
                      <a:lnTo>
                        <a:pt x="243" y="50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50" name="Freeform: Shape 1349">
                  <a:extLst>
                    <a:ext uri="{FF2B5EF4-FFF2-40B4-BE49-F238E27FC236}">
                      <a16:creationId xmlns:a16="http://schemas.microsoft.com/office/drawing/2014/main" id="{BEF54E8A-F4B4-CE40-64C5-89CF867A30EE}"/>
                    </a:ext>
                  </a:extLst>
                </p:cNvPr>
                <p:cNvSpPr/>
                <p:nvPr/>
              </p:nvSpPr>
              <p:spPr>
                <a:xfrm>
                  <a:off x="7832861" y="3249585"/>
                  <a:ext cx="405" cy="764"/>
                </a:xfrm>
                <a:custGeom>
                  <a:avLst/>
                  <a:gdLst>
                    <a:gd name="connsiteX0" fmla="*/ 0 w 405"/>
                    <a:gd name="connsiteY0" fmla="*/ 93 h 764"/>
                    <a:gd name="connsiteX1" fmla="*/ 370 w 405"/>
                    <a:gd name="connsiteY1" fmla="*/ 0 h 764"/>
                    <a:gd name="connsiteX2" fmla="*/ 405 w 405"/>
                    <a:gd name="connsiteY2" fmla="*/ 764 h 764"/>
                    <a:gd name="connsiteX3" fmla="*/ 69 w 405"/>
                    <a:gd name="connsiteY3" fmla="*/ 394 h 764"/>
                    <a:gd name="connsiteX4" fmla="*/ 0 w 405"/>
                    <a:gd name="connsiteY4" fmla="*/ 93 h 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5" h="764">
                      <a:moveTo>
                        <a:pt x="0" y="93"/>
                      </a:moveTo>
                      <a:lnTo>
                        <a:pt x="370" y="0"/>
                      </a:lnTo>
                      <a:lnTo>
                        <a:pt x="405" y="764"/>
                      </a:lnTo>
                      <a:lnTo>
                        <a:pt x="69" y="394"/>
                      </a:lnTo>
                      <a:lnTo>
                        <a:pt x="0" y="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51" name="Freeform: Shape 1350">
                  <a:extLst>
                    <a:ext uri="{FF2B5EF4-FFF2-40B4-BE49-F238E27FC236}">
                      <a16:creationId xmlns:a16="http://schemas.microsoft.com/office/drawing/2014/main" id="{A023D5A2-92A1-556A-18E7-118835FAD0C9}"/>
                    </a:ext>
                  </a:extLst>
                </p:cNvPr>
                <p:cNvSpPr/>
                <p:nvPr/>
              </p:nvSpPr>
              <p:spPr>
                <a:xfrm>
                  <a:off x="8274377" y="3638523"/>
                  <a:ext cx="972" cy="497"/>
                </a:xfrm>
                <a:custGeom>
                  <a:avLst/>
                  <a:gdLst>
                    <a:gd name="connsiteX0" fmla="*/ 0 w 972"/>
                    <a:gd name="connsiteY0" fmla="*/ 185 h 497"/>
                    <a:gd name="connsiteX1" fmla="*/ 590 w 972"/>
                    <a:gd name="connsiteY1" fmla="*/ 0 h 497"/>
                    <a:gd name="connsiteX2" fmla="*/ 972 w 972"/>
                    <a:gd name="connsiteY2" fmla="*/ 498 h 497"/>
                    <a:gd name="connsiteX3" fmla="*/ 0 w 972"/>
                    <a:gd name="connsiteY3" fmla="*/ 185 h 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2" h="497">
                      <a:moveTo>
                        <a:pt x="0" y="185"/>
                      </a:moveTo>
                      <a:lnTo>
                        <a:pt x="590" y="0"/>
                      </a:lnTo>
                      <a:lnTo>
                        <a:pt x="972" y="498"/>
                      </a:lnTo>
                      <a:lnTo>
                        <a:pt x="0" y="1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52" name="Freeform: Shape 1351">
                  <a:extLst>
                    <a:ext uri="{FF2B5EF4-FFF2-40B4-BE49-F238E27FC236}">
                      <a16:creationId xmlns:a16="http://schemas.microsoft.com/office/drawing/2014/main" id="{E789F0BA-6EC1-510A-EC32-CEF4F4FF93A2}"/>
                    </a:ext>
                  </a:extLst>
                </p:cNvPr>
                <p:cNvSpPr/>
                <p:nvPr/>
              </p:nvSpPr>
              <p:spPr>
                <a:xfrm>
                  <a:off x="7970568" y="2807630"/>
                  <a:ext cx="509" cy="740"/>
                </a:xfrm>
                <a:custGeom>
                  <a:avLst/>
                  <a:gdLst>
                    <a:gd name="connsiteX0" fmla="*/ 0 w 509"/>
                    <a:gd name="connsiteY0" fmla="*/ 729 h 740"/>
                    <a:gd name="connsiteX1" fmla="*/ 290 w 509"/>
                    <a:gd name="connsiteY1" fmla="*/ 0 h 740"/>
                    <a:gd name="connsiteX2" fmla="*/ 509 w 509"/>
                    <a:gd name="connsiteY2" fmla="*/ 648 h 740"/>
                    <a:gd name="connsiteX3" fmla="*/ 93 w 509"/>
                    <a:gd name="connsiteY3" fmla="*/ 741 h 740"/>
                    <a:gd name="connsiteX4" fmla="*/ 0 w 509"/>
                    <a:gd name="connsiteY4" fmla="*/ 729 h 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9" h="740">
                      <a:moveTo>
                        <a:pt x="0" y="729"/>
                      </a:moveTo>
                      <a:lnTo>
                        <a:pt x="290" y="0"/>
                      </a:lnTo>
                      <a:lnTo>
                        <a:pt x="509" y="648"/>
                      </a:lnTo>
                      <a:lnTo>
                        <a:pt x="93" y="741"/>
                      </a:lnTo>
                      <a:lnTo>
                        <a:pt x="0" y="72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53" name="Freeform: Shape 1352">
                  <a:extLst>
                    <a:ext uri="{FF2B5EF4-FFF2-40B4-BE49-F238E27FC236}">
                      <a16:creationId xmlns:a16="http://schemas.microsoft.com/office/drawing/2014/main" id="{6DFCA174-1DD8-ECF5-9451-68EF1C954A2D}"/>
                    </a:ext>
                  </a:extLst>
                </p:cNvPr>
                <p:cNvSpPr/>
                <p:nvPr/>
              </p:nvSpPr>
              <p:spPr>
                <a:xfrm>
                  <a:off x="8266447" y="3522371"/>
                  <a:ext cx="567" cy="717"/>
                </a:xfrm>
                <a:custGeom>
                  <a:avLst/>
                  <a:gdLst>
                    <a:gd name="connsiteX0" fmla="*/ 509 w 567"/>
                    <a:gd name="connsiteY0" fmla="*/ 637 h 717"/>
                    <a:gd name="connsiteX1" fmla="*/ 0 w 567"/>
                    <a:gd name="connsiteY1" fmla="*/ 718 h 717"/>
                    <a:gd name="connsiteX2" fmla="*/ 509 w 567"/>
                    <a:gd name="connsiteY2" fmla="*/ 0 h 717"/>
                    <a:gd name="connsiteX3" fmla="*/ 567 w 567"/>
                    <a:gd name="connsiteY3" fmla="*/ 347 h 717"/>
                    <a:gd name="connsiteX4" fmla="*/ 509 w 567"/>
                    <a:gd name="connsiteY4" fmla="*/ 637 h 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7" h="717">
                      <a:moveTo>
                        <a:pt x="509" y="637"/>
                      </a:moveTo>
                      <a:lnTo>
                        <a:pt x="0" y="718"/>
                      </a:lnTo>
                      <a:lnTo>
                        <a:pt x="509" y="0"/>
                      </a:lnTo>
                      <a:lnTo>
                        <a:pt x="567" y="347"/>
                      </a:lnTo>
                      <a:lnTo>
                        <a:pt x="509" y="6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54" name="Freeform: Shape 1353">
                  <a:extLst>
                    <a:ext uri="{FF2B5EF4-FFF2-40B4-BE49-F238E27FC236}">
                      <a16:creationId xmlns:a16="http://schemas.microsoft.com/office/drawing/2014/main" id="{3543A30A-CAAD-3857-EEA6-5923BC2C1BF0}"/>
                    </a:ext>
                  </a:extLst>
                </p:cNvPr>
                <p:cNvSpPr/>
                <p:nvPr/>
              </p:nvSpPr>
              <p:spPr>
                <a:xfrm>
                  <a:off x="8134748" y="3849933"/>
                  <a:ext cx="567" cy="671"/>
                </a:xfrm>
                <a:custGeom>
                  <a:avLst/>
                  <a:gdLst>
                    <a:gd name="connsiteX0" fmla="*/ 0 w 567"/>
                    <a:gd name="connsiteY0" fmla="*/ 0 h 671"/>
                    <a:gd name="connsiteX1" fmla="*/ 521 w 567"/>
                    <a:gd name="connsiteY1" fmla="*/ 185 h 671"/>
                    <a:gd name="connsiteX2" fmla="*/ 567 w 567"/>
                    <a:gd name="connsiteY2" fmla="*/ 672 h 671"/>
                    <a:gd name="connsiteX3" fmla="*/ 104 w 567"/>
                    <a:gd name="connsiteY3" fmla="*/ 324 h 671"/>
                    <a:gd name="connsiteX4" fmla="*/ 0 w 567"/>
                    <a:gd name="connsiteY4" fmla="*/ 0 h 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7" h="671">
                      <a:moveTo>
                        <a:pt x="0" y="0"/>
                      </a:moveTo>
                      <a:lnTo>
                        <a:pt x="521" y="185"/>
                      </a:lnTo>
                      <a:lnTo>
                        <a:pt x="567" y="672"/>
                      </a:lnTo>
                      <a:lnTo>
                        <a:pt x="104" y="32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55" name="Freeform: Shape 1354">
                  <a:extLst>
                    <a:ext uri="{FF2B5EF4-FFF2-40B4-BE49-F238E27FC236}">
                      <a16:creationId xmlns:a16="http://schemas.microsoft.com/office/drawing/2014/main" id="{8BF02C83-CFAC-0BF6-D538-C94720E91C98}"/>
                    </a:ext>
                  </a:extLst>
                </p:cNvPr>
                <p:cNvSpPr/>
                <p:nvPr/>
              </p:nvSpPr>
              <p:spPr>
                <a:xfrm>
                  <a:off x="8309359" y="4019844"/>
                  <a:ext cx="428" cy="856"/>
                </a:xfrm>
                <a:custGeom>
                  <a:avLst/>
                  <a:gdLst>
                    <a:gd name="connsiteX0" fmla="*/ 232 w 428"/>
                    <a:gd name="connsiteY0" fmla="*/ 451 h 856"/>
                    <a:gd name="connsiteX1" fmla="*/ 12 w 428"/>
                    <a:gd name="connsiteY1" fmla="*/ 857 h 856"/>
                    <a:gd name="connsiteX2" fmla="*/ 0 w 428"/>
                    <a:gd name="connsiteY2" fmla="*/ 695 h 856"/>
                    <a:gd name="connsiteX3" fmla="*/ 46 w 428"/>
                    <a:gd name="connsiteY3" fmla="*/ 23 h 856"/>
                    <a:gd name="connsiteX4" fmla="*/ 428 w 428"/>
                    <a:gd name="connsiteY4" fmla="*/ 0 h 856"/>
                    <a:gd name="connsiteX5" fmla="*/ 232 w 428"/>
                    <a:gd name="connsiteY5" fmla="*/ 451 h 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28" h="856">
                      <a:moveTo>
                        <a:pt x="232" y="451"/>
                      </a:moveTo>
                      <a:lnTo>
                        <a:pt x="12" y="857"/>
                      </a:lnTo>
                      <a:lnTo>
                        <a:pt x="0" y="695"/>
                      </a:lnTo>
                      <a:lnTo>
                        <a:pt x="46" y="23"/>
                      </a:lnTo>
                      <a:lnTo>
                        <a:pt x="428" y="0"/>
                      </a:lnTo>
                      <a:lnTo>
                        <a:pt x="232" y="45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56" name="Freeform: Shape 1355">
                  <a:extLst>
                    <a:ext uri="{FF2B5EF4-FFF2-40B4-BE49-F238E27FC236}">
                      <a16:creationId xmlns:a16="http://schemas.microsoft.com/office/drawing/2014/main" id="{2F7FDAB2-91A5-56BA-FDB2-52E7968E7E9D}"/>
                    </a:ext>
                  </a:extLst>
                </p:cNvPr>
                <p:cNvSpPr/>
                <p:nvPr/>
              </p:nvSpPr>
              <p:spPr>
                <a:xfrm>
                  <a:off x="8333668" y="3344878"/>
                  <a:ext cx="648" cy="544"/>
                </a:xfrm>
                <a:custGeom>
                  <a:avLst/>
                  <a:gdLst>
                    <a:gd name="connsiteX0" fmla="*/ 23 w 648"/>
                    <a:gd name="connsiteY0" fmla="*/ 382 h 544"/>
                    <a:gd name="connsiteX1" fmla="*/ 613 w 648"/>
                    <a:gd name="connsiteY1" fmla="*/ 0 h 544"/>
                    <a:gd name="connsiteX2" fmla="*/ 648 w 648"/>
                    <a:gd name="connsiteY2" fmla="*/ 23 h 544"/>
                    <a:gd name="connsiteX3" fmla="*/ 521 w 648"/>
                    <a:gd name="connsiteY3" fmla="*/ 544 h 544"/>
                    <a:gd name="connsiteX4" fmla="*/ 220 w 648"/>
                    <a:gd name="connsiteY4" fmla="*/ 521 h 544"/>
                    <a:gd name="connsiteX5" fmla="*/ 0 w 648"/>
                    <a:gd name="connsiteY5" fmla="*/ 417 h 544"/>
                    <a:gd name="connsiteX6" fmla="*/ 23 w 648"/>
                    <a:gd name="connsiteY6" fmla="*/ 382 h 5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8" h="544">
                      <a:moveTo>
                        <a:pt x="23" y="382"/>
                      </a:moveTo>
                      <a:lnTo>
                        <a:pt x="613" y="0"/>
                      </a:lnTo>
                      <a:lnTo>
                        <a:pt x="648" y="23"/>
                      </a:lnTo>
                      <a:lnTo>
                        <a:pt x="521" y="544"/>
                      </a:lnTo>
                      <a:lnTo>
                        <a:pt x="220" y="521"/>
                      </a:lnTo>
                      <a:lnTo>
                        <a:pt x="0" y="417"/>
                      </a:lnTo>
                      <a:lnTo>
                        <a:pt x="23" y="3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57" name="Freeform: Shape 1356">
                  <a:extLst>
                    <a:ext uri="{FF2B5EF4-FFF2-40B4-BE49-F238E27FC236}">
                      <a16:creationId xmlns:a16="http://schemas.microsoft.com/office/drawing/2014/main" id="{0A7EB1BF-2D2E-BE3D-F3AC-15DB3D66B55A}"/>
                    </a:ext>
                  </a:extLst>
                </p:cNvPr>
                <p:cNvSpPr/>
                <p:nvPr/>
              </p:nvSpPr>
              <p:spPr>
                <a:xfrm>
                  <a:off x="9584928" y="2087228"/>
                  <a:ext cx="497" cy="787"/>
                </a:xfrm>
                <a:custGeom>
                  <a:avLst/>
                  <a:gdLst>
                    <a:gd name="connsiteX0" fmla="*/ 0 w 497"/>
                    <a:gd name="connsiteY0" fmla="*/ 104 h 787"/>
                    <a:gd name="connsiteX1" fmla="*/ 451 w 497"/>
                    <a:gd name="connsiteY1" fmla="*/ 0 h 787"/>
                    <a:gd name="connsiteX2" fmla="*/ 498 w 497"/>
                    <a:gd name="connsiteY2" fmla="*/ 787 h 787"/>
                    <a:gd name="connsiteX3" fmla="*/ 0 w 497"/>
                    <a:gd name="connsiteY3" fmla="*/ 104 h 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7" h="787">
                      <a:moveTo>
                        <a:pt x="0" y="104"/>
                      </a:moveTo>
                      <a:lnTo>
                        <a:pt x="451" y="0"/>
                      </a:lnTo>
                      <a:lnTo>
                        <a:pt x="498" y="787"/>
                      </a:lnTo>
                      <a:lnTo>
                        <a:pt x="0" y="10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58" name="Freeform: Shape 1357">
                  <a:extLst>
                    <a:ext uri="{FF2B5EF4-FFF2-40B4-BE49-F238E27FC236}">
                      <a16:creationId xmlns:a16="http://schemas.microsoft.com/office/drawing/2014/main" id="{F2055729-35FD-E01B-C659-AF36F8121FF0}"/>
                    </a:ext>
                  </a:extLst>
                </p:cNvPr>
                <p:cNvSpPr/>
                <p:nvPr/>
              </p:nvSpPr>
              <p:spPr>
                <a:xfrm>
                  <a:off x="9308889" y="2223094"/>
                  <a:ext cx="717" cy="567"/>
                </a:xfrm>
                <a:custGeom>
                  <a:avLst/>
                  <a:gdLst>
                    <a:gd name="connsiteX0" fmla="*/ 0 w 717"/>
                    <a:gd name="connsiteY0" fmla="*/ 463 h 567"/>
                    <a:gd name="connsiteX1" fmla="*/ 301 w 717"/>
                    <a:gd name="connsiteY1" fmla="*/ 0 h 567"/>
                    <a:gd name="connsiteX2" fmla="*/ 718 w 717"/>
                    <a:gd name="connsiteY2" fmla="*/ 567 h 567"/>
                    <a:gd name="connsiteX3" fmla="*/ 0 w 717"/>
                    <a:gd name="connsiteY3" fmla="*/ 463 h 5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7" h="567">
                      <a:moveTo>
                        <a:pt x="0" y="463"/>
                      </a:moveTo>
                      <a:lnTo>
                        <a:pt x="301" y="0"/>
                      </a:lnTo>
                      <a:lnTo>
                        <a:pt x="718" y="567"/>
                      </a:lnTo>
                      <a:lnTo>
                        <a:pt x="0" y="46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59" name="Freeform: Shape 1358">
                  <a:extLst>
                    <a:ext uri="{FF2B5EF4-FFF2-40B4-BE49-F238E27FC236}">
                      <a16:creationId xmlns:a16="http://schemas.microsoft.com/office/drawing/2014/main" id="{E9648DBA-6CCE-606E-96DD-794D106947D7}"/>
                    </a:ext>
                  </a:extLst>
                </p:cNvPr>
                <p:cNvSpPr/>
                <p:nvPr/>
              </p:nvSpPr>
              <p:spPr>
                <a:xfrm>
                  <a:off x="8517343" y="2725013"/>
                  <a:ext cx="254" cy="1088"/>
                </a:xfrm>
                <a:custGeom>
                  <a:avLst/>
                  <a:gdLst>
                    <a:gd name="connsiteX0" fmla="*/ 127 w 254"/>
                    <a:gd name="connsiteY0" fmla="*/ 903 h 1088"/>
                    <a:gd name="connsiteX1" fmla="*/ 11 w 254"/>
                    <a:gd name="connsiteY1" fmla="*/ 1088 h 1088"/>
                    <a:gd name="connsiteX2" fmla="*/ 0 w 254"/>
                    <a:gd name="connsiteY2" fmla="*/ 58 h 1088"/>
                    <a:gd name="connsiteX3" fmla="*/ 150 w 254"/>
                    <a:gd name="connsiteY3" fmla="*/ 0 h 1088"/>
                    <a:gd name="connsiteX4" fmla="*/ 255 w 254"/>
                    <a:gd name="connsiteY4" fmla="*/ 58 h 1088"/>
                    <a:gd name="connsiteX5" fmla="*/ 127 w 254"/>
                    <a:gd name="connsiteY5" fmla="*/ 903 h 1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4" h="1088">
                      <a:moveTo>
                        <a:pt x="127" y="903"/>
                      </a:moveTo>
                      <a:lnTo>
                        <a:pt x="11" y="1088"/>
                      </a:lnTo>
                      <a:lnTo>
                        <a:pt x="0" y="58"/>
                      </a:lnTo>
                      <a:lnTo>
                        <a:pt x="150" y="0"/>
                      </a:lnTo>
                      <a:lnTo>
                        <a:pt x="255" y="58"/>
                      </a:lnTo>
                      <a:lnTo>
                        <a:pt x="127" y="9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60" name="Freeform: Shape 1359">
                  <a:extLst>
                    <a:ext uri="{FF2B5EF4-FFF2-40B4-BE49-F238E27FC236}">
                      <a16:creationId xmlns:a16="http://schemas.microsoft.com/office/drawing/2014/main" id="{81A8FCF7-029B-2B90-22BA-BDB746DE27DB}"/>
                    </a:ext>
                  </a:extLst>
                </p:cNvPr>
                <p:cNvSpPr/>
                <p:nvPr/>
              </p:nvSpPr>
              <p:spPr>
                <a:xfrm>
                  <a:off x="7747489" y="2760435"/>
                  <a:ext cx="1342" cy="671"/>
                </a:xfrm>
                <a:custGeom>
                  <a:avLst/>
                  <a:gdLst>
                    <a:gd name="connsiteX0" fmla="*/ 0 w 1342"/>
                    <a:gd name="connsiteY0" fmla="*/ 648 h 671"/>
                    <a:gd name="connsiteX1" fmla="*/ 1343 w 1342"/>
                    <a:gd name="connsiteY1" fmla="*/ 0 h 671"/>
                    <a:gd name="connsiteX2" fmla="*/ 509 w 1342"/>
                    <a:gd name="connsiteY2" fmla="*/ 671 h 671"/>
                    <a:gd name="connsiteX3" fmla="*/ 0 w 1342"/>
                    <a:gd name="connsiteY3" fmla="*/ 648 h 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2" h="671">
                      <a:moveTo>
                        <a:pt x="0" y="648"/>
                      </a:moveTo>
                      <a:lnTo>
                        <a:pt x="1343" y="0"/>
                      </a:lnTo>
                      <a:lnTo>
                        <a:pt x="509" y="671"/>
                      </a:lnTo>
                      <a:lnTo>
                        <a:pt x="0" y="64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61" name="Freeform: Shape 1360">
                  <a:extLst>
                    <a:ext uri="{FF2B5EF4-FFF2-40B4-BE49-F238E27FC236}">
                      <a16:creationId xmlns:a16="http://schemas.microsoft.com/office/drawing/2014/main" id="{6BE51A6D-2921-C060-3632-3A40B0EC6AB0}"/>
                    </a:ext>
                  </a:extLst>
                </p:cNvPr>
                <p:cNvSpPr/>
                <p:nvPr/>
              </p:nvSpPr>
              <p:spPr>
                <a:xfrm>
                  <a:off x="8405508" y="2953555"/>
                  <a:ext cx="567" cy="763"/>
                </a:xfrm>
                <a:custGeom>
                  <a:avLst/>
                  <a:gdLst>
                    <a:gd name="connsiteX0" fmla="*/ 197 w 567"/>
                    <a:gd name="connsiteY0" fmla="*/ 0 h 763"/>
                    <a:gd name="connsiteX1" fmla="*/ 347 w 567"/>
                    <a:gd name="connsiteY1" fmla="*/ 81 h 763"/>
                    <a:gd name="connsiteX2" fmla="*/ 567 w 567"/>
                    <a:gd name="connsiteY2" fmla="*/ 301 h 763"/>
                    <a:gd name="connsiteX3" fmla="*/ 0 w 567"/>
                    <a:gd name="connsiteY3" fmla="*/ 764 h 763"/>
                    <a:gd name="connsiteX4" fmla="*/ 197 w 567"/>
                    <a:gd name="connsiteY4" fmla="*/ 0 h 7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7" h="763">
                      <a:moveTo>
                        <a:pt x="197" y="0"/>
                      </a:moveTo>
                      <a:lnTo>
                        <a:pt x="347" y="81"/>
                      </a:lnTo>
                      <a:lnTo>
                        <a:pt x="567" y="301"/>
                      </a:lnTo>
                      <a:lnTo>
                        <a:pt x="0" y="764"/>
                      </a:lnTo>
                      <a:lnTo>
                        <a:pt x="19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62" name="Freeform: Shape 1361">
                  <a:extLst>
                    <a:ext uri="{FF2B5EF4-FFF2-40B4-BE49-F238E27FC236}">
                      <a16:creationId xmlns:a16="http://schemas.microsoft.com/office/drawing/2014/main" id="{B21734CF-1606-8C05-9743-22DB6F418B00}"/>
                    </a:ext>
                  </a:extLst>
                </p:cNvPr>
                <p:cNvSpPr/>
                <p:nvPr/>
              </p:nvSpPr>
              <p:spPr>
                <a:xfrm>
                  <a:off x="8557314" y="2603211"/>
                  <a:ext cx="555" cy="578"/>
                </a:xfrm>
                <a:custGeom>
                  <a:avLst/>
                  <a:gdLst>
                    <a:gd name="connsiteX0" fmla="*/ 498 w 555"/>
                    <a:gd name="connsiteY0" fmla="*/ 0 h 578"/>
                    <a:gd name="connsiteX1" fmla="*/ 521 w 555"/>
                    <a:gd name="connsiteY1" fmla="*/ 104 h 578"/>
                    <a:gd name="connsiteX2" fmla="*/ 556 w 555"/>
                    <a:gd name="connsiteY2" fmla="*/ 405 h 578"/>
                    <a:gd name="connsiteX3" fmla="*/ 428 w 555"/>
                    <a:gd name="connsiteY3" fmla="*/ 579 h 578"/>
                    <a:gd name="connsiteX4" fmla="*/ 185 w 555"/>
                    <a:gd name="connsiteY4" fmla="*/ 394 h 578"/>
                    <a:gd name="connsiteX5" fmla="*/ 0 w 555"/>
                    <a:gd name="connsiteY5" fmla="*/ 197 h 578"/>
                    <a:gd name="connsiteX6" fmla="*/ 498 w 555"/>
                    <a:gd name="connsiteY6" fmla="*/ 0 h 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55" h="578">
                      <a:moveTo>
                        <a:pt x="498" y="0"/>
                      </a:moveTo>
                      <a:lnTo>
                        <a:pt x="521" y="104"/>
                      </a:lnTo>
                      <a:lnTo>
                        <a:pt x="556" y="405"/>
                      </a:lnTo>
                      <a:lnTo>
                        <a:pt x="428" y="579"/>
                      </a:lnTo>
                      <a:lnTo>
                        <a:pt x="185" y="394"/>
                      </a:lnTo>
                      <a:lnTo>
                        <a:pt x="0" y="197"/>
                      </a:lnTo>
                      <a:lnTo>
                        <a:pt x="498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63" name="Freeform: Shape 1362">
                  <a:extLst>
                    <a:ext uri="{FF2B5EF4-FFF2-40B4-BE49-F238E27FC236}">
                      <a16:creationId xmlns:a16="http://schemas.microsoft.com/office/drawing/2014/main" id="{A6627D66-4BB1-9AEF-CCAF-58AA15D756DC}"/>
                    </a:ext>
                  </a:extLst>
                </p:cNvPr>
                <p:cNvSpPr/>
                <p:nvPr/>
              </p:nvSpPr>
              <p:spPr>
                <a:xfrm>
                  <a:off x="8833897" y="2651124"/>
                  <a:ext cx="625" cy="544"/>
                </a:xfrm>
                <a:custGeom>
                  <a:avLst/>
                  <a:gdLst>
                    <a:gd name="connsiteX0" fmla="*/ 0 w 625"/>
                    <a:gd name="connsiteY0" fmla="*/ 174 h 544"/>
                    <a:gd name="connsiteX1" fmla="*/ 509 w 625"/>
                    <a:gd name="connsiteY1" fmla="*/ 0 h 544"/>
                    <a:gd name="connsiteX2" fmla="*/ 625 w 625"/>
                    <a:gd name="connsiteY2" fmla="*/ 544 h 544"/>
                    <a:gd name="connsiteX3" fmla="*/ 243 w 625"/>
                    <a:gd name="connsiteY3" fmla="*/ 405 h 544"/>
                    <a:gd name="connsiteX4" fmla="*/ 0 w 625"/>
                    <a:gd name="connsiteY4" fmla="*/ 174 h 5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5" h="544">
                      <a:moveTo>
                        <a:pt x="0" y="174"/>
                      </a:moveTo>
                      <a:lnTo>
                        <a:pt x="509" y="0"/>
                      </a:lnTo>
                      <a:lnTo>
                        <a:pt x="625" y="544"/>
                      </a:lnTo>
                      <a:lnTo>
                        <a:pt x="243" y="405"/>
                      </a:lnTo>
                      <a:lnTo>
                        <a:pt x="0" y="17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64" name="Freeform: Shape 1363">
                  <a:extLst>
                    <a:ext uri="{FF2B5EF4-FFF2-40B4-BE49-F238E27FC236}">
                      <a16:creationId xmlns:a16="http://schemas.microsoft.com/office/drawing/2014/main" id="{0A02E300-BD7E-BAF0-8C46-24CC0D8AD915}"/>
                    </a:ext>
                  </a:extLst>
                </p:cNvPr>
                <p:cNvSpPr/>
                <p:nvPr/>
              </p:nvSpPr>
              <p:spPr>
                <a:xfrm>
                  <a:off x="8306187" y="3136327"/>
                  <a:ext cx="763" cy="856"/>
                </a:xfrm>
                <a:custGeom>
                  <a:avLst/>
                  <a:gdLst>
                    <a:gd name="connsiteX0" fmla="*/ 0 w 763"/>
                    <a:gd name="connsiteY0" fmla="*/ 556 h 856"/>
                    <a:gd name="connsiteX1" fmla="*/ 764 w 763"/>
                    <a:gd name="connsiteY1" fmla="*/ 0 h 856"/>
                    <a:gd name="connsiteX2" fmla="*/ 231 w 763"/>
                    <a:gd name="connsiteY2" fmla="*/ 857 h 856"/>
                    <a:gd name="connsiteX3" fmla="*/ 0 w 763"/>
                    <a:gd name="connsiteY3" fmla="*/ 556 h 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3" h="856">
                      <a:moveTo>
                        <a:pt x="0" y="556"/>
                      </a:moveTo>
                      <a:lnTo>
                        <a:pt x="764" y="0"/>
                      </a:lnTo>
                      <a:lnTo>
                        <a:pt x="231" y="857"/>
                      </a:lnTo>
                      <a:lnTo>
                        <a:pt x="0" y="55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65" name="Freeform: Shape 1364">
                  <a:extLst>
                    <a:ext uri="{FF2B5EF4-FFF2-40B4-BE49-F238E27FC236}">
                      <a16:creationId xmlns:a16="http://schemas.microsoft.com/office/drawing/2014/main" id="{FD548F08-A6BF-3758-D947-9923FA902345}"/>
                    </a:ext>
                  </a:extLst>
                </p:cNvPr>
                <p:cNvSpPr/>
                <p:nvPr/>
              </p:nvSpPr>
              <p:spPr>
                <a:xfrm>
                  <a:off x="7888124" y="3126591"/>
                  <a:ext cx="416" cy="960"/>
                </a:xfrm>
                <a:custGeom>
                  <a:avLst/>
                  <a:gdLst>
                    <a:gd name="connsiteX0" fmla="*/ 0 w 416"/>
                    <a:gd name="connsiteY0" fmla="*/ 81 h 960"/>
                    <a:gd name="connsiteX1" fmla="*/ 370 w 416"/>
                    <a:gd name="connsiteY1" fmla="*/ 0 h 960"/>
                    <a:gd name="connsiteX2" fmla="*/ 417 w 416"/>
                    <a:gd name="connsiteY2" fmla="*/ 961 h 960"/>
                    <a:gd name="connsiteX3" fmla="*/ 0 w 416"/>
                    <a:gd name="connsiteY3" fmla="*/ 81 h 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6" h="960">
                      <a:moveTo>
                        <a:pt x="0" y="81"/>
                      </a:moveTo>
                      <a:lnTo>
                        <a:pt x="370" y="0"/>
                      </a:lnTo>
                      <a:lnTo>
                        <a:pt x="417" y="961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66" name="Freeform: Shape 1365">
                  <a:extLst>
                    <a:ext uri="{FF2B5EF4-FFF2-40B4-BE49-F238E27FC236}">
                      <a16:creationId xmlns:a16="http://schemas.microsoft.com/office/drawing/2014/main" id="{E4C288E8-CF2A-87BA-DB40-8A9BC845711A}"/>
                    </a:ext>
                  </a:extLst>
                </p:cNvPr>
                <p:cNvSpPr/>
                <p:nvPr/>
              </p:nvSpPr>
              <p:spPr>
                <a:xfrm>
                  <a:off x="7812823" y="3233298"/>
                  <a:ext cx="1250" cy="463"/>
                </a:xfrm>
                <a:custGeom>
                  <a:avLst/>
                  <a:gdLst>
                    <a:gd name="connsiteX0" fmla="*/ 0 w 1250"/>
                    <a:gd name="connsiteY0" fmla="*/ 220 h 463"/>
                    <a:gd name="connsiteX1" fmla="*/ 347 w 1250"/>
                    <a:gd name="connsiteY1" fmla="*/ 0 h 463"/>
                    <a:gd name="connsiteX2" fmla="*/ 1250 w 1250"/>
                    <a:gd name="connsiteY2" fmla="*/ 463 h 463"/>
                    <a:gd name="connsiteX3" fmla="*/ 0 w 1250"/>
                    <a:gd name="connsiteY3" fmla="*/ 220 h 4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50" h="463">
                      <a:moveTo>
                        <a:pt x="0" y="220"/>
                      </a:moveTo>
                      <a:lnTo>
                        <a:pt x="347" y="0"/>
                      </a:lnTo>
                      <a:lnTo>
                        <a:pt x="1250" y="463"/>
                      </a:lnTo>
                      <a:lnTo>
                        <a:pt x="0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67" name="Freeform: Shape 1366">
                  <a:extLst>
                    <a:ext uri="{FF2B5EF4-FFF2-40B4-BE49-F238E27FC236}">
                      <a16:creationId xmlns:a16="http://schemas.microsoft.com/office/drawing/2014/main" id="{A9B7497A-466F-0733-3855-33A5406F1BC7}"/>
                    </a:ext>
                  </a:extLst>
                </p:cNvPr>
                <p:cNvSpPr/>
                <p:nvPr/>
              </p:nvSpPr>
              <p:spPr>
                <a:xfrm>
                  <a:off x="9362625" y="2238478"/>
                  <a:ext cx="717" cy="532"/>
                </a:xfrm>
                <a:custGeom>
                  <a:avLst/>
                  <a:gdLst>
                    <a:gd name="connsiteX0" fmla="*/ 0 w 717"/>
                    <a:gd name="connsiteY0" fmla="*/ 451 h 532"/>
                    <a:gd name="connsiteX1" fmla="*/ 717 w 717"/>
                    <a:gd name="connsiteY1" fmla="*/ 0 h 532"/>
                    <a:gd name="connsiteX2" fmla="*/ 671 w 717"/>
                    <a:gd name="connsiteY2" fmla="*/ 532 h 532"/>
                    <a:gd name="connsiteX3" fmla="*/ 0 w 717"/>
                    <a:gd name="connsiteY3" fmla="*/ 451 h 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7" h="532">
                      <a:moveTo>
                        <a:pt x="0" y="451"/>
                      </a:moveTo>
                      <a:lnTo>
                        <a:pt x="717" y="0"/>
                      </a:lnTo>
                      <a:lnTo>
                        <a:pt x="671" y="532"/>
                      </a:lnTo>
                      <a:lnTo>
                        <a:pt x="0" y="45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68" name="Freeform: Shape 1367">
                  <a:extLst>
                    <a:ext uri="{FF2B5EF4-FFF2-40B4-BE49-F238E27FC236}">
                      <a16:creationId xmlns:a16="http://schemas.microsoft.com/office/drawing/2014/main" id="{44904A60-5055-3E3A-AEBA-08E4744D42D1}"/>
                    </a:ext>
                  </a:extLst>
                </p:cNvPr>
                <p:cNvSpPr/>
                <p:nvPr/>
              </p:nvSpPr>
              <p:spPr>
                <a:xfrm>
                  <a:off x="7804732" y="3280076"/>
                  <a:ext cx="555" cy="1041"/>
                </a:xfrm>
                <a:custGeom>
                  <a:avLst/>
                  <a:gdLst>
                    <a:gd name="connsiteX0" fmla="*/ 0 w 555"/>
                    <a:gd name="connsiteY0" fmla="*/ 602 h 1041"/>
                    <a:gd name="connsiteX1" fmla="*/ 11 w 555"/>
                    <a:gd name="connsiteY1" fmla="*/ 0 h 1041"/>
                    <a:gd name="connsiteX2" fmla="*/ 556 w 555"/>
                    <a:gd name="connsiteY2" fmla="*/ 1030 h 1041"/>
                    <a:gd name="connsiteX3" fmla="*/ 544 w 555"/>
                    <a:gd name="connsiteY3" fmla="*/ 1042 h 1041"/>
                    <a:gd name="connsiteX4" fmla="*/ 0 w 555"/>
                    <a:gd name="connsiteY4" fmla="*/ 602 h 1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" h="1041">
                      <a:moveTo>
                        <a:pt x="0" y="602"/>
                      </a:moveTo>
                      <a:lnTo>
                        <a:pt x="11" y="0"/>
                      </a:lnTo>
                      <a:lnTo>
                        <a:pt x="556" y="1030"/>
                      </a:lnTo>
                      <a:lnTo>
                        <a:pt x="544" y="1042"/>
                      </a:lnTo>
                      <a:lnTo>
                        <a:pt x="0" y="6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69" name="Freeform: Shape 1368">
                  <a:extLst>
                    <a:ext uri="{FF2B5EF4-FFF2-40B4-BE49-F238E27FC236}">
                      <a16:creationId xmlns:a16="http://schemas.microsoft.com/office/drawing/2014/main" id="{B96A2A57-333E-7AF1-00B1-70CD981437AB}"/>
                    </a:ext>
                  </a:extLst>
                </p:cNvPr>
                <p:cNvSpPr/>
                <p:nvPr/>
              </p:nvSpPr>
              <p:spPr>
                <a:xfrm>
                  <a:off x="7886562" y="3059625"/>
                  <a:ext cx="613" cy="752"/>
                </a:xfrm>
                <a:custGeom>
                  <a:avLst/>
                  <a:gdLst>
                    <a:gd name="connsiteX0" fmla="*/ 0 w 613"/>
                    <a:gd name="connsiteY0" fmla="*/ 683 h 752"/>
                    <a:gd name="connsiteX1" fmla="*/ 278 w 613"/>
                    <a:gd name="connsiteY1" fmla="*/ 0 h 752"/>
                    <a:gd name="connsiteX2" fmla="*/ 613 w 613"/>
                    <a:gd name="connsiteY2" fmla="*/ 301 h 752"/>
                    <a:gd name="connsiteX3" fmla="*/ 0 w 613"/>
                    <a:gd name="connsiteY3" fmla="*/ 752 h 752"/>
                    <a:gd name="connsiteX4" fmla="*/ 0 w 613"/>
                    <a:gd name="connsiteY4" fmla="*/ 683 h 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3" h="752">
                      <a:moveTo>
                        <a:pt x="0" y="683"/>
                      </a:moveTo>
                      <a:lnTo>
                        <a:pt x="278" y="0"/>
                      </a:lnTo>
                      <a:lnTo>
                        <a:pt x="613" y="301"/>
                      </a:lnTo>
                      <a:lnTo>
                        <a:pt x="0" y="752"/>
                      </a:lnTo>
                      <a:lnTo>
                        <a:pt x="0" y="68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70" name="Freeform: Shape 1369">
                  <a:extLst>
                    <a:ext uri="{FF2B5EF4-FFF2-40B4-BE49-F238E27FC236}">
                      <a16:creationId xmlns:a16="http://schemas.microsoft.com/office/drawing/2014/main" id="{A28237DC-A1AA-1954-89F9-CEDD2010BB80}"/>
                    </a:ext>
                  </a:extLst>
                </p:cNvPr>
                <p:cNvSpPr/>
                <p:nvPr/>
              </p:nvSpPr>
              <p:spPr>
                <a:xfrm>
                  <a:off x="8499157" y="2783621"/>
                  <a:ext cx="532" cy="671"/>
                </a:xfrm>
                <a:custGeom>
                  <a:avLst/>
                  <a:gdLst>
                    <a:gd name="connsiteX0" fmla="*/ 0 w 532"/>
                    <a:gd name="connsiteY0" fmla="*/ 58 h 671"/>
                    <a:gd name="connsiteX1" fmla="*/ 532 w 532"/>
                    <a:gd name="connsiteY1" fmla="*/ 0 h 671"/>
                    <a:gd name="connsiteX2" fmla="*/ 440 w 532"/>
                    <a:gd name="connsiteY2" fmla="*/ 671 h 671"/>
                    <a:gd name="connsiteX3" fmla="*/ 0 w 532"/>
                    <a:gd name="connsiteY3" fmla="*/ 58 h 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32" h="671">
                      <a:moveTo>
                        <a:pt x="0" y="58"/>
                      </a:moveTo>
                      <a:lnTo>
                        <a:pt x="532" y="0"/>
                      </a:lnTo>
                      <a:lnTo>
                        <a:pt x="440" y="671"/>
                      </a:lnTo>
                      <a:lnTo>
                        <a:pt x="0" y="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71" name="Freeform: Shape 1370">
                  <a:extLst>
                    <a:ext uri="{FF2B5EF4-FFF2-40B4-BE49-F238E27FC236}">
                      <a16:creationId xmlns:a16="http://schemas.microsoft.com/office/drawing/2014/main" id="{AF6C51F1-0B68-E4BF-8380-2D8D730E4229}"/>
                    </a:ext>
                  </a:extLst>
                </p:cNvPr>
                <p:cNvSpPr/>
                <p:nvPr/>
              </p:nvSpPr>
              <p:spPr>
                <a:xfrm>
                  <a:off x="9775722" y="1379510"/>
                  <a:ext cx="544" cy="695"/>
                </a:xfrm>
                <a:custGeom>
                  <a:avLst/>
                  <a:gdLst>
                    <a:gd name="connsiteX0" fmla="*/ 0 w 544"/>
                    <a:gd name="connsiteY0" fmla="*/ 469 h 695"/>
                    <a:gd name="connsiteX1" fmla="*/ 313 w 544"/>
                    <a:gd name="connsiteY1" fmla="*/ 0 h 695"/>
                    <a:gd name="connsiteX2" fmla="*/ 544 w 544"/>
                    <a:gd name="connsiteY2" fmla="*/ 696 h 695"/>
                    <a:gd name="connsiteX3" fmla="*/ 220 w 544"/>
                    <a:gd name="connsiteY3" fmla="*/ 605 h 695"/>
                    <a:gd name="connsiteX4" fmla="*/ 0 w 544"/>
                    <a:gd name="connsiteY4" fmla="*/ 469 h 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4" h="695">
                      <a:moveTo>
                        <a:pt x="0" y="469"/>
                      </a:moveTo>
                      <a:lnTo>
                        <a:pt x="313" y="0"/>
                      </a:lnTo>
                      <a:lnTo>
                        <a:pt x="544" y="696"/>
                      </a:lnTo>
                      <a:lnTo>
                        <a:pt x="220" y="605"/>
                      </a:lnTo>
                      <a:lnTo>
                        <a:pt x="0" y="4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72" name="Freeform: Shape 1371">
                  <a:extLst>
                    <a:ext uri="{FF2B5EF4-FFF2-40B4-BE49-F238E27FC236}">
                      <a16:creationId xmlns:a16="http://schemas.microsoft.com/office/drawing/2014/main" id="{A0AA403A-111B-43FB-0E6F-2FADE2770CEC}"/>
                    </a:ext>
                  </a:extLst>
                </p:cNvPr>
                <p:cNvSpPr/>
                <p:nvPr/>
              </p:nvSpPr>
              <p:spPr>
                <a:xfrm>
                  <a:off x="8316929" y="3987790"/>
                  <a:ext cx="231" cy="1585"/>
                </a:xfrm>
                <a:custGeom>
                  <a:avLst/>
                  <a:gdLst>
                    <a:gd name="connsiteX0" fmla="*/ 162 w 231"/>
                    <a:gd name="connsiteY0" fmla="*/ 1470 h 1585"/>
                    <a:gd name="connsiteX1" fmla="*/ 0 w 231"/>
                    <a:gd name="connsiteY1" fmla="*/ 1586 h 1585"/>
                    <a:gd name="connsiteX2" fmla="*/ 174 w 231"/>
                    <a:gd name="connsiteY2" fmla="*/ 46 h 1585"/>
                    <a:gd name="connsiteX3" fmla="*/ 185 w 231"/>
                    <a:gd name="connsiteY3" fmla="*/ 0 h 1585"/>
                    <a:gd name="connsiteX4" fmla="*/ 208 w 231"/>
                    <a:gd name="connsiteY4" fmla="*/ 12 h 1585"/>
                    <a:gd name="connsiteX5" fmla="*/ 232 w 231"/>
                    <a:gd name="connsiteY5" fmla="*/ 1296 h 1585"/>
                    <a:gd name="connsiteX6" fmla="*/ 162 w 231"/>
                    <a:gd name="connsiteY6" fmla="*/ 1470 h 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1" h="1585">
                      <a:moveTo>
                        <a:pt x="162" y="1470"/>
                      </a:moveTo>
                      <a:lnTo>
                        <a:pt x="0" y="1586"/>
                      </a:lnTo>
                      <a:lnTo>
                        <a:pt x="174" y="46"/>
                      </a:lnTo>
                      <a:lnTo>
                        <a:pt x="185" y="0"/>
                      </a:lnTo>
                      <a:lnTo>
                        <a:pt x="208" y="12"/>
                      </a:lnTo>
                      <a:lnTo>
                        <a:pt x="232" y="1296"/>
                      </a:lnTo>
                      <a:lnTo>
                        <a:pt x="162" y="14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73" name="Freeform: Shape 1372">
                  <a:extLst>
                    <a:ext uri="{FF2B5EF4-FFF2-40B4-BE49-F238E27FC236}">
                      <a16:creationId xmlns:a16="http://schemas.microsoft.com/office/drawing/2014/main" id="{5081910A-D86F-5F2C-B591-0C86802F135D}"/>
                    </a:ext>
                  </a:extLst>
                </p:cNvPr>
                <p:cNvSpPr/>
                <p:nvPr/>
              </p:nvSpPr>
              <p:spPr>
                <a:xfrm>
                  <a:off x="8527240" y="2705635"/>
                  <a:ext cx="995" cy="439"/>
                </a:xfrm>
                <a:custGeom>
                  <a:avLst/>
                  <a:gdLst>
                    <a:gd name="connsiteX0" fmla="*/ 834 w 995"/>
                    <a:gd name="connsiteY0" fmla="*/ 359 h 439"/>
                    <a:gd name="connsiteX1" fmla="*/ 451 w 995"/>
                    <a:gd name="connsiteY1" fmla="*/ 440 h 439"/>
                    <a:gd name="connsiteX2" fmla="*/ 0 w 995"/>
                    <a:gd name="connsiteY2" fmla="*/ 405 h 439"/>
                    <a:gd name="connsiteX3" fmla="*/ 486 w 995"/>
                    <a:gd name="connsiteY3" fmla="*/ 197 h 439"/>
                    <a:gd name="connsiteX4" fmla="*/ 996 w 995"/>
                    <a:gd name="connsiteY4" fmla="*/ 0 h 439"/>
                    <a:gd name="connsiteX5" fmla="*/ 834 w 995"/>
                    <a:gd name="connsiteY5" fmla="*/ 359 h 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5" h="439">
                      <a:moveTo>
                        <a:pt x="834" y="359"/>
                      </a:moveTo>
                      <a:lnTo>
                        <a:pt x="451" y="440"/>
                      </a:lnTo>
                      <a:lnTo>
                        <a:pt x="0" y="405"/>
                      </a:lnTo>
                      <a:lnTo>
                        <a:pt x="486" y="197"/>
                      </a:lnTo>
                      <a:lnTo>
                        <a:pt x="996" y="0"/>
                      </a:lnTo>
                      <a:lnTo>
                        <a:pt x="834" y="35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74" name="Freeform: Shape 1373">
                  <a:extLst>
                    <a:ext uri="{FF2B5EF4-FFF2-40B4-BE49-F238E27FC236}">
                      <a16:creationId xmlns:a16="http://schemas.microsoft.com/office/drawing/2014/main" id="{2F59E8B7-EF68-30D3-E9CE-A8C75228B43D}"/>
                    </a:ext>
                  </a:extLst>
                </p:cNvPr>
                <p:cNvSpPr/>
                <p:nvPr/>
              </p:nvSpPr>
              <p:spPr>
                <a:xfrm>
                  <a:off x="8157715" y="2783147"/>
                  <a:ext cx="845" cy="451"/>
                </a:xfrm>
                <a:custGeom>
                  <a:avLst/>
                  <a:gdLst>
                    <a:gd name="connsiteX0" fmla="*/ 0 w 845"/>
                    <a:gd name="connsiteY0" fmla="*/ 324 h 451"/>
                    <a:gd name="connsiteX1" fmla="*/ 590 w 845"/>
                    <a:gd name="connsiteY1" fmla="*/ 0 h 451"/>
                    <a:gd name="connsiteX2" fmla="*/ 845 w 845"/>
                    <a:gd name="connsiteY2" fmla="*/ 451 h 451"/>
                    <a:gd name="connsiteX3" fmla="*/ 0 w 845"/>
                    <a:gd name="connsiteY3" fmla="*/ 324 h 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45" h="451">
                      <a:moveTo>
                        <a:pt x="0" y="324"/>
                      </a:moveTo>
                      <a:lnTo>
                        <a:pt x="590" y="0"/>
                      </a:lnTo>
                      <a:lnTo>
                        <a:pt x="845" y="451"/>
                      </a:lnTo>
                      <a:lnTo>
                        <a:pt x="0" y="3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75" name="Freeform: Shape 1374">
                  <a:extLst>
                    <a:ext uri="{FF2B5EF4-FFF2-40B4-BE49-F238E27FC236}">
                      <a16:creationId xmlns:a16="http://schemas.microsoft.com/office/drawing/2014/main" id="{D96A9306-AE4C-4BF4-9540-12DC97D0F6C4}"/>
                    </a:ext>
                  </a:extLst>
                </p:cNvPr>
                <p:cNvSpPr/>
                <p:nvPr/>
              </p:nvSpPr>
              <p:spPr>
                <a:xfrm>
                  <a:off x="7855214" y="3151850"/>
                  <a:ext cx="1180" cy="520"/>
                </a:xfrm>
                <a:custGeom>
                  <a:avLst/>
                  <a:gdLst>
                    <a:gd name="connsiteX0" fmla="*/ 0 w 1180"/>
                    <a:gd name="connsiteY0" fmla="*/ 289 h 520"/>
                    <a:gd name="connsiteX1" fmla="*/ 1181 w 1180"/>
                    <a:gd name="connsiteY1" fmla="*/ 0 h 520"/>
                    <a:gd name="connsiteX2" fmla="*/ 208 w 1180"/>
                    <a:gd name="connsiteY2" fmla="*/ 521 h 520"/>
                    <a:gd name="connsiteX3" fmla="*/ 93 w 1180"/>
                    <a:gd name="connsiteY3" fmla="*/ 451 h 520"/>
                    <a:gd name="connsiteX4" fmla="*/ 0 w 1180"/>
                    <a:gd name="connsiteY4" fmla="*/ 289 h 5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0" h="520">
                      <a:moveTo>
                        <a:pt x="0" y="289"/>
                      </a:moveTo>
                      <a:lnTo>
                        <a:pt x="1181" y="0"/>
                      </a:lnTo>
                      <a:lnTo>
                        <a:pt x="208" y="521"/>
                      </a:lnTo>
                      <a:lnTo>
                        <a:pt x="93" y="451"/>
                      </a:lnTo>
                      <a:lnTo>
                        <a:pt x="0" y="28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76" name="Freeform: Shape 1375">
                  <a:extLst>
                    <a:ext uri="{FF2B5EF4-FFF2-40B4-BE49-F238E27FC236}">
                      <a16:creationId xmlns:a16="http://schemas.microsoft.com/office/drawing/2014/main" id="{CDAE2A98-4AAC-3C35-3586-E3F91E6A4DBF}"/>
                    </a:ext>
                  </a:extLst>
                </p:cNvPr>
                <p:cNvSpPr/>
                <p:nvPr/>
              </p:nvSpPr>
              <p:spPr>
                <a:xfrm>
                  <a:off x="9782934" y="1417945"/>
                  <a:ext cx="393" cy="718"/>
                </a:xfrm>
                <a:custGeom>
                  <a:avLst/>
                  <a:gdLst>
                    <a:gd name="connsiteX0" fmla="*/ 0 w 393"/>
                    <a:gd name="connsiteY0" fmla="*/ 310 h 718"/>
                    <a:gd name="connsiteX1" fmla="*/ 394 w 393"/>
                    <a:gd name="connsiteY1" fmla="*/ 0 h 718"/>
                    <a:gd name="connsiteX2" fmla="*/ 313 w 393"/>
                    <a:gd name="connsiteY2" fmla="*/ 719 h 718"/>
                    <a:gd name="connsiteX3" fmla="*/ 58 w 393"/>
                    <a:gd name="connsiteY3" fmla="*/ 682 h 718"/>
                    <a:gd name="connsiteX4" fmla="*/ 0 w 393"/>
                    <a:gd name="connsiteY4" fmla="*/ 310 h 7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3" h="718">
                      <a:moveTo>
                        <a:pt x="0" y="310"/>
                      </a:moveTo>
                      <a:lnTo>
                        <a:pt x="394" y="0"/>
                      </a:lnTo>
                      <a:lnTo>
                        <a:pt x="313" y="719"/>
                      </a:lnTo>
                      <a:lnTo>
                        <a:pt x="58" y="682"/>
                      </a:lnTo>
                      <a:lnTo>
                        <a:pt x="0" y="31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77" name="Freeform: Shape 1376">
                  <a:extLst>
                    <a:ext uri="{FF2B5EF4-FFF2-40B4-BE49-F238E27FC236}">
                      <a16:creationId xmlns:a16="http://schemas.microsoft.com/office/drawing/2014/main" id="{A86EC135-2A34-625D-B995-F6412D35B607}"/>
                    </a:ext>
                  </a:extLst>
                </p:cNvPr>
                <p:cNvSpPr/>
                <p:nvPr/>
              </p:nvSpPr>
              <p:spPr>
                <a:xfrm>
                  <a:off x="7873909" y="3077047"/>
                  <a:ext cx="1006" cy="891"/>
                </a:xfrm>
                <a:custGeom>
                  <a:avLst/>
                  <a:gdLst>
                    <a:gd name="connsiteX0" fmla="*/ 0 w 1006"/>
                    <a:gd name="connsiteY0" fmla="*/ 0 h 891"/>
                    <a:gd name="connsiteX1" fmla="*/ 613 w 1006"/>
                    <a:gd name="connsiteY1" fmla="*/ 197 h 891"/>
                    <a:gd name="connsiteX2" fmla="*/ 1007 w 1006"/>
                    <a:gd name="connsiteY2" fmla="*/ 891 h 891"/>
                    <a:gd name="connsiteX3" fmla="*/ 0 w 1006"/>
                    <a:gd name="connsiteY3" fmla="*/ 0 h 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6" h="891">
                      <a:moveTo>
                        <a:pt x="0" y="0"/>
                      </a:moveTo>
                      <a:lnTo>
                        <a:pt x="613" y="197"/>
                      </a:lnTo>
                      <a:lnTo>
                        <a:pt x="1007" y="89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78" name="Freeform: Shape 1377">
                  <a:extLst>
                    <a:ext uri="{FF2B5EF4-FFF2-40B4-BE49-F238E27FC236}">
                      <a16:creationId xmlns:a16="http://schemas.microsoft.com/office/drawing/2014/main" id="{2ADAE526-EFE7-EFE9-82B0-4B92A9691628}"/>
                    </a:ext>
                  </a:extLst>
                </p:cNvPr>
                <p:cNvSpPr/>
                <p:nvPr/>
              </p:nvSpPr>
              <p:spPr>
                <a:xfrm>
                  <a:off x="7856383" y="3162951"/>
                  <a:ext cx="463" cy="787"/>
                </a:xfrm>
                <a:custGeom>
                  <a:avLst/>
                  <a:gdLst>
                    <a:gd name="connsiteX0" fmla="*/ 0 w 463"/>
                    <a:gd name="connsiteY0" fmla="*/ 787 h 787"/>
                    <a:gd name="connsiteX1" fmla="*/ 35 w 463"/>
                    <a:gd name="connsiteY1" fmla="*/ 0 h 787"/>
                    <a:gd name="connsiteX2" fmla="*/ 463 w 463"/>
                    <a:gd name="connsiteY2" fmla="*/ 150 h 787"/>
                    <a:gd name="connsiteX3" fmla="*/ 0 w 463"/>
                    <a:gd name="connsiteY3" fmla="*/ 787 h 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3" h="787">
                      <a:moveTo>
                        <a:pt x="0" y="787"/>
                      </a:moveTo>
                      <a:lnTo>
                        <a:pt x="35" y="0"/>
                      </a:lnTo>
                      <a:lnTo>
                        <a:pt x="463" y="150"/>
                      </a:lnTo>
                      <a:lnTo>
                        <a:pt x="0" y="78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79" name="Freeform: Shape 1378">
                  <a:extLst>
                    <a:ext uri="{FF2B5EF4-FFF2-40B4-BE49-F238E27FC236}">
                      <a16:creationId xmlns:a16="http://schemas.microsoft.com/office/drawing/2014/main" id="{71E73906-5EE7-7044-8D73-DB0C3B15E7EB}"/>
                    </a:ext>
                  </a:extLst>
                </p:cNvPr>
                <p:cNvSpPr/>
                <p:nvPr/>
              </p:nvSpPr>
              <p:spPr>
                <a:xfrm>
                  <a:off x="7807718" y="3296676"/>
                  <a:ext cx="856" cy="601"/>
                </a:xfrm>
                <a:custGeom>
                  <a:avLst/>
                  <a:gdLst>
                    <a:gd name="connsiteX0" fmla="*/ 0 w 856"/>
                    <a:gd name="connsiteY0" fmla="*/ 371 h 601"/>
                    <a:gd name="connsiteX1" fmla="*/ 116 w 856"/>
                    <a:gd name="connsiteY1" fmla="*/ 0 h 601"/>
                    <a:gd name="connsiteX2" fmla="*/ 857 w 856"/>
                    <a:gd name="connsiteY2" fmla="*/ 602 h 601"/>
                    <a:gd name="connsiteX3" fmla="*/ 648 w 856"/>
                    <a:gd name="connsiteY3" fmla="*/ 556 h 601"/>
                    <a:gd name="connsiteX4" fmla="*/ 0 w 856"/>
                    <a:gd name="connsiteY4" fmla="*/ 371 h 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6" h="601">
                      <a:moveTo>
                        <a:pt x="0" y="371"/>
                      </a:moveTo>
                      <a:lnTo>
                        <a:pt x="116" y="0"/>
                      </a:lnTo>
                      <a:lnTo>
                        <a:pt x="857" y="602"/>
                      </a:lnTo>
                      <a:lnTo>
                        <a:pt x="648" y="556"/>
                      </a:lnTo>
                      <a:lnTo>
                        <a:pt x="0" y="37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80" name="Freeform: Shape 1379">
                  <a:extLst>
                    <a:ext uri="{FF2B5EF4-FFF2-40B4-BE49-F238E27FC236}">
                      <a16:creationId xmlns:a16="http://schemas.microsoft.com/office/drawing/2014/main" id="{94668BA8-A300-F155-BEB2-2136E2695717}"/>
                    </a:ext>
                  </a:extLst>
                </p:cNvPr>
                <p:cNvSpPr/>
                <p:nvPr/>
              </p:nvSpPr>
              <p:spPr>
                <a:xfrm>
                  <a:off x="7807602" y="3191023"/>
                  <a:ext cx="1030" cy="486"/>
                </a:xfrm>
                <a:custGeom>
                  <a:avLst/>
                  <a:gdLst>
                    <a:gd name="connsiteX0" fmla="*/ 1019 w 1030"/>
                    <a:gd name="connsiteY0" fmla="*/ 312 h 486"/>
                    <a:gd name="connsiteX1" fmla="*/ 0 w 1030"/>
                    <a:gd name="connsiteY1" fmla="*/ 486 h 486"/>
                    <a:gd name="connsiteX2" fmla="*/ 972 w 1030"/>
                    <a:gd name="connsiteY2" fmla="*/ 0 h 486"/>
                    <a:gd name="connsiteX3" fmla="*/ 1030 w 1030"/>
                    <a:gd name="connsiteY3" fmla="*/ 11 h 486"/>
                    <a:gd name="connsiteX4" fmla="*/ 1019 w 1030"/>
                    <a:gd name="connsiteY4" fmla="*/ 312 h 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30" h="486">
                      <a:moveTo>
                        <a:pt x="1019" y="312"/>
                      </a:moveTo>
                      <a:lnTo>
                        <a:pt x="0" y="486"/>
                      </a:lnTo>
                      <a:lnTo>
                        <a:pt x="972" y="0"/>
                      </a:lnTo>
                      <a:lnTo>
                        <a:pt x="1030" y="11"/>
                      </a:lnTo>
                      <a:lnTo>
                        <a:pt x="1019" y="3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81" name="Freeform: Shape 1380">
                  <a:extLst>
                    <a:ext uri="{FF2B5EF4-FFF2-40B4-BE49-F238E27FC236}">
                      <a16:creationId xmlns:a16="http://schemas.microsoft.com/office/drawing/2014/main" id="{A2579A41-09A1-CFA2-9F9D-99C00BF66174}"/>
                    </a:ext>
                  </a:extLst>
                </p:cNvPr>
                <p:cNvSpPr/>
                <p:nvPr/>
              </p:nvSpPr>
              <p:spPr>
                <a:xfrm>
                  <a:off x="7872902" y="3133467"/>
                  <a:ext cx="763" cy="428"/>
                </a:xfrm>
                <a:custGeom>
                  <a:avLst/>
                  <a:gdLst>
                    <a:gd name="connsiteX0" fmla="*/ 58 w 763"/>
                    <a:gd name="connsiteY0" fmla="*/ 208 h 428"/>
                    <a:gd name="connsiteX1" fmla="*/ 556 w 763"/>
                    <a:gd name="connsiteY1" fmla="*/ 0 h 428"/>
                    <a:gd name="connsiteX2" fmla="*/ 614 w 763"/>
                    <a:gd name="connsiteY2" fmla="*/ 58 h 428"/>
                    <a:gd name="connsiteX3" fmla="*/ 764 w 763"/>
                    <a:gd name="connsiteY3" fmla="*/ 428 h 428"/>
                    <a:gd name="connsiteX4" fmla="*/ 0 w 763"/>
                    <a:gd name="connsiteY4" fmla="*/ 289 h 428"/>
                    <a:gd name="connsiteX5" fmla="*/ 58 w 763"/>
                    <a:gd name="connsiteY5" fmla="*/ 208 h 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63" h="428">
                      <a:moveTo>
                        <a:pt x="58" y="208"/>
                      </a:moveTo>
                      <a:lnTo>
                        <a:pt x="556" y="0"/>
                      </a:lnTo>
                      <a:lnTo>
                        <a:pt x="614" y="58"/>
                      </a:lnTo>
                      <a:lnTo>
                        <a:pt x="764" y="428"/>
                      </a:lnTo>
                      <a:lnTo>
                        <a:pt x="0" y="289"/>
                      </a:lnTo>
                      <a:lnTo>
                        <a:pt x="58" y="20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82" name="Freeform: Shape 1381">
                  <a:extLst>
                    <a:ext uri="{FF2B5EF4-FFF2-40B4-BE49-F238E27FC236}">
                      <a16:creationId xmlns:a16="http://schemas.microsoft.com/office/drawing/2014/main" id="{2055FEAC-B32F-8256-C6B4-47501872659C}"/>
                    </a:ext>
                  </a:extLst>
                </p:cNvPr>
                <p:cNvSpPr/>
                <p:nvPr/>
              </p:nvSpPr>
              <p:spPr>
                <a:xfrm>
                  <a:off x="7963958" y="2835771"/>
                  <a:ext cx="451" cy="833"/>
                </a:xfrm>
                <a:custGeom>
                  <a:avLst/>
                  <a:gdLst>
                    <a:gd name="connsiteX0" fmla="*/ 0 w 451"/>
                    <a:gd name="connsiteY0" fmla="*/ 139 h 833"/>
                    <a:gd name="connsiteX1" fmla="*/ 451 w 451"/>
                    <a:gd name="connsiteY1" fmla="*/ 0 h 833"/>
                    <a:gd name="connsiteX2" fmla="*/ 266 w 451"/>
                    <a:gd name="connsiteY2" fmla="*/ 834 h 833"/>
                    <a:gd name="connsiteX3" fmla="*/ 0 w 451"/>
                    <a:gd name="connsiteY3" fmla="*/ 139 h 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1" h="833">
                      <a:moveTo>
                        <a:pt x="0" y="139"/>
                      </a:moveTo>
                      <a:lnTo>
                        <a:pt x="451" y="0"/>
                      </a:lnTo>
                      <a:lnTo>
                        <a:pt x="266" y="834"/>
                      </a:lnTo>
                      <a:lnTo>
                        <a:pt x="0" y="1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83" name="Freeform: Shape 1382">
                  <a:extLst>
                    <a:ext uri="{FF2B5EF4-FFF2-40B4-BE49-F238E27FC236}">
                      <a16:creationId xmlns:a16="http://schemas.microsoft.com/office/drawing/2014/main" id="{B8FBDFC8-528A-79F5-BEEF-436C659C0132}"/>
                    </a:ext>
                  </a:extLst>
                </p:cNvPr>
                <p:cNvSpPr/>
                <p:nvPr/>
              </p:nvSpPr>
              <p:spPr>
                <a:xfrm>
                  <a:off x="8225225" y="3670878"/>
                  <a:ext cx="960" cy="532"/>
                </a:xfrm>
                <a:custGeom>
                  <a:avLst/>
                  <a:gdLst>
                    <a:gd name="connsiteX0" fmla="*/ 0 w 960"/>
                    <a:gd name="connsiteY0" fmla="*/ 532 h 532"/>
                    <a:gd name="connsiteX1" fmla="*/ 625 w 960"/>
                    <a:gd name="connsiteY1" fmla="*/ 0 h 532"/>
                    <a:gd name="connsiteX2" fmla="*/ 961 w 960"/>
                    <a:gd name="connsiteY2" fmla="*/ 255 h 532"/>
                    <a:gd name="connsiteX3" fmla="*/ 0 w 960"/>
                    <a:gd name="connsiteY3" fmla="*/ 532 h 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" h="532">
                      <a:moveTo>
                        <a:pt x="0" y="532"/>
                      </a:moveTo>
                      <a:lnTo>
                        <a:pt x="625" y="0"/>
                      </a:lnTo>
                      <a:lnTo>
                        <a:pt x="961" y="255"/>
                      </a:lnTo>
                      <a:lnTo>
                        <a:pt x="0" y="5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84" name="Freeform: Shape 1383">
                  <a:extLst>
                    <a:ext uri="{FF2B5EF4-FFF2-40B4-BE49-F238E27FC236}">
                      <a16:creationId xmlns:a16="http://schemas.microsoft.com/office/drawing/2014/main" id="{B189134F-4636-CE7A-0539-B3A917E31816}"/>
                    </a:ext>
                  </a:extLst>
                </p:cNvPr>
                <p:cNvSpPr/>
                <p:nvPr/>
              </p:nvSpPr>
              <p:spPr>
                <a:xfrm>
                  <a:off x="8001001" y="3732426"/>
                  <a:ext cx="740" cy="636"/>
                </a:xfrm>
                <a:custGeom>
                  <a:avLst/>
                  <a:gdLst>
                    <a:gd name="connsiteX0" fmla="*/ 0 w 740"/>
                    <a:gd name="connsiteY0" fmla="*/ 313 h 636"/>
                    <a:gd name="connsiteX1" fmla="*/ 336 w 740"/>
                    <a:gd name="connsiteY1" fmla="*/ 0 h 636"/>
                    <a:gd name="connsiteX2" fmla="*/ 741 w 740"/>
                    <a:gd name="connsiteY2" fmla="*/ 637 h 636"/>
                    <a:gd name="connsiteX3" fmla="*/ 0 w 740"/>
                    <a:gd name="connsiteY3" fmla="*/ 313 h 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" h="636">
                      <a:moveTo>
                        <a:pt x="0" y="313"/>
                      </a:moveTo>
                      <a:lnTo>
                        <a:pt x="336" y="0"/>
                      </a:lnTo>
                      <a:lnTo>
                        <a:pt x="741" y="637"/>
                      </a:lnTo>
                      <a:lnTo>
                        <a:pt x="0" y="31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85" name="Freeform: Shape 1384">
                  <a:extLst>
                    <a:ext uri="{FF2B5EF4-FFF2-40B4-BE49-F238E27FC236}">
                      <a16:creationId xmlns:a16="http://schemas.microsoft.com/office/drawing/2014/main" id="{0AE3B07F-D51F-1910-8A4A-DE9DFA579F68}"/>
                    </a:ext>
                  </a:extLst>
                </p:cNvPr>
                <p:cNvSpPr/>
                <p:nvPr/>
              </p:nvSpPr>
              <p:spPr>
                <a:xfrm>
                  <a:off x="7435311" y="3016759"/>
                  <a:ext cx="798" cy="474"/>
                </a:xfrm>
                <a:custGeom>
                  <a:avLst/>
                  <a:gdLst>
                    <a:gd name="connsiteX0" fmla="*/ 0 w 798"/>
                    <a:gd name="connsiteY0" fmla="*/ 475 h 474"/>
                    <a:gd name="connsiteX1" fmla="*/ 93 w 798"/>
                    <a:gd name="connsiteY1" fmla="*/ 0 h 474"/>
                    <a:gd name="connsiteX2" fmla="*/ 799 w 798"/>
                    <a:gd name="connsiteY2" fmla="*/ 93 h 474"/>
                    <a:gd name="connsiteX3" fmla="*/ 0 w 798"/>
                    <a:gd name="connsiteY3" fmla="*/ 475 h 4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8" h="474">
                      <a:moveTo>
                        <a:pt x="0" y="475"/>
                      </a:moveTo>
                      <a:lnTo>
                        <a:pt x="93" y="0"/>
                      </a:lnTo>
                      <a:lnTo>
                        <a:pt x="799" y="93"/>
                      </a:lnTo>
                      <a:lnTo>
                        <a:pt x="0" y="47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86" name="Freeform: Shape 1385">
                  <a:extLst>
                    <a:ext uri="{FF2B5EF4-FFF2-40B4-BE49-F238E27FC236}">
                      <a16:creationId xmlns:a16="http://schemas.microsoft.com/office/drawing/2014/main" id="{BAC12B2B-E8C2-3900-21B9-652687977925}"/>
                    </a:ext>
                  </a:extLst>
                </p:cNvPr>
                <p:cNvSpPr/>
                <p:nvPr/>
              </p:nvSpPr>
              <p:spPr>
                <a:xfrm>
                  <a:off x="9636360" y="1479274"/>
                  <a:ext cx="752" cy="659"/>
                </a:xfrm>
                <a:custGeom>
                  <a:avLst/>
                  <a:gdLst>
                    <a:gd name="connsiteX0" fmla="*/ 0 w 752"/>
                    <a:gd name="connsiteY0" fmla="*/ 0 h 659"/>
                    <a:gd name="connsiteX1" fmla="*/ 752 w 752"/>
                    <a:gd name="connsiteY1" fmla="*/ 521 h 659"/>
                    <a:gd name="connsiteX2" fmla="*/ 290 w 752"/>
                    <a:gd name="connsiteY2" fmla="*/ 660 h 659"/>
                    <a:gd name="connsiteX3" fmla="*/ 0 w 752"/>
                    <a:gd name="connsiteY3" fmla="*/ 0 h 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2" h="659">
                      <a:moveTo>
                        <a:pt x="0" y="0"/>
                      </a:moveTo>
                      <a:lnTo>
                        <a:pt x="752" y="521"/>
                      </a:lnTo>
                      <a:lnTo>
                        <a:pt x="290" y="66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87" name="Freeform: Shape 1386">
                  <a:extLst>
                    <a:ext uri="{FF2B5EF4-FFF2-40B4-BE49-F238E27FC236}">
                      <a16:creationId xmlns:a16="http://schemas.microsoft.com/office/drawing/2014/main" id="{2BFFB8A0-0CAA-54D1-E3CF-DC133F25770B}"/>
                    </a:ext>
                  </a:extLst>
                </p:cNvPr>
                <p:cNvSpPr/>
                <p:nvPr/>
              </p:nvSpPr>
              <p:spPr>
                <a:xfrm>
                  <a:off x="8036191" y="3500990"/>
                  <a:ext cx="509" cy="694"/>
                </a:xfrm>
                <a:custGeom>
                  <a:avLst/>
                  <a:gdLst>
                    <a:gd name="connsiteX0" fmla="*/ 0 w 509"/>
                    <a:gd name="connsiteY0" fmla="*/ 0 h 694"/>
                    <a:gd name="connsiteX1" fmla="*/ 509 w 509"/>
                    <a:gd name="connsiteY1" fmla="*/ 243 h 694"/>
                    <a:gd name="connsiteX2" fmla="*/ 69 w 509"/>
                    <a:gd name="connsiteY2" fmla="*/ 695 h 694"/>
                    <a:gd name="connsiteX3" fmla="*/ 0 w 509"/>
                    <a:gd name="connsiteY3" fmla="*/ 0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9" h="694">
                      <a:moveTo>
                        <a:pt x="0" y="0"/>
                      </a:moveTo>
                      <a:lnTo>
                        <a:pt x="509" y="243"/>
                      </a:lnTo>
                      <a:lnTo>
                        <a:pt x="69" y="69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88" name="Freeform: Shape 1387">
                  <a:extLst>
                    <a:ext uri="{FF2B5EF4-FFF2-40B4-BE49-F238E27FC236}">
                      <a16:creationId xmlns:a16="http://schemas.microsoft.com/office/drawing/2014/main" id="{917FA836-A06F-9F37-CE79-959A902E7837}"/>
                    </a:ext>
                  </a:extLst>
                </p:cNvPr>
                <p:cNvSpPr/>
                <p:nvPr/>
              </p:nvSpPr>
              <p:spPr>
                <a:xfrm>
                  <a:off x="8508881" y="4295929"/>
                  <a:ext cx="659" cy="555"/>
                </a:xfrm>
                <a:custGeom>
                  <a:avLst/>
                  <a:gdLst>
                    <a:gd name="connsiteX0" fmla="*/ 301 w 659"/>
                    <a:gd name="connsiteY0" fmla="*/ 0 h 555"/>
                    <a:gd name="connsiteX1" fmla="*/ 625 w 659"/>
                    <a:gd name="connsiteY1" fmla="*/ 301 h 555"/>
                    <a:gd name="connsiteX2" fmla="*/ 660 w 659"/>
                    <a:gd name="connsiteY2" fmla="*/ 359 h 555"/>
                    <a:gd name="connsiteX3" fmla="*/ 0 w 659"/>
                    <a:gd name="connsiteY3" fmla="*/ 555 h 555"/>
                    <a:gd name="connsiteX4" fmla="*/ 139 w 659"/>
                    <a:gd name="connsiteY4" fmla="*/ 208 h 555"/>
                    <a:gd name="connsiteX5" fmla="*/ 301 w 659"/>
                    <a:gd name="connsiteY5" fmla="*/ 0 h 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59" h="555">
                      <a:moveTo>
                        <a:pt x="301" y="0"/>
                      </a:moveTo>
                      <a:lnTo>
                        <a:pt x="625" y="301"/>
                      </a:lnTo>
                      <a:lnTo>
                        <a:pt x="660" y="359"/>
                      </a:lnTo>
                      <a:lnTo>
                        <a:pt x="0" y="555"/>
                      </a:lnTo>
                      <a:lnTo>
                        <a:pt x="139" y="208"/>
                      </a:lnTo>
                      <a:lnTo>
                        <a:pt x="301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89" name="Freeform: Shape 1388">
                  <a:extLst>
                    <a:ext uri="{FF2B5EF4-FFF2-40B4-BE49-F238E27FC236}">
                      <a16:creationId xmlns:a16="http://schemas.microsoft.com/office/drawing/2014/main" id="{5AB9344E-BB68-B149-7BF6-BFA2AECA5EBC}"/>
                    </a:ext>
                  </a:extLst>
                </p:cNvPr>
                <p:cNvSpPr/>
                <p:nvPr/>
              </p:nvSpPr>
              <p:spPr>
                <a:xfrm>
                  <a:off x="9759608" y="1607061"/>
                  <a:ext cx="671" cy="729"/>
                </a:xfrm>
                <a:custGeom>
                  <a:avLst/>
                  <a:gdLst>
                    <a:gd name="connsiteX0" fmla="*/ 0 w 671"/>
                    <a:gd name="connsiteY0" fmla="*/ 556 h 729"/>
                    <a:gd name="connsiteX1" fmla="*/ 672 w 671"/>
                    <a:gd name="connsiteY1" fmla="*/ 0 h 729"/>
                    <a:gd name="connsiteX2" fmla="*/ 405 w 671"/>
                    <a:gd name="connsiteY2" fmla="*/ 729 h 729"/>
                    <a:gd name="connsiteX3" fmla="*/ 0 w 671"/>
                    <a:gd name="connsiteY3" fmla="*/ 556 h 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1" h="729">
                      <a:moveTo>
                        <a:pt x="0" y="556"/>
                      </a:moveTo>
                      <a:lnTo>
                        <a:pt x="672" y="0"/>
                      </a:lnTo>
                      <a:lnTo>
                        <a:pt x="405" y="729"/>
                      </a:lnTo>
                      <a:lnTo>
                        <a:pt x="0" y="55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90" name="Freeform: Shape 1389">
                  <a:extLst>
                    <a:ext uri="{FF2B5EF4-FFF2-40B4-BE49-F238E27FC236}">
                      <a16:creationId xmlns:a16="http://schemas.microsoft.com/office/drawing/2014/main" id="{9D2DBB8C-6D25-3BC2-3373-0AD553665BBE}"/>
                    </a:ext>
                  </a:extLst>
                </p:cNvPr>
                <p:cNvSpPr/>
                <p:nvPr/>
              </p:nvSpPr>
              <p:spPr>
                <a:xfrm>
                  <a:off x="7993592" y="3775882"/>
                  <a:ext cx="416" cy="926"/>
                </a:xfrm>
                <a:custGeom>
                  <a:avLst/>
                  <a:gdLst>
                    <a:gd name="connsiteX0" fmla="*/ 0 w 416"/>
                    <a:gd name="connsiteY0" fmla="*/ 915 h 926"/>
                    <a:gd name="connsiteX1" fmla="*/ 116 w 416"/>
                    <a:gd name="connsiteY1" fmla="*/ 0 h 926"/>
                    <a:gd name="connsiteX2" fmla="*/ 417 w 416"/>
                    <a:gd name="connsiteY2" fmla="*/ 440 h 926"/>
                    <a:gd name="connsiteX3" fmla="*/ 12 w 416"/>
                    <a:gd name="connsiteY3" fmla="*/ 926 h 926"/>
                    <a:gd name="connsiteX4" fmla="*/ 0 w 416"/>
                    <a:gd name="connsiteY4" fmla="*/ 915 h 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6" h="926">
                      <a:moveTo>
                        <a:pt x="0" y="915"/>
                      </a:moveTo>
                      <a:lnTo>
                        <a:pt x="116" y="0"/>
                      </a:lnTo>
                      <a:lnTo>
                        <a:pt x="417" y="440"/>
                      </a:lnTo>
                      <a:lnTo>
                        <a:pt x="12" y="926"/>
                      </a:lnTo>
                      <a:lnTo>
                        <a:pt x="0" y="91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91" name="Freeform: Shape 1390">
                  <a:extLst>
                    <a:ext uri="{FF2B5EF4-FFF2-40B4-BE49-F238E27FC236}">
                      <a16:creationId xmlns:a16="http://schemas.microsoft.com/office/drawing/2014/main" id="{2ED91677-1EE0-7F43-EA2B-EA68B79D236F}"/>
                    </a:ext>
                  </a:extLst>
                </p:cNvPr>
                <p:cNvSpPr/>
                <p:nvPr/>
              </p:nvSpPr>
              <p:spPr>
                <a:xfrm>
                  <a:off x="7798562" y="3390301"/>
                  <a:ext cx="706" cy="613"/>
                </a:xfrm>
                <a:custGeom>
                  <a:avLst/>
                  <a:gdLst>
                    <a:gd name="connsiteX0" fmla="*/ 625 w 706"/>
                    <a:gd name="connsiteY0" fmla="*/ 173 h 613"/>
                    <a:gd name="connsiteX1" fmla="*/ 243 w 706"/>
                    <a:gd name="connsiteY1" fmla="*/ 614 h 613"/>
                    <a:gd name="connsiteX2" fmla="*/ 0 w 706"/>
                    <a:gd name="connsiteY2" fmla="*/ 266 h 613"/>
                    <a:gd name="connsiteX3" fmla="*/ 706 w 706"/>
                    <a:gd name="connsiteY3" fmla="*/ 0 h 613"/>
                    <a:gd name="connsiteX4" fmla="*/ 625 w 706"/>
                    <a:gd name="connsiteY4" fmla="*/ 173 h 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6" h="613">
                      <a:moveTo>
                        <a:pt x="625" y="173"/>
                      </a:moveTo>
                      <a:lnTo>
                        <a:pt x="243" y="614"/>
                      </a:lnTo>
                      <a:lnTo>
                        <a:pt x="0" y="266"/>
                      </a:lnTo>
                      <a:lnTo>
                        <a:pt x="706" y="0"/>
                      </a:lnTo>
                      <a:lnTo>
                        <a:pt x="625" y="17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92" name="Freeform: Shape 1391">
                  <a:extLst>
                    <a:ext uri="{FF2B5EF4-FFF2-40B4-BE49-F238E27FC236}">
                      <a16:creationId xmlns:a16="http://schemas.microsoft.com/office/drawing/2014/main" id="{88E70F0B-6AE9-43F5-DCE0-B3D1855E386C}"/>
                    </a:ext>
                  </a:extLst>
                </p:cNvPr>
                <p:cNvSpPr/>
                <p:nvPr/>
              </p:nvSpPr>
              <p:spPr>
                <a:xfrm>
                  <a:off x="7805114" y="3282206"/>
                  <a:ext cx="891" cy="902"/>
                </a:xfrm>
                <a:custGeom>
                  <a:avLst/>
                  <a:gdLst>
                    <a:gd name="connsiteX0" fmla="*/ 0 w 891"/>
                    <a:gd name="connsiteY0" fmla="*/ 0 h 902"/>
                    <a:gd name="connsiteX1" fmla="*/ 509 w 891"/>
                    <a:gd name="connsiteY1" fmla="*/ 139 h 902"/>
                    <a:gd name="connsiteX2" fmla="*/ 891 w 891"/>
                    <a:gd name="connsiteY2" fmla="*/ 903 h 902"/>
                    <a:gd name="connsiteX3" fmla="*/ 0 w 891"/>
                    <a:gd name="connsiteY3" fmla="*/ 0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91" h="902">
                      <a:moveTo>
                        <a:pt x="0" y="0"/>
                      </a:moveTo>
                      <a:lnTo>
                        <a:pt x="509" y="139"/>
                      </a:lnTo>
                      <a:lnTo>
                        <a:pt x="891" y="90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93" name="Freeform: Shape 1392">
                  <a:extLst>
                    <a:ext uri="{FF2B5EF4-FFF2-40B4-BE49-F238E27FC236}">
                      <a16:creationId xmlns:a16="http://schemas.microsoft.com/office/drawing/2014/main" id="{E5A04D12-A766-D845-671B-06059CED79D3}"/>
                    </a:ext>
                  </a:extLst>
                </p:cNvPr>
                <p:cNvSpPr/>
                <p:nvPr/>
              </p:nvSpPr>
              <p:spPr>
                <a:xfrm>
                  <a:off x="7809871" y="3301445"/>
                  <a:ext cx="1111" cy="439"/>
                </a:xfrm>
                <a:custGeom>
                  <a:avLst/>
                  <a:gdLst>
                    <a:gd name="connsiteX0" fmla="*/ 0 w 1111"/>
                    <a:gd name="connsiteY0" fmla="*/ 278 h 439"/>
                    <a:gd name="connsiteX1" fmla="*/ 127 w 1111"/>
                    <a:gd name="connsiteY1" fmla="*/ 0 h 439"/>
                    <a:gd name="connsiteX2" fmla="*/ 1111 w 1111"/>
                    <a:gd name="connsiteY2" fmla="*/ 440 h 439"/>
                    <a:gd name="connsiteX3" fmla="*/ 0 w 1111"/>
                    <a:gd name="connsiteY3" fmla="*/ 278 h 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1" h="439">
                      <a:moveTo>
                        <a:pt x="0" y="278"/>
                      </a:moveTo>
                      <a:lnTo>
                        <a:pt x="127" y="0"/>
                      </a:lnTo>
                      <a:lnTo>
                        <a:pt x="1111" y="440"/>
                      </a:lnTo>
                      <a:lnTo>
                        <a:pt x="0" y="2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94" name="Freeform: Shape 1393">
                  <a:extLst>
                    <a:ext uri="{FF2B5EF4-FFF2-40B4-BE49-F238E27FC236}">
                      <a16:creationId xmlns:a16="http://schemas.microsoft.com/office/drawing/2014/main" id="{224D9907-BB53-11EB-E869-26DF3A05E6EC}"/>
                    </a:ext>
                  </a:extLst>
                </p:cNvPr>
                <p:cNvSpPr/>
                <p:nvPr/>
              </p:nvSpPr>
              <p:spPr>
                <a:xfrm>
                  <a:off x="8487002" y="2821127"/>
                  <a:ext cx="590" cy="578"/>
                </a:xfrm>
                <a:custGeom>
                  <a:avLst/>
                  <a:gdLst>
                    <a:gd name="connsiteX0" fmla="*/ 0 w 590"/>
                    <a:gd name="connsiteY0" fmla="*/ 220 h 578"/>
                    <a:gd name="connsiteX1" fmla="*/ 590 w 590"/>
                    <a:gd name="connsiteY1" fmla="*/ 0 h 578"/>
                    <a:gd name="connsiteX2" fmla="*/ 579 w 590"/>
                    <a:gd name="connsiteY2" fmla="*/ 579 h 578"/>
                    <a:gd name="connsiteX3" fmla="*/ 0 w 590"/>
                    <a:gd name="connsiteY3" fmla="*/ 220 h 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0" h="578">
                      <a:moveTo>
                        <a:pt x="0" y="220"/>
                      </a:moveTo>
                      <a:lnTo>
                        <a:pt x="590" y="0"/>
                      </a:lnTo>
                      <a:lnTo>
                        <a:pt x="579" y="579"/>
                      </a:lnTo>
                      <a:lnTo>
                        <a:pt x="0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95" name="Freeform: Shape 1394">
                  <a:extLst>
                    <a:ext uri="{FF2B5EF4-FFF2-40B4-BE49-F238E27FC236}">
                      <a16:creationId xmlns:a16="http://schemas.microsoft.com/office/drawing/2014/main" id="{3A426134-FDC7-596C-3AF6-829F1F3AF2C2}"/>
                    </a:ext>
                  </a:extLst>
                </p:cNvPr>
                <p:cNvSpPr/>
                <p:nvPr/>
              </p:nvSpPr>
              <p:spPr>
                <a:xfrm>
                  <a:off x="7831067" y="3267169"/>
                  <a:ext cx="590" cy="902"/>
                </a:xfrm>
                <a:custGeom>
                  <a:avLst/>
                  <a:gdLst>
                    <a:gd name="connsiteX0" fmla="*/ 0 w 590"/>
                    <a:gd name="connsiteY0" fmla="*/ 394 h 902"/>
                    <a:gd name="connsiteX1" fmla="*/ 81 w 590"/>
                    <a:gd name="connsiteY1" fmla="*/ 0 h 902"/>
                    <a:gd name="connsiteX2" fmla="*/ 162 w 590"/>
                    <a:gd name="connsiteY2" fmla="*/ 23 h 902"/>
                    <a:gd name="connsiteX3" fmla="*/ 590 w 590"/>
                    <a:gd name="connsiteY3" fmla="*/ 903 h 902"/>
                    <a:gd name="connsiteX4" fmla="*/ 0 w 590"/>
                    <a:gd name="connsiteY4" fmla="*/ 394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0" h="902">
                      <a:moveTo>
                        <a:pt x="0" y="394"/>
                      </a:moveTo>
                      <a:lnTo>
                        <a:pt x="81" y="0"/>
                      </a:lnTo>
                      <a:lnTo>
                        <a:pt x="162" y="23"/>
                      </a:lnTo>
                      <a:lnTo>
                        <a:pt x="590" y="903"/>
                      </a:lnTo>
                      <a:lnTo>
                        <a:pt x="0" y="39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96" name="Freeform: Shape 1395">
                  <a:extLst>
                    <a:ext uri="{FF2B5EF4-FFF2-40B4-BE49-F238E27FC236}">
                      <a16:creationId xmlns:a16="http://schemas.microsoft.com/office/drawing/2014/main" id="{D3E8E266-B476-8CD8-31F0-E7239E9E4F56}"/>
                    </a:ext>
                  </a:extLst>
                </p:cNvPr>
                <p:cNvSpPr/>
                <p:nvPr/>
              </p:nvSpPr>
              <p:spPr>
                <a:xfrm>
                  <a:off x="7953447" y="2805453"/>
                  <a:ext cx="358" cy="752"/>
                </a:xfrm>
                <a:custGeom>
                  <a:avLst/>
                  <a:gdLst>
                    <a:gd name="connsiteX0" fmla="*/ 93 w 358"/>
                    <a:gd name="connsiteY0" fmla="*/ 0 h 752"/>
                    <a:gd name="connsiteX1" fmla="*/ 220 w 358"/>
                    <a:gd name="connsiteY1" fmla="*/ 35 h 752"/>
                    <a:gd name="connsiteX2" fmla="*/ 359 w 358"/>
                    <a:gd name="connsiteY2" fmla="*/ 579 h 752"/>
                    <a:gd name="connsiteX3" fmla="*/ 150 w 358"/>
                    <a:gd name="connsiteY3" fmla="*/ 752 h 752"/>
                    <a:gd name="connsiteX4" fmla="*/ 0 w 358"/>
                    <a:gd name="connsiteY4" fmla="*/ 602 h 752"/>
                    <a:gd name="connsiteX5" fmla="*/ 93 w 358"/>
                    <a:gd name="connsiteY5" fmla="*/ 0 h 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8" h="752">
                      <a:moveTo>
                        <a:pt x="93" y="0"/>
                      </a:moveTo>
                      <a:lnTo>
                        <a:pt x="220" y="35"/>
                      </a:lnTo>
                      <a:lnTo>
                        <a:pt x="359" y="579"/>
                      </a:lnTo>
                      <a:lnTo>
                        <a:pt x="150" y="752"/>
                      </a:lnTo>
                      <a:lnTo>
                        <a:pt x="0" y="602"/>
                      </a:lnTo>
                      <a:lnTo>
                        <a:pt x="9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97" name="Freeform: Shape 1396">
                  <a:extLst>
                    <a:ext uri="{FF2B5EF4-FFF2-40B4-BE49-F238E27FC236}">
                      <a16:creationId xmlns:a16="http://schemas.microsoft.com/office/drawing/2014/main" id="{D0C35E88-A6B9-CFBC-A541-AC7D450B9C4C}"/>
                    </a:ext>
                  </a:extLst>
                </p:cNvPr>
                <p:cNvSpPr/>
                <p:nvPr/>
              </p:nvSpPr>
              <p:spPr>
                <a:xfrm>
                  <a:off x="9748900" y="1635294"/>
                  <a:ext cx="555" cy="740"/>
                </a:xfrm>
                <a:custGeom>
                  <a:avLst/>
                  <a:gdLst>
                    <a:gd name="connsiteX0" fmla="*/ 347 w 555"/>
                    <a:gd name="connsiteY0" fmla="*/ 660 h 740"/>
                    <a:gd name="connsiteX1" fmla="*/ 0 w 555"/>
                    <a:gd name="connsiteY1" fmla="*/ 741 h 740"/>
                    <a:gd name="connsiteX2" fmla="*/ 556 w 555"/>
                    <a:gd name="connsiteY2" fmla="*/ 0 h 740"/>
                    <a:gd name="connsiteX3" fmla="*/ 556 w 555"/>
                    <a:gd name="connsiteY3" fmla="*/ 567 h 740"/>
                    <a:gd name="connsiteX4" fmla="*/ 347 w 555"/>
                    <a:gd name="connsiteY4" fmla="*/ 660 h 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" h="740">
                      <a:moveTo>
                        <a:pt x="347" y="660"/>
                      </a:moveTo>
                      <a:lnTo>
                        <a:pt x="0" y="741"/>
                      </a:lnTo>
                      <a:lnTo>
                        <a:pt x="556" y="0"/>
                      </a:lnTo>
                      <a:lnTo>
                        <a:pt x="556" y="567"/>
                      </a:lnTo>
                      <a:lnTo>
                        <a:pt x="347" y="66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98" name="Freeform: Shape 1397">
                  <a:extLst>
                    <a:ext uri="{FF2B5EF4-FFF2-40B4-BE49-F238E27FC236}">
                      <a16:creationId xmlns:a16="http://schemas.microsoft.com/office/drawing/2014/main" id="{E5BF9C31-03E1-D137-563A-778AC0513B92}"/>
                    </a:ext>
                  </a:extLst>
                </p:cNvPr>
                <p:cNvSpPr/>
                <p:nvPr/>
              </p:nvSpPr>
              <p:spPr>
                <a:xfrm>
                  <a:off x="8509031" y="4296959"/>
                  <a:ext cx="486" cy="521"/>
                </a:xfrm>
                <a:custGeom>
                  <a:avLst/>
                  <a:gdLst>
                    <a:gd name="connsiteX0" fmla="*/ 162 w 486"/>
                    <a:gd name="connsiteY0" fmla="*/ 185 h 521"/>
                    <a:gd name="connsiteX1" fmla="*/ 394 w 486"/>
                    <a:gd name="connsiteY1" fmla="*/ 0 h 521"/>
                    <a:gd name="connsiteX2" fmla="*/ 486 w 486"/>
                    <a:gd name="connsiteY2" fmla="*/ 174 h 521"/>
                    <a:gd name="connsiteX3" fmla="*/ 486 w 486"/>
                    <a:gd name="connsiteY3" fmla="*/ 521 h 521"/>
                    <a:gd name="connsiteX4" fmla="*/ 0 w 486"/>
                    <a:gd name="connsiteY4" fmla="*/ 509 h 521"/>
                    <a:gd name="connsiteX5" fmla="*/ 162 w 486"/>
                    <a:gd name="connsiteY5" fmla="*/ 185 h 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6" h="521">
                      <a:moveTo>
                        <a:pt x="162" y="185"/>
                      </a:moveTo>
                      <a:lnTo>
                        <a:pt x="394" y="0"/>
                      </a:lnTo>
                      <a:lnTo>
                        <a:pt x="486" y="174"/>
                      </a:lnTo>
                      <a:lnTo>
                        <a:pt x="486" y="521"/>
                      </a:lnTo>
                      <a:lnTo>
                        <a:pt x="0" y="509"/>
                      </a:lnTo>
                      <a:lnTo>
                        <a:pt x="162" y="1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99" name="Freeform: Shape 1398">
                  <a:extLst>
                    <a:ext uri="{FF2B5EF4-FFF2-40B4-BE49-F238E27FC236}">
                      <a16:creationId xmlns:a16="http://schemas.microsoft.com/office/drawing/2014/main" id="{D93A0C6A-5BF2-D688-BF18-040439D0F27F}"/>
                    </a:ext>
                  </a:extLst>
                </p:cNvPr>
                <p:cNvSpPr/>
                <p:nvPr/>
              </p:nvSpPr>
              <p:spPr>
                <a:xfrm>
                  <a:off x="9781961" y="1359275"/>
                  <a:ext cx="579" cy="882"/>
                </a:xfrm>
                <a:custGeom>
                  <a:avLst/>
                  <a:gdLst>
                    <a:gd name="connsiteX0" fmla="*/ 0 w 579"/>
                    <a:gd name="connsiteY0" fmla="*/ 369 h 882"/>
                    <a:gd name="connsiteX1" fmla="*/ 579 w 579"/>
                    <a:gd name="connsiteY1" fmla="*/ 0 h 882"/>
                    <a:gd name="connsiteX2" fmla="*/ 104 w 579"/>
                    <a:gd name="connsiteY2" fmla="*/ 882 h 882"/>
                    <a:gd name="connsiteX3" fmla="*/ 0 w 579"/>
                    <a:gd name="connsiteY3" fmla="*/ 369 h 8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9" h="882">
                      <a:moveTo>
                        <a:pt x="0" y="369"/>
                      </a:moveTo>
                      <a:lnTo>
                        <a:pt x="579" y="0"/>
                      </a:lnTo>
                      <a:lnTo>
                        <a:pt x="104" y="882"/>
                      </a:lnTo>
                      <a:lnTo>
                        <a:pt x="0" y="3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00" name="Freeform: Shape 1399">
                  <a:extLst>
                    <a:ext uri="{FF2B5EF4-FFF2-40B4-BE49-F238E27FC236}">
                      <a16:creationId xmlns:a16="http://schemas.microsoft.com/office/drawing/2014/main" id="{2FC9547F-FD58-0D7F-B534-092A36F6AB16}"/>
                    </a:ext>
                  </a:extLst>
                </p:cNvPr>
                <p:cNvSpPr/>
                <p:nvPr/>
              </p:nvSpPr>
              <p:spPr>
                <a:xfrm>
                  <a:off x="7782680" y="3485872"/>
                  <a:ext cx="740" cy="439"/>
                </a:xfrm>
                <a:custGeom>
                  <a:avLst/>
                  <a:gdLst>
                    <a:gd name="connsiteX0" fmla="*/ 0 w 740"/>
                    <a:gd name="connsiteY0" fmla="*/ 370 h 439"/>
                    <a:gd name="connsiteX1" fmla="*/ 532 w 740"/>
                    <a:gd name="connsiteY1" fmla="*/ 0 h 439"/>
                    <a:gd name="connsiteX2" fmla="*/ 741 w 740"/>
                    <a:gd name="connsiteY2" fmla="*/ 359 h 439"/>
                    <a:gd name="connsiteX3" fmla="*/ 556 w 740"/>
                    <a:gd name="connsiteY3" fmla="*/ 440 h 439"/>
                    <a:gd name="connsiteX4" fmla="*/ 0 w 740"/>
                    <a:gd name="connsiteY4" fmla="*/ 370 h 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0" h="439">
                      <a:moveTo>
                        <a:pt x="0" y="370"/>
                      </a:moveTo>
                      <a:lnTo>
                        <a:pt x="532" y="0"/>
                      </a:lnTo>
                      <a:lnTo>
                        <a:pt x="741" y="359"/>
                      </a:lnTo>
                      <a:lnTo>
                        <a:pt x="556" y="440"/>
                      </a:lnTo>
                      <a:lnTo>
                        <a:pt x="0" y="3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01" name="Freeform: Shape 1400">
                  <a:extLst>
                    <a:ext uri="{FF2B5EF4-FFF2-40B4-BE49-F238E27FC236}">
                      <a16:creationId xmlns:a16="http://schemas.microsoft.com/office/drawing/2014/main" id="{A63105F7-95B2-E536-84F1-E81CE3B25F68}"/>
                    </a:ext>
                  </a:extLst>
                </p:cNvPr>
                <p:cNvSpPr/>
                <p:nvPr/>
              </p:nvSpPr>
              <p:spPr>
                <a:xfrm>
                  <a:off x="7678589" y="3100685"/>
                  <a:ext cx="972" cy="486"/>
                </a:xfrm>
                <a:custGeom>
                  <a:avLst/>
                  <a:gdLst>
                    <a:gd name="connsiteX0" fmla="*/ 0 w 972"/>
                    <a:gd name="connsiteY0" fmla="*/ 0 h 486"/>
                    <a:gd name="connsiteX1" fmla="*/ 972 w 972"/>
                    <a:gd name="connsiteY1" fmla="*/ 451 h 486"/>
                    <a:gd name="connsiteX2" fmla="*/ 324 w 972"/>
                    <a:gd name="connsiteY2" fmla="*/ 486 h 486"/>
                    <a:gd name="connsiteX3" fmla="*/ 0 w 972"/>
                    <a:gd name="connsiteY3" fmla="*/ 0 h 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2" h="486">
                      <a:moveTo>
                        <a:pt x="0" y="0"/>
                      </a:moveTo>
                      <a:lnTo>
                        <a:pt x="972" y="451"/>
                      </a:lnTo>
                      <a:lnTo>
                        <a:pt x="324" y="48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02" name="Freeform: Shape 1401">
                  <a:extLst>
                    <a:ext uri="{FF2B5EF4-FFF2-40B4-BE49-F238E27FC236}">
                      <a16:creationId xmlns:a16="http://schemas.microsoft.com/office/drawing/2014/main" id="{698D49E2-6E10-E734-B508-1A56A31295C0}"/>
                    </a:ext>
                  </a:extLst>
                </p:cNvPr>
                <p:cNvSpPr/>
                <p:nvPr/>
              </p:nvSpPr>
              <p:spPr>
                <a:xfrm>
                  <a:off x="8334525" y="3859831"/>
                  <a:ext cx="1157" cy="925"/>
                </a:xfrm>
                <a:custGeom>
                  <a:avLst/>
                  <a:gdLst>
                    <a:gd name="connsiteX0" fmla="*/ 23 w 1157"/>
                    <a:gd name="connsiteY0" fmla="*/ 926 h 925"/>
                    <a:gd name="connsiteX1" fmla="*/ 0 w 1157"/>
                    <a:gd name="connsiteY1" fmla="*/ 926 h 925"/>
                    <a:gd name="connsiteX2" fmla="*/ 1157 w 1157"/>
                    <a:gd name="connsiteY2" fmla="*/ 0 h 925"/>
                    <a:gd name="connsiteX3" fmla="*/ 1030 w 1157"/>
                    <a:gd name="connsiteY3" fmla="*/ 382 h 925"/>
                    <a:gd name="connsiteX4" fmla="*/ 23 w 1157"/>
                    <a:gd name="connsiteY4" fmla="*/ 926 h 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57" h="925">
                      <a:moveTo>
                        <a:pt x="23" y="926"/>
                      </a:moveTo>
                      <a:lnTo>
                        <a:pt x="0" y="926"/>
                      </a:lnTo>
                      <a:lnTo>
                        <a:pt x="1157" y="0"/>
                      </a:lnTo>
                      <a:lnTo>
                        <a:pt x="1030" y="382"/>
                      </a:lnTo>
                      <a:lnTo>
                        <a:pt x="23" y="92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03" name="Freeform: Shape 1402">
                  <a:extLst>
                    <a:ext uri="{FF2B5EF4-FFF2-40B4-BE49-F238E27FC236}">
                      <a16:creationId xmlns:a16="http://schemas.microsoft.com/office/drawing/2014/main" id="{91C6053A-9741-9056-185E-F890DFD31FF1}"/>
                    </a:ext>
                  </a:extLst>
                </p:cNvPr>
                <p:cNvSpPr/>
                <p:nvPr/>
              </p:nvSpPr>
              <p:spPr>
                <a:xfrm>
                  <a:off x="8100125" y="3444604"/>
                  <a:ext cx="764" cy="428"/>
                </a:xfrm>
                <a:custGeom>
                  <a:avLst/>
                  <a:gdLst>
                    <a:gd name="connsiteX0" fmla="*/ 0 w 764"/>
                    <a:gd name="connsiteY0" fmla="*/ 405 h 428"/>
                    <a:gd name="connsiteX1" fmla="*/ 706 w 764"/>
                    <a:gd name="connsiteY1" fmla="*/ 0 h 428"/>
                    <a:gd name="connsiteX2" fmla="*/ 764 w 764"/>
                    <a:gd name="connsiteY2" fmla="*/ 23 h 428"/>
                    <a:gd name="connsiteX3" fmla="*/ 718 w 764"/>
                    <a:gd name="connsiteY3" fmla="*/ 428 h 428"/>
                    <a:gd name="connsiteX4" fmla="*/ 0 w 764"/>
                    <a:gd name="connsiteY4" fmla="*/ 405 h 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4" h="428">
                      <a:moveTo>
                        <a:pt x="0" y="405"/>
                      </a:moveTo>
                      <a:lnTo>
                        <a:pt x="706" y="0"/>
                      </a:lnTo>
                      <a:lnTo>
                        <a:pt x="764" y="23"/>
                      </a:lnTo>
                      <a:lnTo>
                        <a:pt x="718" y="428"/>
                      </a:lnTo>
                      <a:lnTo>
                        <a:pt x="0" y="40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04" name="Freeform: Shape 1403">
                  <a:extLst>
                    <a:ext uri="{FF2B5EF4-FFF2-40B4-BE49-F238E27FC236}">
                      <a16:creationId xmlns:a16="http://schemas.microsoft.com/office/drawing/2014/main" id="{8EF8C4E8-7BF4-B89F-0B94-58B216F84372}"/>
                    </a:ext>
                  </a:extLst>
                </p:cNvPr>
                <p:cNvSpPr/>
                <p:nvPr/>
              </p:nvSpPr>
              <p:spPr>
                <a:xfrm>
                  <a:off x="7855272" y="3161006"/>
                  <a:ext cx="1342" cy="879"/>
                </a:xfrm>
                <a:custGeom>
                  <a:avLst/>
                  <a:gdLst>
                    <a:gd name="connsiteX0" fmla="*/ 0 w 1342"/>
                    <a:gd name="connsiteY0" fmla="*/ 0 h 879"/>
                    <a:gd name="connsiteX1" fmla="*/ 1343 w 1342"/>
                    <a:gd name="connsiteY1" fmla="*/ 880 h 879"/>
                    <a:gd name="connsiteX2" fmla="*/ 1262 w 1342"/>
                    <a:gd name="connsiteY2" fmla="*/ 856 h 879"/>
                    <a:gd name="connsiteX3" fmla="*/ 486 w 1342"/>
                    <a:gd name="connsiteY3" fmla="*/ 556 h 879"/>
                    <a:gd name="connsiteX4" fmla="*/ 0 w 1342"/>
                    <a:gd name="connsiteY4" fmla="*/ 0 h 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2" h="879">
                      <a:moveTo>
                        <a:pt x="0" y="0"/>
                      </a:moveTo>
                      <a:lnTo>
                        <a:pt x="1343" y="880"/>
                      </a:lnTo>
                      <a:lnTo>
                        <a:pt x="1262" y="856"/>
                      </a:lnTo>
                      <a:lnTo>
                        <a:pt x="486" y="55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05" name="Freeform: Shape 1404">
                  <a:extLst>
                    <a:ext uri="{FF2B5EF4-FFF2-40B4-BE49-F238E27FC236}">
                      <a16:creationId xmlns:a16="http://schemas.microsoft.com/office/drawing/2014/main" id="{D0D3C104-5203-80D3-1604-09386E5B8D7D}"/>
                    </a:ext>
                  </a:extLst>
                </p:cNvPr>
                <p:cNvSpPr/>
                <p:nvPr/>
              </p:nvSpPr>
              <p:spPr>
                <a:xfrm>
                  <a:off x="7826795" y="3220564"/>
                  <a:ext cx="1018" cy="625"/>
                </a:xfrm>
                <a:custGeom>
                  <a:avLst/>
                  <a:gdLst>
                    <a:gd name="connsiteX0" fmla="*/ 0 w 1018"/>
                    <a:gd name="connsiteY0" fmla="*/ 0 h 625"/>
                    <a:gd name="connsiteX1" fmla="*/ 1019 w 1018"/>
                    <a:gd name="connsiteY1" fmla="*/ 579 h 625"/>
                    <a:gd name="connsiteX2" fmla="*/ 544 w 1018"/>
                    <a:gd name="connsiteY2" fmla="*/ 625 h 625"/>
                    <a:gd name="connsiteX3" fmla="*/ 0 w 1018"/>
                    <a:gd name="connsiteY3" fmla="*/ 0 h 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8" h="625">
                      <a:moveTo>
                        <a:pt x="0" y="0"/>
                      </a:moveTo>
                      <a:lnTo>
                        <a:pt x="1019" y="579"/>
                      </a:lnTo>
                      <a:lnTo>
                        <a:pt x="544" y="6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06" name="Freeform: Shape 1405">
                  <a:extLst>
                    <a:ext uri="{FF2B5EF4-FFF2-40B4-BE49-F238E27FC236}">
                      <a16:creationId xmlns:a16="http://schemas.microsoft.com/office/drawing/2014/main" id="{096130F6-71DE-82B7-6262-915559B91A61}"/>
                    </a:ext>
                  </a:extLst>
                </p:cNvPr>
                <p:cNvSpPr/>
                <p:nvPr/>
              </p:nvSpPr>
              <p:spPr>
                <a:xfrm>
                  <a:off x="7775306" y="3427263"/>
                  <a:ext cx="451" cy="764"/>
                </a:xfrm>
                <a:custGeom>
                  <a:avLst/>
                  <a:gdLst>
                    <a:gd name="connsiteX0" fmla="*/ 0 w 451"/>
                    <a:gd name="connsiteY0" fmla="*/ 289 h 764"/>
                    <a:gd name="connsiteX1" fmla="*/ 417 w 451"/>
                    <a:gd name="connsiteY1" fmla="*/ 0 h 764"/>
                    <a:gd name="connsiteX2" fmla="*/ 451 w 451"/>
                    <a:gd name="connsiteY2" fmla="*/ 764 h 764"/>
                    <a:gd name="connsiteX3" fmla="*/ 0 w 451"/>
                    <a:gd name="connsiteY3" fmla="*/ 289 h 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1" h="764">
                      <a:moveTo>
                        <a:pt x="0" y="289"/>
                      </a:moveTo>
                      <a:lnTo>
                        <a:pt x="417" y="0"/>
                      </a:lnTo>
                      <a:lnTo>
                        <a:pt x="451" y="764"/>
                      </a:lnTo>
                      <a:lnTo>
                        <a:pt x="0" y="28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07" name="Freeform: Shape 1406">
                  <a:extLst>
                    <a:ext uri="{FF2B5EF4-FFF2-40B4-BE49-F238E27FC236}">
                      <a16:creationId xmlns:a16="http://schemas.microsoft.com/office/drawing/2014/main" id="{C9F56158-1883-8093-4145-6D41CCFE270F}"/>
                    </a:ext>
                  </a:extLst>
                </p:cNvPr>
                <p:cNvSpPr/>
                <p:nvPr/>
              </p:nvSpPr>
              <p:spPr>
                <a:xfrm>
                  <a:off x="8291034" y="3372289"/>
                  <a:ext cx="648" cy="613"/>
                </a:xfrm>
                <a:custGeom>
                  <a:avLst/>
                  <a:gdLst>
                    <a:gd name="connsiteX0" fmla="*/ 0 w 648"/>
                    <a:gd name="connsiteY0" fmla="*/ 614 h 613"/>
                    <a:gd name="connsiteX1" fmla="*/ 185 w 648"/>
                    <a:gd name="connsiteY1" fmla="*/ 0 h 613"/>
                    <a:gd name="connsiteX2" fmla="*/ 648 w 648"/>
                    <a:gd name="connsiteY2" fmla="*/ 243 h 613"/>
                    <a:gd name="connsiteX3" fmla="*/ 0 w 648"/>
                    <a:gd name="connsiteY3" fmla="*/ 614 h 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8" h="613">
                      <a:moveTo>
                        <a:pt x="0" y="614"/>
                      </a:moveTo>
                      <a:lnTo>
                        <a:pt x="185" y="0"/>
                      </a:lnTo>
                      <a:lnTo>
                        <a:pt x="648" y="243"/>
                      </a:lnTo>
                      <a:lnTo>
                        <a:pt x="0" y="61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08" name="Freeform: Shape 1407">
                  <a:extLst>
                    <a:ext uri="{FF2B5EF4-FFF2-40B4-BE49-F238E27FC236}">
                      <a16:creationId xmlns:a16="http://schemas.microsoft.com/office/drawing/2014/main" id="{1AC623FB-3F6B-3237-420F-67FACEA683B8}"/>
                    </a:ext>
                  </a:extLst>
                </p:cNvPr>
                <p:cNvSpPr/>
                <p:nvPr/>
              </p:nvSpPr>
              <p:spPr>
                <a:xfrm>
                  <a:off x="8414202" y="4084194"/>
                  <a:ext cx="300" cy="1238"/>
                </a:xfrm>
                <a:custGeom>
                  <a:avLst/>
                  <a:gdLst>
                    <a:gd name="connsiteX0" fmla="*/ 93 w 300"/>
                    <a:gd name="connsiteY0" fmla="*/ 0 h 1238"/>
                    <a:gd name="connsiteX1" fmla="*/ 116 w 300"/>
                    <a:gd name="connsiteY1" fmla="*/ 0 h 1238"/>
                    <a:gd name="connsiteX2" fmla="*/ 301 w 300"/>
                    <a:gd name="connsiteY2" fmla="*/ 498 h 1238"/>
                    <a:gd name="connsiteX3" fmla="*/ 0 w 300"/>
                    <a:gd name="connsiteY3" fmla="*/ 1239 h 1238"/>
                    <a:gd name="connsiteX4" fmla="*/ 93 w 300"/>
                    <a:gd name="connsiteY4" fmla="*/ 0 h 1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0" h="1238">
                      <a:moveTo>
                        <a:pt x="93" y="0"/>
                      </a:moveTo>
                      <a:lnTo>
                        <a:pt x="116" y="0"/>
                      </a:lnTo>
                      <a:lnTo>
                        <a:pt x="301" y="498"/>
                      </a:lnTo>
                      <a:lnTo>
                        <a:pt x="0" y="1239"/>
                      </a:lnTo>
                      <a:lnTo>
                        <a:pt x="9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09" name="Freeform: Shape 1408">
                  <a:extLst>
                    <a:ext uri="{FF2B5EF4-FFF2-40B4-BE49-F238E27FC236}">
                      <a16:creationId xmlns:a16="http://schemas.microsoft.com/office/drawing/2014/main" id="{142A5302-50B9-E04B-B345-4B2ADA62BEFC}"/>
                    </a:ext>
                  </a:extLst>
                </p:cNvPr>
                <p:cNvSpPr/>
                <p:nvPr/>
              </p:nvSpPr>
              <p:spPr>
                <a:xfrm>
                  <a:off x="7968090" y="2823014"/>
                  <a:ext cx="335" cy="694"/>
                </a:xfrm>
                <a:custGeom>
                  <a:avLst/>
                  <a:gdLst>
                    <a:gd name="connsiteX0" fmla="*/ 11 w 335"/>
                    <a:gd name="connsiteY0" fmla="*/ 11 h 694"/>
                    <a:gd name="connsiteX1" fmla="*/ 243 w 335"/>
                    <a:gd name="connsiteY1" fmla="*/ 0 h 694"/>
                    <a:gd name="connsiteX2" fmla="*/ 336 w 335"/>
                    <a:gd name="connsiteY2" fmla="*/ 174 h 694"/>
                    <a:gd name="connsiteX3" fmla="*/ 243 w 335"/>
                    <a:gd name="connsiteY3" fmla="*/ 695 h 694"/>
                    <a:gd name="connsiteX4" fmla="*/ 162 w 335"/>
                    <a:gd name="connsiteY4" fmla="*/ 683 h 694"/>
                    <a:gd name="connsiteX5" fmla="*/ 0 w 335"/>
                    <a:gd name="connsiteY5" fmla="*/ 255 h 694"/>
                    <a:gd name="connsiteX6" fmla="*/ 11 w 335"/>
                    <a:gd name="connsiteY6" fmla="*/ 11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35" h="694">
                      <a:moveTo>
                        <a:pt x="11" y="11"/>
                      </a:moveTo>
                      <a:lnTo>
                        <a:pt x="243" y="0"/>
                      </a:lnTo>
                      <a:lnTo>
                        <a:pt x="336" y="174"/>
                      </a:lnTo>
                      <a:lnTo>
                        <a:pt x="243" y="695"/>
                      </a:lnTo>
                      <a:lnTo>
                        <a:pt x="162" y="683"/>
                      </a:lnTo>
                      <a:lnTo>
                        <a:pt x="0" y="255"/>
                      </a:lnTo>
                      <a:lnTo>
                        <a:pt x="11" y="1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10" name="Freeform: Shape 1409">
                  <a:extLst>
                    <a:ext uri="{FF2B5EF4-FFF2-40B4-BE49-F238E27FC236}">
                      <a16:creationId xmlns:a16="http://schemas.microsoft.com/office/drawing/2014/main" id="{F6A246BD-D8C7-5948-864C-31AC5EB5A9FE}"/>
                    </a:ext>
                  </a:extLst>
                </p:cNvPr>
                <p:cNvSpPr/>
                <p:nvPr/>
              </p:nvSpPr>
              <p:spPr>
                <a:xfrm>
                  <a:off x="8133475" y="4334511"/>
                  <a:ext cx="1030" cy="636"/>
                </a:xfrm>
                <a:custGeom>
                  <a:avLst/>
                  <a:gdLst>
                    <a:gd name="connsiteX0" fmla="*/ 0 w 1030"/>
                    <a:gd name="connsiteY0" fmla="*/ 637 h 636"/>
                    <a:gd name="connsiteX1" fmla="*/ 683 w 1030"/>
                    <a:gd name="connsiteY1" fmla="*/ 0 h 636"/>
                    <a:gd name="connsiteX2" fmla="*/ 1030 w 1030"/>
                    <a:gd name="connsiteY2" fmla="*/ 150 h 636"/>
                    <a:gd name="connsiteX3" fmla="*/ 0 w 1030"/>
                    <a:gd name="connsiteY3" fmla="*/ 637 h 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30" h="636">
                      <a:moveTo>
                        <a:pt x="0" y="637"/>
                      </a:moveTo>
                      <a:lnTo>
                        <a:pt x="683" y="0"/>
                      </a:lnTo>
                      <a:lnTo>
                        <a:pt x="1030" y="150"/>
                      </a:lnTo>
                      <a:lnTo>
                        <a:pt x="0" y="6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11" name="Freeform: Shape 1410">
                  <a:extLst>
                    <a:ext uri="{FF2B5EF4-FFF2-40B4-BE49-F238E27FC236}">
                      <a16:creationId xmlns:a16="http://schemas.microsoft.com/office/drawing/2014/main" id="{31AF89EC-1899-B6A8-223C-B2B538E8DC0B}"/>
                    </a:ext>
                  </a:extLst>
                </p:cNvPr>
                <p:cNvSpPr/>
                <p:nvPr/>
              </p:nvSpPr>
              <p:spPr>
                <a:xfrm>
                  <a:off x="7967187" y="2777347"/>
                  <a:ext cx="370" cy="868"/>
                </a:xfrm>
                <a:custGeom>
                  <a:avLst/>
                  <a:gdLst>
                    <a:gd name="connsiteX0" fmla="*/ 0 w 370"/>
                    <a:gd name="connsiteY0" fmla="*/ 868 h 868"/>
                    <a:gd name="connsiteX1" fmla="*/ 69 w 370"/>
                    <a:gd name="connsiteY1" fmla="*/ 0 h 868"/>
                    <a:gd name="connsiteX2" fmla="*/ 370 w 370"/>
                    <a:gd name="connsiteY2" fmla="*/ 752 h 868"/>
                    <a:gd name="connsiteX3" fmla="*/ 0 w 370"/>
                    <a:gd name="connsiteY3" fmla="*/ 868 h 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0" h="868">
                      <a:moveTo>
                        <a:pt x="0" y="868"/>
                      </a:moveTo>
                      <a:lnTo>
                        <a:pt x="69" y="0"/>
                      </a:lnTo>
                      <a:lnTo>
                        <a:pt x="370" y="752"/>
                      </a:lnTo>
                      <a:lnTo>
                        <a:pt x="0" y="86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12" name="Freeform: Shape 1411">
                  <a:extLst>
                    <a:ext uri="{FF2B5EF4-FFF2-40B4-BE49-F238E27FC236}">
                      <a16:creationId xmlns:a16="http://schemas.microsoft.com/office/drawing/2014/main" id="{FDFB13DD-BBF9-42A0-6CCF-8E925F661071}"/>
                    </a:ext>
                  </a:extLst>
                </p:cNvPr>
                <p:cNvSpPr/>
                <p:nvPr/>
              </p:nvSpPr>
              <p:spPr>
                <a:xfrm>
                  <a:off x="9664871" y="1704657"/>
                  <a:ext cx="486" cy="1331"/>
                </a:xfrm>
                <a:custGeom>
                  <a:avLst/>
                  <a:gdLst>
                    <a:gd name="connsiteX0" fmla="*/ 266 w 486"/>
                    <a:gd name="connsiteY0" fmla="*/ 81 h 1331"/>
                    <a:gd name="connsiteX1" fmla="*/ 451 w 486"/>
                    <a:gd name="connsiteY1" fmla="*/ 0 h 1331"/>
                    <a:gd name="connsiteX2" fmla="*/ 486 w 486"/>
                    <a:gd name="connsiteY2" fmla="*/ 116 h 1331"/>
                    <a:gd name="connsiteX3" fmla="*/ 12 w 486"/>
                    <a:gd name="connsiteY3" fmla="*/ 1331 h 1331"/>
                    <a:gd name="connsiteX4" fmla="*/ 0 w 486"/>
                    <a:gd name="connsiteY4" fmla="*/ 1262 h 1331"/>
                    <a:gd name="connsiteX5" fmla="*/ 266 w 486"/>
                    <a:gd name="connsiteY5" fmla="*/ 81 h 1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6" h="1331">
                      <a:moveTo>
                        <a:pt x="266" y="81"/>
                      </a:moveTo>
                      <a:lnTo>
                        <a:pt x="451" y="0"/>
                      </a:lnTo>
                      <a:lnTo>
                        <a:pt x="486" y="116"/>
                      </a:lnTo>
                      <a:lnTo>
                        <a:pt x="12" y="1331"/>
                      </a:lnTo>
                      <a:lnTo>
                        <a:pt x="0" y="1262"/>
                      </a:lnTo>
                      <a:lnTo>
                        <a:pt x="266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13" name="Freeform: Shape 1412">
                  <a:extLst>
                    <a:ext uri="{FF2B5EF4-FFF2-40B4-BE49-F238E27FC236}">
                      <a16:creationId xmlns:a16="http://schemas.microsoft.com/office/drawing/2014/main" id="{A6D210DF-40D9-AC13-ED92-7B4E2F7BB1EF}"/>
                    </a:ext>
                  </a:extLst>
                </p:cNvPr>
                <p:cNvSpPr/>
                <p:nvPr/>
              </p:nvSpPr>
              <p:spPr>
                <a:xfrm>
                  <a:off x="9755198" y="1382045"/>
                  <a:ext cx="648" cy="865"/>
                </a:xfrm>
                <a:custGeom>
                  <a:avLst/>
                  <a:gdLst>
                    <a:gd name="connsiteX0" fmla="*/ 0 w 648"/>
                    <a:gd name="connsiteY0" fmla="*/ 0 h 865"/>
                    <a:gd name="connsiteX1" fmla="*/ 278 w 648"/>
                    <a:gd name="connsiteY1" fmla="*/ 237 h 865"/>
                    <a:gd name="connsiteX2" fmla="*/ 648 w 648"/>
                    <a:gd name="connsiteY2" fmla="*/ 748 h 865"/>
                    <a:gd name="connsiteX3" fmla="*/ 521 w 648"/>
                    <a:gd name="connsiteY3" fmla="*/ 866 h 865"/>
                    <a:gd name="connsiteX4" fmla="*/ 46 w 648"/>
                    <a:gd name="connsiteY4" fmla="*/ 262 h 865"/>
                    <a:gd name="connsiteX5" fmla="*/ 0 w 648"/>
                    <a:gd name="connsiteY5" fmla="*/ 0 h 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48" h="865">
                      <a:moveTo>
                        <a:pt x="0" y="0"/>
                      </a:moveTo>
                      <a:lnTo>
                        <a:pt x="278" y="237"/>
                      </a:lnTo>
                      <a:lnTo>
                        <a:pt x="648" y="748"/>
                      </a:lnTo>
                      <a:lnTo>
                        <a:pt x="521" y="866"/>
                      </a:lnTo>
                      <a:lnTo>
                        <a:pt x="46" y="26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14" name="Freeform: Shape 1413">
                  <a:extLst>
                    <a:ext uri="{FF2B5EF4-FFF2-40B4-BE49-F238E27FC236}">
                      <a16:creationId xmlns:a16="http://schemas.microsoft.com/office/drawing/2014/main" id="{1A2C67F6-7A20-65F6-EEED-E5B1DEF80D7E}"/>
                    </a:ext>
                  </a:extLst>
                </p:cNvPr>
                <p:cNvSpPr/>
                <p:nvPr/>
              </p:nvSpPr>
              <p:spPr>
                <a:xfrm>
                  <a:off x="7811098" y="3259147"/>
                  <a:ext cx="902" cy="370"/>
                </a:xfrm>
                <a:custGeom>
                  <a:avLst/>
                  <a:gdLst>
                    <a:gd name="connsiteX0" fmla="*/ 891 w 902"/>
                    <a:gd name="connsiteY0" fmla="*/ 208 h 370"/>
                    <a:gd name="connsiteX1" fmla="*/ 313 w 902"/>
                    <a:gd name="connsiteY1" fmla="*/ 370 h 370"/>
                    <a:gd name="connsiteX2" fmla="*/ 0 w 902"/>
                    <a:gd name="connsiteY2" fmla="*/ 266 h 370"/>
                    <a:gd name="connsiteX3" fmla="*/ 903 w 902"/>
                    <a:gd name="connsiteY3" fmla="*/ 0 h 370"/>
                    <a:gd name="connsiteX4" fmla="*/ 891 w 902"/>
                    <a:gd name="connsiteY4" fmla="*/ 208 h 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2" h="370">
                      <a:moveTo>
                        <a:pt x="891" y="208"/>
                      </a:moveTo>
                      <a:lnTo>
                        <a:pt x="313" y="370"/>
                      </a:lnTo>
                      <a:lnTo>
                        <a:pt x="0" y="266"/>
                      </a:lnTo>
                      <a:lnTo>
                        <a:pt x="903" y="0"/>
                      </a:lnTo>
                      <a:lnTo>
                        <a:pt x="891" y="20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15" name="Freeform: Shape 1414">
                  <a:extLst>
                    <a:ext uri="{FF2B5EF4-FFF2-40B4-BE49-F238E27FC236}">
                      <a16:creationId xmlns:a16="http://schemas.microsoft.com/office/drawing/2014/main" id="{705CCCCA-3620-5030-07C3-F3BB30A44343}"/>
                    </a:ext>
                  </a:extLst>
                </p:cNvPr>
                <p:cNvSpPr/>
                <p:nvPr/>
              </p:nvSpPr>
              <p:spPr>
                <a:xfrm>
                  <a:off x="7837804" y="3222880"/>
                  <a:ext cx="821" cy="428"/>
                </a:xfrm>
                <a:custGeom>
                  <a:avLst/>
                  <a:gdLst>
                    <a:gd name="connsiteX0" fmla="*/ 0 w 821"/>
                    <a:gd name="connsiteY0" fmla="*/ 255 h 428"/>
                    <a:gd name="connsiteX1" fmla="*/ 405 w 821"/>
                    <a:gd name="connsiteY1" fmla="*/ 11 h 428"/>
                    <a:gd name="connsiteX2" fmla="*/ 822 w 821"/>
                    <a:gd name="connsiteY2" fmla="*/ 0 h 428"/>
                    <a:gd name="connsiteX3" fmla="*/ 255 w 821"/>
                    <a:gd name="connsiteY3" fmla="*/ 428 h 428"/>
                    <a:gd name="connsiteX4" fmla="*/ 0 w 821"/>
                    <a:gd name="connsiteY4" fmla="*/ 255 h 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1" h="428">
                      <a:moveTo>
                        <a:pt x="0" y="255"/>
                      </a:moveTo>
                      <a:lnTo>
                        <a:pt x="405" y="11"/>
                      </a:lnTo>
                      <a:lnTo>
                        <a:pt x="822" y="0"/>
                      </a:lnTo>
                      <a:lnTo>
                        <a:pt x="255" y="428"/>
                      </a:lnTo>
                      <a:lnTo>
                        <a:pt x="0" y="25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16" name="Freeform: Shape 1415">
                  <a:extLst>
                    <a:ext uri="{FF2B5EF4-FFF2-40B4-BE49-F238E27FC236}">
                      <a16:creationId xmlns:a16="http://schemas.microsoft.com/office/drawing/2014/main" id="{984F96D7-7EA2-598E-1A91-6CF5FC80452E}"/>
                    </a:ext>
                  </a:extLst>
                </p:cNvPr>
                <p:cNvSpPr/>
                <p:nvPr/>
              </p:nvSpPr>
              <p:spPr>
                <a:xfrm>
                  <a:off x="7812846" y="3239792"/>
                  <a:ext cx="324" cy="856"/>
                </a:xfrm>
                <a:custGeom>
                  <a:avLst/>
                  <a:gdLst>
                    <a:gd name="connsiteX0" fmla="*/ 93 w 324"/>
                    <a:gd name="connsiteY0" fmla="*/ 0 h 856"/>
                    <a:gd name="connsiteX1" fmla="*/ 197 w 324"/>
                    <a:gd name="connsiteY1" fmla="*/ 81 h 856"/>
                    <a:gd name="connsiteX2" fmla="*/ 324 w 324"/>
                    <a:gd name="connsiteY2" fmla="*/ 567 h 856"/>
                    <a:gd name="connsiteX3" fmla="*/ 0 w 324"/>
                    <a:gd name="connsiteY3" fmla="*/ 856 h 856"/>
                    <a:gd name="connsiteX4" fmla="*/ 58 w 324"/>
                    <a:gd name="connsiteY4" fmla="*/ 35 h 856"/>
                    <a:gd name="connsiteX5" fmla="*/ 93 w 324"/>
                    <a:gd name="connsiteY5" fmla="*/ 0 h 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4" h="856">
                      <a:moveTo>
                        <a:pt x="93" y="0"/>
                      </a:moveTo>
                      <a:lnTo>
                        <a:pt x="197" y="81"/>
                      </a:lnTo>
                      <a:lnTo>
                        <a:pt x="324" y="567"/>
                      </a:lnTo>
                      <a:lnTo>
                        <a:pt x="0" y="856"/>
                      </a:lnTo>
                      <a:lnTo>
                        <a:pt x="58" y="35"/>
                      </a:lnTo>
                      <a:lnTo>
                        <a:pt x="93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17" name="Freeform: Shape 1416">
                  <a:extLst>
                    <a:ext uri="{FF2B5EF4-FFF2-40B4-BE49-F238E27FC236}">
                      <a16:creationId xmlns:a16="http://schemas.microsoft.com/office/drawing/2014/main" id="{3A28EB90-16F6-EDAE-3DCE-13C849F52745}"/>
                    </a:ext>
                  </a:extLst>
                </p:cNvPr>
                <p:cNvSpPr/>
                <p:nvPr/>
              </p:nvSpPr>
              <p:spPr>
                <a:xfrm>
                  <a:off x="7748855" y="3511327"/>
                  <a:ext cx="879" cy="312"/>
                </a:xfrm>
                <a:custGeom>
                  <a:avLst/>
                  <a:gdLst>
                    <a:gd name="connsiteX0" fmla="*/ 0 w 879"/>
                    <a:gd name="connsiteY0" fmla="*/ 139 h 312"/>
                    <a:gd name="connsiteX1" fmla="*/ 706 w 879"/>
                    <a:gd name="connsiteY1" fmla="*/ 0 h 312"/>
                    <a:gd name="connsiteX2" fmla="*/ 810 w 879"/>
                    <a:gd name="connsiteY2" fmla="*/ 104 h 312"/>
                    <a:gd name="connsiteX3" fmla="*/ 880 w 879"/>
                    <a:gd name="connsiteY3" fmla="*/ 313 h 312"/>
                    <a:gd name="connsiteX4" fmla="*/ 313 w 879"/>
                    <a:gd name="connsiteY4" fmla="*/ 255 h 312"/>
                    <a:gd name="connsiteX5" fmla="*/ 0 w 879"/>
                    <a:gd name="connsiteY5" fmla="*/ 139 h 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79" h="312">
                      <a:moveTo>
                        <a:pt x="0" y="139"/>
                      </a:moveTo>
                      <a:lnTo>
                        <a:pt x="706" y="0"/>
                      </a:lnTo>
                      <a:lnTo>
                        <a:pt x="810" y="104"/>
                      </a:lnTo>
                      <a:lnTo>
                        <a:pt x="880" y="313"/>
                      </a:lnTo>
                      <a:lnTo>
                        <a:pt x="313" y="255"/>
                      </a:lnTo>
                      <a:lnTo>
                        <a:pt x="0" y="1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18" name="Freeform: Shape 1417">
                  <a:extLst>
                    <a:ext uri="{FF2B5EF4-FFF2-40B4-BE49-F238E27FC236}">
                      <a16:creationId xmlns:a16="http://schemas.microsoft.com/office/drawing/2014/main" id="{D9A2DF42-E9ED-1B58-8ED5-B7F059D1B2E2}"/>
                    </a:ext>
                  </a:extLst>
                </p:cNvPr>
                <p:cNvSpPr/>
                <p:nvPr/>
              </p:nvSpPr>
              <p:spPr>
                <a:xfrm>
                  <a:off x="7929740" y="3080890"/>
                  <a:ext cx="382" cy="648"/>
                </a:xfrm>
                <a:custGeom>
                  <a:avLst/>
                  <a:gdLst>
                    <a:gd name="connsiteX0" fmla="*/ 312 w 382"/>
                    <a:gd name="connsiteY0" fmla="*/ 0 h 648"/>
                    <a:gd name="connsiteX1" fmla="*/ 370 w 382"/>
                    <a:gd name="connsiteY1" fmla="*/ 12 h 648"/>
                    <a:gd name="connsiteX2" fmla="*/ 382 w 382"/>
                    <a:gd name="connsiteY2" fmla="*/ 405 h 648"/>
                    <a:gd name="connsiteX3" fmla="*/ 197 w 382"/>
                    <a:gd name="connsiteY3" fmla="*/ 648 h 648"/>
                    <a:gd name="connsiteX4" fmla="*/ 0 w 382"/>
                    <a:gd name="connsiteY4" fmla="*/ 104 h 648"/>
                    <a:gd name="connsiteX5" fmla="*/ 312 w 382"/>
                    <a:gd name="connsiteY5" fmla="*/ 0 h 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2" h="648">
                      <a:moveTo>
                        <a:pt x="312" y="0"/>
                      </a:moveTo>
                      <a:lnTo>
                        <a:pt x="370" y="12"/>
                      </a:lnTo>
                      <a:lnTo>
                        <a:pt x="382" y="405"/>
                      </a:lnTo>
                      <a:lnTo>
                        <a:pt x="197" y="648"/>
                      </a:lnTo>
                      <a:lnTo>
                        <a:pt x="0" y="104"/>
                      </a:lnTo>
                      <a:lnTo>
                        <a:pt x="312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19" name="Freeform: Shape 1418">
                  <a:extLst>
                    <a:ext uri="{FF2B5EF4-FFF2-40B4-BE49-F238E27FC236}">
                      <a16:creationId xmlns:a16="http://schemas.microsoft.com/office/drawing/2014/main" id="{31D25636-D7C1-CB8B-2E01-9E9CDF4DC52C}"/>
                    </a:ext>
                  </a:extLst>
                </p:cNvPr>
                <p:cNvSpPr/>
                <p:nvPr/>
              </p:nvSpPr>
              <p:spPr>
                <a:xfrm>
                  <a:off x="7951271" y="2819912"/>
                  <a:ext cx="382" cy="856"/>
                </a:xfrm>
                <a:custGeom>
                  <a:avLst/>
                  <a:gdLst>
                    <a:gd name="connsiteX0" fmla="*/ 0 w 382"/>
                    <a:gd name="connsiteY0" fmla="*/ 0 h 856"/>
                    <a:gd name="connsiteX1" fmla="*/ 382 w 382"/>
                    <a:gd name="connsiteY1" fmla="*/ 174 h 856"/>
                    <a:gd name="connsiteX2" fmla="*/ 162 w 382"/>
                    <a:gd name="connsiteY2" fmla="*/ 857 h 856"/>
                    <a:gd name="connsiteX3" fmla="*/ 0 w 382"/>
                    <a:gd name="connsiteY3" fmla="*/ 0 h 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" h="856">
                      <a:moveTo>
                        <a:pt x="0" y="0"/>
                      </a:moveTo>
                      <a:lnTo>
                        <a:pt x="382" y="174"/>
                      </a:lnTo>
                      <a:lnTo>
                        <a:pt x="162" y="85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20" name="Freeform: Shape 1419">
                  <a:extLst>
                    <a:ext uri="{FF2B5EF4-FFF2-40B4-BE49-F238E27FC236}">
                      <a16:creationId xmlns:a16="http://schemas.microsoft.com/office/drawing/2014/main" id="{A5E68D17-C8CA-6E97-009C-C53EB7A88B72}"/>
                    </a:ext>
                  </a:extLst>
                </p:cNvPr>
                <p:cNvSpPr/>
                <p:nvPr/>
              </p:nvSpPr>
              <p:spPr>
                <a:xfrm>
                  <a:off x="7982815" y="2800024"/>
                  <a:ext cx="509" cy="1655"/>
                </a:xfrm>
                <a:custGeom>
                  <a:avLst/>
                  <a:gdLst>
                    <a:gd name="connsiteX0" fmla="*/ 12 w 509"/>
                    <a:gd name="connsiteY0" fmla="*/ 0 h 1655"/>
                    <a:gd name="connsiteX1" fmla="*/ 139 w 509"/>
                    <a:gd name="connsiteY1" fmla="*/ 139 h 1655"/>
                    <a:gd name="connsiteX2" fmla="*/ 509 w 509"/>
                    <a:gd name="connsiteY2" fmla="*/ 1470 h 1655"/>
                    <a:gd name="connsiteX3" fmla="*/ 486 w 509"/>
                    <a:gd name="connsiteY3" fmla="*/ 1655 h 1655"/>
                    <a:gd name="connsiteX4" fmla="*/ 475 w 509"/>
                    <a:gd name="connsiteY4" fmla="*/ 1644 h 1655"/>
                    <a:gd name="connsiteX5" fmla="*/ 0 w 509"/>
                    <a:gd name="connsiteY5" fmla="*/ 46 h 1655"/>
                    <a:gd name="connsiteX6" fmla="*/ 12 w 509"/>
                    <a:gd name="connsiteY6" fmla="*/ 0 h 16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9" h="1655">
                      <a:moveTo>
                        <a:pt x="12" y="0"/>
                      </a:moveTo>
                      <a:lnTo>
                        <a:pt x="139" y="139"/>
                      </a:lnTo>
                      <a:lnTo>
                        <a:pt x="509" y="1470"/>
                      </a:lnTo>
                      <a:lnTo>
                        <a:pt x="486" y="1655"/>
                      </a:lnTo>
                      <a:lnTo>
                        <a:pt x="475" y="1644"/>
                      </a:lnTo>
                      <a:lnTo>
                        <a:pt x="0" y="46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21" name="Freeform: Shape 1420">
                  <a:extLst>
                    <a:ext uri="{FF2B5EF4-FFF2-40B4-BE49-F238E27FC236}">
                      <a16:creationId xmlns:a16="http://schemas.microsoft.com/office/drawing/2014/main" id="{10156244-BDD1-5591-30A9-9687004CDA05}"/>
                    </a:ext>
                  </a:extLst>
                </p:cNvPr>
                <p:cNvSpPr/>
                <p:nvPr/>
              </p:nvSpPr>
              <p:spPr>
                <a:xfrm>
                  <a:off x="8124006" y="3687593"/>
                  <a:ext cx="1342" cy="300"/>
                </a:xfrm>
                <a:custGeom>
                  <a:avLst/>
                  <a:gdLst>
                    <a:gd name="connsiteX0" fmla="*/ 0 w 1342"/>
                    <a:gd name="connsiteY0" fmla="*/ 93 h 300"/>
                    <a:gd name="connsiteX1" fmla="*/ 104 w 1342"/>
                    <a:gd name="connsiteY1" fmla="*/ 0 h 300"/>
                    <a:gd name="connsiteX2" fmla="*/ 660 w 1342"/>
                    <a:gd name="connsiteY2" fmla="*/ 11 h 300"/>
                    <a:gd name="connsiteX3" fmla="*/ 1343 w 1342"/>
                    <a:gd name="connsiteY3" fmla="*/ 301 h 300"/>
                    <a:gd name="connsiteX4" fmla="*/ 0 w 1342"/>
                    <a:gd name="connsiteY4" fmla="*/ 93 h 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2" h="300">
                      <a:moveTo>
                        <a:pt x="0" y="93"/>
                      </a:moveTo>
                      <a:lnTo>
                        <a:pt x="104" y="0"/>
                      </a:lnTo>
                      <a:lnTo>
                        <a:pt x="660" y="11"/>
                      </a:lnTo>
                      <a:lnTo>
                        <a:pt x="1343" y="301"/>
                      </a:lnTo>
                      <a:lnTo>
                        <a:pt x="0" y="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22" name="Freeform: Shape 1421">
                  <a:extLst>
                    <a:ext uri="{FF2B5EF4-FFF2-40B4-BE49-F238E27FC236}">
                      <a16:creationId xmlns:a16="http://schemas.microsoft.com/office/drawing/2014/main" id="{ADE7CF7E-B9A5-5117-67AC-5A97F2E6CD7D}"/>
                    </a:ext>
                  </a:extLst>
                </p:cNvPr>
                <p:cNvSpPr/>
                <p:nvPr/>
              </p:nvSpPr>
              <p:spPr>
                <a:xfrm>
                  <a:off x="9745555" y="1666850"/>
                  <a:ext cx="925" cy="833"/>
                </a:xfrm>
                <a:custGeom>
                  <a:avLst/>
                  <a:gdLst>
                    <a:gd name="connsiteX0" fmla="*/ 0 w 925"/>
                    <a:gd name="connsiteY0" fmla="*/ 810 h 833"/>
                    <a:gd name="connsiteX1" fmla="*/ 12 w 925"/>
                    <a:gd name="connsiteY1" fmla="*/ 718 h 833"/>
                    <a:gd name="connsiteX2" fmla="*/ 926 w 925"/>
                    <a:gd name="connsiteY2" fmla="*/ 0 h 833"/>
                    <a:gd name="connsiteX3" fmla="*/ 255 w 925"/>
                    <a:gd name="connsiteY3" fmla="*/ 833 h 833"/>
                    <a:gd name="connsiteX4" fmla="*/ 0 w 925"/>
                    <a:gd name="connsiteY4" fmla="*/ 810 h 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25" h="833">
                      <a:moveTo>
                        <a:pt x="0" y="810"/>
                      </a:moveTo>
                      <a:lnTo>
                        <a:pt x="12" y="718"/>
                      </a:lnTo>
                      <a:lnTo>
                        <a:pt x="926" y="0"/>
                      </a:lnTo>
                      <a:lnTo>
                        <a:pt x="255" y="833"/>
                      </a:lnTo>
                      <a:lnTo>
                        <a:pt x="0" y="81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23" name="Freeform: Shape 1422">
                  <a:extLst>
                    <a:ext uri="{FF2B5EF4-FFF2-40B4-BE49-F238E27FC236}">
                      <a16:creationId xmlns:a16="http://schemas.microsoft.com/office/drawing/2014/main" id="{F398E883-AE7E-6F45-ADA6-FAEC8E38B9FB}"/>
                    </a:ext>
                  </a:extLst>
                </p:cNvPr>
                <p:cNvSpPr/>
                <p:nvPr/>
              </p:nvSpPr>
              <p:spPr>
                <a:xfrm>
                  <a:off x="8254466" y="3614630"/>
                  <a:ext cx="451" cy="694"/>
                </a:xfrm>
                <a:custGeom>
                  <a:avLst/>
                  <a:gdLst>
                    <a:gd name="connsiteX0" fmla="*/ 0 w 451"/>
                    <a:gd name="connsiteY0" fmla="*/ 695 h 694"/>
                    <a:gd name="connsiteX1" fmla="*/ 23 w 451"/>
                    <a:gd name="connsiteY1" fmla="*/ 0 h 694"/>
                    <a:gd name="connsiteX2" fmla="*/ 451 w 451"/>
                    <a:gd name="connsiteY2" fmla="*/ 46 h 694"/>
                    <a:gd name="connsiteX3" fmla="*/ 0 w 451"/>
                    <a:gd name="connsiteY3" fmla="*/ 695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1" h="694">
                      <a:moveTo>
                        <a:pt x="0" y="695"/>
                      </a:moveTo>
                      <a:lnTo>
                        <a:pt x="23" y="0"/>
                      </a:lnTo>
                      <a:lnTo>
                        <a:pt x="451" y="46"/>
                      </a:lnTo>
                      <a:lnTo>
                        <a:pt x="0" y="69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24" name="Freeform: Shape 1423">
                  <a:extLst>
                    <a:ext uri="{FF2B5EF4-FFF2-40B4-BE49-F238E27FC236}">
                      <a16:creationId xmlns:a16="http://schemas.microsoft.com/office/drawing/2014/main" id="{ACB7D5D6-6AFC-E073-07FA-6561DA3BF5B8}"/>
                    </a:ext>
                  </a:extLst>
                </p:cNvPr>
                <p:cNvSpPr/>
                <p:nvPr/>
              </p:nvSpPr>
              <p:spPr>
                <a:xfrm>
                  <a:off x="8039421" y="3982222"/>
                  <a:ext cx="324" cy="891"/>
                </a:xfrm>
                <a:custGeom>
                  <a:avLst/>
                  <a:gdLst>
                    <a:gd name="connsiteX0" fmla="*/ 12 w 324"/>
                    <a:gd name="connsiteY0" fmla="*/ 23 h 891"/>
                    <a:gd name="connsiteX1" fmla="*/ 162 w 324"/>
                    <a:gd name="connsiteY1" fmla="*/ 0 h 891"/>
                    <a:gd name="connsiteX2" fmla="*/ 324 w 324"/>
                    <a:gd name="connsiteY2" fmla="*/ 336 h 891"/>
                    <a:gd name="connsiteX3" fmla="*/ 162 w 324"/>
                    <a:gd name="connsiteY3" fmla="*/ 891 h 891"/>
                    <a:gd name="connsiteX4" fmla="*/ 0 w 324"/>
                    <a:gd name="connsiteY4" fmla="*/ 116 h 891"/>
                    <a:gd name="connsiteX5" fmla="*/ 12 w 324"/>
                    <a:gd name="connsiteY5" fmla="*/ 23 h 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4" h="891">
                      <a:moveTo>
                        <a:pt x="12" y="23"/>
                      </a:moveTo>
                      <a:lnTo>
                        <a:pt x="162" y="0"/>
                      </a:lnTo>
                      <a:lnTo>
                        <a:pt x="324" y="336"/>
                      </a:lnTo>
                      <a:lnTo>
                        <a:pt x="162" y="891"/>
                      </a:lnTo>
                      <a:lnTo>
                        <a:pt x="0" y="116"/>
                      </a:lnTo>
                      <a:lnTo>
                        <a:pt x="12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25" name="Freeform: Shape 1424">
                  <a:extLst>
                    <a:ext uri="{FF2B5EF4-FFF2-40B4-BE49-F238E27FC236}">
                      <a16:creationId xmlns:a16="http://schemas.microsoft.com/office/drawing/2014/main" id="{3BB60E3C-6ED6-FBFD-954F-41B546C3B6D5}"/>
                    </a:ext>
                  </a:extLst>
                </p:cNvPr>
                <p:cNvSpPr/>
                <p:nvPr/>
              </p:nvSpPr>
              <p:spPr>
                <a:xfrm>
                  <a:off x="9200238" y="2594020"/>
                  <a:ext cx="578" cy="567"/>
                </a:xfrm>
                <a:custGeom>
                  <a:avLst/>
                  <a:gdLst>
                    <a:gd name="connsiteX0" fmla="*/ 451 w 578"/>
                    <a:gd name="connsiteY0" fmla="*/ 301 h 567"/>
                    <a:gd name="connsiteX1" fmla="*/ 0 w 578"/>
                    <a:gd name="connsiteY1" fmla="*/ 567 h 567"/>
                    <a:gd name="connsiteX2" fmla="*/ 162 w 578"/>
                    <a:gd name="connsiteY2" fmla="*/ 104 h 567"/>
                    <a:gd name="connsiteX3" fmla="*/ 382 w 578"/>
                    <a:gd name="connsiteY3" fmla="*/ 0 h 567"/>
                    <a:gd name="connsiteX4" fmla="*/ 579 w 578"/>
                    <a:gd name="connsiteY4" fmla="*/ 70 h 567"/>
                    <a:gd name="connsiteX5" fmla="*/ 451 w 578"/>
                    <a:gd name="connsiteY5" fmla="*/ 301 h 5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78" h="567">
                      <a:moveTo>
                        <a:pt x="451" y="301"/>
                      </a:moveTo>
                      <a:lnTo>
                        <a:pt x="0" y="567"/>
                      </a:lnTo>
                      <a:lnTo>
                        <a:pt x="162" y="104"/>
                      </a:lnTo>
                      <a:lnTo>
                        <a:pt x="382" y="0"/>
                      </a:lnTo>
                      <a:lnTo>
                        <a:pt x="579" y="70"/>
                      </a:lnTo>
                      <a:lnTo>
                        <a:pt x="451" y="3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26" name="Freeform: Shape 1425">
                  <a:extLst>
                    <a:ext uri="{FF2B5EF4-FFF2-40B4-BE49-F238E27FC236}">
                      <a16:creationId xmlns:a16="http://schemas.microsoft.com/office/drawing/2014/main" id="{BAB165DB-0760-40DE-86E3-DA91DC40958F}"/>
                    </a:ext>
                  </a:extLst>
                </p:cNvPr>
                <p:cNvSpPr/>
                <p:nvPr/>
              </p:nvSpPr>
              <p:spPr>
                <a:xfrm>
                  <a:off x="7836993" y="3253150"/>
                  <a:ext cx="683" cy="509"/>
                </a:xfrm>
                <a:custGeom>
                  <a:avLst/>
                  <a:gdLst>
                    <a:gd name="connsiteX0" fmla="*/ 0 w 683"/>
                    <a:gd name="connsiteY0" fmla="*/ 127 h 509"/>
                    <a:gd name="connsiteX1" fmla="*/ 440 w 683"/>
                    <a:gd name="connsiteY1" fmla="*/ 0 h 509"/>
                    <a:gd name="connsiteX2" fmla="*/ 683 w 683"/>
                    <a:gd name="connsiteY2" fmla="*/ 336 h 509"/>
                    <a:gd name="connsiteX3" fmla="*/ 648 w 683"/>
                    <a:gd name="connsiteY3" fmla="*/ 509 h 509"/>
                    <a:gd name="connsiteX4" fmla="*/ 0 w 683"/>
                    <a:gd name="connsiteY4" fmla="*/ 127 h 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3" h="509">
                      <a:moveTo>
                        <a:pt x="0" y="127"/>
                      </a:moveTo>
                      <a:lnTo>
                        <a:pt x="440" y="0"/>
                      </a:lnTo>
                      <a:lnTo>
                        <a:pt x="683" y="336"/>
                      </a:lnTo>
                      <a:lnTo>
                        <a:pt x="648" y="509"/>
                      </a:lnTo>
                      <a:lnTo>
                        <a:pt x="0" y="1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27" name="Freeform: Shape 1426">
                  <a:extLst>
                    <a:ext uri="{FF2B5EF4-FFF2-40B4-BE49-F238E27FC236}">
                      <a16:creationId xmlns:a16="http://schemas.microsoft.com/office/drawing/2014/main" id="{26F5ABB5-C78A-23C1-9668-0412A5A87C08}"/>
                    </a:ext>
                  </a:extLst>
                </p:cNvPr>
                <p:cNvSpPr/>
                <p:nvPr/>
              </p:nvSpPr>
              <p:spPr>
                <a:xfrm>
                  <a:off x="9733111" y="1652056"/>
                  <a:ext cx="428" cy="729"/>
                </a:xfrm>
                <a:custGeom>
                  <a:avLst/>
                  <a:gdLst>
                    <a:gd name="connsiteX0" fmla="*/ 405 w 428"/>
                    <a:gd name="connsiteY0" fmla="*/ 220 h 729"/>
                    <a:gd name="connsiteX1" fmla="*/ 278 w 428"/>
                    <a:gd name="connsiteY1" fmla="*/ 729 h 729"/>
                    <a:gd name="connsiteX2" fmla="*/ 0 w 428"/>
                    <a:gd name="connsiteY2" fmla="*/ 197 h 729"/>
                    <a:gd name="connsiteX3" fmla="*/ 429 w 428"/>
                    <a:gd name="connsiteY3" fmla="*/ 0 h 729"/>
                    <a:gd name="connsiteX4" fmla="*/ 405 w 428"/>
                    <a:gd name="connsiteY4" fmla="*/ 220 h 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8" h="729">
                      <a:moveTo>
                        <a:pt x="405" y="220"/>
                      </a:moveTo>
                      <a:lnTo>
                        <a:pt x="278" y="729"/>
                      </a:lnTo>
                      <a:lnTo>
                        <a:pt x="0" y="197"/>
                      </a:lnTo>
                      <a:lnTo>
                        <a:pt x="429" y="0"/>
                      </a:lnTo>
                      <a:lnTo>
                        <a:pt x="405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28" name="Freeform: Shape 1427">
                  <a:extLst>
                    <a:ext uri="{FF2B5EF4-FFF2-40B4-BE49-F238E27FC236}">
                      <a16:creationId xmlns:a16="http://schemas.microsoft.com/office/drawing/2014/main" id="{8878FACF-4BBC-237F-5BC5-472D1BCD146C}"/>
                    </a:ext>
                  </a:extLst>
                </p:cNvPr>
                <p:cNvSpPr/>
                <p:nvPr/>
              </p:nvSpPr>
              <p:spPr>
                <a:xfrm>
                  <a:off x="8224762" y="3952681"/>
                  <a:ext cx="787" cy="624"/>
                </a:xfrm>
                <a:custGeom>
                  <a:avLst/>
                  <a:gdLst>
                    <a:gd name="connsiteX0" fmla="*/ 208 w 787"/>
                    <a:gd name="connsiteY0" fmla="*/ 104 h 624"/>
                    <a:gd name="connsiteX1" fmla="*/ 764 w 787"/>
                    <a:gd name="connsiteY1" fmla="*/ 0 h 624"/>
                    <a:gd name="connsiteX2" fmla="*/ 787 w 787"/>
                    <a:gd name="connsiteY2" fmla="*/ 12 h 624"/>
                    <a:gd name="connsiteX3" fmla="*/ 0 w 787"/>
                    <a:gd name="connsiteY3" fmla="*/ 625 h 624"/>
                    <a:gd name="connsiteX4" fmla="*/ 208 w 787"/>
                    <a:gd name="connsiteY4" fmla="*/ 104 h 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7" h="624">
                      <a:moveTo>
                        <a:pt x="208" y="104"/>
                      </a:moveTo>
                      <a:lnTo>
                        <a:pt x="764" y="0"/>
                      </a:lnTo>
                      <a:lnTo>
                        <a:pt x="787" y="12"/>
                      </a:lnTo>
                      <a:lnTo>
                        <a:pt x="0" y="625"/>
                      </a:lnTo>
                      <a:lnTo>
                        <a:pt x="208" y="10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29" name="Freeform: Shape 1428">
                  <a:extLst>
                    <a:ext uri="{FF2B5EF4-FFF2-40B4-BE49-F238E27FC236}">
                      <a16:creationId xmlns:a16="http://schemas.microsoft.com/office/drawing/2014/main" id="{D7F2AD58-FAE2-41DF-9032-2C3EB3266805}"/>
                    </a:ext>
                  </a:extLst>
                </p:cNvPr>
                <p:cNvSpPr/>
                <p:nvPr/>
              </p:nvSpPr>
              <p:spPr>
                <a:xfrm>
                  <a:off x="8034698" y="3982778"/>
                  <a:ext cx="532" cy="601"/>
                </a:xfrm>
                <a:custGeom>
                  <a:avLst/>
                  <a:gdLst>
                    <a:gd name="connsiteX0" fmla="*/ 0 w 532"/>
                    <a:gd name="connsiteY0" fmla="*/ 93 h 601"/>
                    <a:gd name="connsiteX1" fmla="*/ 301 w 532"/>
                    <a:gd name="connsiteY1" fmla="*/ 0 h 601"/>
                    <a:gd name="connsiteX2" fmla="*/ 532 w 532"/>
                    <a:gd name="connsiteY2" fmla="*/ 0 h 601"/>
                    <a:gd name="connsiteX3" fmla="*/ 0 w 532"/>
                    <a:gd name="connsiteY3" fmla="*/ 602 h 601"/>
                    <a:gd name="connsiteX4" fmla="*/ 0 w 532"/>
                    <a:gd name="connsiteY4" fmla="*/ 93 h 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2" h="601">
                      <a:moveTo>
                        <a:pt x="0" y="93"/>
                      </a:moveTo>
                      <a:lnTo>
                        <a:pt x="301" y="0"/>
                      </a:lnTo>
                      <a:lnTo>
                        <a:pt x="532" y="0"/>
                      </a:lnTo>
                      <a:lnTo>
                        <a:pt x="0" y="602"/>
                      </a:lnTo>
                      <a:lnTo>
                        <a:pt x="0" y="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30" name="Freeform: Shape 1429">
                  <a:extLst>
                    <a:ext uri="{FF2B5EF4-FFF2-40B4-BE49-F238E27FC236}">
                      <a16:creationId xmlns:a16="http://schemas.microsoft.com/office/drawing/2014/main" id="{3B0A2254-AB3E-052C-2A03-642C750DE41C}"/>
                    </a:ext>
                  </a:extLst>
                </p:cNvPr>
                <p:cNvSpPr/>
                <p:nvPr/>
              </p:nvSpPr>
              <p:spPr>
                <a:xfrm>
                  <a:off x="8196216" y="4151253"/>
                  <a:ext cx="810" cy="1400"/>
                </a:xfrm>
                <a:custGeom>
                  <a:avLst/>
                  <a:gdLst>
                    <a:gd name="connsiteX0" fmla="*/ 312 w 810"/>
                    <a:gd name="connsiteY0" fmla="*/ 532 h 1400"/>
                    <a:gd name="connsiteX1" fmla="*/ 787 w 810"/>
                    <a:gd name="connsiteY1" fmla="*/ 0 h 1400"/>
                    <a:gd name="connsiteX2" fmla="*/ 810 w 810"/>
                    <a:gd name="connsiteY2" fmla="*/ 35 h 1400"/>
                    <a:gd name="connsiteX3" fmla="*/ 0 w 810"/>
                    <a:gd name="connsiteY3" fmla="*/ 1401 h 1400"/>
                    <a:gd name="connsiteX4" fmla="*/ 312 w 810"/>
                    <a:gd name="connsiteY4" fmla="*/ 532 h 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0" h="1400">
                      <a:moveTo>
                        <a:pt x="312" y="532"/>
                      </a:moveTo>
                      <a:lnTo>
                        <a:pt x="787" y="0"/>
                      </a:lnTo>
                      <a:lnTo>
                        <a:pt x="810" y="35"/>
                      </a:lnTo>
                      <a:lnTo>
                        <a:pt x="0" y="1401"/>
                      </a:lnTo>
                      <a:lnTo>
                        <a:pt x="312" y="5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31" name="Freeform: Shape 1430">
                  <a:extLst>
                    <a:ext uri="{FF2B5EF4-FFF2-40B4-BE49-F238E27FC236}">
                      <a16:creationId xmlns:a16="http://schemas.microsoft.com/office/drawing/2014/main" id="{0BB45CD0-51B2-63EF-CB67-2EE400DC8F12}"/>
                    </a:ext>
                  </a:extLst>
                </p:cNvPr>
                <p:cNvSpPr/>
                <p:nvPr/>
              </p:nvSpPr>
              <p:spPr>
                <a:xfrm>
                  <a:off x="8109050" y="2874063"/>
                  <a:ext cx="463" cy="694"/>
                </a:xfrm>
                <a:custGeom>
                  <a:avLst/>
                  <a:gdLst>
                    <a:gd name="connsiteX0" fmla="*/ 382 w 463"/>
                    <a:gd name="connsiteY0" fmla="*/ 567 h 694"/>
                    <a:gd name="connsiteX1" fmla="*/ 0 w 463"/>
                    <a:gd name="connsiteY1" fmla="*/ 695 h 694"/>
                    <a:gd name="connsiteX2" fmla="*/ 46 w 463"/>
                    <a:gd name="connsiteY2" fmla="*/ 428 h 694"/>
                    <a:gd name="connsiteX3" fmla="*/ 463 w 463"/>
                    <a:gd name="connsiteY3" fmla="*/ 0 h 694"/>
                    <a:gd name="connsiteX4" fmla="*/ 382 w 463"/>
                    <a:gd name="connsiteY4" fmla="*/ 567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3" h="694">
                      <a:moveTo>
                        <a:pt x="382" y="567"/>
                      </a:moveTo>
                      <a:lnTo>
                        <a:pt x="0" y="695"/>
                      </a:lnTo>
                      <a:lnTo>
                        <a:pt x="46" y="428"/>
                      </a:lnTo>
                      <a:lnTo>
                        <a:pt x="463" y="0"/>
                      </a:lnTo>
                      <a:lnTo>
                        <a:pt x="382" y="56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32" name="Freeform: Shape 1431">
                  <a:extLst>
                    <a:ext uri="{FF2B5EF4-FFF2-40B4-BE49-F238E27FC236}">
                      <a16:creationId xmlns:a16="http://schemas.microsoft.com/office/drawing/2014/main" id="{72E24DFA-BAB7-8DA1-5F2E-62097D1279DB}"/>
                    </a:ext>
                  </a:extLst>
                </p:cNvPr>
                <p:cNvSpPr/>
                <p:nvPr/>
              </p:nvSpPr>
              <p:spPr>
                <a:xfrm>
                  <a:off x="9753681" y="1603507"/>
                  <a:ext cx="822" cy="1261"/>
                </a:xfrm>
                <a:custGeom>
                  <a:avLst/>
                  <a:gdLst>
                    <a:gd name="connsiteX0" fmla="*/ 116 w 822"/>
                    <a:gd name="connsiteY0" fmla="*/ 1239 h 1261"/>
                    <a:gd name="connsiteX1" fmla="*/ 46 w 822"/>
                    <a:gd name="connsiteY1" fmla="*/ 1262 h 1261"/>
                    <a:gd name="connsiteX2" fmla="*/ 0 w 822"/>
                    <a:gd name="connsiteY2" fmla="*/ 1146 h 1261"/>
                    <a:gd name="connsiteX3" fmla="*/ 729 w 822"/>
                    <a:gd name="connsiteY3" fmla="*/ 46 h 1261"/>
                    <a:gd name="connsiteX4" fmla="*/ 822 w 822"/>
                    <a:gd name="connsiteY4" fmla="*/ 0 h 1261"/>
                    <a:gd name="connsiteX5" fmla="*/ 116 w 822"/>
                    <a:gd name="connsiteY5" fmla="*/ 1239 h 12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22" h="1261">
                      <a:moveTo>
                        <a:pt x="116" y="1239"/>
                      </a:moveTo>
                      <a:lnTo>
                        <a:pt x="46" y="1262"/>
                      </a:lnTo>
                      <a:lnTo>
                        <a:pt x="0" y="1146"/>
                      </a:lnTo>
                      <a:lnTo>
                        <a:pt x="729" y="46"/>
                      </a:lnTo>
                      <a:lnTo>
                        <a:pt x="822" y="0"/>
                      </a:lnTo>
                      <a:lnTo>
                        <a:pt x="116" y="12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33" name="Freeform: Shape 1432">
                  <a:extLst>
                    <a:ext uri="{FF2B5EF4-FFF2-40B4-BE49-F238E27FC236}">
                      <a16:creationId xmlns:a16="http://schemas.microsoft.com/office/drawing/2014/main" id="{38BA6FBD-6CD2-CD00-E68B-4204FCD69E6F}"/>
                    </a:ext>
                  </a:extLst>
                </p:cNvPr>
                <p:cNvSpPr/>
                <p:nvPr/>
              </p:nvSpPr>
              <p:spPr>
                <a:xfrm>
                  <a:off x="7983093" y="3015463"/>
                  <a:ext cx="382" cy="706"/>
                </a:xfrm>
                <a:custGeom>
                  <a:avLst/>
                  <a:gdLst>
                    <a:gd name="connsiteX0" fmla="*/ 0 w 382"/>
                    <a:gd name="connsiteY0" fmla="*/ 0 h 706"/>
                    <a:gd name="connsiteX1" fmla="*/ 185 w 382"/>
                    <a:gd name="connsiteY1" fmla="*/ 104 h 706"/>
                    <a:gd name="connsiteX2" fmla="*/ 382 w 382"/>
                    <a:gd name="connsiteY2" fmla="*/ 556 h 706"/>
                    <a:gd name="connsiteX3" fmla="*/ 336 w 382"/>
                    <a:gd name="connsiteY3" fmla="*/ 706 h 706"/>
                    <a:gd name="connsiteX4" fmla="*/ 46 w 382"/>
                    <a:gd name="connsiteY4" fmla="*/ 509 h 706"/>
                    <a:gd name="connsiteX5" fmla="*/ 0 w 382"/>
                    <a:gd name="connsiteY5" fmla="*/ 394 h 706"/>
                    <a:gd name="connsiteX6" fmla="*/ 0 w 382"/>
                    <a:gd name="connsiteY6" fmla="*/ 0 h 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2" h="706">
                      <a:moveTo>
                        <a:pt x="0" y="0"/>
                      </a:moveTo>
                      <a:lnTo>
                        <a:pt x="185" y="104"/>
                      </a:lnTo>
                      <a:lnTo>
                        <a:pt x="382" y="556"/>
                      </a:lnTo>
                      <a:lnTo>
                        <a:pt x="336" y="706"/>
                      </a:lnTo>
                      <a:lnTo>
                        <a:pt x="46" y="509"/>
                      </a:lnTo>
                      <a:lnTo>
                        <a:pt x="0" y="39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34" name="Freeform: Shape 1433">
                  <a:extLst>
                    <a:ext uri="{FF2B5EF4-FFF2-40B4-BE49-F238E27FC236}">
                      <a16:creationId xmlns:a16="http://schemas.microsoft.com/office/drawing/2014/main" id="{C565CBE3-3CF6-C74F-6053-1CCD616ADA3F}"/>
                    </a:ext>
                  </a:extLst>
                </p:cNvPr>
                <p:cNvSpPr/>
                <p:nvPr/>
              </p:nvSpPr>
              <p:spPr>
                <a:xfrm>
                  <a:off x="8384834" y="4232933"/>
                  <a:ext cx="509" cy="567"/>
                </a:xfrm>
                <a:custGeom>
                  <a:avLst/>
                  <a:gdLst>
                    <a:gd name="connsiteX0" fmla="*/ 0 w 509"/>
                    <a:gd name="connsiteY0" fmla="*/ 58 h 567"/>
                    <a:gd name="connsiteX1" fmla="*/ 509 w 509"/>
                    <a:gd name="connsiteY1" fmla="*/ 0 h 567"/>
                    <a:gd name="connsiteX2" fmla="*/ 278 w 509"/>
                    <a:gd name="connsiteY2" fmla="*/ 567 h 567"/>
                    <a:gd name="connsiteX3" fmla="*/ 81 w 509"/>
                    <a:gd name="connsiteY3" fmla="*/ 289 h 567"/>
                    <a:gd name="connsiteX4" fmla="*/ 0 w 509"/>
                    <a:gd name="connsiteY4" fmla="*/ 58 h 5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9" h="567">
                      <a:moveTo>
                        <a:pt x="0" y="58"/>
                      </a:moveTo>
                      <a:lnTo>
                        <a:pt x="509" y="0"/>
                      </a:lnTo>
                      <a:lnTo>
                        <a:pt x="278" y="567"/>
                      </a:lnTo>
                      <a:lnTo>
                        <a:pt x="81" y="289"/>
                      </a:lnTo>
                      <a:lnTo>
                        <a:pt x="0" y="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35" name="Freeform: Shape 1434">
                  <a:extLst>
                    <a:ext uri="{FF2B5EF4-FFF2-40B4-BE49-F238E27FC236}">
                      <a16:creationId xmlns:a16="http://schemas.microsoft.com/office/drawing/2014/main" id="{80F3B544-A1AC-A497-0A53-051B89A287DA}"/>
                    </a:ext>
                  </a:extLst>
                </p:cNvPr>
                <p:cNvSpPr/>
                <p:nvPr/>
              </p:nvSpPr>
              <p:spPr>
                <a:xfrm>
                  <a:off x="8304254" y="4073232"/>
                  <a:ext cx="335" cy="1007"/>
                </a:xfrm>
                <a:custGeom>
                  <a:avLst/>
                  <a:gdLst>
                    <a:gd name="connsiteX0" fmla="*/ 220 w 335"/>
                    <a:gd name="connsiteY0" fmla="*/ 903 h 1007"/>
                    <a:gd name="connsiteX1" fmla="*/ 0 w 335"/>
                    <a:gd name="connsiteY1" fmla="*/ 1007 h 1007"/>
                    <a:gd name="connsiteX2" fmla="*/ 232 w 335"/>
                    <a:gd name="connsiteY2" fmla="*/ 0 h 1007"/>
                    <a:gd name="connsiteX3" fmla="*/ 336 w 335"/>
                    <a:gd name="connsiteY3" fmla="*/ 706 h 1007"/>
                    <a:gd name="connsiteX4" fmla="*/ 220 w 335"/>
                    <a:gd name="connsiteY4" fmla="*/ 903 h 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5" h="1007">
                      <a:moveTo>
                        <a:pt x="220" y="903"/>
                      </a:moveTo>
                      <a:lnTo>
                        <a:pt x="0" y="1007"/>
                      </a:lnTo>
                      <a:lnTo>
                        <a:pt x="232" y="0"/>
                      </a:lnTo>
                      <a:lnTo>
                        <a:pt x="336" y="706"/>
                      </a:lnTo>
                      <a:lnTo>
                        <a:pt x="220" y="90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36" name="Freeform: Shape 1435">
                  <a:extLst>
                    <a:ext uri="{FF2B5EF4-FFF2-40B4-BE49-F238E27FC236}">
                      <a16:creationId xmlns:a16="http://schemas.microsoft.com/office/drawing/2014/main" id="{A89C304A-0A42-A810-0093-5D7B04F10936}"/>
                    </a:ext>
                  </a:extLst>
                </p:cNvPr>
                <p:cNvSpPr/>
                <p:nvPr/>
              </p:nvSpPr>
              <p:spPr>
                <a:xfrm>
                  <a:off x="7969179" y="2822389"/>
                  <a:ext cx="428" cy="682"/>
                </a:xfrm>
                <a:custGeom>
                  <a:avLst/>
                  <a:gdLst>
                    <a:gd name="connsiteX0" fmla="*/ 336 w 428"/>
                    <a:gd name="connsiteY0" fmla="*/ 671 h 682"/>
                    <a:gd name="connsiteX1" fmla="*/ 185 w 428"/>
                    <a:gd name="connsiteY1" fmla="*/ 683 h 682"/>
                    <a:gd name="connsiteX2" fmla="*/ 0 w 428"/>
                    <a:gd name="connsiteY2" fmla="*/ 428 h 682"/>
                    <a:gd name="connsiteX3" fmla="*/ 428 w 428"/>
                    <a:gd name="connsiteY3" fmla="*/ 0 h 682"/>
                    <a:gd name="connsiteX4" fmla="*/ 336 w 428"/>
                    <a:gd name="connsiteY4" fmla="*/ 671 h 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8" h="682">
                      <a:moveTo>
                        <a:pt x="336" y="671"/>
                      </a:moveTo>
                      <a:lnTo>
                        <a:pt x="185" y="683"/>
                      </a:lnTo>
                      <a:lnTo>
                        <a:pt x="0" y="428"/>
                      </a:lnTo>
                      <a:lnTo>
                        <a:pt x="428" y="0"/>
                      </a:lnTo>
                      <a:lnTo>
                        <a:pt x="336" y="67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37" name="Freeform: Shape 1436">
                  <a:extLst>
                    <a:ext uri="{FF2B5EF4-FFF2-40B4-BE49-F238E27FC236}">
                      <a16:creationId xmlns:a16="http://schemas.microsoft.com/office/drawing/2014/main" id="{451EA74C-F59D-7C47-A50E-1E6553F2DE04}"/>
                    </a:ext>
                  </a:extLst>
                </p:cNvPr>
                <p:cNvSpPr/>
                <p:nvPr/>
              </p:nvSpPr>
              <p:spPr>
                <a:xfrm>
                  <a:off x="7992944" y="3027073"/>
                  <a:ext cx="370" cy="729"/>
                </a:xfrm>
                <a:custGeom>
                  <a:avLst/>
                  <a:gdLst>
                    <a:gd name="connsiteX0" fmla="*/ 0 w 370"/>
                    <a:gd name="connsiteY0" fmla="*/ 162 h 729"/>
                    <a:gd name="connsiteX1" fmla="*/ 371 w 370"/>
                    <a:gd name="connsiteY1" fmla="*/ 0 h 729"/>
                    <a:gd name="connsiteX2" fmla="*/ 278 w 370"/>
                    <a:gd name="connsiteY2" fmla="*/ 729 h 729"/>
                    <a:gd name="connsiteX3" fmla="*/ 116 w 370"/>
                    <a:gd name="connsiteY3" fmla="*/ 544 h 729"/>
                    <a:gd name="connsiteX4" fmla="*/ 0 w 370"/>
                    <a:gd name="connsiteY4" fmla="*/ 162 h 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" h="729">
                      <a:moveTo>
                        <a:pt x="0" y="162"/>
                      </a:moveTo>
                      <a:lnTo>
                        <a:pt x="371" y="0"/>
                      </a:lnTo>
                      <a:lnTo>
                        <a:pt x="278" y="729"/>
                      </a:lnTo>
                      <a:lnTo>
                        <a:pt x="116" y="544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38" name="Freeform: Shape 1437">
                  <a:extLst>
                    <a:ext uri="{FF2B5EF4-FFF2-40B4-BE49-F238E27FC236}">
                      <a16:creationId xmlns:a16="http://schemas.microsoft.com/office/drawing/2014/main" id="{3F0F5593-9394-36F2-C46C-EC9D30A11F76}"/>
                    </a:ext>
                  </a:extLst>
                </p:cNvPr>
                <p:cNvSpPr/>
                <p:nvPr/>
              </p:nvSpPr>
              <p:spPr>
                <a:xfrm>
                  <a:off x="7836218" y="3142439"/>
                  <a:ext cx="775" cy="335"/>
                </a:xfrm>
                <a:custGeom>
                  <a:avLst/>
                  <a:gdLst>
                    <a:gd name="connsiteX0" fmla="*/ 81 w 775"/>
                    <a:gd name="connsiteY0" fmla="*/ 0 h 335"/>
                    <a:gd name="connsiteX1" fmla="*/ 579 w 775"/>
                    <a:gd name="connsiteY1" fmla="*/ 162 h 335"/>
                    <a:gd name="connsiteX2" fmla="*/ 775 w 775"/>
                    <a:gd name="connsiteY2" fmla="*/ 301 h 335"/>
                    <a:gd name="connsiteX3" fmla="*/ 0 w 775"/>
                    <a:gd name="connsiteY3" fmla="*/ 336 h 335"/>
                    <a:gd name="connsiteX4" fmla="*/ 81 w 775"/>
                    <a:gd name="connsiteY4" fmla="*/ 0 h 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" h="335">
                      <a:moveTo>
                        <a:pt x="81" y="0"/>
                      </a:moveTo>
                      <a:lnTo>
                        <a:pt x="579" y="162"/>
                      </a:lnTo>
                      <a:lnTo>
                        <a:pt x="775" y="301"/>
                      </a:lnTo>
                      <a:lnTo>
                        <a:pt x="0" y="336"/>
                      </a:lnTo>
                      <a:lnTo>
                        <a:pt x="81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39" name="Freeform: Shape 1438">
                  <a:extLst>
                    <a:ext uri="{FF2B5EF4-FFF2-40B4-BE49-F238E27FC236}">
                      <a16:creationId xmlns:a16="http://schemas.microsoft.com/office/drawing/2014/main" id="{DA17F471-A23D-3B99-DA49-D9F56D9F2BE7}"/>
                    </a:ext>
                  </a:extLst>
                </p:cNvPr>
                <p:cNvSpPr/>
                <p:nvPr/>
              </p:nvSpPr>
              <p:spPr>
                <a:xfrm>
                  <a:off x="8034374" y="3982118"/>
                  <a:ext cx="613" cy="474"/>
                </a:xfrm>
                <a:custGeom>
                  <a:avLst/>
                  <a:gdLst>
                    <a:gd name="connsiteX0" fmla="*/ 0 w 613"/>
                    <a:gd name="connsiteY0" fmla="*/ 0 h 474"/>
                    <a:gd name="connsiteX1" fmla="*/ 613 w 613"/>
                    <a:gd name="connsiteY1" fmla="*/ 289 h 474"/>
                    <a:gd name="connsiteX2" fmla="*/ 11 w 613"/>
                    <a:gd name="connsiteY2" fmla="*/ 474 h 474"/>
                    <a:gd name="connsiteX3" fmla="*/ 0 w 613"/>
                    <a:gd name="connsiteY3" fmla="*/ 0 h 4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13" h="474">
                      <a:moveTo>
                        <a:pt x="0" y="0"/>
                      </a:moveTo>
                      <a:lnTo>
                        <a:pt x="613" y="289"/>
                      </a:lnTo>
                      <a:lnTo>
                        <a:pt x="11" y="47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40" name="Freeform: Shape 1439">
                  <a:extLst>
                    <a:ext uri="{FF2B5EF4-FFF2-40B4-BE49-F238E27FC236}">
                      <a16:creationId xmlns:a16="http://schemas.microsoft.com/office/drawing/2014/main" id="{02B65870-2BFD-B981-31DF-90CA32E401C5}"/>
                    </a:ext>
                  </a:extLst>
                </p:cNvPr>
                <p:cNvSpPr/>
                <p:nvPr/>
              </p:nvSpPr>
              <p:spPr>
                <a:xfrm>
                  <a:off x="8179570" y="4220651"/>
                  <a:ext cx="451" cy="1366"/>
                </a:xfrm>
                <a:custGeom>
                  <a:avLst/>
                  <a:gdLst>
                    <a:gd name="connsiteX0" fmla="*/ 0 w 451"/>
                    <a:gd name="connsiteY0" fmla="*/ 1331 h 1366"/>
                    <a:gd name="connsiteX1" fmla="*/ 208 w 451"/>
                    <a:gd name="connsiteY1" fmla="*/ 197 h 1366"/>
                    <a:gd name="connsiteX2" fmla="*/ 451 w 451"/>
                    <a:gd name="connsiteY2" fmla="*/ 0 h 1366"/>
                    <a:gd name="connsiteX3" fmla="*/ 11 w 451"/>
                    <a:gd name="connsiteY3" fmla="*/ 1366 h 1366"/>
                    <a:gd name="connsiteX4" fmla="*/ 0 w 451"/>
                    <a:gd name="connsiteY4" fmla="*/ 1331 h 1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1" h="1366">
                      <a:moveTo>
                        <a:pt x="0" y="1331"/>
                      </a:moveTo>
                      <a:lnTo>
                        <a:pt x="208" y="197"/>
                      </a:lnTo>
                      <a:lnTo>
                        <a:pt x="451" y="0"/>
                      </a:lnTo>
                      <a:lnTo>
                        <a:pt x="11" y="1366"/>
                      </a:lnTo>
                      <a:lnTo>
                        <a:pt x="0" y="133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41" name="Freeform: Shape 1440">
                  <a:extLst>
                    <a:ext uri="{FF2B5EF4-FFF2-40B4-BE49-F238E27FC236}">
                      <a16:creationId xmlns:a16="http://schemas.microsoft.com/office/drawing/2014/main" id="{413E1F73-9E06-55C9-4006-E53C0E8619E5}"/>
                    </a:ext>
                  </a:extLst>
                </p:cNvPr>
                <p:cNvSpPr/>
                <p:nvPr/>
              </p:nvSpPr>
              <p:spPr>
                <a:xfrm>
                  <a:off x="9618602" y="1540916"/>
                  <a:ext cx="486" cy="636"/>
                </a:xfrm>
                <a:custGeom>
                  <a:avLst/>
                  <a:gdLst>
                    <a:gd name="connsiteX0" fmla="*/ 0 w 486"/>
                    <a:gd name="connsiteY0" fmla="*/ 324 h 636"/>
                    <a:gd name="connsiteX1" fmla="*/ 429 w 486"/>
                    <a:gd name="connsiteY1" fmla="*/ 0 h 636"/>
                    <a:gd name="connsiteX2" fmla="*/ 486 w 486"/>
                    <a:gd name="connsiteY2" fmla="*/ 637 h 636"/>
                    <a:gd name="connsiteX3" fmla="*/ 0 w 486"/>
                    <a:gd name="connsiteY3" fmla="*/ 324 h 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6" h="636">
                      <a:moveTo>
                        <a:pt x="0" y="324"/>
                      </a:moveTo>
                      <a:lnTo>
                        <a:pt x="429" y="0"/>
                      </a:lnTo>
                      <a:lnTo>
                        <a:pt x="486" y="637"/>
                      </a:lnTo>
                      <a:lnTo>
                        <a:pt x="0" y="3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42" name="Freeform: Shape 1441">
                  <a:extLst>
                    <a:ext uri="{FF2B5EF4-FFF2-40B4-BE49-F238E27FC236}">
                      <a16:creationId xmlns:a16="http://schemas.microsoft.com/office/drawing/2014/main" id="{28C114AB-D3D0-464B-E155-D6373D781F50}"/>
                    </a:ext>
                  </a:extLst>
                </p:cNvPr>
                <p:cNvSpPr/>
                <p:nvPr/>
              </p:nvSpPr>
              <p:spPr>
                <a:xfrm>
                  <a:off x="8425210" y="4184476"/>
                  <a:ext cx="520" cy="775"/>
                </a:xfrm>
                <a:custGeom>
                  <a:avLst/>
                  <a:gdLst>
                    <a:gd name="connsiteX0" fmla="*/ 486 w 520"/>
                    <a:gd name="connsiteY0" fmla="*/ 625 h 775"/>
                    <a:gd name="connsiteX1" fmla="*/ 255 w 520"/>
                    <a:gd name="connsiteY1" fmla="*/ 776 h 775"/>
                    <a:gd name="connsiteX2" fmla="*/ 0 w 520"/>
                    <a:gd name="connsiteY2" fmla="*/ 0 h 775"/>
                    <a:gd name="connsiteX3" fmla="*/ 521 w 520"/>
                    <a:gd name="connsiteY3" fmla="*/ 533 h 775"/>
                    <a:gd name="connsiteX4" fmla="*/ 486 w 520"/>
                    <a:gd name="connsiteY4" fmla="*/ 625 h 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0" h="775">
                      <a:moveTo>
                        <a:pt x="486" y="625"/>
                      </a:moveTo>
                      <a:lnTo>
                        <a:pt x="255" y="776"/>
                      </a:lnTo>
                      <a:lnTo>
                        <a:pt x="0" y="0"/>
                      </a:lnTo>
                      <a:lnTo>
                        <a:pt x="521" y="533"/>
                      </a:lnTo>
                      <a:lnTo>
                        <a:pt x="486" y="62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43" name="Freeform: Shape 1442">
                  <a:extLst>
                    <a:ext uri="{FF2B5EF4-FFF2-40B4-BE49-F238E27FC236}">
                      <a16:creationId xmlns:a16="http://schemas.microsoft.com/office/drawing/2014/main" id="{A324F63E-AD98-A61E-55AB-90DB9FAEE902}"/>
                    </a:ext>
                  </a:extLst>
                </p:cNvPr>
                <p:cNvSpPr/>
                <p:nvPr/>
              </p:nvSpPr>
              <p:spPr>
                <a:xfrm>
                  <a:off x="8031376" y="3926485"/>
                  <a:ext cx="567" cy="416"/>
                </a:xfrm>
                <a:custGeom>
                  <a:avLst/>
                  <a:gdLst>
                    <a:gd name="connsiteX0" fmla="*/ 174 w 567"/>
                    <a:gd name="connsiteY0" fmla="*/ 0 h 416"/>
                    <a:gd name="connsiteX1" fmla="*/ 336 w 567"/>
                    <a:gd name="connsiteY1" fmla="*/ 0 h 416"/>
                    <a:gd name="connsiteX2" fmla="*/ 567 w 567"/>
                    <a:gd name="connsiteY2" fmla="*/ 347 h 416"/>
                    <a:gd name="connsiteX3" fmla="*/ 312 w 567"/>
                    <a:gd name="connsiteY3" fmla="*/ 417 h 416"/>
                    <a:gd name="connsiteX4" fmla="*/ 0 w 567"/>
                    <a:gd name="connsiteY4" fmla="*/ 313 h 416"/>
                    <a:gd name="connsiteX5" fmla="*/ 174 w 567"/>
                    <a:gd name="connsiteY5" fmla="*/ 0 h 4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67" h="416">
                      <a:moveTo>
                        <a:pt x="174" y="0"/>
                      </a:moveTo>
                      <a:lnTo>
                        <a:pt x="336" y="0"/>
                      </a:lnTo>
                      <a:lnTo>
                        <a:pt x="567" y="347"/>
                      </a:lnTo>
                      <a:lnTo>
                        <a:pt x="312" y="417"/>
                      </a:lnTo>
                      <a:lnTo>
                        <a:pt x="0" y="313"/>
                      </a:lnTo>
                      <a:lnTo>
                        <a:pt x="174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44" name="Freeform: Shape 1443">
                  <a:extLst>
                    <a:ext uri="{FF2B5EF4-FFF2-40B4-BE49-F238E27FC236}">
                      <a16:creationId xmlns:a16="http://schemas.microsoft.com/office/drawing/2014/main" id="{56E172E1-6E95-37EA-CB12-2E7420227EFF}"/>
                    </a:ext>
                  </a:extLst>
                </p:cNvPr>
                <p:cNvSpPr/>
                <p:nvPr/>
              </p:nvSpPr>
              <p:spPr>
                <a:xfrm>
                  <a:off x="8331341" y="3855154"/>
                  <a:ext cx="451" cy="659"/>
                </a:xfrm>
                <a:custGeom>
                  <a:avLst/>
                  <a:gdLst>
                    <a:gd name="connsiteX0" fmla="*/ 185 w 451"/>
                    <a:gd name="connsiteY0" fmla="*/ 162 h 659"/>
                    <a:gd name="connsiteX1" fmla="*/ 370 w 451"/>
                    <a:gd name="connsiteY1" fmla="*/ 0 h 659"/>
                    <a:gd name="connsiteX2" fmla="*/ 451 w 451"/>
                    <a:gd name="connsiteY2" fmla="*/ 475 h 659"/>
                    <a:gd name="connsiteX3" fmla="*/ 0 w 451"/>
                    <a:gd name="connsiteY3" fmla="*/ 660 h 659"/>
                    <a:gd name="connsiteX4" fmla="*/ 185 w 451"/>
                    <a:gd name="connsiteY4" fmla="*/ 162 h 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1" h="659">
                      <a:moveTo>
                        <a:pt x="185" y="162"/>
                      </a:moveTo>
                      <a:lnTo>
                        <a:pt x="370" y="0"/>
                      </a:lnTo>
                      <a:lnTo>
                        <a:pt x="451" y="475"/>
                      </a:lnTo>
                      <a:lnTo>
                        <a:pt x="0" y="660"/>
                      </a:lnTo>
                      <a:lnTo>
                        <a:pt x="185" y="1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45" name="Freeform: Shape 1444">
                  <a:extLst>
                    <a:ext uri="{FF2B5EF4-FFF2-40B4-BE49-F238E27FC236}">
                      <a16:creationId xmlns:a16="http://schemas.microsoft.com/office/drawing/2014/main" id="{48873514-AACE-B2A8-9D47-2CEA7C77E614}"/>
                    </a:ext>
                  </a:extLst>
                </p:cNvPr>
                <p:cNvSpPr/>
                <p:nvPr/>
              </p:nvSpPr>
              <p:spPr>
                <a:xfrm>
                  <a:off x="7784207" y="3432125"/>
                  <a:ext cx="671" cy="462"/>
                </a:xfrm>
                <a:custGeom>
                  <a:avLst/>
                  <a:gdLst>
                    <a:gd name="connsiteX0" fmla="*/ 0 w 671"/>
                    <a:gd name="connsiteY0" fmla="*/ 359 h 462"/>
                    <a:gd name="connsiteX1" fmla="*/ 417 w 671"/>
                    <a:gd name="connsiteY1" fmla="*/ 0 h 462"/>
                    <a:gd name="connsiteX2" fmla="*/ 648 w 671"/>
                    <a:gd name="connsiteY2" fmla="*/ 405 h 462"/>
                    <a:gd name="connsiteX3" fmla="*/ 671 w 671"/>
                    <a:gd name="connsiteY3" fmla="*/ 463 h 462"/>
                    <a:gd name="connsiteX4" fmla="*/ 602 w 671"/>
                    <a:gd name="connsiteY4" fmla="*/ 451 h 462"/>
                    <a:gd name="connsiteX5" fmla="*/ 0 w 671"/>
                    <a:gd name="connsiteY5" fmla="*/ 359 h 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71" h="462">
                      <a:moveTo>
                        <a:pt x="0" y="359"/>
                      </a:moveTo>
                      <a:lnTo>
                        <a:pt x="417" y="0"/>
                      </a:lnTo>
                      <a:lnTo>
                        <a:pt x="648" y="405"/>
                      </a:lnTo>
                      <a:lnTo>
                        <a:pt x="671" y="463"/>
                      </a:lnTo>
                      <a:lnTo>
                        <a:pt x="602" y="451"/>
                      </a:lnTo>
                      <a:lnTo>
                        <a:pt x="0" y="35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46" name="Freeform: Shape 1445">
                  <a:extLst>
                    <a:ext uri="{FF2B5EF4-FFF2-40B4-BE49-F238E27FC236}">
                      <a16:creationId xmlns:a16="http://schemas.microsoft.com/office/drawing/2014/main" id="{3E1577C8-009B-17D8-D4B3-60F775C40564}"/>
                    </a:ext>
                  </a:extLst>
                </p:cNvPr>
                <p:cNvSpPr/>
                <p:nvPr/>
              </p:nvSpPr>
              <p:spPr>
                <a:xfrm>
                  <a:off x="7879986" y="2876309"/>
                  <a:ext cx="764" cy="335"/>
                </a:xfrm>
                <a:custGeom>
                  <a:avLst/>
                  <a:gdLst>
                    <a:gd name="connsiteX0" fmla="*/ 0 w 764"/>
                    <a:gd name="connsiteY0" fmla="*/ 243 h 335"/>
                    <a:gd name="connsiteX1" fmla="*/ 683 w 764"/>
                    <a:gd name="connsiteY1" fmla="*/ 0 h 335"/>
                    <a:gd name="connsiteX2" fmla="*/ 764 w 764"/>
                    <a:gd name="connsiteY2" fmla="*/ 336 h 335"/>
                    <a:gd name="connsiteX3" fmla="*/ 324 w 764"/>
                    <a:gd name="connsiteY3" fmla="*/ 324 h 335"/>
                    <a:gd name="connsiteX4" fmla="*/ 0 w 764"/>
                    <a:gd name="connsiteY4" fmla="*/ 243 h 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4" h="335">
                      <a:moveTo>
                        <a:pt x="0" y="243"/>
                      </a:moveTo>
                      <a:lnTo>
                        <a:pt x="683" y="0"/>
                      </a:lnTo>
                      <a:lnTo>
                        <a:pt x="764" y="336"/>
                      </a:lnTo>
                      <a:lnTo>
                        <a:pt x="324" y="324"/>
                      </a:lnTo>
                      <a:lnTo>
                        <a:pt x="0" y="24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47" name="Freeform: Shape 1446">
                  <a:extLst>
                    <a:ext uri="{FF2B5EF4-FFF2-40B4-BE49-F238E27FC236}">
                      <a16:creationId xmlns:a16="http://schemas.microsoft.com/office/drawing/2014/main" id="{ABCC18A3-AFDF-BF6D-D1A4-9FB6A1A4B3D7}"/>
                    </a:ext>
                  </a:extLst>
                </p:cNvPr>
                <p:cNvSpPr/>
                <p:nvPr/>
              </p:nvSpPr>
              <p:spPr>
                <a:xfrm>
                  <a:off x="7756009" y="3512300"/>
                  <a:ext cx="706" cy="451"/>
                </a:xfrm>
                <a:custGeom>
                  <a:avLst/>
                  <a:gdLst>
                    <a:gd name="connsiteX0" fmla="*/ 0 w 706"/>
                    <a:gd name="connsiteY0" fmla="*/ 301 h 451"/>
                    <a:gd name="connsiteX1" fmla="*/ 23 w 706"/>
                    <a:gd name="connsiteY1" fmla="*/ 197 h 451"/>
                    <a:gd name="connsiteX2" fmla="*/ 301 w 706"/>
                    <a:gd name="connsiteY2" fmla="*/ 0 h 451"/>
                    <a:gd name="connsiteX3" fmla="*/ 706 w 706"/>
                    <a:gd name="connsiteY3" fmla="*/ 451 h 451"/>
                    <a:gd name="connsiteX4" fmla="*/ 0 w 706"/>
                    <a:gd name="connsiteY4" fmla="*/ 301 h 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6" h="451">
                      <a:moveTo>
                        <a:pt x="0" y="301"/>
                      </a:moveTo>
                      <a:lnTo>
                        <a:pt x="23" y="197"/>
                      </a:lnTo>
                      <a:lnTo>
                        <a:pt x="301" y="0"/>
                      </a:lnTo>
                      <a:lnTo>
                        <a:pt x="706" y="451"/>
                      </a:lnTo>
                      <a:lnTo>
                        <a:pt x="0" y="3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48" name="Freeform: Shape 1447">
                  <a:extLst>
                    <a:ext uri="{FF2B5EF4-FFF2-40B4-BE49-F238E27FC236}">
                      <a16:creationId xmlns:a16="http://schemas.microsoft.com/office/drawing/2014/main" id="{59A15AC8-2119-3B15-3614-C04879801DF0}"/>
                    </a:ext>
                  </a:extLst>
                </p:cNvPr>
                <p:cNvSpPr/>
                <p:nvPr/>
              </p:nvSpPr>
              <p:spPr>
                <a:xfrm>
                  <a:off x="9755441" y="1602720"/>
                  <a:ext cx="289" cy="902"/>
                </a:xfrm>
                <a:custGeom>
                  <a:avLst/>
                  <a:gdLst>
                    <a:gd name="connsiteX0" fmla="*/ 0 w 289"/>
                    <a:gd name="connsiteY0" fmla="*/ 382 h 902"/>
                    <a:gd name="connsiteX1" fmla="*/ 289 w 289"/>
                    <a:gd name="connsiteY1" fmla="*/ 0 h 902"/>
                    <a:gd name="connsiteX2" fmla="*/ 289 w 289"/>
                    <a:gd name="connsiteY2" fmla="*/ 868 h 902"/>
                    <a:gd name="connsiteX3" fmla="*/ 278 w 289"/>
                    <a:gd name="connsiteY3" fmla="*/ 903 h 902"/>
                    <a:gd name="connsiteX4" fmla="*/ 208 w 289"/>
                    <a:gd name="connsiteY4" fmla="*/ 845 h 902"/>
                    <a:gd name="connsiteX5" fmla="*/ 0 w 289"/>
                    <a:gd name="connsiteY5" fmla="*/ 382 h 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9" h="902">
                      <a:moveTo>
                        <a:pt x="0" y="382"/>
                      </a:moveTo>
                      <a:lnTo>
                        <a:pt x="289" y="0"/>
                      </a:lnTo>
                      <a:lnTo>
                        <a:pt x="289" y="868"/>
                      </a:lnTo>
                      <a:lnTo>
                        <a:pt x="278" y="903"/>
                      </a:lnTo>
                      <a:lnTo>
                        <a:pt x="208" y="845"/>
                      </a:lnTo>
                      <a:lnTo>
                        <a:pt x="0" y="3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49" name="Freeform: Shape 1448">
                  <a:extLst>
                    <a:ext uri="{FF2B5EF4-FFF2-40B4-BE49-F238E27FC236}">
                      <a16:creationId xmlns:a16="http://schemas.microsoft.com/office/drawing/2014/main" id="{45CC44E4-C148-9EA2-F4B9-F10938150EB6}"/>
                    </a:ext>
                  </a:extLst>
                </p:cNvPr>
                <p:cNvSpPr/>
                <p:nvPr/>
              </p:nvSpPr>
              <p:spPr>
                <a:xfrm>
                  <a:off x="8375955" y="4212501"/>
                  <a:ext cx="370" cy="740"/>
                </a:xfrm>
                <a:custGeom>
                  <a:avLst/>
                  <a:gdLst>
                    <a:gd name="connsiteX0" fmla="*/ 58 w 370"/>
                    <a:gd name="connsiteY0" fmla="*/ 69 h 740"/>
                    <a:gd name="connsiteX1" fmla="*/ 197 w 370"/>
                    <a:gd name="connsiteY1" fmla="*/ 0 h 740"/>
                    <a:gd name="connsiteX2" fmla="*/ 370 w 370"/>
                    <a:gd name="connsiteY2" fmla="*/ 336 h 740"/>
                    <a:gd name="connsiteX3" fmla="*/ 243 w 370"/>
                    <a:gd name="connsiteY3" fmla="*/ 741 h 740"/>
                    <a:gd name="connsiteX4" fmla="*/ 0 w 370"/>
                    <a:gd name="connsiteY4" fmla="*/ 255 h 740"/>
                    <a:gd name="connsiteX5" fmla="*/ 58 w 370"/>
                    <a:gd name="connsiteY5" fmla="*/ 69 h 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0" h="740">
                      <a:moveTo>
                        <a:pt x="58" y="69"/>
                      </a:moveTo>
                      <a:lnTo>
                        <a:pt x="197" y="0"/>
                      </a:lnTo>
                      <a:lnTo>
                        <a:pt x="370" y="336"/>
                      </a:lnTo>
                      <a:lnTo>
                        <a:pt x="243" y="741"/>
                      </a:lnTo>
                      <a:lnTo>
                        <a:pt x="0" y="255"/>
                      </a:lnTo>
                      <a:lnTo>
                        <a:pt x="58" y="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50" name="Freeform: Shape 1449">
                  <a:extLst>
                    <a:ext uri="{FF2B5EF4-FFF2-40B4-BE49-F238E27FC236}">
                      <a16:creationId xmlns:a16="http://schemas.microsoft.com/office/drawing/2014/main" id="{7E95AB0A-A2DF-8E19-42A1-CABC16155E10}"/>
                    </a:ext>
                  </a:extLst>
                </p:cNvPr>
                <p:cNvSpPr/>
                <p:nvPr/>
              </p:nvSpPr>
              <p:spPr>
                <a:xfrm>
                  <a:off x="7654778" y="3613739"/>
                  <a:ext cx="972" cy="566"/>
                </a:xfrm>
                <a:custGeom>
                  <a:avLst/>
                  <a:gdLst>
                    <a:gd name="connsiteX0" fmla="*/ 961 w 972"/>
                    <a:gd name="connsiteY0" fmla="*/ 463 h 566"/>
                    <a:gd name="connsiteX1" fmla="*/ 891 w 972"/>
                    <a:gd name="connsiteY1" fmla="*/ 567 h 566"/>
                    <a:gd name="connsiteX2" fmla="*/ 0 w 972"/>
                    <a:gd name="connsiteY2" fmla="*/ 0 h 566"/>
                    <a:gd name="connsiteX3" fmla="*/ 972 w 972"/>
                    <a:gd name="connsiteY3" fmla="*/ 313 h 566"/>
                    <a:gd name="connsiteX4" fmla="*/ 961 w 972"/>
                    <a:gd name="connsiteY4" fmla="*/ 463 h 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72" h="566">
                      <a:moveTo>
                        <a:pt x="961" y="463"/>
                      </a:moveTo>
                      <a:lnTo>
                        <a:pt x="891" y="567"/>
                      </a:lnTo>
                      <a:lnTo>
                        <a:pt x="0" y="0"/>
                      </a:lnTo>
                      <a:lnTo>
                        <a:pt x="972" y="313"/>
                      </a:lnTo>
                      <a:lnTo>
                        <a:pt x="961" y="46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51" name="Freeform: Shape 1450">
                  <a:extLst>
                    <a:ext uri="{FF2B5EF4-FFF2-40B4-BE49-F238E27FC236}">
                      <a16:creationId xmlns:a16="http://schemas.microsoft.com/office/drawing/2014/main" id="{A84884DA-24D1-FC91-D4F4-4B149105B3C3}"/>
                    </a:ext>
                  </a:extLst>
                </p:cNvPr>
                <p:cNvSpPr/>
                <p:nvPr/>
              </p:nvSpPr>
              <p:spPr>
                <a:xfrm>
                  <a:off x="8375110" y="4131401"/>
                  <a:ext cx="544" cy="578"/>
                </a:xfrm>
                <a:custGeom>
                  <a:avLst/>
                  <a:gdLst>
                    <a:gd name="connsiteX0" fmla="*/ 0 w 544"/>
                    <a:gd name="connsiteY0" fmla="*/ 382 h 578"/>
                    <a:gd name="connsiteX1" fmla="*/ 104 w 544"/>
                    <a:gd name="connsiteY1" fmla="*/ 231 h 578"/>
                    <a:gd name="connsiteX2" fmla="*/ 544 w 544"/>
                    <a:gd name="connsiteY2" fmla="*/ 0 h 578"/>
                    <a:gd name="connsiteX3" fmla="*/ 255 w 544"/>
                    <a:gd name="connsiteY3" fmla="*/ 579 h 578"/>
                    <a:gd name="connsiteX4" fmla="*/ 46 w 544"/>
                    <a:gd name="connsiteY4" fmla="*/ 567 h 578"/>
                    <a:gd name="connsiteX5" fmla="*/ 0 w 544"/>
                    <a:gd name="connsiteY5" fmla="*/ 382 h 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44" h="578">
                      <a:moveTo>
                        <a:pt x="0" y="382"/>
                      </a:moveTo>
                      <a:lnTo>
                        <a:pt x="104" y="231"/>
                      </a:lnTo>
                      <a:lnTo>
                        <a:pt x="544" y="0"/>
                      </a:lnTo>
                      <a:lnTo>
                        <a:pt x="255" y="579"/>
                      </a:lnTo>
                      <a:lnTo>
                        <a:pt x="46" y="567"/>
                      </a:lnTo>
                      <a:lnTo>
                        <a:pt x="0" y="38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52" name="Freeform: Shape 1451">
                  <a:extLst>
                    <a:ext uri="{FF2B5EF4-FFF2-40B4-BE49-F238E27FC236}">
                      <a16:creationId xmlns:a16="http://schemas.microsoft.com/office/drawing/2014/main" id="{783F69AE-46C8-7C28-2F38-87195ABE0612}"/>
                    </a:ext>
                  </a:extLst>
                </p:cNvPr>
                <p:cNvSpPr/>
                <p:nvPr/>
              </p:nvSpPr>
              <p:spPr>
                <a:xfrm>
                  <a:off x="7814339" y="3311285"/>
                  <a:ext cx="578" cy="404"/>
                </a:xfrm>
                <a:custGeom>
                  <a:avLst/>
                  <a:gdLst>
                    <a:gd name="connsiteX0" fmla="*/ 0 w 578"/>
                    <a:gd name="connsiteY0" fmla="*/ 23 h 404"/>
                    <a:gd name="connsiteX1" fmla="*/ 544 w 578"/>
                    <a:gd name="connsiteY1" fmla="*/ 0 h 404"/>
                    <a:gd name="connsiteX2" fmla="*/ 579 w 578"/>
                    <a:gd name="connsiteY2" fmla="*/ 278 h 404"/>
                    <a:gd name="connsiteX3" fmla="*/ 359 w 578"/>
                    <a:gd name="connsiteY3" fmla="*/ 405 h 404"/>
                    <a:gd name="connsiteX4" fmla="*/ 0 w 578"/>
                    <a:gd name="connsiteY4" fmla="*/ 23 h 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8" h="404">
                      <a:moveTo>
                        <a:pt x="0" y="23"/>
                      </a:moveTo>
                      <a:lnTo>
                        <a:pt x="544" y="0"/>
                      </a:lnTo>
                      <a:lnTo>
                        <a:pt x="579" y="278"/>
                      </a:lnTo>
                      <a:lnTo>
                        <a:pt x="359" y="405"/>
                      </a:lnTo>
                      <a:lnTo>
                        <a:pt x="0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53" name="Freeform: Shape 1452">
                  <a:extLst>
                    <a:ext uri="{FF2B5EF4-FFF2-40B4-BE49-F238E27FC236}">
                      <a16:creationId xmlns:a16="http://schemas.microsoft.com/office/drawing/2014/main" id="{83E14BE0-1362-ADE2-6F88-005441067E58}"/>
                    </a:ext>
                  </a:extLst>
                </p:cNvPr>
                <p:cNvSpPr/>
                <p:nvPr/>
              </p:nvSpPr>
              <p:spPr>
                <a:xfrm>
                  <a:off x="8108795" y="3131337"/>
                  <a:ext cx="937" cy="1666"/>
                </a:xfrm>
                <a:custGeom>
                  <a:avLst/>
                  <a:gdLst>
                    <a:gd name="connsiteX0" fmla="*/ 0 w 937"/>
                    <a:gd name="connsiteY0" fmla="*/ 0 h 1666"/>
                    <a:gd name="connsiteX1" fmla="*/ 822 w 937"/>
                    <a:gd name="connsiteY1" fmla="*/ 1158 h 1666"/>
                    <a:gd name="connsiteX2" fmla="*/ 938 w 937"/>
                    <a:gd name="connsiteY2" fmla="*/ 1667 h 1666"/>
                    <a:gd name="connsiteX3" fmla="*/ 0 w 937"/>
                    <a:gd name="connsiteY3" fmla="*/ 0 h 16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7" h="1666">
                      <a:moveTo>
                        <a:pt x="0" y="0"/>
                      </a:moveTo>
                      <a:lnTo>
                        <a:pt x="822" y="1158"/>
                      </a:lnTo>
                      <a:lnTo>
                        <a:pt x="938" y="166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54" name="Freeform: Shape 1453">
                  <a:extLst>
                    <a:ext uri="{FF2B5EF4-FFF2-40B4-BE49-F238E27FC236}">
                      <a16:creationId xmlns:a16="http://schemas.microsoft.com/office/drawing/2014/main" id="{8DE6BDA6-0262-9653-6EC1-BCE35E2DCFC0}"/>
                    </a:ext>
                  </a:extLst>
                </p:cNvPr>
                <p:cNvSpPr/>
                <p:nvPr/>
              </p:nvSpPr>
              <p:spPr>
                <a:xfrm>
                  <a:off x="9827871" y="1579024"/>
                  <a:ext cx="787" cy="1053"/>
                </a:xfrm>
                <a:custGeom>
                  <a:avLst/>
                  <a:gdLst>
                    <a:gd name="connsiteX0" fmla="*/ 509 w 787"/>
                    <a:gd name="connsiteY0" fmla="*/ 46 h 1053"/>
                    <a:gd name="connsiteX1" fmla="*/ 764 w 787"/>
                    <a:gd name="connsiteY1" fmla="*/ 0 h 1053"/>
                    <a:gd name="connsiteX2" fmla="*/ 787 w 787"/>
                    <a:gd name="connsiteY2" fmla="*/ 23 h 1053"/>
                    <a:gd name="connsiteX3" fmla="*/ 0 w 787"/>
                    <a:gd name="connsiteY3" fmla="*/ 1053 h 1053"/>
                    <a:gd name="connsiteX4" fmla="*/ 509 w 787"/>
                    <a:gd name="connsiteY4" fmla="*/ 46 h 10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7" h="1053">
                      <a:moveTo>
                        <a:pt x="509" y="46"/>
                      </a:moveTo>
                      <a:lnTo>
                        <a:pt x="764" y="0"/>
                      </a:lnTo>
                      <a:lnTo>
                        <a:pt x="787" y="23"/>
                      </a:lnTo>
                      <a:lnTo>
                        <a:pt x="0" y="1053"/>
                      </a:lnTo>
                      <a:lnTo>
                        <a:pt x="509" y="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55" name="Freeform: Shape 1454">
                  <a:extLst>
                    <a:ext uri="{FF2B5EF4-FFF2-40B4-BE49-F238E27FC236}">
                      <a16:creationId xmlns:a16="http://schemas.microsoft.com/office/drawing/2014/main" id="{9966B0BB-FD95-02C9-EE78-4CE9CDB32B27}"/>
                    </a:ext>
                  </a:extLst>
                </p:cNvPr>
                <p:cNvSpPr/>
                <p:nvPr/>
              </p:nvSpPr>
              <p:spPr>
                <a:xfrm>
                  <a:off x="9668564" y="1733249"/>
                  <a:ext cx="428" cy="821"/>
                </a:xfrm>
                <a:custGeom>
                  <a:avLst/>
                  <a:gdLst>
                    <a:gd name="connsiteX0" fmla="*/ 0 w 428"/>
                    <a:gd name="connsiteY0" fmla="*/ 822 h 821"/>
                    <a:gd name="connsiteX1" fmla="*/ 278 w 428"/>
                    <a:gd name="connsiteY1" fmla="*/ 0 h 821"/>
                    <a:gd name="connsiteX2" fmla="*/ 428 w 428"/>
                    <a:gd name="connsiteY2" fmla="*/ 556 h 821"/>
                    <a:gd name="connsiteX3" fmla="*/ 0 w 428"/>
                    <a:gd name="connsiteY3" fmla="*/ 822 h 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8" h="821">
                      <a:moveTo>
                        <a:pt x="0" y="822"/>
                      </a:moveTo>
                      <a:lnTo>
                        <a:pt x="278" y="0"/>
                      </a:lnTo>
                      <a:lnTo>
                        <a:pt x="428" y="556"/>
                      </a:lnTo>
                      <a:lnTo>
                        <a:pt x="0" y="8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56" name="Freeform: Shape 1455">
                  <a:extLst>
                    <a:ext uri="{FF2B5EF4-FFF2-40B4-BE49-F238E27FC236}">
                      <a16:creationId xmlns:a16="http://schemas.microsoft.com/office/drawing/2014/main" id="{07784979-85F2-72C3-9EB2-6D39DE0F0E5E}"/>
                    </a:ext>
                  </a:extLst>
                </p:cNvPr>
                <p:cNvSpPr/>
                <p:nvPr/>
              </p:nvSpPr>
              <p:spPr>
                <a:xfrm>
                  <a:off x="8420036" y="2960281"/>
                  <a:ext cx="509" cy="578"/>
                </a:xfrm>
                <a:custGeom>
                  <a:avLst/>
                  <a:gdLst>
                    <a:gd name="connsiteX0" fmla="*/ 69 w 509"/>
                    <a:gd name="connsiteY0" fmla="*/ 127 h 578"/>
                    <a:gd name="connsiteX1" fmla="*/ 127 w 509"/>
                    <a:gd name="connsiteY1" fmla="*/ 0 h 578"/>
                    <a:gd name="connsiteX2" fmla="*/ 509 w 509"/>
                    <a:gd name="connsiteY2" fmla="*/ 312 h 578"/>
                    <a:gd name="connsiteX3" fmla="*/ 0 w 509"/>
                    <a:gd name="connsiteY3" fmla="*/ 579 h 578"/>
                    <a:gd name="connsiteX4" fmla="*/ 69 w 509"/>
                    <a:gd name="connsiteY4" fmla="*/ 127 h 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9" h="578">
                      <a:moveTo>
                        <a:pt x="69" y="127"/>
                      </a:moveTo>
                      <a:lnTo>
                        <a:pt x="127" y="0"/>
                      </a:lnTo>
                      <a:lnTo>
                        <a:pt x="509" y="312"/>
                      </a:lnTo>
                      <a:lnTo>
                        <a:pt x="0" y="579"/>
                      </a:lnTo>
                      <a:lnTo>
                        <a:pt x="69" y="1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57" name="Freeform: Shape 1456">
                  <a:extLst>
                    <a:ext uri="{FF2B5EF4-FFF2-40B4-BE49-F238E27FC236}">
                      <a16:creationId xmlns:a16="http://schemas.microsoft.com/office/drawing/2014/main" id="{D6F44060-2B48-F10B-3ADD-19C0F41D2868}"/>
                    </a:ext>
                  </a:extLst>
                </p:cNvPr>
                <p:cNvSpPr/>
                <p:nvPr/>
              </p:nvSpPr>
              <p:spPr>
                <a:xfrm>
                  <a:off x="7814768" y="3186346"/>
                  <a:ext cx="775" cy="555"/>
                </a:xfrm>
                <a:custGeom>
                  <a:avLst/>
                  <a:gdLst>
                    <a:gd name="connsiteX0" fmla="*/ 0 w 775"/>
                    <a:gd name="connsiteY0" fmla="*/ 313 h 555"/>
                    <a:gd name="connsiteX1" fmla="*/ 776 w 775"/>
                    <a:gd name="connsiteY1" fmla="*/ 0 h 555"/>
                    <a:gd name="connsiteX2" fmla="*/ 278 w 775"/>
                    <a:gd name="connsiteY2" fmla="*/ 556 h 555"/>
                    <a:gd name="connsiteX3" fmla="*/ 0 w 775"/>
                    <a:gd name="connsiteY3" fmla="*/ 313 h 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5" h="555">
                      <a:moveTo>
                        <a:pt x="0" y="313"/>
                      </a:moveTo>
                      <a:lnTo>
                        <a:pt x="776" y="0"/>
                      </a:lnTo>
                      <a:lnTo>
                        <a:pt x="278" y="556"/>
                      </a:lnTo>
                      <a:lnTo>
                        <a:pt x="0" y="31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58" name="Freeform: Shape 1457">
                  <a:extLst>
                    <a:ext uri="{FF2B5EF4-FFF2-40B4-BE49-F238E27FC236}">
                      <a16:creationId xmlns:a16="http://schemas.microsoft.com/office/drawing/2014/main" id="{FC4867F6-5982-54FF-5A8B-C78165F6CC3E}"/>
                    </a:ext>
                  </a:extLst>
                </p:cNvPr>
                <p:cNvSpPr/>
                <p:nvPr/>
              </p:nvSpPr>
              <p:spPr>
                <a:xfrm>
                  <a:off x="8125465" y="3840846"/>
                  <a:ext cx="648" cy="984"/>
                </a:xfrm>
                <a:custGeom>
                  <a:avLst/>
                  <a:gdLst>
                    <a:gd name="connsiteX0" fmla="*/ 0 w 648"/>
                    <a:gd name="connsiteY0" fmla="*/ 289 h 984"/>
                    <a:gd name="connsiteX1" fmla="*/ 127 w 648"/>
                    <a:gd name="connsiteY1" fmla="*/ 0 h 984"/>
                    <a:gd name="connsiteX2" fmla="*/ 648 w 648"/>
                    <a:gd name="connsiteY2" fmla="*/ 984 h 984"/>
                    <a:gd name="connsiteX3" fmla="*/ 0 w 648"/>
                    <a:gd name="connsiteY3" fmla="*/ 289 h 9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8" h="984">
                      <a:moveTo>
                        <a:pt x="0" y="289"/>
                      </a:moveTo>
                      <a:lnTo>
                        <a:pt x="127" y="0"/>
                      </a:lnTo>
                      <a:lnTo>
                        <a:pt x="648" y="984"/>
                      </a:lnTo>
                      <a:lnTo>
                        <a:pt x="0" y="28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59" name="Freeform: Shape 1458">
                  <a:extLst>
                    <a:ext uri="{FF2B5EF4-FFF2-40B4-BE49-F238E27FC236}">
                      <a16:creationId xmlns:a16="http://schemas.microsoft.com/office/drawing/2014/main" id="{BEC50C99-7901-9A5B-A783-BBF1FF62CEEA}"/>
                    </a:ext>
                  </a:extLst>
                </p:cNvPr>
                <p:cNvSpPr/>
                <p:nvPr/>
              </p:nvSpPr>
              <p:spPr>
                <a:xfrm>
                  <a:off x="8665919" y="2650383"/>
                  <a:ext cx="428" cy="868"/>
                </a:xfrm>
                <a:custGeom>
                  <a:avLst/>
                  <a:gdLst>
                    <a:gd name="connsiteX0" fmla="*/ 0 w 428"/>
                    <a:gd name="connsiteY0" fmla="*/ 868 h 868"/>
                    <a:gd name="connsiteX1" fmla="*/ 324 w 428"/>
                    <a:gd name="connsiteY1" fmla="*/ 0 h 868"/>
                    <a:gd name="connsiteX2" fmla="*/ 428 w 428"/>
                    <a:gd name="connsiteY2" fmla="*/ 544 h 868"/>
                    <a:gd name="connsiteX3" fmla="*/ 0 w 428"/>
                    <a:gd name="connsiteY3" fmla="*/ 868 h 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8" h="868">
                      <a:moveTo>
                        <a:pt x="0" y="868"/>
                      </a:moveTo>
                      <a:lnTo>
                        <a:pt x="324" y="0"/>
                      </a:lnTo>
                      <a:lnTo>
                        <a:pt x="428" y="544"/>
                      </a:lnTo>
                      <a:lnTo>
                        <a:pt x="0" y="86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60" name="Freeform: Shape 1459">
                  <a:extLst>
                    <a:ext uri="{FF2B5EF4-FFF2-40B4-BE49-F238E27FC236}">
                      <a16:creationId xmlns:a16="http://schemas.microsoft.com/office/drawing/2014/main" id="{A4723666-B981-19E8-31D4-9203DB19847D}"/>
                    </a:ext>
                  </a:extLst>
                </p:cNvPr>
                <p:cNvSpPr/>
                <p:nvPr/>
              </p:nvSpPr>
              <p:spPr>
                <a:xfrm>
                  <a:off x="7730380" y="2751695"/>
                  <a:ext cx="277" cy="1030"/>
                </a:xfrm>
                <a:custGeom>
                  <a:avLst/>
                  <a:gdLst>
                    <a:gd name="connsiteX0" fmla="*/ 0 w 277"/>
                    <a:gd name="connsiteY0" fmla="*/ 127 h 1030"/>
                    <a:gd name="connsiteX1" fmla="*/ 197 w 277"/>
                    <a:gd name="connsiteY1" fmla="*/ 0 h 1030"/>
                    <a:gd name="connsiteX2" fmla="*/ 278 w 277"/>
                    <a:gd name="connsiteY2" fmla="*/ 35 h 1030"/>
                    <a:gd name="connsiteX3" fmla="*/ 69 w 277"/>
                    <a:gd name="connsiteY3" fmla="*/ 1030 h 1030"/>
                    <a:gd name="connsiteX4" fmla="*/ 0 w 277"/>
                    <a:gd name="connsiteY4" fmla="*/ 127 h 1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7" h="1030">
                      <a:moveTo>
                        <a:pt x="0" y="127"/>
                      </a:moveTo>
                      <a:lnTo>
                        <a:pt x="197" y="0"/>
                      </a:lnTo>
                      <a:lnTo>
                        <a:pt x="278" y="35"/>
                      </a:lnTo>
                      <a:lnTo>
                        <a:pt x="69" y="1030"/>
                      </a:lnTo>
                      <a:lnTo>
                        <a:pt x="0" y="1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61" name="Freeform: Shape 1460">
                  <a:extLst>
                    <a:ext uri="{FF2B5EF4-FFF2-40B4-BE49-F238E27FC236}">
                      <a16:creationId xmlns:a16="http://schemas.microsoft.com/office/drawing/2014/main" id="{19C84744-7F7B-5C33-3BDD-67640DC31E88}"/>
                    </a:ext>
                  </a:extLst>
                </p:cNvPr>
                <p:cNvSpPr/>
                <p:nvPr/>
              </p:nvSpPr>
              <p:spPr>
                <a:xfrm>
                  <a:off x="8250183" y="4050647"/>
                  <a:ext cx="335" cy="706"/>
                </a:xfrm>
                <a:custGeom>
                  <a:avLst/>
                  <a:gdLst>
                    <a:gd name="connsiteX0" fmla="*/ 278 w 335"/>
                    <a:gd name="connsiteY0" fmla="*/ 683 h 706"/>
                    <a:gd name="connsiteX1" fmla="*/ 162 w 335"/>
                    <a:gd name="connsiteY1" fmla="*/ 706 h 706"/>
                    <a:gd name="connsiteX2" fmla="*/ 0 w 335"/>
                    <a:gd name="connsiteY2" fmla="*/ 429 h 706"/>
                    <a:gd name="connsiteX3" fmla="*/ 301 w 335"/>
                    <a:gd name="connsiteY3" fmla="*/ 0 h 706"/>
                    <a:gd name="connsiteX4" fmla="*/ 336 w 335"/>
                    <a:gd name="connsiteY4" fmla="*/ 440 h 706"/>
                    <a:gd name="connsiteX5" fmla="*/ 278 w 335"/>
                    <a:gd name="connsiteY5" fmla="*/ 683 h 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5" h="706">
                      <a:moveTo>
                        <a:pt x="278" y="683"/>
                      </a:moveTo>
                      <a:lnTo>
                        <a:pt x="162" y="706"/>
                      </a:lnTo>
                      <a:lnTo>
                        <a:pt x="0" y="429"/>
                      </a:lnTo>
                      <a:lnTo>
                        <a:pt x="301" y="0"/>
                      </a:lnTo>
                      <a:lnTo>
                        <a:pt x="336" y="440"/>
                      </a:lnTo>
                      <a:lnTo>
                        <a:pt x="278" y="68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62" name="Freeform: Shape 1461">
                  <a:extLst>
                    <a:ext uri="{FF2B5EF4-FFF2-40B4-BE49-F238E27FC236}">
                      <a16:creationId xmlns:a16="http://schemas.microsoft.com/office/drawing/2014/main" id="{6A2E7347-77FE-3F76-0F38-C6AE3D093A65}"/>
                    </a:ext>
                  </a:extLst>
                </p:cNvPr>
                <p:cNvSpPr/>
                <p:nvPr/>
              </p:nvSpPr>
              <p:spPr>
                <a:xfrm>
                  <a:off x="7698558" y="3574809"/>
                  <a:ext cx="393" cy="822"/>
                </a:xfrm>
                <a:custGeom>
                  <a:avLst/>
                  <a:gdLst>
                    <a:gd name="connsiteX0" fmla="*/ 0 w 393"/>
                    <a:gd name="connsiteY0" fmla="*/ 81 h 822"/>
                    <a:gd name="connsiteX1" fmla="*/ 185 w 393"/>
                    <a:gd name="connsiteY1" fmla="*/ 0 h 822"/>
                    <a:gd name="connsiteX2" fmla="*/ 394 w 393"/>
                    <a:gd name="connsiteY2" fmla="*/ 822 h 822"/>
                    <a:gd name="connsiteX3" fmla="*/ 104 w 393"/>
                    <a:gd name="connsiteY3" fmla="*/ 509 h 822"/>
                    <a:gd name="connsiteX4" fmla="*/ 0 w 393"/>
                    <a:gd name="connsiteY4" fmla="*/ 81 h 8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3" h="822">
                      <a:moveTo>
                        <a:pt x="0" y="81"/>
                      </a:moveTo>
                      <a:lnTo>
                        <a:pt x="185" y="0"/>
                      </a:lnTo>
                      <a:lnTo>
                        <a:pt x="394" y="822"/>
                      </a:lnTo>
                      <a:lnTo>
                        <a:pt x="104" y="509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63" name="Freeform: Shape 1462">
                  <a:extLst>
                    <a:ext uri="{FF2B5EF4-FFF2-40B4-BE49-F238E27FC236}">
                      <a16:creationId xmlns:a16="http://schemas.microsoft.com/office/drawing/2014/main" id="{109ED887-27F7-AB90-D27D-8FC2C0CDA1B5}"/>
                    </a:ext>
                  </a:extLst>
                </p:cNvPr>
                <p:cNvSpPr/>
                <p:nvPr/>
              </p:nvSpPr>
              <p:spPr>
                <a:xfrm>
                  <a:off x="8344885" y="3552966"/>
                  <a:ext cx="382" cy="659"/>
                </a:xfrm>
                <a:custGeom>
                  <a:avLst/>
                  <a:gdLst>
                    <a:gd name="connsiteX0" fmla="*/ 0 w 382"/>
                    <a:gd name="connsiteY0" fmla="*/ 243 h 659"/>
                    <a:gd name="connsiteX1" fmla="*/ 382 w 382"/>
                    <a:gd name="connsiteY1" fmla="*/ 0 h 659"/>
                    <a:gd name="connsiteX2" fmla="*/ 162 w 382"/>
                    <a:gd name="connsiteY2" fmla="*/ 660 h 659"/>
                    <a:gd name="connsiteX3" fmla="*/ 0 w 382"/>
                    <a:gd name="connsiteY3" fmla="*/ 614 h 659"/>
                    <a:gd name="connsiteX4" fmla="*/ 0 w 382"/>
                    <a:gd name="connsiteY4" fmla="*/ 243 h 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2" h="659">
                      <a:moveTo>
                        <a:pt x="0" y="243"/>
                      </a:moveTo>
                      <a:lnTo>
                        <a:pt x="382" y="0"/>
                      </a:lnTo>
                      <a:lnTo>
                        <a:pt x="162" y="660"/>
                      </a:lnTo>
                      <a:lnTo>
                        <a:pt x="0" y="614"/>
                      </a:lnTo>
                      <a:lnTo>
                        <a:pt x="0" y="24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64" name="Freeform: Shape 1463">
                  <a:extLst>
                    <a:ext uri="{FF2B5EF4-FFF2-40B4-BE49-F238E27FC236}">
                      <a16:creationId xmlns:a16="http://schemas.microsoft.com/office/drawing/2014/main" id="{E4C8905A-F285-0908-0FC0-F84A5CF9519D}"/>
                    </a:ext>
                  </a:extLst>
                </p:cNvPr>
                <p:cNvSpPr/>
                <p:nvPr/>
              </p:nvSpPr>
              <p:spPr>
                <a:xfrm>
                  <a:off x="8243261" y="4167193"/>
                  <a:ext cx="462" cy="810"/>
                </a:xfrm>
                <a:custGeom>
                  <a:avLst/>
                  <a:gdLst>
                    <a:gd name="connsiteX0" fmla="*/ 417 w 462"/>
                    <a:gd name="connsiteY0" fmla="*/ 231 h 810"/>
                    <a:gd name="connsiteX1" fmla="*/ 162 w 462"/>
                    <a:gd name="connsiteY1" fmla="*/ 810 h 810"/>
                    <a:gd name="connsiteX2" fmla="*/ 0 w 462"/>
                    <a:gd name="connsiteY2" fmla="*/ 717 h 810"/>
                    <a:gd name="connsiteX3" fmla="*/ 11 w 462"/>
                    <a:gd name="connsiteY3" fmla="*/ 567 h 810"/>
                    <a:gd name="connsiteX4" fmla="*/ 463 w 462"/>
                    <a:gd name="connsiteY4" fmla="*/ 0 h 810"/>
                    <a:gd name="connsiteX5" fmla="*/ 417 w 462"/>
                    <a:gd name="connsiteY5" fmla="*/ 231 h 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2" h="810">
                      <a:moveTo>
                        <a:pt x="417" y="231"/>
                      </a:moveTo>
                      <a:lnTo>
                        <a:pt x="162" y="810"/>
                      </a:lnTo>
                      <a:lnTo>
                        <a:pt x="0" y="717"/>
                      </a:lnTo>
                      <a:lnTo>
                        <a:pt x="11" y="567"/>
                      </a:lnTo>
                      <a:lnTo>
                        <a:pt x="463" y="0"/>
                      </a:lnTo>
                      <a:lnTo>
                        <a:pt x="417" y="23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65" name="Freeform: Shape 1464">
                  <a:extLst>
                    <a:ext uri="{FF2B5EF4-FFF2-40B4-BE49-F238E27FC236}">
                      <a16:creationId xmlns:a16="http://schemas.microsoft.com/office/drawing/2014/main" id="{6E57700A-9241-48BC-ED4A-B51ECF829261}"/>
                    </a:ext>
                  </a:extLst>
                </p:cNvPr>
                <p:cNvSpPr/>
                <p:nvPr/>
              </p:nvSpPr>
              <p:spPr>
                <a:xfrm>
                  <a:off x="8018943" y="3262643"/>
                  <a:ext cx="544" cy="520"/>
                </a:xfrm>
                <a:custGeom>
                  <a:avLst/>
                  <a:gdLst>
                    <a:gd name="connsiteX0" fmla="*/ 0 w 544"/>
                    <a:gd name="connsiteY0" fmla="*/ 0 h 520"/>
                    <a:gd name="connsiteX1" fmla="*/ 544 w 544"/>
                    <a:gd name="connsiteY1" fmla="*/ 174 h 520"/>
                    <a:gd name="connsiteX2" fmla="*/ 127 w 544"/>
                    <a:gd name="connsiteY2" fmla="*/ 521 h 520"/>
                    <a:gd name="connsiteX3" fmla="*/ 0 w 544"/>
                    <a:gd name="connsiteY3" fmla="*/ 0 h 5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4" h="520">
                      <a:moveTo>
                        <a:pt x="0" y="0"/>
                      </a:moveTo>
                      <a:lnTo>
                        <a:pt x="544" y="174"/>
                      </a:lnTo>
                      <a:lnTo>
                        <a:pt x="127" y="52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66" name="Freeform: Shape 1465">
                  <a:extLst>
                    <a:ext uri="{FF2B5EF4-FFF2-40B4-BE49-F238E27FC236}">
                      <a16:creationId xmlns:a16="http://schemas.microsoft.com/office/drawing/2014/main" id="{DF52F86E-ACFC-EB20-A091-1F20908D13DA}"/>
                    </a:ext>
                  </a:extLst>
                </p:cNvPr>
                <p:cNvSpPr/>
                <p:nvPr/>
              </p:nvSpPr>
              <p:spPr>
                <a:xfrm>
                  <a:off x="8070942" y="3969419"/>
                  <a:ext cx="393" cy="683"/>
                </a:xfrm>
                <a:custGeom>
                  <a:avLst/>
                  <a:gdLst>
                    <a:gd name="connsiteX0" fmla="*/ 0 w 393"/>
                    <a:gd name="connsiteY0" fmla="*/ 70 h 683"/>
                    <a:gd name="connsiteX1" fmla="*/ 394 w 393"/>
                    <a:gd name="connsiteY1" fmla="*/ 0 h 683"/>
                    <a:gd name="connsiteX2" fmla="*/ 197 w 393"/>
                    <a:gd name="connsiteY2" fmla="*/ 683 h 683"/>
                    <a:gd name="connsiteX3" fmla="*/ 0 w 393"/>
                    <a:gd name="connsiteY3" fmla="*/ 70 h 6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" h="683">
                      <a:moveTo>
                        <a:pt x="0" y="70"/>
                      </a:moveTo>
                      <a:lnTo>
                        <a:pt x="394" y="0"/>
                      </a:lnTo>
                      <a:lnTo>
                        <a:pt x="197" y="683"/>
                      </a:lnTo>
                      <a:lnTo>
                        <a:pt x="0" y="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67" name="Freeform: Shape 1466">
                  <a:extLst>
                    <a:ext uri="{FF2B5EF4-FFF2-40B4-BE49-F238E27FC236}">
                      <a16:creationId xmlns:a16="http://schemas.microsoft.com/office/drawing/2014/main" id="{E3029466-514C-0E52-00BE-A25EF1B3F391}"/>
                    </a:ext>
                  </a:extLst>
                </p:cNvPr>
                <p:cNvSpPr/>
                <p:nvPr/>
              </p:nvSpPr>
              <p:spPr>
                <a:xfrm>
                  <a:off x="8036735" y="3713685"/>
                  <a:ext cx="486" cy="798"/>
                </a:xfrm>
                <a:custGeom>
                  <a:avLst/>
                  <a:gdLst>
                    <a:gd name="connsiteX0" fmla="*/ 0 w 486"/>
                    <a:gd name="connsiteY0" fmla="*/ 0 h 798"/>
                    <a:gd name="connsiteX1" fmla="*/ 486 w 486"/>
                    <a:gd name="connsiteY1" fmla="*/ 394 h 798"/>
                    <a:gd name="connsiteX2" fmla="*/ 347 w 486"/>
                    <a:gd name="connsiteY2" fmla="*/ 799 h 798"/>
                    <a:gd name="connsiteX3" fmla="*/ 0 w 486"/>
                    <a:gd name="connsiteY3" fmla="*/ 0 h 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6" h="798">
                      <a:moveTo>
                        <a:pt x="0" y="0"/>
                      </a:moveTo>
                      <a:lnTo>
                        <a:pt x="486" y="394"/>
                      </a:lnTo>
                      <a:lnTo>
                        <a:pt x="347" y="79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68" name="Freeform: Shape 1467">
                  <a:extLst>
                    <a:ext uri="{FF2B5EF4-FFF2-40B4-BE49-F238E27FC236}">
                      <a16:creationId xmlns:a16="http://schemas.microsoft.com/office/drawing/2014/main" id="{22144CF3-5FCD-1B0E-1B43-760A9B49709D}"/>
                    </a:ext>
                  </a:extLst>
                </p:cNvPr>
                <p:cNvSpPr/>
                <p:nvPr/>
              </p:nvSpPr>
              <p:spPr>
                <a:xfrm>
                  <a:off x="8054203" y="3921866"/>
                  <a:ext cx="335" cy="579"/>
                </a:xfrm>
                <a:custGeom>
                  <a:avLst/>
                  <a:gdLst>
                    <a:gd name="connsiteX0" fmla="*/ 301 w 335"/>
                    <a:gd name="connsiteY0" fmla="*/ 567 h 579"/>
                    <a:gd name="connsiteX1" fmla="*/ 278 w 335"/>
                    <a:gd name="connsiteY1" fmla="*/ 579 h 579"/>
                    <a:gd name="connsiteX2" fmla="*/ 11 w 335"/>
                    <a:gd name="connsiteY2" fmla="*/ 301 h 579"/>
                    <a:gd name="connsiteX3" fmla="*/ 0 w 335"/>
                    <a:gd name="connsiteY3" fmla="*/ 58 h 579"/>
                    <a:gd name="connsiteX4" fmla="*/ 162 w 335"/>
                    <a:gd name="connsiteY4" fmla="*/ 0 h 579"/>
                    <a:gd name="connsiteX5" fmla="*/ 336 w 335"/>
                    <a:gd name="connsiteY5" fmla="*/ 162 h 579"/>
                    <a:gd name="connsiteX6" fmla="*/ 301 w 335"/>
                    <a:gd name="connsiteY6" fmla="*/ 567 h 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35" h="579">
                      <a:moveTo>
                        <a:pt x="301" y="567"/>
                      </a:moveTo>
                      <a:lnTo>
                        <a:pt x="278" y="579"/>
                      </a:lnTo>
                      <a:lnTo>
                        <a:pt x="11" y="301"/>
                      </a:lnTo>
                      <a:lnTo>
                        <a:pt x="0" y="58"/>
                      </a:lnTo>
                      <a:lnTo>
                        <a:pt x="162" y="0"/>
                      </a:lnTo>
                      <a:lnTo>
                        <a:pt x="336" y="162"/>
                      </a:lnTo>
                      <a:lnTo>
                        <a:pt x="301" y="56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69" name="Freeform: Shape 1468">
                  <a:extLst>
                    <a:ext uri="{FF2B5EF4-FFF2-40B4-BE49-F238E27FC236}">
                      <a16:creationId xmlns:a16="http://schemas.microsoft.com/office/drawing/2014/main" id="{B6D2428A-909B-89A2-E74A-6B18CE65DD8A}"/>
                    </a:ext>
                  </a:extLst>
                </p:cNvPr>
                <p:cNvSpPr/>
                <p:nvPr/>
              </p:nvSpPr>
              <p:spPr>
                <a:xfrm>
                  <a:off x="9830464" y="1575169"/>
                  <a:ext cx="463" cy="717"/>
                </a:xfrm>
                <a:custGeom>
                  <a:avLst/>
                  <a:gdLst>
                    <a:gd name="connsiteX0" fmla="*/ 336 w 463"/>
                    <a:gd name="connsiteY0" fmla="*/ 637 h 717"/>
                    <a:gd name="connsiteX1" fmla="*/ 0 w 463"/>
                    <a:gd name="connsiteY1" fmla="*/ 718 h 717"/>
                    <a:gd name="connsiteX2" fmla="*/ 382 w 463"/>
                    <a:gd name="connsiteY2" fmla="*/ 23 h 717"/>
                    <a:gd name="connsiteX3" fmla="*/ 440 w 463"/>
                    <a:gd name="connsiteY3" fmla="*/ 0 h 717"/>
                    <a:gd name="connsiteX4" fmla="*/ 463 w 463"/>
                    <a:gd name="connsiteY4" fmla="*/ 23 h 717"/>
                    <a:gd name="connsiteX5" fmla="*/ 336 w 463"/>
                    <a:gd name="connsiteY5" fmla="*/ 637 h 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3" h="717">
                      <a:moveTo>
                        <a:pt x="336" y="637"/>
                      </a:moveTo>
                      <a:lnTo>
                        <a:pt x="0" y="718"/>
                      </a:lnTo>
                      <a:lnTo>
                        <a:pt x="382" y="23"/>
                      </a:lnTo>
                      <a:lnTo>
                        <a:pt x="440" y="0"/>
                      </a:lnTo>
                      <a:lnTo>
                        <a:pt x="463" y="23"/>
                      </a:lnTo>
                      <a:lnTo>
                        <a:pt x="336" y="63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70" name="Freeform: Shape 1469">
                  <a:extLst>
                    <a:ext uri="{FF2B5EF4-FFF2-40B4-BE49-F238E27FC236}">
                      <a16:creationId xmlns:a16="http://schemas.microsoft.com/office/drawing/2014/main" id="{DDB5BEED-5F26-EB1A-4A7D-4ACF4B7D135F}"/>
                    </a:ext>
                  </a:extLst>
                </p:cNvPr>
                <p:cNvSpPr/>
                <p:nvPr/>
              </p:nvSpPr>
              <p:spPr>
                <a:xfrm>
                  <a:off x="9444269" y="4315538"/>
                  <a:ext cx="162" cy="1551"/>
                </a:xfrm>
                <a:custGeom>
                  <a:avLst/>
                  <a:gdLst>
                    <a:gd name="connsiteX0" fmla="*/ 116 w 162"/>
                    <a:gd name="connsiteY0" fmla="*/ 1470 h 1551"/>
                    <a:gd name="connsiteX1" fmla="*/ 104 w 162"/>
                    <a:gd name="connsiteY1" fmla="*/ 1551 h 1551"/>
                    <a:gd name="connsiteX2" fmla="*/ 0 w 162"/>
                    <a:gd name="connsiteY2" fmla="*/ 0 h 1551"/>
                    <a:gd name="connsiteX3" fmla="*/ 70 w 162"/>
                    <a:gd name="connsiteY3" fmla="*/ 150 h 1551"/>
                    <a:gd name="connsiteX4" fmla="*/ 150 w 162"/>
                    <a:gd name="connsiteY4" fmla="*/ 417 h 1551"/>
                    <a:gd name="connsiteX5" fmla="*/ 162 w 162"/>
                    <a:gd name="connsiteY5" fmla="*/ 810 h 1551"/>
                    <a:gd name="connsiteX6" fmla="*/ 162 w 162"/>
                    <a:gd name="connsiteY6" fmla="*/ 856 h 1551"/>
                    <a:gd name="connsiteX7" fmla="*/ 162 w 162"/>
                    <a:gd name="connsiteY7" fmla="*/ 1192 h 1551"/>
                    <a:gd name="connsiteX8" fmla="*/ 150 w 162"/>
                    <a:gd name="connsiteY8" fmla="*/ 1308 h 1551"/>
                    <a:gd name="connsiteX9" fmla="*/ 116 w 162"/>
                    <a:gd name="connsiteY9" fmla="*/ 1470 h 1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" h="1551">
                      <a:moveTo>
                        <a:pt x="116" y="1470"/>
                      </a:moveTo>
                      <a:lnTo>
                        <a:pt x="104" y="1551"/>
                      </a:lnTo>
                      <a:lnTo>
                        <a:pt x="0" y="0"/>
                      </a:lnTo>
                      <a:lnTo>
                        <a:pt x="70" y="150"/>
                      </a:lnTo>
                      <a:lnTo>
                        <a:pt x="150" y="417"/>
                      </a:lnTo>
                      <a:lnTo>
                        <a:pt x="162" y="810"/>
                      </a:lnTo>
                      <a:lnTo>
                        <a:pt x="162" y="856"/>
                      </a:lnTo>
                      <a:lnTo>
                        <a:pt x="162" y="1192"/>
                      </a:lnTo>
                      <a:lnTo>
                        <a:pt x="150" y="1308"/>
                      </a:lnTo>
                      <a:lnTo>
                        <a:pt x="116" y="14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71" name="Freeform: Shape 1470">
                  <a:extLst>
                    <a:ext uri="{FF2B5EF4-FFF2-40B4-BE49-F238E27FC236}">
                      <a16:creationId xmlns:a16="http://schemas.microsoft.com/office/drawing/2014/main" id="{FF4F8C6F-799F-8D33-5AB5-F83F9660FF39}"/>
                    </a:ext>
                  </a:extLst>
                </p:cNvPr>
                <p:cNvSpPr/>
                <p:nvPr/>
              </p:nvSpPr>
              <p:spPr>
                <a:xfrm>
                  <a:off x="8427317" y="2990424"/>
                  <a:ext cx="868" cy="312"/>
                </a:xfrm>
                <a:custGeom>
                  <a:avLst/>
                  <a:gdLst>
                    <a:gd name="connsiteX0" fmla="*/ 0 w 868"/>
                    <a:gd name="connsiteY0" fmla="*/ 69 h 312"/>
                    <a:gd name="connsiteX1" fmla="*/ 648 w 868"/>
                    <a:gd name="connsiteY1" fmla="*/ 0 h 312"/>
                    <a:gd name="connsiteX2" fmla="*/ 868 w 868"/>
                    <a:gd name="connsiteY2" fmla="*/ 313 h 312"/>
                    <a:gd name="connsiteX3" fmla="*/ 162 w 868"/>
                    <a:gd name="connsiteY3" fmla="*/ 150 h 312"/>
                    <a:gd name="connsiteX4" fmla="*/ 0 w 868"/>
                    <a:gd name="connsiteY4" fmla="*/ 69 h 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8" h="312">
                      <a:moveTo>
                        <a:pt x="0" y="69"/>
                      </a:moveTo>
                      <a:lnTo>
                        <a:pt x="648" y="0"/>
                      </a:lnTo>
                      <a:lnTo>
                        <a:pt x="868" y="313"/>
                      </a:lnTo>
                      <a:lnTo>
                        <a:pt x="162" y="150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72" name="Freeform: Shape 1471">
                  <a:extLst>
                    <a:ext uri="{FF2B5EF4-FFF2-40B4-BE49-F238E27FC236}">
                      <a16:creationId xmlns:a16="http://schemas.microsoft.com/office/drawing/2014/main" id="{FEFEA1E1-0F65-567B-D91C-65FC0AAB7237}"/>
                    </a:ext>
                  </a:extLst>
                </p:cNvPr>
                <p:cNvSpPr/>
                <p:nvPr/>
              </p:nvSpPr>
              <p:spPr>
                <a:xfrm>
                  <a:off x="7978046" y="2788842"/>
                  <a:ext cx="370" cy="1157"/>
                </a:xfrm>
                <a:custGeom>
                  <a:avLst/>
                  <a:gdLst>
                    <a:gd name="connsiteX0" fmla="*/ 0 w 370"/>
                    <a:gd name="connsiteY0" fmla="*/ 93 h 1157"/>
                    <a:gd name="connsiteX1" fmla="*/ 139 w 370"/>
                    <a:gd name="connsiteY1" fmla="*/ 0 h 1157"/>
                    <a:gd name="connsiteX2" fmla="*/ 220 w 370"/>
                    <a:gd name="connsiteY2" fmla="*/ 70 h 1157"/>
                    <a:gd name="connsiteX3" fmla="*/ 370 w 370"/>
                    <a:gd name="connsiteY3" fmla="*/ 1158 h 1157"/>
                    <a:gd name="connsiteX4" fmla="*/ 0 w 370"/>
                    <a:gd name="connsiteY4" fmla="*/ 93 h 1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" h="1157">
                      <a:moveTo>
                        <a:pt x="0" y="93"/>
                      </a:moveTo>
                      <a:lnTo>
                        <a:pt x="139" y="0"/>
                      </a:lnTo>
                      <a:lnTo>
                        <a:pt x="220" y="70"/>
                      </a:lnTo>
                      <a:lnTo>
                        <a:pt x="370" y="1158"/>
                      </a:lnTo>
                      <a:lnTo>
                        <a:pt x="0" y="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73" name="Freeform: Shape 1472">
                  <a:extLst>
                    <a:ext uri="{FF2B5EF4-FFF2-40B4-BE49-F238E27FC236}">
                      <a16:creationId xmlns:a16="http://schemas.microsoft.com/office/drawing/2014/main" id="{E77F4CEA-CF13-BCE9-9314-8CDCBFF3FB6B}"/>
                    </a:ext>
                  </a:extLst>
                </p:cNvPr>
                <p:cNvSpPr/>
                <p:nvPr/>
              </p:nvSpPr>
              <p:spPr>
                <a:xfrm>
                  <a:off x="8118091" y="3696101"/>
                  <a:ext cx="405" cy="636"/>
                </a:xfrm>
                <a:custGeom>
                  <a:avLst/>
                  <a:gdLst>
                    <a:gd name="connsiteX0" fmla="*/ 0 w 405"/>
                    <a:gd name="connsiteY0" fmla="*/ 243 h 636"/>
                    <a:gd name="connsiteX1" fmla="*/ 69 w 405"/>
                    <a:gd name="connsiteY1" fmla="*/ 0 h 636"/>
                    <a:gd name="connsiteX2" fmla="*/ 405 w 405"/>
                    <a:gd name="connsiteY2" fmla="*/ 371 h 636"/>
                    <a:gd name="connsiteX3" fmla="*/ 93 w 405"/>
                    <a:gd name="connsiteY3" fmla="*/ 637 h 636"/>
                    <a:gd name="connsiteX4" fmla="*/ 0 w 405"/>
                    <a:gd name="connsiteY4" fmla="*/ 243 h 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5" h="636">
                      <a:moveTo>
                        <a:pt x="0" y="243"/>
                      </a:moveTo>
                      <a:lnTo>
                        <a:pt x="69" y="0"/>
                      </a:lnTo>
                      <a:lnTo>
                        <a:pt x="405" y="371"/>
                      </a:lnTo>
                      <a:lnTo>
                        <a:pt x="93" y="637"/>
                      </a:lnTo>
                      <a:lnTo>
                        <a:pt x="0" y="24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74" name="Freeform: Shape 1473">
                  <a:extLst>
                    <a:ext uri="{FF2B5EF4-FFF2-40B4-BE49-F238E27FC236}">
                      <a16:creationId xmlns:a16="http://schemas.microsoft.com/office/drawing/2014/main" id="{D63C6324-6A3E-2D5C-D43B-FE50BF6B7954}"/>
                    </a:ext>
                  </a:extLst>
                </p:cNvPr>
                <p:cNvSpPr/>
                <p:nvPr/>
              </p:nvSpPr>
              <p:spPr>
                <a:xfrm>
                  <a:off x="7685130" y="3546761"/>
                  <a:ext cx="462" cy="555"/>
                </a:xfrm>
                <a:custGeom>
                  <a:avLst/>
                  <a:gdLst>
                    <a:gd name="connsiteX0" fmla="*/ 0 w 462"/>
                    <a:gd name="connsiteY0" fmla="*/ 336 h 555"/>
                    <a:gd name="connsiteX1" fmla="*/ 35 w 462"/>
                    <a:gd name="connsiteY1" fmla="*/ 266 h 555"/>
                    <a:gd name="connsiteX2" fmla="*/ 301 w 462"/>
                    <a:gd name="connsiteY2" fmla="*/ 0 h 555"/>
                    <a:gd name="connsiteX3" fmla="*/ 463 w 462"/>
                    <a:gd name="connsiteY3" fmla="*/ 556 h 555"/>
                    <a:gd name="connsiteX4" fmla="*/ 69 w 462"/>
                    <a:gd name="connsiteY4" fmla="*/ 417 h 555"/>
                    <a:gd name="connsiteX5" fmla="*/ 0 w 462"/>
                    <a:gd name="connsiteY5" fmla="*/ 336 h 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2" h="555">
                      <a:moveTo>
                        <a:pt x="0" y="336"/>
                      </a:moveTo>
                      <a:lnTo>
                        <a:pt x="35" y="266"/>
                      </a:lnTo>
                      <a:lnTo>
                        <a:pt x="301" y="0"/>
                      </a:lnTo>
                      <a:lnTo>
                        <a:pt x="463" y="556"/>
                      </a:lnTo>
                      <a:lnTo>
                        <a:pt x="69" y="417"/>
                      </a:lnTo>
                      <a:lnTo>
                        <a:pt x="0" y="33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75" name="Freeform: Shape 1474">
                  <a:extLst>
                    <a:ext uri="{FF2B5EF4-FFF2-40B4-BE49-F238E27FC236}">
                      <a16:creationId xmlns:a16="http://schemas.microsoft.com/office/drawing/2014/main" id="{82F312A6-1262-2B8F-D295-960F3E467BC7}"/>
                    </a:ext>
                  </a:extLst>
                </p:cNvPr>
                <p:cNvSpPr/>
                <p:nvPr/>
              </p:nvSpPr>
              <p:spPr>
                <a:xfrm>
                  <a:off x="7727601" y="3563465"/>
                  <a:ext cx="393" cy="694"/>
                </a:xfrm>
                <a:custGeom>
                  <a:avLst/>
                  <a:gdLst>
                    <a:gd name="connsiteX0" fmla="*/ 0 w 393"/>
                    <a:gd name="connsiteY0" fmla="*/ 0 h 694"/>
                    <a:gd name="connsiteX1" fmla="*/ 394 w 393"/>
                    <a:gd name="connsiteY1" fmla="*/ 278 h 694"/>
                    <a:gd name="connsiteX2" fmla="*/ 232 w 393"/>
                    <a:gd name="connsiteY2" fmla="*/ 695 h 694"/>
                    <a:gd name="connsiteX3" fmla="*/ 93 w 393"/>
                    <a:gd name="connsiteY3" fmla="*/ 451 h 694"/>
                    <a:gd name="connsiteX4" fmla="*/ 0 w 393"/>
                    <a:gd name="connsiteY4" fmla="*/ 0 h 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3" h="694">
                      <a:moveTo>
                        <a:pt x="0" y="0"/>
                      </a:moveTo>
                      <a:lnTo>
                        <a:pt x="394" y="278"/>
                      </a:lnTo>
                      <a:lnTo>
                        <a:pt x="232" y="695"/>
                      </a:lnTo>
                      <a:lnTo>
                        <a:pt x="93" y="45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76" name="Freeform: Shape 1475">
                  <a:extLst>
                    <a:ext uri="{FF2B5EF4-FFF2-40B4-BE49-F238E27FC236}">
                      <a16:creationId xmlns:a16="http://schemas.microsoft.com/office/drawing/2014/main" id="{962485FC-CD52-0663-AF92-C09FF99D5390}"/>
                    </a:ext>
                  </a:extLst>
                </p:cNvPr>
                <p:cNvSpPr/>
                <p:nvPr/>
              </p:nvSpPr>
              <p:spPr>
                <a:xfrm>
                  <a:off x="8045521" y="3948641"/>
                  <a:ext cx="1134" cy="358"/>
                </a:xfrm>
                <a:custGeom>
                  <a:avLst/>
                  <a:gdLst>
                    <a:gd name="connsiteX0" fmla="*/ 949 w 1134"/>
                    <a:gd name="connsiteY0" fmla="*/ 0 h 358"/>
                    <a:gd name="connsiteX1" fmla="*/ 1077 w 1134"/>
                    <a:gd name="connsiteY1" fmla="*/ 58 h 358"/>
                    <a:gd name="connsiteX2" fmla="*/ 1134 w 1134"/>
                    <a:gd name="connsiteY2" fmla="*/ 185 h 358"/>
                    <a:gd name="connsiteX3" fmla="*/ 0 w 1134"/>
                    <a:gd name="connsiteY3" fmla="*/ 359 h 358"/>
                    <a:gd name="connsiteX4" fmla="*/ 949 w 1134"/>
                    <a:gd name="connsiteY4" fmla="*/ 0 h 3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4" h="358">
                      <a:moveTo>
                        <a:pt x="949" y="0"/>
                      </a:moveTo>
                      <a:lnTo>
                        <a:pt x="1077" y="58"/>
                      </a:lnTo>
                      <a:lnTo>
                        <a:pt x="1134" y="185"/>
                      </a:lnTo>
                      <a:lnTo>
                        <a:pt x="0" y="359"/>
                      </a:lnTo>
                      <a:lnTo>
                        <a:pt x="949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77" name="Freeform: Shape 1476">
                  <a:extLst>
                    <a:ext uri="{FF2B5EF4-FFF2-40B4-BE49-F238E27FC236}">
                      <a16:creationId xmlns:a16="http://schemas.microsoft.com/office/drawing/2014/main" id="{C00640F0-116E-F3E5-536A-DD4D26534205}"/>
                    </a:ext>
                  </a:extLst>
                </p:cNvPr>
                <p:cNvSpPr/>
                <p:nvPr/>
              </p:nvSpPr>
              <p:spPr>
                <a:xfrm>
                  <a:off x="8098111" y="3857296"/>
                  <a:ext cx="717" cy="497"/>
                </a:xfrm>
                <a:custGeom>
                  <a:avLst/>
                  <a:gdLst>
                    <a:gd name="connsiteX0" fmla="*/ 58 w 717"/>
                    <a:gd name="connsiteY0" fmla="*/ 474 h 497"/>
                    <a:gd name="connsiteX1" fmla="*/ 0 w 717"/>
                    <a:gd name="connsiteY1" fmla="*/ 498 h 497"/>
                    <a:gd name="connsiteX2" fmla="*/ 208 w 717"/>
                    <a:gd name="connsiteY2" fmla="*/ 23 h 497"/>
                    <a:gd name="connsiteX3" fmla="*/ 718 w 717"/>
                    <a:gd name="connsiteY3" fmla="*/ 0 h 497"/>
                    <a:gd name="connsiteX4" fmla="*/ 58 w 717"/>
                    <a:gd name="connsiteY4" fmla="*/ 474 h 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7" h="497">
                      <a:moveTo>
                        <a:pt x="58" y="474"/>
                      </a:moveTo>
                      <a:lnTo>
                        <a:pt x="0" y="498"/>
                      </a:lnTo>
                      <a:lnTo>
                        <a:pt x="208" y="23"/>
                      </a:lnTo>
                      <a:lnTo>
                        <a:pt x="718" y="0"/>
                      </a:lnTo>
                      <a:lnTo>
                        <a:pt x="58" y="47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78" name="Freeform: Shape 1477">
                  <a:extLst>
                    <a:ext uri="{FF2B5EF4-FFF2-40B4-BE49-F238E27FC236}">
                      <a16:creationId xmlns:a16="http://schemas.microsoft.com/office/drawing/2014/main" id="{1066864D-45DB-4925-19BA-755A87484327}"/>
                    </a:ext>
                  </a:extLst>
                </p:cNvPr>
                <p:cNvSpPr/>
                <p:nvPr/>
              </p:nvSpPr>
              <p:spPr>
                <a:xfrm>
                  <a:off x="9236367" y="2259766"/>
                  <a:ext cx="370" cy="1215"/>
                </a:xfrm>
                <a:custGeom>
                  <a:avLst/>
                  <a:gdLst>
                    <a:gd name="connsiteX0" fmla="*/ 0 w 370"/>
                    <a:gd name="connsiteY0" fmla="*/ 266 h 1215"/>
                    <a:gd name="connsiteX1" fmla="*/ 58 w 370"/>
                    <a:gd name="connsiteY1" fmla="*/ 0 h 1215"/>
                    <a:gd name="connsiteX2" fmla="*/ 371 w 370"/>
                    <a:gd name="connsiteY2" fmla="*/ 1216 h 1215"/>
                    <a:gd name="connsiteX3" fmla="*/ 150 w 370"/>
                    <a:gd name="connsiteY3" fmla="*/ 926 h 1215"/>
                    <a:gd name="connsiteX4" fmla="*/ 0 w 370"/>
                    <a:gd name="connsiteY4" fmla="*/ 266 h 1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" h="1215">
                      <a:moveTo>
                        <a:pt x="0" y="266"/>
                      </a:moveTo>
                      <a:lnTo>
                        <a:pt x="58" y="0"/>
                      </a:lnTo>
                      <a:lnTo>
                        <a:pt x="371" y="1216"/>
                      </a:lnTo>
                      <a:lnTo>
                        <a:pt x="150" y="926"/>
                      </a:lnTo>
                      <a:lnTo>
                        <a:pt x="0" y="26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79" name="Freeform: Shape 1478">
                  <a:extLst>
                    <a:ext uri="{FF2B5EF4-FFF2-40B4-BE49-F238E27FC236}">
                      <a16:creationId xmlns:a16="http://schemas.microsoft.com/office/drawing/2014/main" id="{B36F9350-77A1-AF77-233C-17B9680E5EC0}"/>
                    </a:ext>
                  </a:extLst>
                </p:cNvPr>
                <p:cNvSpPr/>
                <p:nvPr/>
              </p:nvSpPr>
              <p:spPr>
                <a:xfrm>
                  <a:off x="7692445" y="3581373"/>
                  <a:ext cx="254" cy="1215"/>
                </a:xfrm>
                <a:custGeom>
                  <a:avLst/>
                  <a:gdLst>
                    <a:gd name="connsiteX0" fmla="*/ 0 w 254"/>
                    <a:gd name="connsiteY0" fmla="*/ 1215 h 1215"/>
                    <a:gd name="connsiteX1" fmla="*/ 70 w 254"/>
                    <a:gd name="connsiteY1" fmla="*/ 0 h 1215"/>
                    <a:gd name="connsiteX2" fmla="*/ 255 w 254"/>
                    <a:gd name="connsiteY2" fmla="*/ 150 h 1215"/>
                    <a:gd name="connsiteX3" fmla="*/ 0 w 254"/>
                    <a:gd name="connsiteY3" fmla="*/ 1215 h 1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" h="1215">
                      <a:moveTo>
                        <a:pt x="0" y="1215"/>
                      </a:moveTo>
                      <a:lnTo>
                        <a:pt x="70" y="0"/>
                      </a:lnTo>
                      <a:lnTo>
                        <a:pt x="255" y="150"/>
                      </a:lnTo>
                      <a:lnTo>
                        <a:pt x="0" y="121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80" name="Freeform: Shape 1479">
                  <a:extLst>
                    <a:ext uri="{FF2B5EF4-FFF2-40B4-BE49-F238E27FC236}">
                      <a16:creationId xmlns:a16="http://schemas.microsoft.com/office/drawing/2014/main" id="{670DF321-35B6-9B69-CE1E-FB2F8A0156B7}"/>
                    </a:ext>
                  </a:extLst>
                </p:cNvPr>
                <p:cNvSpPr/>
                <p:nvPr/>
              </p:nvSpPr>
              <p:spPr>
                <a:xfrm>
                  <a:off x="9667186" y="1783477"/>
                  <a:ext cx="370" cy="729"/>
                </a:xfrm>
                <a:custGeom>
                  <a:avLst/>
                  <a:gdLst>
                    <a:gd name="connsiteX0" fmla="*/ 162 w 370"/>
                    <a:gd name="connsiteY0" fmla="*/ 695 h 729"/>
                    <a:gd name="connsiteX1" fmla="*/ 0 w 370"/>
                    <a:gd name="connsiteY1" fmla="*/ 729 h 729"/>
                    <a:gd name="connsiteX2" fmla="*/ 139 w 370"/>
                    <a:gd name="connsiteY2" fmla="*/ 208 h 729"/>
                    <a:gd name="connsiteX3" fmla="*/ 208 w 370"/>
                    <a:gd name="connsiteY3" fmla="*/ 0 h 729"/>
                    <a:gd name="connsiteX4" fmla="*/ 370 w 370"/>
                    <a:gd name="connsiteY4" fmla="*/ 266 h 729"/>
                    <a:gd name="connsiteX5" fmla="*/ 162 w 370"/>
                    <a:gd name="connsiteY5" fmla="*/ 695 h 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0" h="729">
                      <a:moveTo>
                        <a:pt x="162" y="695"/>
                      </a:moveTo>
                      <a:lnTo>
                        <a:pt x="0" y="729"/>
                      </a:lnTo>
                      <a:lnTo>
                        <a:pt x="139" y="208"/>
                      </a:lnTo>
                      <a:lnTo>
                        <a:pt x="208" y="0"/>
                      </a:lnTo>
                      <a:lnTo>
                        <a:pt x="370" y="266"/>
                      </a:lnTo>
                      <a:lnTo>
                        <a:pt x="162" y="69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81" name="Freeform: Shape 1480">
                  <a:extLst>
                    <a:ext uri="{FF2B5EF4-FFF2-40B4-BE49-F238E27FC236}">
                      <a16:creationId xmlns:a16="http://schemas.microsoft.com/office/drawing/2014/main" id="{B9350124-410A-D605-EAE7-BF19E084094D}"/>
                    </a:ext>
                  </a:extLst>
                </p:cNvPr>
                <p:cNvSpPr/>
                <p:nvPr/>
              </p:nvSpPr>
              <p:spPr>
                <a:xfrm>
                  <a:off x="8230168" y="3353212"/>
                  <a:ext cx="405" cy="579"/>
                </a:xfrm>
                <a:custGeom>
                  <a:avLst/>
                  <a:gdLst>
                    <a:gd name="connsiteX0" fmla="*/ 0 w 405"/>
                    <a:gd name="connsiteY0" fmla="*/ 521 h 579"/>
                    <a:gd name="connsiteX1" fmla="*/ 347 w 405"/>
                    <a:gd name="connsiteY1" fmla="*/ 0 h 579"/>
                    <a:gd name="connsiteX2" fmla="*/ 405 w 405"/>
                    <a:gd name="connsiteY2" fmla="*/ 509 h 579"/>
                    <a:gd name="connsiteX3" fmla="*/ 93 w 405"/>
                    <a:gd name="connsiteY3" fmla="*/ 579 h 579"/>
                    <a:gd name="connsiteX4" fmla="*/ 0 w 405"/>
                    <a:gd name="connsiteY4" fmla="*/ 521 h 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5" h="579">
                      <a:moveTo>
                        <a:pt x="0" y="521"/>
                      </a:moveTo>
                      <a:lnTo>
                        <a:pt x="347" y="0"/>
                      </a:lnTo>
                      <a:lnTo>
                        <a:pt x="405" y="509"/>
                      </a:lnTo>
                      <a:lnTo>
                        <a:pt x="93" y="579"/>
                      </a:lnTo>
                      <a:lnTo>
                        <a:pt x="0" y="52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82" name="Freeform: Shape 1481">
                  <a:extLst>
                    <a:ext uri="{FF2B5EF4-FFF2-40B4-BE49-F238E27FC236}">
                      <a16:creationId xmlns:a16="http://schemas.microsoft.com/office/drawing/2014/main" id="{ACF08AEF-F357-B593-9290-1EFFB37CE5CA}"/>
                    </a:ext>
                  </a:extLst>
                </p:cNvPr>
                <p:cNvSpPr/>
                <p:nvPr/>
              </p:nvSpPr>
              <p:spPr>
                <a:xfrm>
                  <a:off x="8287654" y="3384652"/>
                  <a:ext cx="428" cy="567"/>
                </a:xfrm>
                <a:custGeom>
                  <a:avLst/>
                  <a:gdLst>
                    <a:gd name="connsiteX0" fmla="*/ 382 w 428"/>
                    <a:gd name="connsiteY0" fmla="*/ 567 h 567"/>
                    <a:gd name="connsiteX1" fmla="*/ 347 w 428"/>
                    <a:gd name="connsiteY1" fmla="*/ 567 h 567"/>
                    <a:gd name="connsiteX2" fmla="*/ 0 w 428"/>
                    <a:gd name="connsiteY2" fmla="*/ 359 h 567"/>
                    <a:gd name="connsiteX3" fmla="*/ 428 w 428"/>
                    <a:gd name="connsiteY3" fmla="*/ 0 h 567"/>
                    <a:gd name="connsiteX4" fmla="*/ 382 w 428"/>
                    <a:gd name="connsiteY4" fmla="*/ 567 h 5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8" h="567">
                      <a:moveTo>
                        <a:pt x="382" y="567"/>
                      </a:moveTo>
                      <a:lnTo>
                        <a:pt x="347" y="567"/>
                      </a:lnTo>
                      <a:lnTo>
                        <a:pt x="0" y="359"/>
                      </a:lnTo>
                      <a:lnTo>
                        <a:pt x="428" y="0"/>
                      </a:lnTo>
                      <a:lnTo>
                        <a:pt x="382" y="56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83" name="Freeform: Shape 1482">
                  <a:extLst>
                    <a:ext uri="{FF2B5EF4-FFF2-40B4-BE49-F238E27FC236}">
                      <a16:creationId xmlns:a16="http://schemas.microsoft.com/office/drawing/2014/main" id="{35711995-0EBD-A515-F4C6-59F757577389}"/>
                    </a:ext>
                  </a:extLst>
                </p:cNvPr>
                <p:cNvSpPr/>
                <p:nvPr/>
              </p:nvSpPr>
              <p:spPr>
                <a:xfrm>
                  <a:off x="8396907" y="3874937"/>
                  <a:ext cx="520" cy="601"/>
                </a:xfrm>
                <a:custGeom>
                  <a:avLst/>
                  <a:gdLst>
                    <a:gd name="connsiteX0" fmla="*/ 69 w 520"/>
                    <a:gd name="connsiteY0" fmla="*/ 602 h 601"/>
                    <a:gd name="connsiteX1" fmla="*/ 0 w 520"/>
                    <a:gd name="connsiteY1" fmla="*/ 602 h 601"/>
                    <a:gd name="connsiteX2" fmla="*/ 336 w 520"/>
                    <a:gd name="connsiteY2" fmla="*/ 0 h 601"/>
                    <a:gd name="connsiteX3" fmla="*/ 521 w 520"/>
                    <a:gd name="connsiteY3" fmla="*/ 278 h 601"/>
                    <a:gd name="connsiteX4" fmla="*/ 69 w 520"/>
                    <a:gd name="connsiteY4" fmla="*/ 602 h 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0" h="601">
                      <a:moveTo>
                        <a:pt x="69" y="602"/>
                      </a:moveTo>
                      <a:lnTo>
                        <a:pt x="0" y="602"/>
                      </a:lnTo>
                      <a:lnTo>
                        <a:pt x="336" y="0"/>
                      </a:lnTo>
                      <a:lnTo>
                        <a:pt x="521" y="278"/>
                      </a:lnTo>
                      <a:lnTo>
                        <a:pt x="69" y="60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84" name="Freeform: Shape 1483">
                  <a:extLst>
                    <a:ext uri="{FF2B5EF4-FFF2-40B4-BE49-F238E27FC236}">
                      <a16:creationId xmlns:a16="http://schemas.microsoft.com/office/drawing/2014/main" id="{993DE0E2-3613-D80E-56DD-B26A6603C6AF}"/>
                    </a:ext>
                  </a:extLst>
                </p:cNvPr>
                <p:cNvSpPr/>
                <p:nvPr/>
              </p:nvSpPr>
              <p:spPr>
                <a:xfrm>
                  <a:off x="9679815" y="1890554"/>
                  <a:ext cx="115" cy="1215"/>
                </a:xfrm>
                <a:custGeom>
                  <a:avLst/>
                  <a:gdLst>
                    <a:gd name="connsiteX0" fmla="*/ 0 w 115"/>
                    <a:gd name="connsiteY0" fmla="*/ 185 h 1215"/>
                    <a:gd name="connsiteX1" fmla="*/ 104 w 115"/>
                    <a:gd name="connsiteY1" fmla="*/ 0 h 1215"/>
                    <a:gd name="connsiteX2" fmla="*/ 116 w 115"/>
                    <a:gd name="connsiteY2" fmla="*/ 1215 h 1215"/>
                    <a:gd name="connsiteX3" fmla="*/ 12 w 115"/>
                    <a:gd name="connsiteY3" fmla="*/ 1157 h 1215"/>
                    <a:gd name="connsiteX4" fmla="*/ 0 w 115"/>
                    <a:gd name="connsiteY4" fmla="*/ 185 h 1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5" h="1215">
                      <a:moveTo>
                        <a:pt x="0" y="185"/>
                      </a:moveTo>
                      <a:lnTo>
                        <a:pt x="104" y="0"/>
                      </a:lnTo>
                      <a:lnTo>
                        <a:pt x="116" y="1215"/>
                      </a:lnTo>
                      <a:lnTo>
                        <a:pt x="12" y="1157"/>
                      </a:lnTo>
                      <a:lnTo>
                        <a:pt x="0" y="1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85" name="Freeform: Shape 1484">
                  <a:extLst>
                    <a:ext uri="{FF2B5EF4-FFF2-40B4-BE49-F238E27FC236}">
                      <a16:creationId xmlns:a16="http://schemas.microsoft.com/office/drawing/2014/main" id="{942EFF25-4E46-B9F0-7C21-AE23F4E7DD0A}"/>
                    </a:ext>
                  </a:extLst>
                </p:cNvPr>
                <p:cNvSpPr/>
                <p:nvPr/>
              </p:nvSpPr>
              <p:spPr>
                <a:xfrm>
                  <a:off x="7851186" y="3164236"/>
                  <a:ext cx="694" cy="405"/>
                </a:xfrm>
                <a:custGeom>
                  <a:avLst/>
                  <a:gdLst>
                    <a:gd name="connsiteX0" fmla="*/ 475 w 694"/>
                    <a:gd name="connsiteY0" fmla="*/ 220 h 405"/>
                    <a:gd name="connsiteX1" fmla="*/ 0 w 694"/>
                    <a:gd name="connsiteY1" fmla="*/ 405 h 405"/>
                    <a:gd name="connsiteX2" fmla="*/ 23 w 694"/>
                    <a:gd name="connsiteY2" fmla="*/ 150 h 405"/>
                    <a:gd name="connsiteX3" fmla="*/ 695 w 694"/>
                    <a:gd name="connsiteY3" fmla="*/ 0 h 405"/>
                    <a:gd name="connsiteX4" fmla="*/ 475 w 694"/>
                    <a:gd name="connsiteY4" fmla="*/ 220 h 4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" h="405">
                      <a:moveTo>
                        <a:pt x="475" y="220"/>
                      </a:moveTo>
                      <a:lnTo>
                        <a:pt x="0" y="405"/>
                      </a:lnTo>
                      <a:lnTo>
                        <a:pt x="23" y="150"/>
                      </a:lnTo>
                      <a:lnTo>
                        <a:pt x="695" y="0"/>
                      </a:lnTo>
                      <a:lnTo>
                        <a:pt x="475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86" name="Freeform: Shape 1485">
                  <a:extLst>
                    <a:ext uri="{FF2B5EF4-FFF2-40B4-BE49-F238E27FC236}">
                      <a16:creationId xmlns:a16="http://schemas.microsoft.com/office/drawing/2014/main" id="{B0B6E139-2458-D27E-9125-269E5AFD057C}"/>
                    </a:ext>
                  </a:extLst>
                </p:cNvPr>
                <p:cNvSpPr/>
                <p:nvPr/>
              </p:nvSpPr>
              <p:spPr>
                <a:xfrm>
                  <a:off x="9675278" y="1703071"/>
                  <a:ext cx="266" cy="798"/>
                </a:xfrm>
                <a:custGeom>
                  <a:avLst/>
                  <a:gdLst>
                    <a:gd name="connsiteX0" fmla="*/ 255 w 266"/>
                    <a:gd name="connsiteY0" fmla="*/ 695 h 798"/>
                    <a:gd name="connsiteX1" fmla="*/ 0 w 266"/>
                    <a:gd name="connsiteY1" fmla="*/ 799 h 798"/>
                    <a:gd name="connsiteX2" fmla="*/ 185 w 266"/>
                    <a:gd name="connsiteY2" fmla="*/ 23 h 798"/>
                    <a:gd name="connsiteX3" fmla="*/ 243 w 266"/>
                    <a:gd name="connsiteY3" fmla="*/ 0 h 798"/>
                    <a:gd name="connsiteX4" fmla="*/ 266 w 266"/>
                    <a:gd name="connsiteY4" fmla="*/ 35 h 798"/>
                    <a:gd name="connsiteX5" fmla="*/ 255 w 266"/>
                    <a:gd name="connsiteY5" fmla="*/ 695 h 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6" h="798">
                      <a:moveTo>
                        <a:pt x="255" y="695"/>
                      </a:moveTo>
                      <a:lnTo>
                        <a:pt x="0" y="799"/>
                      </a:lnTo>
                      <a:lnTo>
                        <a:pt x="185" y="23"/>
                      </a:lnTo>
                      <a:lnTo>
                        <a:pt x="243" y="0"/>
                      </a:lnTo>
                      <a:lnTo>
                        <a:pt x="266" y="35"/>
                      </a:lnTo>
                      <a:lnTo>
                        <a:pt x="255" y="69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87" name="Freeform: Shape 1486">
                  <a:extLst>
                    <a:ext uri="{FF2B5EF4-FFF2-40B4-BE49-F238E27FC236}">
                      <a16:creationId xmlns:a16="http://schemas.microsoft.com/office/drawing/2014/main" id="{B305D8F9-42FC-35FD-BE60-613E8754DE2F}"/>
                    </a:ext>
                  </a:extLst>
                </p:cNvPr>
                <p:cNvSpPr/>
                <p:nvPr/>
              </p:nvSpPr>
              <p:spPr>
                <a:xfrm>
                  <a:off x="8312797" y="3236701"/>
                  <a:ext cx="347" cy="671"/>
                </a:xfrm>
                <a:custGeom>
                  <a:avLst/>
                  <a:gdLst>
                    <a:gd name="connsiteX0" fmla="*/ 174 w 347"/>
                    <a:gd name="connsiteY0" fmla="*/ 23 h 671"/>
                    <a:gd name="connsiteX1" fmla="*/ 324 w 347"/>
                    <a:gd name="connsiteY1" fmla="*/ 197 h 671"/>
                    <a:gd name="connsiteX2" fmla="*/ 347 w 347"/>
                    <a:gd name="connsiteY2" fmla="*/ 602 h 671"/>
                    <a:gd name="connsiteX3" fmla="*/ 278 w 347"/>
                    <a:gd name="connsiteY3" fmla="*/ 671 h 671"/>
                    <a:gd name="connsiteX4" fmla="*/ 0 w 347"/>
                    <a:gd name="connsiteY4" fmla="*/ 0 h 671"/>
                    <a:gd name="connsiteX5" fmla="*/ 174 w 347"/>
                    <a:gd name="connsiteY5" fmla="*/ 23 h 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7" h="671">
                      <a:moveTo>
                        <a:pt x="174" y="23"/>
                      </a:moveTo>
                      <a:lnTo>
                        <a:pt x="324" y="197"/>
                      </a:lnTo>
                      <a:lnTo>
                        <a:pt x="347" y="602"/>
                      </a:lnTo>
                      <a:lnTo>
                        <a:pt x="278" y="671"/>
                      </a:lnTo>
                      <a:lnTo>
                        <a:pt x="0" y="0"/>
                      </a:lnTo>
                      <a:lnTo>
                        <a:pt x="174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88" name="Freeform: Shape 1487">
                  <a:extLst>
                    <a:ext uri="{FF2B5EF4-FFF2-40B4-BE49-F238E27FC236}">
                      <a16:creationId xmlns:a16="http://schemas.microsoft.com/office/drawing/2014/main" id="{84C27843-CAA5-7465-CE75-0386E4567C8A}"/>
                    </a:ext>
                  </a:extLst>
                </p:cNvPr>
                <p:cNvSpPr/>
                <p:nvPr/>
              </p:nvSpPr>
              <p:spPr>
                <a:xfrm>
                  <a:off x="7951166" y="3056673"/>
                  <a:ext cx="1400" cy="161"/>
                </a:xfrm>
                <a:custGeom>
                  <a:avLst/>
                  <a:gdLst>
                    <a:gd name="connsiteX0" fmla="*/ 0 w 1400"/>
                    <a:gd name="connsiteY0" fmla="*/ 162 h 161"/>
                    <a:gd name="connsiteX1" fmla="*/ 1320 w 1400"/>
                    <a:gd name="connsiteY1" fmla="*/ 0 h 161"/>
                    <a:gd name="connsiteX2" fmla="*/ 1401 w 1400"/>
                    <a:gd name="connsiteY2" fmla="*/ 162 h 161"/>
                    <a:gd name="connsiteX3" fmla="*/ 0 w 1400"/>
                    <a:gd name="connsiteY3" fmla="*/ 162 h 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00" h="161">
                      <a:moveTo>
                        <a:pt x="0" y="162"/>
                      </a:moveTo>
                      <a:lnTo>
                        <a:pt x="1320" y="0"/>
                      </a:lnTo>
                      <a:lnTo>
                        <a:pt x="1401" y="162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89" name="Freeform: Shape 1488">
                  <a:extLst>
                    <a:ext uri="{FF2B5EF4-FFF2-40B4-BE49-F238E27FC236}">
                      <a16:creationId xmlns:a16="http://schemas.microsoft.com/office/drawing/2014/main" id="{9B8850F0-480C-EE0A-B5C4-14D33DD3F9C4}"/>
                    </a:ext>
                  </a:extLst>
                </p:cNvPr>
                <p:cNvSpPr/>
                <p:nvPr/>
              </p:nvSpPr>
              <p:spPr>
                <a:xfrm>
                  <a:off x="8298142" y="3386134"/>
                  <a:ext cx="544" cy="370"/>
                </a:xfrm>
                <a:custGeom>
                  <a:avLst/>
                  <a:gdLst>
                    <a:gd name="connsiteX0" fmla="*/ 0 w 544"/>
                    <a:gd name="connsiteY0" fmla="*/ 12 h 370"/>
                    <a:gd name="connsiteX1" fmla="*/ 544 w 544"/>
                    <a:gd name="connsiteY1" fmla="*/ 0 h 370"/>
                    <a:gd name="connsiteX2" fmla="*/ 347 w 544"/>
                    <a:gd name="connsiteY2" fmla="*/ 371 h 370"/>
                    <a:gd name="connsiteX3" fmla="*/ 35 w 544"/>
                    <a:gd name="connsiteY3" fmla="*/ 81 h 370"/>
                    <a:gd name="connsiteX4" fmla="*/ 0 w 544"/>
                    <a:gd name="connsiteY4" fmla="*/ 12 h 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4" h="370">
                      <a:moveTo>
                        <a:pt x="0" y="12"/>
                      </a:moveTo>
                      <a:lnTo>
                        <a:pt x="544" y="0"/>
                      </a:lnTo>
                      <a:lnTo>
                        <a:pt x="347" y="371"/>
                      </a:lnTo>
                      <a:lnTo>
                        <a:pt x="35" y="81"/>
                      </a:lnTo>
                      <a:lnTo>
                        <a:pt x="0" y="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90" name="Freeform: Shape 1489">
                  <a:extLst>
                    <a:ext uri="{FF2B5EF4-FFF2-40B4-BE49-F238E27FC236}">
                      <a16:creationId xmlns:a16="http://schemas.microsoft.com/office/drawing/2014/main" id="{79DF0E87-4979-ADEE-7D1B-526AABEB2A99}"/>
                    </a:ext>
                  </a:extLst>
                </p:cNvPr>
                <p:cNvSpPr/>
                <p:nvPr/>
              </p:nvSpPr>
              <p:spPr>
                <a:xfrm>
                  <a:off x="8336423" y="3859321"/>
                  <a:ext cx="555" cy="416"/>
                </a:xfrm>
                <a:custGeom>
                  <a:avLst/>
                  <a:gdLst>
                    <a:gd name="connsiteX0" fmla="*/ 405 w 555"/>
                    <a:gd name="connsiteY0" fmla="*/ 197 h 416"/>
                    <a:gd name="connsiteX1" fmla="*/ 0 w 555"/>
                    <a:gd name="connsiteY1" fmla="*/ 417 h 416"/>
                    <a:gd name="connsiteX2" fmla="*/ 46 w 555"/>
                    <a:gd name="connsiteY2" fmla="*/ 93 h 416"/>
                    <a:gd name="connsiteX3" fmla="*/ 556 w 555"/>
                    <a:gd name="connsiteY3" fmla="*/ 0 h 416"/>
                    <a:gd name="connsiteX4" fmla="*/ 405 w 555"/>
                    <a:gd name="connsiteY4" fmla="*/ 197 h 4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" h="416">
                      <a:moveTo>
                        <a:pt x="405" y="197"/>
                      </a:moveTo>
                      <a:lnTo>
                        <a:pt x="0" y="417"/>
                      </a:lnTo>
                      <a:lnTo>
                        <a:pt x="46" y="93"/>
                      </a:lnTo>
                      <a:lnTo>
                        <a:pt x="556" y="0"/>
                      </a:lnTo>
                      <a:lnTo>
                        <a:pt x="405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91" name="Freeform: Shape 1490">
                  <a:extLst>
                    <a:ext uri="{FF2B5EF4-FFF2-40B4-BE49-F238E27FC236}">
                      <a16:creationId xmlns:a16="http://schemas.microsoft.com/office/drawing/2014/main" id="{48F0C5D0-B0E9-E310-6DDD-B474A02D36A7}"/>
                    </a:ext>
                  </a:extLst>
                </p:cNvPr>
                <p:cNvSpPr/>
                <p:nvPr/>
              </p:nvSpPr>
              <p:spPr>
                <a:xfrm>
                  <a:off x="7718318" y="3552294"/>
                  <a:ext cx="335" cy="798"/>
                </a:xfrm>
                <a:custGeom>
                  <a:avLst/>
                  <a:gdLst>
                    <a:gd name="connsiteX0" fmla="*/ 46 w 335"/>
                    <a:gd name="connsiteY0" fmla="*/ 776 h 798"/>
                    <a:gd name="connsiteX1" fmla="*/ 0 w 335"/>
                    <a:gd name="connsiteY1" fmla="*/ 799 h 798"/>
                    <a:gd name="connsiteX2" fmla="*/ 174 w 335"/>
                    <a:gd name="connsiteY2" fmla="*/ 0 h 798"/>
                    <a:gd name="connsiteX3" fmla="*/ 336 w 335"/>
                    <a:gd name="connsiteY3" fmla="*/ 359 h 798"/>
                    <a:gd name="connsiteX4" fmla="*/ 46 w 335"/>
                    <a:gd name="connsiteY4" fmla="*/ 776 h 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5" h="798">
                      <a:moveTo>
                        <a:pt x="46" y="776"/>
                      </a:moveTo>
                      <a:lnTo>
                        <a:pt x="0" y="799"/>
                      </a:lnTo>
                      <a:lnTo>
                        <a:pt x="174" y="0"/>
                      </a:lnTo>
                      <a:lnTo>
                        <a:pt x="336" y="359"/>
                      </a:lnTo>
                      <a:lnTo>
                        <a:pt x="46" y="77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92" name="Freeform: Shape 1491">
                  <a:extLst>
                    <a:ext uri="{FF2B5EF4-FFF2-40B4-BE49-F238E27FC236}">
                      <a16:creationId xmlns:a16="http://schemas.microsoft.com/office/drawing/2014/main" id="{49950741-FCC1-A7D6-0932-5A322C1476C7}"/>
                    </a:ext>
                  </a:extLst>
                </p:cNvPr>
                <p:cNvSpPr/>
                <p:nvPr/>
              </p:nvSpPr>
              <p:spPr>
                <a:xfrm>
                  <a:off x="8030415" y="2992149"/>
                  <a:ext cx="509" cy="382"/>
                </a:xfrm>
                <a:custGeom>
                  <a:avLst/>
                  <a:gdLst>
                    <a:gd name="connsiteX0" fmla="*/ 0 w 509"/>
                    <a:gd name="connsiteY0" fmla="*/ 359 h 382"/>
                    <a:gd name="connsiteX1" fmla="*/ 12 w 509"/>
                    <a:gd name="connsiteY1" fmla="*/ 162 h 382"/>
                    <a:gd name="connsiteX2" fmla="*/ 127 w 509"/>
                    <a:gd name="connsiteY2" fmla="*/ 0 h 382"/>
                    <a:gd name="connsiteX3" fmla="*/ 509 w 509"/>
                    <a:gd name="connsiteY3" fmla="*/ 382 h 382"/>
                    <a:gd name="connsiteX4" fmla="*/ 0 w 509"/>
                    <a:gd name="connsiteY4" fmla="*/ 359 h 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9" h="382">
                      <a:moveTo>
                        <a:pt x="0" y="359"/>
                      </a:moveTo>
                      <a:lnTo>
                        <a:pt x="12" y="162"/>
                      </a:lnTo>
                      <a:lnTo>
                        <a:pt x="127" y="0"/>
                      </a:lnTo>
                      <a:lnTo>
                        <a:pt x="509" y="382"/>
                      </a:lnTo>
                      <a:lnTo>
                        <a:pt x="0" y="35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93" name="Freeform: Shape 1492">
                  <a:extLst>
                    <a:ext uri="{FF2B5EF4-FFF2-40B4-BE49-F238E27FC236}">
                      <a16:creationId xmlns:a16="http://schemas.microsoft.com/office/drawing/2014/main" id="{91E34528-1A54-03D0-F98B-C80563D35C41}"/>
                    </a:ext>
                  </a:extLst>
                </p:cNvPr>
                <p:cNvSpPr/>
                <p:nvPr/>
              </p:nvSpPr>
              <p:spPr>
                <a:xfrm>
                  <a:off x="8148616" y="3724242"/>
                  <a:ext cx="845" cy="370"/>
                </a:xfrm>
                <a:custGeom>
                  <a:avLst/>
                  <a:gdLst>
                    <a:gd name="connsiteX0" fmla="*/ 0 w 845"/>
                    <a:gd name="connsiteY0" fmla="*/ 197 h 370"/>
                    <a:gd name="connsiteX1" fmla="*/ 845 w 845"/>
                    <a:gd name="connsiteY1" fmla="*/ 0 h 370"/>
                    <a:gd name="connsiteX2" fmla="*/ 243 w 845"/>
                    <a:gd name="connsiteY2" fmla="*/ 371 h 370"/>
                    <a:gd name="connsiteX3" fmla="*/ 0 w 845"/>
                    <a:gd name="connsiteY3" fmla="*/ 197 h 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45" h="370">
                      <a:moveTo>
                        <a:pt x="0" y="197"/>
                      </a:moveTo>
                      <a:lnTo>
                        <a:pt x="845" y="0"/>
                      </a:lnTo>
                      <a:lnTo>
                        <a:pt x="243" y="371"/>
                      </a:lnTo>
                      <a:lnTo>
                        <a:pt x="0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94" name="Freeform: Shape 1493">
                  <a:extLst>
                    <a:ext uri="{FF2B5EF4-FFF2-40B4-BE49-F238E27FC236}">
                      <a16:creationId xmlns:a16="http://schemas.microsoft.com/office/drawing/2014/main" id="{C4ACC0F7-BF0F-B181-A583-82A2D6AE80EB}"/>
                    </a:ext>
                  </a:extLst>
                </p:cNvPr>
                <p:cNvSpPr/>
                <p:nvPr/>
              </p:nvSpPr>
              <p:spPr>
                <a:xfrm>
                  <a:off x="9734477" y="1617757"/>
                  <a:ext cx="393" cy="787"/>
                </a:xfrm>
                <a:custGeom>
                  <a:avLst/>
                  <a:gdLst>
                    <a:gd name="connsiteX0" fmla="*/ 0 w 393"/>
                    <a:gd name="connsiteY0" fmla="*/ 12 h 787"/>
                    <a:gd name="connsiteX1" fmla="*/ 12 w 393"/>
                    <a:gd name="connsiteY1" fmla="*/ 0 h 787"/>
                    <a:gd name="connsiteX2" fmla="*/ 313 w 393"/>
                    <a:gd name="connsiteY2" fmla="*/ 139 h 787"/>
                    <a:gd name="connsiteX3" fmla="*/ 394 w 393"/>
                    <a:gd name="connsiteY3" fmla="*/ 787 h 787"/>
                    <a:gd name="connsiteX4" fmla="*/ 0 w 393"/>
                    <a:gd name="connsiteY4" fmla="*/ 12 h 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3" h="787">
                      <a:moveTo>
                        <a:pt x="0" y="12"/>
                      </a:moveTo>
                      <a:lnTo>
                        <a:pt x="12" y="0"/>
                      </a:lnTo>
                      <a:lnTo>
                        <a:pt x="313" y="139"/>
                      </a:lnTo>
                      <a:lnTo>
                        <a:pt x="394" y="787"/>
                      </a:lnTo>
                      <a:lnTo>
                        <a:pt x="0" y="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95" name="Freeform: Shape 1494">
                  <a:extLst>
                    <a:ext uri="{FF2B5EF4-FFF2-40B4-BE49-F238E27FC236}">
                      <a16:creationId xmlns:a16="http://schemas.microsoft.com/office/drawing/2014/main" id="{DEDC9AF1-F8F6-05AC-7000-4599561AB726}"/>
                    </a:ext>
                  </a:extLst>
                </p:cNvPr>
                <p:cNvSpPr/>
                <p:nvPr/>
              </p:nvSpPr>
              <p:spPr>
                <a:xfrm>
                  <a:off x="8485532" y="2820305"/>
                  <a:ext cx="648" cy="405"/>
                </a:xfrm>
                <a:custGeom>
                  <a:avLst/>
                  <a:gdLst>
                    <a:gd name="connsiteX0" fmla="*/ 0 w 648"/>
                    <a:gd name="connsiteY0" fmla="*/ 58 h 405"/>
                    <a:gd name="connsiteX1" fmla="*/ 463 w 648"/>
                    <a:gd name="connsiteY1" fmla="*/ 0 h 405"/>
                    <a:gd name="connsiteX2" fmla="*/ 648 w 648"/>
                    <a:gd name="connsiteY2" fmla="*/ 405 h 405"/>
                    <a:gd name="connsiteX3" fmla="*/ 0 w 648"/>
                    <a:gd name="connsiteY3" fmla="*/ 58 h 4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8" h="405">
                      <a:moveTo>
                        <a:pt x="0" y="58"/>
                      </a:moveTo>
                      <a:lnTo>
                        <a:pt x="463" y="0"/>
                      </a:lnTo>
                      <a:lnTo>
                        <a:pt x="648" y="405"/>
                      </a:lnTo>
                      <a:lnTo>
                        <a:pt x="0" y="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96" name="Freeform: Shape 1495">
                  <a:extLst>
                    <a:ext uri="{FF2B5EF4-FFF2-40B4-BE49-F238E27FC236}">
                      <a16:creationId xmlns:a16="http://schemas.microsoft.com/office/drawing/2014/main" id="{2F172016-902A-C475-FEC9-CA49BFF9A030}"/>
                    </a:ext>
                  </a:extLst>
                </p:cNvPr>
                <p:cNvSpPr/>
                <p:nvPr/>
              </p:nvSpPr>
              <p:spPr>
                <a:xfrm>
                  <a:off x="9610383" y="1633523"/>
                  <a:ext cx="185" cy="1134"/>
                </a:xfrm>
                <a:custGeom>
                  <a:avLst/>
                  <a:gdLst>
                    <a:gd name="connsiteX0" fmla="*/ 70 w 185"/>
                    <a:gd name="connsiteY0" fmla="*/ 1088 h 1134"/>
                    <a:gd name="connsiteX1" fmla="*/ 0 w 185"/>
                    <a:gd name="connsiteY1" fmla="*/ 1134 h 1134"/>
                    <a:gd name="connsiteX2" fmla="*/ 0 w 185"/>
                    <a:gd name="connsiteY2" fmla="*/ 1111 h 1134"/>
                    <a:gd name="connsiteX3" fmla="*/ 81 w 185"/>
                    <a:gd name="connsiteY3" fmla="*/ 35 h 1134"/>
                    <a:gd name="connsiteX4" fmla="*/ 162 w 185"/>
                    <a:gd name="connsiteY4" fmla="*/ 0 h 1134"/>
                    <a:gd name="connsiteX5" fmla="*/ 185 w 185"/>
                    <a:gd name="connsiteY5" fmla="*/ 23 h 1134"/>
                    <a:gd name="connsiteX6" fmla="*/ 70 w 185"/>
                    <a:gd name="connsiteY6" fmla="*/ 1088 h 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5" h="1134">
                      <a:moveTo>
                        <a:pt x="70" y="1088"/>
                      </a:moveTo>
                      <a:lnTo>
                        <a:pt x="0" y="1134"/>
                      </a:lnTo>
                      <a:lnTo>
                        <a:pt x="0" y="1111"/>
                      </a:lnTo>
                      <a:lnTo>
                        <a:pt x="81" y="35"/>
                      </a:lnTo>
                      <a:lnTo>
                        <a:pt x="162" y="0"/>
                      </a:lnTo>
                      <a:lnTo>
                        <a:pt x="185" y="23"/>
                      </a:lnTo>
                      <a:lnTo>
                        <a:pt x="70" y="108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97" name="Freeform: Shape 1496">
                  <a:extLst>
                    <a:ext uri="{FF2B5EF4-FFF2-40B4-BE49-F238E27FC236}">
                      <a16:creationId xmlns:a16="http://schemas.microsoft.com/office/drawing/2014/main" id="{21B19ADC-65D3-0F08-FD75-5F27960B6FB2}"/>
                    </a:ext>
                  </a:extLst>
                </p:cNvPr>
                <p:cNvSpPr/>
                <p:nvPr/>
              </p:nvSpPr>
              <p:spPr>
                <a:xfrm>
                  <a:off x="7835963" y="3218793"/>
                  <a:ext cx="405" cy="544"/>
                </a:xfrm>
                <a:custGeom>
                  <a:avLst/>
                  <a:gdLst>
                    <a:gd name="connsiteX0" fmla="*/ 0 w 405"/>
                    <a:gd name="connsiteY0" fmla="*/ 440 h 544"/>
                    <a:gd name="connsiteX1" fmla="*/ 93 w 405"/>
                    <a:gd name="connsiteY1" fmla="*/ 0 h 544"/>
                    <a:gd name="connsiteX2" fmla="*/ 405 w 405"/>
                    <a:gd name="connsiteY2" fmla="*/ 544 h 544"/>
                    <a:gd name="connsiteX3" fmla="*/ 0 w 405"/>
                    <a:gd name="connsiteY3" fmla="*/ 440 h 5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5" h="544">
                      <a:moveTo>
                        <a:pt x="0" y="440"/>
                      </a:moveTo>
                      <a:lnTo>
                        <a:pt x="93" y="0"/>
                      </a:lnTo>
                      <a:lnTo>
                        <a:pt x="405" y="544"/>
                      </a:lnTo>
                      <a:lnTo>
                        <a:pt x="0" y="44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98" name="Freeform: Shape 1497">
                  <a:extLst>
                    <a:ext uri="{FF2B5EF4-FFF2-40B4-BE49-F238E27FC236}">
                      <a16:creationId xmlns:a16="http://schemas.microsoft.com/office/drawing/2014/main" id="{63ECDC8F-6AD7-CA62-DD2D-4936ED636BFC}"/>
                    </a:ext>
                  </a:extLst>
                </p:cNvPr>
                <p:cNvSpPr/>
                <p:nvPr/>
              </p:nvSpPr>
              <p:spPr>
                <a:xfrm>
                  <a:off x="8312114" y="3557874"/>
                  <a:ext cx="706" cy="300"/>
                </a:xfrm>
                <a:custGeom>
                  <a:avLst/>
                  <a:gdLst>
                    <a:gd name="connsiteX0" fmla="*/ 0 w 706"/>
                    <a:gd name="connsiteY0" fmla="*/ 208 h 300"/>
                    <a:gd name="connsiteX1" fmla="*/ 81 w 706"/>
                    <a:gd name="connsiteY1" fmla="*/ 0 h 300"/>
                    <a:gd name="connsiteX2" fmla="*/ 706 w 706"/>
                    <a:gd name="connsiteY2" fmla="*/ 266 h 300"/>
                    <a:gd name="connsiteX3" fmla="*/ 637 w 706"/>
                    <a:gd name="connsiteY3" fmla="*/ 301 h 300"/>
                    <a:gd name="connsiteX4" fmla="*/ 0 w 706"/>
                    <a:gd name="connsiteY4" fmla="*/ 208 h 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6" h="300">
                      <a:moveTo>
                        <a:pt x="0" y="208"/>
                      </a:moveTo>
                      <a:lnTo>
                        <a:pt x="81" y="0"/>
                      </a:lnTo>
                      <a:lnTo>
                        <a:pt x="706" y="266"/>
                      </a:lnTo>
                      <a:lnTo>
                        <a:pt x="637" y="301"/>
                      </a:lnTo>
                      <a:lnTo>
                        <a:pt x="0" y="20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99" name="Freeform: Shape 1498">
                  <a:extLst>
                    <a:ext uri="{FF2B5EF4-FFF2-40B4-BE49-F238E27FC236}">
                      <a16:creationId xmlns:a16="http://schemas.microsoft.com/office/drawing/2014/main" id="{0C6B4E1E-0AD8-E742-4434-C29E31CF5C61}"/>
                    </a:ext>
                  </a:extLst>
                </p:cNvPr>
                <p:cNvSpPr/>
                <p:nvPr/>
              </p:nvSpPr>
              <p:spPr>
                <a:xfrm>
                  <a:off x="7855330" y="3155300"/>
                  <a:ext cx="509" cy="370"/>
                </a:xfrm>
                <a:custGeom>
                  <a:avLst/>
                  <a:gdLst>
                    <a:gd name="connsiteX0" fmla="*/ 0 w 509"/>
                    <a:gd name="connsiteY0" fmla="*/ 220 h 370"/>
                    <a:gd name="connsiteX1" fmla="*/ 509 w 509"/>
                    <a:gd name="connsiteY1" fmla="*/ 0 h 370"/>
                    <a:gd name="connsiteX2" fmla="*/ 509 w 509"/>
                    <a:gd name="connsiteY2" fmla="*/ 370 h 370"/>
                    <a:gd name="connsiteX3" fmla="*/ 0 w 509"/>
                    <a:gd name="connsiteY3" fmla="*/ 220 h 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9" h="370">
                      <a:moveTo>
                        <a:pt x="0" y="220"/>
                      </a:moveTo>
                      <a:lnTo>
                        <a:pt x="509" y="0"/>
                      </a:lnTo>
                      <a:lnTo>
                        <a:pt x="509" y="370"/>
                      </a:lnTo>
                      <a:lnTo>
                        <a:pt x="0" y="22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00" name="Freeform: Shape 1499">
                  <a:extLst>
                    <a:ext uri="{FF2B5EF4-FFF2-40B4-BE49-F238E27FC236}">
                      <a16:creationId xmlns:a16="http://schemas.microsoft.com/office/drawing/2014/main" id="{EB43A7B8-C220-2A86-3C1B-D8F553BE2EA5}"/>
                    </a:ext>
                  </a:extLst>
                </p:cNvPr>
                <p:cNvSpPr/>
                <p:nvPr/>
              </p:nvSpPr>
              <p:spPr>
                <a:xfrm>
                  <a:off x="7962175" y="2835666"/>
                  <a:ext cx="324" cy="822"/>
                </a:xfrm>
                <a:custGeom>
                  <a:avLst/>
                  <a:gdLst>
                    <a:gd name="connsiteX0" fmla="*/ 197 w 324"/>
                    <a:gd name="connsiteY0" fmla="*/ 0 h 822"/>
                    <a:gd name="connsiteX1" fmla="*/ 324 w 324"/>
                    <a:gd name="connsiteY1" fmla="*/ 822 h 822"/>
                    <a:gd name="connsiteX2" fmla="*/ 69 w 324"/>
                    <a:gd name="connsiteY2" fmla="*/ 255 h 822"/>
                    <a:gd name="connsiteX3" fmla="*/ 0 w 324"/>
                    <a:gd name="connsiteY3" fmla="*/ 46 h 822"/>
                    <a:gd name="connsiteX4" fmla="*/ 197 w 324"/>
                    <a:gd name="connsiteY4" fmla="*/ 0 h 8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4" h="822">
                      <a:moveTo>
                        <a:pt x="197" y="0"/>
                      </a:moveTo>
                      <a:lnTo>
                        <a:pt x="324" y="822"/>
                      </a:lnTo>
                      <a:lnTo>
                        <a:pt x="69" y="255"/>
                      </a:lnTo>
                      <a:lnTo>
                        <a:pt x="0" y="46"/>
                      </a:lnTo>
                      <a:lnTo>
                        <a:pt x="197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01" name="Freeform: Shape 1500">
                  <a:extLst>
                    <a:ext uri="{FF2B5EF4-FFF2-40B4-BE49-F238E27FC236}">
                      <a16:creationId xmlns:a16="http://schemas.microsoft.com/office/drawing/2014/main" id="{F8E40EEE-958B-A697-92E3-24C5AB4C5225}"/>
                    </a:ext>
                  </a:extLst>
                </p:cNvPr>
                <p:cNvSpPr/>
                <p:nvPr/>
              </p:nvSpPr>
              <p:spPr>
                <a:xfrm>
                  <a:off x="8725593" y="2654909"/>
                  <a:ext cx="439" cy="729"/>
                </a:xfrm>
                <a:custGeom>
                  <a:avLst/>
                  <a:gdLst>
                    <a:gd name="connsiteX0" fmla="*/ 0 w 439"/>
                    <a:gd name="connsiteY0" fmla="*/ 0 h 729"/>
                    <a:gd name="connsiteX1" fmla="*/ 440 w 439"/>
                    <a:gd name="connsiteY1" fmla="*/ 718 h 729"/>
                    <a:gd name="connsiteX2" fmla="*/ 417 w 439"/>
                    <a:gd name="connsiteY2" fmla="*/ 729 h 729"/>
                    <a:gd name="connsiteX3" fmla="*/ 127 w 439"/>
                    <a:gd name="connsiteY3" fmla="*/ 613 h 729"/>
                    <a:gd name="connsiteX4" fmla="*/ 0 w 439"/>
                    <a:gd name="connsiteY4" fmla="*/ 0 h 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" h="729">
                      <a:moveTo>
                        <a:pt x="0" y="0"/>
                      </a:moveTo>
                      <a:lnTo>
                        <a:pt x="440" y="718"/>
                      </a:lnTo>
                      <a:lnTo>
                        <a:pt x="417" y="729"/>
                      </a:lnTo>
                      <a:lnTo>
                        <a:pt x="127" y="61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02" name="Freeform: Shape 1501">
                  <a:extLst>
                    <a:ext uri="{FF2B5EF4-FFF2-40B4-BE49-F238E27FC236}">
                      <a16:creationId xmlns:a16="http://schemas.microsoft.com/office/drawing/2014/main" id="{BC6517FA-5245-DE8C-843E-A584EA6DB52C}"/>
                    </a:ext>
                  </a:extLst>
                </p:cNvPr>
                <p:cNvSpPr/>
                <p:nvPr/>
              </p:nvSpPr>
              <p:spPr>
                <a:xfrm>
                  <a:off x="9676621" y="1802612"/>
                  <a:ext cx="335" cy="659"/>
                </a:xfrm>
                <a:custGeom>
                  <a:avLst/>
                  <a:gdLst>
                    <a:gd name="connsiteX0" fmla="*/ 0 w 335"/>
                    <a:gd name="connsiteY0" fmla="*/ 231 h 659"/>
                    <a:gd name="connsiteX1" fmla="*/ 336 w 335"/>
                    <a:gd name="connsiteY1" fmla="*/ 0 h 659"/>
                    <a:gd name="connsiteX2" fmla="*/ 139 w 335"/>
                    <a:gd name="connsiteY2" fmla="*/ 660 h 659"/>
                    <a:gd name="connsiteX3" fmla="*/ 0 w 335"/>
                    <a:gd name="connsiteY3" fmla="*/ 231 h 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5" h="659">
                      <a:moveTo>
                        <a:pt x="0" y="231"/>
                      </a:moveTo>
                      <a:lnTo>
                        <a:pt x="336" y="0"/>
                      </a:lnTo>
                      <a:lnTo>
                        <a:pt x="139" y="660"/>
                      </a:lnTo>
                      <a:lnTo>
                        <a:pt x="0" y="23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03" name="Freeform: Shape 1502">
                  <a:extLst>
                    <a:ext uri="{FF2B5EF4-FFF2-40B4-BE49-F238E27FC236}">
                      <a16:creationId xmlns:a16="http://schemas.microsoft.com/office/drawing/2014/main" id="{52B90A03-2E86-C99E-E875-8988B6AD5094}"/>
                    </a:ext>
                  </a:extLst>
                </p:cNvPr>
                <p:cNvSpPr/>
                <p:nvPr/>
              </p:nvSpPr>
              <p:spPr>
                <a:xfrm>
                  <a:off x="9657462" y="1698695"/>
                  <a:ext cx="220" cy="833"/>
                </a:xfrm>
                <a:custGeom>
                  <a:avLst/>
                  <a:gdLst>
                    <a:gd name="connsiteX0" fmla="*/ 0 w 220"/>
                    <a:gd name="connsiteY0" fmla="*/ 0 h 833"/>
                    <a:gd name="connsiteX1" fmla="*/ 220 w 220"/>
                    <a:gd name="connsiteY1" fmla="*/ 498 h 833"/>
                    <a:gd name="connsiteX2" fmla="*/ 23 w 220"/>
                    <a:gd name="connsiteY2" fmla="*/ 833 h 833"/>
                    <a:gd name="connsiteX3" fmla="*/ 0 w 220"/>
                    <a:gd name="connsiteY3" fmla="*/ 0 h 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0" h="833">
                      <a:moveTo>
                        <a:pt x="0" y="0"/>
                      </a:moveTo>
                      <a:lnTo>
                        <a:pt x="220" y="498"/>
                      </a:lnTo>
                      <a:lnTo>
                        <a:pt x="23" y="83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04" name="Freeform: Shape 1503">
                  <a:extLst>
                    <a:ext uri="{FF2B5EF4-FFF2-40B4-BE49-F238E27FC236}">
                      <a16:creationId xmlns:a16="http://schemas.microsoft.com/office/drawing/2014/main" id="{436AFDFA-6C83-CA4D-CC32-49E235ECEF46}"/>
                    </a:ext>
                  </a:extLst>
                </p:cNvPr>
                <p:cNvSpPr/>
                <p:nvPr/>
              </p:nvSpPr>
              <p:spPr>
                <a:xfrm>
                  <a:off x="8099210" y="3857469"/>
                  <a:ext cx="254" cy="914"/>
                </a:xfrm>
                <a:custGeom>
                  <a:avLst/>
                  <a:gdLst>
                    <a:gd name="connsiteX0" fmla="*/ 208 w 254"/>
                    <a:gd name="connsiteY0" fmla="*/ 822 h 914"/>
                    <a:gd name="connsiteX1" fmla="*/ 0 w 254"/>
                    <a:gd name="connsiteY1" fmla="*/ 915 h 914"/>
                    <a:gd name="connsiteX2" fmla="*/ 255 w 254"/>
                    <a:gd name="connsiteY2" fmla="*/ 0 h 914"/>
                    <a:gd name="connsiteX3" fmla="*/ 208 w 254"/>
                    <a:gd name="connsiteY3" fmla="*/ 822 h 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" h="914">
                      <a:moveTo>
                        <a:pt x="208" y="822"/>
                      </a:moveTo>
                      <a:lnTo>
                        <a:pt x="0" y="915"/>
                      </a:lnTo>
                      <a:lnTo>
                        <a:pt x="255" y="0"/>
                      </a:lnTo>
                      <a:lnTo>
                        <a:pt x="208" y="82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05" name="Freeform: Shape 1504">
                  <a:extLst>
                    <a:ext uri="{FF2B5EF4-FFF2-40B4-BE49-F238E27FC236}">
                      <a16:creationId xmlns:a16="http://schemas.microsoft.com/office/drawing/2014/main" id="{962F5889-9D37-64AD-1D8C-2F83811E7105}"/>
                    </a:ext>
                  </a:extLst>
                </p:cNvPr>
                <p:cNvSpPr/>
                <p:nvPr/>
              </p:nvSpPr>
              <p:spPr>
                <a:xfrm>
                  <a:off x="9059603" y="4159044"/>
                  <a:ext cx="509" cy="416"/>
                </a:xfrm>
                <a:custGeom>
                  <a:avLst/>
                  <a:gdLst>
                    <a:gd name="connsiteX0" fmla="*/ 0 w 509"/>
                    <a:gd name="connsiteY0" fmla="*/ 46 h 416"/>
                    <a:gd name="connsiteX1" fmla="*/ 394 w 509"/>
                    <a:gd name="connsiteY1" fmla="*/ 0 h 416"/>
                    <a:gd name="connsiteX2" fmla="*/ 509 w 509"/>
                    <a:gd name="connsiteY2" fmla="*/ 417 h 416"/>
                    <a:gd name="connsiteX3" fmla="*/ 0 w 509"/>
                    <a:gd name="connsiteY3" fmla="*/ 46 h 4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9" h="416">
                      <a:moveTo>
                        <a:pt x="0" y="46"/>
                      </a:moveTo>
                      <a:lnTo>
                        <a:pt x="394" y="0"/>
                      </a:lnTo>
                      <a:lnTo>
                        <a:pt x="509" y="417"/>
                      </a:lnTo>
                      <a:lnTo>
                        <a:pt x="0" y="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06" name="Freeform: Shape 1505">
                  <a:extLst>
                    <a:ext uri="{FF2B5EF4-FFF2-40B4-BE49-F238E27FC236}">
                      <a16:creationId xmlns:a16="http://schemas.microsoft.com/office/drawing/2014/main" id="{DB42AD99-9C57-8E55-14FB-FAEF03E66510}"/>
                    </a:ext>
                  </a:extLst>
                </p:cNvPr>
                <p:cNvSpPr/>
                <p:nvPr/>
              </p:nvSpPr>
              <p:spPr>
                <a:xfrm>
                  <a:off x="8103100" y="3929934"/>
                  <a:ext cx="347" cy="555"/>
                </a:xfrm>
                <a:custGeom>
                  <a:avLst/>
                  <a:gdLst>
                    <a:gd name="connsiteX0" fmla="*/ 0 w 347"/>
                    <a:gd name="connsiteY0" fmla="*/ 556 h 555"/>
                    <a:gd name="connsiteX1" fmla="*/ 58 w 347"/>
                    <a:gd name="connsiteY1" fmla="*/ 0 h 555"/>
                    <a:gd name="connsiteX2" fmla="*/ 347 w 347"/>
                    <a:gd name="connsiteY2" fmla="*/ 139 h 555"/>
                    <a:gd name="connsiteX3" fmla="*/ 0 w 347"/>
                    <a:gd name="connsiteY3" fmla="*/ 556 h 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7" h="555">
                      <a:moveTo>
                        <a:pt x="0" y="556"/>
                      </a:moveTo>
                      <a:lnTo>
                        <a:pt x="58" y="0"/>
                      </a:lnTo>
                      <a:lnTo>
                        <a:pt x="347" y="139"/>
                      </a:lnTo>
                      <a:lnTo>
                        <a:pt x="0" y="55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07" name="Freeform: Shape 1506">
                  <a:extLst>
                    <a:ext uri="{FF2B5EF4-FFF2-40B4-BE49-F238E27FC236}">
                      <a16:creationId xmlns:a16="http://schemas.microsoft.com/office/drawing/2014/main" id="{4020180C-E82B-5102-B2B2-624568C0EF22}"/>
                    </a:ext>
                  </a:extLst>
                </p:cNvPr>
                <p:cNvSpPr/>
                <p:nvPr/>
              </p:nvSpPr>
              <p:spPr>
                <a:xfrm>
                  <a:off x="8813523" y="2658752"/>
                  <a:ext cx="451" cy="1782"/>
                </a:xfrm>
                <a:custGeom>
                  <a:avLst/>
                  <a:gdLst>
                    <a:gd name="connsiteX0" fmla="*/ 0 w 451"/>
                    <a:gd name="connsiteY0" fmla="*/ 1759 h 1782"/>
                    <a:gd name="connsiteX1" fmla="*/ 312 w 451"/>
                    <a:gd name="connsiteY1" fmla="*/ 208 h 1782"/>
                    <a:gd name="connsiteX2" fmla="*/ 451 w 451"/>
                    <a:gd name="connsiteY2" fmla="*/ 0 h 1782"/>
                    <a:gd name="connsiteX3" fmla="*/ 0 w 451"/>
                    <a:gd name="connsiteY3" fmla="*/ 1783 h 1782"/>
                    <a:gd name="connsiteX4" fmla="*/ 0 w 451"/>
                    <a:gd name="connsiteY4" fmla="*/ 1759 h 17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1" h="1782">
                      <a:moveTo>
                        <a:pt x="0" y="1759"/>
                      </a:moveTo>
                      <a:lnTo>
                        <a:pt x="312" y="208"/>
                      </a:lnTo>
                      <a:lnTo>
                        <a:pt x="451" y="0"/>
                      </a:lnTo>
                      <a:lnTo>
                        <a:pt x="0" y="1783"/>
                      </a:lnTo>
                      <a:lnTo>
                        <a:pt x="0" y="175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08" name="Freeform: Shape 1507">
                  <a:extLst>
                    <a:ext uri="{FF2B5EF4-FFF2-40B4-BE49-F238E27FC236}">
                      <a16:creationId xmlns:a16="http://schemas.microsoft.com/office/drawing/2014/main" id="{2C17CFB7-E2A0-1E58-9422-2785BC6BDCD1}"/>
                    </a:ext>
                  </a:extLst>
                </p:cNvPr>
                <p:cNvSpPr/>
                <p:nvPr/>
              </p:nvSpPr>
              <p:spPr>
                <a:xfrm>
                  <a:off x="9438470" y="4323665"/>
                  <a:ext cx="1678" cy="497"/>
                </a:xfrm>
                <a:custGeom>
                  <a:avLst/>
                  <a:gdLst>
                    <a:gd name="connsiteX0" fmla="*/ 301 w 1678"/>
                    <a:gd name="connsiteY0" fmla="*/ 498 h 497"/>
                    <a:gd name="connsiteX1" fmla="*/ 0 w 1678"/>
                    <a:gd name="connsiteY1" fmla="*/ 498 h 497"/>
                    <a:gd name="connsiteX2" fmla="*/ 1679 w 1678"/>
                    <a:gd name="connsiteY2" fmla="*/ 0 h 497"/>
                    <a:gd name="connsiteX3" fmla="*/ 1632 w 1678"/>
                    <a:gd name="connsiteY3" fmla="*/ 35 h 497"/>
                    <a:gd name="connsiteX4" fmla="*/ 1459 w 1678"/>
                    <a:gd name="connsiteY4" fmla="*/ 104 h 497"/>
                    <a:gd name="connsiteX5" fmla="*/ 1100 w 1678"/>
                    <a:gd name="connsiteY5" fmla="*/ 220 h 497"/>
                    <a:gd name="connsiteX6" fmla="*/ 741 w 1678"/>
                    <a:gd name="connsiteY6" fmla="*/ 324 h 497"/>
                    <a:gd name="connsiteX7" fmla="*/ 579 w 1678"/>
                    <a:gd name="connsiteY7" fmla="*/ 405 h 497"/>
                    <a:gd name="connsiteX8" fmla="*/ 301 w 1678"/>
                    <a:gd name="connsiteY8" fmla="*/ 498 h 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78" h="497">
                      <a:moveTo>
                        <a:pt x="301" y="498"/>
                      </a:moveTo>
                      <a:lnTo>
                        <a:pt x="0" y="498"/>
                      </a:lnTo>
                      <a:lnTo>
                        <a:pt x="1679" y="0"/>
                      </a:lnTo>
                      <a:lnTo>
                        <a:pt x="1632" y="35"/>
                      </a:lnTo>
                      <a:lnTo>
                        <a:pt x="1459" y="104"/>
                      </a:lnTo>
                      <a:lnTo>
                        <a:pt x="1100" y="220"/>
                      </a:lnTo>
                      <a:lnTo>
                        <a:pt x="741" y="324"/>
                      </a:lnTo>
                      <a:lnTo>
                        <a:pt x="579" y="405"/>
                      </a:lnTo>
                      <a:lnTo>
                        <a:pt x="301" y="49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09" name="Freeform: Shape 1508">
                  <a:extLst>
                    <a:ext uri="{FF2B5EF4-FFF2-40B4-BE49-F238E27FC236}">
                      <a16:creationId xmlns:a16="http://schemas.microsoft.com/office/drawing/2014/main" id="{88EC98A7-BAEA-13A5-BE41-C0B05189F541}"/>
                    </a:ext>
                  </a:extLst>
                </p:cNvPr>
                <p:cNvSpPr/>
                <p:nvPr/>
              </p:nvSpPr>
              <p:spPr>
                <a:xfrm>
                  <a:off x="8337176" y="3900230"/>
                  <a:ext cx="578" cy="497"/>
                </a:xfrm>
                <a:custGeom>
                  <a:avLst/>
                  <a:gdLst>
                    <a:gd name="connsiteX0" fmla="*/ 556 w 578"/>
                    <a:gd name="connsiteY0" fmla="*/ 93 h 497"/>
                    <a:gd name="connsiteX1" fmla="*/ 0 w 578"/>
                    <a:gd name="connsiteY1" fmla="*/ 498 h 497"/>
                    <a:gd name="connsiteX2" fmla="*/ 150 w 578"/>
                    <a:gd name="connsiteY2" fmla="*/ 174 h 497"/>
                    <a:gd name="connsiteX3" fmla="*/ 579 w 578"/>
                    <a:gd name="connsiteY3" fmla="*/ 0 h 497"/>
                    <a:gd name="connsiteX4" fmla="*/ 556 w 578"/>
                    <a:gd name="connsiteY4" fmla="*/ 93 h 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8" h="497">
                      <a:moveTo>
                        <a:pt x="556" y="93"/>
                      </a:moveTo>
                      <a:lnTo>
                        <a:pt x="0" y="498"/>
                      </a:lnTo>
                      <a:lnTo>
                        <a:pt x="150" y="174"/>
                      </a:lnTo>
                      <a:lnTo>
                        <a:pt x="579" y="0"/>
                      </a:lnTo>
                      <a:lnTo>
                        <a:pt x="556" y="9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10" name="Freeform: Shape 1509">
                  <a:extLst>
                    <a:ext uri="{FF2B5EF4-FFF2-40B4-BE49-F238E27FC236}">
                      <a16:creationId xmlns:a16="http://schemas.microsoft.com/office/drawing/2014/main" id="{227F3993-D7D5-4196-F18E-8B9D3A6563BD}"/>
                    </a:ext>
                  </a:extLst>
                </p:cNvPr>
                <p:cNvSpPr/>
                <p:nvPr/>
              </p:nvSpPr>
              <p:spPr>
                <a:xfrm>
                  <a:off x="7977895" y="3049762"/>
                  <a:ext cx="289" cy="1389"/>
                </a:xfrm>
                <a:custGeom>
                  <a:avLst/>
                  <a:gdLst>
                    <a:gd name="connsiteX0" fmla="*/ 0 w 289"/>
                    <a:gd name="connsiteY0" fmla="*/ 23 h 1389"/>
                    <a:gd name="connsiteX1" fmla="*/ 23 w 289"/>
                    <a:gd name="connsiteY1" fmla="*/ 0 h 1389"/>
                    <a:gd name="connsiteX2" fmla="*/ 289 w 289"/>
                    <a:gd name="connsiteY2" fmla="*/ 1354 h 1389"/>
                    <a:gd name="connsiteX3" fmla="*/ 266 w 289"/>
                    <a:gd name="connsiteY3" fmla="*/ 1389 h 1389"/>
                    <a:gd name="connsiteX4" fmla="*/ 197 w 289"/>
                    <a:gd name="connsiteY4" fmla="*/ 1320 h 1389"/>
                    <a:gd name="connsiteX5" fmla="*/ 0 w 289"/>
                    <a:gd name="connsiteY5" fmla="*/ 23 h 1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9" h="1389">
                      <a:moveTo>
                        <a:pt x="0" y="23"/>
                      </a:moveTo>
                      <a:lnTo>
                        <a:pt x="23" y="0"/>
                      </a:lnTo>
                      <a:lnTo>
                        <a:pt x="289" y="1354"/>
                      </a:lnTo>
                      <a:lnTo>
                        <a:pt x="266" y="1389"/>
                      </a:lnTo>
                      <a:lnTo>
                        <a:pt x="197" y="1320"/>
                      </a:lnTo>
                      <a:lnTo>
                        <a:pt x="0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11" name="Freeform: Shape 1510">
                  <a:extLst>
                    <a:ext uri="{FF2B5EF4-FFF2-40B4-BE49-F238E27FC236}">
                      <a16:creationId xmlns:a16="http://schemas.microsoft.com/office/drawing/2014/main" id="{BB23CBB0-2EC9-C256-5C0F-132A11E1AE28}"/>
                    </a:ext>
                  </a:extLst>
                </p:cNvPr>
                <p:cNvSpPr/>
                <p:nvPr/>
              </p:nvSpPr>
              <p:spPr>
                <a:xfrm>
                  <a:off x="7884061" y="2850379"/>
                  <a:ext cx="335" cy="486"/>
                </a:xfrm>
                <a:custGeom>
                  <a:avLst/>
                  <a:gdLst>
                    <a:gd name="connsiteX0" fmla="*/ 0 w 335"/>
                    <a:gd name="connsiteY0" fmla="*/ 0 h 486"/>
                    <a:gd name="connsiteX1" fmla="*/ 336 w 335"/>
                    <a:gd name="connsiteY1" fmla="*/ 127 h 486"/>
                    <a:gd name="connsiteX2" fmla="*/ 58 w 335"/>
                    <a:gd name="connsiteY2" fmla="*/ 486 h 486"/>
                    <a:gd name="connsiteX3" fmla="*/ 0 w 335"/>
                    <a:gd name="connsiteY3" fmla="*/ 0 h 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5" h="486">
                      <a:moveTo>
                        <a:pt x="0" y="0"/>
                      </a:moveTo>
                      <a:lnTo>
                        <a:pt x="336" y="127"/>
                      </a:lnTo>
                      <a:lnTo>
                        <a:pt x="58" y="48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12" name="Freeform: Shape 1511">
                  <a:extLst>
                    <a:ext uri="{FF2B5EF4-FFF2-40B4-BE49-F238E27FC236}">
                      <a16:creationId xmlns:a16="http://schemas.microsoft.com/office/drawing/2014/main" id="{DE8A8074-2ED1-142F-6507-6DE738D1CA05}"/>
                    </a:ext>
                  </a:extLst>
                </p:cNvPr>
                <p:cNvSpPr/>
                <p:nvPr/>
              </p:nvSpPr>
              <p:spPr>
                <a:xfrm>
                  <a:off x="7911450" y="2822400"/>
                  <a:ext cx="567" cy="393"/>
                </a:xfrm>
                <a:custGeom>
                  <a:avLst/>
                  <a:gdLst>
                    <a:gd name="connsiteX0" fmla="*/ 0 w 567"/>
                    <a:gd name="connsiteY0" fmla="*/ 139 h 393"/>
                    <a:gd name="connsiteX1" fmla="*/ 301 w 567"/>
                    <a:gd name="connsiteY1" fmla="*/ 0 h 393"/>
                    <a:gd name="connsiteX2" fmla="*/ 567 w 567"/>
                    <a:gd name="connsiteY2" fmla="*/ 394 h 393"/>
                    <a:gd name="connsiteX3" fmla="*/ 0 w 567"/>
                    <a:gd name="connsiteY3" fmla="*/ 139 h 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7" h="393">
                      <a:moveTo>
                        <a:pt x="0" y="139"/>
                      </a:moveTo>
                      <a:lnTo>
                        <a:pt x="301" y="0"/>
                      </a:lnTo>
                      <a:lnTo>
                        <a:pt x="567" y="394"/>
                      </a:lnTo>
                      <a:lnTo>
                        <a:pt x="0" y="1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13" name="Freeform: Shape 1512">
                  <a:extLst>
                    <a:ext uri="{FF2B5EF4-FFF2-40B4-BE49-F238E27FC236}">
                      <a16:creationId xmlns:a16="http://schemas.microsoft.com/office/drawing/2014/main" id="{703C2D49-E532-FB35-4EE7-DA7046B733D3}"/>
                    </a:ext>
                  </a:extLst>
                </p:cNvPr>
                <p:cNvSpPr/>
                <p:nvPr/>
              </p:nvSpPr>
              <p:spPr>
                <a:xfrm>
                  <a:off x="8304022" y="4067259"/>
                  <a:ext cx="590" cy="705"/>
                </a:xfrm>
                <a:custGeom>
                  <a:avLst/>
                  <a:gdLst>
                    <a:gd name="connsiteX0" fmla="*/ 0 w 590"/>
                    <a:gd name="connsiteY0" fmla="*/ 706 h 705"/>
                    <a:gd name="connsiteX1" fmla="*/ 567 w 590"/>
                    <a:gd name="connsiteY1" fmla="*/ 0 h 705"/>
                    <a:gd name="connsiteX2" fmla="*/ 590 w 590"/>
                    <a:gd name="connsiteY2" fmla="*/ 220 h 705"/>
                    <a:gd name="connsiteX3" fmla="*/ 0 w 590"/>
                    <a:gd name="connsiteY3" fmla="*/ 706 h 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0" h="705">
                      <a:moveTo>
                        <a:pt x="0" y="706"/>
                      </a:moveTo>
                      <a:lnTo>
                        <a:pt x="567" y="0"/>
                      </a:lnTo>
                      <a:lnTo>
                        <a:pt x="590" y="220"/>
                      </a:lnTo>
                      <a:lnTo>
                        <a:pt x="0" y="70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14" name="Freeform: Shape 1513">
                  <a:extLst>
                    <a:ext uri="{FF2B5EF4-FFF2-40B4-BE49-F238E27FC236}">
                      <a16:creationId xmlns:a16="http://schemas.microsoft.com/office/drawing/2014/main" id="{3C5EB5E0-EA6E-07FE-4961-1C5BFA94B8A6}"/>
                    </a:ext>
                  </a:extLst>
                </p:cNvPr>
                <p:cNvSpPr/>
                <p:nvPr/>
              </p:nvSpPr>
              <p:spPr>
                <a:xfrm>
                  <a:off x="7803099" y="3297058"/>
                  <a:ext cx="544" cy="277"/>
                </a:xfrm>
                <a:custGeom>
                  <a:avLst/>
                  <a:gdLst>
                    <a:gd name="connsiteX0" fmla="*/ 0 w 544"/>
                    <a:gd name="connsiteY0" fmla="*/ 0 h 277"/>
                    <a:gd name="connsiteX1" fmla="*/ 232 w 544"/>
                    <a:gd name="connsiteY1" fmla="*/ 23 h 277"/>
                    <a:gd name="connsiteX2" fmla="*/ 544 w 544"/>
                    <a:gd name="connsiteY2" fmla="*/ 278 h 277"/>
                    <a:gd name="connsiteX3" fmla="*/ 69 w 544"/>
                    <a:gd name="connsiteY3" fmla="*/ 220 h 277"/>
                    <a:gd name="connsiteX4" fmla="*/ 0 w 544"/>
                    <a:gd name="connsiteY4" fmla="*/ 0 h 2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4" h="277">
                      <a:moveTo>
                        <a:pt x="0" y="0"/>
                      </a:moveTo>
                      <a:lnTo>
                        <a:pt x="232" y="23"/>
                      </a:lnTo>
                      <a:lnTo>
                        <a:pt x="544" y="278"/>
                      </a:lnTo>
                      <a:lnTo>
                        <a:pt x="69" y="22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15" name="Freeform: Shape 1514">
                  <a:extLst>
                    <a:ext uri="{FF2B5EF4-FFF2-40B4-BE49-F238E27FC236}">
                      <a16:creationId xmlns:a16="http://schemas.microsoft.com/office/drawing/2014/main" id="{07D22FE7-F591-6DD9-678E-0091E09A5A49}"/>
                    </a:ext>
                  </a:extLst>
                </p:cNvPr>
                <p:cNvSpPr/>
                <p:nvPr/>
              </p:nvSpPr>
              <p:spPr>
                <a:xfrm>
                  <a:off x="8267119" y="3526144"/>
                  <a:ext cx="439" cy="636"/>
                </a:xfrm>
                <a:custGeom>
                  <a:avLst/>
                  <a:gdLst>
                    <a:gd name="connsiteX0" fmla="*/ 197 w 439"/>
                    <a:gd name="connsiteY0" fmla="*/ 567 h 636"/>
                    <a:gd name="connsiteX1" fmla="*/ 11 w 439"/>
                    <a:gd name="connsiteY1" fmla="*/ 637 h 636"/>
                    <a:gd name="connsiteX2" fmla="*/ 0 w 439"/>
                    <a:gd name="connsiteY2" fmla="*/ 579 h 636"/>
                    <a:gd name="connsiteX3" fmla="*/ 417 w 439"/>
                    <a:gd name="connsiteY3" fmla="*/ 0 h 636"/>
                    <a:gd name="connsiteX4" fmla="*/ 440 w 439"/>
                    <a:gd name="connsiteY4" fmla="*/ 35 h 636"/>
                    <a:gd name="connsiteX5" fmla="*/ 197 w 439"/>
                    <a:gd name="connsiteY5" fmla="*/ 567 h 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9" h="636">
                      <a:moveTo>
                        <a:pt x="197" y="567"/>
                      </a:moveTo>
                      <a:lnTo>
                        <a:pt x="11" y="637"/>
                      </a:lnTo>
                      <a:lnTo>
                        <a:pt x="0" y="579"/>
                      </a:lnTo>
                      <a:lnTo>
                        <a:pt x="417" y="0"/>
                      </a:lnTo>
                      <a:lnTo>
                        <a:pt x="440" y="35"/>
                      </a:lnTo>
                      <a:lnTo>
                        <a:pt x="197" y="56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16" name="Freeform: Shape 1515">
                  <a:extLst>
                    <a:ext uri="{FF2B5EF4-FFF2-40B4-BE49-F238E27FC236}">
                      <a16:creationId xmlns:a16="http://schemas.microsoft.com/office/drawing/2014/main" id="{64D1097B-03D7-1BBC-46B5-938851DC8A87}"/>
                    </a:ext>
                  </a:extLst>
                </p:cNvPr>
                <p:cNvSpPr/>
                <p:nvPr/>
              </p:nvSpPr>
              <p:spPr>
                <a:xfrm>
                  <a:off x="7669791" y="3607546"/>
                  <a:ext cx="497" cy="521"/>
                </a:xfrm>
                <a:custGeom>
                  <a:avLst/>
                  <a:gdLst>
                    <a:gd name="connsiteX0" fmla="*/ 417 w 497"/>
                    <a:gd name="connsiteY0" fmla="*/ 521 h 521"/>
                    <a:gd name="connsiteX1" fmla="*/ 382 w 497"/>
                    <a:gd name="connsiteY1" fmla="*/ 521 h 521"/>
                    <a:gd name="connsiteX2" fmla="*/ 0 w 497"/>
                    <a:gd name="connsiteY2" fmla="*/ 0 h 521"/>
                    <a:gd name="connsiteX3" fmla="*/ 498 w 497"/>
                    <a:gd name="connsiteY3" fmla="*/ 324 h 521"/>
                    <a:gd name="connsiteX4" fmla="*/ 417 w 497"/>
                    <a:gd name="connsiteY4" fmla="*/ 521 h 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7" h="521">
                      <a:moveTo>
                        <a:pt x="417" y="521"/>
                      </a:moveTo>
                      <a:lnTo>
                        <a:pt x="382" y="521"/>
                      </a:lnTo>
                      <a:lnTo>
                        <a:pt x="0" y="0"/>
                      </a:lnTo>
                      <a:lnTo>
                        <a:pt x="498" y="324"/>
                      </a:lnTo>
                      <a:lnTo>
                        <a:pt x="417" y="52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17" name="Freeform: Shape 1516">
                  <a:extLst>
                    <a:ext uri="{FF2B5EF4-FFF2-40B4-BE49-F238E27FC236}">
                      <a16:creationId xmlns:a16="http://schemas.microsoft.com/office/drawing/2014/main" id="{AC955188-60EF-7E31-342B-E61DB515D8C6}"/>
                    </a:ext>
                  </a:extLst>
                </p:cNvPr>
                <p:cNvSpPr/>
                <p:nvPr/>
              </p:nvSpPr>
              <p:spPr>
                <a:xfrm>
                  <a:off x="8514194" y="2728509"/>
                  <a:ext cx="185" cy="845"/>
                </a:xfrm>
                <a:custGeom>
                  <a:avLst/>
                  <a:gdLst>
                    <a:gd name="connsiteX0" fmla="*/ 0 w 185"/>
                    <a:gd name="connsiteY0" fmla="*/ 336 h 845"/>
                    <a:gd name="connsiteX1" fmla="*/ 150 w 185"/>
                    <a:gd name="connsiteY1" fmla="*/ 0 h 845"/>
                    <a:gd name="connsiteX2" fmla="*/ 185 w 185"/>
                    <a:gd name="connsiteY2" fmla="*/ 845 h 845"/>
                    <a:gd name="connsiteX3" fmla="*/ 0 w 185"/>
                    <a:gd name="connsiteY3" fmla="*/ 336 h 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5" h="845">
                      <a:moveTo>
                        <a:pt x="0" y="336"/>
                      </a:moveTo>
                      <a:lnTo>
                        <a:pt x="150" y="0"/>
                      </a:lnTo>
                      <a:lnTo>
                        <a:pt x="185" y="845"/>
                      </a:lnTo>
                      <a:lnTo>
                        <a:pt x="0" y="33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18" name="Freeform: Shape 1517">
                  <a:extLst>
                    <a:ext uri="{FF2B5EF4-FFF2-40B4-BE49-F238E27FC236}">
                      <a16:creationId xmlns:a16="http://schemas.microsoft.com/office/drawing/2014/main" id="{40E1CF27-08B5-7FFD-3CA3-A1C6463EAAC5}"/>
                    </a:ext>
                  </a:extLst>
                </p:cNvPr>
                <p:cNvSpPr/>
                <p:nvPr/>
              </p:nvSpPr>
              <p:spPr>
                <a:xfrm>
                  <a:off x="9673738" y="1835395"/>
                  <a:ext cx="150" cy="1006"/>
                </a:xfrm>
                <a:custGeom>
                  <a:avLst/>
                  <a:gdLst>
                    <a:gd name="connsiteX0" fmla="*/ 0 w 150"/>
                    <a:gd name="connsiteY0" fmla="*/ 185 h 1006"/>
                    <a:gd name="connsiteX1" fmla="*/ 150 w 150"/>
                    <a:gd name="connsiteY1" fmla="*/ 0 h 1006"/>
                    <a:gd name="connsiteX2" fmla="*/ 35 w 150"/>
                    <a:gd name="connsiteY2" fmla="*/ 1007 h 1006"/>
                    <a:gd name="connsiteX3" fmla="*/ 0 w 150"/>
                    <a:gd name="connsiteY3" fmla="*/ 185 h 1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0" h="1006">
                      <a:moveTo>
                        <a:pt x="0" y="185"/>
                      </a:moveTo>
                      <a:lnTo>
                        <a:pt x="150" y="0"/>
                      </a:lnTo>
                      <a:lnTo>
                        <a:pt x="35" y="1007"/>
                      </a:lnTo>
                      <a:lnTo>
                        <a:pt x="0" y="1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19" name="Freeform: Shape 1518">
                  <a:extLst>
                    <a:ext uri="{FF2B5EF4-FFF2-40B4-BE49-F238E27FC236}">
                      <a16:creationId xmlns:a16="http://schemas.microsoft.com/office/drawing/2014/main" id="{187E41E0-589D-CC75-DCFD-CDF1F5B0389C}"/>
                    </a:ext>
                  </a:extLst>
                </p:cNvPr>
                <p:cNvSpPr/>
                <p:nvPr/>
              </p:nvSpPr>
              <p:spPr>
                <a:xfrm>
                  <a:off x="7812823" y="3300392"/>
                  <a:ext cx="625" cy="474"/>
                </a:xfrm>
                <a:custGeom>
                  <a:avLst/>
                  <a:gdLst>
                    <a:gd name="connsiteX0" fmla="*/ 0 w 625"/>
                    <a:gd name="connsiteY0" fmla="*/ 69 h 474"/>
                    <a:gd name="connsiteX1" fmla="*/ 162 w 625"/>
                    <a:gd name="connsiteY1" fmla="*/ 0 h 474"/>
                    <a:gd name="connsiteX2" fmla="*/ 625 w 625"/>
                    <a:gd name="connsiteY2" fmla="*/ 474 h 474"/>
                    <a:gd name="connsiteX3" fmla="*/ 23 w 625"/>
                    <a:gd name="connsiteY3" fmla="*/ 116 h 474"/>
                    <a:gd name="connsiteX4" fmla="*/ 0 w 625"/>
                    <a:gd name="connsiteY4" fmla="*/ 69 h 4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5" h="474">
                      <a:moveTo>
                        <a:pt x="0" y="69"/>
                      </a:moveTo>
                      <a:lnTo>
                        <a:pt x="162" y="0"/>
                      </a:lnTo>
                      <a:lnTo>
                        <a:pt x="625" y="474"/>
                      </a:lnTo>
                      <a:lnTo>
                        <a:pt x="23" y="116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20" name="Freeform: Shape 1519">
                  <a:extLst>
                    <a:ext uri="{FF2B5EF4-FFF2-40B4-BE49-F238E27FC236}">
                      <a16:creationId xmlns:a16="http://schemas.microsoft.com/office/drawing/2014/main" id="{4704644B-DE95-B634-50DD-DB2DB1A68160}"/>
                    </a:ext>
                  </a:extLst>
                </p:cNvPr>
                <p:cNvSpPr/>
                <p:nvPr/>
              </p:nvSpPr>
              <p:spPr>
                <a:xfrm>
                  <a:off x="8269769" y="3462905"/>
                  <a:ext cx="683" cy="219"/>
                </a:xfrm>
                <a:custGeom>
                  <a:avLst/>
                  <a:gdLst>
                    <a:gd name="connsiteX0" fmla="*/ 0 w 683"/>
                    <a:gd name="connsiteY0" fmla="*/ 185 h 219"/>
                    <a:gd name="connsiteX1" fmla="*/ 46 w 683"/>
                    <a:gd name="connsiteY1" fmla="*/ 0 h 219"/>
                    <a:gd name="connsiteX2" fmla="*/ 683 w 683"/>
                    <a:gd name="connsiteY2" fmla="*/ 220 h 219"/>
                    <a:gd name="connsiteX3" fmla="*/ 0 w 683"/>
                    <a:gd name="connsiteY3" fmla="*/ 185 h 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3" h="219">
                      <a:moveTo>
                        <a:pt x="0" y="185"/>
                      </a:moveTo>
                      <a:lnTo>
                        <a:pt x="46" y="0"/>
                      </a:lnTo>
                      <a:lnTo>
                        <a:pt x="683" y="220"/>
                      </a:lnTo>
                      <a:lnTo>
                        <a:pt x="0" y="1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21" name="Freeform: Shape 1520">
                  <a:extLst>
                    <a:ext uri="{FF2B5EF4-FFF2-40B4-BE49-F238E27FC236}">
                      <a16:creationId xmlns:a16="http://schemas.microsoft.com/office/drawing/2014/main" id="{DC83B767-371B-0DA0-FAE9-D3939B47D8F9}"/>
                    </a:ext>
                  </a:extLst>
                </p:cNvPr>
                <p:cNvSpPr/>
                <p:nvPr/>
              </p:nvSpPr>
              <p:spPr>
                <a:xfrm>
                  <a:off x="8126992" y="3842826"/>
                  <a:ext cx="1122" cy="1226"/>
                </a:xfrm>
                <a:custGeom>
                  <a:avLst/>
                  <a:gdLst>
                    <a:gd name="connsiteX0" fmla="*/ 0 w 1122"/>
                    <a:gd name="connsiteY0" fmla="*/ 69 h 1226"/>
                    <a:gd name="connsiteX1" fmla="*/ 23 w 1122"/>
                    <a:gd name="connsiteY1" fmla="*/ 0 h 1226"/>
                    <a:gd name="connsiteX2" fmla="*/ 1077 w 1122"/>
                    <a:gd name="connsiteY2" fmla="*/ 1146 h 1226"/>
                    <a:gd name="connsiteX3" fmla="*/ 1123 w 1122"/>
                    <a:gd name="connsiteY3" fmla="*/ 1227 h 1226"/>
                    <a:gd name="connsiteX4" fmla="*/ 0 w 1122"/>
                    <a:gd name="connsiteY4" fmla="*/ 69 h 12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2" h="1226">
                      <a:moveTo>
                        <a:pt x="0" y="69"/>
                      </a:moveTo>
                      <a:lnTo>
                        <a:pt x="23" y="0"/>
                      </a:lnTo>
                      <a:lnTo>
                        <a:pt x="1077" y="1146"/>
                      </a:lnTo>
                      <a:lnTo>
                        <a:pt x="1123" y="1227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22" name="Freeform: Shape 1521">
                  <a:extLst>
                    <a:ext uri="{FF2B5EF4-FFF2-40B4-BE49-F238E27FC236}">
                      <a16:creationId xmlns:a16="http://schemas.microsoft.com/office/drawing/2014/main" id="{9E610021-C2C7-1AC8-AA61-6083C817F0D9}"/>
                    </a:ext>
                  </a:extLst>
                </p:cNvPr>
                <p:cNvSpPr/>
                <p:nvPr/>
              </p:nvSpPr>
              <p:spPr>
                <a:xfrm>
                  <a:off x="7858120" y="3153332"/>
                  <a:ext cx="636" cy="382"/>
                </a:xfrm>
                <a:custGeom>
                  <a:avLst/>
                  <a:gdLst>
                    <a:gd name="connsiteX0" fmla="*/ 0 w 636"/>
                    <a:gd name="connsiteY0" fmla="*/ 301 h 382"/>
                    <a:gd name="connsiteX1" fmla="*/ 637 w 636"/>
                    <a:gd name="connsiteY1" fmla="*/ 0 h 382"/>
                    <a:gd name="connsiteX2" fmla="*/ 243 w 636"/>
                    <a:gd name="connsiteY2" fmla="*/ 382 h 382"/>
                    <a:gd name="connsiteX3" fmla="*/ 0 w 636"/>
                    <a:gd name="connsiteY3" fmla="*/ 301 h 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6" h="382">
                      <a:moveTo>
                        <a:pt x="0" y="301"/>
                      </a:moveTo>
                      <a:lnTo>
                        <a:pt x="637" y="0"/>
                      </a:lnTo>
                      <a:lnTo>
                        <a:pt x="243" y="382"/>
                      </a:lnTo>
                      <a:lnTo>
                        <a:pt x="0" y="3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23" name="Freeform: Shape 1522">
                  <a:extLst>
                    <a:ext uri="{FF2B5EF4-FFF2-40B4-BE49-F238E27FC236}">
                      <a16:creationId xmlns:a16="http://schemas.microsoft.com/office/drawing/2014/main" id="{58C0D272-71EB-D479-9E6D-327365C51E40}"/>
                    </a:ext>
                  </a:extLst>
                </p:cNvPr>
                <p:cNvSpPr/>
                <p:nvPr/>
              </p:nvSpPr>
              <p:spPr>
                <a:xfrm>
                  <a:off x="8248481" y="3616390"/>
                  <a:ext cx="416" cy="474"/>
                </a:xfrm>
                <a:custGeom>
                  <a:avLst/>
                  <a:gdLst>
                    <a:gd name="connsiteX0" fmla="*/ 336 w 416"/>
                    <a:gd name="connsiteY0" fmla="*/ 139 h 474"/>
                    <a:gd name="connsiteX1" fmla="*/ 0 w 416"/>
                    <a:gd name="connsiteY1" fmla="*/ 474 h 474"/>
                    <a:gd name="connsiteX2" fmla="*/ 139 w 416"/>
                    <a:gd name="connsiteY2" fmla="*/ 69 h 474"/>
                    <a:gd name="connsiteX3" fmla="*/ 417 w 416"/>
                    <a:gd name="connsiteY3" fmla="*/ 0 h 474"/>
                    <a:gd name="connsiteX4" fmla="*/ 336 w 416"/>
                    <a:gd name="connsiteY4" fmla="*/ 139 h 4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6" h="474">
                      <a:moveTo>
                        <a:pt x="336" y="139"/>
                      </a:moveTo>
                      <a:lnTo>
                        <a:pt x="0" y="474"/>
                      </a:lnTo>
                      <a:lnTo>
                        <a:pt x="139" y="69"/>
                      </a:lnTo>
                      <a:lnTo>
                        <a:pt x="417" y="0"/>
                      </a:lnTo>
                      <a:lnTo>
                        <a:pt x="336" y="1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24" name="Freeform: Shape 1523">
                  <a:extLst>
                    <a:ext uri="{FF2B5EF4-FFF2-40B4-BE49-F238E27FC236}">
                      <a16:creationId xmlns:a16="http://schemas.microsoft.com/office/drawing/2014/main" id="{ED2B62C4-5F89-C272-F8CD-FD8E8852E547}"/>
                    </a:ext>
                  </a:extLst>
                </p:cNvPr>
                <p:cNvSpPr/>
                <p:nvPr/>
              </p:nvSpPr>
              <p:spPr>
                <a:xfrm>
                  <a:off x="8103574" y="2700379"/>
                  <a:ext cx="555" cy="254"/>
                </a:xfrm>
                <a:custGeom>
                  <a:avLst/>
                  <a:gdLst>
                    <a:gd name="connsiteX0" fmla="*/ 0 w 555"/>
                    <a:gd name="connsiteY0" fmla="*/ 162 h 254"/>
                    <a:gd name="connsiteX1" fmla="*/ 509 w 555"/>
                    <a:gd name="connsiteY1" fmla="*/ 12 h 254"/>
                    <a:gd name="connsiteX2" fmla="*/ 556 w 555"/>
                    <a:gd name="connsiteY2" fmla="*/ 0 h 254"/>
                    <a:gd name="connsiteX3" fmla="*/ 405 w 555"/>
                    <a:gd name="connsiteY3" fmla="*/ 255 h 254"/>
                    <a:gd name="connsiteX4" fmla="*/ 208 w 555"/>
                    <a:gd name="connsiteY4" fmla="*/ 208 h 254"/>
                    <a:gd name="connsiteX5" fmla="*/ 0 w 555"/>
                    <a:gd name="connsiteY5" fmla="*/ 162 h 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55" h="254">
                      <a:moveTo>
                        <a:pt x="0" y="162"/>
                      </a:moveTo>
                      <a:lnTo>
                        <a:pt x="509" y="12"/>
                      </a:lnTo>
                      <a:lnTo>
                        <a:pt x="556" y="0"/>
                      </a:lnTo>
                      <a:lnTo>
                        <a:pt x="405" y="255"/>
                      </a:lnTo>
                      <a:lnTo>
                        <a:pt x="208" y="208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25" name="Freeform: Shape 1524">
                  <a:extLst>
                    <a:ext uri="{FF2B5EF4-FFF2-40B4-BE49-F238E27FC236}">
                      <a16:creationId xmlns:a16="http://schemas.microsoft.com/office/drawing/2014/main" id="{F02818CD-6A18-5036-3D6E-2B0F7DE5879C}"/>
                    </a:ext>
                  </a:extLst>
                </p:cNvPr>
                <p:cNvSpPr/>
                <p:nvPr/>
              </p:nvSpPr>
              <p:spPr>
                <a:xfrm>
                  <a:off x="9453843" y="3526642"/>
                  <a:ext cx="521" cy="266"/>
                </a:xfrm>
                <a:custGeom>
                  <a:avLst/>
                  <a:gdLst>
                    <a:gd name="connsiteX0" fmla="*/ 0 w 521"/>
                    <a:gd name="connsiteY0" fmla="*/ 116 h 266"/>
                    <a:gd name="connsiteX1" fmla="*/ 417 w 521"/>
                    <a:gd name="connsiteY1" fmla="*/ 23 h 266"/>
                    <a:gd name="connsiteX2" fmla="*/ 521 w 521"/>
                    <a:gd name="connsiteY2" fmla="*/ 0 h 266"/>
                    <a:gd name="connsiteX3" fmla="*/ 313 w 521"/>
                    <a:gd name="connsiteY3" fmla="*/ 266 h 266"/>
                    <a:gd name="connsiteX4" fmla="*/ 0 w 521"/>
                    <a:gd name="connsiteY4" fmla="*/ 116 h 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1" h="266">
                      <a:moveTo>
                        <a:pt x="0" y="116"/>
                      </a:moveTo>
                      <a:lnTo>
                        <a:pt x="417" y="23"/>
                      </a:lnTo>
                      <a:lnTo>
                        <a:pt x="521" y="0"/>
                      </a:lnTo>
                      <a:lnTo>
                        <a:pt x="313" y="266"/>
                      </a:lnTo>
                      <a:lnTo>
                        <a:pt x="0" y="11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26" name="Freeform: Shape 1525">
                  <a:extLst>
                    <a:ext uri="{FF2B5EF4-FFF2-40B4-BE49-F238E27FC236}">
                      <a16:creationId xmlns:a16="http://schemas.microsoft.com/office/drawing/2014/main" id="{2D6E49B9-3A76-1B53-AA07-EADB9CE643DA}"/>
                    </a:ext>
                  </a:extLst>
                </p:cNvPr>
                <p:cNvSpPr/>
                <p:nvPr/>
              </p:nvSpPr>
              <p:spPr>
                <a:xfrm>
                  <a:off x="8332684" y="3483302"/>
                  <a:ext cx="208" cy="729"/>
                </a:xfrm>
                <a:custGeom>
                  <a:avLst/>
                  <a:gdLst>
                    <a:gd name="connsiteX0" fmla="*/ 0 w 208"/>
                    <a:gd name="connsiteY0" fmla="*/ 729 h 729"/>
                    <a:gd name="connsiteX1" fmla="*/ 208 w 208"/>
                    <a:gd name="connsiteY1" fmla="*/ 0 h 729"/>
                    <a:gd name="connsiteX2" fmla="*/ 150 w 208"/>
                    <a:gd name="connsiteY2" fmla="*/ 729 h 729"/>
                    <a:gd name="connsiteX3" fmla="*/ 0 w 208"/>
                    <a:gd name="connsiteY3" fmla="*/ 729 h 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8" h="729">
                      <a:moveTo>
                        <a:pt x="0" y="729"/>
                      </a:moveTo>
                      <a:lnTo>
                        <a:pt x="208" y="0"/>
                      </a:lnTo>
                      <a:lnTo>
                        <a:pt x="150" y="729"/>
                      </a:lnTo>
                      <a:lnTo>
                        <a:pt x="0" y="72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27" name="Freeform: Shape 1526">
                  <a:extLst>
                    <a:ext uri="{FF2B5EF4-FFF2-40B4-BE49-F238E27FC236}">
                      <a16:creationId xmlns:a16="http://schemas.microsoft.com/office/drawing/2014/main" id="{ABC5C560-3328-CEAA-2153-CBD1266C0BE0}"/>
                    </a:ext>
                  </a:extLst>
                </p:cNvPr>
                <p:cNvSpPr/>
                <p:nvPr/>
              </p:nvSpPr>
              <p:spPr>
                <a:xfrm>
                  <a:off x="9667730" y="1732856"/>
                  <a:ext cx="347" cy="682"/>
                </a:xfrm>
                <a:custGeom>
                  <a:avLst/>
                  <a:gdLst>
                    <a:gd name="connsiteX0" fmla="*/ 0 w 347"/>
                    <a:gd name="connsiteY0" fmla="*/ 683 h 682"/>
                    <a:gd name="connsiteX1" fmla="*/ 23 w 347"/>
                    <a:gd name="connsiteY1" fmla="*/ 347 h 682"/>
                    <a:gd name="connsiteX2" fmla="*/ 347 w 347"/>
                    <a:gd name="connsiteY2" fmla="*/ 0 h 682"/>
                    <a:gd name="connsiteX3" fmla="*/ 0 w 347"/>
                    <a:gd name="connsiteY3" fmla="*/ 683 h 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7" h="682">
                      <a:moveTo>
                        <a:pt x="0" y="683"/>
                      </a:moveTo>
                      <a:lnTo>
                        <a:pt x="23" y="347"/>
                      </a:lnTo>
                      <a:lnTo>
                        <a:pt x="347" y="0"/>
                      </a:lnTo>
                      <a:lnTo>
                        <a:pt x="0" y="68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28" name="Freeform: Shape 1527">
                  <a:extLst>
                    <a:ext uri="{FF2B5EF4-FFF2-40B4-BE49-F238E27FC236}">
                      <a16:creationId xmlns:a16="http://schemas.microsoft.com/office/drawing/2014/main" id="{DC1172B0-1A6C-330B-DA0A-5E929C7EFBEA}"/>
                    </a:ext>
                  </a:extLst>
                </p:cNvPr>
                <p:cNvSpPr/>
                <p:nvPr/>
              </p:nvSpPr>
              <p:spPr>
                <a:xfrm>
                  <a:off x="8530667" y="2740362"/>
                  <a:ext cx="578" cy="289"/>
                </a:xfrm>
                <a:custGeom>
                  <a:avLst/>
                  <a:gdLst>
                    <a:gd name="connsiteX0" fmla="*/ 0 w 578"/>
                    <a:gd name="connsiteY0" fmla="*/ 0 h 289"/>
                    <a:gd name="connsiteX1" fmla="*/ 428 w 578"/>
                    <a:gd name="connsiteY1" fmla="*/ 35 h 289"/>
                    <a:gd name="connsiteX2" fmla="*/ 579 w 578"/>
                    <a:gd name="connsiteY2" fmla="*/ 289 h 289"/>
                    <a:gd name="connsiteX3" fmla="*/ 0 w 578"/>
                    <a:gd name="connsiteY3" fmla="*/ 0 h 2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8" h="289">
                      <a:moveTo>
                        <a:pt x="0" y="0"/>
                      </a:moveTo>
                      <a:lnTo>
                        <a:pt x="428" y="35"/>
                      </a:lnTo>
                      <a:lnTo>
                        <a:pt x="579" y="28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29" name="Freeform: Shape 1528">
                  <a:extLst>
                    <a:ext uri="{FF2B5EF4-FFF2-40B4-BE49-F238E27FC236}">
                      <a16:creationId xmlns:a16="http://schemas.microsoft.com/office/drawing/2014/main" id="{46BC526F-2F19-0545-23EF-47C5E9B4B8EA}"/>
                    </a:ext>
                  </a:extLst>
                </p:cNvPr>
                <p:cNvSpPr/>
                <p:nvPr/>
              </p:nvSpPr>
              <p:spPr>
                <a:xfrm>
                  <a:off x="7832884" y="3222775"/>
                  <a:ext cx="393" cy="289"/>
                </a:xfrm>
                <a:custGeom>
                  <a:avLst/>
                  <a:gdLst>
                    <a:gd name="connsiteX0" fmla="*/ 0 w 393"/>
                    <a:gd name="connsiteY0" fmla="*/ 81 h 289"/>
                    <a:gd name="connsiteX1" fmla="*/ 313 w 393"/>
                    <a:gd name="connsiteY1" fmla="*/ 0 h 289"/>
                    <a:gd name="connsiteX2" fmla="*/ 394 w 393"/>
                    <a:gd name="connsiteY2" fmla="*/ 289 h 289"/>
                    <a:gd name="connsiteX3" fmla="*/ 0 w 393"/>
                    <a:gd name="connsiteY3" fmla="*/ 81 h 2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" h="289">
                      <a:moveTo>
                        <a:pt x="0" y="81"/>
                      </a:moveTo>
                      <a:lnTo>
                        <a:pt x="313" y="0"/>
                      </a:lnTo>
                      <a:lnTo>
                        <a:pt x="394" y="289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30" name="Freeform: Shape 1529">
                  <a:extLst>
                    <a:ext uri="{FF2B5EF4-FFF2-40B4-BE49-F238E27FC236}">
                      <a16:creationId xmlns:a16="http://schemas.microsoft.com/office/drawing/2014/main" id="{E527193C-CDF6-B7DF-56EC-EA8CBF291428}"/>
                    </a:ext>
                  </a:extLst>
                </p:cNvPr>
                <p:cNvSpPr/>
                <p:nvPr/>
              </p:nvSpPr>
              <p:spPr>
                <a:xfrm>
                  <a:off x="8136311" y="4330784"/>
                  <a:ext cx="289" cy="300"/>
                </a:xfrm>
                <a:custGeom>
                  <a:avLst/>
                  <a:gdLst>
                    <a:gd name="connsiteX0" fmla="*/ 46 w 289"/>
                    <a:gd name="connsiteY0" fmla="*/ 0 h 300"/>
                    <a:gd name="connsiteX1" fmla="*/ 243 w 289"/>
                    <a:gd name="connsiteY1" fmla="*/ 0 h 300"/>
                    <a:gd name="connsiteX2" fmla="*/ 289 w 289"/>
                    <a:gd name="connsiteY2" fmla="*/ 70 h 300"/>
                    <a:gd name="connsiteX3" fmla="*/ 0 w 289"/>
                    <a:gd name="connsiteY3" fmla="*/ 301 h 300"/>
                    <a:gd name="connsiteX4" fmla="*/ 46 w 289"/>
                    <a:gd name="connsiteY4" fmla="*/ 0 h 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9" h="300">
                      <a:moveTo>
                        <a:pt x="46" y="0"/>
                      </a:moveTo>
                      <a:lnTo>
                        <a:pt x="243" y="0"/>
                      </a:lnTo>
                      <a:lnTo>
                        <a:pt x="289" y="70"/>
                      </a:lnTo>
                      <a:lnTo>
                        <a:pt x="0" y="301"/>
                      </a:lnTo>
                      <a:lnTo>
                        <a:pt x="46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31" name="Freeform: Shape 1530">
                  <a:extLst>
                    <a:ext uri="{FF2B5EF4-FFF2-40B4-BE49-F238E27FC236}">
                      <a16:creationId xmlns:a16="http://schemas.microsoft.com/office/drawing/2014/main" id="{F5BE03E1-3289-4DA2-E7D9-7A9D8A5AF878}"/>
                    </a:ext>
                  </a:extLst>
                </p:cNvPr>
                <p:cNvSpPr/>
                <p:nvPr/>
              </p:nvSpPr>
              <p:spPr>
                <a:xfrm>
                  <a:off x="7993742" y="3029192"/>
                  <a:ext cx="567" cy="266"/>
                </a:xfrm>
                <a:custGeom>
                  <a:avLst/>
                  <a:gdLst>
                    <a:gd name="connsiteX0" fmla="*/ 0 w 567"/>
                    <a:gd name="connsiteY0" fmla="*/ 266 h 266"/>
                    <a:gd name="connsiteX1" fmla="*/ 382 w 567"/>
                    <a:gd name="connsiteY1" fmla="*/ 0 h 266"/>
                    <a:gd name="connsiteX2" fmla="*/ 567 w 567"/>
                    <a:gd name="connsiteY2" fmla="*/ 93 h 266"/>
                    <a:gd name="connsiteX3" fmla="*/ 0 w 567"/>
                    <a:gd name="connsiteY3" fmla="*/ 266 h 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7" h="266">
                      <a:moveTo>
                        <a:pt x="0" y="266"/>
                      </a:moveTo>
                      <a:lnTo>
                        <a:pt x="382" y="0"/>
                      </a:lnTo>
                      <a:lnTo>
                        <a:pt x="567" y="93"/>
                      </a:lnTo>
                      <a:lnTo>
                        <a:pt x="0" y="26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32" name="Freeform: Shape 1531">
                  <a:extLst>
                    <a:ext uri="{FF2B5EF4-FFF2-40B4-BE49-F238E27FC236}">
                      <a16:creationId xmlns:a16="http://schemas.microsoft.com/office/drawing/2014/main" id="{4D72E519-ABC1-0496-7664-BADE54E6DEC9}"/>
                    </a:ext>
                  </a:extLst>
                </p:cNvPr>
                <p:cNvSpPr/>
                <p:nvPr/>
              </p:nvSpPr>
              <p:spPr>
                <a:xfrm>
                  <a:off x="7826934" y="3048119"/>
                  <a:ext cx="416" cy="682"/>
                </a:xfrm>
                <a:custGeom>
                  <a:avLst/>
                  <a:gdLst>
                    <a:gd name="connsiteX0" fmla="*/ 0 w 416"/>
                    <a:gd name="connsiteY0" fmla="*/ 35 h 682"/>
                    <a:gd name="connsiteX1" fmla="*/ 69 w 416"/>
                    <a:gd name="connsiteY1" fmla="*/ 0 h 682"/>
                    <a:gd name="connsiteX2" fmla="*/ 127 w 416"/>
                    <a:gd name="connsiteY2" fmla="*/ 35 h 682"/>
                    <a:gd name="connsiteX3" fmla="*/ 417 w 416"/>
                    <a:gd name="connsiteY3" fmla="*/ 683 h 682"/>
                    <a:gd name="connsiteX4" fmla="*/ 0 w 416"/>
                    <a:gd name="connsiteY4" fmla="*/ 35 h 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6" h="682">
                      <a:moveTo>
                        <a:pt x="0" y="35"/>
                      </a:moveTo>
                      <a:lnTo>
                        <a:pt x="69" y="0"/>
                      </a:lnTo>
                      <a:lnTo>
                        <a:pt x="127" y="35"/>
                      </a:lnTo>
                      <a:lnTo>
                        <a:pt x="417" y="683"/>
                      </a:lnTo>
                      <a:lnTo>
                        <a:pt x="0" y="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33" name="Freeform: Shape 1532">
                  <a:extLst>
                    <a:ext uri="{FF2B5EF4-FFF2-40B4-BE49-F238E27FC236}">
                      <a16:creationId xmlns:a16="http://schemas.microsoft.com/office/drawing/2014/main" id="{6E675A07-B764-C12D-D1F7-81B26E672296}"/>
                    </a:ext>
                  </a:extLst>
                </p:cNvPr>
                <p:cNvSpPr/>
                <p:nvPr/>
              </p:nvSpPr>
              <p:spPr>
                <a:xfrm>
                  <a:off x="9669594" y="1777770"/>
                  <a:ext cx="127" cy="532"/>
                </a:xfrm>
                <a:custGeom>
                  <a:avLst/>
                  <a:gdLst>
                    <a:gd name="connsiteX0" fmla="*/ 0 w 127"/>
                    <a:gd name="connsiteY0" fmla="*/ 35 h 532"/>
                    <a:gd name="connsiteX1" fmla="*/ 46 w 127"/>
                    <a:gd name="connsiteY1" fmla="*/ 0 h 532"/>
                    <a:gd name="connsiteX2" fmla="*/ 128 w 127"/>
                    <a:gd name="connsiteY2" fmla="*/ 243 h 532"/>
                    <a:gd name="connsiteX3" fmla="*/ 0 w 127"/>
                    <a:gd name="connsiteY3" fmla="*/ 532 h 532"/>
                    <a:gd name="connsiteX4" fmla="*/ 0 w 127"/>
                    <a:gd name="connsiteY4" fmla="*/ 35 h 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7" h="532">
                      <a:moveTo>
                        <a:pt x="0" y="35"/>
                      </a:moveTo>
                      <a:lnTo>
                        <a:pt x="46" y="0"/>
                      </a:lnTo>
                      <a:lnTo>
                        <a:pt x="128" y="243"/>
                      </a:lnTo>
                      <a:lnTo>
                        <a:pt x="0" y="532"/>
                      </a:lnTo>
                      <a:lnTo>
                        <a:pt x="0" y="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34" name="Freeform: Shape 1533">
                  <a:extLst>
                    <a:ext uri="{FF2B5EF4-FFF2-40B4-BE49-F238E27FC236}">
                      <a16:creationId xmlns:a16="http://schemas.microsoft.com/office/drawing/2014/main" id="{AE5C3E1D-2102-402F-4F3D-3925FF84C80F}"/>
                    </a:ext>
                  </a:extLst>
                </p:cNvPr>
                <p:cNvSpPr/>
                <p:nvPr/>
              </p:nvSpPr>
              <p:spPr>
                <a:xfrm>
                  <a:off x="7831912" y="3264448"/>
                  <a:ext cx="393" cy="208"/>
                </a:xfrm>
                <a:custGeom>
                  <a:avLst/>
                  <a:gdLst>
                    <a:gd name="connsiteX0" fmla="*/ 0 w 393"/>
                    <a:gd name="connsiteY0" fmla="*/ 12 h 208"/>
                    <a:gd name="connsiteX1" fmla="*/ 394 w 393"/>
                    <a:gd name="connsiteY1" fmla="*/ 0 h 208"/>
                    <a:gd name="connsiteX2" fmla="*/ 278 w 393"/>
                    <a:gd name="connsiteY2" fmla="*/ 208 h 208"/>
                    <a:gd name="connsiteX3" fmla="*/ 0 w 393"/>
                    <a:gd name="connsiteY3" fmla="*/ 12 h 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" h="208">
                      <a:moveTo>
                        <a:pt x="0" y="12"/>
                      </a:moveTo>
                      <a:lnTo>
                        <a:pt x="394" y="0"/>
                      </a:lnTo>
                      <a:lnTo>
                        <a:pt x="278" y="208"/>
                      </a:lnTo>
                      <a:lnTo>
                        <a:pt x="0" y="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35" name="Freeform: Shape 1534">
                  <a:extLst>
                    <a:ext uri="{FF2B5EF4-FFF2-40B4-BE49-F238E27FC236}">
                      <a16:creationId xmlns:a16="http://schemas.microsoft.com/office/drawing/2014/main" id="{6596AC4F-CE68-B2A4-C162-7258D46746AE}"/>
                    </a:ext>
                  </a:extLst>
                </p:cNvPr>
                <p:cNvSpPr/>
                <p:nvPr/>
              </p:nvSpPr>
              <p:spPr>
                <a:xfrm>
                  <a:off x="8022879" y="2744692"/>
                  <a:ext cx="347" cy="231"/>
                </a:xfrm>
                <a:custGeom>
                  <a:avLst/>
                  <a:gdLst>
                    <a:gd name="connsiteX0" fmla="*/ 0 w 347"/>
                    <a:gd name="connsiteY0" fmla="*/ 208 h 231"/>
                    <a:gd name="connsiteX1" fmla="*/ 127 w 347"/>
                    <a:gd name="connsiteY1" fmla="*/ 0 h 231"/>
                    <a:gd name="connsiteX2" fmla="*/ 347 w 347"/>
                    <a:gd name="connsiteY2" fmla="*/ 220 h 231"/>
                    <a:gd name="connsiteX3" fmla="*/ 243 w 347"/>
                    <a:gd name="connsiteY3" fmla="*/ 232 h 231"/>
                    <a:gd name="connsiteX4" fmla="*/ 0 w 347"/>
                    <a:gd name="connsiteY4" fmla="*/ 208 h 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7" h="231">
                      <a:moveTo>
                        <a:pt x="0" y="208"/>
                      </a:moveTo>
                      <a:lnTo>
                        <a:pt x="127" y="0"/>
                      </a:lnTo>
                      <a:lnTo>
                        <a:pt x="347" y="220"/>
                      </a:lnTo>
                      <a:lnTo>
                        <a:pt x="243" y="232"/>
                      </a:lnTo>
                      <a:lnTo>
                        <a:pt x="0" y="20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36" name="Freeform: Shape 1535">
                  <a:extLst>
                    <a:ext uri="{FF2B5EF4-FFF2-40B4-BE49-F238E27FC236}">
                      <a16:creationId xmlns:a16="http://schemas.microsoft.com/office/drawing/2014/main" id="{737AA9E7-BCC6-2D94-CD47-A6D12489F739}"/>
                    </a:ext>
                  </a:extLst>
                </p:cNvPr>
                <p:cNvSpPr/>
                <p:nvPr/>
              </p:nvSpPr>
              <p:spPr>
                <a:xfrm>
                  <a:off x="8391478" y="4232852"/>
                  <a:ext cx="92" cy="671"/>
                </a:xfrm>
                <a:custGeom>
                  <a:avLst/>
                  <a:gdLst>
                    <a:gd name="connsiteX0" fmla="*/ 81 w 92"/>
                    <a:gd name="connsiteY0" fmla="*/ 625 h 671"/>
                    <a:gd name="connsiteX1" fmla="*/ 46 w 92"/>
                    <a:gd name="connsiteY1" fmla="*/ 671 h 671"/>
                    <a:gd name="connsiteX2" fmla="*/ 0 w 92"/>
                    <a:gd name="connsiteY2" fmla="*/ 0 h 671"/>
                    <a:gd name="connsiteX3" fmla="*/ 93 w 92"/>
                    <a:gd name="connsiteY3" fmla="*/ 93 h 671"/>
                    <a:gd name="connsiteX4" fmla="*/ 81 w 92"/>
                    <a:gd name="connsiteY4" fmla="*/ 625 h 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2" h="671">
                      <a:moveTo>
                        <a:pt x="81" y="625"/>
                      </a:moveTo>
                      <a:lnTo>
                        <a:pt x="46" y="671"/>
                      </a:lnTo>
                      <a:lnTo>
                        <a:pt x="0" y="0"/>
                      </a:lnTo>
                      <a:lnTo>
                        <a:pt x="93" y="93"/>
                      </a:lnTo>
                      <a:lnTo>
                        <a:pt x="81" y="62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37" name="Freeform: Shape 1536">
                  <a:extLst>
                    <a:ext uri="{FF2B5EF4-FFF2-40B4-BE49-F238E27FC236}">
                      <a16:creationId xmlns:a16="http://schemas.microsoft.com/office/drawing/2014/main" id="{71493FD5-B1B8-8418-5FA4-EB5F707B4414}"/>
                    </a:ext>
                  </a:extLst>
                </p:cNvPr>
                <p:cNvSpPr/>
                <p:nvPr/>
              </p:nvSpPr>
              <p:spPr>
                <a:xfrm>
                  <a:off x="7999160" y="2809320"/>
                  <a:ext cx="127" cy="624"/>
                </a:xfrm>
                <a:custGeom>
                  <a:avLst/>
                  <a:gdLst>
                    <a:gd name="connsiteX0" fmla="*/ 0 w 127"/>
                    <a:gd name="connsiteY0" fmla="*/ 127 h 624"/>
                    <a:gd name="connsiteX1" fmla="*/ 46 w 127"/>
                    <a:gd name="connsiteY1" fmla="*/ 81 h 624"/>
                    <a:gd name="connsiteX2" fmla="*/ 127 w 127"/>
                    <a:gd name="connsiteY2" fmla="*/ 0 h 624"/>
                    <a:gd name="connsiteX3" fmla="*/ 81 w 127"/>
                    <a:gd name="connsiteY3" fmla="*/ 625 h 624"/>
                    <a:gd name="connsiteX4" fmla="*/ 0 w 127"/>
                    <a:gd name="connsiteY4" fmla="*/ 127 h 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7" h="624">
                      <a:moveTo>
                        <a:pt x="0" y="127"/>
                      </a:moveTo>
                      <a:lnTo>
                        <a:pt x="46" y="81"/>
                      </a:lnTo>
                      <a:lnTo>
                        <a:pt x="127" y="0"/>
                      </a:lnTo>
                      <a:lnTo>
                        <a:pt x="81" y="625"/>
                      </a:lnTo>
                      <a:lnTo>
                        <a:pt x="0" y="1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38" name="Freeform: Shape 1537">
                  <a:extLst>
                    <a:ext uri="{FF2B5EF4-FFF2-40B4-BE49-F238E27FC236}">
                      <a16:creationId xmlns:a16="http://schemas.microsoft.com/office/drawing/2014/main" id="{E6A5FF76-A1A1-4B1B-E99D-E117EE304F7A}"/>
                    </a:ext>
                  </a:extLst>
                </p:cNvPr>
                <p:cNvSpPr/>
                <p:nvPr/>
              </p:nvSpPr>
              <p:spPr>
                <a:xfrm>
                  <a:off x="7985084" y="2798137"/>
                  <a:ext cx="277" cy="393"/>
                </a:xfrm>
                <a:custGeom>
                  <a:avLst/>
                  <a:gdLst>
                    <a:gd name="connsiteX0" fmla="*/ 46 w 277"/>
                    <a:gd name="connsiteY0" fmla="*/ 185 h 393"/>
                    <a:gd name="connsiteX1" fmla="*/ 255 w 277"/>
                    <a:gd name="connsiteY1" fmla="*/ 0 h 393"/>
                    <a:gd name="connsiteX2" fmla="*/ 278 w 277"/>
                    <a:gd name="connsiteY2" fmla="*/ 58 h 393"/>
                    <a:gd name="connsiteX3" fmla="*/ 46 w 277"/>
                    <a:gd name="connsiteY3" fmla="*/ 394 h 393"/>
                    <a:gd name="connsiteX4" fmla="*/ 0 w 277"/>
                    <a:gd name="connsiteY4" fmla="*/ 370 h 393"/>
                    <a:gd name="connsiteX5" fmla="*/ 46 w 277"/>
                    <a:gd name="connsiteY5" fmla="*/ 185 h 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7" h="393">
                      <a:moveTo>
                        <a:pt x="46" y="185"/>
                      </a:moveTo>
                      <a:lnTo>
                        <a:pt x="255" y="0"/>
                      </a:lnTo>
                      <a:lnTo>
                        <a:pt x="278" y="58"/>
                      </a:lnTo>
                      <a:lnTo>
                        <a:pt x="46" y="394"/>
                      </a:lnTo>
                      <a:lnTo>
                        <a:pt x="0" y="370"/>
                      </a:lnTo>
                      <a:lnTo>
                        <a:pt x="46" y="1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39" name="Freeform: Shape 1538">
                  <a:extLst>
                    <a:ext uri="{FF2B5EF4-FFF2-40B4-BE49-F238E27FC236}">
                      <a16:creationId xmlns:a16="http://schemas.microsoft.com/office/drawing/2014/main" id="{A8AFF9E1-7C16-00C5-44D1-56CB02885375}"/>
                    </a:ext>
                  </a:extLst>
                </p:cNvPr>
                <p:cNvSpPr/>
                <p:nvPr/>
              </p:nvSpPr>
              <p:spPr>
                <a:xfrm>
                  <a:off x="7851162" y="3164606"/>
                  <a:ext cx="335" cy="324"/>
                </a:xfrm>
                <a:custGeom>
                  <a:avLst/>
                  <a:gdLst>
                    <a:gd name="connsiteX0" fmla="*/ 0 w 335"/>
                    <a:gd name="connsiteY0" fmla="*/ 324 h 324"/>
                    <a:gd name="connsiteX1" fmla="*/ 12 w 335"/>
                    <a:gd name="connsiteY1" fmla="*/ 104 h 324"/>
                    <a:gd name="connsiteX2" fmla="*/ 336 w 335"/>
                    <a:gd name="connsiteY2" fmla="*/ 0 h 324"/>
                    <a:gd name="connsiteX3" fmla="*/ 0 w 335"/>
                    <a:gd name="connsiteY3" fmla="*/ 324 h 3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5" h="324">
                      <a:moveTo>
                        <a:pt x="0" y="324"/>
                      </a:moveTo>
                      <a:lnTo>
                        <a:pt x="12" y="104"/>
                      </a:lnTo>
                      <a:lnTo>
                        <a:pt x="336" y="0"/>
                      </a:lnTo>
                      <a:lnTo>
                        <a:pt x="0" y="3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40" name="Freeform: Shape 1539">
                  <a:extLst>
                    <a:ext uri="{FF2B5EF4-FFF2-40B4-BE49-F238E27FC236}">
                      <a16:creationId xmlns:a16="http://schemas.microsoft.com/office/drawing/2014/main" id="{EB892BC1-996B-9654-C805-7F7F2A81D7C6}"/>
                    </a:ext>
                  </a:extLst>
                </p:cNvPr>
                <p:cNvSpPr/>
                <p:nvPr/>
              </p:nvSpPr>
              <p:spPr>
                <a:xfrm>
                  <a:off x="8261446" y="4196284"/>
                  <a:ext cx="150" cy="416"/>
                </a:xfrm>
                <a:custGeom>
                  <a:avLst/>
                  <a:gdLst>
                    <a:gd name="connsiteX0" fmla="*/ 127 w 150"/>
                    <a:gd name="connsiteY0" fmla="*/ 301 h 416"/>
                    <a:gd name="connsiteX1" fmla="*/ 116 w 150"/>
                    <a:gd name="connsiteY1" fmla="*/ 417 h 416"/>
                    <a:gd name="connsiteX2" fmla="*/ 104 w 150"/>
                    <a:gd name="connsiteY2" fmla="*/ 359 h 416"/>
                    <a:gd name="connsiteX3" fmla="*/ 0 w 150"/>
                    <a:gd name="connsiteY3" fmla="*/ 69 h 416"/>
                    <a:gd name="connsiteX4" fmla="*/ 150 w 150"/>
                    <a:gd name="connsiteY4" fmla="*/ 0 h 416"/>
                    <a:gd name="connsiteX5" fmla="*/ 127 w 150"/>
                    <a:gd name="connsiteY5" fmla="*/ 301 h 4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0" h="416">
                      <a:moveTo>
                        <a:pt x="127" y="301"/>
                      </a:moveTo>
                      <a:lnTo>
                        <a:pt x="116" y="417"/>
                      </a:lnTo>
                      <a:lnTo>
                        <a:pt x="104" y="359"/>
                      </a:lnTo>
                      <a:lnTo>
                        <a:pt x="0" y="69"/>
                      </a:lnTo>
                      <a:lnTo>
                        <a:pt x="150" y="0"/>
                      </a:lnTo>
                      <a:lnTo>
                        <a:pt x="127" y="30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41" name="Freeform: Shape 1540">
                  <a:extLst>
                    <a:ext uri="{FF2B5EF4-FFF2-40B4-BE49-F238E27FC236}">
                      <a16:creationId xmlns:a16="http://schemas.microsoft.com/office/drawing/2014/main" id="{E55429A7-7E0F-8E86-CBEA-D087678D4D24}"/>
                    </a:ext>
                  </a:extLst>
                </p:cNvPr>
                <p:cNvSpPr/>
                <p:nvPr/>
              </p:nvSpPr>
              <p:spPr>
                <a:xfrm>
                  <a:off x="9122194" y="4762089"/>
                  <a:ext cx="162" cy="416"/>
                </a:xfrm>
                <a:custGeom>
                  <a:avLst/>
                  <a:gdLst>
                    <a:gd name="connsiteX0" fmla="*/ 46 w 162"/>
                    <a:gd name="connsiteY0" fmla="*/ 35 h 416"/>
                    <a:gd name="connsiteX1" fmla="*/ 139 w 162"/>
                    <a:gd name="connsiteY1" fmla="*/ 208 h 416"/>
                    <a:gd name="connsiteX2" fmla="*/ 162 w 162"/>
                    <a:gd name="connsiteY2" fmla="*/ 243 h 416"/>
                    <a:gd name="connsiteX3" fmla="*/ 58 w 162"/>
                    <a:gd name="connsiteY3" fmla="*/ 417 h 416"/>
                    <a:gd name="connsiteX4" fmla="*/ 0 w 162"/>
                    <a:gd name="connsiteY4" fmla="*/ 0 h 416"/>
                    <a:gd name="connsiteX5" fmla="*/ 46 w 162"/>
                    <a:gd name="connsiteY5" fmla="*/ 35 h 4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2" h="416">
                      <a:moveTo>
                        <a:pt x="46" y="35"/>
                      </a:moveTo>
                      <a:lnTo>
                        <a:pt x="139" y="208"/>
                      </a:lnTo>
                      <a:lnTo>
                        <a:pt x="162" y="243"/>
                      </a:lnTo>
                      <a:lnTo>
                        <a:pt x="58" y="417"/>
                      </a:lnTo>
                      <a:lnTo>
                        <a:pt x="0" y="0"/>
                      </a:lnTo>
                      <a:lnTo>
                        <a:pt x="46" y="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42" name="Freeform: Shape 1541">
                  <a:extLst>
                    <a:ext uri="{FF2B5EF4-FFF2-40B4-BE49-F238E27FC236}">
                      <a16:creationId xmlns:a16="http://schemas.microsoft.com/office/drawing/2014/main" id="{8955BF65-EB78-4665-7759-B6E56232B73E}"/>
                    </a:ext>
                  </a:extLst>
                </p:cNvPr>
                <p:cNvSpPr/>
                <p:nvPr/>
              </p:nvSpPr>
              <p:spPr>
                <a:xfrm>
                  <a:off x="9726675" y="1698360"/>
                  <a:ext cx="382" cy="370"/>
                </a:xfrm>
                <a:custGeom>
                  <a:avLst/>
                  <a:gdLst>
                    <a:gd name="connsiteX0" fmla="*/ 185 w 382"/>
                    <a:gd name="connsiteY0" fmla="*/ 232 h 370"/>
                    <a:gd name="connsiteX1" fmla="*/ 0 w 382"/>
                    <a:gd name="connsiteY1" fmla="*/ 370 h 370"/>
                    <a:gd name="connsiteX2" fmla="*/ 208 w 382"/>
                    <a:gd name="connsiteY2" fmla="*/ 127 h 370"/>
                    <a:gd name="connsiteX3" fmla="*/ 324 w 382"/>
                    <a:gd name="connsiteY3" fmla="*/ 0 h 370"/>
                    <a:gd name="connsiteX4" fmla="*/ 382 w 382"/>
                    <a:gd name="connsiteY4" fmla="*/ 104 h 370"/>
                    <a:gd name="connsiteX5" fmla="*/ 185 w 382"/>
                    <a:gd name="connsiteY5" fmla="*/ 232 h 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2" h="370">
                      <a:moveTo>
                        <a:pt x="185" y="232"/>
                      </a:moveTo>
                      <a:lnTo>
                        <a:pt x="0" y="370"/>
                      </a:lnTo>
                      <a:lnTo>
                        <a:pt x="208" y="127"/>
                      </a:lnTo>
                      <a:lnTo>
                        <a:pt x="324" y="0"/>
                      </a:lnTo>
                      <a:lnTo>
                        <a:pt x="382" y="104"/>
                      </a:lnTo>
                      <a:lnTo>
                        <a:pt x="185" y="2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43" name="Freeform: Shape 1542">
                  <a:extLst>
                    <a:ext uri="{FF2B5EF4-FFF2-40B4-BE49-F238E27FC236}">
                      <a16:creationId xmlns:a16="http://schemas.microsoft.com/office/drawing/2014/main" id="{FECB5F69-783D-4555-C27E-5F5729AFCBF7}"/>
                    </a:ext>
                  </a:extLst>
                </p:cNvPr>
                <p:cNvSpPr/>
                <p:nvPr/>
              </p:nvSpPr>
              <p:spPr>
                <a:xfrm>
                  <a:off x="8046274" y="3947935"/>
                  <a:ext cx="219" cy="277"/>
                </a:xfrm>
                <a:custGeom>
                  <a:avLst/>
                  <a:gdLst>
                    <a:gd name="connsiteX0" fmla="*/ 0 w 219"/>
                    <a:gd name="connsiteY0" fmla="*/ 162 h 277"/>
                    <a:gd name="connsiteX1" fmla="*/ 35 w 219"/>
                    <a:gd name="connsiteY1" fmla="*/ 0 h 277"/>
                    <a:gd name="connsiteX2" fmla="*/ 220 w 219"/>
                    <a:gd name="connsiteY2" fmla="*/ 278 h 277"/>
                    <a:gd name="connsiteX3" fmla="*/ 35 w 219"/>
                    <a:gd name="connsiteY3" fmla="*/ 231 h 277"/>
                    <a:gd name="connsiteX4" fmla="*/ 0 w 219"/>
                    <a:gd name="connsiteY4" fmla="*/ 162 h 2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9" h="277">
                      <a:moveTo>
                        <a:pt x="0" y="162"/>
                      </a:moveTo>
                      <a:lnTo>
                        <a:pt x="35" y="0"/>
                      </a:lnTo>
                      <a:lnTo>
                        <a:pt x="220" y="278"/>
                      </a:lnTo>
                      <a:lnTo>
                        <a:pt x="35" y="231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44" name="Freeform: Shape 1543">
                  <a:extLst>
                    <a:ext uri="{FF2B5EF4-FFF2-40B4-BE49-F238E27FC236}">
                      <a16:creationId xmlns:a16="http://schemas.microsoft.com/office/drawing/2014/main" id="{459B4D38-A512-0E43-A8A8-C565D2A24DCF}"/>
                    </a:ext>
                  </a:extLst>
                </p:cNvPr>
                <p:cNvSpPr/>
                <p:nvPr/>
              </p:nvSpPr>
              <p:spPr>
                <a:xfrm>
                  <a:off x="7991937" y="2796239"/>
                  <a:ext cx="208" cy="324"/>
                </a:xfrm>
                <a:custGeom>
                  <a:avLst/>
                  <a:gdLst>
                    <a:gd name="connsiteX0" fmla="*/ 0 w 208"/>
                    <a:gd name="connsiteY0" fmla="*/ 324 h 324"/>
                    <a:gd name="connsiteX1" fmla="*/ 116 w 208"/>
                    <a:gd name="connsiteY1" fmla="*/ 0 h 324"/>
                    <a:gd name="connsiteX2" fmla="*/ 208 w 208"/>
                    <a:gd name="connsiteY2" fmla="*/ 139 h 324"/>
                    <a:gd name="connsiteX3" fmla="*/ 0 w 208"/>
                    <a:gd name="connsiteY3" fmla="*/ 324 h 3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8" h="324">
                      <a:moveTo>
                        <a:pt x="0" y="324"/>
                      </a:moveTo>
                      <a:lnTo>
                        <a:pt x="116" y="0"/>
                      </a:lnTo>
                      <a:lnTo>
                        <a:pt x="208" y="139"/>
                      </a:lnTo>
                      <a:lnTo>
                        <a:pt x="0" y="32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45" name="Freeform: Shape 1544">
                  <a:extLst>
                    <a:ext uri="{FF2B5EF4-FFF2-40B4-BE49-F238E27FC236}">
                      <a16:creationId xmlns:a16="http://schemas.microsoft.com/office/drawing/2014/main" id="{394459F2-F85A-CEF1-F50C-987002FCF6A3}"/>
                    </a:ext>
                  </a:extLst>
                </p:cNvPr>
                <p:cNvSpPr/>
                <p:nvPr/>
              </p:nvSpPr>
              <p:spPr>
                <a:xfrm>
                  <a:off x="8136554" y="2837507"/>
                  <a:ext cx="254" cy="520"/>
                </a:xfrm>
                <a:custGeom>
                  <a:avLst/>
                  <a:gdLst>
                    <a:gd name="connsiteX0" fmla="*/ 0 w 254"/>
                    <a:gd name="connsiteY0" fmla="*/ 46 h 520"/>
                    <a:gd name="connsiteX1" fmla="*/ 69 w 254"/>
                    <a:gd name="connsiteY1" fmla="*/ 0 h 520"/>
                    <a:gd name="connsiteX2" fmla="*/ 255 w 254"/>
                    <a:gd name="connsiteY2" fmla="*/ 521 h 520"/>
                    <a:gd name="connsiteX3" fmla="*/ 0 w 254"/>
                    <a:gd name="connsiteY3" fmla="*/ 46 h 5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" h="520">
                      <a:moveTo>
                        <a:pt x="0" y="46"/>
                      </a:moveTo>
                      <a:lnTo>
                        <a:pt x="69" y="0"/>
                      </a:lnTo>
                      <a:lnTo>
                        <a:pt x="255" y="521"/>
                      </a:lnTo>
                      <a:lnTo>
                        <a:pt x="0" y="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46" name="Freeform: Shape 1545">
                  <a:extLst>
                    <a:ext uri="{FF2B5EF4-FFF2-40B4-BE49-F238E27FC236}">
                      <a16:creationId xmlns:a16="http://schemas.microsoft.com/office/drawing/2014/main" id="{E46CDC52-7D9B-C723-633C-3E7CE265EB3C}"/>
                    </a:ext>
                  </a:extLst>
                </p:cNvPr>
                <p:cNvSpPr/>
                <p:nvPr/>
              </p:nvSpPr>
              <p:spPr>
                <a:xfrm>
                  <a:off x="8188159" y="2752135"/>
                  <a:ext cx="266" cy="173"/>
                </a:xfrm>
                <a:custGeom>
                  <a:avLst/>
                  <a:gdLst>
                    <a:gd name="connsiteX0" fmla="*/ 243 w 266"/>
                    <a:gd name="connsiteY0" fmla="*/ 46 h 173"/>
                    <a:gd name="connsiteX1" fmla="*/ 174 w 266"/>
                    <a:gd name="connsiteY1" fmla="*/ 174 h 173"/>
                    <a:gd name="connsiteX2" fmla="*/ 46 w 266"/>
                    <a:gd name="connsiteY2" fmla="*/ 81 h 173"/>
                    <a:gd name="connsiteX3" fmla="*/ 0 w 266"/>
                    <a:gd name="connsiteY3" fmla="*/ 46 h 173"/>
                    <a:gd name="connsiteX4" fmla="*/ 266 w 266"/>
                    <a:gd name="connsiteY4" fmla="*/ 0 h 173"/>
                    <a:gd name="connsiteX5" fmla="*/ 243 w 266"/>
                    <a:gd name="connsiteY5" fmla="*/ 46 h 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6" h="173">
                      <a:moveTo>
                        <a:pt x="243" y="46"/>
                      </a:moveTo>
                      <a:lnTo>
                        <a:pt x="174" y="174"/>
                      </a:lnTo>
                      <a:lnTo>
                        <a:pt x="46" y="81"/>
                      </a:lnTo>
                      <a:lnTo>
                        <a:pt x="0" y="46"/>
                      </a:lnTo>
                      <a:lnTo>
                        <a:pt x="266" y="0"/>
                      </a:lnTo>
                      <a:lnTo>
                        <a:pt x="243" y="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47" name="Freeform: Shape 1546">
                  <a:extLst>
                    <a:ext uri="{FF2B5EF4-FFF2-40B4-BE49-F238E27FC236}">
                      <a16:creationId xmlns:a16="http://schemas.microsoft.com/office/drawing/2014/main" id="{1904E090-FE8F-2F7C-8565-FA1CC76BE77E}"/>
                    </a:ext>
                  </a:extLst>
                </p:cNvPr>
                <p:cNvSpPr/>
                <p:nvPr/>
              </p:nvSpPr>
              <p:spPr>
                <a:xfrm>
                  <a:off x="8115440" y="2897192"/>
                  <a:ext cx="185" cy="208"/>
                </a:xfrm>
                <a:custGeom>
                  <a:avLst/>
                  <a:gdLst>
                    <a:gd name="connsiteX0" fmla="*/ 0 w 185"/>
                    <a:gd name="connsiteY0" fmla="*/ 23 h 208"/>
                    <a:gd name="connsiteX1" fmla="*/ 70 w 185"/>
                    <a:gd name="connsiteY1" fmla="*/ 12 h 208"/>
                    <a:gd name="connsiteX2" fmla="*/ 185 w 185"/>
                    <a:gd name="connsiteY2" fmla="*/ 0 h 208"/>
                    <a:gd name="connsiteX3" fmla="*/ 150 w 185"/>
                    <a:gd name="connsiteY3" fmla="*/ 208 h 208"/>
                    <a:gd name="connsiteX4" fmla="*/ 58 w 185"/>
                    <a:gd name="connsiteY4" fmla="*/ 93 h 208"/>
                    <a:gd name="connsiteX5" fmla="*/ 0 w 185"/>
                    <a:gd name="connsiteY5" fmla="*/ 23 h 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5" h="208">
                      <a:moveTo>
                        <a:pt x="0" y="23"/>
                      </a:moveTo>
                      <a:lnTo>
                        <a:pt x="70" y="12"/>
                      </a:lnTo>
                      <a:lnTo>
                        <a:pt x="185" y="0"/>
                      </a:lnTo>
                      <a:lnTo>
                        <a:pt x="150" y="208"/>
                      </a:lnTo>
                      <a:lnTo>
                        <a:pt x="58" y="93"/>
                      </a:lnTo>
                      <a:lnTo>
                        <a:pt x="0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48" name="Freeform: Shape 1547">
                  <a:extLst>
                    <a:ext uri="{FF2B5EF4-FFF2-40B4-BE49-F238E27FC236}">
                      <a16:creationId xmlns:a16="http://schemas.microsoft.com/office/drawing/2014/main" id="{98303F4C-82D8-A626-0669-60AB7ABCD6FB}"/>
                    </a:ext>
                  </a:extLst>
                </p:cNvPr>
                <p:cNvSpPr/>
                <p:nvPr/>
              </p:nvSpPr>
              <p:spPr>
                <a:xfrm>
                  <a:off x="9693383" y="1899027"/>
                  <a:ext cx="173" cy="358"/>
                </a:xfrm>
                <a:custGeom>
                  <a:avLst/>
                  <a:gdLst>
                    <a:gd name="connsiteX0" fmla="*/ 0 w 173"/>
                    <a:gd name="connsiteY0" fmla="*/ 0 h 358"/>
                    <a:gd name="connsiteX1" fmla="*/ 23 w 173"/>
                    <a:gd name="connsiteY1" fmla="*/ 69 h 358"/>
                    <a:gd name="connsiteX2" fmla="*/ 173 w 173"/>
                    <a:gd name="connsiteY2" fmla="*/ 359 h 358"/>
                    <a:gd name="connsiteX3" fmla="*/ 58 w 173"/>
                    <a:gd name="connsiteY3" fmla="*/ 301 h 358"/>
                    <a:gd name="connsiteX4" fmla="*/ 23 w 173"/>
                    <a:gd name="connsiteY4" fmla="*/ 278 h 358"/>
                    <a:gd name="connsiteX5" fmla="*/ 0 w 173"/>
                    <a:gd name="connsiteY5" fmla="*/ 0 h 3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3" h="358">
                      <a:moveTo>
                        <a:pt x="0" y="0"/>
                      </a:moveTo>
                      <a:lnTo>
                        <a:pt x="23" y="69"/>
                      </a:lnTo>
                      <a:lnTo>
                        <a:pt x="173" y="359"/>
                      </a:lnTo>
                      <a:lnTo>
                        <a:pt x="58" y="301"/>
                      </a:lnTo>
                      <a:lnTo>
                        <a:pt x="23" y="27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49" name="Freeform: Shape 1548">
                  <a:extLst>
                    <a:ext uri="{FF2B5EF4-FFF2-40B4-BE49-F238E27FC236}">
                      <a16:creationId xmlns:a16="http://schemas.microsoft.com/office/drawing/2014/main" id="{C4D78EC6-D0AB-B9DA-A05B-48F110A9E59E}"/>
                    </a:ext>
                  </a:extLst>
                </p:cNvPr>
                <p:cNvSpPr/>
                <p:nvPr/>
              </p:nvSpPr>
              <p:spPr>
                <a:xfrm>
                  <a:off x="9590160" y="1694007"/>
                  <a:ext cx="358" cy="162"/>
                </a:xfrm>
                <a:custGeom>
                  <a:avLst/>
                  <a:gdLst>
                    <a:gd name="connsiteX0" fmla="*/ 0 w 358"/>
                    <a:gd name="connsiteY0" fmla="*/ 0 h 162"/>
                    <a:gd name="connsiteX1" fmla="*/ 359 w 358"/>
                    <a:gd name="connsiteY1" fmla="*/ 93 h 162"/>
                    <a:gd name="connsiteX2" fmla="*/ 208 w 358"/>
                    <a:gd name="connsiteY2" fmla="*/ 162 h 162"/>
                    <a:gd name="connsiteX3" fmla="*/ 0 w 358"/>
                    <a:gd name="connsiteY3" fmla="*/ 0 h 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8" h="162">
                      <a:moveTo>
                        <a:pt x="0" y="0"/>
                      </a:moveTo>
                      <a:lnTo>
                        <a:pt x="359" y="93"/>
                      </a:lnTo>
                      <a:lnTo>
                        <a:pt x="208" y="16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50" name="Freeform: Shape 1549">
                  <a:extLst>
                    <a:ext uri="{FF2B5EF4-FFF2-40B4-BE49-F238E27FC236}">
                      <a16:creationId xmlns:a16="http://schemas.microsoft.com/office/drawing/2014/main" id="{8DDD02A3-DB46-F67D-2BB0-542E3B0D0C2E}"/>
                    </a:ext>
                  </a:extLst>
                </p:cNvPr>
                <p:cNvSpPr/>
                <p:nvPr/>
              </p:nvSpPr>
              <p:spPr>
                <a:xfrm>
                  <a:off x="7908289" y="2813325"/>
                  <a:ext cx="80" cy="416"/>
                </a:xfrm>
                <a:custGeom>
                  <a:avLst/>
                  <a:gdLst>
                    <a:gd name="connsiteX0" fmla="*/ 0 w 80"/>
                    <a:gd name="connsiteY0" fmla="*/ 370 h 416"/>
                    <a:gd name="connsiteX1" fmla="*/ 35 w 80"/>
                    <a:gd name="connsiteY1" fmla="*/ 0 h 416"/>
                    <a:gd name="connsiteX2" fmla="*/ 81 w 80"/>
                    <a:gd name="connsiteY2" fmla="*/ 301 h 416"/>
                    <a:gd name="connsiteX3" fmla="*/ 46 w 80"/>
                    <a:gd name="connsiteY3" fmla="*/ 417 h 416"/>
                    <a:gd name="connsiteX4" fmla="*/ 0 w 80"/>
                    <a:gd name="connsiteY4" fmla="*/ 370 h 4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" h="416">
                      <a:moveTo>
                        <a:pt x="0" y="370"/>
                      </a:moveTo>
                      <a:lnTo>
                        <a:pt x="35" y="0"/>
                      </a:lnTo>
                      <a:lnTo>
                        <a:pt x="81" y="301"/>
                      </a:lnTo>
                      <a:lnTo>
                        <a:pt x="46" y="417"/>
                      </a:lnTo>
                      <a:lnTo>
                        <a:pt x="0" y="3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51" name="Freeform: Shape 1550">
                  <a:extLst>
                    <a:ext uri="{FF2B5EF4-FFF2-40B4-BE49-F238E27FC236}">
                      <a16:creationId xmlns:a16="http://schemas.microsoft.com/office/drawing/2014/main" id="{02BCE7C1-FF48-E58A-DED0-3EC232EC5F48}"/>
                    </a:ext>
                  </a:extLst>
                </p:cNvPr>
                <p:cNvSpPr/>
                <p:nvPr/>
              </p:nvSpPr>
              <p:spPr>
                <a:xfrm>
                  <a:off x="9626196" y="1547607"/>
                  <a:ext cx="243" cy="243"/>
                </a:xfrm>
                <a:custGeom>
                  <a:avLst/>
                  <a:gdLst>
                    <a:gd name="connsiteX0" fmla="*/ 0 w 243"/>
                    <a:gd name="connsiteY0" fmla="*/ 0 h 243"/>
                    <a:gd name="connsiteX1" fmla="*/ 243 w 243"/>
                    <a:gd name="connsiteY1" fmla="*/ 150 h 243"/>
                    <a:gd name="connsiteX2" fmla="*/ 174 w 243"/>
                    <a:gd name="connsiteY2" fmla="*/ 243 h 243"/>
                    <a:gd name="connsiteX3" fmla="*/ 0 w 243"/>
                    <a:gd name="connsiteY3" fmla="*/ 0 h 2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" h="243">
                      <a:moveTo>
                        <a:pt x="0" y="0"/>
                      </a:moveTo>
                      <a:lnTo>
                        <a:pt x="243" y="150"/>
                      </a:lnTo>
                      <a:lnTo>
                        <a:pt x="174" y="24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52" name="Freeform: Shape 1551">
                  <a:extLst>
                    <a:ext uri="{FF2B5EF4-FFF2-40B4-BE49-F238E27FC236}">
                      <a16:creationId xmlns:a16="http://schemas.microsoft.com/office/drawing/2014/main" id="{5A0BE214-6CDD-47A1-0C7B-8BAD2CA2427F}"/>
                    </a:ext>
                  </a:extLst>
                </p:cNvPr>
                <p:cNvSpPr/>
                <p:nvPr/>
              </p:nvSpPr>
              <p:spPr>
                <a:xfrm>
                  <a:off x="8187361" y="2673801"/>
                  <a:ext cx="266" cy="161"/>
                </a:xfrm>
                <a:custGeom>
                  <a:avLst/>
                  <a:gdLst>
                    <a:gd name="connsiteX0" fmla="*/ 0 w 266"/>
                    <a:gd name="connsiteY0" fmla="*/ 127 h 161"/>
                    <a:gd name="connsiteX1" fmla="*/ 266 w 266"/>
                    <a:gd name="connsiteY1" fmla="*/ 0 h 161"/>
                    <a:gd name="connsiteX2" fmla="*/ 197 w 266"/>
                    <a:gd name="connsiteY2" fmla="*/ 69 h 161"/>
                    <a:gd name="connsiteX3" fmla="*/ 220 w 266"/>
                    <a:gd name="connsiteY3" fmla="*/ 162 h 161"/>
                    <a:gd name="connsiteX4" fmla="*/ 0 w 266"/>
                    <a:gd name="connsiteY4" fmla="*/ 127 h 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" h="161">
                      <a:moveTo>
                        <a:pt x="0" y="127"/>
                      </a:moveTo>
                      <a:lnTo>
                        <a:pt x="266" y="0"/>
                      </a:lnTo>
                      <a:lnTo>
                        <a:pt x="197" y="69"/>
                      </a:lnTo>
                      <a:lnTo>
                        <a:pt x="220" y="162"/>
                      </a:lnTo>
                      <a:lnTo>
                        <a:pt x="0" y="1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53" name="Freeform: Shape 1552">
                  <a:extLst>
                    <a:ext uri="{FF2B5EF4-FFF2-40B4-BE49-F238E27FC236}">
                      <a16:creationId xmlns:a16="http://schemas.microsoft.com/office/drawing/2014/main" id="{A6A1F5DF-75CF-CEC0-9EEE-B882BE433018}"/>
                    </a:ext>
                  </a:extLst>
                </p:cNvPr>
                <p:cNvSpPr/>
                <p:nvPr/>
              </p:nvSpPr>
              <p:spPr>
                <a:xfrm>
                  <a:off x="7890162" y="2931063"/>
                  <a:ext cx="162" cy="208"/>
                </a:xfrm>
                <a:custGeom>
                  <a:avLst/>
                  <a:gdLst>
                    <a:gd name="connsiteX0" fmla="*/ 0 w 162"/>
                    <a:gd name="connsiteY0" fmla="*/ 81 h 208"/>
                    <a:gd name="connsiteX1" fmla="*/ 162 w 162"/>
                    <a:gd name="connsiteY1" fmla="*/ 0 h 208"/>
                    <a:gd name="connsiteX2" fmla="*/ 81 w 162"/>
                    <a:gd name="connsiteY2" fmla="*/ 208 h 208"/>
                    <a:gd name="connsiteX3" fmla="*/ 0 w 162"/>
                    <a:gd name="connsiteY3" fmla="*/ 81 h 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2" h="208">
                      <a:moveTo>
                        <a:pt x="0" y="81"/>
                      </a:moveTo>
                      <a:lnTo>
                        <a:pt x="162" y="0"/>
                      </a:lnTo>
                      <a:lnTo>
                        <a:pt x="81" y="208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54" name="Freeform: Shape 1553">
                  <a:extLst>
                    <a:ext uri="{FF2B5EF4-FFF2-40B4-BE49-F238E27FC236}">
                      <a16:creationId xmlns:a16="http://schemas.microsoft.com/office/drawing/2014/main" id="{5EC831E5-750F-0F01-C345-A06E2F5AA20A}"/>
                    </a:ext>
                  </a:extLst>
                </p:cNvPr>
                <p:cNvSpPr/>
                <p:nvPr/>
              </p:nvSpPr>
              <p:spPr>
                <a:xfrm>
                  <a:off x="7990003" y="2778702"/>
                  <a:ext cx="277" cy="196"/>
                </a:xfrm>
                <a:custGeom>
                  <a:avLst/>
                  <a:gdLst>
                    <a:gd name="connsiteX0" fmla="*/ 220 w 277"/>
                    <a:gd name="connsiteY0" fmla="*/ 139 h 196"/>
                    <a:gd name="connsiteX1" fmla="*/ 0 w 277"/>
                    <a:gd name="connsiteY1" fmla="*/ 197 h 196"/>
                    <a:gd name="connsiteX2" fmla="*/ 278 w 277"/>
                    <a:gd name="connsiteY2" fmla="*/ 0 h 196"/>
                    <a:gd name="connsiteX3" fmla="*/ 220 w 277"/>
                    <a:gd name="connsiteY3" fmla="*/ 139 h 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7" h="196">
                      <a:moveTo>
                        <a:pt x="220" y="139"/>
                      </a:moveTo>
                      <a:lnTo>
                        <a:pt x="0" y="197"/>
                      </a:lnTo>
                      <a:lnTo>
                        <a:pt x="278" y="0"/>
                      </a:lnTo>
                      <a:lnTo>
                        <a:pt x="220" y="1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55" name="Freeform: Shape 1554">
                  <a:extLst>
                    <a:ext uri="{FF2B5EF4-FFF2-40B4-BE49-F238E27FC236}">
                      <a16:creationId xmlns:a16="http://schemas.microsoft.com/office/drawing/2014/main" id="{F0137A6D-8D8C-4927-B93A-256CEF056992}"/>
                    </a:ext>
                  </a:extLst>
                </p:cNvPr>
                <p:cNvSpPr/>
                <p:nvPr/>
              </p:nvSpPr>
              <p:spPr>
                <a:xfrm>
                  <a:off x="9693533" y="1899803"/>
                  <a:ext cx="231" cy="127"/>
                </a:xfrm>
                <a:custGeom>
                  <a:avLst/>
                  <a:gdLst>
                    <a:gd name="connsiteX0" fmla="*/ 0 w 231"/>
                    <a:gd name="connsiteY0" fmla="*/ 12 h 127"/>
                    <a:gd name="connsiteX1" fmla="*/ 208 w 231"/>
                    <a:gd name="connsiteY1" fmla="*/ 0 h 127"/>
                    <a:gd name="connsiteX2" fmla="*/ 231 w 231"/>
                    <a:gd name="connsiteY2" fmla="*/ 127 h 127"/>
                    <a:gd name="connsiteX3" fmla="*/ 0 w 231"/>
                    <a:gd name="connsiteY3" fmla="*/ 12 h 1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1" h="127">
                      <a:moveTo>
                        <a:pt x="0" y="12"/>
                      </a:moveTo>
                      <a:lnTo>
                        <a:pt x="208" y="0"/>
                      </a:lnTo>
                      <a:lnTo>
                        <a:pt x="231" y="127"/>
                      </a:lnTo>
                      <a:lnTo>
                        <a:pt x="0" y="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56" name="Freeform: Shape 1555">
                  <a:extLst>
                    <a:ext uri="{FF2B5EF4-FFF2-40B4-BE49-F238E27FC236}">
                      <a16:creationId xmlns:a16="http://schemas.microsoft.com/office/drawing/2014/main" id="{398CBA79-AF73-0A87-CEC9-EC34FC30E268}"/>
                    </a:ext>
                  </a:extLst>
                </p:cNvPr>
                <p:cNvSpPr/>
                <p:nvPr/>
              </p:nvSpPr>
              <p:spPr>
                <a:xfrm>
                  <a:off x="7890231" y="2888221"/>
                  <a:ext cx="162" cy="266"/>
                </a:xfrm>
                <a:custGeom>
                  <a:avLst/>
                  <a:gdLst>
                    <a:gd name="connsiteX0" fmla="*/ 12 w 162"/>
                    <a:gd name="connsiteY0" fmla="*/ 46 h 266"/>
                    <a:gd name="connsiteX1" fmla="*/ 81 w 162"/>
                    <a:gd name="connsiteY1" fmla="*/ 81 h 266"/>
                    <a:gd name="connsiteX2" fmla="*/ 162 w 162"/>
                    <a:gd name="connsiteY2" fmla="*/ 0 h 266"/>
                    <a:gd name="connsiteX3" fmla="*/ 23 w 162"/>
                    <a:gd name="connsiteY3" fmla="*/ 266 h 266"/>
                    <a:gd name="connsiteX4" fmla="*/ 0 w 162"/>
                    <a:gd name="connsiteY4" fmla="*/ 174 h 266"/>
                    <a:gd name="connsiteX5" fmla="*/ 23 w 162"/>
                    <a:gd name="connsiteY5" fmla="*/ 150 h 266"/>
                    <a:gd name="connsiteX6" fmla="*/ 12 w 162"/>
                    <a:gd name="connsiteY6" fmla="*/ 46 h 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2" h="266">
                      <a:moveTo>
                        <a:pt x="12" y="46"/>
                      </a:moveTo>
                      <a:lnTo>
                        <a:pt x="81" y="81"/>
                      </a:lnTo>
                      <a:lnTo>
                        <a:pt x="162" y="0"/>
                      </a:lnTo>
                      <a:lnTo>
                        <a:pt x="23" y="266"/>
                      </a:lnTo>
                      <a:lnTo>
                        <a:pt x="0" y="174"/>
                      </a:lnTo>
                      <a:lnTo>
                        <a:pt x="23" y="150"/>
                      </a:lnTo>
                      <a:lnTo>
                        <a:pt x="12" y="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57" name="Freeform: Shape 1556">
                  <a:extLst>
                    <a:ext uri="{FF2B5EF4-FFF2-40B4-BE49-F238E27FC236}">
                      <a16:creationId xmlns:a16="http://schemas.microsoft.com/office/drawing/2014/main" id="{599FE6F5-3EED-340A-8905-BE574287AA42}"/>
                    </a:ext>
                  </a:extLst>
                </p:cNvPr>
                <p:cNvSpPr/>
                <p:nvPr/>
              </p:nvSpPr>
              <p:spPr>
                <a:xfrm>
                  <a:off x="8310806" y="4053900"/>
                  <a:ext cx="1632" cy="1643"/>
                </a:xfrm>
                <a:custGeom>
                  <a:avLst/>
                  <a:gdLst>
                    <a:gd name="connsiteX0" fmla="*/ 1621 w 1632"/>
                    <a:gd name="connsiteY0" fmla="*/ 23 h 1643"/>
                    <a:gd name="connsiteX1" fmla="*/ 0 w 1632"/>
                    <a:gd name="connsiteY1" fmla="*/ 1644 h 1643"/>
                    <a:gd name="connsiteX2" fmla="*/ 1632 w 1632"/>
                    <a:gd name="connsiteY2" fmla="*/ 0 h 1643"/>
                    <a:gd name="connsiteX3" fmla="*/ 1621 w 1632"/>
                    <a:gd name="connsiteY3" fmla="*/ 23 h 16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32" h="1643">
                      <a:moveTo>
                        <a:pt x="1621" y="23"/>
                      </a:moveTo>
                      <a:lnTo>
                        <a:pt x="0" y="1644"/>
                      </a:lnTo>
                      <a:lnTo>
                        <a:pt x="1632" y="0"/>
                      </a:lnTo>
                      <a:lnTo>
                        <a:pt x="1621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58" name="Freeform: Shape 1557">
                  <a:extLst>
                    <a:ext uri="{FF2B5EF4-FFF2-40B4-BE49-F238E27FC236}">
                      <a16:creationId xmlns:a16="http://schemas.microsoft.com/office/drawing/2014/main" id="{37C6E149-556A-FB9A-9A84-AD802C65E8B5}"/>
                    </a:ext>
                  </a:extLst>
                </p:cNvPr>
                <p:cNvSpPr/>
                <p:nvPr/>
              </p:nvSpPr>
              <p:spPr>
                <a:xfrm>
                  <a:off x="7417345" y="3007151"/>
                  <a:ext cx="115" cy="196"/>
                </a:xfrm>
                <a:custGeom>
                  <a:avLst/>
                  <a:gdLst>
                    <a:gd name="connsiteX0" fmla="*/ 0 w 115"/>
                    <a:gd name="connsiteY0" fmla="*/ 58 h 196"/>
                    <a:gd name="connsiteX1" fmla="*/ 116 w 115"/>
                    <a:gd name="connsiteY1" fmla="*/ 0 h 196"/>
                    <a:gd name="connsiteX2" fmla="*/ 104 w 115"/>
                    <a:gd name="connsiteY2" fmla="*/ 197 h 196"/>
                    <a:gd name="connsiteX3" fmla="*/ 0 w 115"/>
                    <a:gd name="connsiteY3" fmla="*/ 58 h 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" h="196">
                      <a:moveTo>
                        <a:pt x="0" y="58"/>
                      </a:moveTo>
                      <a:lnTo>
                        <a:pt x="116" y="0"/>
                      </a:lnTo>
                      <a:lnTo>
                        <a:pt x="104" y="197"/>
                      </a:lnTo>
                      <a:lnTo>
                        <a:pt x="0" y="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59" name="Freeform: Shape 1558">
                  <a:extLst>
                    <a:ext uri="{FF2B5EF4-FFF2-40B4-BE49-F238E27FC236}">
                      <a16:creationId xmlns:a16="http://schemas.microsoft.com/office/drawing/2014/main" id="{716C4D70-BB03-1C48-C09C-878D51C73093}"/>
                    </a:ext>
                  </a:extLst>
                </p:cNvPr>
                <p:cNvSpPr/>
                <p:nvPr/>
              </p:nvSpPr>
              <p:spPr>
                <a:xfrm>
                  <a:off x="8053057" y="3188615"/>
                  <a:ext cx="243" cy="300"/>
                </a:xfrm>
                <a:custGeom>
                  <a:avLst/>
                  <a:gdLst>
                    <a:gd name="connsiteX0" fmla="*/ 0 w 243"/>
                    <a:gd name="connsiteY0" fmla="*/ 35 h 300"/>
                    <a:gd name="connsiteX1" fmla="*/ 58 w 243"/>
                    <a:gd name="connsiteY1" fmla="*/ 0 h 300"/>
                    <a:gd name="connsiteX2" fmla="*/ 243 w 243"/>
                    <a:gd name="connsiteY2" fmla="*/ 301 h 300"/>
                    <a:gd name="connsiteX3" fmla="*/ 0 w 243"/>
                    <a:gd name="connsiteY3" fmla="*/ 35 h 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" h="300">
                      <a:moveTo>
                        <a:pt x="0" y="35"/>
                      </a:moveTo>
                      <a:lnTo>
                        <a:pt x="58" y="0"/>
                      </a:lnTo>
                      <a:lnTo>
                        <a:pt x="243" y="301"/>
                      </a:lnTo>
                      <a:lnTo>
                        <a:pt x="0" y="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60" name="Freeform: Shape 1559">
                  <a:extLst>
                    <a:ext uri="{FF2B5EF4-FFF2-40B4-BE49-F238E27FC236}">
                      <a16:creationId xmlns:a16="http://schemas.microsoft.com/office/drawing/2014/main" id="{B9854859-0D49-DC17-4302-C86C4E2B7E79}"/>
                    </a:ext>
                  </a:extLst>
                </p:cNvPr>
                <p:cNvSpPr/>
                <p:nvPr/>
              </p:nvSpPr>
              <p:spPr>
                <a:xfrm>
                  <a:off x="8177625" y="2758606"/>
                  <a:ext cx="289" cy="92"/>
                </a:xfrm>
                <a:custGeom>
                  <a:avLst/>
                  <a:gdLst>
                    <a:gd name="connsiteX0" fmla="*/ 0 w 289"/>
                    <a:gd name="connsiteY0" fmla="*/ 58 h 92"/>
                    <a:gd name="connsiteX1" fmla="*/ 289 w 289"/>
                    <a:gd name="connsiteY1" fmla="*/ 0 h 92"/>
                    <a:gd name="connsiteX2" fmla="*/ 255 w 289"/>
                    <a:gd name="connsiteY2" fmla="*/ 93 h 92"/>
                    <a:gd name="connsiteX3" fmla="*/ 0 w 289"/>
                    <a:gd name="connsiteY3" fmla="*/ 58 h 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9" h="92">
                      <a:moveTo>
                        <a:pt x="0" y="58"/>
                      </a:moveTo>
                      <a:lnTo>
                        <a:pt x="289" y="0"/>
                      </a:lnTo>
                      <a:lnTo>
                        <a:pt x="255" y="93"/>
                      </a:lnTo>
                      <a:lnTo>
                        <a:pt x="0" y="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61" name="Freeform: Shape 1560">
                  <a:extLst>
                    <a:ext uri="{FF2B5EF4-FFF2-40B4-BE49-F238E27FC236}">
                      <a16:creationId xmlns:a16="http://schemas.microsoft.com/office/drawing/2014/main" id="{732190E1-B1D9-7D20-AF8E-DABAA8002320}"/>
                    </a:ext>
                  </a:extLst>
                </p:cNvPr>
                <p:cNvSpPr/>
                <p:nvPr/>
              </p:nvSpPr>
              <p:spPr>
                <a:xfrm>
                  <a:off x="8189282" y="4150512"/>
                  <a:ext cx="266" cy="544"/>
                </a:xfrm>
                <a:custGeom>
                  <a:avLst/>
                  <a:gdLst>
                    <a:gd name="connsiteX0" fmla="*/ 0 w 266"/>
                    <a:gd name="connsiteY0" fmla="*/ 544 h 544"/>
                    <a:gd name="connsiteX1" fmla="*/ 255 w 266"/>
                    <a:gd name="connsiteY1" fmla="*/ 0 h 544"/>
                    <a:gd name="connsiteX2" fmla="*/ 266 w 266"/>
                    <a:gd name="connsiteY2" fmla="*/ 58 h 544"/>
                    <a:gd name="connsiteX3" fmla="*/ 0 w 266"/>
                    <a:gd name="connsiteY3" fmla="*/ 544 h 5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" h="544">
                      <a:moveTo>
                        <a:pt x="0" y="544"/>
                      </a:moveTo>
                      <a:lnTo>
                        <a:pt x="255" y="0"/>
                      </a:lnTo>
                      <a:lnTo>
                        <a:pt x="266" y="58"/>
                      </a:lnTo>
                      <a:lnTo>
                        <a:pt x="0" y="54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62" name="Freeform: Shape 1561">
                  <a:extLst>
                    <a:ext uri="{FF2B5EF4-FFF2-40B4-BE49-F238E27FC236}">
                      <a16:creationId xmlns:a16="http://schemas.microsoft.com/office/drawing/2014/main" id="{C88A9C9F-EBC9-2D08-E557-70C7A0E82DFD}"/>
                    </a:ext>
                  </a:extLst>
                </p:cNvPr>
                <p:cNvSpPr/>
                <p:nvPr/>
              </p:nvSpPr>
              <p:spPr>
                <a:xfrm>
                  <a:off x="8009983" y="3027351"/>
                  <a:ext cx="173" cy="162"/>
                </a:xfrm>
                <a:custGeom>
                  <a:avLst/>
                  <a:gdLst>
                    <a:gd name="connsiteX0" fmla="*/ 0 w 173"/>
                    <a:gd name="connsiteY0" fmla="*/ 127 h 162"/>
                    <a:gd name="connsiteX1" fmla="*/ 70 w 173"/>
                    <a:gd name="connsiteY1" fmla="*/ 0 h 162"/>
                    <a:gd name="connsiteX2" fmla="*/ 174 w 173"/>
                    <a:gd name="connsiteY2" fmla="*/ 162 h 162"/>
                    <a:gd name="connsiteX3" fmla="*/ 0 w 173"/>
                    <a:gd name="connsiteY3" fmla="*/ 127 h 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3" h="162">
                      <a:moveTo>
                        <a:pt x="0" y="127"/>
                      </a:moveTo>
                      <a:lnTo>
                        <a:pt x="70" y="0"/>
                      </a:lnTo>
                      <a:lnTo>
                        <a:pt x="174" y="162"/>
                      </a:lnTo>
                      <a:lnTo>
                        <a:pt x="0" y="12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63" name="Freeform: Shape 1562">
                  <a:extLst>
                    <a:ext uri="{FF2B5EF4-FFF2-40B4-BE49-F238E27FC236}">
                      <a16:creationId xmlns:a16="http://schemas.microsoft.com/office/drawing/2014/main" id="{38F075A4-A094-DA38-0F10-384498167FE7}"/>
                    </a:ext>
                  </a:extLst>
                </p:cNvPr>
                <p:cNvSpPr/>
                <p:nvPr/>
              </p:nvSpPr>
              <p:spPr>
                <a:xfrm>
                  <a:off x="7818044" y="3275920"/>
                  <a:ext cx="196" cy="150"/>
                </a:xfrm>
                <a:custGeom>
                  <a:avLst/>
                  <a:gdLst>
                    <a:gd name="connsiteX0" fmla="*/ 0 w 196"/>
                    <a:gd name="connsiteY0" fmla="*/ 104 h 150"/>
                    <a:gd name="connsiteX1" fmla="*/ 81 w 196"/>
                    <a:gd name="connsiteY1" fmla="*/ 0 h 150"/>
                    <a:gd name="connsiteX2" fmla="*/ 197 w 196"/>
                    <a:gd name="connsiteY2" fmla="*/ 150 h 150"/>
                    <a:gd name="connsiteX3" fmla="*/ 0 w 196"/>
                    <a:gd name="connsiteY3" fmla="*/ 104 h 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6" h="150">
                      <a:moveTo>
                        <a:pt x="0" y="104"/>
                      </a:moveTo>
                      <a:lnTo>
                        <a:pt x="81" y="0"/>
                      </a:lnTo>
                      <a:lnTo>
                        <a:pt x="197" y="150"/>
                      </a:lnTo>
                      <a:lnTo>
                        <a:pt x="0" y="10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64" name="Freeform: Shape 1563">
                  <a:extLst>
                    <a:ext uri="{FF2B5EF4-FFF2-40B4-BE49-F238E27FC236}">
                      <a16:creationId xmlns:a16="http://schemas.microsoft.com/office/drawing/2014/main" id="{EA28DD97-0ECE-5784-DDDA-3246D415DAD7}"/>
                    </a:ext>
                  </a:extLst>
                </p:cNvPr>
                <p:cNvSpPr/>
                <p:nvPr/>
              </p:nvSpPr>
              <p:spPr>
                <a:xfrm>
                  <a:off x="8186550" y="2672169"/>
                  <a:ext cx="162" cy="138"/>
                </a:xfrm>
                <a:custGeom>
                  <a:avLst/>
                  <a:gdLst>
                    <a:gd name="connsiteX0" fmla="*/ 162 w 162"/>
                    <a:gd name="connsiteY0" fmla="*/ 23 h 138"/>
                    <a:gd name="connsiteX1" fmla="*/ 139 w 162"/>
                    <a:gd name="connsiteY1" fmla="*/ 139 h 138"/>
                    <a:gd name="connsiteX2" fmla="*/ 0 w 162"/>
                    <a:gd name="connsiteY2" fmla="*/ 58 h 138"/>
                    <a:gd name="connsiteX3" fmla="*/ 81 w 162"/>
                    <a:gd name="connsiteY3" fmla="*/ 23 h 138"/>
                    <a:gd name="connsiteX4" fmla="*/ 162 w 162"/>
                    <a:gd name="connsiteY4" fmla="*/ 0 h 138"/>
                    <a:gd name="connsiteX5" fmla="*/ 162 w 162"/>
                    <a:gd name="connsiteY5" fmla="*/ 23 h 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2" h="138">
                      <a:moveTo>
                        <a:pt x="162" y="23"/>
                      </a:moveTo>
                      <a:lnTo>
                        <a:pt x="139" y="139"/>
                      </a:lnTo>
                      <a:lnTo>
                        <a:pt x="0" y="58"/>
                      </a:lnTo>
                      <a:lnTo>
                        <a:pt x="81" y="23"/>
                      </a:lnTo>
                      <a:lnTo>
                        <a:pt x="162" y="0"/>
                      </a:lnTo>
                      <a:lnTo>
                        <a:pt x="162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65" name="Freeform: Shape 1564">
                  <a:extLst>
                    <a:ext uri="{FF2B5EF4-FFF2-40B4-BE49-F238E27FC236}">
                      <a16:creationId xmlns:a16="http://schemas.microsoft.com/office/drawing/2014/main" id="{0EC47A88-A104-4907-D495-9CB74D355256}"/>
                    </a:ext>
                  </a:extLst>
                </p:cNvPr>
                <p:cNvSpPr/>
                <p:nvPr/>
              </p:nvSpPr>
              <p:spPr>
                <a:xfrm>
                  <a:off x="7778246" y="3459977"/>
                  <a:ext cx="185" cy="173"/>
                </a:xfrm>
                <a:custGeom>
                  <a:avLst/>
                  <a:gdLst>
                    <a:gd name="connsiteX0" fmla="*/ 0 w 185"/>
                    <a:gd name="connsiteY0" fmla="*/ 0 h 173"/>
                    <a:gd name="connsiteX1" fmla="*/ 185 w 185"/>
                    <a:gd name="connsiteY1" fmla="*/ 173 h 173"/>
                    <a:gd name="connsiteX2" fmla="*/ 69 w 185"/>
                    <a:gd name="connsiteY2" fmla="*/ 173 h 173"/>
                    <a:gd name="connsiteX3" fmla="*/ 0 w 185"/>
                    <a:gd name="connsiteY3" fmla="*/ 0 h 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5" h="173">
                      <a:moveTo>
                        <a:pt x="0" y="0"/>
                      </a:moveTo>
                      <a:lnTo>
                        <a:pt x="185" y="173"/>
                      </a:lnTo>
                      <a:lnTo>
                        <a:pt x="69" y="17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66" name="Freeform: Shape 1565">
                  <a:extLst>
                    <a:ext uri="{FF2B5EF4-FFF2-40B4-BE49-F238E27FC236}">
                      <a16:creationId xmlns:a16="http://schemas.microsoft.com/office/drawing/2014/main" id="{EC3D33D4-67DA-D5DC-A1D2-BB9E953AF27E}"/>
                    </a:ext>
                  </a:extLst>
                </p:cNvPr>
                <p:cNvSpPr/>
                <p:nvPr/>
              </p:nvSpPr>
              <p:spPr>
                <a:xfrm>
                  <a:off x="8165586" y="2647952"/>
                  <a:ext cx="104" cy="243"/>
                </a:xfrm>
                <a:custGeom>
                  <a:avLst/>
                  <a:gdLst>
                    <a:gd name="connsiteX0" fmla="*/ 0 w 104"/>
                    <a:gd name="connsiteY0" fmla="*/ 69 h 243"/>
                    <a:gd name="connsiteX1" fmla="*/ 104 w 104"/>
                    <a:gd name="connsiteY1" fmla="*/ 0 h 243"/>
                    <a:gd name="connsiteX2" fmla="*/ 70 w 104"/>
                    <a:gd name="connsiteY2" fmla="*/ 243 h 243"/>
                    <a:gd name="connsiteX3" fmla="*/ 0 w 104"/>
                    <a:gd name="connsiteY3" fmla="*/ 69 h 2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" h="243">
                      <a:moveTo>
                        <a:pt x="0" y="69"/>
                      </a:moveTo>
                      <a:lnTo>
                        <a:pt x="104" y="0"/>
                      </a:lnTo>
                      <a:lnTo>
                        <a:pt x="70" y="243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67" name="Freeform: Shape 1566">
                  <a:extLst>
                    <a:ext uri="{FF2B5EF4-FFF2-40B4-BE49-F238E27FC236}">
                      <a16:creationId xmlns:a16="http://schemas.microsoft.com/office/drawing/2014/main" id="{CB85E9AC-ED85-5F91-59C7-906DA1308FD7}"/>
                    </a:ext>
                  </a:extLst>
                </p:cNvPr>
                <p:cNvSpPr/>
                <p:nvPr/>
              </p:nvSpPr>
              <p:spPr>
                <a:xfrm>
                  <a:off x="9539979" y="3323046"/>
                  <a:ext cx="196" cy="92"/>
                </a:xfrm>
                <a:custGeom>
                  <a:avLst/>
                  <a:gdLst>
                    <a:gd name="connsiteX0" fmla="*/ 0 w 196"/>
                    <a:gd name="connsiteY0" fmla="*/ 12 h 92"/>
                    <a:gd name="connsiteX1" fmla="*/ 197 w 196"/>
                    <a:gd name="connsiteY1" fmla="*/ 0 h 92"/>
                    <a:gd name="connsiteX2" fmla="*/ 162 w 196"/>
                    <a:gd name="connsiteY2" fmla="*/ 93 h 92"/>
                    <a:gd name="connsiteX3" fmla="*/ 139 w 196"/>
                    <a:gd name="connsiteY3" fmla="*/ 81 h 92"/>
                    <a:gd name="connsiteX4" fmla="*/ 0 w 196"/>
                    <a:gd name="connsiteY4" fmla="*/ 12 h 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6" h="92">
                      <a:moveTo>
                        <a:pt x="0" y="12"/>
                      </a:moveTo>
                      <a:lnTo>
                        <a:pt x="197" y="0"/>
                      </a:lnTo>
                      <a:lnTo>
                        <a:pt x="162" y="93"/>
                      </a:lnTo>
                      <a:lnTo>
                        <a:pt x="139" y="81"/>
                      </a:lnTo>
                      <a:lnTo>
                        <a:pt x="0" y="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68" name="Freeform: Shape 1567">
                  <a:extLst>
                    <a:ext uri="{FF2B5EF4-FFF2-40B4-BE49-F238E27FC236}">
                      <a16:creationId xmlns:a16="http://schemas.microsoft.com/office/drawing/2014/main" id="{C7FC01F2-01ED-C4DA-925C-86E2A21193C8}"/>
                    </a:ext>
                  </a:extLst>
                </p:cNvPr>
                <p:cNvSpPr/>
                <p:nvPr/>
              </p:nvSpPr>
              <p:spPr>
                <a:xfrm>
                  <a:off x="7812592" y="3256056"/>
                  <a:ext cx="208" cy="81"/>
                </a:xfrm>
                <a:custGeom>
                  <a:avLst/>
                  <a:gdLst>
                    <a:gd name="connsiteX0" fmla="*/ 0 w 208"/>
                    <a:gd name="connsiteY0" fmla="*/ 81 h 81"/>
                    <a:gd name="connsiteX1" fmla="*/ 35 w 208"/>
                    <a:gd name="connsiteY1" fmla="*/ 0 h 81"/>
                    <a:gd name="connsiteX2" fmla="*/ 208 w 208"/>
                    <a:gd name="connsiteY2" fmla="*/ 58 h 81"/>
                    <a:gd name="connsiteX3" fmla="*/ 23 w 208"/>
                    <a:gd name="connsiteY3" fmla="*/ 81 h 81"/>
                    <a:gd name="connsiteX4" fmla="*/ 0 w 208"/>
                    <a:gd name="connsiteY4" fmla="*/ 81 h 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8" h="81">
                      <a:moveTo>
                        <a:pt x="0" y="81"/>
                      </a:moveTo>
                      <a:lnTo>
                        <a:pt x="35" y="0"/>
                      </a:lnTo>
                      <a:lnTo>
                        <a:pt x="208" y="58"/>
                      </a:lnTo>
                      <a:lnTo>
                        <a:pt x="23" y="81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69" name="Freeform: Shape 1568">
                  <a:extLst>
                    <a:ext uri="{FF2B5EF4-FFF2-40B4-BE49-F238E27FC236}">
                      <a16:creationId xmlns:a16="http://schemas.microsoft.com/office/drawing/2014/main" id="{F7DB0C80-987D-C2DF-4250-FC11A3FE37C8}"/>
                    </a:ext>
                  </a:extLst>
                </p:cNvPr>
                <p:cNvSpPr/>
                <p:nvPr/>
              </p:nvSpPr>
              <p:spPr>
                <a:xfrm>
                  <a:off x="8053798" y="2994476"/>
                  <a:ext cx="104" cy="173"/>
                </a:xfrm>
                <a:custGeom>
                  <a:avLst/>
                  <a:gdLst>
                    <a:gd name="connsiteX0" fmla="*/ 0 w 104"/>
                    <a:gd name="connsiteY0" fmla="*/ 0 h 173"/>
                    <a:gd name="connsiteX1" fmla="*/ 104 w 104"/>
                    <a:gd name="connsiteY1" fmla="*/ 104 h 173"/>
                    <a:gd name="connsiteX2" fmla="*/ 23 w 104"/>
                    <a:gd name="connsiteY2" fmla="*/ 174 h 173"/>
                    <a:gd name="connsiteX3" fmla="*/ 0 w 104"/>
                    <a:gd name="connsiteY3" fmla="*/ 0 h 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" h="173">
                      <a:moveTo>
                        <a:pt x="0" y="0"/>
                      </a:moveTo>
                      <a:lnTo>
                        <a:pt x="104" y="104"/>
                      </a:lnTo>
                      <a:lnTo>
                        <a:pt x="23" y="17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70" name="Freeform: Shape 1569">
                  <a:extLst>
                    <a:ext uri="{FF2B5EF4-FFF2-40B4-BE49-F238E27FC236}">
                      <a16:creationId xmlns:a16="http://schemas.microsoft.com/office/drawing/2014/main" id="{603B3492-AD7F-8743-E35E-D48A42DFD418}"/>
                    </a:ext>
                  </a:extLst>
                </p:cNvPr>
                <p:cNvSpPr/>
                <p:nvPr/>
              </p:nvSpPr>
              <p:spPr>
                <a:xfrm>
                  <a:off x="7777968" y="3459178"/>
                  <a:ext cx="139" cy="219"/>
                </a:xfrm>
                <a:custGeom>
                  <a:avLst/>
                  <a:gdLst>
                    <a:gd name="connsiteX0" fmla="*/ 0 w 139"/>
                    <a:gd name="connsiteY0" fmla="*/ 0 h 219"/>
                    <a:gd name="connsiteX1" fmla="*/ 93 w 139"/>
                    <a:gd name="connsiteY1" fmla="*/ 104 h 219"/>
                    <a:gd name="connsiteX2" fmla="*/ 139 w 139"/>
                    <a:gd name="connsiteY2" fmla="*/ 220 h 219"/>
                    <a:gd name="connsiteX3" fmla="*/ 58 w 139"/>
                    <a:gd name="connsiteY3" fmla="*/ 162 h 219"/>
                    <a:gd name="connsiteX4" fmla="*/ 0 w 139"/>
                    <a:gd name="connsiteY4" fmla="*/ 0 h 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9" h="219">
                      <a:moveTo>
                        <a:pt x="0" y="0"/>
                      </a:moveTo>
                      <a:lnTo>
                        <a:pt x="93" y="104"/>
                      </a:lnTo>
                      <a:lnTo>
                        <a:pt x="139" y="220"/>
                      </a:lnTo>
                      <a:lnTo>
                        <a:pt x="58" y="16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71" name="Freeform: Shape 1570">
                  <a:extLst>
                    <a:ext uri="{FF2B5EF4-FFF2-40B4-BE49-F238E27FC236}">
                      <a16:creationId xmlns:a16="http://schemas.microsoft.com/office/drawing/2014/main" id="{7ADAEA8E-A9F5-3872-0450-D210485A6053}"/>
                    </a:ext>
                  </a:extLst>
                </p:cNvPr>
                <p:cNvSpPr/>
                <p:nvPr/>
              </p:nvSpPr>
              <p:spPr>
                <a:xfrm>
                  <a:off x="8164591" y="2648311"/>
                  <a:ext cx="127" cy="162"/>
                </a:xfrm>
                <a:custGeom>
                  <a:avLst/>
                  <a:gdLst>
                    <a:gd name="connsiteX0" fmla="*/ 0 w 127"/>
                    <a:gd name="connsiteY0" fmla="*/ 81 h 162"/>
                    <a:gd name="connsiteX1" fmla="*/ 81 w 127"/>
                    <a:gd name="connsiteY1" fmla="*/ 0 h 162"/>
                    <a:gd name="connsiteX2" fmla="*/ 104 w 127"/>
                    <a:gd name="connsiteY2" fmla="*/ 104 h 162"/>
                    <a:gd name="connsiteX3" fmla="*/ 116 w 127"/>
                    <a:gd name="connsiteY3" fmla="*/ 93 h 162"/>
                    <a:gd name="connsiteX4" fmla="*/ 127 w 127"/>
                    <a:gd name="connsiteY4" fmla="*/ 162 h 162"/>
                    <a:gd name="connsiteX5" fmla="*/ 69 w 127"/>
                    <a:gd name="connsiteY5" fmla="*/ 127 h 162"/>
                    <a:gd name="connsiteX6" fmla="*/ 93 w 127"/>
                    <a:gd name="connsiteY6" fmla="*/ 116 h 162"/>
                    <a:gd name="connsiteX7" fmla="*/ 23 w 127"/>
                    <a:gd name="connsiteY7" fmla="*/ 104 h 162"/>
                    <a:gd name="connsiteX8" fmla="*/ 0 w 127"/>
                    <a:gd name="connsiteY8" fmla="*/ 81 h 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7" h="162">
                      <a:moveTo>
                        <a:pt x="0" y="81"/>
                      </a:moveTo>
                      <a:lnTo>
                        <a:pt x="81" y="0"/>
                      </a:lnTo>
                      <a:lnTo>
                        <a:pt x="104" y="104"/>
                      </a:lnTo>
                      <a:lnTo>
                        <a:pt x="116" y="93"/>
                      </a:lnTo>
                      <a:lnTo>
                        <a:pt x="127" y="162"/>
                      </a:lnTo>
                      <a:lnTo>
                        <a:pt x="69" y="127"/>
                      </a:lnTo>
                      <a:lnTo>
                        <a:pt x="93" y="116"/>
                      </a:lnTo>
                      <a:lnTo>
                        <a:pt x="23" y="104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72" name="Freeform: Shape 1571">
                  <a:extLst>
                    <a:ext uri="{FF2B5EF4-FFF2-40B4-BE49-F238E27FC236}">
                      <a16:creationId xmlns:a16="http://schemas.microsoft.com/office/drawing/2014/main" id="{05A2AE32-3A7E-000A-0A1C-B4EDFFA09F79}"/>
                    </a:ext>
                  </a:extLst>
                </p:cNvPr>
                <p:cNvSpPr/>
                <p:nvPr/>
              </p:nvSpPr>
              <p:spPr>
                <a:xfrm>
                  <a:off x="8108656" y="3853695"/>
                  <a:ext cx="127" cy="196"/>
                </a:xfrm>
                <a:custGeom>
                  <a:avLst/>
                  <a:gdLst>
                    <a:gd name="connsiteX0" fmla="*/ 93 w 127"/>
                    <a:gd name="connsiteY0" fmla="*/ 116 h 196"/>
                    <a:gd name="connsiteX1" fmla="*/ 0 w 127"/>
                    <a:gd name="connsiteY1" fmla="*/ 197 h 196"/>
                    <a:gd name="connsiteX2" fmla="*/ 0 w 127"/>
                    <a:gd name="connsiteY2" fmla="*/ 150 h 196"/>
                    <a:gd name="connsiteX3" fmla="*/ 127 w 127"/>
                    <a:gd name="connsiteY3" fmla="*/ 0 h 196"/>
                    <a:gd name="connsiteX4" fmla="*/ 93 w 127"/>
                    <a:gd name="connsiteY4" fmla="*/ 116 h 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7" h="196">
                      <a:moveTo>
                        <a:pt x="93" y="116"/>
                      </a:moveTo>
                      <a:lnTo>
                        <a:pt x="0" y="197"/>
                      </a:lnTo>
                      <a:lnTo>
                        <a:pt x="0" y="150"/>
                      </a:lnTo>
                      <a:lnTo>
                        <a:pt x="127" y="0"/>
                      </a:lnTo>
                      <a:lnTo>
                        <a:pt x="93" y="11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73" name="Freeform: Shape 1572">
                  <a:extLst>
                    <a:ext uri="{FF2B5EF4-FFF2-40B4-BE49-F238E27FC236}">
                      <a16:creationId xmlns:a16="http://schemas.microsoft.com/office/drawing/2014/main" id="{E86A88B8-9670-762B-91E2-AA3130DF700F}"/>
                    </a:ext>
                  </a:extLst>
                </p:cNvPr>
                <p:cNvSpPr/>
                <p:nvPr/>
              </p:nvSpPr>
              <p:spPr>
                <a:xfrm>
                  <a:off x="9731548" y="1728144"/>
                  <a:ext cx="104" cy="138"/>
                </a:xfrm>
                <a:custGeom>
                  <a:avLst/>
                  <a:gdLst>
                    <a:gd name="connsiteX0" fmla="*/ 46 w 104"/>
                    <a:gd name="connsiteY0" fmla="*/ 23 h 138"/>
                    <a:gd name="connsiteX1" fmla="*/ 58 w 104"/>
                    <a:gd name="connsiteY1" fmla="*/ 0 h 138"/>
                    <a:gd name="connsiteX2" fmla="*/ 93 w 104"/>
                    <a:gd name="connsiteY2" fmla="*/ 35 h 138"/>
                    <a:gd name="connsiteX3" fmla="*/ 104 w 104"/>
                    <a:gd name="connsiteY3" fmla="*/ 139 h 138"/>
                    <a:gd name="connsiteX4" fmla="*/ 0 w 104"/>
                    <a:gd name="connsiteY4" fmla="*/ 104 h 138"/>
                    <a:gd name="connsiteX5" fmla="*/ 46 w 104"/>
                    <a:gd name="connsiteY5" fmla="*/ 23 h 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4" h="138">
                      <a:moveTo>
                        <a:pt x="46" y="23"/>
                      </a:moveTo>
                      <a:lnTo>
                        <a:pt x="58" y="0"/>
                      </a:lnTo>
                      <a:lnTo>
                        <a:pt x="93" y="35"/>
                      </a:lnTo>
                      <a:lnTo>
                        <a:pt x="104" y="139"/>
                      </a:lnTo>
                      <a:lnTo>
                        <a:pt x="0" y="104"/>
                      </a:lnTo>
                      <a:lnTo>
                        <a:pt x="46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74" name="Freeform: Shape 1573">
                  <a:extLst>
                    <a:ext uri="{FF2B5EF4-FFF2-40B4-BE49-F238E27FC236}">
                      <a16:creationId xmlns:a16="http://schemas.microsoft.com/office/drawing/2014/main" id="{D2237998-3567-333A-558F-C384B746E723}"/>
                    </a:ext>
                  </a:extLst>
                </p:cNvPr>
                <p:cNvSpPr/>
                <p:nvPr/>
              </p:nvSpPr>
              <p:spPr>
                <a:xfrm>
                  <a:off x="7816944" y="3281268"/>
                  <a:ext cx="150" cy="104"/>
                </a:xfrm>
                <a:custGeom>
                  <a:avLst/>
                  <a:gdLst>
                    <a:gd name="connsiteX0" fmla="*/ 0 w 150"/>
                    <a:gd name="connsiteY0" fmla="*/ 35 h 104"/>
                    <a:gd name="connsiteX1" fmla="*/ 150 w 150"/>
                    <a:gd name="connsiteY1" fmla="*/ 0 h 104"/>
                    <a:gd name="connsiteX2" fmla="*/ 139 w 150"/>
                    <a:gd name="connsiteY2" fmla="*/ 104 h 104"/>
                    <a:gd name="connsiteX3" fmla="*/ 0 w 150"/>
                    <a:gd name="connsiteY3" fmla="*/ 35 h 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0" h="104">
                      <a:moveTo>
                        <a:pt x="0" y="35"/>
                      </a:moveTo>
                      <a:lnTo>
                        <a:pt x="150" y="0"/>
                      </a:lnTo>
                      <a:lnTo>
                        <a:pt x="139" y="104"/>
                      </a:lnTo>
                      <a:lnTo>
                        <a:pt x="0" y="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75" name="Freeform: Shape 1574">
                  <a:extLst>
                    <a:ext uri="{FF2B5EF4-FFF2-40B4-BE49-F238E27FC236}">
                      <a16:creationId xmlns:a16="http://schemas.microsoft.com/office/drawing/2014/main" id="{1D2EAB29-88FF-FBAD-47F0-EC92D0CEE51C}"/>
                    </a:ext>
                  </a:extLst>
                </p:cNvPr>
                <p:cNvSpPr/>
                <p:nvPr/>
              </p:nvSpPr>
              <p:spPr>
                <a:xfrm>
                  <a:off x="9667510" y="1849726"/>
                  <a:ext cx="80" cy="219"/>
                </a:xfrm>
                <a:custGeom>
                  <a:avLst/>
                  <a:gdLst>
                    <a:gd name="connsiteX0" fmla="*/ 0 w 80"/>
                    <a:gd name="connsiteY0" fmla="*/ 185 h 219"/>
                    <a:gd name="connsiteX1" fmla="*/ 46 w 80"/>
                    <a:gd name="connsiteY1" fmla="*/ 0 h 219"/>
                    <a:gd name="connsiteX2" fmla="*/ 81 w 80"/>
                    <a:gd name="connsiteY2" fmla="*/ 220 h 219"/>
                    <a:gd name="connsiteX3" fmla="*/ 0 w 80"/>
                    <a:gd name="connsiteY3" fmla="*/ 185 h 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0" h="219">
                      <a:moveTo>
                        <a:pt x="0" y="185"/>
                      </a:moveTo>
                      <a:lnTo>
                        <a:pt x="46" y="0"/>
                      </a:lnTo>
                      <a:lnTo>
                        <a:pt x="81" y="220"/>
                      </a:lnTo>
                      <a:lnTo>
                        <a:pt x="0" y="18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76" name="Freeform: Shape 1575">
                  <a:extLst>
                    <a:ext uri="{FF2B5EF4-FFF2-40B4-BE49-F238E27FC236}">
                      <a16:creationId xmlns:a16="http://schemas.microsoft.com/office/drawing/2014/main" id="{0F909D73-2BF0-CCDC-C012-0624389F8BE0}"/>
                    </a:ext>
                  </a:extLst>
                </p:cNvPr>
                <p:cNvSpPr/>
                <p:nvPr/>
              </p:nvSpPr>
              <p:spPr>
                <a:xfrm>
                  <a:off x="7688047" y="3572054"/>
                  <a:ext cx="115" cy="266"/>
                </a:xfrm>
                <a:custGeom>
                  <a:avLst/>
                  <a:gdLst>
                    <a:gd name="connsiteX0" fmla="*/ 0 w 115"/>
                    <a:gd name="connsiteY0" fmla="*/ 0 h 266"/>
                    <a:gd name="connsiteX1" fmla="*/ 116 w 115"/>
                    <a:gd name="connsiteY1" fmla="*/ 243 h 266"/>
                    <a:gd name="connsiteX2" fmla="*/ 104 w 115"/>
                    <a:gd name="connsiteY2" fmla="*/ 266 h 266"/>
                    <a:gd name="connsiteX3" fmla="*/ 58 w 115"/>
                    <a:gd name="connsiteY3" fmla="*/ 243 h 266"/>
                    <a:gd name="connsiteX4" fmla="*/ 0 w 115"/>
                    <a:gd name="connsiteY4" fmla="*/ 0 h 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5" h="266">
                      <a:moveTo>
                        <a:pt x="0" y="0"/>
                      </a:moveTo>
                      <a:lnTo>
                        <a:pt x="116" y="243"/>
                      </a:lnTo>
                      <a:lnTo>
                        <a:pt x="104" y="266"/>
                      </a:lnTo>
                      <a:lnTo>
                        <a:pt x="58" y="24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77" name="Freeform: Shape 1576">
                  <a:extLst>
                    <a:ext uri="{FF2B5EF4-FFF2-40B4-BE49-F238E27FC236}">
                      <a16:creationId xmlns:a16="http://schemas.microsoft.com/office/drawing/2014/main" id="{3ABFD7B3-075A-40E5-01F3-5916FE1D4E8B}"/>
                    </a:ext>
                  </a:extLst>
                </p:cNvPr>
                <p:cNvSpPr/>
                <p:nvPr/>
              </p:nvSpPr>
              <p:spPr>
                <a:xfrm>
                  <a:off x="9443795" y="4317888"/>
                  <a:ext cx="277" cy="80"/>
                </a:xfrm>
                <a:custGeom>
                  <a:avLst/>
                  <a:gdLst>
                    <a:gd name="connsiteX0" fmla="*/ 0 w 277"/>
                    <a:gd name="connsiteY0" fmla="*/ 81 h 80"/>
                    <a:gd name="connsiteX1" fmla="*/ 278 w 277"/>
                    <a:gd name="connsiteY1" fmla="*/ 0 h 80"/>
                    <a:gd name="connsiteX2" fmla="*/ 173 w 277"/>
                    <a:gd name="connsiteY2" fmla="*/ 81 h 80"/>
                    <a:gd name="connsiteX3" fmla="*/ 0 w 277"/>
                    <a:gd name="connsiteY3" fmla="*/ 81 h 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7" h="80">
                      <a:moveTo>
                        <a:pt x="0" y="81"/>
                      </a:moveTo>
                      <a:lnTo>
                        <a:pt x="278" y="0"/>
                      </a:lnTo>
                      <a:lnTo>
                        <a:pt x="173" y="81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78" name="Freeform: Shape 1577">
                  <a:extLst>
                    <a:ext uri="{FF2B5EF4-FFF2-40B4-BE49-F238E27FC236}">
                      <a16:creationId xmlns:a16="http://schemas.microsoft.com/office/drawing/2014/main" id="{3FECC928-206B-8ABA-57FF-596E2158C22F}"/>
                    </a:ext>
                  </a:extLst>
                </p:cNvPr>
                <p:cNvSpPr/>
                <p:nvPr/>
              </p:nvSpPr>
              <p:spPr>
                <a:xfrm>
                  <a:off x="8021582" y="3953966"/>
                  <a:ext cx="162" cy="150"/>
                </a:xfrm>
                <a:custGeom>
                  <a:avLst/>
                  <a:gdLst>
                    <a:gd name="connsiteX0" fmla="*/ 0 w 162"/>
                    <a:gd name="connsiteY0" fmla="*/ 12 h 150"/>
                    <a:gd name="connsiteX1" fmla="*/ 93 w 162"/>
                    <a:gd name="connsiteY1" fmla="*/ 0 h 150"/>
                    <a:gd name="connsiteX2" fmla="*/ 162 w 162"/>
                    <a:gd name="connsiteY2" fmla="*/ 150 h 150"/>
                    <a:gd name="connsiteX3" fmla="*/ 0 w 162"/>
                    <a:gd name="connsiteY3" fmla="*/ 12 h 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2" h="150">
                      <a:moveTo>
                        <a:pt x="0" y="12"/>
                      </a:moveTo>
                      <a:lnTo>
                        <a:pt x="93" y="0"/>
                      </a:lnTo>
                      <a:lnTo>
                        <a:pt x="162" y="150"/>
                      </a:lnTo>
                      <a:lnTo>
                        <a:pt x="0" y="1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79" name="Freeform: Shape 1578">
                  <a:extLst>
                    <a:ext uri="{FF2B5EF4-FFF2-40B4-BE49-F238E27FC236}">
                      <a16:creationId xmlns:a16="http://schemas.microsoft.com/office/drawing/2014/main" id="{690D37F3-CC9E-BBE7-3EBE-B4BC3F1B710B}"/>
                    </a:ext>
                  </a:extLst>
                </p:cNvPr>
                <p:cNvSpPr/>
                <p:nvPr/>
              </p:nvSpPr>
              <p:spPr>
                <a:xfrm>
                  <a:off x="9693533" y="1899953"/>
                  <a:ext cx="92" cy="196"/>
                </a:xfrm>
                <a:custGeom>
                  <a:avLst/>
                  <a:gdLst>
                    <a:gd name="connsiteX0" fmla="*/ 11 w 92"/>
                    <a:gd name="connsiteY0" fmla="*/ 174 h 196"/>
                    <a:gd name="connsiteX1" fmla="*/ 0 w 92"/>
                    <a:gd name="connsiteY1" fmla="*/ 197 h 196"/>
                    <a:gd name="connsiteX2" fmla="*/ 0 w 92"/>
                    <a:gd name="connsiteY2" fmla="*/ 139 h 196"/>
                    <a:gd name="connsiteX3" fmla="*/ 23 w 92"/>
                    <a:gd name="connsiteY3" fmla="*/ 0 h 196"/>
                    <a:gd name="connsiteX4" fmla="*/ 93 w 92"/>
                    <a:gd name="connsiteY4" fmla="*/ 58 h 196"/>
                    <a:gd name="connsiteX5" fmla="*/ 11 w 92"/>
                    <a:gd name="connsiteY5" fmla="*/ 174 h 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2" h="196">
                      <a:moveTo>
                        <a:pt x="11" y="174"/>
                      </a:moveTo>
                      <a:lnTo>
                        <a:pt x="0" y="197"/>
                      </a:lnTo>
                      <a:lnTo>
                        <a:pt x="0" y="139"/>
                      </a:lnTo>
                      <a:lnTo>
                        <a:pt x="23" y="0"/>
                      </a:lnTo>
                      <a:lnTo>
                        <a:pt x="93" y="58"/>
                      </a:lnTo>
                      <a:lnTo>
                        <a:pt x="11" y="174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80" name="Freeform: Shape 1579">
                  <a:extLst>
                    <a:ext uri="{FF2B5EF4-FFF2-40B4-BE49-F238E27FC236}">
                      <a16:creationId xmlns:a16="http://schemas.microsoft.com/office/drawing/2014/main" id="{CB7DA600-CF1F-4BD7-1ECA-4A0D0694173D}"/>
                    </a:ext>
                  </a:extLst>
                </p:cNvPr>
                <p:cNvSpPr/>
                <p:nvPr/>
              </p:nvSpPr>
              <p:spPr>
                <a:xfrm>
                  <a:off x="9459862" y="1749201"/>
                  <a:ext cx="231" cy="196"/>
                </a:xfrm>
                <a:custGeom>
                  <a:avLst/>
                  <a:gdLst>
                    <a:gd name="connsiteX0" fmla="*/ 0 w 231"/>
                    <a:gd name="connsiteY0" fmla="*/ 0 h 196"/>
                    <a:gd name="connsiteX1" fmla="*/ 208 w 231"/>
                    <a:gd name="connsiteY1" fmla="*/ 127 h 196"/>
                    <a:gd name="connsiteX2" fmla="*/ 231 w 231"/>
                    <a:gd name="connsiteY2" fmla="*/ 197 h 196"/>
                    <a:gd name="connsiteX3" fmla="*/ 0 w 231"/>
                    <a:gd name="connsiteY3" fmla="*/ 0 h 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1" h="196">
                      <a:moveTo>
                        <a:pt x="0" y="0"/>
                      </a:moveTo>
                      <a:lnTo>
                        <a:pt x="208" y="127"/>
                      </a:lnTo>
                      <a:lnTo>
                        <a:pt x="231" y="19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81" name="Freeform: Shape 1580">
                  <a:extLst>
                    <a:ext uri="{FF2B5EF4-FFF2-40B4-BE49-F238E27FC236}">
                      <a16:creationId xmlns:a16="http://schemas.microsoft.com/office/drawing/2014/main" id="{F0FFC71D-4C02-6783-82BF-BE35AB06C5A0}"/>
                    </a:ext>
                  </a:extLst>
                </p:cNvPr>
                <p:cNvSpPr/>
                <p:nvPr/>
              </p:nvSpPr>
              <p:spPr>
                <a:xfrm>
                  <a:off x="8317277" y="3141976"/>
                  <a:ext cx="219" cy="196"/>
                </a:xfrm>
                <a:custGeom>
                  <a:avLst/>
                  <a:gdLst>
                    <a:gd name="connsiteX0" fmla="*/ 0 w 219"/>
                    <a:gd name="connsiteY0" fmla="*/ 0 h 196"/>
                    <a:gd name="connsiteX1" fmla="*/ 93 w 219"/>
                    <a:gd name="connsiteY1" fmla="*/ 23 h 196"/>
                    <a:gd name="connsiteX2" fmla="*/ 220 w 219"/>
                    <a:gd name="connsiteY2" fmla="*/ 197 h 196"/>
                    <a:gd name="connsiteX3" fmla="*/ 0 w 219"/>
                    <a:gd name="connsiteY3" fmla="*/ 0 h 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" h="196">
                      <a:moveTo>
                        <a:pt x="0" y="0"/>
                      </a:moveTo>
                      <a:lnTo>
                        <a:pt x="93" y="23"/>
                      </a:lnTo>
                      <a:lnTo>
                        <a:pt x="220" y="19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82" name="Freeform: Shape 1581">
                  <a:extLst>
                    <a:ext uri="{FF2B5EF4-FFF2-40B4-BE49-F238E27FC236}">
                      <a16:creationId xmlns:a16="http://schemas.microsoft.com/office/drawing/2014/main" id="{4A8485ED-EB12-1ED5-1F63-2BB50913D01C}"/>
                    </a:ext>
                  </a:extLst>
                </p:cNvPr>
                <p:cNvSpPr/>
                <p:nvPr/>
              </p:nvSpPr>
              <p:spPr>
                <a:xfrm>
                  <a:off x="8217527" y="3934206"/>
                  <a:ext cx="185" cy="127"/>
                </a:xfrm>
                <a:custGeom>
                  <a:avLst/>
                  <a:gdLst>
                    <a:gd name="connsiteX0" fmla="*/ 0 w 185"/>
                    <a:gd name="connsiteY0" fmla="*/ 46 h 127"/>
                    <a:gd name="connsiteX1" fmla="*/ 35 w 185"/>
                    <a:gd name="connsiteY1" fmla="*/ 0 h 127"/>
                    <a:gd name="connsiteX2" fmla="*/ 185 w 185"/>
                    <a:gd name="connsiteY2" fmla="*/ 128 h 127"/>
                    <a:gd name="connsiteX3" fmla="*/ 0 w 185"/>
                    <a:gd name="connsiteY3" fmla="*/ 46 h 1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5" h="127">
                      <a:moveTo>
                        <a:pt x="0" y="46"/>
                      </a:moveTo>
                      <a:lnTo>
                        <a:pt x="35" y="0"/>
                      </a:lnTo>
                      <a:lnTo>
                        <a:pt x="185" y="128"/>
                      </a:lnTo>
                      <a:lnTo>
                        <a:pt x="0" y="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83" name="Freeform: Shape 1582">
                  <a:extLst>
                    <a:ext uri="{FF2B5EF4-FFF2-40B4-BE49-F238E27FC236}">
                      <a16:creationId xmlns:a16="http://schemas.microsoft.com/office/drawing/2014/main" id="{E4703F92-9F25-8C53-604E-264B8549E8E6}"/>
                    </a:ext>
                  </a:extLst>
                </p:cNvPr>
                <p:cNvSpPr/>
                <p:nvPr/>
              </p:nvSpPr>
              <p:spPr>
                <a:xfrm>
                  <a:off x="7803030" y="3232985"/>
                  <a:ext cx="150" cy="80"/>
                </a:xfrm>
                <a:custGeom>
                  <a:avLst/>
                  <a:gdLst>
                    <a:gd name="connsiteX0" fmla="*/ 0 w 150"/>
                    <a:gd name="connsiteY0" fmla="*/ 81 h 80"/>
                    <a:gd name="connsiteX1" fmla="*/ 46 w 150"/>
                    <a:gd name="connsiteY1" fmla="*/ 0 h 80"/>
                    <a:gd name="connsiteX2" fmla="*/ 150 w 150"/>
                    <a:gd name="connsiteY2" fmla="*/ 46 h 80"/>
                    <a:gd name="connsiteX3" fmla="*/ 0 w 150"/>
                    <a:gd name="connsiteY3" fmla="*/ 81 h 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0" h="80">
                      <a:moveTo>
                        <a:pt x="0" y="81"/>
                      </a:moveTo>
                      <a:lnTo>
                        <a:pt x="46" y="0"/>
                      </a:lnTo>
                      <a:lnTo>
                        <a:pt x="150" y="46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84" name="Freeform: Shape 1583">
                  <a:extLst>
                    <a:ext uri="{FF2B5EF4-FFF2-40B4-BE49-F238E27FC236}">
                      <a16:creationId xmlns:a16="http://schemas.microsoft.com/office/drawing/2014/main" id="{3EDCEBED-4DB0-0A4B-69B9-1847B9410B29}"/>
                    </a:ext>
                  </a:extLst>
                </p:cNvPr>
                <p:cNvSpPr/>
                <p:nvPr/>
              </p:nvSpPr>
              <p:spPr>
                <a:xfrm>
                  <a:off x="9264600" y="2423681"/>
                  <a:ext cx="92" cy="139"/>
                </a:xfrm>
                <a:custGeom>
                  <a:avLst/>
                  <a:gdLst>
                    <a:gd name="connsiteX0" fmla="*/ 0 w 92"/>
                    <a:gd name="connsiteY0" fmla="*/ 81 h 139"/>
                    <a:gd name="connsiteX1" fmla="*/ 93 w 92"/>
                    <a:gd name="connsiteY1" fmla="*/ 0 h 139"/>
                    <a:gd name="connsiteX2" fmla="*/ 70 w 92"/>
                    <a:gd name="connsiteY2" fmla="*/ 139 h 139"/>
                    <a:gd name="connsiteX3" fmla="*/ 0 w 92"/>
                    <a:gd name="connsiteY3" fmla="*/ 81 h 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" h="139">
                      <a:moveTo>
                        <a:pt x="0" y="81"/>
                      </a:moveTo>
                      <a:lnTo>
                        <a:pt x="93" y="0"/>
                      </a:lnTo>
                      <a:lnTo>
                        <a:pt x="70" y="139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85" name="Freeform: Shape 1584">
                  <a:extLst>
                    <a:ext uri="{FF2B5EF4-FFF2-40B4-BE49-F238E27FC236}">
                      <a16:creationId xmlns:a16="http://schemas.microsoft.com/office/drawing/2014/main" id="{7A0B83E8-E925-3BFF-3907-E07F5B7E2780}"/>
                    </a:ext>
                  </a:extLst>
                </p:cNvPr>
                <p:cNvSpPr/>
                <p:nvPr/>
              </p:nvSpPr>
              <p:spPr>
                <a:xfrm>
                  <a:off x="8302413" y="4127905"/>
                  <a:ext cx="161" cy="278"/>
                </a:xfrm>
                <a:custGeom>
                  <a:avLst/>
                  <a:gdLst>
                    <a:gd name="connsiteX0" fmla="*/ 0 w 161"/>
                    <a:gd name="connsiteY0" fmla="*/ 278 h 278"/>
                    <a:gd name="connsiteX1" fmla="*/ 93 w 161"/>
                    <a:gd name="connsiteY1" fmla="*/ 58 h 278"/>
                    <a:gd name="connsiteX2" fmla="*/ 162 w 161"/>
                    <a:gd name="connsiteY2" fmla="*/ 0 h 278"/>
                    <a:gd name="connsiteX3" fmla="*/ 0 w 161"/>
                    <a:gd name="connsiteY3" fmla="*/ 278 h 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1" h="278">
                      <a:moveTo>
                        <a:pt x="0" y="278"/>
                      </a:moveTo>
                      <a:lnTo>
                        <a:pt x="93" y="58"/>
                      </a:lnTo>
                      <a:lnTo>
                        <a:pt x="162" y="0"/>
                      </a:lnTo>
                      <a:lnTo>
                        <a:pt x="0" y="27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86" name="Freeform: Shape 1585">
                  <a:extLst>
                    <a:ext uri="{FF2B5EF4-FFF2-40B4-BE49-F238E27FC236}">
                      <a16:creationId xmlns:a16="http://schemas.microsoft.com/office/drawing/2014/main" id="{E959D99A-4B76-8FAE-21BA-5B63FF8F403F}"/>
                    </a:ext>
                  </a:extLst>
                </p:cNvPr>
                <p:cNvSpPr/>
                <p:nvPr/>
              </p:nvSpPr>
              <p:spPr>
                <a:xfrm>
                  <a:off x="9695593" y="1896527"/>
                  <a:ext cx="81" cy="139"/>
                </a:xfrm>
                <a:custGeom>
                  <a:avLst/>
                  <a:gdLst>
                    <a:gd name="connsiteX0" fmla="*/ 0 w 81"/>
                    <a:gd name="connsiteY0" fmla="*/ 81 h 139"/>
                    <a:gd name="connsiteX1" fmla="*/ 58 w 81"/>
                    <a:gd name="connsiteY1" fmla="*/ 0 h 139"/>
                    <a:gd name="connsiteX2" fmla="*/ 81 w 81"/>
                    <a:gd name="connsiteY2" fmla="*/ 139 h 139"/>
                    <a:gd name="connsiteX3" fmla="*/ 0 w 81"/>
                    <a:gd name="connsiteY3" fmla="*/ 81 h 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" h="139">
                      <a:moveTo>
                        <a:pt x="0" y="81"/>
                      </a:moveTo>
                      <a:lnTo>
                        <a:pt x="58" y="0"/>
                      </a:lnTo>
                      <a:lnTo>
                        <a:pt x="81" y="139"/>
                      </a:lnTo>
                      <a:lnTo>
                        <a:pt x="0" y="81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87" name="Freeform: Shape 1586">
                  <a:extLst>
                    <a:ext uri="{FF2B5EF4-FFF2-40B4-BE49-F238E27FC236}">
                      <a16:creationId xmlns:a16="http://schemas.microsoft.com/office/drawing/2014/main" id="{4CF049B8-C82B-F15D-B57D-2EE6FB96C519}"/>
                    </a:ext>
                  </a:extLst>
                </p:cNvPr>
                <p:cNvSpPr/>
                <p:nvPr/>
              </p:nvSpPr>
              <p:spPr>
                <a:xfrm>
                  <a:off x="8026595" y="2743661"/>
                  <a:ext cx="104" cy="92"/>
                </a:xfrm>
                <a:custGeom>
                  <a:avLst/>
                  <a:gdLst>
                    <a:gd name="connsiteX0" fmla="*/ 0 w 104"/>
                    <a:gd name="connsiteY0" fmla="*/ 0 h 92"/>
                    <a:gd name="connsiteX1" fmla="*/ 104 w 104"/>
                    <a:gd name="connsiteY1" fmla="*/ 93 h 92"/>
                    <a:gd name="connsiteX2" fmla="*/ 11 w 104"/>
                    <a:gd name="connsiteY2" fmla="*/ 93 h 92"/>
                    <a:gd name="connsiteX3" fmla="*/ 0 w 104"/>
                    <a:gd name="connsiteY3" fmla="*/ 0 h 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" h="92">
                      <a:moveTo>
                        <a:pt x="0" y="0"/>
                      </a:moveTo>
                      <a:lnTo>
                        <a:pt x="104" y="93"/>
                      </a:lnTo>
                      <a:lnTo>
                        <a:pt x="11" y="9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88" name="Freeform: Shape 1587">
                  <a:extLst>
                    <a:ext uri="{FF2B5EF4-FFF2-40B4-BE49-F238E27FC236}">
                      <a16:creationId xmlns:a16="http://schemas.microsoft.com/office/drawing/2014/main" id="{900987AC-2853-51D8-6BFC-AF94CD422D90}"/>
                    </a:ext>
                  </a:extLst>
                </p:cNvPr>
                <p:cNvSpPr/>
                <p:nvPr/>
              </p:nvSpPr>
              <p:spPr>
                <a:xfrm>
                  <a:off x="9664964" y="1863744"/>
                  <a:ext cx="81" cy="139"/>
                </a:xfrm>
                <a:custGeom>
                  <a:avLst/>
                  <a:gdLst>
                    <a:gd name="connsiteX0" fmla="*/ 0 w 81"/>
                    <a:gd name="connsiteY0" fmla="*/ 116 h 139"/>
                    <a:gd name="connsiteX1" fmla="*/ 81 w 81"/>
                    <a:gd name="connsiteY1" fmla="*/ 0 h 139"/>
                    <a:gd name="connsiteX2" fmla="*/ 46 w 81"/>
                    <a:gd name="connsiteY2" fmla="*/ 139 h 139"/>
                    <a:gd name="connsiteX3" fmla="*/ 12 w 81"/>
                    <a:gd name="connsiteY3" fmla="*/ 127 h 139"/>
                    <a:gd name="connsiteX4" fmla="*/ 0 w 81"/>
                    <a:gd name="connsiteY4" fmla="*/ 116 h 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" h="139">
                      <a:moveTo>
                        <a:pt x="0" y="116"/>
                      </a:moveTo>
                      <a:lnTo>
                        <a:pt x="81" y="0"/>
                      </a:lnTo>
                      <a:lnTo>
                        <a:pt x="46" y="139"/>
                      </a:lnTo>
                      <a:lnTo>
                        <a:pt x="12" y="127"/>
                      </a:lnTo>
                      <a:lnTo>
                        <a:pt x="0" y="11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89" name="Freeform: Shape 1588">
                  <a:extLst>
                    <a:ext uri="{FF2B5EF4-FFF2-40B4-BE49-F238E27FC236}">
                      <a16:creationId xmlns:a16="http://schemas.microsoft.com/office/drawing/2014/main" id="{D56891D1-43DB-567A-F3DD-06F1652CE34D}"/>
                    </a:ext>
                  </a:extLst>
                </p:cNvPr>
                <p:cNvSpPr/>
                <p:nvPr/>
              </p:nvSpPr>
              <p:spPr>
                <a:xfrm>
                  <a:off x="9122842" y="4759427"/>
                  <a:ext cx="521" cy="231"/>
                </a:xfrm>
                <a:custGeom>
                  <a:avLst/>
                  <a:gdLst>
                    <a:gd name="connsiteX0" fmla="*/ 0 w 521"/>
                    <a:gd name="connsiteY0" fmla="*/ 232 h 231"/>
                    <a:gd name="connsiteX1" fmla="*/ 521 w 521"/>
                    <a:gd name="connsiteY1" fmla="*/ 0 h 231"/>
                    <a:gd name="connsiteX2" fmla="*/ 347 w 521"/>
                    <a:gd name="connsiteY2" fmla="*/ 93 h 231"/>
                    <a:gd name="connsiteX3" fmla="*/ 0 w 521"/>
                    <a:gd name="connsiteY3" fmla="*/ 232 h 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21" h="231">
                      <a:moveTo>
                        <a:pt x="0" y="232"/>
                      </a:moveTo>
                      <a:lnTo>
                        <a:pt x="521" y="0"/>
                      </a:lnTo>
                      <a:lnTo>
                        <a:pt x="347" y="93"/>
                      </a:lnTo>
                      <a:lnTo>
                        <a:pt x="0" y="232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90" name="Freeform: Shape 1589">
                  <a:extLst>
                    <a:ext uri="{FF2B5EF4-FFF2-40B4-BE49-F238E27FC236}">
                      <a16:creationId xmlns:a16="http://schemas.microsoft.com/office/drawing/2014/main" id="{61B3FF4B-5AE8-C808-9B4A-8108D4D696F2}"/>
                    </a:ext>
                  </a:extLst>
                </p:cNvPr>
                <p:cNvSpPr/>
                <p:nvPr/>
              </p:nvSpPr>
              <p:spPr>
                <a:xfrm>
                  <a:off x="8062781" y="3962509"/>
                  <a:ext cx="34" cy="196"/>
                </a:xfrm>
                <a:custGeom>
                  <a:avLst/>
                  <a:gdLst>
                    <a:gd name="connsiteX0" fmla="*/ 0 w 34"/>
                    <a:gd name="connsiteY0" fmla="*/ 139 h 196"/>
                    <a:gd name="connsiteX1" fmla="*/ 0 w 34"/>
                    <a:gd name="connsiteY1" fmla="*/ 0 h 196"/>
                    <a:gd name="connsiteX2" fmla="*/ 35 w 34"/>
                    <a:gd name="connsiteY2" fmla="*/ 197 h 196"/>
                    <a:gd name="connsiteX3" fmla="*/ 0 w 34"/>
                    <a:gd name="connsiteY3" fmla="*/ 139 h 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" h="196">
                      <a:moveTo>
                        <a:pt x="0" y="139"/>
                      </a:moveTo>
                      <a:lnTo>
                        <a:pt x="0" y="0"/>
                      </a:lnTo>
                      <a:lnTo>
                        <a:pt x="35" y="197"/>
                      </a:lnTo>
                      <a:lnTo>
                        <a:pt x="0" y="139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91" name="Freeform: Shape 1590">
                  <a:extLst>
                    <a:ext uri="{FF2B5EF4-FFF2-40B4-BE49-F238E27FC236}">
                      <a16:creationId xmlns:a16="http://schemas.microsoft.com/office/drawing/2014/main" id="{6D882720-7258-FD75-76E8-21DC9BAD5A3C}"/>
                    </a:ext>
                  </a:extLst>
                </p:cNvPr>
                <p:cNvSpPr/>
                <p:nvPr/>
              </p:nvSpPr>
              <p:spPr>
                <a:xfrm>
                  <a:off x="9270701" y="2299645"/>
                  <a:ext cx="127" cy="208"/>
                </a:xfrm>
                <a:custGeom>
                  <a:avLst/>
                  <a:gdLst>
                    <a:gd name="connsiteX0" fmla="*/ 35 w 127"/>
                    <a:gd name="connsiteY0" fmla="*/ 197 h 208"/>
                    <a:gd name="connsiteX1" fmla="*/ 0 w 127"/>
                    <a:gd name="connsiteY1" fmla="*/ 208 h 208"/>
                    <a:gd name="connsiteX2" fmla="*/ 127 w 127"/>
                    <a:gd name="connsiteY2" fmla="*/ 0 h 208"/>
                    <a:gd name="connsiteX3" fmla="*/ 35 w 127"/>
                    <a:gd name="connsiteY3" fmla="*/ 197 h 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" h="208">
                      <a:moveTo>
                        <a:pt x="35" y="197"/>
                      </a:moveTo>
                      <a:lnTo>
                        <a:pt x="0" y="208"/>
                      </a:lnTo>
                      <a:lnTo>
                        <a:pt x="127" y="0"/>
                      </a:lnTo>
                      <a:lnTo>
                        <a:pt x="35" y="197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92" name="Freeform: Shape 1591">
                  <a:extLst>
                    <a:ext uri="{FF2B5EF4-FFF2-40B4-BE49-F238E27FC236}">
                      <a16:creationId xmlns:a16="http://schemas.microsoft.com/office/drawing/2014/main" id="{B092ACAD-890D-F86E-7129-7C18F8558B7F}"/>
                    </a:ext>
                  </a:extLst>
                </p:cNvPr>
                <p:cNvSpPr/>
                <p:nvPr/>
              </p:nvSpPr>
              <p:spPr>
                <a:xfrm>
                  <a:off x="7847586" y="3221896"/>
                  <a:ext cx="104" cy="57"/>
                </a:xfrm>
                <a:custGeom>
                  <a:avLst/>
                  <a:gdLst>
                    <a:gd name="connsiteX0" fmla="*/ 0 w 104"/>
                    <a:gd name="connsiteY0" fmla="*/ 58 h 57"/>
                    <a:gd name="connsiteX1" fmla="*/ 46 w 104"/>
                    <a:gd name="connsiteY1" fmla="*/ 0 h 57"/>
                    <a:gd name="connsiteX2" fmla="*/ 104 w 104"/>
                    <a:gd name="connsiteY2" fmla="*/ 12 h 57"/>
                    <a:gd name="connsiteX3" fmla="*/ 0 w 104"/>
                    <a:gd name="connsiteY3" fmla="*/ 58 h 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" h="57">
                      <a:moveTo>
                        <a:pt x="0" y="58"/>
                      </a:moveTo>
                      <a:lnTo>
                        <a:pt x="46" y="0"/>
                      </a:lnTo>
                      <a:lnTo>
                        <a:pt x="104" y="12"/>
                      </a:lnTo>
                      <a:lnTo>
                        <a:pt x="0" y="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93" name="Freeform: Shape 1592">
                  <a:extLst>
                    <a:ext uri="{FF2B5EF4-FFF2-40B4-BE49-F238E27FC236}">
                      <a16:creationId xmlns:a16="http://schemas.microsoft.com/office/drawing/2014/main" id="{B6831A0D-202F-2B0D-30B4-073C7C0FB43D}"/>
                    </a:ext>
                  </a:extLst>
                </p:cNvPr>
                <p:cNvSpPr/>
                <p:nvPr/>
              </p:nvSpPr>
              <p:spPr>
                <a:xfrm>
                  <a:off x="7819306" y="3188337"/>
                  <a:ext cx="115" cy="57"/>
                </a:xfrm>
                <a:custGeom>
                  <a:avLst/>
                  <a:gdLst>
                    <a:gd name="connsiteX0" fmla="*/ 70 w 115"/>
                    <a:gd name="connsiteY0" fmla="*/ 58 h 57"/>
                    <a:gd name="connsiteX1" fmla="*/ 0 w 115"/>
                    <a:gd name="connsiteY1" fmla="*/ 58 h 57"/>
                    <a:gd name="connsiteX2" fmla="*/ 116 w 115"/>
                    <a:gd name="connsiteY2" fmla="*/ 0 h 57"/>
                    <a:gd name="connsiteX3" fmla="*/ 70 w 115"/>
                    <a:gd name="connsiteY3" fmla="*/ 58 h 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" h="57">
                      <a:moveTo>
                        <a:pt x="70" y="58"/>
                      </a:moveTo>
                      <a:lnTo>
                        <a:pt x="0" y="58"/>
                      </a:lnTo>
                      <a:lnTo>
                        <a:pt x="116" y="0"/>
                      </a:lnTo>
                      <a:lnTo>
                        <a:pt x="70" y="58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94" name="Freeform: Shape 1593">
                  <a:extLst>
                    <a:ext uri="{FF2B5EF4-FFF2-40B4-BE49-F238E27FC236}">
                      <a16:creationId xmlns:a16="http://schemas.microsoft.com/office/drawing/2014/main" id="{662DA21D-7D63-1A10-E7A4-80945E42A939}"/>
                    </a:ext>
                  </a:extLst>
                </p:cNvPr>
                <p:cNvSpPr/>
                <p:nvPr/>
              </p:nvSpPr>
              <p:spPr>
                <a:xfrm>
                  <a:off x="7792508" y="3209035"/>
                  <a:ext cx="69" cy="104"/>
                </a:xfrm>
                <a:custGeom>
                  <a:avLst/>
                  <a:gdLst>
                    <a:gd name="connsiteX0" fmla="*/ 0 w 69"/>
                    <a:gd name="connsiteY0" fmla="*/ 23 h 104"/>
                    <a:gd name="connsiteX1" fmla="*/ 11 w 69"/>
                    <a:gd name="connsiteY1" fmla="*/ 0 h 104"/>
                    <a:gd name="connsiteX2" fmla="*/ 69 w 69"/>
                    <a:gd name="connsiteY2" fmla="*/ 104 h 104"/>
                    <a:gd name="connsiteX3" fmla="*/ 0 w 69"/>
                    <a:gd name="connsiteY3" fmla="*/ 23 h 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" h="104">
                      <a:moveTo>
                        <a:pt x="0" y="23"/>
                      </a:moveTo>
                      <a:lnTo>
                        <a:pt x="11" y="0"/>
                      </a:lnTo>
                      <a:lnTo>
                        <a:pt x="69" y="104"/>
                      </a:lnTo>
                      <a:lnTo>
                        <a:pt x="0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95" name="Freeform: Shape 1594">
                  <a:extLst>
                    <a:ext uri="{FF2B5EF4-FFF2-40B4-BE49-F238E27FC236}">
                      <a16:creationId xmlns:a16="http://schemas.microsoft.com/office/drawing/2014/main" id="{F03DB18B-DFD5-8E6B-1A92-12ACC1A81C80}"/>
                    </a:ext>
                  </a:extLst>
                </p:cNvPr>
                <p:cNvSpPr/>
                <p:nvPr/>
              </p:nvSpPr>
              <p:spPr>
                <a:xfrm>
                  <a:off x="7849901" y="3135609"/>
                  <a:ext cx="196" cy="34"/>
                </a:xfrm>
                <a:custGeom>
                  <a:avLst/>
                  <a:gdLst>
                    <a:gd name="connsiteX0" fmla="*/ 0 w 196"/>
                    <a:gd name="connsiteY0" fmla="*/ 0 h 34"/>
                    <a:gd name="connsiteX1" fmla="*/ 174 w 196"/>
                    <a:gd name="connsiteY1" fmla="*/ 11 h 34"/>
                    <a:gd name="connsiteX2" fmla="*/ 197 w 196"/>
                    <a:gd name="connsiteY2" fmla="*/ 35 h 34"/>
                    <a:gd name="connsiteX3" fmla="*/ 0 w 196"/>
                    <a:gd name="connsiteY3" fmla="*/ 0 h 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6" h="34">
                      <a:moveTo>
                        <a:pt x="0" y="0"/>
                      </a:moveTo>
                      <a:lnTo>
                        <a:pt x="174" y="11"/>
                      </a:lnTo>
                      <a:lnTo>
                        <a:pt x="197" y="3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96" name="Freeform: Shape 1595">
                  <a:extLst>
                    <a:ext uri="{FF2B5EF4-FFF2-40B4-BE49-F238E27FC236}">
                      <a16:creationId xmlns:a16="http://schemas.microsoft.com/office/drawing/2014/main" id="{F0BF2E60-D4D6-7487-E822-8C268CACDD1B}"/>
                    </a:ext>
                  </a:extLst>
                </p:cNvPr>
                <p:cNvSpPr/>
                <p:nvPr/>
              </p:nvSpPr>
              <p:spPr>
                <a:xfrm>
                  <a:off x="8215907" y="3748934"/>
                  <a:ext cx="23" cy="69"/>
                </a:xfrm>
                <a:custGeom>
                  <a:avLst/>
                  <a:gdLst>
                    <a:gd name="connsiteX0" fmla="*/ 0 w 23"/>
                    <a:gd name="connsiteY0" fmla="*/ 70 h 69"/>
                    <a:gd name="connsiteX1" fmla="*/ 0 w 23"/>
                    <a:gd name="connsiteY1" fmla="*/ 0 h 69"/>
                    <a:gd name="connsiteX2" fmla="*/ 23 w 23"/>
                    <a:gd name="connsiteY2" fmla="*/ 70 h 69"/>
                    <a:gd name="connsiteX3" fmla="*/ 0 w 23"/>
                    <a:gd name="connsiteY3" fmla="*/ 70 h 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" h="69">
                      <a:moveTo>
                        <a:pt x="0" y="70"/>
                      </a:moveTo>
                      <a:lnTo>
                        <a:pt x="0" y="0"/>
                      </a:lnTo>
                      <a:lnTo>
                        <a:pt x="23" y="70"/>
                      </a:lnTo>
                      <a:lnTo>
                        <a:pt x="0" y="7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97" name="Freeform: Shape 1596">
                  <a:extLst>
                    <a:ext uri="{FF2B5EF4-FFF2-40B4-BE49-F238E27FC236}">
                      <a16:creationId xmlns:a16="http://schemas.microsoft.com/office/drawing/2014/main" id="{B8680C5D-5D24-C1A9-902C-017F25ADF4B5}"/>
                    </a:ext>
                  </a:extLst>
                </p:cNvPr>
                <p:cNvSpPr/>
                <p:nvPr/>
              </p:nvSpPr>
              <p:spPr>
                <a:xfrm>
                  <a:off x="7819294" y="3188453"/>
                  <a:ext cx="34" cy="46"/>
                </a:xfrm>
                <a:custGeom>
                  <a:avLst/>
                  <a:gdLst>
                    <a:gd name="connsiteX0" fmla="*/ 0 w 34"/>
                    <a:gd name="connsiteY0" fmla="*/ 46 h 46"/>
                    <a:gd name="connsiteX1" fmla="*/ 11 w 34"/>
                    <a:gd name="connsiteY1" fmla="*/ 0 h 46"/>
                    <a:gd name="connsiteX2" fmla="*/ 35 w 34"/>
                    <a:gd name="connsiteY2" fmla="*/ 0 h 46"/>
                    <a:gd name="connsiteX3" fmla="*/ 0 w 34"/>
                    <a:gd name="connsiteY3" fmla="*/ 46 h 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" h="46">
                      <a:moveTo>
                        <a:pt x="0" y="46"/>
                      </a:moveTo>
                      <a:lnTo>
                        <a:pt x="11" y="0"/>
                      </a:lnTo>
                      <a:lnTo>
                        <a:pt x="35" y="0"/>
                      </a:lnTo>
                      <a:lnTo>
                        <a:pt x="0" y="46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98" name="Freeform: Shape 1597">
                  <a:extLst>
                    <a:ext uri="{FF2B5EF4-FFF2-40B4-BE49-F238E27FC236}">
                      <a16:creationId xmlns:a16="http://schemas.microsoft.com/office/drawing/2014/main" id="{C14A5C4E-2006-215B-4635-5A689A5B1DC5}"/>
                    </a:ext>
                  </a:extLst>
                </p:cNvPr>
                <p:cNvSpPr/>
                <p:nvPr/>
              </p:nvSpPr>
              <p:spPr>
                <a:xfrm>
                  <a:off x="7972258" y="2781561"/>
                  <a:ext cx="23" cy="34"/>
                </a:xfrm>
                <a:custGeom>
                  <a:avLst/>
                  <a:gdLst>
                    <a:gd name="connsiteX0" fmla="*/ 0 w 23"/>
                    <a:gd name="connsiteY0" fmla="*/ 0 h 34"/>
                    <a:gd name="connsiteX1" fmla="*/ 23 w 23"/>
                    <a:gd name="connsiteY1" fmla="*/ 12 h 34"/>
                    <a:gd name="connsiteX2" fmla="*/ 0 w 23"/>
                    <a:gd name="connsiteY2" fmla="*/ 35 h 34"/>
                    <a:gd name="connsiteX3" fmla="*/ 0 w 23"/>
                    <a:gd name="connsiteY3" fmla="*/ 0 h 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" h="34">
                      <a:moveTo>
                        <a:pt x="0" y="0"/>
                      </a:moveTo>
                      <a:lnTo>
                        <a:pt x="23" y="12"/>
                      </a:lnTo>
                      <a:lnTo>
                        <a:pt x="0" y="3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99" name="Freeform: Shape 1598">
                  <a:extLst>
                    <a:ext uri="{FF2B5EF4-FFF2-40B4-BE49-F238E27FC236}">
                      <a16:creationId xmlns:a16="http://schemas.microsoft.com/office/drawing/2014/main" id="{764221AA-B399-11C1-3798-E2173B4C402F}"/>
                    </a:ext>
                  </a:extLst>
                </p:cNvPr>
                <p:cNvSpPr/>
                <p:nvPr/>
              </p:nvSpPr>
              <p:spPr>
                <a:xfrm>
                  <a:off x="9429348" y="3179180"/>
                  <a:ext cx="23" cy="34"/>
                </a:xfrm>
                <a:custGeom>
                  <a:avLst/>
                  <a:gdLst>
                    <a:gd name="connsiteX0" fmla="*/ 0 w 23"/>
                    <a:gd name="connsiteY0" fmla="*/ 35 h 34"/>
                    <a:gd name="connsiteX1" fmla="*/ 12 w 23"/>
                    <a:gd name="connsiteY1" fmla="*/ 0 h 34"/>
                    <a:gd name="connsiteX2" fmla="*/ 23 w 23"/>
                    <a:gd name="connsiteY2" fmla="*/ 23 h 34"/>
                    <a:gd name="connsiteX3" fmla="*/ 0 w 23"/>
                    <a:gd name="connsiteY3" fmla="*/ 35 h 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" h="34">
                      <a:moveTo>
                        <a:pt x="0" y="35"/>
                      </a:moveTo>
                      <a:lnTo>
                        <a:pt x="12" y="0"/>
                      </a:lnTo>
                      <a:lnTo>
                        <a:pt x="23" y="23"/>
                      </a:lnTo>
                      <a:lnTo>
                        <a:pt x="0" y="35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00" name="Freeform: Shape 1599">
                  <a:extLst>
                    <a:ext uri="{FF2B5EF4-FFF2-40B4-BE49-F238E27FC236}">
                      <a16:creationId xmlns:a16="http://schemas.microsoft.com/office/drawing/2014/main" id="{C85503F1-6E4B-5BF9-3F8F-38BB2ECE4667}"/>
                    </a:ext>
                  </a:extLst>
                </p:cNvPr>
                <p:cNvSpPr/>
                <p:nvPr/>
              </p:nvSpPr>
              <p:spPr>
                <a:xfrm>
                  <a:off x="9714254" y="1751655"/>
                  <a:ext cx="23" cy="23"/>
                </a:xfrm>
                <a:custGeom>
                  <a:avLst/>
                  <a:gdLst>
                    <a:gd name="connsiteX0" fmla="*/ 0 w 23"/>
                    <a:gd name="connsiteY0" fmla="*/ 23 h 23"/>
                    <a:gd name="connsiteX1" fmla="*/ 12 w 23"/>
                    <a:gd name="connsiteY1" fmla="*/ 0 h 23"/>
                    <a:gd name="connsiteX2" fmla="*/ 23 w 23"/>
                    <a:gd name="connsiteY2" fmla="*/ 23 h 23"/>
                    <a:gd name="connsiteX3" fmla="*/ 0 w 23"/>
                    <a:gd name="connsiteY3" fmla="*/ 23 h 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" h="23">
                      <a:moveTo>
                        <a:pt x="0" y="23"/>
                      </a:moveTo>
                      <a:lnTo>
                        <a:pt x="12" y="0"/>
                      </a:lnTo>
                      <a:lnTo>
                        <a:pt x="23" y="23"/>
                      </a:lnTo>
                      <a:lnTo>
                        <a:pt x="0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01" name="Freeform: Shape 1600">
                  <a:extLst>
                    <a:ext uri="{FF2B5EF4-FFF2-40B4-BE49-F238E27FC236}">
                      <a16:creationId xmlns:a16="http://schemas.microsoft.com/office/drawing/2014/main" id="{DF9B50CF-D444-C3A7-F221-661CE72B2807}"/>
                    </a:ext>
                  </a:extLst>
                </p:cNvPr>
                <p:cNvSpPr/>
                <p:nvPr/>
              </p:nvSpPr>
              <p:spPr>
                <a:xfrm>
                  <a:off x="9141676" y="2395424"/>
                  <a:ext cx="22" cy="23"/>
                </a:xfrm>
                <a:custGeom>
                  <a:avLst/>
                  <a:gdLst>
                    <a:gd name="connsiteX0" fmla="*/ 0 w 22"/>
                    <a:gd name="connsiteY0" fmla="*/ 23 h 23"/>
                    <a:gd name="connsiteX1" fmla="*/ 23 w 22"/>
                    <a:gd name="connsiteY1" fmla="*/ 0 h 23"/>
                    <a:gd name="connsiteX2" fmla="*/ 23 w 22"/>
                    <a:gd name="connsiteY2" fmla="*/ 23 h 23"/>
                    <a:gd name="connsiteX3" fmla="*/ 0 w 22"/>
                    <a:gd name="connsiteY3" fmla="*/ 23 h 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" h="23">
                      <a:moveTo>
                        <a:pt x="0" y="23"/>
                      </a:moveTo>
                      <a:lnTo>
                        <a:pt x="23" y="0"/>
                      </a:lnTo>
                      <a:lnTo>
                        <a:pt x="23" y="23"/>
                      </a:lnTo>
                      <a:lnTo>
                        <a:pt x="0" y="23"/>
                      </a:lnTo>
                    </a:path>
                  </a:pathLst>
                </a:custGeom>
                <a:solidFill>
                  <a:srgbClr val="ABD0E6"/>
                </a:solidFill>
                <a:ln w="11576" cap="flat">
                  <a:solidFill>
                    <a:srgbClr val="80808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602" name="Graphic 4">
                <a:extLst>
                  <a:ext uri="{FF2B5EF4-FFF2-40B4-BE49-F238E27FC236}">
                    <a16:creationId xmlns:a16="http://schemas.microsoft.com/office/drawing/2014/main" id="{7A6F6539-56C4-FA4C-09B8-6E198FF10496}"/>
                  </a:ext>
                </a:extLst>
              </p:cNvPr>
              <p:cNvGrpSpPr/>
              <p:nvPr/>
            </p:nvGrpSpPr>
            <p:grpSpPr>
              <a:xfrm>
                <a:off x="9377702" y="4693631"/>
                <a:ext cx="274196" cy="87560"/>
                <a:chOff x="9377702" y="4693631"/>
                <a:chExt cx="274196" cy="87560"/>
              </a:xfrm>
              <a:solidFill>
                <a:srgbClr val="000080"/>
              </a:solidFill>
            </p:grpSpPr>
            <p:sp>
              <p:nvSpPr>
                <p:cNvPr id="1603" name="Freeform: Shape 1602">
                  <a:extLst>
                    <a:ext uri="{FF2B5EF4-FFF2-40B4-BE49-F238E27FC236}">
                      <a16:creationId xmlns:a16="http://schemas.microsoft.com/office/drawing/2014/main" id="{0BA0A909-C20F-E930-3C70-03AEB5C5388B}"/>
                    </a:ext>
                  </a:extLst>
                </p:cNvPr>
                <p:cNvSpPr/>
                <p:nvPr/>
              </p:nvSpPr>
              <p:spPr>
                <a:xfrm flipV="1">
                  <a:off x="9377702" y="4695150"/>
                  <a:ext cx="50246" cy="84395"/>
                </a:xfrm>
                <a:custGeom>
                  <a:avLst/>
                  <a:gdLst>
                    <a:gd name="connsiteX0" fmla="*/ -140 w 50246"/>
                    <a:gd name="connsiteY0" fmla="*/ 7654 h 84395"/>
                    <a:gd name="connsiteX1" fmla="*/ 18508 w 50246"/>
                    <a:gd name="connsiteY1" fmla="*/ 7654 h 84395"/>
                    <a:gd name="connsiteX2" fmla="*/ 18508 w 50246"/>
                    <a:gd name="connsiteY2" fmla="*/ 72045 h 84395"/>
                    <a:gd name="connsiteX3" fmla="*/ -1786 w 50246"/>
                    <a:gd name="connsiteY3" fmla="*/ 67975 h 84395"/>
                    <a:gd name="connsiteX4" fmla="*/ -1786 w 50246"/>
                    <a:gd name="connsiteY4" fmla="*/ 78375 h 84395"/>
                    <a:gd name="connsiteX5" fmla="*/ 18399 w 50246"/>
                    <a:gd name="connsiteY5" fmla="*/ 82445 h 84395"/>
                    <a:gd name="connsiteX6" fmla="*/ 29812 w 50246"/>
                    <a:gd name="connsiteY6" fmla="*/ 82445 h 84395"/>
                    <a:gd name="connsiteX7" fmla="*/ 29812 w 50246"/>
                    <a:gd name="connsiteY7" fmla="*/ 7654 h 84395"/>
                    <a:gd name="connsiteX8" fmla="*/ 48460 w 50246"/>
                    <a:gd name="connsiteY8" fmla="*/ 7654 h 84395"/>
                    <a:gd name="connsiteX9" fmla="*/ 48460 w 50246"/>
                    <a:gd name="connsiteY9" fmla="*/ -1950 h 84395"/>
                    <a:gd name="connsiteX10" fmla="*/ -140 w 50246"/>
                    <a:gd name="connsiteY10" fmla="*/ -1950 h 84395"/>
                    <a:gd name="connsiteX11" fmla="*/ -140 w 50246"/>
                    <a:gd name="connsiteY11" fmla="*/ 7654 h 84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0246" h="84395">
                      <a:moveTo>
                        <a:pt x="-140" y="7654"/>
                      </a:moveTo>
                      <a:lnTo>
                        <a:pt x="18508" y="7654"/>
                      </a:lnTo>
                      <a:lnTo>
                        <a:pt x="18508" y="72045"/>
                      </a:lnTo>
                      <a:lnTo>
                        <a:pt x="-1786" y="67975"/>
                      </a:lnTo>
                      <a:lnTo>
                        <a:pt x="-1786" y="78375"/>
                      </a:lnTo>
                      <a:lnTo>
                        <a:pt x="18399" y="82445"/>
                      </a:lnTo>
                      <a:lnTo>
                        <a:pt x="29812" y="82445"/>
                      </a:lnTo>
                      <a:lnTo>
                        <a:pt x="29812" y="7654"/>
                      </a:lnTo>
                      <a:lnTo>
                        <a:pt x="48460" y="7654"/>
                      </a:lnTo>
                      <a:lnTo>
                        <a:pt x="48460" y="-1950"/>
                      </a:lnTo>
                      <a:lnTo>
                        <a:pt x="-140" y="-1950"/>
                      </a:lnTo>
                      <a:lnTo>
                        <a:pt x="-140" y="7654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04" name="Freeform: Shape 1603">
                  <a:extLst>
                    <a:ext uri="{FF2B5EF4-FFF2-40B4-BE49-F238E27FC236}">
                      <a16:creationId xmlns:a16="http://schemas.microsoft.com/office/drawing/2014/main" id="{8C907B58-DA25-E36E-F597-F5521603101E}"/>
                    </a:ext>
                  </a:extLst>
                </p:cNvPr>
                <p:cNvSpPr/>
                <p:nvPr/>
              </p:nvSpPr>
              <p:spPr>
                <a:xfrm flipV="1">
                  <a:off x="9446268" y="4693631"/>
                  <a:ext cx="58331" cy="87560"/>
                </a:xfrm>
                <a:custGeom>
                  <a:avLst/>
                  <a:gdLst>
                    <a:gd name="connsiteX0" fmla="*/ 27434 w 58331"/>
                    <a:gd name="connsiteY0" fmla="*/ 76570 h 87560"/>
                    <a:gd name="connsiteX1" fmla="*/ 14176 w 58331"/>
                    <a:gd name="connsiteY1" fmla="*/ 67888 h 87560"/>
                    <a:gd name="connsiteX2" fmla="*/ 9745 w 58331"/>
                    <a:gd name="connsiteY2" fmla="*/ 41806 h 87560"/>
                    <a:gd name="connsiteX3" fmla="*/ 14176 w 58331"/>
                    <a:gd name="connsiteY3" fmla="*/ 15779 h 87560"/>
                    <a:gd name="connsiteX4" fmla="*/ 27434 w 58331"/>
                    <a:gd name="connsiteY4" fmla="*/ 7097 h 87560"/>
                    <a:gd name="connsiteX5" fmla="*/ 40747 w 58331"/>
                    <a:gd name="connsiteY5" fmla="*/ 15779 h 87560"/>
                    <a:gd name="connsiteX6" fmla="*/ 45196 w 58331"/>
                    <a:gd name="connsiteY6" fmla="*/ 41806 h 87560"/>
                    <a:gd name="connsiteX7" fmla="*/ 40747 w 58331"/>
                    <a:gd name="connsiteY7" fmla="*/ 67888 h 87560"/>
                    <a:gd name="connsiteX8" fmla="*/ 27434 w 58331"/>
                    <a:gd name="connsiteY8" fmla="*/ 76570 h 87560"/>
                    <a:gd name="connsiteX9" fmla="*/ 27434 w 58331"/>
                    <a:gd name="connsiteY9" fmla="*/ 85614 h 87560"/>
                    <a:gd name="connsiteX10" fmla="*/ 49121 w 58331"/>
                    <a:gd name="connsiteY10" fmla="*/ 74382 h 87560"/>
                    <a:gd name="connsiteX11" fmla="*/ 56609 w 58331"/>
                    <a:gd name="connsiteY11" fmla="*/ 41806 h 87560"/>
                    <a:gd name="connsiteX12" fmla="*/ 49121 w 58331"/>
                    <a:gd name="connsiteY12" fmla="*/ 9267 h 87560"/>
                    <a:gd name="connsiteX13" fmla="*/ 27434 w 58331"/>
                    <a:gd name="connsiteY13" fmla="*/ -1947 h 87560"/>
                    <a:gd name="connsiteX14" fmla="*/ 5766 w 58331"/>
                    <a:gd name="connsiteY14" fmla="*/ 9267 h 87560"/>
                    <a:gd name="connsiteX15" fmla="*/ -1722 w 58331"/>
                    <a:gd name="connsiteY15" fmla="*/ 41806 h 87560"/>
                    <a:gd name="connsiteX16" fmla="*/ 5766 w 58331"/>
                    <a:gd name="connsiteY16" fmla="*/ 74382 h 87560"/>
                    <a:gd name="connsiteX17" fmla="*/ 27434 w 58331"/>
                    <a:gd name="connsiteY17" fmla="*/ 85614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434" y="76570"/>
                      </a:moveTo>
                      <a:cubicBezTo>
                        <a:pt x="21562" y="76570"/>
                        <a:pt x="17143" y="73676"/>
                        <a:pt x="14176" y="67888"/>
                      </a:cubicBezTo>
                      <a:cubicBezTo>
                        <a:pt x="11222" y="62112"/>
                        <a:pt x="9745" y="53418"/>
                        <a:pt x="9745" y="41806"/>
                      </a:cubicBezTo>
                      <a:cubicBezTo>
                        <a:pt x="9745" y="30243"/>
                        <a:pt x="11222" y="21567"/>
                        <a:pt x="14176" y="15779"/>
                      </a:cubicBezTo>
                      <a:cubicBezTo>
                        <a:pt x="17143" y="9991"/>
                        <a:pt x="21562" y="7097"/>
                        <a:pt x="27434" y="7097"/>
                      </a:cubicBezTo>
                      <a:cubicBezTo>
                        <a:pt x="33355" y="7097"/>
                        <a:pt x="37792" y="9991"/>
                        <a:pt x="40747" y="15779"/>
                      </a:cubicBezTo>
                      <a:cubicBezTo>
                        <a:pt x="43713" y="21567"/>
                        <a:pt x="45196" y="30243"/>
                        <a:pt x="45196" y="41806"/>
                      </a:cubicBezTo>
                      <a:cubicBezTo>
                        <a:pt x="45196" y="53418"/>
                        <a:pt x="43713" y="62112"/>
                        <a:pt x="40747" y="67888"/>
                      </a:cubicBezTo>
                      <a:cubicBezTo>
                        <a:pt x="37792" y="73676"/>
                        <a:pt x="33355" y="76570"/>
                        <a:pt x="27434" y="76570"/>
                      </a:cubicBezTo>
                      <a:close/>
                      <a:moveTo>
                        <a:pt x="27434" y="85614"/>
                      </a:moveTo>
                      <a:cubicBezTo>
                        <a:pt x="36900" y="85614"/>
                        <a:pt x="44129" y="81870"/>
                        <a:pt x="49121" y="74382"/>
                      </a:cubicBezTo>
                      <a:cubicBezTo>
                        <a:pt x="54113" y="66905"/>
                        <a:pt x="56609" y="56047"/>
                        <a:pt x="56609" y="41806"/>
                      </a:cubicBezTo>
                      <a:cubicBezTo>
                        <a:pt x="56609" y="27602"/>
                        <a:pt x="54113" y="16755"/>
                        <a:pt x="49121" y="9267"/>
                      </a:cubicBezTo>
                      <a:cubicBezTo>
                        <a:pt x="44129" y="1791"/>
                        <a:pt x="36900" y="-1947"/>
                        <a:pt x="27434" y="-1947"/>
                      </a:cubicBezTo>
                      <a:cubicBezTo>
                        <a:pt x="17981" y="-1947"/>
                        <a:pt x="10758" y="1791"/>
                        <a:pt x="5766" y="9267"/>
                      </a:cubicBezTo>
                      <a:cubicBezTo>
                        <a:pt x="774" y="16755"/>
                        <a:pt x="-1722" y="27602"/>
                        <a:pt x="-1722" y="41806"/>
                      </a:cubicBezTo>
                      <a:cubicBezTo>
                        <a:pt x="-1722" y="56047"/>
                        <a:pt x="774" y="66905"/>
                        <a:pt x="5766" y="74382"/>
                      </a:cubicBezTo>
                      <a:cubicBezTo>
                        <a:pt x="10758" y="81870"/>
                        <a:pt x="17981" y="85614"/>
                        <a:pt x="27434" y="85614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05" name="Freeform: Shape 1604">
                  <a:extLst>
                    <a:ext uri="{FF2B5EF4-FFF2-40B4-BE49-F238E27FC236}">
                      <a16:creationId xmlns:a16="http://schemas.microsoft.com/office/drawing/2014/main" id="{6A45A2AC-D87B-F104-DE90-7B1C20EB7965}"/>
                    </a:ext>
                  </a:extLst>
                </p:cNvPr>
                <p:cNvSpPr/>
                <p:nvPr/>
              </p:nvSpPr>
              <p:spPr>
                <a:xfrm flipV="1">
                  <a:off x="9519918" y="4693631"/>
                  <a:ext cx="58331" cy="87560"/>
                </a:xfrm>
                <a:custGeom>
                  <a:avLst/>
                  <a:gdLst>
                    <a:gd name="connsiteX0" fmla="*/ 27441 w 58331"/>
                    <a:gd name="connsiteY0" fmla="*/ 76570 h 87560"/>
                    <a:gd name="connsiteX1" fmla="*/ 14183 w 58331"/>
                    <a:gd name="connsiteY1" fmla="*/ 67888 h 87560"/>
                    <a:gd name="connsiteX2" fmla="*/ 9751 w 58331"/>
                    <a:gd name="connsiteY2" fmla="*/ 41806 h 87560"/>
                    <a:gd name="connsiteX3" fmla="*/ 14183 w 58331"/>
                    <a:gd name="connsiteY3" fmla="*/ 15779 h 87560"/>
                    <a:gd name="connsiteX4" fmla="*/ 27441 w 58331"/>
                    <a:gd name="connsiteY4" fmla="*/ 7097 h 87560"/>
                    <a:gd name="connsiteX5" fmla="*/ 40753 w 58331"/>
                    <a:gd name="connsiteY5" fmla="*/ 15779 h 87560"/>
                    <a:gd name="connsiteX6" fmla="*/ 45202 w 58331"/>
                    <a:gd name="connsiteY6" fmla="*/ 41806 h 87560"/>
                    <a:gd name="connsiteX7" fmla="*/ 40753 w 58331"/>
                    <a:gd name="connsiteY7" fmla="*/ 67888 h 87560"/>
                    <a:gd name="connsiteX8" fmla="*/ 27441 w 58331"/>
                    <a:gd name="connsiteY8" fmla="*/ 76570 h 87560"/>
                    <a:gd name="connsiteX9" fmla="*/ 27441 w 58331"/>
                    <a:gd name="connsiteY9" fmla="*/ 85614 h 87560"/>
                    <a:gd name="connsiteX10" fmla="*/ 49127 w 58331"/>
                    <a:gd name="connsiteY10" fmla="*/ 74382 h 87560"/>
                    <a:gd name="connsiteX11" fmla="*/ 56616 w 58331"/>
                    <a:gd name="connsiteY11" fmla="*/ 41806 h 87560"/>
                    <a:gd name="connsiteX12" fmla="*/ 49127 w 58331"/>
                    <a:gd name="connsiteY12" fmla="*/ 9267 h 87560"/>
                    <a:gd name="connsiteX13" fmla="*/ 27441 w 58331"/>
                    <a:gd name="connsiteY13" fmla="*/ -1947 h 87560"/>
                    <a:gd name="connsiteX14" fmla="*/ 5772 w 58331"/>
                    <a:gd name="connsiteY14" fmla="*/ 9267 h 87560"/>
                    <a:gd name="connsiteX15" fmla="*/ -1716 w 58331"/>
                    <a:gd name="connsiteY15" fmla="*/ 41806 h 87560"/>
                    <a:gd name="connsiteX16" fmla="*/ 5772 w 58331"/>
                    <a:gd name="connsiteY16" fmla="*/ 74382 h 87560"/>
                    <a:gd name="connsiteX17" fmla="*/ 27441 w 58331"/>
                    <a:gd name="connsiteY17" fmla="*/ 85614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441" y="76570"/>
                      </a:moveTo>
                      <a:cubicBezTo>
                        <a:pt x="21568" y="76570"/>
                        <a:pt x="17149" y="73676"/>
                        <a:pt x="14183" y="67888"/>
                      </a:cubicBezTo>
                      <a:cubicBezTo>
                        <a:pt x="11229" y="62112"/>
                        <a:pt x="9751" y="53418"/>
                        <a:pt x="9751" y="41806"/>
                      </a:cubicBezTo>
                      <a:cubicBezTo>
                        <a:pt x="9751" y="30243"/>
                        <a:pt x="11229" y="21567"/>
                        <a:pt x="14183" y="15779"/>
                      </a:cubicBezTo>
                      <a:cubicBezTo>
                        <a:pt x="17149" y="9991"/>
                        <a:pt x="21568" y="7097"/>
                        <a:pt x="27441" y="7097"/>
                      </a:cubicBezTo>
                      <a:cubicBezTo>
                        <a:pt x="33361" y="7097"/>
                        <a:pt x="37799" y="9991"/>
                        <a:pt x="40753" y="15779"/>
                      </a:cubicBezTo>
                      <a:cubicBezTo>
                        <a:pt x="43719" y="21567"/>
                        <a:pt x="45202" y="30243"/>
                        <a:pt x="45202" y="41806"/>
                      </a:cubicBezTo>
                      <a:cubicBezTo>
                        <a:pt x="45202" y="53418"/>
                        <a:pt x="43719" y="62112"/>
                        <a:pt x="40753" y="67888"/>
                      </a:cubicBezTo>
                      <a:cubicBezTo>
                        <a:pt x="37799" y="73676"/>
                        <a:pt x="33361" y="76570"/>
                        <a:pt x="27441" y="76570"/>
                      </a:cubicBezTo>
                      <a:close/>
                      <a:moveTo>
                        <a:pt x="27441" y="85614"/>
                      </a:moveTo>
                      <a:cubicBezTo>
                        <a:pt x="36906" y="85614"/>
                        <a:pt x="44135" y="81870"/>
                        <a:pt x="49127" y="74382"/>
                      </a:cubicBezTo>
                      <a:cubicBezTo>
                        <a:pt x="54120" y="66905"/>
                        <a:pt x="56616" y="56047"/>
                        <a:pt x="56616" y="41806"/>
                      </a:cubicBezTo>
                      <a:cubicBezTo>
                        <a:pt x="56616" y="27602"/>
                        <a:pt x="54120" y="16755"/>
                        <a:pt x="49127" y="9267"/>
                      </a:cubicBezTo>
                      <a:cubicBezTo>
                        <a:pt x="44135" y="1791"/>
                        <a:pt x="36906" y="-1947"/>
                        <a:pt x="27441" y="-1947"/>
                      </a:cubicBezTo>
                      <a:cubicBezTo>
                        <a:pt x="17987" y="-1947"/>
                        <a:pt x="10764" y="1791"/>
                        <a:pt x="5772" y="9267"/>
                      </a:cubicBezTo>
                      <a:cubicBezTo>
                        <a:pt x="780" y="16755"/>
                        <a:pt x="-1716" y="27602"/>
                        <a:pt x="-1716" y="41806"/>
                      </a:cubicBezTo>
                      <a:cubicBezTo>
                        <a:pt x="-1716" y="56047"/>
                        <a:pt x="780" y="66905"/>
                        <a:pt x="5772" y="74382"/>
                      </a:cubicBezTo>
                      <a:cubicBezTo>
                        <a:pt x="10764" y="81870"/>
                        <a:pt x="17987" y="85614"/>
                        <a:pt x="27441" y="85614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06" name="Freeform: Shape 1605">
                  <a:extLst>
                    <a:ext uri="{FF2B5EF4-FFF2-40B4-BE49-F238E27FC236}">
                      <a16:creationId xmlns:a16="http://schemas.microsoft.com/office/drawing/2014/main" id="{9C131995-54AA-9AA3-0603-2D5EFC6651FE}"/>
                    </a:ext>
                  </a:extLst>
                </p:cNvPr>
                <p:cNvSpPr/>
                <p:nvPr/>
              </p:nvSpPr>
              <p:spPr>
                <a:xfrm flipV="1">
                  <a:off x="9593567" y="4693631"/>
                  <a:ext cx="58331" cy="87560"/>
                </a:xfrm>
                <a:custGeom>
                  <a:avLst/>
                  <a:gdLst>
                    <a:gd name="connsiteX0" fmla="*/ 27447 w 58331"/>
                    <a:gd name="connsiteY0" fmla="*/ 76570 h 87560"/>
                    <a:gd name="connsiteX1" fmla="*/ 14189 w 58331"/>
                    <a:gd name="connsiteY1" fmla="*/ 67888 h 87560"/>
                    <a:gd name="connsiteX2" fmla="*/ 9758 w 58331"/>
                    <a:gd name="connsiteY2" fmla="*/ 41806 h 87560"/>
                    <a:gd name="connsiteX3" fmla="*/ 14189 w 58331"/>
                    <a:gd name="connsiteY3" fmla="*/ 15779 h 87560"/>
                    <a:gd name="connsiteX4" fmla="*/ 27447 w 58331"/>
                    <a:gd name="connsiteY4" fmla="*/ 7097 h 87560"/>
                    <a:gd name="connsiteX5" fmla="*/ 40759 w 58331"/>
                    <a:gd name="connsiteY5" fmla="*/ 15779 h 87560"/>
                    <a:gd name="connsiteX6" fmla="*/ 45209 w 58331"/>
                    <a:gd name="connsiteY6" fmla="*/ 41806 h 87560"/>
                    <a:gd name="connsiteX7" fmla="*/ 40759 w 58331"/>
                    <a:gd name="connsiteY7" fmla="*/ 67888 h 87560"/>
                    <a:gd name="connsiteX8" fmla="*/ 27447 w 58331"/>
                    <a:gd name="connsiteY8" fmla="*/ 76570 h 87560"/>
                    <a:gd name="connsiteX9" fmla="*/ 27447 w 58331"/>
                    <a:gd name="connsiteY9" fmla="*/ 85614 h 87560"/>
                    <a:gd name="connsiteX10" fmla="*/ 49134 w 58331"/>
                    <a:gd name="connsiteY10" fmla="*/ 74382 h 87560"/>
                    <a:gd name="connsiteX11" fmla="*/ 56622 w 58331"/>
                    <a:gd name="connsiteY11" fmla="*/ 41806 h 87560"/>
                    <a:gd name="connsiteX12" fmla="*/ 49134 w 58331"/>
                    <a:gd name="connsiteY12" fmla="*/ 9267 h 87560"/>
                    <a:gd name="connsiteX13" fmla="*/ 27447 w 58331"/>
                    <a:gd name="connsiteY13" fmla="*/ -1947 h 87560"/>
                    <a:gd name="connsiteX14" fmla="*/ 5779 w 58331"/>
                    <a:gd name="connsiteY14" fmla="*/ 9267 h 87560"/>
                    <a:gd name="connsiteX15" fmla="*/ -1710 w 58331"/>
                    <a:gd name="connsiteY15" fmla="*/ 41806 h 87560"/>
                    <a:gd name="connsiteX16" fmla="*/ 5779 w 58331"/>
                    <a:gd name="connsiteY16" fmla="*/ 74382 h 87560"/>
                    <a:gd name="connsiteX17" fmla="*/ 27447 w 58331"/>
                    <a:gd name="connsiteY17" fmla="*/ 85614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447" y="76570"/>
                      </a:moveTo>
                      <a:cubicBezTo>
                        <a:pt x="21575" y="76570"/>
                        <a:pt x="17155" y="73676"/>
                        <a:pt x="14189" y="67888"/>
                      </a:cubicBezTo>
                      <a:cubicBezTo>
                        <a:pt x="11235" y="62112"/>
                        <a:pt x="9758" y="53418"/>
                        <a:pt x="9758" y="41806"/>
                      </a:cubicBezTo>
                      <a:cubicBezTo>
                        <a:pt x="9758" y="30243"/>
                        <a:pt x="11235" y="21567"/>
                        <a:pt x="14189" y="15779"/>
                      </a:cubicBezTo>
                      <a:cubicBezTo>
                        <a:pt x="17155" y="9991"/>
                        <a:pt x="21575" y="7097"/>
                        <a:pt x="27447" y="7097"/>
                      </a:cubicBezTo>
                      <a:cubicBezTo>
                        <a:pt x="33368" y="7097"/>
                        <a:pt x="37805" y="9991"/>
                        <a:pt x="40759" y="15779"/>
                      </a:cubicBezTo>
                      <a:cubicBezTo>
                        <a:pt x="43726" y="21567"/>
                        <a:pt x="45209" y="30243"/>
                        <a:pt x="45209" y="41806"/>
                      </a:cubicBezTo>
                      <a:cubicBezTo>
                        <a:pt x="45209" y="53418"/>
                        <a:pt x="43726" y="62112"/>
                        <a:pt x="40759" y="67888"/>
                      </a:cubicBezTo>
                      <a:cubicBezTo>
                        <a:pt x="37805" y="73676"/>
                        <a:pt x="33368" y="76570"/>
                        <a:pt x="27447" y="76570"/>
                      </a:cubicBezTo>
                      <a:close/>
                      <a:moveTo>
                        <a:pt x="27447" y="85614"/>
                      </a:moveTo>
                      <a:cubicBezTo>
                        <a:pt x="36913" y="85614"/>
                        <a:pt x="44142" y="81870"/>
                        <a:pt x="49134" y="74382"/>
                      </a:cubicBezTo>
                      <a:cubicBezTo>
                        <a:pt x="54126" y="66905"/>
                        <a:pt x="56622" y="56047"/>
                        <a:pt x="56622" y="41806"/>
                      </a:cubicBezTo>
                      <a:cubicBezTo>
                        <a:pt x="56622" y="27602"/>
                        <a:pt x="54126" y="16755"/>
                        <a:pt x="49134" y="9267"/>
                      </a:cubicBezTo>
                      <a:cubicBezTo>
                        <a:pt x="44142" y="1791"/>
                        <a:pt x="36913" y="-1947"/>
                        <a:pt x="27447" y="-1947"/>
                      </a:cubicBezTo>
                      <a:cubicBezTo>
                        <a:pt x="17993" y="-1947"/>
                        <a:pt x="10771" y="1791"/>
                        <a:pt x="5779" y="9267"/>
                      </a:cubicBezTo>
                      <a:cubicBezTo>
                        <a:pt x="786" y="16755"/>
                        <a:pt x="-1710" y="27602"/>
                        <a:pt x="-1710" y="41806"/>
                      </a:cubicBezTo>
                      <a:cubicBezTo>
                        <a:pt x="-1710" y="56047"/>
                        <a:pt x="786" y="66905"/>
                        <a:pt x="5779" y="74382"/>
                      </a:cubicBezTo>
                      <a:cubicBezTo>
                        <a:pt x="10771" y="81870"/>
                        <a:pt x="17993" y="85614"/>
                        <a:pt x="27447" y="85614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607" name="Graphic 4">
                <a:extLst>
                  <a:ext uri="{FF2B5EF4-FFF2-40B4-BE49-F238E27FC236}">
                    <a16:creationId xmlns:a16="http://schemas.microsoft.com/office/drawing/2014/main" id="{98238520-E965-06E3-54B7-574427EB5314}"/>
                  </a:ext>
                </a:extLst>
              </p:cNvPr>
              <p:cNvGrpSpPr/>
              <p:nvPr/>
            </p:nvGrpSpPr>
            <p:grpSpPr>
              <a:xfrm>
                <a:off x="9089296" y="5261717"/>
                <a:ext cx="281250" cy="87560"/>
                <a:chOff x="9089296" y="5261717"/>
                <a:chExt cx="281250" cy="87560"/>
              </a:xfrm>
              <a:solidFill>
                <a:srgbClr val="000080"/>
              </a:solidFill>
            </p:grpSpPr>
            <p:sp>
              <p:nvSpPr>
                <p:cNvPr id="1608" name="Freeform: Shape 1607">
                  <a:extLst>
                    <a:ext uri="{FF2B5EF4-FFF2-40B4-BE49-F238E27FC236}">
                      <a16:creationId xmlns:a16="http://schemas.microsoft.com/office/drawing/2014/main" id="{B65064B0-1BFA-F2BC-EA5A-B178F06214D6}"/>
                    </a:ext>
                  </a:extLst>
                </p:cNvPr>
                <p:cNvSpPr/>
                <p:nvPr/>
              </p:nvSpPr>
              <p:spPr>
                <a:xfrm flipV="1">
                  <a:off x="9089296" y="5263236"/>
                  <a:ext cx="61496" cy="84395"/>
                </a:xfrm>
                <a:custGeom>
                  <a:avLst/>
                  <a:gdLst>
                    <a:gd name="connsiteX0" fmla="*/ 36360 w 61496"/>
                    <a:gd name="connsiteY0" fmla="*/ 72546 h 84395"/>
                    <a:gd name="connsiteX1" fmla="*/ 7529 w 61496"/>
                    <a:gd name="connsiteY1" fmla="*/ 27491 h 84395"/>
                    <a:gd name="connsiteX2" fmla="*/ 36360 w 61496"/>
                    <a:gd name="connsiteY2" fmla="*/ 27491 h 84395"/>
                    <a:gd name="connsiteX3" fmla="*/ 36360 w 61496"/>
                    <a:gd name="connsiteY3" fmla="*/ 72546 h 84395"/>
                    <a:gd name="connsiteX4" fmla="*/ 33358 w 61496"/>
                    <a:gd name="connsiteY4" fmla="*/ 82494 h 84395"/>
                    <a:gd name="connsiteX5" fmla="*/ 47719 w 61496"/>
                    <a:gd name="connsiteY5" fmla="*/ 82494 h 84395"/>
                    <a:gd name="connsiteX6" fmla="*/ 47719 w 61496"/>
                    <a:gd name="connsiteY6" fmla="*/ 27491 h 84395"/>
                    <a:gd name="connsiteX7" fmla="*/ 59765 w 61496"/>
                    <a:gd name="connsiteY7" fmla="*/ 27491 h 84395"/>
                    <a:gd name="connsiteX8" fmla="*/ 59765 w 61496"/>
                    <a:gd name="connsiteY8" fmla="*/ 17995 h 84395"/>
                    <a:gd name="connsiteX9" fmla="*/ 47719 w 61496"/>
                    <a:gd name="connsiteY9" fmla="*/ 17995 h 84395"/>
                    <a:gd name="connsiteX10" fmla="*/ 47719 w 61496"/>
                    <a:gd name="connsiteY10" fmla="*/ -1901 h 84395"/>
                    <a:gd name="connsiteX11" fmla="*/ 36360 w 61496"/>
                    <a:gd name="connsiteY11" fmla="*/ -1901 h 84395"/>
                    <a:gd name="connsiteX12" fmla="*/ 36360 w 61496"/>
                    <a:gd name="connsiteY12" fmla="*/ 17995 h 84395"/>
                    <a:gd name="connsiteX13" fmla="*/ -1732 w 61496"/>
                    <a:gd name="connsiteY13" fmla="*/ 17995 h 84395"/>
                    <a:gd name="connsiteX14" fmla="*/ -1732 w 61496"/>
                    <a:gd name="connsiteY14" fmla="*/ 29010 h 84395"/>
                    <a:gd name="connsiteX15" fmla="*/ 33358 w 61496"/>
                    <a:gd name="connsiteY15" fmla="*/ 82494 h 84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1496" h="84395">
                      <a:moveTo>
                        <a:pt x="36360" y="72546"/>
                      </a:moveTo>
                      <a:lnTo>
                        <a:pt x="7529" y="27491"/>
                      </a:lnTo>
                      <a:lnTo>
                        <a:pt x="36360" y="27491"/>
                      </a:lnTo>
                      <a:lnTo>
                        <a:pt x="36360" y="72546"/>
                      </a:lnTo>
                      <a:close/>
                      <a:moveTo>
                        <a:pt x="33358" y="82494"/>
                      </a:moveTo>
                      <a:lnTo>
                        <a:pt x="47719" y="82494"/>
                      </a:lnTo>
                      <a:lnTo>
                        <a:pt x="47719" y="27491"/>
                      </a:lnTo>
                      <a:lnTo>
                        <a:pt x="59765" y="27491"/>
                      </a:lnTo>
                      <a:lnTo>
                        <a:pt x="59765" y="17995"/>
                      </a:lnTo>
                      <a:lnTo>
                        <a:pt x="47719" y="17995"/>
                      </a:lnTo>
                      <a:lnTo>
                        <a:pt x="47719" y="-1901"/>
                      </a:lnTo>
                      <a:lnTo>
                        <a:pt x="36360" y="-1901"/>
                      </a:lnTo>
                      <a:lnTo>
                        <a:pt x="36360" y="17995"/>
                      </a:lnTo>
                      <a:lnTo>
                        <a:pt x="-1732" y="17995"/>
                      </a:lnTo>
                      <a:lnTo>
                        <a:pt x="-1732" y="29010"/>
                      </a:lnTo>
                      <a:lnTo>
                        <a:pt x="33358" y="82494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09" name="Freeform: Shape 1608">
                  <a:extLst>
                    <a:ext uri="{FF2B5EF4-FFF2-40B4-BE49-F238E27FC236}">
                      <a16:creationId xmlns:a16="http://schemas.microsoft.com/office/drawing/2014/main" id="{03F14099-55FC-FC15-18E1-C31625A20AFE}"/>
                    </a:ext>
                  </a:extLst>
                </p:cNvPr>
                <p:cNvSpPr/>
                <p:nvPr/>
              </p:nvSpPr>
              <p:spPr>
                <a:xfrm flipV="1">
                  <a:off x="9166219" y="5263236"/>
                  <a:ext cx="54605" cy="86041"/>
                </a:xfrm>
                <a:custGeom>
                  <a:avLst/>
                  <a:gdLst>
                    <a:gd name="connsiteX0" fmla="*/ 1847 w 54605"/>
                    <a:gd name="connsiteY0" fmla="*/ 84186 h 86041"/>
                    <a:gd name="connsiteX1" fmla="*/ 46668 w 54605"/>
                    <a:gd name="connsiteY1" fmla="*/ 84186 h 86041"/>
                    <a:gd name="connsiteX2" fmla="*/ 46668 w 54605"/>
                    <a:gd name="connsiteY2" fmla="*/ 74563 h 86041"/>
                    <a:gd name="connsiteX3" fmla="*/ 12302 w 54605"/>
                    <a:gd name="connsiteY3" fmla="*/ 74563 h 86041"/>
                    <a:gd name="connsiteX4" fmla="*/ 12302 w 54605"/>
                    <a:gd name="connsiteY4" fmla="*/ 53889 h 86041"/>
                    <a:gd name="connsiteX5" fmla="*/ 17258 w 54605"/>
                    <a:gd name="connsiteY5" fmla="*/ 55155 h 86041"/>
                    <a:gd name="connsiteX6" fmla="*/ 22250 w 54605"/>
                    <a:gd name="connsiteY6" fmla="*/ 55571 h 86041"/>
                    <a:gd name="connsiteX7" fmla="*/ 44624 w 54605"/>
                    <a:gd name="connsiteY7" fmla="*/ 47830 h 86041"/>
                    <a:gd name="connsiteX8" fmla="*/ 52890 w 54605"/>
                    <a:gd name="connsiteY8" fmla="*/ 26867 h 86041"/>
                    <a:gd name="connsiteX9" fmla="*/ 44407 w 54605"/>
                    <a:gd name="connsiteY9" fmla="*/ 5687 h 86041"/>
                    <a:gd name="connsiteX10" fmla="*/ 20496 w 54605"/>
                    <a:gd name="connsiteY10" fmla="*/ -1856 h 86041"/>
                    <a:gd name="connsiteX11" fmla="*/ 9661 w 54605"/>
                    <a:gd name="connsiteY11" fmla="*/ -951 h 86041"/>
                    <a:gd name="connsiteX12" fmla="*/ -1716 w 54605"/>
                    <a:gd name="connsiteY12" fmla="*/ 1762 h 86041"/>
                    <a:gd name="connsiteX13" fmla="*/ -1716 w 54605"/>
                    <a:gd name="connsiteY13" fmla="*/ 13247 h 86041"/>
                    <a:gd name="connsiteX14" fmla="*/ 8793 w 54605"/>
                    <a:gd name="connsiteY14" fmla="*/ 9123 h 86041"/>
                    <a:gd name="connsiteX15" fmla="*/ 20260 w 54605"/>
                    <a:gd name="connsiteY15" fmla="*/ 7767 h 86041"/>
                    <a:gd name="connsiteX16" fmla="*/ 35743 w 54605"/>
                    <a:gd name="connsiteY16" fmla="*/ 12903 h 86041"/>
                    <a:gd name="connsiteX17" fmla="*/ 41459 w 54605"/>
                    <a:gd name="connsiteY17" fmla="*/ 26867 h 86041"/>
                    <a:gd name="connsiteX18" fmla="*/ 35743 w 54605"/>
                    <a:gd name="connsiteY18" fmla="*/ 40812 h 86041"/>
                    <a:gd name="connsiteX19" fmla="*/ 20260 w 54605"/>
                    <a:gd name="connsiteY19" fmla="*/ 45967 h 86041"/>
                    <a:gd name="connsiteX20" fmla="*/ 11126 w 54605"/>
                    <a:gd name="connsiteY20" fmla="*/ 44954 h 86041"/>
                    <a:gd name="connsiteX21" fmla="*/ 1847 w 54605"/>
                    <a:gd name="connsiteY21" fmla="*/ 41789 h 86041"/>
                    <a:gd name="connsiteX22" fmla="*/ 1847 w 54605"/>
                    <a:gd name="connsiteY22" fmla="*/ 84186 h 86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54605" h="86041">
                      <a:moveTo>
                        <a:pt x="1847" y="84186"/>
                      </a:moveTo>
                      <a:lnTo>
                        <a:pt x="46668" y="84186"/>
                      </a:lnTo>
                      <a:lnTo>
                        <a:pt x="46668" y="74563"/>
                      </a:lnTo>
                      <a:lnTo>
                        <a:pt x="12302" y="74563"/>
                      </a:lnTo>
                      <a:lnTo>
                        <a:pt x="12302" y="53889"/>
                      </a:lnTo>
                      <a:cubicBezTo>
                        <a:pt x="13954" y="54456"/>
                        <a:pt x="15606" y="54878"/>
                        <a:pt x="17258" y="55155"/>
                      </a:cubicBezTo>
                      <a:cubicBezTo>
                        <a:pt x="18922" y="55433"/>
                        <a:pt x="20586" y="55571"/>
                        <a:pt x="22250" y="55571"/>
                      </a:cubicBezTo>
                      <a:cubicBezTo>
                        <a:pt x="31667" y="55571"/>
                        <a:pt x="39125" y="52991"/>
                        <a:pt x="44624" y="47830"/>
                      </a:cubicBezTo>
                      <a:cubicBezTo>
                        <a:pt x="50135" y="42669"/>
                        <a:pt x="52890" y="35681"/>
                        <a:pt x="52890" y="26867"/>
                      </a:cubicBezTo>
                      <a:cubicBezTo>
                        <a:pt x="52890" y="17787"/>
                        <a:pt x="50062" y="10727"/>
                        <a:pt x="44407" y="5687"/>
                      </a:cubicBezTo>
                      <a:cubicBezTo>
                        <a:pt x="38752" y="658"/>
                        <a:pt x="30781" y="-1856"/>
                        <a:pt x="20496" y="-1856"/>
                      </a:cubicBezTo>
                      <a:cubicBezTo>
                        <a:pt x="16950" y="-1856"/>
                        <a:pt x="13339" y="-1554"/>
                        <a:pt x="9661" y="-951"/>
                      </a:cubicBezTo>
                      <a:cubicBezTo>
                        <a:pt x="5996" y="-349"/>
                        <a:pt x="2203" y="556"/>
                        <a:pt x="-1716" y="1762"/>
                      </a:cubicBezTo>
                      <a:lnTo>
                        <a:pt x="-1716" y="13247"/>
                      </a:lnTo>
                      <a:cubicBezTo>
                        <a:pt x="1673" y="11402"/>
                        <a:pt x="5176" y="10028"/>
                        <a:pt x="8793" y="9123"/>
                      </a:cubicBezTo>
                      <a:cubicBezTo>
                        <a:pt x="12410" y="8219"/>
                        <a:pt x="16233" y="7767"/>
                        <a:pt x="20260" y="7767"/>
                      </a:cubicBezTo>
                      <a:cubicBezTo>
                        <a:pt x="26784" y="7767"/>
                        <a:pt x="31945" y="9479"/>
                        <a:pt x="35743" y="12903"/>
                      </a:cubicBezTo>
                      <a:cubicBezTo>
                        <a:pt x="39554" y="16328"/>
                        <a:pt x="41459" y="20983"/>
                        <a:pt x="41459" y="26867"/>
                      </a:cubicBezTo>
                      <a:cubicBezTo>
                        <a:pt x="41459" y="32739"/>
                        <a:pt x="39554" y="37388"/>
                        <a:pt x="35743" y="40812"/>
                      </a:cubicBezTo>
                      <a:cubicBezTo>
                        <a:pt x="31945" y="44249"/>
                        <a:pt x="26784" y="45967"/>
                        <a:pt x="20260" y="45967"/>
                      </a:cubicBezTo>
                      <a:cubicBezTo>
                        <a:pt x="17210" y="45967"/>
                        <a:pt x="14165" y="45629"/>
                        <a:pt x="11126" y="44954"/>
                      </a:cubicBezTo>
                      <a:cubicBezTo>
                        <a:pt x="8100" y="44279"/>
                        <a:pt x="5007" y="43224"/>
                        <a:pt x="1847" y="41789"/>
                      </a:cubicBezTo>
                      <a:lnTo>
                        <a:pt x="1847" y="84186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10" name="Freeform: Shape 1609">
                  <a:extLst>
                    <a:ext uri="{FF2B5EF4-FFF2-40B4-BE49-F238E27FC236}">
                      <a16:creationId xmlns:a16="http://schemas.microsoft.com/office/drawing/2014/main" id="{70B90B86-D35C-1A73-B21B-8D5424B9A890}"/>
                    </a:ext>
                  </a:extLst>
                </p:cNvPr>
                <p:cNvSpPr/>
                <p:nvPr/>
              </p:nvSpPr>
              <p:spPr>
                <a:xfrm flipV="1">
                  <a:off x="9238566" y="5261717"/>
                  <a:ext cx="58331" cy="87560"/>
                </a:xfrm>
                <a:custGeom>
                  <a:avLst/>
                  <a:gdLst>
                    <a:gd name="connsiteX0" fmla="*/ 27416 w 58331"/>
                    <a:gd name="connsiteY0" fmla="*/ 76619 h 87560"/>
                    <a:gd name="connsiteX1" fmla="*/ 14158 w 58331"/>
                    <a:gd name="connsiteY1" fmla="*/ 67937 h 87560"/>
                    <a:gd name="connsiteX2" fmla="*/ 9727 w 58331"/>
                    <a:gd name="connsiteY2" fmla="*/ 41855 h 87560"/>
                    <a:gd name="connsiteX3" fmla="*/ 14158 w 58331"/>
                    <a:gd name="connsiteY3" fmla="*/ 15828 h 87560"/>
                    <a:gd name="connsiteX4" fmla="*/ 27416 w 58331"/>
                    <a:gd name="connsiteY4" fmla="*/ 7146 h 87560"/>
                    <a:gd name="connsiteX5" fmla="*/ 40729 w 58331"/>
                    <a:gd name="connsiteY5" fmla="*/ 15828 h 87560"/>
                    <a:gd name="connsiteX6" fmla="*/ 45178 w 58331"/>
                    <a:gd name="connsiteY6" fmla="*/ 41855 h 87560"/>
                    <a:gd name="connsiteX7" fmla="*/ 40729 w 58331"/>
                    <a:gd name="connsiteY7" fmla="*/ 67937 h 87560"/>
                    <a:gd name="connsiteX8" fmla="*/ 27416 w 58331"/>
                    <a:gd name="connsiteY8" fmla="*/ 76619 h 87560"/>
                    <a:gd name="connsiteX9" fmla="*/ 27416 w 58331"/>
                    <a:gd name="connsiteY9" fmla="*/ 85663 h 87560"/>
                    <a:gd name="connsiteX10" fmla="*/ 49103 w 58331"/>
                    <a:gd name="connsiteY10" fmla="*/ 74431 h 87560"/>
                    <a:gd name="connsiteX11" fmla="*/ 56591 w 58331"/>
                    <a:gd name="connsiteY11" fmla="*/ 41855 h 87560"/>
                    <a:gd name="connsiteX12" fmla="*/ 49103 w 58331"/>
                    <a:gd name="connsiteY12" fmla="*/ 9316 h 87560"/>
                    <a:gd name="connsiteX13" fmla="*/ 27416 w 58331"/>
                    <a:gd name="connsiteY13" fmla="*/ -1898 h 87560"/>
                    <a:gd name="connsiteX14" fmla="*/ 5748 w 58331"/>
                    <a:gd name="connsiteY14" fmla="*/ 9316 h 87560"/>
                    <a:gd name="connsiteX15" fmla="*/ -1740 w 58331"/>
                    <a:gd name="connsiteY15" fmla="*/ 41855 h 87560"/>
                    <a:gd name="connsiteX16" fmla="*/ 5748 w 58331"/>
                    <a:gd name="connsiteY16" fmla="*/ 74431 h 87560"/>
                    <a:gd name="connsiteX17" fmla="*/ 27416 w 58331"/>
                    <a:gd name="connsiteY17" fmla="*/ 85663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416" y="76619"/>
                      </a:moveTo>
                      <a:cubicBezTo>
                        <a:pt x="21544" y="76619"/>
                        <a:pt x="17125" y="73725"/>
                        <a:pt x="14158" y="67937"/>
                      </a:cubicBezTo>
                      <a:cubicBezTo>
                        <a:pt x="11204" y="62161"/>
                        <a:pt x="9727" y="53467"/>
                        <a:pt x="9727" y="41855"/>
                      </a:cubicBezTo>
                      <a:cubicBezTo>
                        <a:pt x="9727" y="30292"/>
                        <a:pt x="11204" y="21616"/>
                        <a:pt x="14158" y="15828"/>
                      </a:cubicBezTo>
                      <a:cubicBezTo>
                        <a:pt x="17125" y="10040"/>
                        <a:pt x="21544" y="7146"/>
                        <a:pt x="27416" y="7146"/>
                      </a:cubicBezTo>
                      <a:cubicBezTo>
                        <a:pt x="33337" y="7146"/>
                        <a:pt x="37775" y="10040"/>
                        <a:pt x="40729" y="15828"/>
                      </a:cubicBezTo>
                      <a:cubicBezTo>
                        <a:pt x="43695" y="21616"/>
                        <a:pt x="45178" y="30292"/>
                        <a:pt x="45178" y="41855"/>
                      </a:cubicBezTo>
                      <a:cubicBezTo>
                        <a:pt x="45178" y="53467"/>
                        <a:pt x="43695" y="62161"/>
                        <a:pt x="40729" y="67937"/>
                      </a:cubicBezTo>
                      <a:cubicBezTo>
                        <a:pt x="37775" y="73725"/>
                        <a:pt x="33337" y="76619"/>
                        <a:pt x="27416" y="76619"/>
                      </a:cubicBezTo>
                      <a:close/>
                      <a:moveTo>
                        <a:pt x="27416" y="85663"/>
                      </a:moveTo>
                      <a:cubicBezTo>
                        <a:pt x="36882" y="85663"/>
                        <a:pt x="44111" y="81919"/>
                        <a:pt x="49103" y="74431"/>
                      </a:cubicBezTo>
                      <a:cubicBezTo>
                        <a:pt x="54095" y="66955"/>
                        <a:pt x="56591" y="56096"/>
                        <a:pt x="56591" y="41855"/>
                      </a:cubicBezTo>
                      <a:cubicBezTo>
                        <a:pt x="56591" y="27651"/>
                        <a:pt x="54095" y="16804"/>
                        <a:pt x="49103" y="9316"/>
                      </a:cubicBezTo>
                      <a:cubicBezTo>
                        <a:pt x="44111" y="1840"/>
                        <a:pt x="36882" y="-1898"/>
                        <a:pt x="27416" y="-1898"/>
                      </a:cubicBezTo>
                      <a:cubicBezTo>
                        <a:pt x="17963" y="-1898"/>
                        <a:pt x="10740" y="1840"/>
                        <a:pt x="5748" y="9316"/>
                      </a:cubicBezTo>
                      <a:cubicBezTo>
                        <a:pt x="756" y="16804"/>
                        <a:pt x="-1740" y="27651"/>
                        <a:pt x="-1740" y="41855"/>
                      </a:cubicBezTo>
                      <a:cubicBezTo>
                        <a:pt x="-1740" y="56096"/>
                        <a:pt x="756" y="66955"/>
                        <a:pt x="5748" y="74431"/>
                      </a:cubicBezTo>
                      <a:cubicBezTo>
                        <a:pt x="10740" y="81919"/>
                        <a:pt x="17963" y="85663"/>
                        <a:pt x="27416" y="85663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11" name="Freeform: Shape 1610">
                  <a:extLst>
                    <a:ext uri="{FF2B5EF4-FFF2-40B4-BE49-F238E27FC236}">
                      <a16:creationId xmlns:a16="http://schemas.microsoft.com/office/drawing/2014/main" id="{37158623-1C9C-0E24-536A-3635A9290A98}"/>
                    </a:ext>
                  </a:extLst>
                </p:cNvPr>
                <p:cNvSpPr/>
                <p:nvPr/>
              </p:nvSpPr>
              <p:spPr>
                <a:xfrm flipV="1">
                  <a:off x="9312215" y="5261717"/>
                  <a:ext cx="58331" cy="87560"/>
                </a:xfrm>
                <a:custGeom>
                  <a:avLst/>
                  <a:gdLst>
                    <a:gd name="connsiteX0" fmla="*/ 27423 w 58331"/>
                    <a:gd name="connsiteY0" fmla="*/ 76619 h 87560"/>
                    <a:gd name="connsiteX1" fmla="*/ 14165 w 58331"/>
                    <a:gd name="connsiteY1" fmla="*/ 67937 h 87560"/>
                    <a:gd name="connsiteX2" fmla="*/ 9733 w 58331"/>
                    <a:gd name="connsiteY2" fmla="*/ 41855 h 87560"/>
                    <a:gd name="connsiteX3" fmla="*/ 14165 w 58331"/>
                    <a:gd name="connsiteY3" fmla="*/ 15828 h 87560"/>
                    <a:gd name="connsiteX4" fmla="*/ 27423 w 58331"/>
                    <a:gd name="connsiteY4" fmla="*/ 7146 h 87560"/>
                    <a:gd name="connsiteX5" fmla="*/ 40735 w 58331"/>
                    <a:gd name="connsiteY5" fmla="*/ 15828 h 87560"/>
                    <a:gd name="connsiteX6" fmla="*/ 45185 w 58331"/>
                    <a:gd name="connsiteY6" fmla="*/ 41855 h 87560"/>
                    <a:gd name="connsiteX7" fmla="*/ 40735 w 58331"/>
                    <a:gd name="connsiteY7" fmla="*/ 67937 h 87560"/>
                    <a:gd name="connsiteX8" fmla="*/ 27423 w 58331"/>
                    <a:gd name="connsiteY8" fmla="*/ 76619 h 87560"/>
                    <a:gd name="connsiteX9" fmla="*/ 27423 w 58331"/>
                    <a:gd name="connsiteY9" fmla="*/ 85663 h 87560"/>
                    <a:gd name="connsiteX10" fmla="*/ 49109 w 58331"/>
                    <a:gd name="connsiteY10" fmla="*/ 74431 h 87560"/>
                    <a:gd name="connsiteX11" fmla="*/ 56598 w 58331"/>
                    <a:gd name="connsiteY11" fmla="*/ 41855 h 87560"/>
                    <a:gd name="connsiteX12" fmla="*/ 49109 w 58331"/>
                    <a:gd name="connsiteY12" fmla="*/ 9316 h 87560"/>
                    <a:gd name="connsiteX13" fmla="*/ 27423 w 58331"/>
                    <a:gd name="connsiteY13" fmla="*/ -1898 h 87560"/>
                    <a:gd name="connsiteX14" fmla="*/ 5754 w 58331"/>
                    <a:gd name="connsiteY14" fmla="*/ 9316 h 87560"/>
                    <a:gd name="connsiteX15" fmla="*/ -1734 w 58331"/>
                    <a:gd name="connsiteY15" fmla="*/ 41855 h 87560"/>
                    <a:gd name="connsiteX16" fmla="*/ 5754 w 58331"/>
                    <a:gd name="connsiteY16" fmla="*/ 74431 h 87560"/>
                    <a:gd name="connsiteX17" fmla="*/ 27423 w 58331"/>
                    <a:gd name="connsiteY17" fmla="*/ 85663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423" y="76619"/>
                      </a:moveTo>
                      <a:cubicBezTo>
                        <a:pt x="21550" y="76619"/>
                        <a:pt x="17131" y="73725"/>
                        <a:pt x="14165" y="67937"/>
                      </a:cubicBezTo>
                      <a:cubicBezTo>
                        <a:pt x="11211" y="62161"/>
                        <a:pt x="9733" y="53467"/>
                        <a:pt x="9733" y="41855"/>
                      </a:cubicBezTo>
                      <a:cubicBezTo>
                        <a:pt x="9733" y="30292"/>
                        <a:pt x="11211" y="21616"/>
                        <a:pt x="14165" y="15828"/>
                      </a:cubicBezTo>
                      <a:cubicBezTo>
                        <a:pt x="17131" y="10040"/>
                        <a:pt x="21550" y="7146"/>
                        <a:pt x="27423" y="7146"/>
                      </a:cubicBezTo>
                      <a:cubicBezTo>
                        <a:pt x="33343" y="7146"/>
                        <a:pt x="37781" y="10040"/>
                        <a:pt x="40735" y="15828"/>
                      </a:cubicBezTo>
                      <a:cubicBezTo>
                        <a:pt x="43701" y="21616"/>
                        <a:pt x="45185" y="30292"/>
                        <a:pt x="45185" y="41855"/>
                      </a:cubicBezTo>
                      <a:cubicBezTo>
                        <a:pt x="45185" y="53467"/>
                        <a:pt x="43701" y="62161"/>
                        <a:pt x="40735" y="67937"/>
                      </a:cubicBezTo>
                      <a:cubicBezTo>
                        <a:pt x="37781" y="73725"/>
                        <a:pt x="33343" y="76619"/>
                        <a:pt x="27423" y="76619"/>
                      </a:cubicBezTo>
                      <a:close/>
                      <a:moveTo>
                        <a:pt x="27423" y="85663"/>
                      </a:moveTo>
                      <a:cubicBezTo>
                        <a:pt x="36888" y="85663"/>
                        <a:pt x="44117" y="81919"/>
                        <a:pt x="49109" y="74431"/>
                      </a:cubicBezTo>
                      <a:cubicBezTo>
                        <a:pt x="54102" y="66955"/>
                        <a:pt x="56598" y="56096"/>
                        <a:pt x="56598" y="41855"/>
                      </a:cubicBezTo>
                      <a:cubicBezTo>
                        <a:pt x="56598" y="27651"/>
                        <a:pt x="54102" y="16804"/>
                        <a:pt x="49109" y="9316"/>
                      </a:cubicBezTo>
                      <a:cubicBezTo>
                        <a:pt x="44117" y="1840"/>
                        <a:pt x="36888" y="-1898"/>
                        <a:pt x="27423" y="-1898"/>
                      </a:cubicBezTo>
                      <a:cubicBezTo>
                        <a:pt x="17969" y="-1898"/>
                        <a:pt x="10746" y="1840"/>
                        <a:pt x="5754" y="9316"/>
                      </a:cubicBezTo>
                      <a:cubicBezTo>
                        <a:pt x="762" y="16804"/>
                        <a:pt x="-1734" y="27651"/>
                        <a:pt x="-1734" y="41855"/>
                      </a:cubicBezTo>
                      <a:cubicBezTo>
                        <a:pt x="-1734" y="56096"/>
                        <a:pt x="762" y="66955"/>
                        <a:pt x="5754" y="74431"/>
                      </a:cubicBezTo>
                      <a:cubicBezTo>
                        <a:pt x="10746" y="81919"/>
                        <a:pt x="17969" y="85663"/>
                        <a:pt x="27423" y="85663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612" name="Graphic 4">
                <a:extLst>
                  <a:ext uri="{FF2B5EF4-FFF2-40B4-BE49-F238E27FC236}">
                    <a16:creationId xmlns:a16="http://schemas.microsoft.com/office/drawing/2014/main" id="{A8EDEF92-B2A4-03E5-061F-FCEDAC14F5F7}"/>
                  </a:ext>
                </a:extLst>
              </p:cNvPr>
              <p:cNvGrpSpPr/>
              <p:nvPr/>
            </p:nvGrpSpPr>
            <p:grpSpPr>
              <a:xfrm>
                <a:off x="9605638" y="5311285"/>
                <a:ext cx="281250" cy="87560"/>
                <a:chOff x="9605638" y="5311285"/>
                <a:chExt cx="281250" cy="87560"/>
              </a:xfrm>
              <a:solidFill>
                <a:srgbClr val="000080"/>
              </a:solidFill>
            </p:grpSpPr>
            <p:sp>
              <p:nvSpPr>
                <p:cNvPr id="1613" name="Freeform: Shape 1612">
                  <a:extLst>
                    <a:ext uri="{FF2B5EF4-FFF2-40B4-BE49-F238E27FC236}">
                      <a16:creationId xmlns:a16="http://schemas.microsoft.com/office/drawing/2014/main" id="{D9C909BE-A3A6-1833-47A0-F7884F5B78BE}"/>
                    </a:ext>
                  </a:extLst>
                </p:cNvPr>
                <p:cNvSpPr/>
                <p:nvPr/>
              </p:nvSpPr>
              <p:spPr>
                <a:xfrm flipV="1">
                  <a:off x="9605638" y="5312804"/>
                  <a:ext cx="61496" cy="84395"/>
                </a:xfrm>
                <a:custGeom>
                  <a:avLst/>
                  <a:gdLst>
                    <a:gd name="connsiteX0" fmla="*/ 36405 w 61496"/>
                    <a:gd name="connsiteY0" fmla="*/ 72550 h 84395"/>
                    <a:gd name="connsiteX1" fmla="*/ 7574 w 61496"/>
                    <a:gd name="connsiteY1" fmla="*/ 27495 h 84395"/>
                    <a:gd name="connsiteX2" fmla="*/ 36405 w 61496"/>
                    <a:gd name="connsiteY2" fmla="*/ 27495 h 84395"/>
                    <a:gd name="connsiteX3" fmla="*/ 36405 w 61496"/>
                    <a:gd name="connsiteY3" fmla="*/ 72550 h 84395"/>
                    <a:gd name="connsiteX4" fmla="*/ 33402 w 61496"/>
                    <a:gd name="connsiteY4" fmla="*/ 82498 h 84395"/>
                    <a:gd name="connsiteX5" fmla="*/ 47764 w 61496"/>
                    <a:gd name="connsiteY5" fmla="*/ 82498 h 84395"/>
                    <a:gd name="connsiteX6" fmla="*/ 47764 w 61496"/>
                    <a:gd name="connsiteY6" fmla="*/ 27495 h 84395"/>
                    <a:gd name="connsiteX7" fmla="*/ 59810 w 61496"/>
                    <a:gd name="connsiteY7" fmla="*/ 27495 h 84395"/>
                    <a:gd name="connsiteX8" fmla="*/ 59810 w 61496"/>
                    <a:gd name="connsiteY8" fmla="*/ 17999 h 84395"/>
                    <a:gd name="connsiteX9" fmla="*/ 47764 w 61496"/>
                    <a:gd name="connsiteY9" fmla="*/ 17999 h 84395"/>
                    <a:gd name="connsiteX10" fmla="*/ 47764 w 61496"/>
                    <a:gd name="connsiteY10" fmla="*/ -1897 h 84395"/>
                    <a:gd name="connsiteX11" fmla="*/ 36405 w 61496"/>
                    <a:gd name="connsiteY11" fmla="*/ -1897 h 84395"/>
                    <a:gd name="connsiteX12" fmla="*/ 36405 w 61496"/>
                    <a:gd name="connsiteY12" fmla="*/ 17999 h 84395"/>
                    <a:gd name="connsiteX13" fmla="*/ -1687 w 61496"/>
                    <a:gd name="connsiteY13" fmla="*/ 17999 h 84395"/>
                    <a:gd name="connsiteX14" fmla="*/ -1687 w 61496"/>
                    <a:gd name="connsiteY14" fmla="*/ 29014 h 84395"/>
                    <a:gd name="connsiteX15" fmla="*/ 33402 w 61496"/>
                    <a:gd name="connsiteY15" fmla="*/ 82498 h 84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1496" h="84395">
                      <a:moveTo>
                        <a:pt x="36405" y="72550"/>
                      </a:moveTo>
                      <a:lnTo>
                        <a:pt x="7574" y="27495"/>
                      </a:lnTo>
                      <a:lnTo>
                        <a:pt x="36405" y="27495"/>
                      </a:lnTo>
                      <a:lnTo>
                        <a:pt x="36405" y="72550"/>
                      </a:lnTo>
                      <a:close/>
                      <a:moveTo>
                        <a:pt x="33402" y="82498"/>
                      </a:moveTo>
                      <a:lnTo>
                        <a:pt x="47764" y="82498"/>
                      </a:lnTo>
                      <a:lnTo>
                        <a:pt x="47764" y="27495"/>
                      </a:lnTo>
                      <a:lnTo>
                        <a:pt x="59810" y="27495"/>
                      </a:lnTo>
                      <a:lnTo>
                        <a:pt x="59810" y="17999"/>
                      </a:lnTo>
                      <a:lnTo>
                        <a:pt x="47764" y="17999"/>
                      </a:lnTo>
                      <a:lnTo>
                        <a:pt x="47764" y="-1897"/>
                      </a:lnTo>
                      <a:lnTo>
                        <a:pt x="36405" y="-1897"/>
                      </a:lnTo>
                      <a:lnTo>
                        <a:pt x="36405" y="17999"/>
                      </a:lnTo>
                      <a:lnTo>
                        <a:pt x="-1687" y="17999"/>
                      </a:lnTo>
                      <a:lnTo>
                        <a:pt x="-1687" y="29014"/>
                      </a:lnTo>
                      <a:lnTo>
                        <a:pt x="33402" y="82498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14" name="Freeform: Shape 1613">
                  <a:extLst>
                    <a:ext uri="{FF2B5EF4-FFF2-40B4-BE49-F238E27FC236}">
                      <a16:creationId xmlns:a16="http://schemas.microsoft.com/office/drawing/2014/main" id="{23D58BAF-46F3-AD8E-0A06-3EEDA7BF716B}"/>
                    </a:ext>
                  </a:extLst>
                </p:cNvPr>
                <p:cNvSpPr/>
                <p:nvPr/>
              </p:nvSpPr>
              <p:spPr>
                <a:xfrm flipV="1">
                  <a:off x="9682561" y="5312804"/>
                  <a:ext cx="54605" cy="86041"/>
                </a:xfrm>
                <a:custGeom>
                  <a:avLst/>
                  <a:gdLst>
                    <a:gd name="connsiteX0" fmla="*/ 1892 w 54605"/>
                    <a:gd name="connsiteY0" fmla="*/ 84190 h 86041"/>
                    <a:gd name="connsiteX1" fmla="*/ 46712 w 54605"/>
                    <a:gd name="connsiteY1" fmla="*/ 84190 h 86041"/>
                    <a:gd name="connsiteX2" fmla="*/ 46712 w 54605"/>
                    <a:gd name="connsiteY2" fmla="*/ 74567 h 86041"/>
                    <a:gd name="connsiteX3" fmla="*/ 12347 w 54605"/>
                    <a:gd name="connsiteY3" fmla="*/ 74567 h 86041"/>
                    <a:gd name="connsiteX4" fmla="*/ 12347 w 54605"/>
                    <a:gd name="connsiteY4" fmla="*/ 53894 h 86041"/>
                    <a:gd name="connsiteX5" fmla="*/ 17302 w 54605"/>
                    <a:gd name="connsiteY5" fmla="*/ 55160 h 86041"/>
                    <a:gd name="connsiteX6" fmla="*/ 22295 w 54605"/>
                    <a:gd name="connsiteY6" fmla="*/ 55576 h 86041"/>
                    <a:gd name="connsiteX7" fmla="*/ 44669 w 54605"/>
                    <a:gd name="connsiteY7" fmla="*/ 47834 h 86041"/>
                    <a:gd name="connsiteX8" fmla="*/ 52934 w 54605"/>
                    <a:gd name="connsiteY8" fmla="*/ 26871 h 86041"/>
                    <a:gd name="connsiteX9" fmla="*/ 44452 w 54605"/>
                    <a:gd name="connsiteY9" fmla="*/ 5691 h 86041"/>
                    <a:gd name="connsiteX10" fmla="*/ 20540 w 54605"/>
                    <a:gd name="connsiteY10" fmla="*/ -1852 h 86041"/>
                    <a:gd name="connsiteX11" fmla="*/ 9706 w 54605"/>
                    <a:gd name="connsiteY11" fmla="*/ -947 h 86041"/>
                    <a:gd name="connsiteX12" fmla="*/ -1671 w 54605"/>
                    <a:gd name="connsiteY12" fmla="*/ 1766 h 86041"/>
                    <a:gd name="connsiteX13" fmla="*/ -1671 w 54605"/>
                    <a:gd name="connsiteY13" fmla="*/ 13251 h 86041"/>
                    <a:gd name="connsiteX14" fmla="*/ 8838 w 54605"/>
                    <a:gd name="connsiteY14" fmla="*/ 9127 h 86041"/>
                    <a:gd name="connsiteX15" fmla="*/ 20305 w 54605"/>
                    <a:gd name="connsiteY15" fmla="*/ 7771 h 86041"/>
                    <a:gd name="connsiteX16" fmla="*/ 35788 w 54605"/>
                    <a:gd name="connsiteY16" fmla="*/ 12908 h 86041"/>
                    <a:gd name="connsiteX17" fmla="*/ 41503 w 54605"/>
                    <a:gd name="connsiteY17" fmla="*/ 26871 h 86041"/>
                    <a:gd name="connsiteX18" fmla="*/ 35788 w 54605"/>
                    <a:gd name="connsiteY18" fmla="*/ 40816 h 86041"/>
                    <a:gd name="connsiteX19" fmla="*/ 20305 w 54605"/>
                    <a:gd name="connsiteY19" fmla="*/ 45971 h 86041"/>
                    <a:gd name="connsiteX20" fmla="*/ 11171 w 54605"/>
                    <a:gd name="connsiteY20" fmla="*/ 44958 h 86041"/>
                    <a:gd name="connsiteX21" fmla="*/ 1892 w 54605"/>
                    <a:gd name="connsiteY21" fmla="*/ 41793 h 86041"/>
                    <a:gd name="connsiteX22" fmla="*/ 1892 w 54605"/>
                    <a:gd name="connsiteY22" fmla="*/ 84190 h 86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54605" h="86041">
                      <a:moveTo>
                        <a:pt x="1892" y="84190"/>
                      </a:moveTo>
                      <a:lnTo>
                        <a:pt x="46712" y="84190"/>
                      </a:lnTo>
                      <a:lnTo>
                        <a:pt x="46712" y="74567"/>
                      </a:lnTo>
                      <a:lnTo>
                        <a:pt x="12347" y="74567"/>
                      </a:lnTo>
                      <a:lnTo>
                        <a:pt x="12347" y="53894"/>
                      </a:lnTo>
                      <a:cubicBezTo>
                        <a:pt x="13998" y="54460"/>
                        <a:pt x="15651" y="54882"/>
                        <a:pt x="17302" y="55160"/>
                      </a:cubicBezTo>
                      <a:cubicBezTo>
                        <a:pt x="18967" y="55437"/>
                        <a:pt x="20631" y="55576"/>
                        <a:pt x="22295" y="55576"/>
                      </a:cubicBezTo>
                      <a:cubicBezTo>
                        <a:pt x="31712" y="55576"/>
                        <a:pt x="39170" y="52995"/>
                        <a:pt x="44669" y="47834"/>
                      </a:cubicBezTo>
                      <a:cubicBezTo>
                        <a:pt x="50179" y="42673"/>
                        <a:pt x="52934" y="35686"/>
                        <a:pt x="52934" y="26871"/>
                      </a:cubicBezTo>
                      <a:cubicBezTo>
                        <a:pt x="52934" y="17791"/>
                        <a:pt x="50107" y="10731"/>
                        <a:pt x="44452" y="5691"/>
                      </a:cubicBezTo>
                      <a:cubicBezTo>
                        <a:pt x="38796" y="663"/>
                        <a:pt x="30826" y="-1852"/>
                        <a:pt x="20540" y="-1852"/>
                      </a:cubicBezTo>
                      <a:cubicBezTo>
                        <a:pt x="16995" y="-1852"/>
                        <a:pt x="13384" y="-1550"/>
                        <a:pt x="9706" y="-947"/>
                      </a:cubicBezTo>
                      <a:cubicBezTo>
                        <a:pt x="6040" y="-344"/>
                        <a:pt x="2248" y="560"/>
                        <a:pt x="-1671" y="1766"/>
                      </a:cubicBezTo>
                      <a:lnTo>
                        <a:pt x="-1671" y="13251"/>
                      </a:lnTo>
                      <a:cubicBezTo>
                        <a:pt x="1717" y="11406"/>
                        <a:pt x="5220" y="10032"/>
                        <a:pt x="8838" y="9127"/>
                      </a:cubicBezTo>
                      <a:cubicBezTo>
                        <a:pt x="12455" y="8223"/>
                        <a:pt x="16277" y="7771"/>
                        <a:pt x="20305" y="7771"/>
                      </a:cubicBezTo>
                      <a:cubicBezTo>
                        <a:pt x="26829" y="7771"/>
                        <a:pt x="31989" y="9483"/>
                        <a:pt x="35788" y="12908"/>
                      </a:cubicBezTo>
                      <a:cubicBezTo>
                        <a:pt x="39598" y="16332"/>
                        <a:pt x="41503" y="20987"/>
                        <a:pt x="41503" y="26871"/>
                      </a:cubicBezTo>
                      <a:cubicBezTo>
                        <a:pt x="41503" y="32744"/>
                        <a:pt x="39598" y="37392"/>
                        <a:pt x="35788" y="40816"/>
                      </a:cubicBezTo>
                      <a:cubicBezTo>
                        <a:pt x="31989" y="44253"/>
                        <a:pt x="26829" y="45971"/>
                        <a:pt x="20305" y="45971"/>
                      </a:cubicBezTo>
                      <a:cubicBezTo>
                        <a:pt x="17254" y="45971"/>
                        <a:pt x="14210" y="45634"/>
                        <a:pt x="11171" y="44958"/>
                      </a:cubicBezTo>
                      <a:cubicBezTo>
                        <a:pt x="8144" y="44283"/>
                        <a:pt x="5051" y="43228"/>
                        <a:pt x="1892" y="41793"/>
                      </a:cubicBezTo>
                      <a:lnTo>
                        <a:pt x="1892" y="84190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15" name="Freeform: Shape 1614">
                  <a:extLst>
                    <a:ext uri="{FF2B5EF4-FFF2-40B4-BE49-F238E27FC236}">
                      <a16:creationId xmlns:a16="http://schemas.microsoft.com/office/drawing/2014/main" id="{CFC63651-5047-454C-C092-6F7E6B4D241A}"/>
                    </a:ext>
                  </a:extLst>
                </p:cNvPr>
                <p:cNvSpPr/>
                <p:nvPr/>
              </p:nvSpPr>
              <p:spPr>
                <a:xfrm flipV="1">
                  <a:off x="9754908" y="5311285"/>
                  <a:ext cx="58331" cy="87560"/>
                </a:xfrm>
                <a:custGeom>
                  <a:avLst/>
                  <a:gdLst>
                    <a:gd name="connsiteX0" fmla="*/ 27461 w 58331"/>
                    <a:gd name="connsiteY0" fmla="*/ 76623 h 87560"/>
                    <a:gd name="connsiteX1" fmla="*/ 14203 w 58331"/>
                    <a:gd name="connsiteY1" fmla="*/ 67942 h 87560"/>
                    <a:gd name="connsiteX2" fmla="*/ 9772 w 58331"/>
                    <a:gd name="connsiteY2" fmla="*/ 41860 h 87560"/>
                    <a:gd name="connsiteX3" fmla="*/ 14203 w 58331"/>
                    <a:gd name="connsiteY3" fmla="*/ 15832 h 87560"/>
                    <a:gd name="connsiteX4" fmla="*/ 27461 w 58331"/>
                    <a:gd name="connsiteY4" fmla="*/ 7150 h 87560"/>
                    <a:gd name="connsiteX5" fmla="*/ 40773 w 58331"/>
                    <a:gd name="connsiteY5" fmla="*/ 15832 h 87560"/>
                    <a:gd name="connsiteX6" fmla="*/ 45223 w 58331"/>
                    <a:gd name="connsiteY6" fmla="*/ 41860 h 87560"/>
                    <a:gd name="connsiteX7" fmla="*/ 40773 w 58331"/>
                    <a:gd name="connsiteY7" fmla="*/ 67942 h 87560"/>
                    <a:gd name="connsiteX8" fmla="*/ 27461 w 58331"/>
                    <a:gd name="connsiteY8" fmla="*/ 76623 h 87560"/>
                    <a:gd name="connsiteX9" fmla="*/ 27461 w 58331"/>
                    <a:gd name="connsiteY9" fmla="*/ 85667 h 87560"/>
                    <a:gd name="connsiteX10" fmla="*/ 49148 w 58331"/>
                    <a:gd name="connsiteY10" fmla="*/ 74435 h 87560"/>
                    <a:gd name="connsiteX11" fmla="*/ 56636 w 58331"/>
                    <a:gd name="connsiteY11" fmla="*/ 41860 h 87560"/>
                    <a:gd name="connsiteX12" fmla="*/ 49148 w 58331"/>
                    <a:gd name="connsiteY12" fmla="*/ 9321 h 87560"/>
                    <a:gd name="connsiteX13" fmla="*/ 27461 w 58331"/>
                    <a:gd name="connsiteY13" fmla="*/ -1894 h 87560"/>
                    <a:gd name="connsiteX14" fmla="*/ 5792 w 58331"/>
                    <a:gd name="connsiteY14" fmla="*/ 9321 h 87560"/>
                    <a:gd name="connsiteX15" fmla="*/ -1696 w 58331"/>
                    <a:gd name="connsiteY15" fmla="*/ 41860 h 87560"/>
                    <a:gd name="connsiteX16" fmla="*/ 5792 w 58331"/>
                    <a:gd name="connsiteY16" fmla="*/ 74435 h 87560"/>
                    <a:gd name="connsiteX17" fmla="*/ 27461 w 58331"/>
                    <a:gd name="connsiteY17" fmla="*/ 85667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461" y="76623"/>
                      </a:moveTo>
                      <a:cubicBezTo>
                        <a:pt x="21589" y="76623"/>
                        <a:pt x="17169" y="73729"/>
                        <a:pt x="14203" y="67942"/>
                      </a:cubicBezTo>
                      <a:cubicBezTo>
                        <a:pt x="11249" y="62166"/>
                        <a:pt x="9772" y="53472"/>
                        <a:pt x="9772" y="41860"/>
                      </a:cubicBezTo>
                      <a:cubicBezTo>
                        <a:pt x="9772" y="30296"/>
                        <a:pt x="11249" y="21620"/>
                        <a:pt x="14203" y="15832"/>
                      </a:cubicBezTo>
                      <a:cubicBezTo>
                        <a:pt x="17169" y="10044"/>
                        <a:pt x="21589" y="7150"/>
                        <a:pt x="27461" y="7150"/>
                      </a:cubicBezTo>
                      <a:cubicBezTo>
                        <a:pt x="33382" y="7150"/>
                        <a:pt x="37819" y="10044"/>
                        <a:pt x="40773" y="15832"/>
                      </a:cubicBezTo>
                      <a:cubicBezTo>
                        <a:pt x="43740" y="21620"/>
                        <a:pt x="45223" y="30296"/>
                        <a:pt x="45223" y="41860"/>
                      </a:cubicBezTo>
                      <a:cubicBezTo>
                        <a:pt x="45223" y="53472"/>
                        <a:pt x="43740" y="62166"/>
                        <a:pt x="40773" y="67942"/>
                      </a:cubicBezTo>
                      <a:cubicBezTo>
                        <a:pt x="37819" y="73729"/>
                        <a:pt x="33382" y="76623"/>
                        <a:pt x="27461" y="76623"/>
                      </a:cubicBezTo>
                      <a:close/>
                      <a:moveTo>
                        <a:pt x="27461" y="85667"/>
                      </a:moveTo>
                      <a:cubicBezTo>
                        <a:pt x="36927" y="85667"/>
                        <a:pt x="44156" y="81923"/>
                        <a:pt x="49148" y="74435"/>
                      </a:cubicBezTo>
                      <a:cubicBezTo>
                        <a:pt x="54140" y="66959"/>
                        <a:pt x="56636" y="56100"/>
                        <a:pt x="56636" y="41860"/>
                      </a:cubicBezTo>
                      <a:cubicBezTo>
                        <a:pt x="56636" y="27655"/>
                        <a:pt x="54140" y="16809"/>
                        <a:pt x="49148" y="9321"/>
                      </a:cubicBezTo>
                      <a:cubicBezTo>
                        <a:pt x="44156" y="1844"/>
                        <a:pt x="36927" y="-1894"/>
                        <a:pt x="27461" y="-1894"/>
                      </a:cubicBezTo>
                      <a:cubicBezTo>
                        <a:pt x="18007" y="-1894"/>
                        <a:pt x="10785" y="1844"/>
                        <a:pt x="5792" y="9321"/>
                      </a:cubicBezTo>
                      <a:cubicBezTo>
                        <a:pt x="800" y="16809"/>
                        <a:pt x="-1696" y="27655"/>
                        <a:pt x="-1696" y="41860"/>
                      </a:cubicBezTo>
                      <a:cubicBezTo>
                        <a:pt x="-1696" y="56100"/>
                        <a:pt x="800" y="66959"/>
                        <a:pt x="5792" y="74435"/>
                      </a:cubicBezTo>
                      <a:cubicBezTo>
                        <a:pt x="10785" y="81923"/>
                        <a:pt x="18007" y="85667"/>
                        <a:pt x="27461" y="85667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16" name="Freeform: Shape 1615">
                  <a:extLst>
                    <a:ext uri="{FF2B5EF4-FFF2-40B4-BE49-F238E27FC236}">
                      <a16:creationId xmlns:a16="http://schemas.microsoft.com/office/drawing/2014/main" id="{AA13D566-4113-4262-06B8-46ABDD4C1613}"/>
                    </a:ext>
                  </a:extLst>
                </p:cNvPr>
                <p:cNvSpPr/>
                <p:nvPr/>
              </p:nvSpPr>
              <p:spPr>
                <a:xfrm flipV="1">
                  <a:off x="9828557" y="5311285"/>
                  <a:ext cx="58331" cy="87560"/>
                </a:xfrm>
                <a:custGeom>
                  <a:avLst/>
                  <a:gdLst>
                    <a:gd name="connsiteX0" fmla="*/ 27467 w 58331"/>
                    <a:gd name="connsiteY0" fmla="*/ 76623 h 87560"/>
                    <a:gd name="connsiteX1" fmla="*/ 14209 w 58331"/>
                    <a:gd name="connsiteY1" fmla="*/ 67942 h 87560"/>
                    <a:gd name="connsiteX2" fmla="*/ 9778 w 58331"/>
                    <a:gd name="connsiteY2" fmla="*/ 41860 h 87560"/>
                    <a:gd name="connsiteX3" fmla="*/ 14209 w 58331"/>
                    <a:gd name="connsiteY3" fmla="*/ 15832 h 87560"/>
                    <a:gd name="connsiteX4" fmla="*/ 27467 w 58331"/>
                    <a:gd name="connsiteY4" fmla="*/ 7150 h 87560"/>
                    <a:gd name="connsiteX5" fmla="*/ 40780 w 58331"/>
                    <a:gd name="connsiteY5" fmla="*/ 15832 h 87560"/>
                    <a:gd name="connsiteX6" fmla="*/ 45229 w 58331"/>
                    <a:gd name="connsiteY6" fmla="*/ 41860 h 87560"/>
                    <a:gd name="connsiteX7" fmla="*/ 40780 w 58331"/>
                    <a:gd name="connsiteY7" fmla="*/ 67942 h 87560"/>
                    <a:gd name="connsiteX8" fmla="*/ 27467 w 58331"/>
                    <a:gd name="connsiteY8" fmla="*/ 76623 h 87560"/>
                    <a:gd name="connsiteX9" fmla="*/ 27467 w 58331"/>
                    <a:gd name="connsiteY9" fmla="*/ 85667 h 87560"/>
                    <a:gd name="connsiteX10" fmla="*/ 49154 w 58331"/>
                    <a:gd name="connsiteY10" fmla="*/ 74435 h 87560"/>
                    <a:gd name="connsiteX11" fmla="*/ 56642 w 58331"/>
                    <a:gd name="connsiteY11" fmla="*/ 41860 h 87560"/>
                    <a:gd name="connsiteX12" fmla="*/ 49154 w 58331"/>
                    <a:gd name="connsiteY12" fmla="*/ 9321 h 87560"/>
                    <a:gd name="connsiteX13" fmla="*/ 27467 w 58331"/>
                    <a:gd name="connsiteY13" fmla="*/ -1894 h 87560"/>
                    <a:gd name="connsiteX14" fmla="*/ 5799 w 58331"/>
                    <a:gd name="connsiteY14" fmla="*/ 9321 h 87560"/>
                    <a:gd name="connsiteX15" fmla="*/ -1689 w 58331"/>
                    <a:gd name="connsiteY15" fmla="*/ 41860 h 87560"/>
                    <a:gd name="connsiteX16" fmla="*/ 5799 w 58331"/>
                    <a:gd name="connsiteY16" fmla="*/ 74435 h 87560"/>
                    <a:gd name="connsiteX17" fmla="*/ 27467 w 58331"/>
                    <a:gd name="connsiteY17" fmla="*/ 85667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467" y="76623"/>
                      </a:moveTo>
                      <a:cubicBezTo>
                        <a:pt x="21595" y="76623"/>
                        <a:pt x="17176" y="73729"/>
                        <a:pt x="14209" y="67942"/>
                      </a:cubicBezTo>
                      <a:cubicBezTo>
                        <a:pt x="11255" y="62166"/>
                        <a:pt x="9778" y="53472"/>
                        <a:pt x="9778" y="41860"/>
                      </a:cubicBezTo>
                      <a:cubicBezTo>
                        <a:pt x="9778" y="30296"/>
                        <a:pt x="11255" y="21620"/>
                        <a:pt x="14209" y="15832"/>
                      </a:cubicBezTo>
                      <a:cubicBezTo>
                        <a:pt x="17176" y="10044"/>
                        <a:pt x="21595" y="7150"/>
                        <a:pt x="27467" y="7150"/>
                      </a:cubicBezTo>
                      <a:cubicBezTo>
                        <a:pt x="33388" y="7150"/>
                        <a:pt x="37825" y="10044"/>
                        <a:pt x="40780" y="15832"/>
                      </a:cubicBezTo>
                      <a:cubicBezTo>
                        <a:pt x="43746" y="21620"/>
                        <a:pt x="45229" y="30296"/>
                        <a:pt x="45229" y="41860"/>
                      </a:cubicBezTo>
                      <a:cubicBezTo>
                        <a:pt x="45229" y="53472"/>
                        <a:pt x="43746" y="62166"/>
                        <a:pt x="40780" y="67942"/>
                      </a:cubicBezTo>
                      <a:cubicBezTo>
                        <a:pt x="37825" y="73729"/>
                        <a:pt x="33388" y="76623"/>
                        <a:pt x="27467" y="76623"/>
                      </a:cubicBezTo>
                      <a:close/>
                      <a:moveTo>
                        <a:pt x="27467" y="85667"/>
                      </a:moveTo>
                      <a:cubicBezTo>
                        <a:pt x="36933" y="85667"/>
                        <a:pt x="44162" y="81923"/>
                        <a:pt x="49154" y="74435"/>
                      </a:cubicBezTo>
                      <a:cubicBezTo>
                        <a:pt x="54146" y="66959"/>
                        <a:pt x="56642" y="56100"/>
                        <a:pt x="56642" y="41860"/>
                      </a:cubicBezTo>
                      <a:cubicBezTo>
                        <a:pt x="56642" y="27655"/>
                        <a:pt x="54146" y="16809"/>
                        <a:pt x="49154" y="9321"/>
                      </a:cubicBezTo>
                      <a:cubicBezTo>
                        <a:pt x="44162" y="1844"/>
                        <a:pt x="36933" y="-1894"/>
                        <a:pt x="27467" y="-1894"/>
                      </a:cubicBezTo>
                      <a:cubicBezTo>
                        <a:pt x="18014" y="-1894"/>
                        <a:pt x="10791" y="1844"/>
                        <a:pt x="5799" y="9321"/>
                      </a:cubicBezTo>
                      <a:cubicBezTo>
                        <a:pt x="807" y="16809"/>
                        <a:pt x="-1689" y="27655"/>
                        <a:pt x="-1689" y="41860"/>
                      </a:cubicBezTo>
                      <a:cubicBezTo>
                        <a:pt x="-1689" y="56100"/>
                        <a:pt x="807" y="66959"/>
                        <a:pt x="5799" y="74435"/>
                      </a:cubicBezTo>
                      <a:cubicBezTo>
                        <a:pt x="10791" y="81923"/>
                        <a:pt x="18014" y="85667"/>
                        <a:pt x="27467" y="85667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617" name="Graphic 4">
                <a:extLst>
                  <a:ext uri="{FF2B5EF4-FFF2-40B4-BE49-F238E27FC236}">
                    <a16:creationId xmlns:a16="http://schemas.microsoft.com/office/drawing/2014/main" id="{9EEA30B5-2D0A-22A2-615E-76FD7F8C3D08}"/>
                  </a:ext>
                </a:extLst>
              </p:cNvPr>
              <p:cNvGrpSpPr/>
              <p:nvPr/>
            </p:nvGrpSpPr>
            <p:grpSpPr>
              <a:xfrm>
                <a:off x="9761901" y="5920570"/>
                <a:ext cx="281250" cy="87560"/>
                <a:chOff x="9761901" y="5920570"/>
                <a:chExt cx="281250" cy="87560"/>
              </a:xfrm>
              <a:solidFill>
                <a:srgbClr val="000080"/>
              </a:solidFill>
            </p:grpSpPr>
            <p:sp>
              <p:nvSpPr>
                <p:cNvPr id="1618" name="Freeform: Shape 1617">
                  <a:extLst>
                    <a:ext uri="{FF2B5EF4-FFF2-40B4-BE49-F238E27FC236}">
                      <a16:creationId xmlns:a16="http://schemas.microsoft.com/office/drawing/2014/main" id="{F94BA4FC-2901-F997-7B33-5AA191A62940}"/>
                    </a:ext>
                  </a:extLst>
                </p:cNvPr>
                <p:cNvSpPr/>
                <p:nvPr/>
              </p:nvSpPr>
              <p:spPr>
                <a:xfrm flipV="1">
                  <a:off x="9761901" y="5922089"/>
                  <a:ext cx="61496" cy="84395"/>
                </a:xfrm>
                <a:custGeom>
                  <a:avLst/>
                  <a:gdLst>
                    <a:gd name="connsiteX0" fmla="*/ 36418 w 61496"/>
                    <a:gd name="connsiteY0" fmla="*/ 72603 h 84395"/>
                    <a:gd name="connsiteX1" fmla="*/ 7587 w 61496"/>
                    <a:gd name="connsiteY1" fmla="*/ 27547 h 84395"/>
                    <a:gd name="connsiteX2" fmla="*/ 36418 w 61496"/>
                    <a:gd name="connsiteY2" fmla="*/ 27547 h 84395"/>
                    <a:gd name="connsiteX3" fmla="*/ 36418 w 61496"/>
                    <a:gd name="connsiteY3" fmla="*/ 72603 h 84395"/>
                    <a:gd name="connsiteX4" fmla="*/ 33416 w 61496"/>
                    <a:gd name="connsiteY4" fmla="*/ 82551 h 84395"/>
                    <a:gd name="connsiteX5" fmla="*/ 47777 w 61496"/>
                    <a:gd name="connsiteY5" fmla="*/ 82551 h 84395"/>
                    <a:gd name="connsiteX6" fmla="*/ 47777 w 61496"/>
                    <a:gd name="connsiteY6" fmla="*/ 27547 h 84395"/>
                    <a:gd name="connsiteX7" fmla="*/ 59823 w 61496"/>
                    <a:gd name="connsiteY7" fmla="*/ 27547 h 84395"/>
                    <a:gd name="connsiteX8" fmla="*/ 59823 w 61496"/>
                    <a:gd name="connsiteY8" fmla="*/ 18052 h 84395"/>
                    <a:gd name="connsiteX9" fmla="*/ 47777 w 61496"/>
                    <a:gd name="connsiteY9" fmla="*/ 18052 h 84395"/>
                    <a:gd name="connsiteX10" fmla="*/ 47777 w 61496"/>
                    <a:gd name="connsiteY10" fmla="*/ -1844 h 84395"/>
                    <a:gd name="connsiteX11" fmla="*/ 36418 w 61496"/>
                    <a:gd name="connsiteY11" fmla="*/ -1844 h 84395"/>
                    <a:gd name="connsiteX12" fmla="*/ 36418 w 61496"/>
                    <a:gd name="connsiteY12" fmla="*/ 18052 h 84395"/>
                    <a:gd name="connsiteX13" fmla="*/ -1673 w 61496"/>
                    <a:gd name="connsiteY13" fmla="*/ 18052 h 84395"/>
                    <a:gd name="connsiteX14" fmla="*/ -1673 w 61496"/>
                    <a:gd name="connsiteY14" fmla="*/ 29067 h 84395"/>
                    <a:gd name="connsiteX15" fmla="*/ 33416 w 61496"/>
                    <a:gd name="connsiteY15" fmla="*/ 82551 h 84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1496" h="84395">
                      <a:moveTo>
                        <a:pt x="36418" y="72603"/>
                      </a:moveTo>
                      <a:lnTo>
                        <a:pt x="7587" y="27547"/>
                      </a:lnTo>
                      <a:lnTo>
                        <a:pt x="36418" y="27547"/>
                      </a:lnTo>
                      <a:lnTo>
                        <a:pt x="36418" y="72603"/>
                      </a:lnTo>
                      <a:close/>
                      <a:moveTo>
                        <a:pt x="33416" y="82551"/>
                      </a:moveTo>
                      <a:lnTo>
                        <a:pt x="47777" y="82551"/>
                      </a:lnTo>
                      <a:lnTo>
                        <a:pt x="47777" y="27547"/>
                      </a:lnTo>
                      <a:lnTo>
                        <a:pt x="59823" y="27547"/>
                      </a:lnTo>
                      <a:lnTo>
                        <a:pt x="59823" y="18052"/>
                      </a:lnTo>
                      <a:lnTo>
                        <a:pt x="47777" y="18052"/>
                      </a:lnTo>
                      <a:lnTo>
                        <a:pt x="47777" y="-1844"/>
                      </a:lnTo>
                      <a:lnTo>
                        <a:pt x="36418" y="-1844"/>
                      </a:lnTo>
                      <a:lnTo>
                        <a:pt x="36418" y="18052"/>
                      </a:lnTo>
                      <a:lnTo>
                        <a:pt x="-1673" y="18052"/>
                      </a:lnTo>
                      <a:lnTo>
                        <a:pt x="-1673" y="29067"/>
                      </a:lnTo>
                      <a:lnTo>
                        <a:pt x="33416" y="82551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19" name="Freeform: Shape 1618">
                  <a:extLst>
                    <a:ext uri="{FF2B5EF4-FFF2-40B4-BE49-F238E27FC236}">
                      <a16:creationId xmlns:a16="http://schemas.microsoft.com/office/drawing/2014/main" id="{BBFBB360-B797-21F2-22AB-22C87325CE88}"/>
                    </a:ext>
                  </a:extLst>
                </p:cNvPr>
                <p:cNvSpPr/>
                <p:nvPr/>
              </p:nvSpPr>
              <p:spPr>
                <a:xfrm flipV="1">
                  <a:off x="9838824" y="5922089"/>
                  <a:ext cx="54605" cy="86041"/>
                </a:xfrm>
                <a:custGeom>
                  <a:avLst/>
                  <a:gdLst>
                    <a:gd name="connsiteX0" fmla="*/ 1906 w 54605"/>
                    <a:gd name="connsiteY0" fmla="*/ 84242 h 86041"/>
                    <a:gd name="connsiteX1" fmla="*/ 46726 w 54605"/>
                    <a:gd name="connsiteY1" fmla="*/ 84242 h 86041"/>
                    <a:gd name="connsiteX2" fmla="*/ 46726 w 54605"/>
                    <a:gd name="connsiteY2" fmla="*/ 74620 h 86041"/>
                    <a:gd name="connsiteX3" fmla="*/ 12360 w 54605"/>
                    <a:gd name="connsiteY3" fmla="*/ 74620 h 86041"/>
                    <a:gd name="connsiteX4" fmla="*/ 12360 w 54605"/>
                    <a:gd name="connsiteY4" fmla="*/ 53946 h 86041"/>
                    <a:gd name="connsiteX5" fmla="*/ 17316 w 54605"/>
                    <a:gd name="connsiteY5" fmla="*/ 55212 h 86041"/>
                    <a:gd name="connsiteX6" fmla="*/ 22308 w 54605"/>
                    <a:gd name="connsiteY6" fmla="*/ 55628 h 86041"/>
                    <a:gd name="connsiteX7" fmla="*/ 44682 w 54605"/>
                    <a:gd name="connsiteY7" fmla="*/ 47887 h 86041"/>
                    <a:gd name="connsiteX8" fmla="*/ 52948 w 54605"/>
                    <a:gd name="connsiteY8" fmla="*/ 26924 h 86041"/>
                    <a:gd name="connsiteX9" fmla="*/ 44465 w 54605"/>
                    <a:gd name="connsiteY9" fmla="*/ 5744 h 86041"/>
                    <a:gd name="connsiteX10" fmla="*/ 20554 w 54605"/>
                    <a:gd name="connsiteY10" fmla="*/ -1799 h 86041"/>
                    <a:gd name="connsiteX11" fmla="*/ 9719 w 54605"/>
                    <a:gd name="connsiteY11" fmla="*/ -895 h 86041"/>
                    <a:gd name="connsiteX12" fmla="*/ -1658 w 54605"/>
                    <a:gd name="connsiteY12" fmla="*/ 1819 h 86041"/>
                    <a:gd name="connsiteX13" fmla="*/ -1658 w 54605"/>
                    <a:gd name="connsiteY13" fmla="*/ 13304 h 86041"/>
                    <a:gd name="connsiteX14" fmla="*/ 8851 w 54605"/>
                    <a:gd name="connsiteY14" fmla="*/ 9180 h 86041"/>
                    <a:gd name="connsiteX15" fmla="*/ 20318 w 54605"/>
                    <a:gd name="connsiteY15" fmla="*/ 7824 h 86041"/>
                    <a:gd name="connsiteX16" fmla="*/ 35801 w 54605"/>
                    <a:gd name="connsiteY16" fmla="*/ 12960 h 86041"/>
                    <a:gd name="connsiteX17" fmla="*/ 41517 w 54605"/>
                    <a:gd name="connsiteY17" fmla="*/ 26924 h 86041"/>
                    <a:gd name="connsiteX18" fmla="*/ 35801 w 54605"/>
                    <a:gd name="connsiteY18" fmla="*/ 40869 h 86041"/>
                    <a:gd name="connsiteX19" fmla="*/ 20318 w 54605"/>
                    <a:gd name="connsiteY19" fmla="*/ 46024 h 86041"/>
                    <a:gd name="connsiteX20" fmla="*/ 11184 w 54605"/>
                    <a:gd name="connsiteY20" fmla="*/ 45011 h 86041"/>
                    <a:gd name="connsiteX21" fmla="*/ 1906 w 54605"/>
                    <a:gd name="connsiteY21" fmla="*/ 41846 h 86041"/>
                    <a:gd name="connsiteX22" fmla="*/ 1906 w 54605"/>
                    <a:gd name="connsiteY22" fmla="*/ 84242 h 86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54605" h="86041">
                      <a:moveTo>
                        <a:pt x="1906" y="84242"/>
                      </a:moveTo>
                      <a:lnTo>
                        <a:pt x="46726" y="84242"/>
                      </a:lnTo>
                      <a:lnTo>
                        <a:pt x="46726" y="74620"/>
                      </a:lnTo>
                      <a:lnTo>
                        <a:pt x="12360" y="74620"/>
                      </a:lnTo>
                      <a:lnTo>
                        <a:pt x="12360" y="53946"/>
                      </a:lnTo>
                      <a:cubicBezTo>
                        <a:pt x="14012" y="54513"/>
                        <a:pt x="15664" y="54935"/>
                        <a:pt x="17316" y="55212"/>
                      </a:cubicBezTo>
                      <a:cubicBezTo>
                        <a:pt x="18980" y="55490"/>
                        <a:pt x="20644" y="55628"/>
                        <a:pt x="22308" y="55628"/>
                      </a:cubicBezTo>
                      <a:cubicBezTo>
                        <a:pt x="31726" y="55628"/>
                        <a:pt x="39184" y="53048"/>
                        <a:pt x="44682" y="47887"/>
                      </a:cubicBezTo>
                      <a:cubicBezTo>
                        <a:pt x="50193" y="42726"/>
                        <a:pt x="52948" y="35738"/>
                        <a:pt x="52948" y="26924"/>
                      </a:cubicBezTo>
                      <a:cubicBezTo>
                        <a:pt x="52948" y="17844"/>
                        <a:pt x="50120" y="10784"/>
                        <a:pt x="44465" y="5744"/>
                      </a:cubicBezTo>
                      <a:cubicBezTo>
                        <a:pt x="38810" y="715"/>
                        <a:pt x="30839" y="-1799"/>
                        <a:pt x="20554" y="-1799"/>
                      </a:cubicBezTo>
                      <a:cubicBezTo>
                        <a:pt x="17009" y="-1799"/>
                        <a:pt x="13397" y="-1497"/>
                        <a:pt x="9719" y="-895"/>
                      </a:cubicBezTo>
                      <a:cubicBezTo>
                        <a:pt x="6054" y="-292"/>
                        <a:pt x="2261" y="613"/>
                        <a:pt x="-1658" y="1819"/>
                      </a:cubicBezTo>
                      <a:lnTo>
                        <a:pt x="-1658" y="13304"/>
                      </a:lnTo>
                      <a:cubicBezTo>
                        <a:pt x="1731" y="11459"/>
                        <a:pt x="5234" y="10084"/>
                        <a:pt x="8851" y="9180"/>
                      </a:cubicBezTo>
                      <a:cubicBezTo>
                        <a:pt x="12469" y="8276"/>
                        <a:pt x="16291" y="7824"/>
                        <a:pt x="20318" y="7824"/>
                      </a:cubicBezTo>
                      <a:cubicBezTo>
                        <a:pt x="26842" y="7824"/>
                        <a:pt x="32003" y="9536"/>
                        <a:pt x="35801" y="12960"/>
                      </a:cubicBezTo>
                      <a:cubicBezTo>
                        <a:pt x="39612" y="16385"/>
                        <a:pt x="41517" y="21039"/>
                        <a:pt x="41517" y="26924"/>
                      </a:cubicBezTo>
                      <a:cubicBezTo>
                        <a:pt x="41517" y="32796"/>
                        <a:pt x="39612" y="37445"/>
                        <a:pt x="35801" y="40869"/>
                      </a:cubicBezTo>
                      <a:cubicBezTo>
                        <a:pt x="32003" y="44306"/>
                        <a:pt x="26842" y="46024"/>
                        <a:pt x="20318" y="46024"/>
                      </a:cubicBezTo>
                      <a:cubicBezTo>
                        <a:pt x="17268" y="46024"/>
                        <a:pt x="14223" y="45686"/>
                        <a:pt x="11184" y="45011"/>
                      </a:cubicBezTo>
                      <a:cubicBezTo>
                        <a:pt x="8158" y="44336"/>
                        <a:pt x="5065" y="43281"/>
                        <a:pt x="1906" y="41846"/>
                      </a:cubicBezTo>
                      <a:lnTo>
                        <a:pt x="1906" y="84242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20" name="Freeform: Shape 1619">
                  <a:extLst>
                    <a:ext uri="{FF2B5EF4-FFF2-40B4-BE49-F238E27FC236}">
                      <a16:creationId xmlns:a16="http://schemas.microsoft.com/office/drawing/2014/main" id="{D70054E9-539B-0A8C-E70F-1DD3729D1B7A}"/>
                    </a:ext>
                  </a:extLst>
                </p:cNvPr>
                <p:cNvSpPr/>
                <p:nvPr/>
              </p:nvSpPr>
              <p:spPr>
                <a:xfrm flipV="1">
                  <a:off x="9911171" y="5920570"/>
                  <a:ext cx="58331" cy="87560"/>
                </a:xfrm>
                <a:custGeom>
                  <a:avLst/>
                  <a:gdLst>
                    <a:gd name="connsiteX0" fmla="*/ 27475 w 58331"/>
                    <a:gd name="connsiteY0" fmla="*/ 76676 h 87560"/>
                    <a:gd name="connsiteX1" fmla="*/ 14217 w 58331"/>
                    <a:gd name="connsiteY1" fmla="*/ 67994 h 87560"/>
                    <a:gd name="connsiteX2" fmla="*/ 9785 w 58331"/>
                    <a:gd name="connsiteY2" fmla="*/ 41912 h 87560"/>
                    <a:gd name="connsiteX3" fmla="*/ 14217 w 58331"/>
                    <a:gd name="connsiteY3" fmla="*/ 15885 h 87560"/>
                    <a:gd name="connsiteX4" fmla="*/ 27475 w 58331"/>
                    <a:gd name="connsiteY4" fmla="*/ 7203 h 87560"/>
                    <a:gd name="connsiteX5" fmla="*/ 40787 w 58331"/>
                    <a:gd name="connsiteY5" fmla="*/ 15885 h 87560"/>
                    <a:gd name="connsiteX6" fmla="*/ 45236 w 58331"/>
                    <a:gd name="connsiteY6" fmla="*/ 41912 h 87560"/>
                    <a:gd name="connsiteX7" fmla="*/ 40787 w 58331"/>
                    <a:gd name="connsiteY7" fmla="*/ 67994 h 87560"/>
                    <a:gd name="connsiteX8" fmla="*/ 27475 w 58331"/>
                    <a:gd name="connsiteY8" fmla="*/ 76676 h 87560"/>
                    <a:gd name="connsiteX9" fmla="*/ 27475 w 58331"/>
                    <a:gd name="connsiteY9" fmla="*/ 85720 h 87560"/>
                    <a:gd name="connsiteX10" fmla="*/ 49161 w 58331"/>
                    <a:gd name="connsiteY10" fmla="*/ 74488 h 87560"/>
                    <a:gd name="connsiteX11" fmla="*/ 56649 w 58331"/>
                    <a:gd name="connsiteY11" fmla="*/ 41912 h 87560"/>
                    <a:gd name="connsiteX12" fmla="*/ 49161 w 58331"/>
                    <a:gd name="connsiteY12" fmla="*/ 9373 h 87560"/>
                    <a:gd name="connsiteX13" fmla="*/ 27475 w 58331"/>
                    <a:gd name="connsiteY13" fmla="*/ -1841 h 87560"/>
                    <a:gd name="connsiteX14" fmla="*/ 5806 w 58331"/>
                    <a:gd name="connsiteY14" fmla="*/ 9373 h 87560"/>
                    <a:gd name="connsiteX15" fmla="*/ -1682 w 58331"/>
                    <a:gd name="connsiteY15" fmla="*/ 41912 h 87560"/>
                    <a:gd name="connsiteX16" fmla="*/ 5806 w 58331"/>
                    <a:gd name="connsiteY16" fmla="*/ 74488 h 87560"/>
                    <a:gd name="connsiteX17" fmla="*/ 27475 w 58331"/>
                    <a:gd name="connsiteY17" fmla="*/ 85720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475" y="76676"/>
                      </a:moveTo>
                      <a:cubicBezTo>
                        <a:pt x="21602" y="76676"/>
                        <a:pt x="17183" y="73782"/>
                        <a:pt x="14217" y="67994"/>
                      </a:cubicBezTo>
                      <a:cubicBezTo>
                        <a:pt x="11262" y="62218"/>
                        <a:pt x="9785" y="53524"/>
                        <a:pt x="9785" y="41912"/>
                      </a:cubicBezTo>
                      <a:cubicBezTo>
                        <a:pt x="9785" y="30348"/>
                        <a:pt x="11262" y="21673"/>
                        <a:pt x="14217" y="15885"/>
                      </a:cubicBezTo>
                      <a:cubicBezTo>
                        <a:pt x="17183" y="10097"/>
                        <a:pt x="21602" y="7203"/>
                        <a:pt x="27475" y="7203"/>
                      </a:cubicBezTo>
                      <a:cubicBezTo>
                        <a:pt x="33395" y="7203"/>
                        <a:pt x="37833" y="10097"/>
                        <a:pt x="40787" y="15885"/>
                      </a:cubicBezTo>
                      <a:cubicBezTo>
                        <a:pt x="43753" y="21673"/>
                        <a:pt x="45236" y="30348"/>
                        <a:pt x="45236" y="41912"/>
                      </a:cubicBezTo>
                      <a:cubicBezTo>
                        <a:pt x="45236" y="53524"/>
                        <a:pt x="43753" y="62218"/>
                        <a:pt x="40787" y="67994"/>
                      </a:cubicBezTo>
                      <a:cubicBezTo>
                        <a:pt x="37833" y="73782"/>
                        <a:pt x="33395" y="76676"/>
                        <a:pt x="27475" y="76676"/>
                      </a:cubicBezTo>
                      <a:close/>
                      <a:moveTo>
                        <a:pt x="27475" y="85720"/>
                      </a:moveTo>
                      <a:cubicBezTo>
                        <a:pt x="36940" y="85720"/>
                        <a:pt x="44169" y="81976"/>
                        <a:pt x="49161" y="74488"/>
                      </a:cubicBezTo>
                      <a:cubicBezTo>
                        <a:pt x="54153" y="67011"/>
                        <a:pt x="56649" y="56153"/>
                        <a:pt x="56649" y="41912"/>
                      </a:cubicBezTo>
                      <a:cubicBezTo>
                        <a:pt x="56649" y="27708"/>
                        <a:pt x="54153" y="16861"/>
                        <a:pt x="49161" y="9373"/>
                      </a:cubicBezTo>
                      <a:cubicBezTo>
                        <a:pt x="44169" y="1897"/>
                        <a:pt x="36940" y="-1841"/>
                        <a:pt x="27475" y="-1841"/>
                      </a:cubicBezTo>
                      <a:cubicBezTo>
                        <a:pt x="18021" y="-1841"/>
                        <a:pt x="10798" y="1897"/>
                        <a:pt x="5806" y="9373"/>
                      </a:cubicBezTo>
                      <a:cubicBezTo>
                        <a:pt x="814" y="16861"/>
                        <a:pt x="-1682" y="27708"/>
                        <a:pt x="-1682" y="41912"/>
                      </a:cubicBezTo>
                      <a:cubicBezTo>
                        <a:pt x="-1682" y="56153"/>
                        <a:pt x="814" y="67011"/>
                        <a:pt x="5806" y="74488"/>
                      </a:cubicBezTo>
                      <a:cubicBezTo>
                        <a:pt x="10798" y="81976"/>
                        <a:pt x="18021" y="85720"/>
                        <a:pt x="27475" y="85720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21" name="Freeform: Shape 1620">
                  <a:extLst>
                    <a:ext uri="{FF2B5EF4-FFF2-40B4-BE49-F238E27FC236}">
                      <a16:creationId xmlns:a16="http://schemas.microsoft.com/office/drawing/2014/main" id="{380C919D-9FDF-5C52-44FE-912C4C1F087B}"/>
                    </a:ext>
                  </a:extLst>
                </p:cNvPr>
                <p:cNvSpPr/>
                <p:nvPr/>
              </p:nvSpPr>
              <p:spPr>
                <a:xfrm flipV="1">
                  <a:off x="9984820" y="5920570"/>
                  <a:ext cx="58331" cy="87560"/>
                </a:xfrm>
                <a:custGeom>
                  <a:avLst/>
                  <a:gdLst>
                    <a:gd name="connsiteX0" fmla="*/ 27481 w 58331"/>
                    <a:gd name="connsiteY0" fmla="*/ 76676 h 87560"/>
                    <a:gd name="connsiteX1" fmla="*/ 14223 w 58331"/>
                    <a:gd name="connsiteY1" fmla="*/ 67994 h 87560"/>
                    <a:gd name="connsiteX2" fmla="*/ 9792 w 58331"/>
                    <a:gd name="connsiteY2" fmla="*/ 41912 h 87560"/>
                    <a:gd name="connsiteX3" fmla="*/ 14223 w 58331"/>
                    <a:gd name="connsiteY3" fmla="*/ 15885 h 87560"/>
                    <a:gd name="connsiteX4" fmla="*/ 27481 w 58331"/>
                    <a:gd name="connsiteY4" fmla="*/ 7203 h 87560"/>
                    <a:gd name="connsiteX5" fmla="*/ 40793 w 58331"/>
                    <a:gd name="connsiteY5" fmla="*/ 15885 h 87560"/>
                    <a:gd name="connsiteX6" fmla="*/ 45243 w 58331"/>
                    <a:gd name="connsiteY6" fmla="*/ 41912 h 87560"/>
                    <a:gd name="connsiteX7" fmla="*/ 40793 w 58331"/>
                    <a:gd name="connsiteY7" fmla="*/ 67994 h 87560"/>
                    <a:gd name="connsiteX8" fmla="*/ 27481 w 58331"/>
                    <a:gd name="connsiteY8" fmla="*/ 76676 h 87560"/>
                    <a:gd name="connsiteX9" fmla="*/ 27481 w 58331"/>
                    <a:gd name="connsiteY9" fmla="*/ 85720 h 87560"/>
                    <a:gd name="connsiteX10" fmla="*/ 49168 w 58331"/>
                    <a:gd name="connsiteY10" fmla="*/ 74488 h 87560"/>
                    <a:gd name="connsiteX11" fmla="*/ 56656 w 58331"/>
                    <a:gd name="connsiteY11" fmla="*/ 41912 h 87560"/>
                    <a:gd name="connsiteX12" fmla="*/ 49168 w 58331"/>
                    <a:gd name="connsiteY12" fmla="*/ 9373 h 87560"/>
                    <a:gd name="connsiteX13" fmla="*/ 27481 w 58331"/>
                    <a:gd name="connsiteY13" fmla="*/ -1841 h 87560"/>
                    <a:gd name="connsiteX14" fmla="*/ 5812 w 58331"/>
                    <a:gd name="connsiteY14" fmla="*/ 9373 h 87560"/>
                    <a:gd name="connsiteX15" fmla="*/ -1676 w 58331"/>
                    <a:gd name="connsiteY15" fmla="*/ 41912 h 87560"/>
                    <a:gd name="connsiteX16" fmla="*/ 5812 w 58331"/>
                    <a:gd name="connsiteY16" fmla="*/ 74488 h 87560"/>
                    <a:gd name="connsiteX17" fmla="*/ 27481 w 58331"/>
                    <a:gd name="connsiteY17" fmla="*/ 85720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481" y="76676"/>
                      </a:moveTo>
                      <a:cubicBezTo>
                        <a:pt x="21609" y="76676"/>
                        <a:pt x="17189" y="73782"/>
                        <a:pt x="14223" y="67994"/>
                      </a:cubicBezTo>
                      <a:cubicBezTo>
                        <a:pt x="11269" y="62218"/>
                        <a:pt x="9792" y="53524"/>
                        <a:pt x="9792" y="41912"/>
                      </a:cubicBezTo>
                      <a:cubicBezTo>
                        <a:pt x="9792" y="30348"/>
                        <a:pt x="11269" y="21673"/>
                        <a:pt x="14223" y="15885"/>
                      </a:cubicBezTo>
                      <a:cubicBezTo>
                        <a:pt x="17189" y="10097"/>
                        <a:pt x="21609" y="7203"/>
                        <a:pt x="27481" y="7203"/>
                      </a:cubicBezTo>
                      <a:cubicBezTo>
                        <a:pt x="33401" y="7203"/>
                        <a:pt x="37839" y="10097"/>
                        <a:pt x="40793" y="15885"/>
                      </a:cubicBezTo>
                      <a:cubicBezTo>
                        <a:pt x="43759" y="21673"/>
                        <a:pt x="45243" y="30348"/>
                        <a:pt x="45243" y="41912"/>
                      </a:cubicBezTo>
                      <a:cubicBezTo>
                        <a:pt x="45243" y="53524"/>
                        <a:pt x="43759" y="62218"/>
                        <a:pt x="40793" y="67994"/>
                      </a:cubicBezTo>
                      <a:cubicBezTo>
                        <a:pt x="37839" y="73782"/>
                        <a:pt x="33401" y="76676"/>
                        <a:pt x="27481" y="76676"/>
                      </a:cubicBezTo>
                      <a:close/>
                      <a:moveTo>
                        <a:pt x="27481" y="85720"/>
                      </a:moveTo>
                      <a:cubicBezTo>
                        <a:pt x="36947" y="85720"/>
                        <a:pt x="44176" y="81976"/>
                        <a:pt x="49168" y="74488"/>
                      </a:cubicBezTo>
                      <a:cubicBezTo>
                        <a:pt x="54160" y="67011"/>
                        <a:pt x="56656" y="56153"/>
                        <a:pt x="56656" y="41912"/>
                      </a:cubicBezTo>
                      <a:cubicBezTo>
                        <a:pt x="56656" y="27708"/>
                        <a:pt x="54160" y="16861"/>
                        <a:pt x="49168" y="9373"/>
                      </a:cubicBezTo>
                      <a:cubicBezTo>
                        <a:pt x="44176" y="1897"/>
                        <a:pt x="36947" y="-1841"/>
                        <a:pt x="27481" y="-1841"/>
                      </a:cubicBezTo>
                      <a:cubicBezTo>
                        <a:pt x="18027" y="-1841"/>
                        <a:pt x="10804" y="1897"/>
                        <a:pt x="5812" y="9373"/>
                      </a:cubicBezTo>
                      <a:cubicBezTo>
                        <a:pt x="820" y="16861"/>
                        <a:pt x="-1676" y="27708"/>
                        <a:pt x="-1676" y="41912"/>
                      </a:cubicBezTo>
                      <a:cubicBezTo>
                        <a:pt x="-1676" y="56153"/>
                        <a:pt x="820" y="67011"/>
                        <a:pt x="5812" y="74488"/>
                      </a:cubicBezTo>
                      <a:cubicBezTo>
                        <a:pt x="10804" y="81976"/>
                        <a:pt x="18027" y="85720"/>
                        <a:pt x="27481" y="85720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6054E3C9-C026-EA0A-1235-3D472FCE3F84}"/>
                  </a:ext>
                </a:extLst>
              </p:cNvPr>
              <p:cNvSpPr/>
              <p:nvPr/>
            </p:nvSpPr>
            <p:spPr>
              <a:xfrm flipV="1">
                <a:off x="9353044" y="6186074"/>
                <a:ext cx="58331" cy="87560"/>
              </a:xfrm>
              <a:custGeom>
                <a:avLst/>
                <a:gdLst>
                  <a:gd name="connsiteX0" fmla="*/ 27426 w 58331"/>
                  <a:gd name="connsiteY0" fmla="*/ 76699 h 87560"/>
                  <a:gd name="connsiteX1" fmla="*/ 14168 w 58331"/>
                  <a:gd name="connsiteY1" fmla="*/ 68017 h 87560"/>
                  <a:gd name="connsiteX2" fmla="*/ 9737 w 58331"/>
                  <a:gd name="connsiteY2" fmla="*/ 41935 h 87560"/>
                  <a:gd name="connsiteX3" fmla="*/ 14168 w 58331"/>
                  <a:gd name="connsiteY3" fmla="*/ 15908 h 87560"/>
                  <a:gd name="connsiteX4" fmla="*/ 27426 w 58331"/>
                  <a:gd name="connsiteY4" fmla="*/ 7226 h 87560"/>
                  <a:gd name="connsiteX5" fmla="*/ 40739 w 58331"/>
                  <a:gd name="connsiteY5" fmla="*/ 15908 h 87560"/>
                  <a:gd name="connsiteX6" fmla="*/ 45188 w 58331"/>
                  <a:gd name="connsiteY6" fmla="*/ 41935 h 87560"/>
                  <a:gd name="connsiteX7" fmla="*/ 40739 w 58331"/>
                  <a:gd name="connsiteY7" fmla="*/ 68017 h 87560"/>
                  <a:gd name="connsiteX8" fmla="*/ 27426 w 58331"/>
                  <a:gd name="connsiteY8" fmla="*/ 76699 h 87560"/>
                  <a:gd name="connsiteX9" fmla="*/ 27426 w 58331"/>
                  <a:gd name="connsiteY9" fmla="*/ 85743 h 87560"/>
                  <a:gd name="connsiteX10" fmla="*/ 49113 w 58331"/>
                  <a:gd name="connsiteY10" fmla="*/ 74510 h 87560"/>
                  <a:gd name="connsiteX11" fmla="*/ 56601 w 58331"/>
                  <a:gd name="connsiteY11" fmla="*/ 41935 h 87560"/>
                  <a:gd name="connsiteX12" fmla="*/ 49113 w 58331"/>
                  <a:gd name="connsiteY12" fmla="*/ 9396 h 87560"/>
                  <a:gd name="connsiteX13" fmla="*/ 27426 w 58331"/>
                  <a:gd name="connsiteY13" fmla="*/ -1818 h 87560"/>
                  <a:gd name="connsiteX14" fmla="*/ 5758 w 58331"/>
                  <a:gd name="connsiteY14" fmla="*/ 9396 h 87560"/>
                  <a:gd name="connsiteX15" fmla="*/ -1730 w 58331"/>
                  <a:gd name="connsiteY15" fmla="*/ 41935 h 87560"/>
                  <a:gd name="connsiteX16" fmla="*/ 5758 w 58331"/>
                  <a:gd name="connsiteY16" fmla="*/ 74510 h 87560"/>
                  <a:gd name="connsiteX17" fmla="*/ 27426 w 58331"/>
                  <a:gd name="connsiteY17" fmla="*/ 85743 h 87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8331" h="87560">
                    <a:moveTo>
                      <a:pt x="27426" y="76699"/>
                    </a:moveTo>
                    <a:cubicBezTo>
                      <a:pt x="21554" y="76699"/>
                      <a:pt x="17135" y="73805"/>
                      <a:pt x="14168" y="68017"/>
                    </a:cubicBezTo>
                    <a:cubicBezTo>
                      <a:pt x="11214" y="62241"/>
                      <a:pt x="9737" y="53547"/>
                      <a:pt x="9737" y="41935"/>
                    </a:cubicBezTo>
                    <a:cubicBezTo>
                      <a:pt x="9737" y="30371"/>
                      <a:pt x="11214" y="21695"/>
                      <a:pt x="14168" y="15908"/>
                    </a:cubicBezTo>
                    <a:cubicBezTo>
                      <a:pt x="17135" y="10120"/>
                      <a:pt x="21554" y="7226"/>
                      <a:pt x="27426" y="7226"/>
                    </a:cubicBezTo>
                    <a:cubicBezTo>
                      <a:pt x="33347" y="7226"/>
                      <a:pt x="37784" y="10120"/>
                      <a:pt x="40739" y="15908"/>
                    </a:cubicBezTo>
                    <a:cubicBezTo>
                      <a:pt x="43705" y="21695"/>
                      <a:pt x="45188" y="30371"/>
                      <a:pt x="45188" y="41935"/>
                    </a:cubicBezTo>
                    <a:cubicBezTo>
                      <a:pt x="45188" y="53547"/>
                      <a:pt x="43705" y="62241"/>
                      <a:pt x="40739" y="68017"/>
                    </a:cubicBezTo>
                    <a:cubicBezTo>
                      <a:pt x="37784" y="73805"/>
                      <a:pt x="33347" y="76699"/>
                      <a:pt x="27426" y="76699"/>
                    </a:cubicBezTo>
                    <a:close/>
                    <a:moveTo>
                      <a:pt x="27426" y="85743"/>
                    </a:moveTo>
                    <a:cubicBezTo>
                      <a:pt x="36892" y="85743"/>
                      <a:pt x="44121" y="81999"/>
                      <a:pt x="49113" y="74510"/>
                    </a:cubicBezTo>
                    <a:cubicBezTo>
                      <a:pt x="54105" y="67034"/>
                      <a:pt x="56601" y="56176"/>
                      <a:pt x="56601" y="41935"/>
                    </a:cubicBezTo>
                    <a:cubicBezTo>
                      <a:pt x="56601" y="27731"/>
                      <a:pt x="54105" y="16884"/>
                      <a:pt x="49113" y="9396"/>
                    </a:cubicBezTo>
                    <a:cubicBezTo>
                      <a:pt x="44121" y="1920"/>
                      <a:pt x="36892" y="-1818"/>
                      <a:pt x="27426" y="-1818"/>
                    </a:cubicBezTo>
                    <a:cubicBezTo>
                      <a:pt x="17973" y="-1818"/>
                      <a:pt x="10750" y="1920"/>
                      <a:pt x="5758" y="9396"/>
                    </a:cubicBezTo>
                    <a:cubicBezTo>
                      <a:pt x="766" y="16884"/>
                      <a:pt x="-1730" y="27731"/>
                      <a:pt x="-1730" y="41935"/>
                    </a:cubicBezTo>
                    <a:cubicBezTo>
                      <a:pt x="-1730" y="56176"/>
                      <a:pt x="766" y="67034"/>
                      <a:pt x="5758" y="74510"/>
                    </a:cubicBezTo>
                    <a:cubicBezTo>
                      <a:pt x="10750" y="81999"/>
                      <a:pt x="17973" y="85743"/>
                      <a:pt x="27426" y="85743"/>
                    </a:cubicBezTo>
                    <a:close/>
                  </a:path>
                </a:pathLst>
              </a:custGeom>
              <a:solidFill>
                <a:srgbClr val="000080"/>
              </a:solidFill>
              <a:ln w="18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1623" name="Graphic 4">
                <a:extLst>
                  <a:ext uri="{FF2B5EF4-FFF2-40B4-BE49-F238E27FC236}">
                    <a16:creationId xmlns:a16="http://schemas.microsoft.com/office/drawing/2014/main" id="{7721E828-61B8-9969-3666-3A0C4DE06C69}"/>
                  </a:ext>
                </a:extLst>
              </p:cNvPr>
              <p:cNvGrpSpPr/>
              <p:nvPr/>
            </p:nvGrpSpPr>
            <p:grpSpPr>
              <a:xfrm>
                <a:off x="10255817" y="6305109"/>
                <a:ext cx="278429" cy="87560"/>
                <a:chOff x="10255817" y="6305109"/>
                <a:chExt cx="278429" cy="87560"/>
              </a:xfrm>
              <a:solidFill>
                <a:srgbClr val="000080"/>
              </a:solidFill>
            </p:grpSpPr>
            <p:sp>
              <p:nvSpPr>
                <p:cNvPr id="1624" name="Freeform: Shape 1623">
                  <a:extLst>
                    <a:ext uri="{FF2B5EF4-FFF2-40B4-BE49-F238E27FC236}">
                      <a16:creationId xmlns:a16="http://schemas.microsoft.com/office/drawing/2014/main" id="{80F5218E-F11E-DDDA-A9A0-37CB542DD5CF}"/>
                    </a:ext>
                  </a:extLst>
                </p:cNvPr>
                <p:cNvSpPr/>
                <p:nvPr/>
              </p:nvSpPr>
              <p:spPr>
                <a:xfrm flipV="1">
                  <a:off x="10255817" y="6305109"/>
                  <a:ext cx="53574" cy="85914"/>
                </a:xfrm>
                <a:custGeom>
                  <a:avLst/>
                  <a:gdLst>
                    <a:gd name="connsiteX0" fmla="*/ 12160 w 53574"/>
                    <a:gd name="connsiteY0" fmla="*/ 7751 h 85914"/>
                    <a:gd name="connsiteX1" fmla="*/ 52006 w 53574"/>
                    <a:gd name="connsiteY1" fmla="*/ 7751 h 85914"/>
                    <a:gd name="connsiteX2" fmla="*/ 52006 w 53574"/>
                    <a:gd name="connsiteY2" fmla="*/ -1853 h 85914"/>
                    <a:gd name="connsiteX3" fmla="*/ -1568 w 53574"/>
                    <a:gd name="connsiteY3" fmla="*/ -1853 h 85914"/>
                    <a:gd name="connsiteX4" fmla="*/ -1568 w 53574"/>
                    <a:gd name="connsiteY4" fmla="*/ 7751 h 85914"/>
                    <a:gd name="connsiteX5" fmla="*/ 16139 w 53574"/>
                    <a:gd name="connsiteY5" fmla="*/ 25802 h 85914"/>
                    <a:gd name="connsiteX6" fmla="*/ 30247 w 53574"/>
                    <a:gd name="connsiteY6" fmla="*/ 40435 h 85914"/>
                    <a:gd name="connsiteX7" fmla="*/ 37898 w 53574"/>
                    <a:gd name="connsiteY7" fmla="*/ 50853 h 85914"/>
                    <a:gd name="connsiteX8" fmla="*/ 40087 w 53574"/>
                    <a:gd name="connsiteY8" fmla="*/ 59246 h 85914"/>
                    <a:gd name="connsiteX9" fmla="*/ 35366 w 53574"/>
                    <a:gd name="connsiteY9" fmla="*/ 70207 h 85914"/>
                    <a:gd name="connsiteX10" fmla="*/ 23067 w 53574"/>
                    <a:gd name="connsiteY10" fmla="*/ 74457 h 85914"/>
                    <a:gd name="connsiteX11" fmla="*/ 11726 w 53574"/>
                    <a:gd name="connsiteY11" fmla="*/ 72594 h 85914"/>
                    <a:gd name="connsiteX12" fmla="*/ -1007 w 53574"/>
                    <a:gd name="connsiteY12" fmla="*/ 66933 h 85914"/>
                    <a:gd name="connsiteX13" fmla="*/ -1007 w 53574"/>
                    <a:gd name="connsiteY13" fmla="*/ 78472 h 85914"/>
                    <a:gd name="connsiteX14" fmla="*/ 11871 w 53574"/>
                    <a:gd name="connsiteY14" fmla="*/ 82651 h 85914"/>
                    <a:gd name="connsiteX15" fmla="*/ 22850 w 53574"/>
                    <a:gd name="connsiteY15" fmla="*/ 84061 h 85914"/>
                    <a:gd name="connsiteX16" fmla="*/ 43759 w 53574"/>
                    <a:gd name="connsiteY16" fmla="*/ 77496 h 85914"/>
                    <a:gd name="connsiteX17" fmla="*/ 51554 w 53574"/>
                    <a:gd name="connsiteY17" fmla="*/ 59987 h 85914"/>
                    <a:gd name="connsiteX18" fmla="*/ 49601 w 53574"/>
                    <a:gd name="connsiteY18" fmla="*/ 50112 h 85914"/>
                    <a:gd name="connsiteX19" fmla="*/ 42511 w 53574"/>
                    <a:gd name="connsiteY19" fmla="*/ 39133 h 85914"/>
                    <a:gd name="connsiteX20" fmla="*/ 33521 w 53574"/>
                    <a:gd name="connsiteY20" fmla="*/ 29655 h 85914"/>
                    <a:gd name="connsiteX21" fmla="*/ 12160 w 53574"/>
                    <a:gd name="connsiteY21" fmla="*/ 7751 h 85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3574" h="85914">
                      <a:moveTo>
                        <a:pt x="12160" y="7751"/>
                      </a:moveTo>
                      <a:lnTo>
                        <a:pt x="52006" y="7751"/>
                      </a:lnTo>
                      <a:lnTo>
                        <a:pt x="52006" y="-1853"/>
                      </a:lnTo>
                      <a:lnTo>
                        <a:pt x="-1568" y="-1853"/>
                      </a:lnTo>
                      <a:lnTo>
                        <a:pt x="-1568" y="7751"/>
                      </a:lnTo>
                      <a:cubicBezTo>
                        <a:pt x="2761" y="12237"/>
                        <a:pt x="8663" y="18254"/>
                        <a:pt x="16139" y="25802"/>
                      </a:cubicBezTo>
                      <a:cubicBezTo>
                        <a:pt x="23628" y="33363"/>
                        <a:pt x="28330" y="38240"/>
                        <a:pt x="30247" y="40435"/>
                      </a:cubicBezTo>
                      <a:cubicBezTo>
                        <a:pt x="33901" y="44535"/>
                        <a:pt x="36451" y="48007"/>
                        <a:pt x="37898" y="50853"/>
                      </a:cubicBezTo>
                      <a:cubicBezTo>
                        <a:pt x="39357" y="53699"/>
                        <a:pt x="40087" y="56496"/>
                        <a:pt x="40087" y="59246"/>
                      </a:cubicBezTo>
                      <a:cubicBezTo>
                        <a:pt x="40087" y="63731"/>
                        <a:pt x="38513" y="67385"/>
                        <a:pt x="35366" y="70207"/>
                      </a:cubicBezTo>
                      <a:cubicBezTo>
                        <a:pt x="32219" y="73040"/>
                        <a:pt x="28119" y="74457"/>
                        <a:pt x="23067" y="74457"/>
                      </a:cubicBezTo>
                      <a:cubicBezTo>
                        <a:pt x="19486" y="74457"/>
                        <a:pt x="15705" y="73836"/>
                        <a:pt x="11726" y="72594"/>
                      </a:cubicBezTo>
                      <a:cubicBezTo>
                        <a:pt x="7759" y="71352"/>
                        <a:pt x="3514" y="69465"/>
                        <a:pt x="-1007" y="66933"/>
                      </a:cubicBezTo>
                      <a:lnTo>
                        <a:pt x="-1007" y="78472"/>
                      </a:lnTo>
                      <a:cubicBezTo>
                        <a:pt x="3587" y="80317"/>
                        <a:pt x="7879" y="81710"/>
                        <a:pt x="11871" y="82651"/>
                      </a:cubicBezTo>
                      <a:cubicBezTo>
                        <a:pt x="15874" y="83591"/>
                        <a:pt x="19534" y="84061"/>
                        <a:pt x="22850" y="84061"/>
                      </a:cubicBezTo>
                      <a:cubicBezTo>
                        <a:pt x="31592" y="84061"/>
                        <a:pt x="38562" y="81873"/>
                        <a:pt x="43759" y="77496"/>
                      </a:cubicBezTo>
                      <a:cubicBezTo>
                        <a:pt x="48956" y="73131"/>
                        <a:pt x="51554" y="67294"/>
                        <a:pt x="51554" y="59987"/>
                      </a:cubicBezTo>
                      <a:cubicBezTo>
                        <a:pt x="51554" y="56514"/>
                        <a:pt x="50903" y="53223"/>
                        <a:pt x="49601" y="50112"/>
                      </a:cubicBezTo>
                      <a:cubicBezTo>
                        <a:pt x="48311" y="47013"/>
                        <a:pt x="45947" y="43353"/>
                        <a:pt x="42511" y="39133"/>
                      </a:cubicBezTo>
                      <a:cubicBezTo>
                        <a:pt x="41570" y="38035"/>
                        <a:pt x="38574" y="34876"/>
                        <a:pt x="33521" y="29655"/>
                      </a:cubicBezTo>
                      <a:cubicBezTo>
                        <a:pt x="28481" y="24434"/>
                        <a:pt x="21361" y="17132"/>
                        <a:pt x="12160" y="7751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25" name="Freeform: Shape 1624">
                  <a:extLst>
                    <a:ext uri="{FF2B5EF4-FFF2-40B4-BE49-F238E27FC236}">
                      <a16:creationId xmlns:a16="http://schemas.microsoft.com/office/drawing/2014/main" id="{D53C4429-29C6-12BA-D0E3-FF36EFAFDA76}"/>
                    </a:ext>
                  </a:extLst>
                </p:cNvPr>
                <p:cNvSpPr/>
                <p:nvPr/>
              </p:nvSpPr>
              <p:spPr>
                <a:xfrm flipV="1">
                  <a:off x="10329919" y="6306628"/>
                  <a:ext cx="54605" cy="86041"/>
                </a:xfrm>
                <a:custGeom>
                  <a:avLst/>
                  <a:gdLst>
                    <a:gd name="connsiteX0" fmla="*/ 1948 w 54605"/>
                    <a:gd name="connsiteY0" fmla="*/ 84276 h 86041"/>
                    <a:gd name="connsiteX1" fmla="*/ 46768 w 54605"/>
                    <a:gd name="connsiteY1" fmla="*/ 84276 h 86041"/>
                    <a:gd name="connsiteX2" fmla="*/ 46768 w 54605"/>
                    <a:gd name="connsiteY2" fmla="*/ 74653 h 86041"/>
                    <a:gd name="connsiteX3" fmla="*/ 12402 w 54605"/>
                    <a:gd name="connsiteY3" fmla="*/ 74653 h 86041"/>
                    <a:gd name="connsiteX4" fmla="*/ 12402 w 54605"/>
                    <a:gd name="connsiteY4" fmla="*/ 53979 h 86041"/>
                    <a:gd name="connsiteX5" fmla="*/ 17358 w 54605"/>
                    <a:gd name="connsiteY5" fmla="*/ 55246 h 86041"/>
                    <a:gd name="connsiteX6" fmla="*/ 22351 w 54605"/>
                    <a:gd name="connsiteY6" fmla="*/ 55662 h 86041"/>
                    <a:gd name="connsiteX7" fmla="*/ 44725 w 54605"/>
                    <a:gd name="connsiteY7" fmla="*/ 47920 h 86041"/>
                    <a:gd name="connsiteX8" fmla="*/ 52990 w 54605"/>
                    <a:gd name="connsiteY8" fmla="*/ 26957 h 86041"/>
                    <a:gd name="connsiteX9" fmla="*/ 44507 w 54605"/>
                    <a:gd name="connsiteY9" fmla="*/ 5777 h 86041"/>
                    <a:gd name="connsiteX10" fmla="*/ 20596 w 54605"/>
                    <a:gd name="connsiteY10" fmla="*/ -1766 h 86041"/>
                    <a:gd name="connsiteX11" fmla="*/ 9762 w 54605"/>
                    <a:gd name="connsiteY11" fmla="*/ -861 h 86041"/>
                    <a:gd name="connsiteX12" fmla="*/ -1615 w 54605"/>
                    <a:gd name="connsiteY12" fmla="*/ 1852 h 86041"/>
                    <a:gd name="connsiteX13" fmla="*/ -1615 w 54605"/>
                    <a:gd name="connsiteY13" fmla="*/ 13337 h 86041"/>
                    <a:gd name="connsiteX14" fmla="*/ 8894 w 54605"/>
                    <a:gd name="connsiteY14" fmla="*/ 9213 h 86041"/>
                    <a:gd name="connsiteX15" fmla="*/ 20361 w 54605"/>
                    <a:gd name="connsiteY15" fmla="*/ 7857 h 86041"/>
                    <a:gd name="connsiteX16" fmla="*/ 35844 w 54605"/>
                    <a:gd name="connsiteY16" fmla="*/ 12994 h 86041"/>
                    <a:gd name="connsiteX17" fmla="*/ 41559 w 54605"/>
                    <a:gd name="connsiteY17" fmla="*/ 26957 h 86041"/>
                    <a:gd name="connsiteX18" fmla="*/ 35844 w 54605"/>
                    <a:gd name="connsiteY18" fmla="*/ 40902 h 86041"/>
                    <a:gd name="connsiteX19" fmla="*/ 20361 w 54605"/>
                    <a:gd name="connsiteY19" fmla="*/ 46057 h 86041"/>
                    <a:gd name="connsiteX20" fmla="*/ 11227 w 54605"/>
                    <a:gd name="connsiteY20" fmla="*/ 45044 h 86041"/>
                    <a:gd name="connsiteX21" fmla="*/ 1948 w 54605"/>
                    <a:gd name="connsiteY21" fmla="*/ 41879 h 86041"/>
                    <a:gd name="connsiteX22" fmla="*/ 1948 w 54605"/>
                    <a:gd name="connsiteY22" fmla="*/ 84276 h 86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54605" h="86041">
                      <a:moveTo>
                        <a:pt x="1948" y="84276"/>
                      </a:moveTo>
                      <a:lnTo>
                        <a:pt x="46768" y="84276"/>
                      </a:lnTo>
                      <a:lnTo>
                        <a:pt x="46768" y="74653"/>
                      </a:lnTo>
                      <a:lnTo>
                        <a:pt x="12402" y="74653"/>
                      </a:lnTo>
                      <a:lnTo>
                        <a:pt x="12402" y="53979"/>
                      </a:lnTo>
                      <a:cubicBezTo>
                        <a:pt x="14054" y="54546"/>
                        <a:pt x="15706" y="54968"/>
                        <a:pt x="17358" y="55246"/>
                      </a:cubicBezTo>
                      <a:cubicBezTo>
                        <a:pt x="19022" y="55523"/>
                        <a:pt x="20686" y="55662"/>
                        <a:pt x="22351" y="55662"/>
                      </a:cubicBezTo>
                      <a:cubicBezTo>
                        <a:pt x="31768" y="55662"/>
                        <a:pt x="39226" y="53081"/>
                        <a:pt x="44725" y="47920"/>
                      </a:cubicBezTo>
                      <a:cubicBezTo>
                        <a:pt x="50235" y="42759"/>
                        <a:pt x="52990" y="35771"/>
                        <a:pt x="52990" y="26957"/>
                      </a:cubicBezTo>
                      <a:cubicBezTo>
                        <a:pt x="52990" y="17877"/>
                        <a:pt x="50163" y="10817"/>
                        <a:pt x="44507" y="5777"/>
                      </a:cubicBezTo>
                      <a:cubicBezTo>
                        <a:pt x="38852" y="748"/>
                        <a:pt x="30882" y="-1766"/>
                        <a:pt x="20596" y="-1766"/>
                      </a:cubicBezTo>
                      <a:cubicBezTo>
                        <a:pt x="17051" y="-1766"/>
                        <a:pt x="13439" y="-1464"/>
                        <a:pt x="9762" y="-861"/>
                      </a:cubicBezTo>
                      <a:cubicBezTo>
                        <a:pt x="6096" y="-258"/>
                        <a:pt x="2304" y="646"/>
                        <a:pt x="-1615" y="1852"/>
                      </a:cubicBezTo>
                      <a:lnTo>
                        <a:pt x="-1615" y="13337"/>
                      </a:lnTo>
                      <a:cubicBezTo>
                        <a:pt x="1773" y="11492"/>
                        <a:pt x="5276" y="10118"/>
                        <a:pt x="8894" y="9213"/>
                      </a:cubicBezTo>
                      <a:cubicBezTo>
                        <a:pt x="12511" y="8309"/>
                        <a:pt x="16333" y="7857"/>
                        <a:pt x="20361" y="7857"/>
                      </a:cubicBezTo>
                      <a:cubicBezTo>
                        <a:pt x="26884" y="7857"/>
                        <a:pt x="32045" y="9569"/>
                        <a:pt x="35844" y="12994"/>
                      </a:cubicBezTo>
                      <a:cubicBezTo>
                        <a:pt x="39654" y="16418"/>
                        <a:pt x="41559" y="21073"/>
                        <a:pt x="41559" y="26957"/>
                      </a:cubicBezTo>
                      <a:cubicBezTo>
                        <a:pt x="41559" y="32829"/>
                        <a:pt x="39654" y="37478"/>
                        <a:pt x="35844" y="40902"/>
                      </a:cubicBezTo>
                      <a:cubicBezTo>
                        <a:pt x="32045" y="44339"/>
                        <a:pt x="26884" y="46057"/>
                        <a:pt x="20361" y="46057"/>
                      </a:cubicBezTo>
                      <a:cubicBezTo>
                        <a:pt x="17310" y="46057"/>
                        <a:pt x="14265" y="45719"/>
                        <a:pt x="11227" y="45044"/>
                      </a:cubicBezTo>
                      <a:cubicBezTo>
                        <a:pt x="8200" y="44369"/>
                        <a:pt x="5107" y="43314"/>
                        <a:pt x="1948" y="41879"/>
                      </a:cubicBezTo>
                      <a:lnTo>
                        <a:pt x="1948" y="84276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26" name="Freeform: Shape 1625">
                  <a:extLst>
                    <a:ext uri="{FF2B5EF4-FFF2-40B4-BE49-F238E27FC236}">
                      <a16:creationId xmlns:a16="http://schemas.microsoft.com/office/drawing/2014/main" id="{7F1C36C5-2D85-1631-60DA-AA02ECD202DF}"/>
                    </a:ext>
                  </a:extLst>
                </p:cNvPr>
                <p:cNvSpPr/>
                <p:nvPr/>
              </p:nvSpPr>
              <p:spPr>
                <a:xfrm flipV="1">
                  <a:off x="10402266" y="6305109"/>
                  <a:ext cx="58331" cy="87560"/>
                </a:xfrm>
                <a:custGeom>
                  <a:avLst/>
                  <a:gdLst>
                    <a:gd name="connsiteX0" fmla="*/ 27517 w 58331"/>
                    <a:gd name="connsiteY0" fmla="*/ 76709 h 87560"/>
                    <a:gd name="connsiteX1" fmla="*/ 14259 w 58331"/>
                    <a:gd name="connsiteY1" fmla="*/ 68027 h 87560"/>
                    <a:gd name="connsiteX2" fmla="*/ 9828 w 58331"/>
                    <a:gd name="connsiteY2" fmla="*/ 41945 h 87560"/>
                    <a:gd name="connsiteX3" fmla="*/ 14259 w 58331"/>
                    <a:gd name="connsiteY3" fmla="*/ 15918 h 87560"/>
                    <a:gd name="connsiteX4" fmla="*/ 27517 w 58331"/>
                    <a:gd name="connsiteY4" fmla="*/ 7236 h 87560"/>
                    <a:gd name="connsiteX5" fmla="*/ 40829 w 58331"/>
                    <a:gd name="connsiteY5" fmla="*/ 15918 h 87560"/>
                    <a:gd name="connsiteX6" fmla="*/ 45279 w 58331"/>
                    <a:gd name="connsiteY6" fmla="*/ 41945 h 87560"/>
                    <a:gd name="connsiteX7" fmla="*/ 40829 w 58331"/>
                    <a:gd name="connsiteY7" fmla="*/ 68027 h 87560"/>
                    <a:gd name="connsiteX8" fmla="*/ 27517 w 58331"/>
                    <a:gd name="connsiteY8" fmla="*/ 76709 h 87560"/>
                    <a:gd name="connsiteX9" fmla="*/ 27517 w 58331"/>
                    <a:gd name="connsiteY9" fmla="*/ 85753 h 87560"/>
                    <a:gd name="connsiteX10" fmla="*/ 49204 w 58331"/>
                    <a:gd name="connsiteY10" fmla="*/ 74521 h 87560"/>
                    <a:gd name="connsiteX11" fmla="*/ 56692 w 58331"/>
                    <a:gd name="connsiteY11" fmla="*/ 41945 h 87560"/>
                    <a:gd name="connsiteX12" fmla="*/ 49204 w 58331"/>
                    <a:gd name="connsiteY12" fmla="*/ 9406 h 87560"/>
                    <a:gd name="connsiteX13" fmla="*/ 27517 w 58331"/>
                    <a:gd name="connsiteY13" fmla="*/ -1808 h 87560"/>
                    <a:gd name="connsiteX14" fmla="*/ 5848 w 58331"/>
                    <a:gd name="connsiteY14" fmla="*/ 9406 h 87560"/>
                    <a:gd name="connsiteX15" fmla="*/ -1640 w 58331"/>
                    <a:gd name="connsiteY15" fmla="*/ 41945 h 87560"/>
                    <a:gd name="connsiteX16" fmla="*/ 5848 w 58331"/>
                    <a:gd name="connsiteY16" fmla="*/ 74521 h 87560"/>
                    <a:gd name="connsiteX17" fmla="*/ 27517 w 58331"/>
                    <a:gd name="connsiteY17" fmla="*/ 85753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517" y="76709"/>
                      </a:moveTo>
                      <a:cubicBezTo>
                        <a:pt x="21645" y="76709"/>
                        <a:pt x="17225" y="73815"/>
                        <a:pt x="14259" y="68027"/>
                      </a:cubicBezTo>
                      <a:cubicBezTo>
                        <a:pt x="11305" y="62252"/>
                        <a:pt x="9828" y="53558"/>
                        <a:pt x="9828" y="41945"/>
                      </a:cubicBezTo>
                      <a:cubicBezTo>
                        <a:pt x="9828" y="30382"/>
                        <a:pt x="11305" y="21706"/>
                        <a:pt x="14259" y="15918"/>
                      </a:cubicBezTo>
                      <a:cubicBezTo>
                        <a:pt x="17225" y="10130"/>
                        <a:pt x="21645" y="7236"/>
                        <a:pt x="27517" y="7236"/>
                      </a:cubicBezTo>
                      <a:cubicBezTo>
                        <a:pt x="33437" y="7236"/>
                        <a:pt x="37875" y="10130"/>
                        <a:pt x="40829" y="15918"/>
                      </a:cubicBezTo>
                      <a:cubicBezTo>
                        <a:pt x="43796" y="21706"/>
                        <a:pt x="45279" y="30382"/>
                        <a:pt x="45279" y="41945"/>
                      </a:cubicBezTo>
                      <a:cubicBezTo>
                        <a:pt x="45279" y="53558"/>
                        <a:pt x="43796" y="62252"/>
                        <a:pt x="40829" y="68027"/>
                      </a:cubicBezTo>
                      <a:cubicBezTo>
                        <a:pt x="37875" y="73815"/>
                        <a:pt x="33437" y="76709"/>
                        <a:pt x="27517" y="76709"/>
                      </a:cubicBezTo>
                      <a:close/>
                      <a:moveTo>
                        <a:pt x="27517" y="85753"/>
                      </a:moveTo>
                      <a:cubicBezTo>
                        <a:pt x="36983" y="85753"/>
                        <a:pt x="44212" y="82009"/>
                        <a:pt x="49204" y="74521"/>
                      </a:cubicBezTo>
                      <a:cubicBezTo>
                        <a:pt x="54196" y="67045"/>
                        <a:pt x="56692" y="56186"/>
                        <a:pt x="56692" y="41945"/>
                      </a:cubicBezTo>
                      <a:cubicBezTo>
                        <a:pt x="56692" y="27741"/>
                        <a:pt x="54196" y="16895"/>
                        <a:pt x="49204" y="9406"/>
                      </a:cubicBezTo>
                      <a:cubicBezTo>
                        <a:pt x="44212" y="1930"/>
                        <a:pt x="36983" y="-1808"/>
                        <a:pt x="27517" y="-1808"/>
                      </a:cubicBezTo>
                      <a:cubicBezTo>
                        <a:pt x="18063" y="-1808"/>
                        <a:pt x="10840" y="1930"/>
                        <a:pt x="5848" y="9406"/>
                      </a:cubicBezTo>
                      <a:cubicBezTo>
                        <a:pt x="856" y="16895"/>
                        <a:pt x="-1640" y="27741"/>
                        <a:pt x="-1640" y="41945"/>
                      </a:cubicBezTo>
                      <a:cubicBezTo>
                        <a:pt x="-1640" y="56186"/>
                        <a:pt x="856" y="67045"/>
                        <a:pt x="5848" y="74521"/>
                      </a:cubicBezTo>
                      <a:cubicBezTo>
                        <a:pt x="10840" y="82009"/>
                        <a:pt x="18063" y="85753"/>
                        <a:pt x="27517" y="85753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27" name="Freeform: Shape 1626">
                  <a:extLst>
                    <a:ext uri="{FF2B5EF4-FFF2-40B4-BE49-F238E27FC236}">
                      <a16:creationId xmlns:a16="http://schemas.microsoft.com/office/drawing/2014/main" id="{D3430E69-6027-3D43-B368-083F4CC9DA60}"/>
                    </a:ext>
                  </a:extLst>
                </p:cNvPr>
                <p:cNvSpPr/>
                <p:nvPr/>
              </p:nvSpPr>
              <p:spPr>
                <a:xfrm flipV="1">
                  <a:off x="10475915" y="6305109"/>
                  <a:ext cx="58331" cy="87560"/>
                </a:xfrm>
                <a:custGeom>
                  <a:avLst/>
                  <a:gdLst>
                    <a:gd name="connsiteX0" fmla="*/ 27523 w 58331"/>
                    <a:gd name="connsiteY0" fmla="*/ 76709 h 87560"/>
                    <a:gd name="connsiteX1" fmla="*/ 14265 w 58331"/>
                    <a:gd name="connsiteY1" fmla="*/ 68027 h 87560"/>
                    <a:gd name="connsiteX2" fmla="*/ 9834 w 58331"/>
                    <a:gd name="connsiteY2" fmla="*/ 41945 h 87560"/>
                    <a:gd name="connsiteX3" fmla="*/ 14265 w 58331"/>
                    <a:gd name="connsiteY3" fmla="*/ 15918 h 87560"/>
                    <a:gd name="connsiteX4" fmla="*/ 27523 w 58331"/>
                    <a:gd name="connsiteY4" fmla="*/ 7236 h 87560"/>
                    <a:gd name="connsiteX5" fmla="*/ 40836 w 58331"/>
                    <a:gd name="connsiteY5" fmla="*/ 15918 h 87560"/>
                    <a:gd name="connsiteX6" fmla="*/ 45285 w 58331"/>
                    <a:gd name="connsiteY6" fmla="*/ 41945 h 87560"/>
                    <a:gd name="connsiteX7" fmla="*/ 40836 w 58331"/>
                    <a:gd name="connsiteY7" fmla="*/ 68027 h 87560"/>
                    <a:gd name="connsiteX8" fmla="*/ 27523 w 58331"/>
                    <a:gd name="connsiteY8" fmla="*/ 76709 h 87560"/>
                    <a:gd name="connsiteX9" fmla="*/ 27523 w 58331"/>
                    <a:gd name="connsiteY9" fmla="*/ 85753 h 87560"/>
                    <a:gd name="connsiteX10" fmla="*/ 49210 w 58331"/>
                    <a:gd name="connsiteY10" fmla="*/ 74521 h 87560"/>
                    <a:gd name="connsiteX11" fmla="*/ 56698 w 58331"/>
                    <a:gd name="connsiteY11" fmla="*/ 41945 h 87560"/>
                    <a:gd name="connsiteX12" fmla="*/ 49210 w 58331"/>
                    <a:gd name="connsiteY12" fmla="*/ 9406 h 87560"/>
                    <a:gd name="connsiteX13" fmla="*/ 27523 w 58331"/>
                    <a:gd name="connsiteY13" fmla="*/ -1808 h 87560"/>
                    <a:gd name="connsiteX14" fmla="*/ 5855 w 58331"/>
                    <a:gd name="connsiteY14" fmla="*/ 9406 h 87560"/>
                    <a:gd name="connsiteX15" fmla="*/ -1633 w 58331"/>
                    <a:gd name="connsiteY15" fmla="*/ 41945 h 87560"/>
                    <a:gd name="connsiteX16" fmla="*/ 5855 w 58331"/>
                    <a:gd name="connsiteY16" fmla="*/ 74521 h 87560"/>
                    <a:gd name="connsiteX17" fmla="*/ 27523 w 58331"/>
                    <a:gd name="connsiteY17" fmla="*/ 85753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523" y="76709"/>
                      </a:moveTo>
                      <a:cubicBezTo>
                        <a:pt x="21651" y="76709"/>
                        <a:pt x="17232" y="73815"/>
                        <a:pt x="14265" y="68027"/>
                      </a:cubicBezTo>
                      <a:cubicBezTo>
                        <a:pt x="11311" y="62252"/>
                        <a:pt x="9834" y="53558"/>
                        <a:pt x="9834" y="41945"/>
                      </a:cubicBezTo>
                      <a:cubicBezTo>
                        <a:pt x="9834" y="30382"/>
                        <a:pt x="11311" y="21706"/>
                        <a:pt x="14265" y="15918"/>
                      </a:cubicBezTo>
                      <a:cubicBezTo>
                        <a:pt x="17232" y="10130"/>
                        <a:pt x="21651" y="7236"/>
                        <a:pt x="27523" y="7236"/>
                      </a:cubicBezTo>
                      <a:cubicBezTo>
                        <a:pt x="33444" y="7236"/>
                        <a:pt x="37881" y="10130"/>
                        <a:pt x="40836" y="15918"/>
                      </a:cubicBezTo>
                      <a:cubicBezTo>
                        <a:pt x="43802" y="21706"/>
                        <a:pt x="45285" y="30382"/>
                        <a:pt x="45285" y="41945"/>
                      </a:cubicBezTo>
                      <a:cubicBezTo>
                        <a:pt x="45285" y="53558"/>
                        <a:pt x="43802" y="62252"/>
                        <a:pt x="40836" y="68027"/>
                      </a:cubicBezTo>
                      <a:cubicBezTo>
                        <a:pt x="37881" y="73815"/>
                        <a:pt x="33444" y="76709"/>
                        <a:pt x="27523" y="76709"/>
                      </a:cubicBezTo>
                      <a:close/>
                      <a:moveTo>
                        <a:pt x="27523" y="85753"/>
                      </a:moveTo>
                      <a:cubicBezTo>
                        <a:pt x="36989" y="85753"/>
                        <a:pt x="44218" y="82009"/>
                        <a:pt x="49210" y="74521"/>
                      </a:cubicBezTo>
                      <a:cubicBezTo>
                        <a:pt x="54202" y="67045"/>
                        <a:pt x="56698" y="56186"/>
                        <a:pt x="56698" y="41945"/>
                      </a:cubicBezTo>
                      <a:cubicBezTo>
                        <a:pt x="56698" y="27741"/>
                        <a:pt x="54202" y="16895"/>
                        <a:pt x="49210" y="9406"/>
                      </a:cubicBezTo>
                      <a:cubicBezTo>
                        <a:pt x="44218" y="1930"/>
                        <a:pt x="36989" y="-1808"/>
                        <a:pt x="27523" y="-1808"/>
                      </a:cubicBezTo>
                      <a:cubicBezTo>
                        <a:pt x="18070" y="-1808"/>
                        <a:pt x="10847" y="1930"/>
                        <a:pt x="5855" y="9406"/>
                      </a:cubicBezTo>
                      <a:cubicBezTo>
                        <a:pt x="863" y="16895"/>
                        <a:pt x="-1633" y="27741"/>
                        <a:pt x="-1633" y="41945"/>
                      </a:cubicBezTo>
                      <a:cubicBezTo>
                        <a:pt x="-1633" y="56186"/>
                        <a:pt x="863" y="67045"/>
                        <a:pt x="5855" y="74521"/>
                      </a:cubicBezTo>
                      <a:cubicBezTo>
                        <a:pt x="10847" y="82009"/>
                        <a:pt x="18070" y="85753"/>
                        <a:pt x="27523" y="85753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E9483EC3-4DF1-194D-FE72-3FE83797B67B}"/>
                  </a:ext>
                </a:extLst>
              </p:cNvPr>
              <p:cNvSpPr/>
              <p:nvPr/>
            </p:nvSpPr>
            <p:spPr>
              <a:xfrm flipV="1">
                <a:off x="10143295" y="6752505"/>
                <a:ext cx="58331" cy="87560"/>
              </a:xfrm>
              <a:custGeom>
                <a:avLst/>
                <a:gdLst>
                  <a:gd name="connsiteX0" fmla="*/ 27495 w 58331"/>
                  <a:gd name="connsiteY0" fmla="*/ 76748 h 87560"/>
                  <a:gd name="connsiteX1" fmla="*/ 14237 w 58331"/>
                  <a:gd name="connsiteY1" fmla="*/ 68066 h 87560"/>
                  <a:gd name="connsiteX2" fmla="*/ 9805 w 58331"/>
                  <a:gd name="connsiteY2" fmla="*/ 41984 h 87560"/>
                  <a:gd name="connsiteX3" fmla="*/ 14237 w 58331"/>
                  <a:gd name="connsiteY3" fmla="*/ 15956 h 87560"/>
                  <a:gd name="connsiteX4" fmla="*/ 27495 w 58331"/>
                  <a:gd name="connsiteY4" fmla="*/ 7275 h 87560"/>
                  <a:gd name="connsiteX5" fmla="*/ 40807 w 58331"/>
                  <a:gd name="connsiteY5" fmla="*/ 15956 h 87560"/>
                  <a:gd name="connsiteX6" fmla="*/ 45256 w 58331"/>
                  <a:gd name="connsiteY6" fmla="*/ 41984 h 87560"/>
                  <a:gd name="connsiteX7" fmla="*/ 40807 w 58331"/>
                  <a:gd name="connsiteY7" fmla="*/ 68066 h 87560"/>
                  <a:gd name="connsiteX8" fmla="*/ 27495 w 58331"/>
                  <a:gd name="connsiteY8" fmla="*/ 76748 h 87560"/>
                  <a:gd name="connsiteX9" fmla="*/ 27495 w 58331"/>
                  <a:gd name="connsiteY9" fmla="*/ 85792 h 87560"/>
                  <a:gd name="connsiteX10" fmla="*/ 49181 w 58331"/>
                  <a:gd name="connsiteY10" fmla="*/ 74559 h 87560"/>
                  <a:gd name="connsiteX11" fmla="*/ 56669 w 58331"/>
                  <a:gd name="connsiteY11" fmla="*/ 41984 h 87560"/>
                  <a:gd name="connsiteX12" fmla="*/ 49181 w 58331"/>
                  <a:gd name="connsiteY12" fmla="*/ 9445 h 87560"/>
                  <a:gd name="connsiteX13" fmla="*/ 27495 w 58331"/>
                  <a:gd name="connsiteY13" fmla="*/ -1769 h 87560"/>
                  <a:gd name="connsiteX14" fmla="*/ 5826 w 58331"/>
                  <a:gd name="connsiteY14" fmla="*/ 9445 h 87560"/>
                  <a:gd name="connsiteX15" fmla="*/ -1662 w 58331"/>
                  <a:gd name="connsiteY15" fmla="*/ 41984 h 87560"/>
                  <a:gd name="connsiteX16" fmla="*/ 5826 w 58331"/>
                  <a:gd name="connsiteY16" fmla="*/ 74559 h 87560"/>
                  <a:gd name="connsiteX17" fmla="*/ 27495 w 58331"/>
                  <a:gd name="connsiteY17" fmla="*/ 85792 h 87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8331" h="87560">
                    <a:moveTo>
                      <a:pt x="27495" y="76748"/>
                    </a:moveTo>
                    <a:cubicBezTo>
                      <a:pt x="21622" y="76748"/>
                      <a:pt x="17203" y="73854"/>
                      <a:pt x="14237" y="68066"/>
                    </a:cubicBezTo>
                    <a:cubicBezTo>
                      <a:pt x="11282" y="62290"/>
                      <a:pt x="9805" y="53596"/>
                      <a:pt x="9805" y="41984"/>
                    </a:cubicBezTo>
                    <a:cubicBezTo>
                      <a:pt x="9805" y="30420"/>
                      <a:pt x="11282" y="21744"/>
                      <a:pt x="14237" y="15956"/>
                    </a:cubicBezTo>
                    <a:cubicBezTo>
                      <a:pt x="17203" y="10169"/>
                      <a:pt x="21622" y="7275"/>
                      <a:pt x="27495" y="7275"/>
                    </a:cubicBezTo>
                    <a:cubicBezTo>
                      <a:pt x="33415" y="7275"/>
                      <a:pt x="37853" y="10169"/>
                      <a:pt x="40807" y="15956"/>
                    </a:cubicBezTo>
                    <a:cubicBezTo>
                      <a:pt x="43773" y="21744"/>
                      <a:pt x="45256" y="30420"/>
                      <a:pt x="45256" y="41984"/>
                    </a:cubicBezTo>
                    <a:cubicBezTo>
                      <a:pt x="45256" y="53596"/>
                      <a:pt x="43773" y="62290"/>
                      <a:pt x="40807" y="68066"/>
                    </a:cubicBezTo>
                    <a:cubicBezTo>
                      <a:pt x="37853" y="73854"/>
                      <a:pt x="33415" y="76748"/>
                      <a:pt x="27495" y="76748"/>
                    </a:cubicBezTo>
                    <a:close/>
                    <a:moveTo>
                      <a:pt x="27495" y="85792"/>
                    </a:moveTo>
                    <a:cubicBezTo>
                      <a:pt x="36960" y="85792"/>
                      <a:pt x="44189" y="82048"/>
                      <a:pt x="49181" y="74559"/>
                    </a:cubicBezTo>
                    <a:cubicBezTo>
                      <a:pt x="54173" y="67083"/>
                      <a:pt x="56669" y="56225"/>
                      <a:pt x="56669" y="41984"/>
                    </a:cubicBezTo>
                    <a:cubicBezTo>
                      <a:pt x="56669" y="27780"/>
                      <a:pt x="54173" y="16933"/>
                      <a:pt x="49181" y="9445"/>
                    </a:cubicBezTo>
                    <a:cubicBezTo>
                      <a:pt x="44189" y="1969"/>
                      <a:pt x="36960" y="-1769"/>
                      <a:pt x="27495" y="-1769"/>
                    </a:cubicBezTo>
                    <a:cubicBezTo>
                      <a:pt x="18041" y="-1769"/>
                      <a:pt x="10818" y="1969"/>
                      <a:pt x="5826" y="9445"/>
                    </a:cubicBezTo>
                    <a:cubicBezTo>
                      <a:pt x="834" y="16933"/>
                      <a:pt x="-1662" y="27780"/>
                      <a:pt x="-1662" y="41984"/>
                    </a:cubicBezTo>
                    <a:cubicBezTo>
                      <a:pt x="-1662" y="56225"/>
                      <a:pt x="834" y="67083"/>
                      <a:pt x="5826" y="74559"/>
                    </a:cubicBezTo>
                    <a:cubicBezTo>
                      <a:pt x="10818" y="82048"/>
                      <a:pt x="18041" y="85792"/>
                      <a:pt x="27495" y="85792"/>
                    </a:cubicBezTo>
                    <a:close/>
                  </a:path>
                </a:pathLst>
              </a:custGeom>
              <a:solidFill>
                <a:srgbClr val="000080"/>
              </a:solidFill>
              <a:ln w="18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22C837B6-BCFB-68A3-9238-E596FD6A5A8F}"/>
                  </a:ext>
                </a:extLst>
              </p:cNvPr>
              <p:cNvSpPr/>
              <p:nvPr/>
            </p:nvSpPr>
            <p:spPr>
              <a:xfrm flipV="1">
                <a:off x="9992068" y="6885014"/>
                <a:ext cx="58331" cy="87560"/>
              </a:xfrm>
              <a:custGeom>
                <a:avLst/>
                <a:gdLst>
                  <a:gd name="connsiteX0" fmla="*/ 27482 w 58331"/>
                  <a:gd name="connsiteY0" fmla="*/ 76759 h 87560"/>
                  <a:gd name="connsiteX1" fmla="*/ 14224 w 58331"/>
                  <a:gd name="connsiteY1" fmla="*/ 68077 h 87560"/>
                  <a:gd name="connsiteX2" fmla="*/ 9792 w 58331"/>
                  <a:gd name="connsiteY2" fmla="*/ 41996 h 87560"/>
                  <a:gd name="connsiteX3" fmla="*/ 14224 w 58331"/>
                  <a:gd name="connsiteY3" fmla="*/ 15968 h 87560"/>
                  <a:gd name="connsiteX4" fmla="*/ 27482 w 58331"/>
                  <a:gd name="connsiteY4" fmla="*/ 7286 h 87560"/>
                  <a:gd name="connsiteX5" fmla="*/ 40794 w 58331"/>
                  <a:gd name="connsiteY5" fmla="*/ 15968 h 87560"/>
                  <a:gd name="connsiteX6" fmla="*/ 45243 w 58331"/>
                  <a:gd name="connsiteY6" fmla="*/ 41996 h 87560"/>
                  <a:gd name="connsiteX7" fmla="*/ 40794 w 58331"/>
                  <a:gd name="connsiteY7" fmla="*/ 68077 h 87560"/>
                  <a:gd name="connsiteX8" fmla="*/ 27482 w 58331"/>
                  <a:gd name="connsiteY8" fmla="*/ 76759 h 87560"/>
                  <a:gd name="connsiteX9" fmla="*/ 27482 w 58331"/>
                  <a:gd name="connsiteY9" fmla="*/ 85803 h 87560"/>
                  <a:gd name="connsiteX10" fmla="*/ 49168 w 58331"/>
                  <a:gd name="connsiteY10" fmla="*/ 74571 h 87560"/>
                  <a:gd name="connsiteX11" fmla="*/ 56656 w 58331"/>
                  <a:gd name="connsiteY11" fmla="*/ 41996 h 87560"/>
                  <a:gd name="connsiteX12" fmla="*/ 49168 w 58331"/>
                  <a:gd name="connsiteY12" fmla="*/ 9457 h 87560"/>
                  <a:gd name="connsiteX13" fmla="*/ 27482 w 58331"/>
                  <a:gd name="connsiteY13" fmla="*/ -1758 h 87560"/>
                  <a:gd name="connsiteX14" fmla="*/ 5813 w 58331"/>
                  <a:gd name="connsiteY14" fmla="*/ 9457 h 87560"/>
                  <a:gd name="connsiteX15" fmla="*/ -1675 w 58331"/>
                  <a:gd name="connsiteY15" fmla="*/ 41996 h 87560"/>
                  <a:gd name="connsiteX16" fmla="*/ 5813 w 58331"/>
                  <a:gd name="connsiteY16" fmla="*/ 74571 h 87560"/>
                  <a:gd name="connsiteX17" fmla="*/ 27482 w 58331"/>
                  <a:gd name="connsiteY17" fmla="*/ 85803 h 87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8331" h="87560">
                    <a:moveTo>
                      <a:pt x="27482" y="76759"/>
                    </a:moveTo>
                    <a:cubicBezTo>
                      <a:pt x="21609" y="76759"/>
                      <a:pt x="17190" y="73865"/>
                      <a:pt x="14224" y="68077"/>
                    </a:cubicBezTo>
                    <a:cubicBezTo>
                      <a:pt x="11269" y="62302"/>
                      <a:pt x="9792" y="53608"/>
                      <a:pt x="9792" y="41996"/>
                    </a:cubicBezTo>
                    <a:cubicBezTo>
                      <a:pt x="9792" y="30432"/>
                      <a:pt x="11269" y="21756"/>
                      <a:pt x="14224" y="15968"/>
                    </a:cubicBezTo>
                    <a:cubicBezTo>
                      <a:pt x="17190" y="10180"/>
                      <a:pt x="21609" y="7286"/>
                      <a:pt x="27482" y="7286"/>
                    </a:cubicBezTo>
                    <a:cubicBezTo>
                      <a:pt x="33402" y="7286"/>
                      <a:pt x="37840" y="10180"/>
                      <a:pt x="40794" y="15968"/>
                    </a:cubicBezTo>
                    <a:cubicBezTo>
                      <a:pt x="43760" y="21756"/>
                      <a:pt x="45243" y="30432"/>
                      <a:pt x="45243" y="41996"/>
                    </a:cubicBezTo>
                    <a:cubicBezTo>
                      <a:pt x="45243" y="53608"/>
                      <a:pt x="43760" y="62302"/>
                      <a:pt x="40794" y="68077"/>
                    </a:cubicBezTo>
                    <a:cubicBezTo>
                      <a:pt x="37840" y="73865"/>
                      <a:pt x="33402" y="76759"/>
                      <a:pt x="27482" y="76759"/>
                    </a:cubicBezTo>
                    <a:close/>
                    <a:moveTo>
                      <a:pt x="27482" y="85803"/>
                    </a:moveTo>
                    <a:cubicBezTo>
                      <a:pt x="36947" y="85803"/>
                      <a:pt x="44176" y="82059"/>
                      <a:pt x="49168" y="74571"/>
                    </a:cubicBezTo>
                    <a:cubicBezTo>
                      <a:pt x="54160" y="67095"/>
                      <a:pt x="56656" y="56236"/>
                      <a:pt x="56656" y="41996"/>
                    </a:cubicBezTo>
                    <a:cubicBezTo>
                      <a:pt x="56656" y="27791"/>
                      <a:pt x="54160" y="16945"/>
                      <a:pt x="49168" y="9457"/>
                    </a:cubicBezTo>
                    <a:cubicBezTo>
                      <a:pt x="44176" y="1980"/>
                      <a:pt x="36947" y="-1758"/>
                      <a:pt x="27482" y="-1758"/>
                    </a:cubicBezTo>
                    <a:cubicBezTo>
                      <a:pt x="18028" y="-1758"/>
                      <a:pt x="10805" y="1980"/>
                      <a:pt x="5813" y="9457"/>
                    </a:cubicBezTo>
                    <a:cubicBezTo>
                      <a:pt x="821" y="16945"/>
                      <a:pt x="-1675" y="27791"/>
                      <a:pt x="-1675" y="41996"/>
                    </a:cubicBezTo>
                    <a:cubicBezTo>
                      <a:pt x="-1675" y="56236"/>
                      <a:pt x="821" y="67095"/>
                      <a:pt x="5813" y="74571"/>
                    </a:cubicBezTo>
                    <a:cubicBezTo>
                      <a:pt x="10805" y="82059"/>
                      <a:pt x="18028" y="85803"/>
                      <a:pt x="27482" y="85803"/>
                    </a:cubicBezTo>
                    <a:close/>
                  </a:path>
                </a:pathLst>
              </a:custGeom>
              <a:solidFill>
                <a:srgbClr val="000080"/>
              </a:solidFill>
              <a:ln w="18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677DE4BC-89AF-EF86-CE8E-268D6EB43B90}"/>
                  </a:ext>
                </a:extLst>
              </p:cNvPr>
              <p:cNvSpPr/>
              <p:nvPr/>
            </p:nvSpPr>
            <p:spPr>
              <a:xfrm flipV="1">
                <a:off x="9025354" y="7051614"/>
                <a:ext cx="58331" cy="87560"/>
              </a:xfrm>
              <a:custGeom>
                <a:avLst/>
                <a:gdLst>
                  <a:gd name="connsiteX0" fmla="*/ 27398 w 58331"/>
                  <a:gd name="connsiteY0" fmla="*/ 76774 h 87560"/>
                  <a:gd name="connsiteX1" fmla="*/ 14140 w 58331"/>
                  <a:gd name="connsiteY1" fmla="*/ 68092 h 87560"/>
                  <a:gd name="connsiteX2" fmla="*/ 9709 w 58331"/>
                  <a:gd name="connsiteY2" fmla="*/ 42010 h 87560"/>
                  <a:gd name="connsiteX3" fmla="*/ 14140 w 58331"/>
                  <a:gd name="connsiteY3" fmla="*/ 15982 h 87560"/>
                  <a:gd name="connsiteX4" fmla="*/ 27398 w 58331"/>
                  <a:gd name="connsiteY4" fmla="*/ 7300 h 87560"/>
                  <a:gd name="connsiteX5" fmla="*/ 40710 w 58331"/>
                  <a:gd name="connsiteY5" fmla="*/ 15982 h 87560"/>
                  <a:gd name="connsiteX6" fmla="*/ 45160 w 58331"/>
                  <a:gd name="connsiteY6" fmla="*/ 42010 h 87560"/>
                  <a:gd name="connsiteX7" fmla="*/ 40710 w 58331"/>
                  <a:gd name="connsiteY7" fmla="*/ 68092 h 87560"/>
                  <a:gd name="connsiteX8" fmla="*/ 27398 w 58331"/>
                  <a:gd name="connsiteY8" fmla="*/ 76774 h 87560"/>
                  <a:gd name="connsiteX9" fmla="*/ 27398 w 58331"/>
                  <a:gd name="connsiteY9" fmla="*/ 85817 h 87560"/>
                  <a:gd name="connsiteX10" fmla="*/ 49085 w 58331"/>
                  <a:gd name="connsiteY10" fmla="*/ 74585 h 87560"/>
                  <a:gd name="connsiteX11" fmla="*/ 56573 w 58331"/>
                  <a:gd name="connsiteY11" fmla="*/ 42010 h 87560"/>
                  <a:gd name="connsiteX12" fmla="*/ 49085 w 58331"/>
                  <a:gd name="connsiteY12" fmla="*/ 9471 h 87560"/>
                  <a:gd name="connsiteX13" fmla="*/ 27398 w 58331"/>
                  <a:gd name="connsiteY13" fmla="*/ -1743 h 87560"/>
                  <a:gd name="connsiteX14" fmla="*/ 5729 w 58331"/>
                  <a:gd name="connsiteY14" fmla="*/ 9471 h 87560"/>
                  <a:gd name="connsiteX15" fmla="*/ -1759 w 58331"/>
                  <a:gd name="connsiteY15" fmla="*/ 42010 h 87560"/>
                  <a:gd name="connsiteX16" fmla="*/ 5729 w 58331"/>
                  <a:gd name="connsiteY16" fmla="*/ 74585 h 87560"/>
                  <a:gd name="connsiteX17" fmla="*/ 27398 w 58331"/>
                  <a:gd name="connsiteY17" fmla="*/ 85817 h 87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8331" h="87560">
                    <a:moveTo>
                      <a:pt x="27398" y="76774"/>
                    </a:moveTo>
                    <a:cubicBezTo>
                      <a:pt x="21526" y="76774"/>
                      <a:pt x="17106" y="73880"/>
                      <a:pt x="14140" y="68092"/>
                    </a:cubicBezTo>
                    <a:cubicBezTo>
                      <a:pt x="11186" y="62316"/>
                      <a:pt x="9709" y="53622"/>
                      <a:pt x="9709" y="42010"/>
                    </a:cubicBezTo>
                    <a:cubicBezTo>
                      <a:pt x="9709" y="30446"/>
                      <a:pt x="11186" y="21770"/>
                      <a:pt x="14140" y="15982"/>
                    </a:cubicBezTo>
                    <a:cubicBezTo>
                      <a:pt x="17106" y="10194"/>
                      <a:pt x="21526" y="7300"/>
                      <a:pt x="27398" y="7300"/>
                    </a:cubicBezTo>
                    <a:cubicBezTo>
                      <a:pt x="33319" y="7300"/>
                      <a:pt x="37756" y="10194"/>
                      <a:pt x="40710" y="15982"/>
                    </a:cubicBezTo>
                    <a:cubicBezTo>
                      <a:pt x="43677" y="21770"/>
                      <a:pt x="45160" y="30446"/>
                      <a:pt x="45160" y="42010"/>
                    </a:cubicBezTo>
                    <a:cubicBezTo>
                      <a:pt x="45160" y="53622"/>
                      <a:pt x="43677" y="62316"/>
                      <a:pt x="40710" y="68092"/>
                    </a:cubicBezTo>
                    <a:cubicBezTo>
                      <a:pt x="37756" y="73880"/>
                      <a:pt x="33319" y="76774"/>
                      <a:pt x="27398" y="76774"/>
                    </a:cubicBezTo>
                    <a:close/>
                    <a:moveTo>
                      <a:pt x="27398" y="85817"/>
                    </a:moveTo>
                    <a:cubicBezTo>
                      <a:pt x="36864" y="85817"/>
                      <a:pt x="44093" y="82073"/>
                      <a:pt x="49085" y="74585"/>
                    </a:cubicBezTo>
                    <a:cubicBezTo>
                      <a:pt x="54077" y="67109"/>
                      <a:pt x="56573" y="56251"/>
                      <a:pt x="56573" y="42010"/>
                    </a:cubicBezTo>
                    <a:cubicBezTo>
                      <a:pt x="56573" y="27805"/>
                      <a:pt x="54077" y="16959"/>
                      <a:pt x="49085" y="9471"/>
                    </a:cubicBezTo>
                    <a:cubicBezTo>
                      <a:pt x="44093" y="1995"/>
                      <a:pt x="36864" y="-1743"/>
                      <a:pt x="27398" y="-1743"/>
                    </a:cubicBezTo>
                    <a:cubicBezTo>
                      <a:pt x="17944" y="-1743"/>
                      <a:pt x="10722" y="1995"/>
                      <a:pt x="5729" y="9471"/>
                    </a:cubicBezTo>
                    <a:cubicBezTo>
                      <a:pt x="737" y="16959"/>
                      <a:pt x="-1759" y="27805"/>
                      <a:pt x="-1759" y="42010"/>
                    </a:cubicBezTo>
                    <a:cubicBezTo>
                      <a:pt x="-1759" y="56251"/>
                      <a:pt x="737" y="67109"/>
                      <a:pt x="5729" y="74585"/>
                    </a:cubicBezTo>
                    <a:cubicBezTo>
                      <a:pt x="10722" y="82073"/>
                      <a:pt x="17944" y="85817"/>
                      <a:pt x="27398" y="85817"/>
                    </a:cubicBezTo>
                    <a:close/>
                  </a:path>
                </a:pathLst>
              </a:custGeom>
              <a:solidFill>
                <a:srgbClr val="000080"/>
              </a:solidFill>
              <a:ln w="18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1631" name="Graphic 4">
                <a:extLst>
                  <a:ext uri="{FF2B5EF4-FFF2-40B4-BE49-F238E27FC236}">
                    <a16:creationId xmlns:a16="http://schemas.microsoft.com/office/drawing/2014/main" id="{066E8AE4-54C6-7314-F745-729B6033E83B}"/>
                  </a:ext>
                </a:extLst>
              </p:cNvPr>
              <p:cNvGrpSpPr/>
              <p:nvPr/>
            </p:nvGrpSpPr>
            <p:grpSpPr>
              <a:xfrm>
                <a:off x="8709762" y="6265878"/>
                <a:ext cx="274196" cy="87560"/>
                <a:chOff x="8709762" y="6265878"/>
                <a:chExt cx="274196" cy="87560"/>
              </a:xfrm>
              <a:solidFill>
                <a:srgbClr val="000080"/>
              </a:solidFill>
            </p:grpSpPr>
            <p:sp>
              <p:nvSpPr>
                <p:cNvPr id="1632" name="Freeform: Shape 1631">
                  <a:extLst>
                    <a:ext uri="{FF2B5EF4-FFF2-40B4-BE49-F238E27FC236}">
                      <a16:creationId xmlns:a16="http://schemas.microsoft.com/office/drawing/2014/main" id="{47B2A419-4D2D-7612-26CA-3A2F8B7B71CF}"/>
                    </a:ext>
                  </a:extLst>
                </p:cNvPr>
                <p:cNvSpPr/>
                <p:nvPr/>
              </p:nvSpPr>
              <p:spPr>
                <a:xfrm flipV="1">
                  <a:off x="8709762" y="6267398"/>
                  <a:ext cx="50246" cy="84395"/>
                </a:xfrm>
                <a:custGeom>
                  <a:avLst/>
                  <a:gdLst>
                    <a:gd name="connsiteX0" fmla="*/ -198 w 50246"/>
                    <a:gd name="connsiteY0" fmla="*/ 7790 h 84395"/>
                    <a:gd name="connsiteX1" fmla="*/ 18450 w 50246"/>
                    <a:gd name="connsiteY1" fmla="*/ 7790 h 84395"/>
                    <a:gd name="connsiteX2" fmla="*/ 18450 w 50246"/>
                    <a:gd name="connsiteY2" fmla="*/ 72181 h 84395"/>
                    <a:gd name="connsiteX3" fmla="*/ -1844 w 50246"/>
                    <a:gd name="connsiteY3" fmla="*/ 68111 h 84395"/>
                    <a:gd name="connsiteX4" fmla="*/ -1844 w 50246"/>
                    <a:gd name="connsiteY4" fmla="*/ 78511 h 84395"/>
                    <a:gd name="connsiteX5" fmla="*/ 18342 w 50246"/>
                    <a:gd name="connsiteY5" fmla="*/ 82581 h 84395"/>
                    <a:gd name="connsiteX6" fmla="*/ 29755 w 50246"/>
                    <a:gd name="connsiteY6" fmla="*/ 82581 h 84395"/>
                    <a:gd name="connsiteX7" fmla="*/ 29755 w 50246"/>
                    <a:gd name="connsiteY7" fmla="*/ 7790 h 84395"/>
                    <a:gd name="connsiteX8" fmla="*/ 48403 w 50246"/>
                    <a:gd name="connsiteY8" fmla="*/ 7790 h 84395"/>
                    <a:gd name="connsiteX9" fmla="*/ 48403 w 50246"/>
                    <a:gd name="connsiteY9" fmla="*/ -1815 h 84395"/>
                    <a:gd name="connsiteX10" fmla="*/ -198 w 50246"/>
                    <a:gd name="connsiteY10" fmla="*/ -1815 h 84395"/>
                    <a:gd name="connsiteX11" fmla="*/ -198 w 50246"/>
                    <a:gd name="connsiteY11" fmla="*/ 7790 h 84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0246" h="84395">
                      <a:moveTo>
                        <a:pt x="-198" y="7790"/>
                      </a:moveTo>
                      <a:lnTo>
                        <a:pt x="18450" y="7790"/>
                      </a:lnTo>
                      <a:lnTo>
                        <a:pt x="18450" y="72181"/>
                      </a:lnTo>
                      <a:lnTo>
                        <a:pt x="-1844" y="68111"/>
                      </a:lnTo>
                      <a:lnTo>
                        <a:pt x="-1844" y="78511"/>
                      </a:lnTo>
                      <a:lnTo>
                        <a:pt x="18342" y="82581"/>
                      </a:lnTo>
                      <a:lnTo>
                        <a:pt x="29755" y="82581"/>
                      </a:lnTo>
                      <a:lnTo>
                        <a:pt x="29755" y="7790"/>
                      </a:lnTo>
                      <a:lnTo>
                        <a:pt x="48403" y="7790"/>
                      </a:lnTo>
                      <a:lnTo>
                        <a:pt x="48403" y="-1815"/>
                      </a:lnTo>
                      <a:lnTo>
                        <a:pt x="-198" y="-1815"/>
                      </a:lnTo>
                      <a:lnTo>
                        <a:pt x="-198" y="7790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33" name="Freeform: Shape 1632">
                  <a:extLst>
                    <a:ext uri="{FF2B5EF4-FFF2-40B4-BE49-F238E27FC236}">
                      <a16:creationId xmlns:a16="http://schemas.microsoft.com/office/drawing/2014/main" id="{8B6AB390-0AB2-1194-8D11-C85DFAE1F741}"/>
                    </a:ext>
                  </a:extLst>
                </p:cNvPr>
                <p:cNvSpPr/>
                <p:nvPr/>
              </p:nvSpPr>
              <p:spPr>
                <a:xfrm flipV="1">
                  <a:off x="8779631" y="6267398"/>
                  <a:ext cx="54605" cy="86041"/>
                </a:xfrm>
                <a:custGeom>
                  <a:avLst/>
                  <a:gdLst>
                    <a:gd name="connsiteX0" fmla="*/ 1814 w 54605"/>
                    <a:gd name="connsiteY0" fmla="*/ 84272 h 86041"/>
                    <a:gd name="connsiteX1" fmla="*/ 46634 w 54605"/>
                    <a:gd name="connsiteY1" fmla="*/ 84272 h 86041"/>
                    <a:gd name="connsiteX2" fmla="*/ 46634 w 54605"/>
                    <a:gd name="connsiteY2" fmla="*/ 74650 h 86041"/>
                    <a:gd name="connsiteX3" fmla="*/ 12269 w 54605"/>
                    <a:gd name="connsiteY3" fmla="*/ 74650 h 86041"/>
                    <a:gd name="connsiteX4" fmla="*/ 12269 w 54605"/>
                    <a:gd name="connsiteY4" fmla="*/ 53976 h 86041"/>
                    <a:gd name="connsiteX5" fmla="*/ 17224 w 54605"/>
                    <a:gd name="connsiteY5" fmla="*/ 55242 h 86041"/>
                    <a:gd name="connsiteX6" fmla="*/ 22217 w 54605"/>
                    <a:gd name="connsiteY6" fmla="*/ 55658 h 86041"/>
                    <a:gd name="connsiteX7" fmla="*/ 44591 w 54605"/>
                    <a:gd name="connsiteY7" fmla="*/ 47917 h 86041"/>
                    <a:gd name="connsiteX8" fmla="*/ 52856 w 54605"/>
                    <a:gd name="connsiteY8" fmla="*/ 26954 h 86041"/>
                    <a:gd name="connsiteX9" fmla="*/ 44374 w 54605"/>
                    <a:gd name="connsiteY9" fmla="*/ 5773 h 86041"/>
                    <a:gd name="connsiteX10" fmla="*/ 20462 w 54605"/>
                    <a:gd name="connsiteY10" fmla="*/ -1769 h 86041"/>
                    <a:gd name="connsiteX11" fmla="*/ 9628 w 54605"/>
                    <a:gd name="connsiteY11" fmla="*/ -865 h 86041"/>
                    <a:gd name="connsiteX12" fmla="*/ -1749 w 54605"/>
                    <a:gd name="connsiteY12" fmla="*/ 1848 h 86041"/>
                    <a:gd name="connsiteX13" fmla="*/ -1749 w 54605"/>
                    <a:gd name="connsiteY13" fmla="*/ 13334 h 86041"/>
                    <a:gd name="connsiteX14" fmla="*/ 8760 w 54605"/>
                    <a:gd name="connsiteY14" fmla="*/ 9210 h 86041"/>
                    <a:gd name="connsiteX15" fmla="*/ 20227 w 54605"/>
                    <a:gd name="connsiteY15" fmla="*/ 7853 h 86041"/>
                    <a:gd name="connsiteX16" fmla="*/ 35710 w 54605"/>
                    <a:gd name="connsiteY16" fmla="*/ 12990 h 86041"/>
                    <a:gd name="connsiteX17" fmla="*/ 41425 w 54605"/>
                    <a:gd name="connsiteY17" fmla="*/ 26954 h 86041"/>
                    <a:gd name="connsiteX18" fmla="*/ 35710 w 54605"/>
                    <a:gd name="connsiteY18" fmla="*/ 40899 h 86041"/>
                    <a:gd name="connsiteX19" fmla="*/ 20227 w 54605"/>
                    <a:gd name="connsiteY19" fmla="*/ 46054 h 86041"/>
                    <a:gd name="connsiteX20" fmla="*/ 11093 w 54605"/>
                    <a:gd name="connsiteY20" fmla="*/ 45041 h 86041"/>
                    <a:gd name="connsiteX21" fmla="*/ 1814 w 54605"/>
                    <a:gd name="connsiteY21" fmla="*/ 41876 h 86041"/>
                    <a:gd name="connsiteX22" fmla="*/ 1814 w 54605"/>
                    <a:gd name="connsiteY22" fmla="*/ 84272 h 86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54605" h="86041">
                      <a:moveTo>
                        <a:pt x="1814" y="84272"/>
                      </a:moveTo>
                      <a:lnTo>
                        <a:pt x="46634" y="84272"/>
                      </a:lnTo>
                      <a:lnTo>
                        <a:pt x="46634" y="74650"/>
                      </a:lnTo>
                      <a:lnTo>
                        <a:pt x="12269" y="74650"/>
                      </a:lnTo>
                      <a:lnTo>
                        <a:pt x="12269" y="53976"/>
                      </a:lnTo>
                      <a:cubicBezTo>
                        <a:pt x="13920" y="54543"/>
                        <a:pt x="15573" y="54965"/>
                        <a:pt x="17224" y="55242"/>
                      </a:cubicBezTo>
                      <a:cubicBezTo>
                        <a:pt x="18889" y="55519"/>
                        <a:pt x="20553" y="55658"/>
                        <a:pt x="22217" y="55658"/>
                      </a:cubicBezTo>
                      <a:cubicBezTo>
                        <a:pt x="31634" y="55658"/>
                        <a:pt x="39092" y="53078"/>
                        <a:pt x="44591" y="47917"/>
                      </a:cubicBezTo>
                      <a:cubicBezTo>
                        <a:pt x="50101" y="42756"/>
                        <a:pt x="52856" y="35768"/>
                        <a:pt x="52856" y="26954"/>
                      </a:cubicBezTo>
                      <a:cubicBezTo>
                        <a:pt x="52856" y="17874"/>
                        <a:pt x="50029" y="10814"/>
                        <a:pt x="44374" y="5773"/>
                      </a:cubicBezTo>
                      <a:cubicBezTo>
                        <a:pt x="38718" y="745"/>
                        <a:pt x="30748" y="-1769"/>
                        <a:pt x="20462" y="-1769"/>
                      </a:cubicBezTo>
                      <a:cubicBezTo>
                        <a:pt x="16917" y="-1769"/>
                        <a:pt x="13306" y="-1468"/>
                        <a:pt x="9628" y="-865"/>
                      </a:cubicBezTo>
                      <a:cubicBezTo>
                        <a:pt x="5962" y="-262"/>
                        <a:pt x="2170" y="643"/>
                        <a:pt x="-1749" y="1848"/>
                      </a:cubicBezTo>
                      <a:lnTo>
                        <a:pt x="-1749" y="13334"/>
                      </a:lnTo>
                      <a:cubicBezTo>
                        <a:pt x="1639" y="11489"/>
                        <a:pt x="5142" y="10114"/>
                        <a:pt x="8760" y="9210"/>
                      </a:cubicBezTo>
                      <a:cubicBezTo>
                        <a:pt x="12377" y="8306"/>
                        <a:pt x="16199" y="7853"/>
                        <a:pt x="20227" y="7853"/>
                      </a:cubicBezTo>
                      <a:cubicBezTo>
                        <a:pt x="26751" y="7853"/>
                        <a:pt x="31911" y="9566"/>
                        <a:pt x="35710" y="12990"/>
                      </a:cubicBezTo>
                      <a:cubicBezTo>
                        <a:pt x="39520" y="16415"/>
                        <a:pt x="41425" y="21069"/>
                        <a:pt x="41425" y="26954"/>
                      </a:cubicBezTo>
                      <a:cubicBezTo>
                        <a:pt x="41425" y="32826"/>
                        <a:pt x="39520" y="37474"/>
                        <a:pt x="35710" y="40899"/>
                      </a:cubicBezTo>
                      <a:cubicBezTo>
                        <a:pt x="31911" y="44336"/>
                        <a:pt x="26751" y="46054"/>
                        <a:pt x="20227" y="46054"/>
                      </a:cubicBezTo>
                      <a:cubicBezTo>
                        <a:pt x="17176" y="46054"/>
                        <a:pt x="14132" y="45716"/>
                        <a:pt x="11093" y="45041"/>
                      </a:cubicBezTo>
                      <a:cubicBezTo>
                        <a:pt x="8066" y="44366"/>
                        <a:pt x="4973" y="43310"/>
                        <a:pt x="1814" y="41876"/>
                      </a:cubicBezTo>
                      <a:lnTo>
                        <a:pt x="1814" y="84272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34" name="Freeform: Shape 1633">
                  <a:extLst>
                    <a:ext uri="{FF2B5EF4-FFF2-40B4-BE49-F238E27FC236}">
                      <a16:creationId xmlns:a16="http://schemas.microsoft.com/office/drawing/2014/main" id="{99F93DE6-A82B-26D3-8CC1-52433A20C585}"/>
                    </a:ext>
                  </a:extLst>
                </p:cNvPr>
                <p:cNvSpPr/>
                <p:nvPr/>
              </p:nvSpPr>
              <p:spPr>
                <a:xfrm flipV="1">
                  <a:off x="8851978" y="6265878"/>
                  <a:ext cx="58331" cy="87560"/>
                </a:xfrm>
                <a:custGeom>
                  <a:avLst/>
                  <a:gdLst>
                    <a:gd name="connsiteX0" fmla="*/ 27383 w 58331"/>
                    <a:gd name="connsiteY0" fmla="*/ 76706 h 87560"/>
                    <a:gd name="connsiteX1" fmla="*/ 14125 w 58331"/>
                    <a:gd name="connsiteY1" fmla="*/ 68024 h 87560"/>
                    <a:gd name="connsiteX2" fmla="*/ 9694 w 58331"/>
                    <a:gd name="connsiteY2" fmla="*/ 41942 h 87560"/>
                    <a:gd name="connsiteX3" fmla="*/ 14125 w 58331"/>
                    <a:gd name="connsiteY3" fmla="*/ 15914 h 87560"/>
                    <a:gd name="connsiteX4" fmla="*/ 27383 w 58331"/>
                    <a:gd name="connsiteY4" fmla="*/ 7233 h 87560"/>
                    <a:gd name="connsiteX5" fmla="*/ 40695 w 58331"/>
                    <a:gd name="connsiteY5" fmla="*/ 15914 h 87560"/>
                    <a:gd name="connsiteX6" fmla="*/ 45145 w 58331"/>
                    <a:gd name="connsiteY6" fmla="*/ 41942 h 87560"/>
                    <a:gd name="connsiteX7" fmla="*/ 40695 w 58331"/>
                    <a:gd name="connsiteY7" fmla="*/ 68024 h 87560"/>
                    <a:gd name="connsiteX8" fmla="*/ 27383 w 58331"/>
                    <a:gd name="connsiteY8" fmla="*/ 76706 h 87560"/>
                    <a:gd name="connsiteX9" fmla="*/ 27383 w 58331"/>
                    <a:gd name="connsiteY9" fmla="*/ 85750 h 87560"/>
                    <a:gd name="connsiteX10" fmla="*/ 49070 w 58331"/>
                    <a:gd name="connsiteY10" fmla="*/ 74517 h 87560"/>
                    <a:gd name="connsiteX11" fmla="*/ 56558 w 58331"/>
                    <a:gd name="connsiteY11" fmla="*/ 41942 h 87560"/>
                    <a:gd name="connsiteX12" fmla="*/ 49070 w 58331"/>
                    <a:gd name="connsiteY12" fmla="*/ 9403 h 87560"/>
                    <a:gd name="connsiteX13" fmla="*/ 27383 w 58331"/>
                    <a:gd name="connsiteY13" fmla="*/ -1811 h 87560"/>
                    <a:gd name="connsiteX14" fmla="*/ 5714 w 58331"/>
                    <a:gd name="connsiteY14" fmla="*/ 9403 h 87560"/>
                    <a:gd name="connsiteX15" fmla="*/ -1774 w 58331"/>
                    <a:gd name="connsiteY15" fmla="*/ 41942 h 87560"/>
                    <a:gd name="connsiteX16" fmla="*/ 5714 w 58331"/>
                    <a:gd name="connsiteY16" fmla="*/ 74517 h 87560"/>
                    <a:gd name="connsiteX17" fmla="*/ 27383 w 58331"/>
                    <a:gd name="connsiteY17" fmla="*/ 85750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383" y="76706"/>
                      </a:moveTo>
                      <a:cubicBezTo>
                        <a:pt x="21511" y="76706"/>
                        <a:pt x="17091" y="73812"/>
                        <a:pt x="14125" y="68024"/>
                      </a:cubicBezTo>
                      <a:cubicBezTo>
                        <a:pt x="11171" y="62248"/>
                        <a:pt x="9694" y="53554"/>
                        <a:pt x="9694" y="41942"/>
                      </a:cubicBezTo>
                      <a:cubicBezTo>
                        <a:pt x="9694" y="30378"/>
                        <a:pt x="11171" y="21702"/>
                        <a:pt x="14125" y="15914"/>
                      </a:cubicBezTo>
                      <a:cubicBezTo>
                        <a:pt x="17091" y="10127"/>
                        <a:pt x="21511" y="7233"/>
                        <a:pt x="27383" y="7233"/>
                      </a:cubicBezTo>
                      <a:cubicBezTo>
                        <a:pt x="33304" y="7233"/>
                        <a:pt x="37741" y="10127"/>
                        <a:pt x="40695" y="15914"/>
                      </a:cubicBezTo>
                      <a:cubicBezTo>
                        <a:pt x="43662" y="21702"/>
                        <a:pt x="45145" y="30378"/>
                        <a:pt x="45145" y="41942"/>
                      </a:cubicBezTo>
                      <a:cubicBezTo>
                        <a:pt x="45145" y="53554"/>
                        <a:pt x="43662" y="62248"/>
                        <a:pt x="40695" y="68024"/>
                      </a:cubicBezTo>
                      <a:cubicBezTo>
                        <a:pt x="37741" y="73812"/>
                        <a:pt x="33304" y="76706"/>
                        <a:pt x="27383" y="76706"/>
                      </a:cubicBezTo>
                      <a:close/>
                      <a:moveTo>
                        <a:pt x="27383" y="85750"/>
                      </a:moveTo>
                      <a:cubicBezTo>
                        <a:pt x="36849" y="85750"/>
                        <a:pt x="44078" y="82005"/>
                        <a:pt x="49070" y="74517"/>
                      </a:cubicBezTo>
                      <a:cubicBezTo>
                        <a:pt x="54062" y="67041"/>
                        <a:pt x="56558" y="56183"/>
                        <a:pt x="56558" y="41942"/>
                      </a:cubicBezTo>
                      <a:cubicBezTo>
                        <a:pt x="56558" y="27738"/>
                        <a:pt x="54062" y="16891"/>
                        <a:pt x="49070" y="9403"/>
                      </a:cubicBezTo>
                      <a:cubicBezTo>
                        <a:pt x="44078" y="1927"/>
                        <a:pt x="36849" y="-1811"/>
                        <a:pt x="27383" y="-1811"/>
                      </a:cubicBezTo>
                      <a:cubicBezTo>
                        <a:pt x="17929" y="-1811"/>
                        <a:pt x="10707" y="1927"/>
                        <a:pt x="5714" y="9403"/>
                      </a:cubicBezTo>
                      <a:cubicBezTo>
                        <a:pt x="722" y="16891"/>
                        <a:pt x="-1774" y="27738"/>
                        <a:pt x="-1774" y="41942"/>
                      </a:cubicBezTo>
                      <a:cubicBezTo>
                        <a:pt x="-1774" y="56183"/>
                        <a:pt x="722" y="67041"/>
                        <a:pt x="5714" y="74517"/>
                      </a:cubicBezTo>
                      <a:cubicBezTo>
                        <a:pt x="10707" y="82005"/>
                        <a:pt x="17929" y="85750"/>
                        <a:pt x="27383" y="85750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35" name="Freeform: Shape 1634">
                  <a:extLst>
                    <a:ext uri="{FF2B5EF4-FFF2-40B4-BE49-F238E27FC236}">
                      <a16:creationId xmlns:a16="http://schemas.microsoft.com/office/drawing/2014/main" id="{ABE20B8D-0D31-5AF0-FC3E-72AC3B1BADDA}"/>
                    </a:ext>
                  </a:extLst>
                </p:cNvPr>
                <p:cNvSpPr/>
                <p:nvPr/>
              </p:nvSpPr>
              <p:spPr>
                <a:xfrm flipV="1">
                  <a:off x="8925627" y="6265878"/>
                  <a:ext cx="58331" cy="87560"/>
                </a:xfrm>
                <a:custGeom>
                  <a:avLst/>
                  <a:gdLst>
                    <a:gd name="connsiteX0" fmla="*/ 27389 w 58331"/>
                    <a:gd name="connsiteY0" fmla="*/ 76706 h 87560"/>
                    <a:gd name="connsiteX1" fmla="*/ 14131 w 58331"/>
                    <a:gd name="connsiteY1" fmla="*/ 68024 h 87560"/>
                    <a:gd name="connsiteX2" fmla="*/ 9700 w 58331"/>
                    <a:gd name="connsiteY2" fmla="*/ 41942 h 87560"/>
                    <a:gd name="connsiteX3" fmla="*/ 14131 w 58331"/>
                    <a:gd name="connsiteY3" fmla="*/ 15914 h 87560"/>
                    <a:gd name="connsiteX4" fmla="*/ 27389 w 58331"/>
                    <a:gd name="connsiteY4" fmla="*/ 7233 h 87560"/>
                    <a:gd name="connsiteX5" fmla="*/ 40702 w 58331"/>
                    <a:gd name="connsiteY5" fmla="*/ 15914 h 87560"/>
                    <a:gd name="connsiteX6" fmla="*/ 45151 w 58331"/>
                    <a:gd name="connsiteY6" fmla="*/ 41942 h 87560"/>
                    <a:gd name="connsiteX7" fmla="*/ 40702 w 58331"/>
                    <a:gd name="connsiteY7" fmla="*/ 68024 h 87560"/>
                    <a:gd name="connsiteX8" fmla="*/ 27389 w 58331"/>
                    <a:gd name="connsiteY8" fmla="*/ 76706 h 87560"/>
                    <a:gd name="connsiteX9" fmla="*/ 27389 w 58331"/>
                    <a:gd name="connsiteY9" fmla="*/ 85750 h 87560"/>
                    <a:gd name="connsiteX10" fmla="*/ 49076 w 58331"/>
                    <a:gd name="connsiteY10" fmla="*/ 74517 h 87560"/>
                    <a:gd name="connsiteX11" fmla="*/ 56564 w 58331"/>
                    <a:gd name="connsiteY11" fmla="*/ 41942 h 87560"/>
                    <a:gd name="connsiteX12" fmla="*/ 49076 w 58331"/>
                    <a:gd name="connsiteY12" fmla="*/ 9403 h 87560"/>
                    <a:gd name="connsiteX13" fmla="*/ 27389 w 58331"/>
                    <a:gd name="connsiteY13" fmla="*/ -1811 h 87560"/>
                    <a:gd name="connsiteX14" fmla="*/ 5721 w 58331"/>
                    <a:gd name="connsiteY14" fmla="*/ 9403 h 87560"/>
                    <a:gd name="connsiteX15" fmla="*/ -1767 w 58331"/>
                    <a:gd name="connsiteY15" fmla="*/ 41942 h 87560"/>
                    <a:gd name="connsiteX16" fmla="*/ 5721 w 58331"/>
                    <a:gd name="connsiteY16" fmla="*/ 74517 h 87560"/>
                    <a:gd name="connsiteX17" fmla="*/ 27389 w 58331"/>
                    <a:gd name="connsiteY17" fmla="*/ 85750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389" y="76706"/>
                      </a:moveTo>
                      <a:cubicBezTo>
                        <a:pt x="21517" y="76706"/>
                        <a:pt x="17098" y="73812"/>
                        <a:pt x="14131" y="68024"/>
                      </a:cubicBezTo>
                      <a:cubicBezTo>
                        <a:pt x="11177" y="62248"/>
                        <a:pt x="9700" y="53554"/>
                        <a:pt x="9700" y="41942"/>
                      </a:cubicBezTo>
                      <a:cubicBezTo>
                        <a:pt x="9700" y="30378"/>
                        <a:pt x="11177" y="21702"/>
                        <a:pt x="14131" y="15914"/>
                      </a:cubicBezTo>
                      <a:cubicBezTo>
                        <a:pt x="17098" y="10127"/>
                        <a:pt x="21517" y="7233"/>
                        <a:pt x="27389" y="7233"/>
                      </a:cubicBezTo>
                      <a:cubicBezTo>
                        <a:pt x="33310" y="7233"/>
                        <a:pt x="37747" y="10127"/>
                        <a:pt x="40702" y="15914"/>
                      </a:cubicBezTo>
                      <a:cubicBezTo>
                        <a:pt x="43668" y="21702"/>
                        <a:pt x="45151" y="30378"/>
                        <a:pt x="45151" y="41942"/>
                      </a:cubicBezTo>
                      <a:cubicBezTo>
                        <a:pt x="45151" y="53554"/>
                        <a:pt x="43668" y="62248"/>
                        <a:pt x="40702" y="68024"/>
                      </a:cubicBezTo>
                      <a:cubicBezTo>
                        <a:pt x="37747" y="73812"/>
                        <a:pt x="33310" y="76706"/>
                        <a:pt x="27389" y="76706"/>
                      </a:cubicBezTo>
                      <a:close/>
                      <a:moveTo>
                        <a:pt x="27389" y="85750"/>
                      </a:moveTo>
                      <a:cubicBezTo>
                        <a:pt x="36855" y="85750"/>
                        <a:pt x="44084" y="82005"/>
                        <a:pt x="49076" y="74517"/>
                      </a:cubicBezTo>
                      <a:cubicBezTo>
                        <a:pt x="54068" y="67041"/>
                        <a:pt x="56564" y="56183"/>
                        <a:pt x="56564" y="41942"/>
                      </a:cubicBezTo>
                      <a:cubicBezTo>
                        <a:pt x="56564" y="27738"/>
                        <a:pt x="54068" y="16891"/>
                        <a:pt x="49076" y="9403"/>
                      </a:cubicBezTo>
                      <a:cubicBezTo>
                        <a:pt x="44084" y="1927"/>
                        <a:pt x="36855" y="-1811"/>
                        <a:pt x="27389" y="-1811"/>
                      </a:cubicBezTo>
                      <a:cubicBezTo>
                        <a:pt x="17936" y="-1811"/>
                        <a:pt x="10713" y="1927"/>
                        <a:pt x="5721" y="9403"/>
                      </a:cubicBezTo>
                      <a:cubicBezTo>
                        <a:pt x="729" y="16891"/>
                        <a:pt x="-1767" y="27738"/>
                        <a:pt x="-1767" y="41942"/>
                      </a:cubicBezTo>
                      <a:cubicBezTo>
                        <a:pt x="-1767" y="56183"/>
                        <a:pt x="729" y="67041"/>
                        <a:pt x="5721" y="74517"/>
                      </a:cubicBezTo>
                      <a:cubicBezTo>
                        <a:pt x="10713" y="82005"/>
                        <a:pt x="17936" y="85750"/>
                        <a:pt x="27389" y="85750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636" name="Graphic 4">
                <a:extLst>
                  <a:ext uri="{FF2B5EF4-FFF2-40B4-BE49-F238E27FC236}">
                    <a16:creationId xmlns:a16="http://schemas.microsoft.com/office/drawing/2014/main" id="{D8539885-392F-E9E8-BFA0-E9B84679517A}"/>
                  </a:ext>
                </a:extLst>
              </p:cNvPr>
              <p:cNvGrpSpPr/>
              <p:nvPr/>
            </p:nvGrpSpPr>
            <p:grpSpPr>
              <a:xfrm>
                <a:off x="8640237" y="3628650"/>
                <a:ext cx="274196" cy="87560"/>
                <a:chOff x="8640237" y="3628650"/>
                <a:chExt cx="274196" cy="87560"/>
              </a:xfrm>
              <a:solidFill>
                <a:srgbClr val="000080"/>
              </a:solidFill>
            </p:grpSpPr>
            <p:sp>
              <p:nvSpPr>
                <p:cNvPr id="1637" name="Freeform: Shape 1636">
                  <a:extLst>
                    <a:ext uri="{FF2B5EF4-FFF2-40B4-BE49-F238E27FC236}">
                      <a16:creationId xmlns:a16="http://schemas.microsoft.com/office/drawing/2014/main" id="{6FEF4FE6-DA5A-5037-08EC-9A1C8591D32C}"/>
                    </a:ext>
                  </a:extLst>
                </p:cNvPr>
                <p:cNvSpPr/>
                <p:nvPr/>
              </p:nvSpPr>
              <p:spPr>
                <a:xfrm flipV="1">
                  <a:off x="8640237" y="3630170"/>
                  <a:ext cx="50246" cy="84395"/>
                </a:xfrm>
                <a:custGeom>
                  <a:avLst/>
                  <a:gdLst>
                    <a:gd name="connsiteX0" fmla="*/ -204 w 50246"/>
                    <a:gd name="connsiteY0" fmla="*/ 7562 h 84395"/>
                    <a:gd name="connsiteX1" fmla="*/ 18444 w 50246"/>
                    <a:gd name="connsiteY1" fmla="*/ 7562 h 84395"/>
                    <a:gd name="connsiteX2" fmla="*/ 18444 w 50246"/>
                    <a:gd name="connsiteY2" fmla="*/ 71953 h 84395"/>
                    <a:gd name="connsiteX3" fmla="*/ -1850 w 50246"/>
                    <a:gd name="connsiteY3" fmla="*/ 67883 h 84395"/>
                    <a:gd name="connsiteX4" fmla="*/ -1850 w 50246"/>
                    <a:gd name="connsiteY4" fmla="*/ 78283 h 84395"/>
                    <a:gd name="connsiteX5" fmla="*/ 18336 w 50246"/>
                    <a:gd name="connsiteY5" fmla="*/ 82353 h 84395"/>
                    <a:gd name="connsiteX6" fmla="*/ 29749 w 50246"/>
                    <a:gd name="connsiteY6" fmla="*/ 82353 h 84395"/>
                    <a:gd name="connsiteX7" fmla="*/ 29749 w 50246"/>
                    <a:gd name="connsiteY7" fmla="*/ 7562 h 84395"/>
                    <a:gd name="connsiteX8" fmla="*/ 48397 w 50246"/>
                    <a:gd name="connsiteY8" fmla="*/ 7562 h 84395"/>
                    <a:gd name="connsiteX9" fmla="*/ 48397 w 50246"/>
                    <a:gd name="connsiteY9" fmla="*/ -2042 h 84395"/>
                    <a:gd name="connsiteX10" fmla="*/ -204 w 50246"/>
                    <a:gd name="connsiteY10" fmla="*/ -2042 h 84395"/>
                    <a:gd name="connsiteX11" fmla="*/ -204 w 50246"/>
                    <a:gd name="connsiteY11" fmla="*/ 7562 h 84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0246" h="84395">
                      <a:moveTo>
                        <a:pt x="-204" y="7562"/>
                      </a:moveTo>
                      <a:lnTo>
                        <a:pt x="18444" y="7562"/>
                      </a:lnTo>
                      <a:lnTo>
                        <a:pt x="18444" y="71953"/>
                      </a:lnTo>
                      <a:lnTo>
                        <a:pt x="-1850" y="67883"/>
                      </a:lnTo>
                      <a:lnTo>
                        <a:pt x="-1850" y="78283"/>
                      </a:lnTo>
                      <a:lnTo>
                        <a:pt x="18336" y="82353"/>
                      </a:lnTo>
                      <a:lnTo>
                        <a:pt x="29749" y="82353"/>
                      </a:lnTo>
                      <a:lnTo>
                        <a:pt x="29749" y="7562"/>
                      </a:lnTo>
                      <a:lnTo>
                        <a:pt x="48397" y="7562"/>
                      </a:lnTo>
                      <a:lnTo>
                        <a:pt x="48397" y="-2042"/>
                      </a:lnTo>
                      <a:lnTo>
                        <a:pt x="-204" y="-2042"/>
                      </a:lnTo>
                      <a:lnTo>
                        <a:pt x="-204" y="7562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38" name="Freeform: Shape 1637">
                  <a:extLst>
                    <a:ext uri="{FF2B5EF4-FFF2-40B4-BE49-F238E27FC236}">
                      <a16:creationId xmlns:a16="http://schemas.microsoft.com/office/drawing/2014/main" id="{8530646E-37ED-1CA5-7499-E548B46C9438}"/>
                    </a:ext>
                  </a:extLst>
                </p:cNvPr>
                <p:cNvSpPr/>
                <p:nvPr/>
              </p:nvSpPr>
              <p:spPr>
                <a:xfrm flipV="1">
                  <a:off x="8710106" y="3630170"/>
                  <a:ext cx="54605" cy="86041"/>
                </a:xfrm>
                <a:custGeom>
                  <a:avLst/>
                  <a:gdLst>
                    <a:gd name="connsiteX0" fmla="*/ 1808 w 54605"/>
                    <a:gd name="connsiteY0" fmla="*/ 84044 h 86041"/>
                    <a:gd name="connsiteX1" fmla="*/ 46628 w 54605"/>
                    <a:gd name="connsiteY1" fmla="*/ 84044 h 86041"/>
                    <a:gd name="connsiteX2" fmla="*/ 46628 w 54605"/>
                    <a:gd name="connsiteY2" fmla="*/ 74422 h 86041"/>
                    <a:gd name="connsiteX3" fmla="*/ 12263 w 54605"/>
                    <a:gd name="connsiteY3" fmla="*/ 74422 h 86041"/>
                    <a:gd name="connsiteX4" fmla="*/ 12263 w 54605"/>
                    <a:gd name="connsiteY4" fmla="*/ 53748 h 86041"/>
                    <a:gd name="connsiteX5" fmla="*/ 17218 w 54605"/>
                    <a:gd name="connsiteY5" fmla="*/ 55014 h 86041"/>
                    <a:gd name="connsiteX6" fmla="*/ 22211 w 54605"/>
                    <a:gd name="connsiteY6" fmla="*/ 55430 h 86041"/>
                    <a:gd name="connsiteX7" fmla="*/ 44585 w 54605"/>
                    <a:gd name="connsiteY7" fmla="*/ 47689 h 86041"/>
                    <a:gd name="connsiteX8" fmla="*/ 52850 w 54605"/>
                    <a:gd name="connsiteY8" fmla="*/ 26726 h 86041"/>
                    <a:gd name="connsiteX9" fmla="*/ 44368 w 54605"/>
                    <a:gd name="connsiteY9" fmla="*/ 5546 h 86041"/>
                    <a:gd name="connsiteX10" fmla="*/ 20456 w 54605"/>
                    <a:gd name="connsiteY10" fmla="*/ -1997 h 86041"/>
                    <a:gd name="connsiteX11" fmla="*/ 9622 w 54605"/>
                    <a:gd name="connsiteY11" fmla="*/ -1093 h 86041"/>
                    <a:gd name="connsiteX12" fmla="*/ -1755 w 54605"/>
                    <a:gd name="connsiteY12" fmla="*/ 1621 h 86041"/>
                    <a:gd name="connsiteX13" fmla="*/ -1755 w 54605"/>
                    <a:gd name="connsiteY13" fmla="*/ 13106 h 86041"/>
                    <a:gd name="connsiteX14" fmla="*/ 8754 w 54605"/>
                    <a:gd name="connsiteY14" fmla="*/ 8982 h 86041"/>
                    <a:gd name="connsiteX15" fmla="*/ 20221 w 54605"/>
                    <a:gd name="connsiteY15" fmla="*/ 7626 h 86041"/>
                    <a:gd name="connsiteX16" fmla="*/ 35704 w 54605"/>
                    <a:gd name="connsiteY16" fmla="*/ 12762 h 86041"/>
                    <a:gd name="connsiteX17" fmla="*/ 41419 w 54605"/>
                    <a:gd name="connsiteY17" fmla="*/ 26726 h 86041"/>
                    <a:gd name="connsiteX18" fmla="*/ 35704 w 54605"/>
                    <a:gd name="connsiteY18" fmla="*/ 40671 h 86041"/>
                    <a:gd name="connsiteX19" fmla="*/ 20221 w 54605"/>
                    <a:gd name="connsiteY19" fmla="*/ 45826 h 86041"/>
                    <a:gd name="connsiteX20" fmla="*/ 11087 w 54605"/>
                    <a:gd name="connsiteY20" fmla="*/ 44813 h 86041"/>
                    <a:gd name="connsiteX21" fmla="*/ 1808 w 54605"/>
                    <a:gd name="connsiteY21" fmla="*/ 41648 h 86041"/>
                    <a:gd name="connsiteX22" fmla="*/ 1808 w 54605"/>
                    <a:gd name="connsiteY22" fmla="*/ 84044 h 86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54605" h="86041">
                      <a:moveTo>
                        <a:pt x="1808" y="84044"/>
                      </a:moveTo>
                      <a:lnTo>
                        <a:pt x="46628" y="84044"/>
                      </a:lnTo>
                      <a:lnTo>
                        <a:pt x="46628" y="74422"/>
                      </a:lnTo>
                      <a:lnTo>
                        <a:pt x="12263" y="74422"/>
                      </a:lnTo>
                      <a:lnTo>
                        <a:pt x="12263" y="53748"/>
                      </a:lnTo>
                      <a:cubicBezTo>
                        <a:pt x="13914" y="54315"/>
                        <a:pt x="15567" y="54737"/>
                        <a:pt x="17218" y="55014"/>
                      </a:cubicBezTo>
                      <a:cubicBezTo>
                        <a:pt x="18883" y="55292"/>
                        <a:pt x="20547" y="55430"/>
                        <a:pt x="22211" y="55430"/>
                      </a:cubicBezTo>
                      <a:cubicBezTo>
                        <a:pt x="31628" y="55430"/>
                        <a:pt x="39086" y="52850"/>
                        <a:pt x="44585" y="47689"/>
                      </a:cubicBezTo>
                      <a:cubicBezTo>
                        <a:pt x="50095" y="42528"/>
                        <a:pt x="52850" y="35540"/>
                        <a:pt x="52850" y="26726"/>
                      </a:cubicBezTo>
                      <a:cubicBezTo>
                        <a:pt x="52850" y="17646"/>
                        <a:pt x="50023" y="10586"/>
                        <a:pt x="44368" y="5546"/>
                      </a:cubicBezTo>
                      <a:cubicBezTo>
                        <a:pt x="38712" y="517"/>
                        <a:pt x="30742" y="-1997"/>
                        <a:pt x="20456" y="-1997"/>
                      </a:cubicBezTo>
                      <a:cubicBezTo>
                        <a:pt x="16911" y="-1997"/>
                        <a:pt x="13300" y="-1695"/>
                        <a:pt x="9622" y="-1093"/>
                      </a:cubicBezTo>
                      <a:cubicBezTo>
                        <a:pt x="5956" y="-490"/>
                        <a:pt x="2164" y="415"/>
                        <a:pt x="-1755" y="1621"/>
                      </a:cubicBezTo>
                      <a:lnTo>
                        <a:pt x="-1755" y="13106"/>
                      </a:lnTo>
                      <a:cubicBezTo>
                        <a:pt x="1633" y="11261"/>
                        <a:pt x="5136" y="9886"/>
                        <a:pt x="8754" y="8982"/>
                      </a:cubicBezTo>
                      <a:cubicBezTo>
                        <a:pt x="12371" y="8078"/>
                        <a:pt x="16193" y="7626"/>
                        <a:pt x="20221" y="7626"/>
                      </a:cubicBezTo>
                      <a:cubicBezTo>
                        <a:pt x="26745" y="7626"/>
                        <a:pt x="31905" y="9338"/>
                        <a:pt x="35704" y="12762"/>
                      </a:cubicBezTo>
                      <a:cubicBezTo>
                        <a:pt x="39514" y="16187"/>
                        <a:pt x="41419" y="20841"/>
                        <a:pt x="41419" y="26726"/>
                      </a:cubicBezTo>
                      <a:cubicBezTo>
                        <a:pt x="41419" y="32598"/>
                        <a:pt x="39514" y="37247"/>
                        <a:pt x="35704" y="40671"/>
                      </a:cubicBezTo>
                      <a:cubicBezTo>
                        <a:pt x="31905" y="44108"/>
                        <a:pt x="26745" y="45826"/>
                        <a:pt x="20221" y="45826"/>
                      </a:cubicBezTo>
                      <a:cubicBezTo>
                        <a:pt x="17170" y="45826"/>
                        <a:pt x="14126" y="45488"/>
                        <a:pt x="11087" y="44813"/>
                      </a:cubicBezTo>
                      <a:cubicBezTo>
                        <a:pt x="8060" y="44138"/>
                        <a:pt x="4967" y="43083"/>
                        <a:pt x="1808" y="41648"/>
                      </a:cubicBezTo>
                      <a:lnTo>
                        <a:pt x="1808" y="84044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39" name="Freeform: Shape 1638">
                  <a:extLst>
                    <a:ext uri="{FF2B5EF4-FFF2-40B4-BE49-F238E27FC236}">
                      <a16:creationId xmlns:a16="http://schemas.microsoft.com/office/drawing/2014/main" id="{D24AECA5-2CF5-2A4D-1A4F-1D4263B826C9}"/>
                    </a:ext>
                  </a:extLst>
                </p:cNvPr>
                <p:cNvSpPr/>
                <p:nvPr/>
              </p:nvSpPr>
              <p:spPr>
                <a:xfrm flipV="1">
                  <a:off x="8782453" y="3628650"/>
                  <a:ext cx="58331" cy="87560"/>
                </a:xfrm>
                <a:custGeom>
                  <a:avLst/>
                  <a:gdLst>
                    <a:gd name="connsiteX0" fmla="*/ 27377 w 58331"/>
                    <a:gd name="connsiteY0" fmla="*/ 76478 h 87560"/>
                    <a:gd name="connsiteX1" fmla="*/ 14119 w 58331"/>
                    <a:gd name="connsiteY1" fmla="*/ 67796 h 87560"/>
                    <a:gd name="connsiteX2" fmla="*/ 9688 w 58331"/>
                    <a:gd name="connsiteY2" fmla="*/ 41714 h 87560"/>
                    <a:gd name="connsiteX3" fmla="*/ 14119 w 58331"/>
                    <a:gd name="connsiteY3" fmla="*/ 15687 h 87560"/>
                    <a:gd name="connsiteX4" fmla="*/ 27377 w 58331"/>
                    <a:gd name="connsiteY4" fmla="*/ 7005 h 87560"/>
                    <a:gd name="connsiteX5" fmla="*/ 40689 w 58331"/>
                    <a:gd name="connsiteY5" fmla="*/ 15687 h 87560"/>
                    <a:gd name="connsiteX6" fmla="*/ 45139 w 58331"/>
                    <a:gd name="connsiteY6" fmla="*/ 41714 h 87560"/>
                    <a:gd name="connsiteX7" fmla="*/ 40689 w 58331"/>
                    <a:gd name="connsiteY7" fmla="*/ 67796 h 87560"/>
                    <a:gd name="connsiteX8" fmla="*/ 27377 w 58331"/>
                    <a:gd name="connsiteY8" fmla="*/ 76478 h 87560"/>
                    <a:gd name="connsiteX9" fmla="*/ 27377 w 58331"/>
                    <a:gd name="connsiteY9" fmla="*/ 85522 h 87560"/>
                    <a:gd name="connsiteX10" fmla="*/ 49064 w 58331"/>
                    <a:gd name="connsiteY10" fmla="*/ 74290 h 87560"/>
                    <a:gd name="connsiteX11" fmla="*/ 56552 w 58331"/>
                    <a:gd name="connsiteY11" fmla="*/ 41714 h 87560"/>
                    <a:gd name="connsiteX12" fmla="*/ 49064 w 58331"/>
                    <a:gd name="connsiteY12" fmla="*/ 9175 h 87560"/>
                    <a:gd name="connsiteX13" fmla="*/ 27377 w 58331"/>
                    <a:gd name="connsiteY13" fmla="*/ -2039 h 87560"/>
                    <a:gd name="connsiteX14" fmla="*/ 5708 w 58331"/>
                    <a:gd name="connsiteY14" fmla="*/ 9175 h 87560"/>
                    <a:gd name="connsiteX15" fmla="*/ -1780 w 58331"/>
                    <a:gd name="connsiteY15" fmla="*/ 41714 h 87560"/>
                    <a:gd name="connsiteX16" fmla="*/ 5708 w 58331"/>
                    <a:gd name="connsiteY16" fmla="*/ 74290 h 87560"/>
                    <a:gd name="connsiteX17" fmla="*/ 27377 w 58331"/>
                    <a:gd name="connsiteY17" fmla="*/ 85522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377" y="76478"/>
                      </a:moveTo>
                      <a:cubicBezTo>
                        <a:pt x="21505" y="76478"/>
                        <a:pt x="17085" y="73584"/>
                        <a:pt x="14119" y="67796"/>
                      </a:cubicBezTo>
                      <a:cubicBezTo>
                        <a:pt x="11165" y="62020"/>
                        <a:pt x="9688" y="53326"/>
                        <a:pt x="9688" y="41714"/>
                      </a:cubicBezTo>
                      <a:cubicBezTo>
                        <a:pt x="9688" y="30151"/>
                        <a:pt x="11165" y="21475"/>
                        <a:pt x="14119" y="15687"/>
                      </a:cubicBezTo>
                      <a:cubicBezTo>
                        <a:pt x="17085" y="9899"/>
                        <a:pt x="21505" y="7005"/>
                        <a:pt x="27377" y="7005"/>
                      </a:cubicBezTo>
                      <a:cubicBezTo>
                        <a:pt x="33298" y="7005"/>
                        <a:pt x="37735" y="9899"/>
                        <a:pt x="40689" y="15687"/>
                      </a:cubicBezTo>
                      <a:cubicBezTo>
                        <a:pt x="43656" y="21475"/>
                        <a:pt x="45139" y="30151"/>
                        <a:pt x="45139" y="41714"/>
                      </a:cubicBezTo>
                      <a:cubicBezTo>
                        <a:pt x="45139" y="53326"/>
                        <a:pt x="43656" y="62020"/>
                        <a:pt x="40689" y="67796"/>
                      </a:cubicBezTo>
                      <a:cubicBezTo>
                        <a:pt x="37735" y="73584"/>
                        <a:pt x="33298" y="76478"/>
                        <a:pt x="27377" y="76478"/>
                      </a:cubicBezTo>
                      <a:close/>
                      <a:moveTo>
                        <a:pt x="27377" y="85522"/>
                      </a:moveTo>
                      <a:cubicBezTo>
                        <a:pt x="36843" y="85522"/>
                        <a:pt x="44072" y="81778"/>
                        <a:pt x="49064" y="74290"/>
                      </a:cubicBezTo>
                      <a:cubicBezTo>
                        <a:pt x="54056" y="66813"/>
                        <a:pt x="56552" y="55955"/>
                        <a:pt x="56552" y="41714"/>
                      </a:cubicBezTo>
                      <a:cubicBezTo>
                        <a:pt x="56552" y="27510"/>
                        <a:pt x="54056" y="16663"/>
                        <a:pt x="49064" y="9175"/>
                      </a:cubicBezTo>
                      <a:cubicBezTo>
                        <a:pt x="44072" y="1699"/>
                        <a:pt x="36843" y="-2039"/>
                        <a:pt x="27377" y="-2039"/>
                      </a:cubicBezTo>
                      <a:cubicBezTo>
                        <a:pt x="17923" y="-2039"/>
                        <a:pt x="10701" y="1699"/>
                        <a:pt x="5708" y="9175"/>
                      </a:cubicBezTo>
                      <a:cubicBezTo>
                        <a:pt x="716" y="16663"/>
                        <a:pt x="-1780" y="27510"/>
                        <a:pt x="-1780" y="41714"/>
                      </a:cubicBezTo>
                      <a:cubicBezTo>
                        <a:pt x="-1780" y="55955"/>
                        <a:pt x="716" y="66813"/>
                        <a:pt x="5708" y="74290"/>
                      </a:cubicBezTo>
                      <a:cubicBezTo>
                        <a:pt x="10701" y="81778"/>
                        <a:pt x="17923" y="85522"/>
                        <a:pt x="27377" y="85522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40" name="Freeform: Shape 1639">
                  <a:extLst>
                    <a:ext uri="{FF2B5EF4-FFF2-40B4-BE49-F238E27FC236}">
                      <a16:creationId xmlns:a16="http://schemas.microsoft.com/office/drawing/2014/main" id="{D126E635-639C-F6D4-0013-DE72FCCCB743}"/>
                    </a:ext>
                  </a:extLst>
                </p:cNvPr>
                <p:cNvSpPr/>
                <p:nvPr/>
              </p:nvSpPr>
              <p:spPr>
                <a:xfrm flipV="1">
                  <a:off x="8856102" y="3628650"/>
                  <a:ext cx="58331" cy="87560"/>
                </a:xfrm>
                <a:custGeom>
                  <a:avLst/>
                  <a:gdLst>
                    <a:gd name="connsiteX0" fmla="*/ 27383 w 58331"/>
                    <a:gd name="connsiteY0" fmla="*/ 76478 h 87560"/>
                    <a:gd name="connsiteX1" fmla="*/ 14125 w 58331"/>
                    <a:gd name="connsiteY1" fmla="*/ 67796 h 87560"/>
                    <a:gd name="connsiteX2" fmla="*/ 9694 w 58331"/>
                    <a:gd name="connsiteY2" fmla="*/ 41714 h 87560"/>
                    <a:gd name="connsiteX3" fmla="*/ 14125 w 58331"/>
                    <a:gd name="connsiteY3" fmla="*/ 15687 h 87560"/>
                    <a:gd name="connsiteX4" fmla="*/ 27383 w 58331"/>
                    <a:gd name="connsiteY4" fmla="*/ 7005 h 87560"/>
                    <a:gd name="connsiteX5" fmla="*/ 40696 w 58331"/>
                    <a:gd name="connsiteY5" fmla="*/ 15687 h 87560"/>
                    <a:gd name="connsiteX6" fmla="*/ 45145 w 58331"/>
                    <a:gd name="connsiteY6" fmla="*/ 41714 h 87560"/>
                    <a:gd name="connsiteX7" fmla="*/ 40696 w 58331"/>
                    <a:gd name="connsiteY7" fmla="*/ 67796 h 87560"/>
                    <a:gd name="connsiteX8" fmla="*/ 27383 w 58331"/>
                    <a:gd name="connsiteY8" fmla="*/ 76478 h 87560"/>
                    <a:gd name="connsiteX9" fmla="*/ 27383 w 58331"/>
                    <a:gd name="connsiteY9" fmla="*/ 85522 h 87560"/>
                    <a:gd name="connsiteX10" fmla="*/ 49070 w 58331"/>
                    <a:gd name="connsiteY10" fmla="*/ 74290 h 87560"/>
                    <a:gd name="connsiteX11" fmla="*/ 56558 w 58331"/>
                    <a:gd name="connsiteY11" fmla="*/ 41714 h 87560"/>
                    <a:gd name="connsiteX12" fmla="*/ 49070 w 58331"/>
                    <a:gd name="connsiteY12" fmla="*/ 9175 h 87560"/>
                    <a:gd name="connsiteX13" fmla="*/ 27383 w 58331"/>
                    <a:gd name="connsiteY13" fmla="*/ -2039 h 87560"/>
                    <a:gd name="connsiteX14" fmla="*/ 5715 w 58331"/>
                    <a:gd name="connsiteY14" fmla="*/ 9175 h 87560"/>
                    <a:gd name="connsiteX15" fmla="*/ -1773 w 58331"/>
                    <a:gd name="connsiteY15" fmla="*/ 41714 h 87560"/>
                    <a:gd name="connsiteX16" fmla="*/ 5715 w 58331"/>
                    <a:gd name="connsiteY16" fmla="*/ 74290 h 87560"/>
                    <a:gd name="connsiteX17" fmla="*/ 27383 w 58331"/>
                    <a:gd name="connsiteY17" fmla="*/ 85522 h 87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331" h="87560">
                      <a:moveTo>
                        <a:pt x="27383" y="76478"/>
                      </a:moveTo>
                      <a:cubicBezTo>
                        <a:pt x="21511" y="76478"/>
                        <a:pt x="17092" y="73584"/>
                        <a:pt x="14125" y="67796"/>
                      </a:cubicBezTo>
                      <a:cubicBezTo>
                        <a:pt x="11171" y="62020"/>
                        <a:pt x="9694" y="53326"/>
                        <a:pt x="9694" y="41714"/>
                      </a:cubicBezTo>
                      <a:cubicBezTo>
                        <a:pt x="9694" y="30151"/>
                        <a:pt x="11171" y="21475"/>
                        <a:pt x="14125" y="15687"/>
                      </a:cubicBezTo>
                      <a:cubicBezTo>
                        <a:pt x="17092" y="9899"/>
                        <a:pt x="21511" y="7005"/>
                        <a:pt x="27383" y="7005"/>
                      </a:cubicBezTo>
                      <a:cubicBezTo>
                        <a:pt x="33304" y="7005"/>
                        <a:pt x="37741" y="9899"/>
                        <a:pt x="40696" y="15687"/>
                      </a:cubicBezTo>
                      <a:cubicBezTo>
                        <a:pt x="43662" y="21475"/>
                        <a:pt x="45145" y="30151"/>
                        <a:pt x="45145" y="41714"/>
                      </a:cubicBezTo>
                      <a:cubicBezTo>
                        <a:pt x="45145" y="53326"/>
                        <a:pt x="43662" y="62020"/>
                        <a:pt x="40696" y="67796"/>
                      </a:cubicBezTo>
                      <a:cubicBezTo>
                        <a:pt x="37741" y="73584"/>
                        <a:pt x="33304" y="76478"/>
                        <a:pt x="27383" y="76478"/>
                      </a:cubicBezTo>
                      <a:close/>
                      <a:moveTo>
                        <a:pt x="27383" y="85522"/>
                      </a:moveTo>
                      <a:cubicBezTo>
                        <a:pt x="36849" y="85522"/>
                        <a:pt x="44078" y="81778"/>
                        <a:pt x="49070" y="74290"/>
                      </a:cubicBezTo>
                      <a:cubicBezTo>
                        <a:pt x="54062" y="66813"/>
                        <a:pt x="56558" y="55955"/>
                        <a:pt x="56558" y="41714"/>
                      </a:cubicBezTo>
                      <a:cubicBezTo>
                        <a:pt x="56558" y="27510"/>
                        <a:pt x="54062" y="16663"/>
                        <a:pt x="49070" y="9175"/>
                      </a:cubicBezTo>
                      <a:cubicBezTo>
                        <a:pt x="44078" y="1699"/>
                        <a:pt x="36849" y="-2039"/>
                        <a:pt x="27383" y="-2039"/>
                      </a:cubicBezTo>
                      <a:cubicBezTo>
                        <a:pt x="17930" y="-2039"/>
                        <a:pt x="10707" y="1699"/>
                        <a:pt x="5715" y="9175"/>
                      </a:cubicBezTo>
                      <a:cubicBezTo>
                        <a:pt x="723" y="16663"/>
                        <a:pt x="-1773" y="27510"/>
                        <a:pt x="-1773" y="41714"/>
                      </a:cubicBezTo>
                      <a:cubicBezTo>
                        <a:pt x="-1773" y="55955"/>
                        <a:pt x="723" y="66813"/>
                        <a:pt x="5715" y="74290"/>
                      </a:cubicBezTo>
                      <a:cubicBezTo>
                        <a:pt x="10707" y="81778"/>
                        <a:pt x="17930" y="85522"/>
                        <a:pt x="27383" y="85522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1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641" name="Graphic 4">
                <a:extLst>
                  <a:ext uri="{FF2B5EF4-FFF2-40B4-BE49-F238E27FC236}">
                    <a16:creationId xmlns:a16="http://schemas.microsoft.com/office/drawing/2014/main" id="{B7B587C8-3002-E1AF-F77F-B469FF921D77}"/>
                  </a:ext>
                </a:extLst>
              </p:cNvPr>
              <p:cNvGrpSpPr/>
              <p:nvPr/>
            </p:nvGrpSpPr>
            <p:grpSpPr>
              <a:xfrm>
                <a:off x="7067672" y="976200"/>
                <a:ext cx="4060928" cy="179252"/>
                <a:chOff x="7067672" y="976200"/>
                <a:chExt cx="4060928" cy="179252"/>
              </a:xfrm>
              <a:solidFill>
                <a:srgbClr val="000080"/>
              </a:solidFill>
            </p:grpSpPr>
            <p:sp>
              <p:nvSpPr>
                <p:cNvPr id="1642" name="Freeform: Shape 1641">
                  <a:extLst>
                    <a:ext uri="{FF2B5EF4-FFF2-40B4-BE49-F238E27FC236}">
                      <a16:creationId xmlns:a16="http://schemas.microsoft.com/office/drawing/2014/main" id="{8E00990F-F4DD-0748-E006-57583D72180E}"/>
                    </a:ext>
                  </a:extLst>
                </p:cNvPr>
                <p:cNvSpPr/>
                <p:nvPr/>
              </p:nvSpPr>
              <p:spPr>
                <a:xfrm flipV="1">
                  <a:off x="7067672" y="981901"/>
                  <a:ext cx="18260" cy="135032"/>
                </a:xfrm>
                <a:custGeom>
                  <a:avLst/>
                  <a:gdLst>
                    <a:gd name="connsiteX0" fmla="*/ -839 w 18260"/>
                    <a:gd name="connsiteY0" fmla="*/ 132764 h 135032"/>
                    <a:gd name="connsiteX1" fmla="*/ 17422 w 18260"/>
                    <a:gd name="connsiteY1" fmla="*/ 132764 h 135032"/>
                    <a:gd name="connsiteX2" fmla="*/ 17422 w 18260"/>
                    <a:gd name="connsiteY2" fmla="*/ -2269 h 135032"/>
                    <a:gd name="connsiteX3" fmla="*/ -839 w 18260"/>
                    <a:gd name="connsiteY3" fmla="*/ -2269 h 135032"/>
                    <a:gd name="connsiteX4" fmla="*/ -839 w 18260"/>
                    <a:gd name="connsiteY4" fmla="*/ 132764 h 13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60" h="135032">
                      <a:moveTo>
                        <a:pt x="-839" y="132764"/>
                      </a:moveTo>
                      <a:lnTo>
                        <a:pt x="17422" y="132764"/>
                      </a:lnTo>
                      <a:lnTo>
                        <a:pt x="17422" y="-2269"/>
                      </a:lnTo>
                      <a:lnTo>
                        <a:pt x="-839" y="-2269"/>
                      </a:lnTo>
                      <a:lnTo>
                        <a:pt x="-839" y="132764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43" name="Freeform: Shape 1642">
                  <a:extLst>
                    <a:ext uri="{FF2B5EF4-FFF2-40B4-BE49-F238E27FC236}">
                      <a16:creationId xmlns:a16="http://schemas.microsoft.com/office/drawing/2014/main" id="{EDF84561-9786-E526-5237-07F88915071B}"/>
                    </a:ext>
                  </a:extLst>
                </p:cNvPr>
                <p:cNvSpPr/>
                <p:nvPr/>
              </p:nvSpPr>
              <p:spPr>
                <a:xfrm flipV="1">
                  <a:off x="7120936" y="1013213"/>
                  <a:ext cx="84851" cy="103719"/>
                </a:xfrm>
                <a:custGeom>
                  <a:avLst/>
                  <a:gdLst>
                    <a:gd name="connsiteX0" fmla="*/ 82917 w 84851"/>
                    <a:gd name="connsiteY0" fmla="*/ 59423 h 103719"/>
                    <a:gd name="connsiteX1" fmla="*/ 82917 w 84851"/>
                    <a:gd name="connsiteY1" fmla="*/ -1727 h 103719"/>
                    <a:gd name="connsiteX2" fmla="*/ 66276 w 84851"/>
                    <a:gd name="connsiteY2" fmla="*/ -1727 h 103719"/>
                    <a:gd name="connsiteX3" fmla="*/ 66276 w 84851"/>
                    <a:gd name="connsiteY3" fmla="*/ 58873 h 103719"/>
                    <a:gd name="connsiteX4" fmla="*/ 60662 w 84851"/>
                    <a:gd name="connsiteY4" fmla="*/ 80375 h 103719"/>
                    <a:gd name="connsiteX5" fmla="*/ 43848 w 84851"/>
                    <a:gd name="connsiteY5" fmla="*/ 87523 h 103719"/>
                    <a:gd name="connsiteX6" fmla="*/ 22577 w 84851"/>
                    <a:gd name="connsiteY6" fmla="*/ 78928 h 103719"/>
                    <a:gd name="connsiteX7" fmla="*/ 14793 w 84851"/>
                    <a:gd name="connsiteY7" fmla="*/ 55516 h 103719"/>
                    <a:gd name="connsiteX8" fmla="*/ 14793 w 84851"/>
                    <a:gd name="connsiteY8" fmla="*/ -1727 h 103719"/>
                    <a:gd name="connsiteX9" fmla="*/ -1935 w 84851"/>
                    <a:gd name="connsiteY9" fmla="*/ -1727 h 103719"/>
                    <a:gd name="connsiteX10" fmla="*/ -1935 w 84851"/>
                    <a:gd name="connsiteY10" fmla="*/ 99562 h 103719"/>
                    <a:gd name="connsiteX11" fmla="*/ 14793 w 84851"/>
                    <a:gd name="connsiteY11" fmla="*/ 99562 h 103719"/>
                    <a:gd name="connsiteX12" fmla="*/ 14793 w 84851"/>
                    <a:gd name="connsiteY12" fmla="*/ 83819 h 103719"/>
                    <a:gd name="connsiteX13" fmla="*/ 28857 w 84851"/>
                    <a:gd name="connsiteY13" fmla="*/ 97479 h 103719"/>
                    <a:gd name="connsiteX14" fmla="*/ 47552 w 84851"/>
                    <a:gd name="connsiteY14" fmla="*/ 101993 h 103719"/>
                    <a:gd name="connsiteX15" fmla="*/ 73945 w 84851"/>
                    <a:gd name="connsiteY15" fmla="*/ 91199 h 103719"/>
                    <a:gd name="connsiteX16" fmla="*/ 82917 w 84851"/>
                    <a:gd name="connsiteY16" fmla="*/ 59423 h 103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84851" h="103719">
                      <a:moveTo>
                        <a:pt x="82917" y="59423"/>
                      </a:moveTo>
                      <a:lnTo>
                        <a:pt x="82917" y="-1727"/>
                      </a:lnTo>
                      <a:lnTo>
                        <a:pt x="66276" y="-1727"/>
                      </a:lnTo>
                      <a:lnTo>
                        <a:pt x="66276" y="58873"/>
                      </a:lnTo>
                      <a:cubicBezTo>
                        <a:pt x="66276" y="68462"/>
                        <a:pt x="64405" y="75629"/>
                        <a:pt x="60662" y="80375"/>
                      </a:cubicBezTo>
                      <a:cubicBezTo>
                        <a:pt x="56919" y="85141"/>
                        <a:pt x="51314" y="87523"/>
                        <a:pt x="43848" y="87523"/>
                      </a:cubicBezTo>
                      <a:cubicBezTo>
                        <a:pt x="34857" y="87523"/>
                        <a:pt x="27767" y="84658"/>
                        <a:pt x="22577" y="78928"/>
                      </a:cubicBezTo>
                      <a:cubicBezTo>
                        <a:pt x="17388" y="73218"/>
                        <a:pt x="14793" y="65413"/>
                        <a:pt x="14793" y="55516"/>
                      </a:cubicBezTo>
                      <a:lnTo>
                        <a:pt x="14793" y="-1727"/>
                      </a:lnTo>
                      <a:lnTo>
                        <a:pt x="-1935" y="-1727"/>
                      </a:lnTo>
                      <a:lnTo>
                        <a:pt x="-1935" y="99562"/>
                      </a:lnTo>
                      <a:lnTo>
                        <a:pt x="14793" y="99562"/>
                      </a:lnTo>
                      <a:lnTo>
                        <a:pt x="14793" y="83819"/>
                      </a:lnTo>
                      <a:cubicBezTo>
                        <a:pt x="18786" y="89916"/>
                        <a:pt x="23474" y="94469"/>
                        <a:pt x="28857" y="97479"/>
                      </a:cubicBezTo>
                      <a:cubicBezTo>
                        <a:pt x="34259" y="100488"/>
                        <a:pt x="40491" y="101993"/>
                        <a:pt x="47552" y="101993"/>
                      </a:cubicBezTo>
                      <a:cubicBezTo>
                        <a:pt x="59186" y="101993"/>
                        <a:pt x="67984" y="98395"/>
                        <a:pt x="73945" y="91199"/>
                      </a:cubicBezTo>
                      <a:cubicBezTo>
                        <a:pt x="79926" y="84002"/>
                        <a:pt x="82917" y="73410"/>
                        <a:pt x="82917" y="59423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44" name="Freeform: Shape 1643">
                  <a:extLst>
                    <a:ext uri="{FF2B5EF4-FFF2-40B4-BE49-F238E27FC236}">
                      <a16:creationId xmlns:a16="http://schemas.microsoft.com/office/drawing/2014/main" id="{1B28C8B7-577C-1642-AC39-34A10AC09060}"/>
                    </a:ext>
                  </a:extLst>
                </p:cNvPr>
                <p:cNvSpPr/>
                <p:nvPr/>
              </p:nvSpPr>
              <p:spPr>
                <a:xfrm flipV="1">
                  <a:off x="7231551" y="1013213"/>
                  <a:ext cx="77413" cy="106353"/>
                </a:xfrm>
                <a:custGeom>
                  <a:avLst/>
                  <a:gdLst>
                    <a:gd name="connsiteX0" fmla="*/ 70410 w 77413"/>
                    <a:gd name="connsiteY0" fmla="*/ 99261 h 106353"/>
                    <a:gd name="connsiteX1" fmla="*/ 70410 w 77413"/>
                    <a:gd name="connsiteY1" fmla="*/ 83517 h 106353"/>
                    <a:gd name="connsiteX2" fmla="*/ 55767 w 77413"/>
                    <a:gd name="connsiteY2" fmla="*/ 88929 h 106353"/>
                    <a:gd name="connsiteX3" fmla="*/ 40023 w 77413"/>
                    <a:gd name="connsiteY3" fmla="*/ 90752 h 106353"/>
                    <a:gd name="connsiteX4" fmla="*/ 21444 w 77413"/>
                    <a:gd name="connsiteY4" fmla="*/ 86961 h 106353"/>
                    <a:gd name="connsiteX5" fmla="*/ 15251 w 77413"/>
                    <a:gd name="connsiteY5" fmla="*/ 75559 h 106353"/>
                    <a:gd name="connsiteX6" fmla="*/ 19679 w 77413"/>
                    <a:gd name="connsiteY6" fmla="*/ 66472 h 106353"/>
                    <a:gd name="connsiteX7" fmla="*/ 37506 w 77413"/>
                    <a:gd name="connsiteY7" fmla="*/ 60192 h 106353"/>
                    <a:gd name="connsiteX8" fmla="*/ 43207 w 77413"/>
                    <a:gd name="connsiteY8" fmla="*/ 58919 h 106353"/>
                    <a:gd name="connsiteX9" fmla="*/ 68384 w 77413"/>
                    <a:gd name="connsiteY9" fmla="*/ 48211 h 106353"/>
                    <a:gd name="connsiteX10" fmla="*/ 75851 w 77413"/>
                    <a:gd name="connsiteY10" fmla="*/ 28908 h 106353"/>
                    <a:gd name="connsiteX11" fmla="*/ 64680 w 77413"/>
                    <a:gd name="connsiteY11" fmla="*/ 6538 h 106353"/>
                    <a:gd name="connsiteX12" fmla="*/ 33975 w 77413"/>
                    <a:gd name="connsiteY12" fmla="*/ -1681 h 106353"/>
                    <a:gd name="connsiteX13" fmla="*/ 17016 w 77413"/>
                    <a:gd name="connsiteY13" fmla="*/ -89 h 106353"/>
                    <a:gd name="connsiteX14" fmla="*/ -1563 w 77413"/>
                    <a:gd name="connsiteY14" fmla="*/ 4657 h 106353"/>
                    <a:gd name="connsiteX15" fmla="*/ -1563 w 77413"/>
                    <a:gd name="connsiteY15" fmla="*/ 21847 h 106353"/>
                    <a:gd name="connsiteX16" fmla="*/ 16611 w 77413"/>
                    <a:gd name="connsiteY16" fmla="*/ 14641 h 106353"/>
                    <a:gd name="connsiteX17" fmla="*/ 34351 w 77413"/>
                    <a:gd name="connsiteY17" fmla="*/ 12268 h 106353"/>
                    <a:gd name="connsiteX18" fmla="*/ 52410 w 77413"/>
                    <a:gd name="connsiteY18" fmla="*/ 16290 h 106353"/>
                    <a:gd name="connsiteX19" fmla="*/ 58747 w 77413"/>
                    <a:gd name="connsiteY19" fmla="*/ 27635 h 106353"/>
                    <a:gd name="connsiteX20" fmla="*/ 54175 w 77413"/>
                    <a:gd name="connsiteY20" fmla="*/ 38024 h 106353"/>
                    <a:gd name="connsiteX21" fmla="*/ 34149 w 77413"/>
                    <a:gd name="connsiteY21" fmla="*/ 44999 h 106353"/>
                    <a:gd name="connsiteX22" fmla="*/ 28361 w 77413"/>
                    <a:gd name="connsiteY22" fmla="*/ 46359 h 106353"/>
                    <a:gd name="connsiteX23" fmla="*/ 6019 w 77413"/>
                    <a:gd name="connsiteY23" fmla="*/ 56343 h 106353"/>
                    <a:gd name="connsiteX24" fmla="*/ -839 w 77413"/>
                    <a:gd name="connsiteY24" fmla="*/ 74835 h 106353"/>
                    <a:gd name="connsiteX25" fmla="*/ 9290 w 77413"/>
                    <a:gd name="connsiteY25" fmla="*/ 96888 h 106353"/>
                    <a:gd name="connsiteX26" fmla="*/ 38056 w 77413"/>
                    <a:gd name="connsiteY26" fmla="*/ 104672 h 106353"/>
                    <a:gd name="connsiteX27" fmla="*/ 55390 w 77413"/>
                    <a:gd name="connsiteY27" fmla="*/ 103312 h 106353"/>
                    <a:gd name="connsiteX28" fmla="*/ 70410 w 77413"/>
                    <a:gd name="connsiteY28" fmla="*/ 99261 h 106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77413" h="106353">
                      <a:moveTo>
                        <a:pt x="70410" y="99261"/>
                      </a:moveTo>
                      <a:lnTo>
                        <a:pt x="70410" y="83517"/>
                      </a:lnTo>
                      <a:cubicBezTo>
                        <a:pt x="65722" y="85929"/>
                        <a:pt x="60841" y="87733"/>
                        <a:pt x="55767" y="88929"/>
                      </a:cubicBezTo>
                      <a:cubicBezTo>
                        <a:pt x="50712" y="90145"/>
                        <a:pt x="45464" y="90752"/>
                        <a:pt x="40023" y="90752"/>
                      </a:cubicBezTo>
                      <a:cubicBezTo>
                        <a:pt x="31766" y="90752"/>
                        <a:pt x="25573" y="89489"/>
                        <a:pt x="21444" y="86961"/>
                      </a:cubicBezTo>
                      <a:cubicBezTo>
                        <a:pt x="17315" y="84434"/>
                        <a:pt x="15251" y="80633"/>
                        <a:pt x="15251" y="75559"/>
                      </a:cubicBezTo>
                      <a:cubicBezTo>
                        <a:pt x="15251" y="71700"/>
                        <a:pt x="16727" y="68671"/>
                        <a:pt x="19679" y="66472"/>
                      </a:cubicBezTo>
                      <a:cubicBezTo>
                        <a:pt x="22631" y="64273"/>
                        <a:pt x="28573" y="62179"/>
                        <a:pt x="37506" y="60192"/>
                      </a:cubicBezTo>
                      <a:lnTo>
                        <a:pt x="43207" y="58919"/>
                      </a:lnTo>
                      <a:cubicBezTo>
                        <a:pt x="55014" y="56391"/>
                        <a:pt x="63407" y="52822"/>
                        <a:pt x="68384" y="48211"/>
                      </a:cubicBezTo>
                      <a:cubicBezTo>
                        <a:pt x="73362" y="43600"/>
                        <a:pt x="75851" y="37166"/>
                        <a:pt x="75851" y="28908"/>
                      </a:cubicBezTo>
                      <a:cubicBezTo>
                        <a:pt x="75851" y="19493"/>
                        <a:pt x="72127" y="12036"/>
                        <a:pt x="64680" y="6538"/>
                      </a:cubicBezTo>
                      <a:cubicBezTo>
                        <a:pt x="57233" y="1059"/>
                        <a:pt x="46998" y="-1681"/>
                        <a:pt x="33975" y="-1681"/>
                      </a:cubicBezTo>
                      <a:cubicBezTo>
                        <a:pt x="28554" y="-1681"/>
                        <a:pt x="22901" y="-1151"/>
                        <a:pt x="17016" y="-89"/>
                      </a:cubicBezTo>
                      <a:cubicBezTo>
                        <a:pt x="11132" y="972"/>
                        <a:pt x="4939" y="2554"/>
                        <a:pt x="-1563" y="4657"/>
                      </a:cubicBezTo>
                      <a:lnTo>
                        <a:pt x="-1563" y="21847"/>
                      </a:lnTo>
                      <a:cubicBezTo>
                        <a:pt x="4592" y="18644"/>
                        <a:pt x="10650" y="16242"/>
                        <a:pt x="16611" y="14641"/>
                      </a:cubicBezTo>
                      <a:cubicBezTo>
                        <a:pt x="22573" y="13059"/>
                        <a:pt x="28486" y="12268"/>
                        <a:pt x="34351" y="12268"/>
                      </a:cubicBezTo>
                      <a:cubicBezTo>
                        <a:pt x="42184" y="12268"/>
                        <a:pt x="48204" y="13609"/>
                        <a:pt x="52410" y="16290"/>
                      </a:cubicBezTo>
                      <a:cubicBezTo>
                        <a:pt x="56635" y="18972"/>
                        <a:pt x="58747" y="22754"/>
                        <a:pt x="58747" y="27635"/>
                      </a:cubicBezTo>
                      <a:cubicBezTo>
                        <a:pt x="58747" y="32149"/>
                        <a:pt x="57223" y="35613"/>
                        <a:pt x="54175" y="38024"/>
                      </a:cubicBezTo>
                      <a:cubicBezTo>
                        <a:pt x="51146" y="40436"/>
                        <a:pt x="44471" y="42761"/>
                        <a:pt x="34149" y="44999"/>
                      </a:cubicBezTo>
                      <a:lnTo>
                        <a:pt x="28361" y="46359"/>
                      </a:lnTo>
                      <a:cubicBezTo>
                        <a:pt x="18058" y="48520"/>
                        <a:pt x="10611" y="51848"/>
                        <a:pt x="6019" y="56343"/>
                      </a:cubicBezTo>
                      <a:cubicBezTo>
                        <a:pt x="1447" y="60838"/>
                        <a:pt x="-839" y="67002"/>
                        <a:pt x="-839" y="74835"/>
                      </a:cubicBezTo>
                      <a:cubicBezTo>
                        <a:pt x="-839" y="84366"/>
                        <a:pt x="2537" y="91717"/>
                        <a:pt x="9290" y="96888"/>
                      </a:cubicBezTo>
                      <a:cubicBezTo>
                        <a:pt x="16042" y="102077"/>
                        <a:pt x="25631" y="104672"/>
                        <a:pt x="38056" y="104672"/>
                      </a:cubicBezTo>
                      <a:cubicBezTo>
                        <a:pt x="44191" y="104672"/>
                        <a:pt x="49969" y="104219"/>
                        <a:pt x="55390" y="103312"/>
                      </a:cubicBezTo>
                      <a:cubicBezTo>
                        <a:pt x="60831" y="102425"/>
                        <a:pt x="65838" y="101074"/>
                        <a:pt x="70410" y="99261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45" name="Freeform: Shape 1644">
                  <a:extLst>
                    <a:ext uri="{FF2B5EF4-FFF2-40B4-BE49-F238E27FC236}">
                      <a16:creationId xmlns:a16="http://schemas.microsoft.com/office/drawing/2014/main" id="{310421CB-9AA5-C534-A3BD-A3FCBFFC51E5}"/>
                    </a:ext>
                  </a:extLst>
                </p:cNvPr>
                <p:cNvSpPr/>
                <p:nvPr/>
              </p:nvSpPr>
              <p:spPr>
                <a:xfrm flipV="1">
                  <a:off x="7322982" y="986878"/>
                  <a:ext cx="63204" cy="130054"/>
                </a:xfrm>
                <a:custGeom>
                  <a:avLst/>
                  <a:gdLst>
                    <a:gd name="connsiteX0" fmla="*/ 27805 w 63204"/>
                    <a:gd name="connsiteY0" fmla="*/ 127872 h 130054"/>
                    <a:gd name="connsiteX1" fmla="*/ 27805 w 63204"/>
                    <a:gd name="connsiteY1" fmla="*/ 99106 h 130054"/>
                    <a:gd name="connsiteX2" fmla="*/ 62069 w 63204"/>
                    <a:gd name="connsiteY2" fmla="*/ 99106 h 130054"/>
                    <a:gd name="connsiteX3" fmla="*/ 62069 w 63204"/>
                    <a:gd name="connsiteY3" fmla="*/ 86170 h 130054"/>
                    <a:gd name="connsiteX4" fmla="*/ 27805 w 63204"/>
                    <a:gd name="connsiteY4" fmla="*/ 86170 h 130054"/>
                    <a:gd name="connsiteX5" fmla="*/ 27805 w 63204"/>
                    <a:gd name="connsiteY5" fmla="*/ 31185 h 130054"/>
                    <a:gd name="connsiteX6" fmla="*/ 31191 w 63204"/>
                    <a:gd name="connsiteY6" fmla="*/ 15268 h 130054"/>
                    <a:gd name="connsiteX7" fmla="*/ 44995 w 63204"/>
                    <a:gd name="connsiteY7" fmla="*/ 11737 h 130054"/>
                    <a:gd name="connsiteX8" fmla="*/ 62069 w 63204"/>
                    <a:gd name="connsiteY8" fmla="*/ 11737 h 130054"/>
                    <a:gd name="connsiteX9" fmla="*/ 62069 w 63204"/>
                    <a:gd name="connsiteY9" fmla="*/ -2183 h 130054"/>
                    <a:gd name="connsiteX10" fmla="*/ 44995 w 63204"/>
                    <a:gd name="connsiteY10" fmla="*/ -2183 h 130054"/>
                    <a:gd name="connsiteX11" fmla="*/ 18399 w 63204"/>
                    <a:gd name="connsiteY11" fmla="*/ 4994 h 130054"/>
                    <a:gd name="connsiteX12" fmla="*/ 11077 w 63204"/>
                    <a:gd name="connsiteY12" fmla="*/ 31185 h 130054"/>
                    <a:gd name="connsiteX13" fmla="*/ 11077 w 63204"/>
                    <a:gd name="connsiteY13" fmla="*/ 86170 h 130054"/>
                    <a:gd name="connsiteX14" fmla="*/ -1135 w 63204"/>
                    <a:gd name="connsiteY14" fmla="*/ 86170 h 130054"/>
                    <a:gd name="connsiteX15" fmla="*/ -1135 w 63204"/>
                    <a:gd name="connsiteY15" fmla="*/ 99106 h 130054"/>
                    <a:gd name="connsiteX16" fmla="*/ 11077 w 63204"/>
                    <a:gd name="connsiteY16" fmla="*/ 99106 h 130054"/>
                    <a:gd name="connsiteX17" fmla="*/ 11077 w 63204"/>
                    <a:gd name="connsiteY17" fmla="*/ 127872 h 130054"/>
                    <a:gd name="connsiteX18" fmla="*/ 27805 w 63204"/>
                    <a:gd name="connsiteY18" fmla="*/ 127872 h 130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63204" h="130054">
                      <a:moveTo>
                        <a:pt x="27805" y="127872"/>
                      </a:moveTo>
                      <a:lnTo>
                        <a:pt x="27805" y="99106"/>
                      </a:lnTo>
                      <a:lnTo>
                        <a:pt x="62069" y="99106"/>
                      </a:lnTo>
                      <a:lnTo>
                        <a:pt x="62069" y="86170"/>
                      </a:lnTo>
                      <a:lnTo>
                        <a:pt x="27805" y="86170"/>
                      </a:lnTo>
                      <a:lnTo>
                        <a:pt x="27805" y="31185"/>
                      </a:lnTo>
                      <a:cubicBezTo>
                        <a:pt x="27805" y="22927"/>
                        <a:pt x="28933" y="17622"/>
                        <a:pt x="31191" y="15268"/>
                      </a:cubicBezTo>
                      <a:cubicBezTo>
                        <a:pt x="33448" y="12914"/>
                        <a:pt x="38049" y="11737"/>
                        <a:pt x="44995" y="11737"/>
                      </a:cubicBezTo>
                      <a:lnTo>
                        <a:pt x="62069" y="11737"/>
                      </a:lnTo>
                      <a:lnTo>
                        <a:pt x="62069" y="-2183"/>
                      </a:lnTo>
                      <a:lnTo>
                        <a:pt x="44995" y="-2183"/>
                      </a:lnTo>
                      <a:cubicBezTo>
                        <a:pt x="32146" y="-2183"/>
                        <a:pt x="23280" y="210"/>
                        <a:pt x="18399" y="4994"/>
                      </a:cubicBezTo>
                      <a:cubicBezTo>
                        <a:pt x="13518" y="9798"/>
                        <a:pt x="11077" y="18528"/>
                        <a:pt x="11077" y="31185"/>
                      </a:cubicBezTo>
                      <a:lnTo>
                        <a:pt x="11077" y="86170"/>
                      </a:lnTo>
                      <a:lnTo>
                        <a:pt x="-1135" y="86170"/>
                      </a:lnTo>
                      <a:lnTo>
                        <a:pt x="-1135" y="99106"/>
                      </a:lnTo>
                      <a:lnTo>
                        <a:pt x="11077" y="99106"/>
                      </a:lnTo>
                      <a:lnTo>
                        <a:pt x="11077" y="127872"/>
                      </a:lnTo>
                      <a:lnTo>
                        <a:pt x="27805" y="127872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46" name="Freeform: Shape 1645">
                  <a:extLst>
                    <a:ext uri="{FF2B5EF4-FFF2-40B4-BE49-F238E27FC236}">
                      <a16:creationId xmlns:a16="http://schemas.microsoft.com/office/drawing/2014/main" id="{2FE0A7D3-9293-C423-BBBA-11B508F58669}"/>
                    </a:ext>
                  </a:extLst>
                </p:cNvPr>
                <p:cNvSpPr/>
                <p:nvPr/>
              </p:nvSpPr>
              <p:spPr>
                <a:xfrm flipV="1">
                  <a:off x="7401738" y="1013213"/>
                  <a:ext cx="85574" cy="106353"/>
                </a:xfrm>
                <a:custGeom>
                  <a:avLst/>
                  <a:gdLst>
                    <a:gd name="connsiteX0" fmla="*/ 50655 w 85574"/>
                    <a:gd name="connsiteY0" fmla="*/ 51857 h 106353"/>
                    <a:gd name="connsiteX1" fmla="*/ 22699 w 85574"/>
                    <a:gd name="connsiteY1" fmla="*/ 47256 h 106353"/>
                    <a:gd name="connsiteX2" fmla="*/ 14915 w 85574"/>
                    <a:gd name="connsiteY2" fmla="*/ 31513 h 106353"/>
                    <a:gd name="connsiteX3" fmla="*/ 20760 w 85574"/>
                    <a:gd name="connsiteY3" fmla="*/ 17448 h 106353"/>
                    <a:gd name="connsiteX4" fmla="*/ 36619 w 85574"/>
                    <a:gd name="connsiteY4" fmla="*/ 12268 h 106353"/>
                    <a:gd name="connsiteX5" fmla="*/ 58845 w 85574"/>
                    <a:gd name="connsiteY5" fmla="*/ 22078 h 106353"/>
                    <a:gd name="connsiteX6" fmla="*/ 67209 w 85574"/>
                    <a:gd name="connsiteY6" fmla="*/ 48153 h 106353"/>
                    <a:gd name="connsiteX7" fmla="*/ 67209 w 85574"/>
                    <a:gd name="connsiteY7" fmla="*/ 51857 h 106353"/>
                    <a:gd name="connsiteX8" fmla="*/ 50655 w 85574"/>
                    <a:gd name="connsiteY8" fmla="*/ 51857 h 106353"/>
                    <a:gd name="connsiteX9" fmla="*/ 83849 w 85574"/>
                    <a:gd name="connsiteY9" fmla="*/ 58745 h 106353"/>
                    <a:gd name="connsiteX10" fmla="*/ 83849 w 85574"/>
                    <a:gd name="connsiteY10" fmla="*/ 952 h 106353"/>
                    <a:gd name="connsiteX11" fmla="*/ 67209 w 85574"/>
                    <a:gd name="connsiteY11" fmla="*/ 952 h 106353"/>
                    <a:gd name="connsiteX12" fmla="*/ 67209 w 85574"/>
                    <a:gd name="connsiteY12" fmla="*/ 16319 h 106353"/>
                    <a:gd name="connsiteX13" fmla="*/ 52999 w 85574"/>
                    <a:gd name="connsiteY13" fmla="*/ 2718 h 106353"/>
                    <a:gd name="connsiteX14" fmla="*/ 32192 w 85574"/>
                    <a:gd name="connsiteY14" fmla="*/ -1681 h 106353"/>
                    <a:gd name="connsiteX15" fmla="*/ 7448 w 85574"/>
                    <a:gd name="connsiteY15" fmla="*/ 7059 h 106353"/>
                    <a:gd name="connsiteX16" fmla="*/ -1726 w 85574"/>
                    <a:gd name="connsiteY16" fmla="*/ 30442 h 106353"/>
                    <a:gd name="connsiteX17" fmla="*/ 9705 w 85574"/>
                    <a:gd name="connsiteY17" fmla="*/ 56198 h 106353"/>
                    <a:gd name="connsiteX18" fmla="*/ 43854 w 85574"/>
                    <a:gd name="connsiteY18" fmla="*/ 64880 h 106353"/>
                    <a:gd name="connsiteX19" fmla="*/ 67209 w 85574"/>
                    <a:gd name="connsiteY19" fmla="*/ 64880 h 106353"/>
                    <a:gd name="connsiteX20" fmla="*/ 67209 w 85574"/>
                    <a:gd name="connsiteY20" fmla="*/ 66530 h 106353"/>
                    <a:gd name="connsiteX21" fmla="*/ 59655 w 85574"/>
                    <a:gd name="connsiteY21" fmla="*/ 84299 h 106353"/>
                    <a:gd name="connsiteX22" fmla="*/ 38443 w 85574"/>
                    <a:gd name="connsiteY22" fmla="*/ 90579 h 106353"/>
                    <a:gd name="connsiteX23" fmla="*/ 21513 w 85574"/>
                    <a:gd name="connsiteY23" fmla="*/ 88495 h 106353"/>
                    <a:gd name="connsiteX24" fmla="*/ 5712 w 85574"/>
                    <a:gd name="connsiteY24" fmla="*/ 82244 h 106353"/>
                    <a:gd name="connsiteX25" fmla="*/ 5712 w 85574"/>
                    <a:gd name="connsiteY25" fmla="*/ 97640 h 106353"/>
                    <a:gd name="connsiteX26" fmla="*/ 23423 w 85574"/>
                    <a:gd name="connsiteY26" fmla="*/ 102907 h 106353"/>
                    <a:gd name="connsiteX27" fmla="*/ 40150 w 85574"/>
                    <a:gd name="connsiteY27" fmla="*/ 104672 h 106353"/>
                    <a:gd name="connsiteX28" fmla="*/ 72997 w 85574"/>
                    <a:gd name="connsiteY28" fmla="*/ 93270 h 106353"/>
                    <a:gd name="connsiteX29" fmla="*/ 83849 w 85574"/>
                    <a:gd name="connsiteY29" fmla="*/ 58745 h 106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5574" h="106353">
                      <a:moveTo>
                        <a:pt x="50655" y="51857"/>
                      </a:moveTo>
                      <a:cubicBezTo>
                        <a:pt x="37208" y="51857"/>
                        <a:pt x="27889" y="50324"/>
                        <a:pt x="22699" y="47256"/>
                      </a:cubicBezTo>
                      <a:cubicBezTo>
                        <a:pt x="17510" y="44188"/>
                        <a:pt x="14915" y="38941"/>
                        <a:pt x="14915" y="31513"/>
                      </a:cubicBezTo>
                      <a:cubicBezTo>
                        <a:pt x="14915" y="25609"/>
                        <a:pt x="16863" y="20921"/>
                        <a:pt x="20760" y="17448"/>
                      </a:cubicBezTo>
                      <a:cubicBezTo>
                        <a:pt x="24658" y="13995"/>
                        <a:pt x="29944" y="12268"/>
                        <a:pt x="36619" y="12268"/>
                      </a:cubicBezTo>
                      <a:cubicBezTo>
                        <a:pt x="45861" y="12268"/>
                        <a:pt x="53269" y="15538"/>
                        <a:pt x="58845" y="22078"/>
                      </a:cubicBezTo>
                      <a:cubicBezTo>
                        <a:pt x="64421" y="28619"/>
                        <a:pt x="67209" y="37310"/>
                        <a:pt x="67209" y="48153"/>
                      </a:cubicBezTo>
                      <a:lnTo>
                        <a:pt x="67209" y="51857"/>
                      </a:lnTo>
                      <a:lnTo>
                        <a:pt x="50655" y="51857"/>
                      </a:lnTo>
                      <a:close/>
                      <a:moveTo>
                        <a:pt x="83849" y="58745"/>
                      </a:moveTo>
                      <a:lnTo>
                        <a:pt x="83849" y="952"/>
                      </a:lnTo>
                      <a:lnTo>
                        <a:pt x="67209" y="952"/>
                      </a:lnTo>
                      <a:lnTo>
                        <a:pt x="67209" y="16319"/>
                      </a:lnTo>
                      <a:cubicBezTo>
                        <a:pt x="63408" y="10184"/>
                        <a:pt x="58671" y="5650"/>
                        <a:pt x="52999" y="2718"/>
                      </a:cubicBezTo>
                      <a:cubicBezTo>
                        <a:pt x="47327" y="-215"/>
                        <a:pt x="40391" y="-1681"/>
                        <a:pt x="32192" y="-1681"/>
                      </a:cubicBezTo>
                      <a:cubicBezTo>
                        <a:pt x="21831" y="-1681"/>
                        <a:pt x="13583" y="1232"/>
                        <a:pt x="7448" y="7059"/>
                      </a:cubicBezTo>
                      <a:cubicBezTo>
                        <a:pt x="1332" y="12885"/>
                        <a:pt x="-1726" y="20680"/>
                        <a:pt x="-1726" y="30442"/>
                      </a:cubicBezTo>
                      <a:cubicBezTo>
                        <a:pt x="-1726" y="41825"/>
                        <a:pt x="2085" y="50410"/>
                        <a:pt x="9705" y="56198"/>
                      </a:cubicBezTo>
                      <a:cubicBezTo>
                        <a:pt x="17345" y="61986"/>
                        <a:pt x="28728" y="64880"/>
                        <a:pt x="43854" y="64880"/>
                      </a:cubicBezTo>
                      <a:lnTo>
                        <a:pt x="67209" y="64880"/>
                      </a:lnTo>
                      <a:lnTo>
                        <a:pt x="67209" y="66530"/>
                      </a:lnTo>
                      <a:cubicBezTo>
                        <a:pt x="67209" y="74189"/>
                        <a:pt x="64691" y="80112"/>
                        <a:pt x="59655" y="84299"/>
                      </a:cubicBezTo>
                      <a:cubicBezTo>
                        <a:pt x="54620" y="88485"/>
                        <a:pt x="47549" y="90579"/>
                        <a:pt x="38443" y="90579"/>
                      </a:cubicBezTo>
                      <a:cubicBezTo>
                        <a:pt x="32655" y="90579"/>
                        <a:pt x="27011" y="89884"/>
                        <a:pt x="21513" y="88495"/>
                      </a:cubicBezTo>
                      <a:cubicBezTo>
                        <a:pt x="16034" y="87106"/>
                        <a:pt x="10767" y="85022"/>
                        <a:pt x="5712" y="82244"/>
                      </a:cubicBezTo>
                      <a:lnTo>
                        <a:pt x="5712" y="97640"/>
                      </a:lnTo>
                      <a:cubicBezTo>
                        <a:pt x="11789" y="99994"/>
                        <a:pt x="17693" y="101749"/>
                        <a:pt x="23423" y="102907"/>
                      </a:cubicBezTo>
                      <a:cubicBezTo>
                        <a:pt x="29153" y="104084"/>
                        <a:pt x="34729" y="104672"/>
                        <a:pt x="40150" y="104672"/>
                      </a:cubicBezTo>
                      <a:cubicBezTo>
                        <a:pt x="54813" y="104672"/>
                        <a:pt x="65762" y="100872"/>
                        <a:pt x="72997" y="93270"/>
                      </a:cubicBezTo>
                      <a:cubicBezTo>
                        <a:pt x="80231" y="85688"/>
                        <a:pt x="83849" y="74179"/>
                        <a:pt x="83849" y="58745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47" name="Freeform: Shape 1646">
                  <a:extLst>
                    <a:ext uri="{FF2B5EF4-FFF2-40B4-BE49-F238E27FC236}">
                      <a16:creationId xmlns:a16="http://schemas.microsoft.com/office/drawing/2014/main" id="{B6F87822-261E-5EA1-5C7F-A38A1AC86567}"/>
                    </a:ext>
                  </a:extLst>
                </p:cNvPr>
                <p:cNvSpPr/>
                <p:nvPr/>
              </p:nvSpPr>
              <p:spPr>
                <a:xfrm flipV="1">
                  <a:off x="7521573" y="976200"/>
                  <a:ext cx="16640" cy="140733"/>
                </a:xfrm>
                <a:custGeom>
                  <a:avLst/>
                  <a:gdLst>
                    <a:gd name="connsiteX0" fmla="*/ -746 w 16640"/>
                    <a:gd name="connsiteY0" fmla="*/ 138366 h 140733"/>
                    <a:gd name="connsiteX1" fmla="*/ 15894 w 16640"/>
                    <a:gd name="connsiteY1" fmla="*/ 138366 h 140733"/>
                    <a:gd name="connsiteX2" fmla="*/ 15894 w 16640"/>
                    <a:gd name="connsiteY2" fmla="*/ -2368 h 140733"/>
                    <a:gd name="connsiteX3" fmla="*/ -746 w 16640"/>
                    <a:gd name="connsiteY3" fmla="*/ -2368 h 140733"/>
                    <a:gd name="connsiteX4" fmla="*/ -746 w 16640"/>
                    <a:gd name="connsiteY4" fmla="*/ 138366 h 1407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40" h="140733">
                      <a:moveTo>
                        <a:pt x="-746" y="138366"/>
                      </a:moveTo>
                      <a:lnTo>
                        <a:pt x="15894" y="138366"/>
                      </a:lnTo>
                      <a:lnTo>
                        <a:pt x="15894" y="-2368"/>
                      </a:lnTo>
                      <a:lnTo>
                        <a:pt x="-746" y="-2368"/>
                      </a:lnTo>
                      <a:lnTo>
                        <a:pt x="-746" y="138366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48" name="Freeform: Shape 1647">
                  <a:extLst>
                    <a:ext uri="{FF2B5EF4-FFF2-40B4-BE49-F238E27FC236}">
                      <a16:creationId xmlns:a16="http://schemas.microsoft.com/office/drawing/2014/main" id="{A088A65E-E46C-023D-906B-823AF8895902}"/>
                    </a:ext>
                  </a:extLst>
                </p:cNvPr>
                <p:cNvSpPr/>
                <p:nvPr/>
              </p:nvSpPr>
              <p:spPr>
                <a:xfrm flipV="1">
                  <a:off x="7573031" y="976200"/>
                  <a:ext cx="16640" cy="140733"/>
                </a:xfrm>
                <a:custGeom>
                  <a:avLst/>
                  <a:gdLst>
                    <a:gd name="connsiteX0" fmla="*/ -742 w 16640"/>
                    <a:gd name="connsiteY0" fmla="*/ 138366 h 140733"/>
                    <a:gd name="connsiteX1" fmla="*/ 15898 w 16640"/>
                    <a:gd name="connsiteY1" fmla="*/ 138366 h 140733"/>
                    <a:gd name="connsiteX2" fmla="*/ 15898 w 16640"/>
                    <a:gd name="connsiteY2" fmla="*/ -2368 h 140733"/>
                    <a:gd name="connsiteX3" fmla="*/ -742 w 16640"/>
                    <a:gd name="connsiteY3" fmla="*/ -2368 h 140733"/>
                    <a:gd name="connsiteX4" fmla="*/ -742 w 16640"/>
                    <a:gd name="connsiteY4" fmla="*/ 138366 h 1407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40" h="140733">
                      <a:moveTo>
                        <a:pt x="-742" y="138366"/>
                      </a:moveTo>
                      <a:lnTo>
                        <a:pt x="15898" y="138366"/>
                      </a:lnTo>
                      <a:lnTo>
                        <a:pt x="15898" y="-2368"/>
                      </a:lnTo>
                      <a:lnTo>
                        <a:pt x="-742" y="-2368"/>
                      </a:lnTo>
                      <a:lnTo>
                        <a:pt x="-742" y="138366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49" name="Freeform: Shape 1648">
                  <a:extLst>
                    <a:ext uri="{FF2B5EF4-FFF2-40B4-BE49-F238E27FC236}">
                      <a16:creationId xmlns:a16="http://schemas.microsoft.com/office/drawing/2014/main" id="{473303DE-88F1-0EA3-AED9-8151DB84B2B0}"/>
                    </a:ext>
                  </a:extLst>
                </p:cNvPr>
                <p:cNvSpPr/>
                <p:nvPr/>
              </p:nvSpPr>
              <p:spPr>
                <a:xfrm flipV="1">
                  <a:off x="7617254" y="1013213"/>
                  <a:ext cx="93880" cy="106353"/>
                </a:xfrm>
                <a:custGeom>
                  <a:avLst/>
                  <a:gdLst>
                    <a:gd name="connsiteX0" fmla="*/ 92061 w 93880"/>
                    <a:gd name="connsiteY0" fmla="*/ 55764 h 106353"/>
                    <a:gd name="connsiteX1" fmla="*/ 92061 w 93880"/>
                    <a:gd name="connsiteY1" fmla="*/ 47632 h 106353"/>
                    <a:gd name="connsiteX2" fmla="*/ 15544 w 93880"/>
                    <a:gd name="connsiteY2" fmla="*/ 47632 h 106353"/>
                    <a:gd name="connsiteX3" fmla="*/ 25905 w 93880"/>
                    <a:gd name="connsiteY3" fmla="*/ 21442 h 106353"/>
                    <a:gd name="connsiteX4" fmla="*/ 51719 w 93880"/>
                    <a:gd name="connsiteY4" fmla="*/ 12442 h 106353"/>
                    <a:gd name="connsiteX5" fmla="*/ 70298 w 93880"/>
                    <a:gd name="connsiteY5" fmla="*/ 14786 h 106353"/>
                    <a:gd name="connsiteX6" fmla="*/ 88183 w 93880"/>
                    <a:gd name="connsiteY6" fmla="*/ 21847 h 106353"/>
                    <a:gd name="connsiteX7" fmla="*/ 88183 w 93880"/>
                    <a:gd name="connsiteY7" fmla="*/ 6104 h 106353"/>
                    <a:gd name="connsiteX8" fmla="*/ 69806 w 93880"/>
                    <a:gd name="connsiteY8" fmla="*/ 316 h 106353"/>
                    <a:gd name="connsiteX9" fmla="*/ 50735 w 93880"/>
                    <a:gd name="connsiteY9" fmla="*/ -1681 h 106353"/>
                    <a:gd name="connsiteX10" fmla="*/ 12332 w 93880"/>
                    <a:gd name="connsiteY10" fmla="*/ 12413 h 106353"/>
                    <a:gd name="connsiteX11" fmla="*/ -1819 w 93880"/>
                    <a:gd name="connsiteY11" fmla="*/ 50613 h 106353"/>
                    <a:gd name="connsiteX12" fmla="*/ 11609 w 93880"/>
                    <a:gd name="connsiteY12" fmla="*/ 90058 h 106353"/>
                    <a:gd name="connsiteX13" fmla="*/ 47841 w 93880"/>
                    <a:gd name="connsiteY13" fmla="*/ 104672 h 106353"/>
                    <a:gd name="connsiteX14" fmla="*/ 80167 w 93880"/>
                    <a:gd name="connsiteY14" fmla="*/ 91505 h 106353"/>
                    <a:gd name="connsiteX15" fmla="*/ 92061 w 93880"/>
                    <a:gd name="connsiteY15" fmla="*/ 55764 h 106353"/>
                    <a:gd name="connsiteX16" fmla="*/ 75421 w 93880"/>
                    <a:gd name="connsiteY16" fmla="*/ 60655 h 106353"/>
                    <a:gd name="connsiteX17" fmla="*/ 67781 w 93880"/>
                    <a:gd name="connsiteY17" fmla="*/ 82418 h 106353"/>
                    <a:gd name="connsiteX18" fmla="*/ 48015 w 93880"/>
                    <a:gd name="connsiteY18" fmla="*/ 90579 h 106353"/>
                    <a:gd name="connsiteX19" fmla="*/ 25731 w 93880"/>
                    <a:gd name="connsiteY19" fmla="*/ 82707 h 106353"/>
                    <a:gd name="connsiteX20" fmla="*/ 16094 w 93880"/>
                    <a:gd name="connsiteY20" fmla="*/ 60539 h 106353"/>
                    <a:gd name="connsiteX21" fmla="*/ 75421 w 93880"/>
                    <a:gd name="connsiteY21" fmla="*/ 60655 h 106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3880" h="106353">
                      <a:moveTo>
                        <a:pt x="92061" y="55764"/>
                      </a:moveTo>
                      <a:lnTo>
                        <a:pt x="92061" y="47632"/>
                      </a:lnTo>
                      <a:lnTo>
                        <a:pt x="15544" y="47632"/>
                      </a:lnTo>
                      <a:cubicBezTo>
                        <a:pt x="16278" y="36172"/>
                        <a:pt x="19731" y="27442"/>
                        <a:pt x="25905" y="21442"/>
                      </a:cubicBezTo>
                      <a:cubicBezTo>
                        <a:pt x="32079" y="15442"/>
                        <a:pt x="40684" y="12442"/>
                        <a:pt x="51719" y="12442"/>
                      </a:cubicBezTo>
                      <a:cubicBezTo>
                        <a:pt x="58105" y="12442"/>
                        <a:pt x="64298" y="13223"/>
                        <a:pt x="70298" y="14786"/>
                      </a:cubicBezTo>
                      <a:cubicBezTo>
                        <a:pt x="76298" y="16348"/>
                        <a:pt x="82260" y="18702"/>
                        <a:pt x="88183" y="21847"/>
                      </a:cubicBezTo>
                      <a:lnTo>
                        <a:pt x="88183" y="6104"/>
                      </a:lnTo>
                      <a:cubicBezTo>
                        <a:pt x="82202" y="3576"/>
                        <a:pt x="76077" y="1647"/>
                        <a:pt x="69806" y="316"/>
                      </a:cubicBezTo>
                      <a:cubicBezTo>
                        <a:pt x="63536" y="-1015"/>
                        <a:pt x="57179" y="-1681"/>
                        <a:pt x="50735" y="-1681"/>
                      </a:cubicBezTo>
                      <a:cubicBezTo>
                        <a:pt x="34567" y="-1681"/>
                        <a:pt x="21767" y="3017"/>
                        <a:pt x="12332" y="12413"/>
                      </a:cubicBezTo>
                      <a:cubicBezTo>
                        <a:pt x="2898" y="21828"/>
                        <a:pt x="-1819" y="34561"/>
                        <a:pt x="-1819" y="50613"/>
                      </a:cubicBezTo>
                      <a:cubicBezTo>
                        <a:pt x="-1819" y="67186"/>
                        <a:pt x="2657" y="80334"/>
                        <a:pt x="11609" y="90058"/>
                      </a:cubicBezTo>
                      <a:cubicBezTo>
                        <a:pt x="20561" y="99801"/>
                        <a:pt x="32638" y="104672"/>
                        <a:pt x="47841" y="104672"/>
                      </a:cubicBezTo>
                      <a:cubicBezTo>
                        <a:pt x="61462" y="104672"/>
                        <a:pt x="72237" y="100283"/>
                        <a:pt x="80167" y="91505"/>
                      </a:cubicBezTo>
                      <a:cubicBezTo>
                        <a:pt x="88096" y="82746"/>
                        <a:pt x="92061" y="70832"/>
                        <a:pt x="92061" y="55764"/>
                      </a:cubicBezTo>
                      <a:close/>
                      <a:moveTo>
                        <a:pt x="75421" y="60655"/>
                      </a:moveTo>
                      <a:cubicBezTo>
                        <a:pt x="75305" y="69742"/>
                        <a:pt x="72758" y="76996"/>
                        <a:pt x="67781" y="82418"/>
                      </a:cubicBezTo>
                      <a:cubicBezTo>
                        <a:pt x="62803" y="87858"/>
                        <a:pt x="56214" y="90579"/>
                        <a:pt x="48015" y="90579"/>
                      </a:cubicBezTo>
                      <a:cubicBezTo>
                        <a:pt x="38735" y="90579"/>
                        <a:pt x="31307" y="87955"/>
                        <a:pt x="25731" y="82707"/>
                      </a:cubicBezTo>
                      <a:cubicBezTo>
                        <a:pt x="20155" y="77459"/>
                        <a:pt x="16943" y="70070"/>
                        <a:pt x="16094" y="60539"/>
                      </a:cubicBezTo>
                      <a:lnTo>
                        <a:pt x="75421" y="60655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50" name="Freeform: Shape 1649">
                  <a:extLst>
                    <a:ext uri="{FF2B5EF4-FFF2-40B4-BE49-F238E27FC236}">
                      <a16:creationId xmlns:a16="http://schemas.microsoft.com/office/drawing/2014/main" id="{092C9F10-58B9-3A4A-F116-FD6008BA06D6}"/>
                    </a:ext>
                  </a:extLst>
                </p:cNvPr>
                <p:cNvSpPr/>
                <p:nvPr/>
              </p:nvSpPr>
              <p:spPr>
                <a:xfrm flipV="1">
                  <a:off x="7731206" y="976200"/>
                  <a:ext cx="90523" cy="143367"/>
                </a:xfrm>
                <a:custGeom>
                  <a:avLst/>
                  <a:gdLst>
                    <a:gd name="connsiteX0" fmla="*/ 72131 w 90523"/>
                    <a:gd name="connsiteY0" fmla="*/ 86233 h 143367"/>
                    <a:gd name="connsiteX1" fmla="*/ 72131 w 90523"/>
                    <a:gd name="connsiteY1" fmla="*/ 141045 h 143367"/>
                    <a:gd name="connsiteX2" fmla="*/ 88772 w 90523"/>
                    <a:gd name="connsiteY2" fmla="*/ 141045 h 143367"/>
                    <a:gd name="connsiteX3" fmla="*/ 88772 w 90523"/>
                    <a:gd name="connsiteY3" fmla="*/ 311 h 143367"/>
                    <a:gd name="connsiteX4" fmla="*/ 72131 w 90523"/>
                    <a:gd name="connsiteY4" fmla="*/ 311 h 143367"/>
                    <a:gd name="connsiteX5" fmla="*/ 72131 w 90523"/>
                    <a:gd name="connsiteY5" fmla="*/ 15505 h 143367"/>
                    <a:gd name="connsiteX6" fmla="*/ 58877 w 90523"/>
                    <a:gd name="connsiteY6" fmla="*/ 2077 h 143367"/>
                    <a:gd name="connsiteX7" fmla="*/ 39661 w 90523"/>
                    <a:gd name="connsiteY7" fmla="*/ -2322 h 143367"/>
                    <a:gd name="connsiteX8" fmla="*/ 9766 w 90523"/>
                    <a:gd name="connsiteY8" fmla="*/ 12321 h 143367"/>
                    <a:gd name="connsiteX9" fmla="*/ -1752 w 90523"/>
                    <a:gd name="connsiteY9" fmla="*/ 50869 h 143367"/>
                    <a:gd name="connsiteX10" fmla="*/ 9766 w 90523"/>
                    <a:gd name="connsiteY10" fmla="*/ 89388 h 143367"/>
                    <a:gd name="connsiteX11" fmla="*/ 39661 w 90523"/>
                    <a:gd name="connsiteY11" fmla="*/ 104031 h 143367"/>
                    <a:gd name="connsiteX12" fmla="*/ 58877 w 90523"/>
                    <a:gd name="connsiteY12" fmla="*/ 99632 h 143367"/>
                    <a:gd name="connsiteX13" fmla="*/ 72131 w 90523"/>
                    <a:gd name="connsiteY13" fmla="*/ 86233 h 143367"/>
                    <a:gd name="connsiteX14" fmla="*/ 15439 w 90523"/>
                    <a:gd name="connsiteY14" fmla="*/ 50869 h 143367"/>
                    <a:gd name="connsiteX15" fmla="*/ 22992 w 90523"/>
                    <a:gd name="connsiteY15" fmla="*/ 22074 h 143367"/>
                    <a:gd name="connsiteX16" fmla="*/ 43742 w 90523"/>
                    <a:gd name="connsiteY16" fmla="*/ 11627 h 143367"/>
                    <a:gd name="connsiteX17" fmla="*/ 64520 w 90523"/>
                    <a:gd name="connsiteY17" fmla="*/ 22074 h 143367"/>
                    <a:gd name="connsiteX18" fmla="*/ 72131 w 90523"/>
                    <a:gd name="connsiteY18" fmla="*/ 50869 h 143367"/>
                    <a:gd name="connsiteX19" fmla="*/ 64520 w 90523"/>
                    <a:gd name="connsiteY19" fmla="*/ 79664 h 143367"/>
                    <a:gd name="connsiteX20" fmla="*/ 43742 w 90523"/>
                    <a:gd name="connsiteY20" fmla="*/ 90111 h 143367"/>
                    <a:gd name="connsiteX21" fmla="*/ 22992 w 90523"/>
                    <a:gd name="connsiteY21" fmla="*/ 79664 h 143367"/>
                    <a:gd name="connsiteX22" fmla="*/ 15439 w 90523"/>
                    <a:gd name="connsiteY22" fmla="*/ 50869 h 143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90523" h="143367">
                      <a:moveTo>
                        <a:pt x="72131" y="86233"/>
                      </a:moveTo>
                      <a:lnTo>
                        <a:pt x="72131" y="141045"/>
                      </a:lnTo>
                      <a:lnTo>
                        <a:pt x="88772" y="141045"/>
                      </a:lnTo>
                      <a:lnTo>
                        <a:pt x="88772" y="311"/>
                      </a:lnTo>
                      <a:lnTo>
                        <a:pt x="72131" y="311"/>
                      </a:lnTo>
                      <a:lnTo>
                        <a:pt x="72131" y="15505"/>
                      </a:lnTo>
                      <a:cubicBezTo>
                        <a:pt x="68639" y="9485"/>
                        <a:pt x="64221" y="5009"/>
                        <a:pt x="58877" y="2077"/>
                      </a:cubicBezTo>
                      <a:cubicBezTo>
                        <a:pt x="53552" y="-856"/>
                        <a:pt x="47147" y="-2322"/>
                        <a:pt x="39661" y="-2322"/>
                      </a:cubicBezTo>
                      <a:cubicBezTo>
                        <a:pt x="27429" y="-2322"/>
                        <a:pt x="17464" y="2559"/>
                        <a:pt x="9766" y="12321"/>
                      </a:cubicBezTo>
                      <a:cubicBezTo>
                        <a:pt x="2088" y="22103"/>
                        <a:pt x="-1752" y="34952"/>
                        <a:pt x="-1752" y="50869"/>
                      </a:cubicBezTo>
                      <a:cubicBezTo>
                        <a:pt x="-1752" y="66786"/>
                        <a:pt x="2088" y="79626"/>
                        <a:pt x="9766" y="89388"/>
                      </a:cubicBezTo>
                      <a:cubicBezTo>
                        <a:pt x="17464" y="99150"/>
                        <a:pt x="27429" y="104031"/>
                        <a:pt x="39661" y="104031"/>
                      </a:cubicBezTo>
                      <a:cubicBezTo>
                        <a:pt x="47147" y="104031"/>
                        <a:pt x="53552" y="102565"/>
                        <a:pt x="58877" y="99632"/>
                      </a:cubicBezTo>
                      <a:cubicBezTo>
                        <a:pt x="64221" y="96719"/>
                        <a:pt x="68639" y="92253"/>
                        <a:pt x="72131" y="86233"/>
                      </a:cubicBezTo>
                      <a:close/>
                      <a:moveTo>
                        <a:pt x="15439" y="50869"/>
                      </a:moveTo>
                      <a:cubicBezTo>
                        <a:pt x="15439" y="38637"/>
                        <a:pt x="17956" y="29039"/>
                        <a:pt x="22992" y="22074"/>
                      </a:cubicBezTo>
                      <a:cubicBezTo>
                        <a:pt x="28027" y="15109"/>
                        <a:pt x="34944" y="11627"/>
                        <a:pt x="43742" y="11627"/>
                      </a:cubicBezTo>
                      <a:cubicBezTo>
                        <a:pt x="52539" y="11627"/>
                        <a:pt x="59465" y="15109"/>
                        <a:pt x="64520" y="22074"/>
                      </a:cubicBezTo>
                      <a:cubicBezTo>
                        <a:pt x="69594" y="29039"/>
                        <a:pt x="72131" y="38637"/>
                        <a:pt x="72131" y="50869"/>
                      </a:cubicBezTo>
                      <a:cubicBezTo>
                        <a:pt x="72131" y="63101"/>
                        <a:pt x="69594" y="72699"/>
                        <a:pt x="64520" y="79664"/>
                      </a:cubicBezTo>
                      <a:cubicBezTo>
                        <a:pt x="59465" y="86629"/>
                        <a:pt x="52539" y="90111"/>
                        <a:pt x="43742" y="90111"/>
                      </a:cubicBezTo>
                      <a:cubicBezTo>
                        <a:pt x="34944" y="90111"/>
                        <a:pt x="28027" y="86629"/>
                        <a:pt x="22992" y="79664"/>
                      </a:cubicBezTo>
                      <a:cubicBezTo>
                        <a:pt x="17956" y="72699"/>
                        <a:pt x="15439" y="63101"/>
                        <a:pt x="15439" y="50869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51" name="Freeform: Shape 1650">
                  <a:extLst>
                    <a:ext uri="{FF2B5EF4-FFF2-40B4-BE49-F238E27FC236}">
                      <a16:creationId xmlns:a16="http://schemas.microsoft.com/office/drawing/2014/main" id="{DABD92D0-E00A-7EB6-BBA3-10990D20ED2B}"/>
                    </a:ext>
                  </a:extLst>
                </p:cNvPr>
                <p:cNvSpPr/>
                <p:nvPr/>
              </p:nvSpPr>
              <p:spPr>
                <a:xfrm flipV="1">
                  <a:off x="7838556" y="1116933"/>
                  <a:ext cx="11575" cy="1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75" h="11575"/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52" name="Freeform: Shape 1651">
                  <a:extLst>
                    <a:ext uri="{FF2B5EF4-FFF2-40B4-BE49-F238E27FC236}">
                      <a16:creationId xmlns:a16="http://schemas.microsoft.com/office/drawing/2014/main" id="{61D67D80-FEE4-E28C-740E-4FF07C848D2D}"/>
                    </a:ext>
                  </a:extLst>
                </p:cNvPr>
                <p:cNvSpPr/>
                <p:nvPr/>
              </p:nvSpPr>
              <p:spPr>
                <a:xfrm flipV="1">
                  <a:off x="7909643" y="979470"/>
                  <a:ext cx="95037" cy="140097"/>
                </a:xfrm>
                <a:custGeom>
                  <a:avLst/>
                  <a:gdLst>
                    <a:gd name="connsiteX0" fmla="*/ 85023 w 95037"/>
                    <a:gd name="connsiteY0" fmla="*/ 130973 h 140097"/>
                    <a:gd name="connsiteX1" fmla="*/ 85023 w 95037"/>
                    <a:gd name="connsiteY1" fmla="*/ 113146 h 140097"/>
                    <a:gd name="connsiteX2" fmla="*/ 65402 w 95037"/>
                    <a:gd name="connsiteY2" fmla="*/ 120555 h 140097"/>
                    <a:gd name="connsiteX3" fmla="*/ 47575 w 95037"/>
                    <a:gd name="connsiteY3" fmla="*/ 123014 h 140097"/>
                    <a:gd name="connsiteX4" fmla="*/ 24568 w 95037"/>
                    <a:gd name="connsiteY4" fmla="*/ 117226 h 140097"/>
                    <a:gd name="connsiteX5" fmla="*/ 16465 w 95037"/>
                    <a:gd name="connsiteY5" fmla="*/ 100760 h 140097"/>
                    <a:gd name="connsiteX6" fmla="*/ 21848 w 95037"/>
                    <a:gd name="connsiteY6" fmla="*/ 87216 h 140097"/>
                    <a:gd name="connsiteX7" fmla="*/ 42250 w 95037"/>
                    <a:gd name="connsiteY7" fmla="*/ 79865 h 140097"/>
                    <a:gd name="connsiteX8" fmla="*/ 53276 w 95037"/>
                    <a:gd name="connsiteY8" fmla="*/ 77608 h 140097"/>
                    <a:gd name="connsiteX9" fmla="*/ 83431 w 95037"/>
                    <a:gd name="connsiteY9" fmla="*/ 63891 h 140097"/>
                    <a:gd name="connsiteX10" fmla="*/ 93155 w 95037"/>
                    <a:gd name="connsiteY10" fmla="*/ 37642 h 140097"/>
                    <a:gd name="connsiteX11" fmla="*/ 79987 w 95037"/>
                    <a:gd name="connsiteY11" fmla="*/ 7863 h 140097"/>
                    <a:gd name="connsiteX12" fmla="*/ 41440 w 95037"/>
                    <a:gd name="connsiteY12" fmla="*/ -2266 h 140097"/>
                    <a:gd name="connsiteX13" fmla="*/ 21037 w 95037"/>
                    <a:gd name="connsiteY13" fmla="*/ -95 h 140097"/>
                    <a:gd name="connsiteX14" fmla="*/ -1333 w 95037"/>
                    <a:gd name="connsiteY14" fmla="*/ 6330 h 140097"/>
                    <a:gd name="connsiteX15" fmla="*/ -1333 w 95037"/>
                    <a:gd name="connsiteY15" fmla="*/ 25140 h 140097"/>
                    <a:gd name="connsiteX16" fmla="*/ 20458 w 95037"/>
                    <a:gd name="connsiteY16" fmla="*/ 15735 h 140097"/>
                    <a:gd name="connsiteX17" fmla="*/ 41440 w 95037"/>
                    <a:gd name="connsiteY17" fmla="*/ 12581 h 140097"/>
                    <a:gd name="connsiteX18" fmla="*/ 65575 w 95037"/>
                    <a:gd name="connsiteY18" fmla="*/ 18716 h 140097"/>
                    <a:gd name="connsiteX19" fmla="*/ 74084 w 95037"/>
                    <a:gd name="connsiteY19" fmla="*/ 36282 h 140097"/>
                    <a:gd name="connsiteX20" fmla="*/ 67977 w 95037"/>
                    <a:gd name="connsiteY20" fmla="*/ 51823 h 140097"/>
                    <a:gd name="connsiteX21" fmla="*/ 47951 w 95037"/>
                    <a:gd name="connsiteY21" fmla="*/ 60244 h 140097"/>
                    <a:gd name="connsiteX22" fmla="*/ 36809 w 95037"/>
                    <a:gd name="connsiteY22" fmla="*/ 62415 h 140097"/>
                    <a:gd name="connsiteX23" fmla="*/ 7233 w 95037"/>
                    <a:gd name="connsiteY23" fmla="*/ 75148 h 140097"/>
                    <a:gd name="connsiteX24" fmla="*/ -1883 w 95037"/>
                    <a:gd name="connsiteY24" fmla="*/ 99313 h 140097"/>
                    <a:gd name="connsiteX25" fmla="*/ 10735 w 95037"/>
                    <a:gd name="connsiteY25" fmla="*/ 127529 h 140097"/>
                    <a:gd name="connsiteX26" fmla="*/ 45491 w 95037"/>
                    <a:gd name="connsiteY26" fmla="*/ 137832 h 140097"/>
                    <a:gd name="connsiteX27" fmla="*/ 64852 w 95037"/>
                    <a:gd name="connsiteY27" fmla="*/ 136095 h 140097"/>
                    <a:gd name="connsiteX28" fmla="*/ 85023 w 95037"/>
                    <a:gd name="connsiteY28" fmla="*/ 130973 h 140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95037" h="140097">
                      <a:moveTo>
                        <a:pt x="85023" y="130973"/>
                      </a:moveTo>
                      <a:lnTo>
                        <a:pt x="85023" y="113146"/>
                      </a:lnTo>
                      <a:cubicBezTo>
                        <a:pt x="78097" y="116464"/>
                        <a:pt x="71556" y="118934"/>
                        <a:pt x="65402" y="120555"/>
                      </a:cubicBezTo>
                      <a:cubicBezTo>
                        <a:pt x="59247" y="122195"/>
                        <a:pt x="53305" y="123014"/>
                        <a:pt x="47575" y="123014"/>
                      </a:cubicBezTo>
                      <a:cubicBezTo>
                        <a:pt x="37639" y="123014"/>
                        <a:pt x="29970" y="121085"/>
                        <a:pt x="24568" y="117226"/>
                      </a:cubicBezTo>
                      <a:cubicBezTo>
                        <a:pt x="19166" y="113368"/>
                        <a:pt x="16465" y="107879"/>
                        <a:pt x="16465" y="100760"/>
                      </a:cubicBezTo>
                      <a:cubicBezTo>
                        <a:pt x="16465" y="94779"/>
                        <a:pt x="18259" y="90264"/>
                        <a:pt x="21848" y="87216"/>
                      </a:cubicBezTo>
                      <a:cubicBezTo>
                        <a:pt x="25436" y="84187"/>
                        <a:pt x="32237" y="81737"/>
                        <a:pt x="42250" y="79865"/>
                      </a:cubicBezTo>
                      <a:lnTo>
                        <a:pt x="53276" y="77608"/>
                      </a:lnTo>
                      <a:cubicBezTo>
                        <a:pt x="66897" y="75003"/>
                        <a:pt x="76949" y="70431"/>
                        <a:pt x="83431" y="63891"/>
                      </a:cubicBezTo>
                      <a:cubicBezTo>
                        <a:pt x="89914" y="57350"/>
                        <a:pt x="93155" y="48601"/>
                        <a:pt x="93155" y="37642"/>
                      </a:cubicBezTo>
                      <a:cubicBezTo>
                        <a:pt x="93155" y="24542"/>
                        <a:pt x="88766" y="14616"/>
                        <a:pt x="79987" y="7863"/>
                      </a:cubicBezTo>
                      <a:cubicBezTo>
                        <a:pt x="71228" y="1111"/>
                        <a:pt x="58379" y="-2266"/>
                        <a:pt x="41440" y="-2266"/>
                      </a:cubicBezTo>
                      <a:cubicBezTo>
                        <a:pt x="35054" y="-2266"/>
                        <a:pt x="28253" y="-1542"/>
                        <a:pt x="21037" y="-95"/>
                      </a:cubicBezTo>
                      <a:cubicBezTo>
                        <a:pt x="13841" y="1352"/>
                        <a:pt x="6384" y="3493"/>
                        <a:pt x="-1333" y="6330"/>
                      </a:cubicBezTo>
                      <a:lnTo>
                        <a:pt x="-1333" y="25140"/>
                      </a:lnTo>
                      <a:cubicBezTo>
                        <a:pt x="6075" y="20992"/>
                        <a:pt x="13339" y="17857"/>
                        <a:pt x="20458" y="15735"/>
                      </a:cubicBezTo>
                      <a:cubicBezTo>
                        <a:pt x="27578" y="13632"/>
                        <a:pt x="34571" y="12581"/>
                        <a:pt x="41440" y="12581"/>
                      </a:cubicBezTo>
                      <a:cubicBezTo>
                        <a:pt x="51858" y="12581"/>
                        <a:pt x="59903" y="14626"/>
                        <a:pt x="65575" y="18716"/>
                      </a:cubicBezTo>
                      <a:cubicBezTo>
                        <a:pt x="71248" y="22825"/>
                        <a:pt x="74084" y="28681"/>
                        <a:pt x="74084" y="36282"/>
                      </a:cubicBezTo>
                      <a:cubicBezTo>
                        <a:pt x="74084" y="42900"/>
                        <a:pt x="72048" y="48080"/>
                        <a:pt x="67977" y="51823"/>
                      </a:cubicBezTo>
                      <a:cubicBezTo>
                        <a:pt x="63906" y="55566"/>
                        <a:pt x="57231" y="58373"/>
                        <a:pt x="47951" y="60244"/>
                      </a:cubicBezTo>
                      <a:lnTo>
                        <a:pt x="36809" y="62415"/>
                      </a:lnTo>
                      <a:cubicBezTo>
                        <a:pt x="23188" y="65116"/>
                        <a:pt x="13330" y="69360"/>
                        <a:pt x="7233" y="75148"/>
                      </a:cubicBezTo>
                      <a:cubicBezTo>
                        <a:pt x="1156" y="80936"/>
                        <a:pt x="-1883" y="88991"/>
                        <a:pt x="-1883" y="99313"/>
                      </a:cubicBezTo>
                      <a:cubicBezTo>
                        <a:pt x="-1883" y="111255"/>
                        <a:pt x="2323" y="120661"/>
                        <a:pt x="10735" y="127529"/>
                      </a:cubicBezTo>
                      <a:cubicBezTo>
                        <a:pt x="19147" y="134397"/>
                        <a:pt x="30732" y="137832"/>
                        <a:pt x="45491" y="137832"/>
                      </a:cubicBezTo>
                      <a:cubicBezTo>
                        <a:pt x="51839" y="137832"/>
                        <a:pt x="58292" y="137253"/>
                        <a:pt x="64852" y="136095"/>
                      </a:cubicBezTo>
                      <a:cubicBezTo>
                        <a:pt x="71431" y="134957"/>
                        <a:pt x="78155" y="133250"/>
                        <a:pt x="85023" y="130973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53" name="Freeform: Shape 1652">
                  <a:extLst>
                    <a:ext uri="{FF2B5EF4-FFF2-40B4-BE49-F238E27FC236}">
                      <a16:creationId xmlns:a16="http://schemas.microsoft.com/office/drawing/2014/main" id="{C522B3F1-44DB-B64E-CF24-5F503DFC994A}"/>
                    </a:ext>
                  </a:extLst>
                </p:cNvPr>
                <p:cNvSpPr/>
                <p:nvPr/>
              </p:nvSpPr>
              <p:spPr>
                <a:xfrm flipV="1">
                  <a:off x="8033173" y="981901"/>
                  <a:ext cx="123543" cy="135032"/>
                </a:xfrm>
                <a:custGeom>
                  <a:avLst/>
                  <a:gdLst>
                    <a:gd name="connsiteX0" fmla="*/ -2570 w 123543"/>
                    <a:gd name="connsiteY0" fmla="*/ 132764 h 135032"/>
                    <a:gd name="connsiteX1" fmla="*/ 24663 w 123543"/>
                    <a:gd name="connsiteY1" fmla="*/ 132764 h 135032"/>
                    <a:gd name="connsiteX2" fmla="*/ 59101 w 123543"/>
                    <a:gd name="connsiteY2" fmla="*/ 40880 h 135032"/>
                    <a:gd name="connsiteX3" fmla="*/ 93742 w 123543"/>
                    <a:gd name="connsiteY3" fmla="*/ 132764 h 135032"/>
                    <a:gd name="connsiteX4" fmla="*/ 120974 w 123543"/>
                    <a:gd name="connsiteY4" fmla="*/ 132764 h 135032"/>
                    <a:gd name="connsiteX5" fmla="*/ 120974 w 123543"/>
                    <a:gd name="connsiteY5" fmla="*/ -2269 h 135032"/>
                    <a:gd name="connsiteX6" fmla="*/ 103147 w 123543"/>
                    <a:gd name="connsiteY6" fmla="*/ -2269 h 135032"/>
                    <a:gd name="connsiteX7" fmla="*/ 103147 w 123543"/>
                    <a:gd name="connsiteY7" fmla="*/ 116297 h 135032"/>
                    <a:gd name="connsiteX8" fmla="*/ 68333 w 123543"/>
                    <a:gd name="connsiteY8" fmla="*/ 23690 h 135032"/>
                    <a:gd name="connsiteX9" fmla="*/ 49985 w 123543"/>
                    <a:gd name="connsiteY9" fmla="*/ 23690 h 135032"/>
                    <a:gd name="connsiteX10" fmla="*/ 15170 w 123543"/>
                    <a:gd name="connsiteY10" fmla="*/ 116297 h 135032"/>
                    <a:gd name="connsiteX11" fmla="*/ 15170 w 123543"/>
                    <a:gd name="connsiteY11" fmla="*/ -2269 h 135032"/>
                    <a:gd name="connsiteX12" fmla="*/ -2570 w 123543"/>
                    <a:gd name="connsiteY12" fmla="*/ -2269 h 135032"/>
                    <a:gd name="connsiteX13" fmla="*/ -2570 w 123543"/>
                    <a:gd name="connsiteY13" fmla="*/ 132764 h 13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23543" h="135032">
                      <a:moveTo>
                        <a:pt x="-2570" y="132764"/>
                      </a:moveTo>
                      <a:lnTo>
                        <a:pt x="24663" y="132764"/>
                      </a:lnTo>
                      <a:lnTo>
                        <a:pt x="59101" y="40880"/>
                      </a:lnTo>
                      <a:lnTo>
                        <a:pt x="93742" y="132764"/>
                      </a:lnTo>
                      <a:lnTo>
                        <a:pt x="120974" y="132764"/>
                      </a:lnTo>
                      <a:lnTo>
                        <a:pt x="120974" y="-2269"/>
                      </a:lnTo>
                      <a:lnTo>
                        <a:pt x="103147" y="-2269"/>
                      </a:lnTo>
                      <a:lnTo>
                        <a:pt x="103147" y="116297"/>
                      </a:lnTo>
                      <a:lnTo>
                        <a:pt x="68333" y="23690"/>
                      </a:lnTo>
                      <a:lnTo>
                        <a:pt x="49985" y="23690"/>
                      </a:lnTo>
                      <a:lnTo>
                        <a:pt x="15170" y="116297"/>
                      </a:lnTo>
                      <a:lnTo>
                        <a:pt x="15170" y="-2269"/>
                      </a:lnTo>
                      <a:lnTo>
                        <a:pt x="-2570" y="-2269"/>
                      </a:lnTo>
                      <a:lnTo>
                        <a:pt x="-2570" y="132764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54" name="Freeform: Shape 1653">
                  <a:extLst>
                    <a:ext uri="{FF2B5EF4-FFF2-40B4-BE49-F238E27FC236}">
                      <a16:creationId xmlns:a16="http://schemas.microsoft.com/office/drawing/2014/main" id="{0424F3B7-7EAB-9478-1F79-6E4FC74D2AD4}"/>
                    </a:ext>
                  </a:extLst>
                </p:cNvPr>
                <p:cNvSpPr/>
                <p:nvPr/>
              </p:nvSpPr>
              <p:spPr>
                <a:xfrm flipV="1">
                  <a:off x="8192974" y="981901"/>
                  <a:ext cx="105195" cy="135032"/>
                </a:xfrm>
                <a:custGeom>
                  <a:avLst/>
                  <a:gdLst>
                    <a:gd name="connsiteX0" fmla="*/ 61804 w 105195"/>
                    <a:gd name="connsiteY0" fmla="*/ 61051 h 135032"/>
                    <a:gd name="connsiteX1" fmla="*/ 73235 w 105195"/>
                    <a:gd name="connsiteY1" fmla="*/ 52543 h 135032"/>
                    <a:gd name="connsiteX2" fmla="*/ 84406 w 105195"/>
                    <a:gd name="connsiteY2" fmla="*/ 34629 h 135032"/>
                    <a:gd name="connsiteX3" fmla="*/ 102956 w 105195"/>
                    <a:gd name="connsiteY3" fmla="*/ -2269 h 135032"/>
                    <a:gd name="connsiteX4" fmla="*/ 83306 w 105195"/>
                    <a:gd name="connsiteY4" fmla="*/ -2269 h 135032"/>
                    <a:gd name="connsiteX5" fmla="*/ 66058 w 105195"/>
                    <a:gd name="connsiteY5" fmla="*/ 32372 h 135032"/>
                    <a:gd name="connsiteX6" fmla="*/ 53064 w 105195"/>
                    <a:gd name="connsiteY6" fmla="*/ 50372 h 135032"/>
                    <a:gd name="connsiteX7" fmla="*/ 35932 w 105195"/>
                    <a:gd name="connsiteY7" fmla="*/ 54800 h 135032"/>
                    <a:gd name="connsiteX8" fmla="*/ 16021 w 105195"/>
                    <a:gd name="connsiteY8" fmla="*/ 54800 h 135032"/>
                    <a:gd name="connsiteX9" fmla="*/ 16021 w 105195"/>
                    <a:gd name="connsiteY9" fmla="*/ -2269 h 135032"/>
                    <a:gd name="connsiteX10" fmla="*/ -2240 w 105195"/>
                    <a:gd name="connsiteY10" fmla="*/ -2269 h 135032"/>
                    <a:gd name="connsiteX11" fmla="*/ -2240 w 105195"/>
                    <a:gd name="connsiteY11" fmla="*/ 132764 h 135032"/>
                    <a:gd name="connsiteX12" fmla="*/ 38999 w 105195"/>
                    <a:gd name="connsiteY12" fmla="*/ 132764 h 135032"/>
                    <a:gd name="connsiteX13" fmla="*/ 73553 w 105195"/>
                    <a:gd name="connsiteY13" fmla="*/ 123069 h 135032"/>
                    <a:gd name="connsiteX14" fmla="*/ 84956 w 105195"/>
                    <a:gd name="connsiteY14" fmla="*/ 93869 h 135032"/>
                    <a:gd name="connsiteX15" fmla="*/ 79023 w 105195"/>
                    <a:gd name="connsiteY15" fmla="*/ 72685 h 135032"/>
                    <a:gd name="connsiteX16" fmla="*/ 61804 w 105195"/>
                    <a:gd name="connsiteY16" fmla="*/ 61051 h 135032"/>
                    <a:gd name="connsiteX17" fmla="*/ 16021 w 105195"/>
                    <a:gd name="connsiteY17" fmla="*/ 117744 h 135032"/>
                    <a:gd name="connsiteX18" fmla="*/ 16021 w 105195"/>
                    <a:gd name="connsiteY18" fmla="*/ 69820 h 135032"/>
                    <a:gd name="connsiteX19" fmla="*/ 38999 w 105195"/>
                    <a:gd name="connsiteY19" fmla="*/ 69820 h 135032"/>
                    <a:gd name="connsiteX20" fmla="*/ 58939 w 105195"/>
                    <a:gd name="connsiteY20" fmla="*/ 75926 h 135032"/>
                    <a:gd name="connsiteX21" fmla="*/ 65682 w 105195"/>
                    <a:gd name="connsiteY21" fmla="*/ 93869 h 135032"/>
                    <a:gd name="connsiteX22" fmla="*/ 58939 w 105195"/>
                    <a:gd name="connsiteY22" fmla="*/ 111724 h 135032"/>
                    <a:gd name="connsiteX23" fmla="*/ 38999 w 105195"/>
                    <a:gd name="connsiteY23" fmla="*/ 117744 h 135032"/>
                    <a:gd name="connsiteX24" fmla="*/ 16021 w 105195"/>
                    <a:gd name="connsiteY24" fmla="*/ 117744 h 13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05195" h="135032">
                      <a:moveTo>
                        <a:pt x="61804" y="61051"/>
                      </a:moveTo>
                      <a:cubicBezTo>
                        <a:pt x="65720" y="59720"/>
                        <a:pt x="69531" y="56884"/>
                        <a:pt x="73235" y="52543"/>
                      </a:cubicBezTo>
                      <a:cubicBezTo>
                        <a:pt x="76939" y="48202"/>
                        <a:pt x="80663" y="42231"/>
                        <a:pt x="84406" y="34629"/>
                      </a:cubicBezTo>
                      <a:lnTo>
                        <a:pt x="102956" y="-2269"/>
                      </a:lnTo>
                      <a:lnTo>
                        <a:pt x="83306" y="-2269"/>
                      </a:lnTo>
                      <a:lnTo>
                        <a:pt x="66058" y="32372"/>
                      </a:lnTo>
                      <a:cubicBezTo>
                        <a:pt x="61582" y="41420"/>
                        <a:pt x="57251" y="47420"/>
                        <a:pt x="53064" y="50372"/>
                      </a:cubicBezTo>
                      <a:cubicBezTo>
                        <a:pt x="48877" y="53324"/>
                        <a:pt x="43167" y="54800"/>
                        <a:pt x="35932" y="54800"/>
                      </a:cubicBezTo>
                      <a:lnTo>
                        <a:pt x="16021" y="54800"/>
                      </a:lnTo>
                      <a:lnTo>
                        <a:pt x="16021" y="-2269"/>
                      </a:lnTo>
                      <a:lnTo>
                        <a:pt x="-2240" y="-2269"/>
                      </a:lnTo>
                      <a:lnTo>
                        <a:pt x="-2240" y="132764"/>
                      </a:lnTo>
                      <a:lnTo>
                        <a:pt x="38999" y="132764"/>
                      </a:lnTo>
                      <a:cubicBezTo>
                        <a:pt x="54434" y="132764"/>
                        <a:pt x="65952" y="129532"/>
                        <a:pt x="73553" y="123069"/>
                      </a:cubicBezTo>
                      <a:cubicBezTo>
                        <a:pt x="81155" y="116625"/>
                        <a:pt x="84956" y="106892"/>
                        <a:pt x="84956" y="93869"/>
                      </a:cubicBezTo>
                      <a:cubicBezTo>
                        <a:pt x="84956" y="85360"/>
                        <a:pt x="82978" y="78299"/>
                        <a:pt x="79023" y="72685"/>
                      </a:cubicBezTo>
                      <a:cubicBezTo>
                        <a:pt x="75068" y="67090"/>
                        <a:pt x="69328" y="63212"/>
                        <a:pt x="61804" y="61051"/>
                      </a:cubicBezTo>
                      <a:close/>
                      <a:moveTo>
                        <a:pt x="16021" y="117744"/>
                      </a:moveTo>
                      <a:lnTo>
                        <a:pt x="16021" y="69820"/>
                      </a:lnTo>
                      <a:lnTo>
                        <a:pt x="38999" y="69820"/>
                      </a:lnTo>
                      <a:cubicBezTo>
                        <a:pt x="47797" y="69820"/>
                        <a:pt x="54444" y="71855"/>
                        <a:pt x="58939" y="75926"/>
                      </a:cubicBezTo>
                      <a:cubicBezTo>
                        <a:pt x="63434" y="79997"/>
                        <a:pt x="65682" y="85978"/>
                        <a:pt x="65682" y="93869"/>
                      </a:cubicBezTo>
                      <a:cubicBezTo>
                        <a:pt x="65682" y="101760"/>
                        <a:pt x="63434" y="107711"/>
                        <a:pt x="58939" y="111724"/>
                      </a:cubicBezTo>
                      <a:cubicBezTo>
                        <a:pt x="54444" y="115737"/>
                        <a:pt x="47797" y="117744"/>
                        <a:pt x="38999" y="117744"/>
                      </a:cubicBezTo>
                      <a:lnTo>
                        <a:pt x="16021" y="117744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55" name="Freeform: Shape 1654">
                  <a:extLst>
                    <a:ext uri="{FF2B5EF4-FFF2-40B4-BE49-F238E27FC236}">
                      <a16:creationId xmlns:a16="http://schemas.microsoft.com/office/drawing/2014/main" id="{65FF6310-211E-8B9A-A153-0998DA4456EF}"/>
                    </a:ext>
                  </a:extLst>
                </p:cNvPr>
                <p:cNvSpPr/>
                <p:nvPr/>
              </p:nvSpPr>
              <p:spPr>
                <a:xfrm flipV="1">
                  <a:off x="8304620" y="979470"/>
                  <a:ext cx="108900" cy="140097"/>
                </a:xfrm>
                <a:custGeom>
                  <a:avLst/>
                  <a:gdLst>
                    <a:gd name="connsiteX0" fmla="*/ 106875 w 108900"/>
                    <a:gd name="connsiteY0" fmla="*/ 124982 h 140097"/>
                    <a:gd name="connsiteX1" fmla="*/ 106875 w 108900"/>
                    <a:gd name="connsiteY1" fmla="*/ 105737 h 140097"/>
                    <a:gd name="connsiteX2" fmla="*/ 87196 w 108900"/>
                    <a:gd name="connsiteY2" fmla="*/ 118558 h 140097"/>
                    <a:gd name="connsiteX3" fmla="*/ 65000 w 108900"/>
                    <a:gd name="connsiteY3" fmla="*/ 122812 h 140097"/>
                    <a:gd name="connsiteX4" fmla="*/ 29548 w 108900"/>
                    <a:gd name="connsiteY4" fmla="*/ 108660 h 140097"/>
                    <a:gd name="connsiteX5" fmla="*/ 17249 w 108900"/>
                    <a:gd name="connsiteY5" fmla="*/ 67740 h 140097"/>
                    <a:gd name="connsiteX6" fmla="*/ 29548 w 108900"/>
                    <a:gd name="connsiteY6" fmla="*/ 26906 h 140097"/>
                    <a:gd name="connsiteX7" fmla="*/ 65000 w 108900"/>
                    <a:gd name="connsiteY7" fmla="*/ 12754 h 140097"/>
                    <a:gd name="connsiteX8" fmla="*/ 87196 w 108900"/>
                    <a:gd name="connsiteY8" fmla="*/ 17008 h 140097"/>
                    <a:gd name="connsiteX9" fmla="*/ 106875 w 108900"/>
                    <a:gd name="connsiteY9" fmla="*/ 29858 h 140097"/>
                    <a:gd name="connsiteX10" fmla="*/ 106875 w 108900"/>
                    <a:gd name="connsiteY10" fmla="*/ 10757 h 140097"/>
                    <a:gd name="connsiteX11" fmla="*/ 86560 w 108900"/>
                    <a:gd name="connsiteY11" fmla="*/ 976 h 140097"/>
                    <a:gd name="connsiteX12" fmla="*/ 63929 w 108900"/>
                    <a:gd name="connsiteY12" fmla="*/ -2266 h 140097"/>
                    <a:gd name="connsiteX13" fmla="*/ 15599 w 108900"/>
                    <a:gd name="connsiteY13" fmla="*/ 16487 h 140097"/>
                    <a:gd name="connsiteX14" fmla="*/ -2025 w 108900"/>
                    <a:gd name="connsiteY14" fmla="*/ 67740 h 140097"/>
                    <a:gd name="connsiteX15" fmla="*/ 15599 w 108900"/>
                    <a:gd name="connsiteY15" fmla="*/ 119050 h 140097"/>
                    <a:gd name="connsiteX16" fmla="*/ 63929 w 108900"/>
                    <a:gd name="connsiteY16" fmla="*/ 137832 h 140097"/>
                    <a:gd name="connsiteX17" fmla="*/ 86733 w 108900"/>
                    <a:gd name="connsiteY17" fmla="*/ 134619 h 140097"/>
                    <a:gd name="connsiteX18" fmla="*/ 106875 w 108900"/>
                    <a:gd name="connsiteY18" fmla="*/ 124982 h 140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08900" h="140097">
                      <a:moveTo>
                        <a:pt x="106875" y="124982"/>
                      </a:moveTo>
                      <a:lnTo>
                        <a:pt x="106875" y="105737"/>
                      </a:lnTo>
                      <a:cubicBezTo>
                        <a:pt x="100721" y="111467"/>
                        <a:pt x="94161" y="115741"/>
                        <a:pt x="87196" y="118558"/>
                      </a:cubicBezTo>
                      <a:cubicBezTo>
                        <a:pt x="80231" y="121394"/>
                        <a:pt x="72833" y="122812"/>
                        <a:pt x="65000" y="122812"/>
                      </a:cubicBezTo>
                      <a:cubicBezTo>
                        <a:pt x="49565" y="122812"/>
                        <a:pt x="37748" y="118095"/>
                        <a:pt x="29548" y="108660"/>
                      </a:cubicBezTo>
                      <a:cubicBezTo>
                        <a:pt x="21349" y="99226"/>
                        <a:pt x="17249" y="85586"/>
                        <a:pt x="17249" y="67740"/>
                      </a:cubicBezTo>
                      <a:cubicBezTo>
                        <a:pt x="17249" y="49951"/>
                        <a:pt x="21349" y="36340"/>
                        <a:pt x="29548" y="26906"/>
                      </a:cubicBezTo>
                      <a:cubicBezTo>
                        <a:pt x="37748" y="17471"/>
                        <a:pt x="49565" y="12754"/>
                        <a:pt x="65000" y="12754"/>
                      </a:cubicBezTo>
                      <a:cubicBezTo>
                        <a:pt x="72833" y="12754"/>
                        <a:pt x="80231" y="14172"/>
                        <a:pt x="87196" y="17008"/>
                      </a:cubicBezTo>
                      <a:cubicBezTo>
                        <a:pt x="94161" y="19844"/>
                        <a:pt x="100721" y="24127"/>
                        <a:pt x="106875" y="29858"/>
                      </a:cubicBezTo>
                      <a:lnTo>
                        <a:pt x="106875" y="10757"/>
                      </a:lnTo>
                      <a:cubicBezTo>
                        <a:pt x="100489" y="6416"/>
                        <a:pt x="93717" y="3156"/>
                        <a:pt x="86560" y="976"/>
                      </a:cubicBezTo>
                      <a:cubicBezTo>
                        <a:pt x="79421" y="-1185"/>
                        <a:pt x="71878" y="-2266"/>
                        <a:pt x="63929" y="-2266"/>
                      </a:cubicBezTo>
                      <a:cubicBezTo>
                        <a:pt x="43478" y="-2266"/>
                        <a:pt x="27368" y="3985"/>
                        <a:pt x="15599" y="16487"/>
                      </a:cubicBezTo>
                      <a:cubicBezTo>
                        <a:pt x="3850" y="29009"/>
                        <a:pt x="-2025" y="46093"/>
                        <a:pt x="-2025" y="67740"/>
                      </a:cubicBezTo>
                      <a:cubicBezTo>
                        <a:pt x="-2025" y="89444"/>
                        <a:pt x="3850" y="106548"/>
                        <a:pt x="15599" y="119050"/>
                      </a:cubicBezTo>
                      <a:cubicBezTo>
                        <a:pt x="27368" y="131571"/>
                        <a:pt x="43478" y="137832"/>
                        <a:pt x="63929" y="137832"/>
                      </a:cubicBezTo>
                      <a:cubicBezTo>
                        <a:pt x="71993" y="137832"/>
                        <a:pt x="79595" y="136761"/>
                        <a:pt x="86733" y="134619"/>
                      </a:cubicBezTo>
                      <a:cubicBezTo>
                        <a:pt x="93891" y="132478"/>
                        <a:pt x="100605" y="129265"/>
                        <a:pt x="106875" y="124982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56" name="Freeform: Shape 1655">
                  <a:extLst>
                    <a:ext uri="{FF2B5EF4-FFF2-40B4-BE49-F238E27FC236}">
                      <a16:creationId xmlns:a16="http://schemas.microsoft.com/office/drawing/2014/main" id="{D8CDCA84-C948-A840-72C8-C1D69B7E19FE}"/>
                    </a:ext>
                  </a:extLst>
                </p:cNvPr>
                <p:cNvSpPr/>
                <p:nvPr/>
              </p:nvSpPr>
              <p:spPr>
                <a:xfrm flipV="1">
                  <a:off x="8433944" y="979470"/>
                  <a:ext cx="108900" cy="140097"/>
                </a:xfrm>
                <a:custGeom>
                  <a:avLst/>
                  <a:gdLst>
                    <a:gd name="connsiteX0" fmla="*/ 106886 w 108900"/>
                    <a:gd name="connsiteY0" fmla="*/ 124982 h 140097"/>
                    <a:gd name="connsiteX1" fmla="*/ 106886 w 108900"/>
                    <a:gd name="connsiteY1" fmla="*/ 105737 h 140097"/>
                    <a:gd name="connsiteX2" fmla="*/ 87207 w 108900"/>
                    <a:gd name="connsiteY2" fmla="*/ 118558 h 140097"/>
                    <a:gd name="connsiteX3" fmla="*/ 65011 w 108900"/>
                    <a:gd name="connsiteY3" fmla="*/ 122812 h 140097"/>
                    <a:gd name="connsiteX4" fmla="*/ 29560 w 108900"/>
                    <a:gd name="connsiteY4" fmla="*/ 108660 h 140097"/>
                    <a:gd name="connsiteX5" fmla="*/ 17260 w 108900"/>
                    <a:gd name="connsiteY5" fmla="*/ 67740 h 140097"/>
                    <a:gd name="connsiteX6" fmla="*/ 29560 w 108900"/>
                    <a:gd name="connsiteY6" fmla="*/ 26906 h 140097"/>
                    <a:gd name="connsiteX7" fmla="*/ 65011 w 108900"/>
                    <a:gd name="connsiteY7" fmla="*/ 12754 h 140097"/>
                    <a:gd name="connsiteX8" fmla="*/ 87207 w 108900"/>
                    <a:gd name="connsiteY8" fmla="*/ 17008 h 140097"/>
                    <a:gd name="connsiteX9" fmla="*/ 106886 w 108900"/>
                    <a:gd name="connsiteY9" fmla="*/ 29858 h 140097"/>
                    <a:gd name="connsiteX10" fmla="*/ 106886 w 108900"/>
                    <a:gd name="connsiteY10" fmla="*/ 10757 h 140097"/>
                    <a:gd name="connsiteX11" fmla="*/ 86571 w 108900"/>
                    <a:gd name="connsiteY11" fmla="*/ 976 h 140097"/>
                    <a:gd name="connsiteX12" fmla="*/ 63940 w 108900"/>
                    <a:gd name="connsiteY12" fmla="*/ -2266 h 140097"/>
                    <a:gd name="connsiteX13" fmla="*/ 15611 w 108900"/>
                    <a:gd name="connsiteY13" fmla="*/ 16487 h 140097"/>
                    <a:gd name="connsiteX14" fmla="*/ -2014 w 108900"/>
                    <a:gd name="connsiteY14" fmla="*/ 67740 h 140097"/>
                    <a:gd name="connsiteX15" fmla="*/ 15611 w 108900"/>
                    <a:gd name="connsiteY15" fmla="*/ 119050 h 140097"/>
                    <a:gd name="connsiteX16" fmla="*/ 63940 w 108900"/>
                    <a:gd name="connsiteY16" fmla="*/ 137832 h 140097"/>
                    <a:gd name="connsiteX17" fmla="*/ 86744 w 108900"/>
                    <a:gd name="connsiteY17" fmla="*/ 134619 h 140097"/>
                    <a:gd name="connsiteX18" fmla="*/ 106886 w 108900"/>
                    <a:gd name="connsiteY18" fmla="*/ 124982 h 140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08900" h="140097">
                      <a:moveTo>
                        <a:pt x="106886" y="124982"/>
                      </a:moveTo>
                      <a:lnTo>
                        <a:pt x="106886" y="105737"/>
                      </a:lnTo>
                      <a:cubicBezTo>
                        <a:pt x="100732" y="111467"/>
                        <a:pt x="94172" y="115741"/>
                        <a:pt x="87207" y="118558"/>
                      </a:cubicBezTo>
                      <a:cubicBezTo>
                        <a:pt x="80243" y="121394"/>
                        <a:pt x="72844" y="122812"/>
                        <a:pt x="65011" y="122812"/>
                      </a:cubicBezTo>
                      <a:cubicBezTo>
                        <a:pt x="49576" y="122812"/>
                        <a:pt x="37759" y="118095"/>
                        <a:pt x="29560" y="108660"/>
                      </a:cubicBezTo>
                      <a:cubicBezTo>
                        <a:pt x="21360" y="99226"/>
                        <a:pt x="17260" y="85586"/>
                        <a:pt x="17260" y="67740"/>
                      </a:cubicBezTo>
                      <a:cubicBezTo>
                        <a:pt x="17260" y="49951"/>
                        <a:pt x="21360" y="36340"/>
                        <a:pt x="29560" y="26906"/>
                      </a:cubicBezTo>
                      <a:cubicBezTo>
                        <a:pt x="37759" y="17471"/>
                        <a:pt x="49576" y="12754"/>
                        <a:pt x="65011" y="12754"/>
                      </a:cubicBezTo>
                      <a:cubicBezTo>
                        <a:pt x="72844" y="12754"/>
                        <a:pt x="80243" y="14172"/>
                        <a:pt x="87207" y="17008"/>
                      </a:cubicBezTo>
                      <a:cubicBezTo>
                        <a:pt x="94172" y="19844"/>
                        <a:pt x="100732" y="24127"/>
                        <a:pt x="106886" y="29858"/>
                      </a:cubicBezTo>
                      <a:lnTo>
                        <a:pt x="106886" y="10757"/>
                      </a:lnTo>
                      <a:cubicBezTo>
                        <a:pt x="100500" y="6416"/>
                        <a:pt x="93728" y="3156"/>
                        <a:pt x="86571" y="976"/>
                      </a:cubicBezTo>
                      <a:cubicBezTo>
                        <a:pt x="79432" y="-1185"/>
                        <a:pt x="71889" y="-2266"/>
                        <a:pt x="63940" y="-2266"/>
                      </a:cubicBezTo>
                      <a:cubicBezTo>
                        <a:pt x="43489" y="-2266"/>
                        <a:pt x="27380" y="3985"/>
                        <a:pt x="15611" y="16487"/>
                      </a:cubicBezTo>
                      <a:cubicBezTo>
                        <a:pt x="3861" y="29009"/>
                        <a:pt x="-2014" y="46093"/>
                        <a:pt x="-2014" y="67740"/>
                      </a:cubicBezTo>
                      <a:cubicBezTo>
                        <a:pt x="-2014" y="89444"/>
                        <a:pt x="3861" y="106548"/>
                        <a:pt x="15611" y="119050"/>
                      </a:cubicBezTo>
                      <a:cubicBezTo>
                        <a:pt x="27380" y="131571"/>
                        <a:pt x="43489" y="137832"/>
                        <a:pt x="63940" y="137832"/>
                      </a:cubicBezTo>
                      <a:cubicBezTo>
                        <a:pt x="72005" y="137832"/>
                        <a:pt x="79606" y="136761"/>
                        <a:pt x="86744" y="134619"/>
                      </a:cubicBezTo>
                      <a:cubicBezTo>
                        <a:pt x="93902" y="132478"/>
                        <a:pt x="100616" y="129265"/>
                        <a:pt x="106886" y="124982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57" name="Freeform: Shape 1656">
                  <a:extLst>
                    <a:ext uri="{FF2B5EF4-FFF2-40B4-BE49-F238E27FC236}">
                      <a16:creationId xmlns:a16="http://schemas.microsoft.com/office/drawing/2014/main" id="{E43D9B70-BE88-06BA-38A2-360389106FA7}"/>
                    </a:ext>
                  </a:extLst>
                </p:cNvPr>
                <p:cNvSpPr/>
                <p:nvPr/>
              </p:nvSpPr>
              <p:spPr>
                <a:xfrm flipV="1">
                  <a:off x="8565091" y="979470"/>
                  <a:ext cx="95037" cy="140097"/>
                </a:xfrm>
                <a:custGeom>
                  <a:avLst/>
                  <a:gdLst>
                    <a:gd name="connsiteX0" fmla="*/ 85080 w 95037"/>
                    <a:gd name="connsiteY0" fmla="*/ 130973 h 140097"/>
                    <a:gd name="connsiteX1" fmla="*/ 85080 w 95037"/>
                    <a:gd name="connsiteY1" fmla="*/ 113146 h 140097"/>
                    <a:gd name="connsiteX2" fmla="*/ 65458 w 95037"/>
                    <a:gd name="connsiteY2" fmla="*/ 120555 h 140097"/>
                    <a:gd name="connsiteX3" fmla="*/ 47632 w 95037"/>
                    <a:gd name="connsiteY3" fmla="*/ 123014 h 140097"/>
                    <a:gd name="connsiteX4" fmla="*/ 24624 w 95037"/>
                    <a:gd name="connsiteY4" fmla="*/ 117226 h 140097"/>
                    <a:gd name="connsiteX5" fmla="*/ 16521 w 95037"/>
                    <a:gd name="connsiteY5" fmla="*/ 100760 h 140097"/>
                    <a:gd name="connsiteX6" fmla="*/ 21904 w 95037"/>
                    <a:gd name="connsiteY6" fmla="*/ 87216 h 140097"/>
                    <a:gd name="connsiteX7" fmla="*/ 42307 w 95037"/>
                    <a:gd name="connsiteY7" fmla="*/ 79865 h 140097"/>
                    <a:gd name="connsiteX8" fmla="*/ 53333 w 95037"/>
                    <a:gd name="connsiteY8" fmla="*/ 77608 h 140097"/>
                    <a:gd name="connsiteX9" fmla="*/ 83488 w 95037"/>
                    <a:gd name="connsiteY9" fmla="*/ 63891 h 140097"/>
                    <a:gd name="connsiteX10" fmla="*/ 93212 w 95037"/>
                    <a:gd name="connsiteY10" fmla="*/ 37642 h 140097"/>
                    <a:gd name="connsiteX11" fmla="*/ 80044 w 95037"/>
                    <a:gd name="connsiteY11" fmla="*/ 7863 h 140097"/>
                    <a:gd name="connsiteX12" fmla="*/ 41496 w 95037"/>
                    <a:gd name="connsiteY12" fmla="*/ -2266 h 140097"/>
                    <a:gd name="connsiteX13" fmla="*/ 21094 w 95037"/>
                    <a:gd name="connsiteY13" fmla="*/ -95 h 140097"/>
                    <a:gd name="connsiteX14" fmla="*/ -1277 w 95037"/>
                    <a:gd name="connsiteY14" fmla="*/ 6330 h 140097"/>
                    <a:gd name="connsiteX15" fmla="*/ -1277 w 95037"/>
                    <a:gd name="connsiteY15" fmla="*/ 25140 h 140097"/>
                    <a:gd name="connsiteX16" fmla="*/ 20515 w 95037"/>
                    <a:gd name="connsiteY16" fmla="*/ 15735 h 140097"/>
                    <a:gd name="connsiteX17" fmla="*/ 41496 w 95037"/>
                    <a:gd name="connsiteY17" fmla="*/ 12581 h 140097"/>
                    <a:gd name="connsiteX18" fmla="*/ 65632 w 95037"/>
                    <a:gd name="connsiteY18" fmla="*/ 18716 h 140097"/>
                    <a:gd name="connsiteX19" fmla="*/ 74140 w 95037"/>
                    <a:gd name="connsiteY19" fmla="*/ 36282 h 140097"/>
                    <a:gd name="connsiteX20" fmla="*/ 68034 w 95037"/>
                    <a:gd name="connsiteY20" fmla="*/ 51823 h 140097"/>
                    <a:gd name="connsiteX21" fmla="*/ 48008 w 95037"/>
                    <a:gd name="connsiteY21" fmla="*/ 60244 h 140097"/>
                    <a:gd name="connsiteX22" fmla="*/ 36866 w 95037"/>
                    <a:gd name="connsiteY22" fmla="*/ 62415 h 140097"/>
                    <a:gd name="connsiteX23" fmla="*/ 7290 w 95037"/>
                    <a:gd name="connsiteY23" fmla="*/ 75148 h 140097"/>
                    <a:gd name="connsiteX24" fmla="*/ -1826 w 95037"/>
                    <a:gd name="connsiteY24" fmla="*/ 99313 h 140097"/>
                    <a:gd name="connsiteX25" fmla="*/ 10791 w 95037"/>
                    <a:gd name="connsiteY25" fmla="*/ 127529 h 140097"/>
                    <a:gd name="connsiteX26" fmla="*/ 45548 w 95037"/>
                    <a:gd name="connsiteY26" fmla="*/ 137832 h 140097"/>
                    <a:gd name="connsiteX27" fmla="*/ 64909 w 95037"/>
                    <a:gd name="connsiteY27" fmla="*/ 136095 h 140097"/>
                    <a:gd name="connsiteX28" fmla="*/ 85080 w 95037"/>
                    <a:gd name="connsiteY28" fmla="*/ 130973 h 140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95037" h="140097">
                      <a:moveTo>
                        <a:pt x="85080" y="130973"/>
                      </a:moveTo>
                      <a:lnTo>
                        <a:pt x="85080" y="113146"/>
                      </a:lnTo>
                      <a:cubicBezTo>
                        <a:pt x="78153" y="116464"/>
                        <a:pt x="71613" y="118934"/>
                        <a:pt x="65458" y="120555"/>
                      </a:cubicBezTo>
                      <a:cubicBezTo>
                        <a:pt x="59304" y="122195"/>
                        <a:pt x="53362" y="123014"/>
                        <a:pt x="47632" y="123014"/>
                      </a:cubicBezTo>
                      <a:cubicBezTo>
                        <a:pt x="37696" y="123014"/>
                        <a:pt x="30027" y="121085"/>
                        <a:pt x="24624" y="117226"/>
                      </a:cubicBezTo>
                      <a:cubicBezTo>
                        <a:pt x="19222" y="113368"/>
                        <a:pt x="16521" y="107879"/>
                        <a:pt x="16521" y="100760"/>
                      </a:cubicBezTo>
                      <a:cubicBezTo>
                        <a:pt x="16521" y="94779"/>
                        <a:pt x="18316" y="90264"/>
                        <a:pt x="21904" y="87216"/>
                      </a:cubicBezTo>
                      <a:cubicBezTo>
                        <a:pt x="25493" y="84187"/>
                        <a:pt x="32294" y="81737"/>
                        <a:pt x="42307" y="79865"/>
                      </a:cubicBezTo>
                      <a:lnTo>
                        <a:pt x="53333" y="77608"/>
                      </a:lnTo>
                      <a:cubicBezTo>
                        <a:pt x="66954" y="75003"/>
                        <a:pt x="77005" y="70431"/>
                        <a:pt x="83488" y="63891"/>
                      </a:cubicBezTo>
                      <a:cubicBezTo>
                        <a:pt x="89970" y="57350"/>
                        <a:pt x="93212" y="48601"/>
                        <a:pt x="93212" y="37642"/>
                      </a:cubicBezTo>
                      <a:cubicBezTo>
                        <a:pt x="93212" y="24542"/>
                        <a:pt x="88822" y="14616"/>
                        <a:pt x="80044" y="7863"/>
                      </a:cubicBezTo>
                      <a:cubicBezTo>
                        <a:pt x="71285" y="1111"/>
                        <a:pt x="58436" y="-2266"/>
                        <a:pt x="41496" y="-2266"/>
                      </a:cubicBezTo>
                      <a:cubicBezTo>
                        <a:pt x="35110" y="-2266"/>
                        <a:pt x="28309" y="-1542"/>
                        <a:pt x="21094" y="-95"/>
                      </a:cubicBezTo>
                      <a:cubicBezTo>
                        <a:pt x="13898" y="1352"/>
                        <a:pt x="6441" y="3493"/>
                        <a:pt x="-1277" y="6330"/>
                      </a:cubicBezTo>
                      <a:lnTo>
                        <a:pt x="-1277" y="25140"/>
                      </a:lnTo>
                      <a:cubicBezTo>
                        <a:pt x="6132" y="20992"/>
                        <a:pt x="13396" y="17857"/>
                        <a:pt x="20515" y="15735"/>
                      </a:cubicBezTo>
                      <a:cubicBezTo>
                        <a:pt x="27634" y="13632"/>
                        <a:pt x="34628" y="12581"/>
                        <a:pt x="41496" y="12581"/>
                      </a:cubicBezTo>
                      <a:cubicBezTo>
                        <a:pt x="51915" y="12581"/>
                        <a:pt x="59960" y="14626"/>
                        <a:pt x="65632" y="18716"/>
                      </a:cubicBezTo>
                      <a:cubicBezTo>
                        <a:pt x="71304" y="22825"/>
                        <a:pt x="74140" y="28681"/>
                        <a:pt x="74140" y="36282"/>
                      </a:cubicBezTo>
                      <a:cubicBezTo>
                        <a:pt x="74140" y="42900"/>
                        <a:pt x="72105" y="48080"/>
                        <a:pt x="68034" y="51823"/>
                      </a:cubicBezTo>
                      <a:cubicBezTo>
                        <a:pt x="63963" y="55566"/>
                        <a:pt x="57288" y="58373"/>
                        <a:pt x="48008" y="60244"/>
                      </a:cubicBezTo>
                      <a:lnTo>
                        <a:pt x="36866" y="62415"/>
                      </a:lnTo>
                      <a:cubicBezTo>
                        <a:pt x="23245" y="65116"/>
                        <a:pt x="13386" y="69360"/>
                        <a:pt x="7290" y="75148"/>
                      </a:cubicBezTo>
                      <a:cubicBezTo>
                        <a:pt x="1212" y="80936"/>
                        <a:pt x="-1826" y="88991"/>
                        <a:pt x="-1826" y="99313"/>
                      </a:cubicBezTo>
                      <a:cubicBezTo>
                        <a:pt x="-1826" y="111255"/>
                        <a:pt x="2380" y="120661"/>
                        <a:pt x="10791" y="127529"/>
                      </a:cubicBezTo>
                      <a:cubicBezTo>
                        <a:pt x="19203" y="134397"/>
                        <a:pt x="30789" y="137832"/>
                        <a:pt x="45548" y="137832"/>
                      </a:cubicBezTo>
                      <a:cubicBezTo>
                        <a:pt x="51895" y="137832"/>
                        <a:pt x="58349" y="137253"/>
                        <a:pt x="64909" y="136095"/>
                      </a:cubicBezTo>
                      <a:cubicBezTo>
                        <a:pt x="71487" y="134957"/>
                        <a:pt x="78211" y="133250"/>
                        <a:pt x="85080" y="130973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58" name="Freeform: Shape 1657">
                  <a:extLst>
                    <a:ext uri="{FF2B5EF4-FFF2-40B4-BE49-F238E27FC236}">
                      <a16:creationId xmlns:a16="http://schemas.microsoft.com/office/drawing/2014/main" id="{6CFF8ABE-0EE9-F725-665C-473A4A22FEDF}"/>
                    </a:ext>
                  </a:extLst>
                </p:cNvPr>
                <p:cNvSpPr/>
                <p:nvPr/>
              </p:nvSpPr>
              <p:spPr>
                <a:xfrm flipV="1">
                  <a:off x="8670447" y="1116933"/>
                  <a:ext cx="11575" cy="1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75" h="11575"/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59" name="Freeform: Shape 1658">
                  <a:extLst>
                    <a:ext uri="{FF2B5EF4-FFF2-40B4-BE49-F238E27FC236}">
                      <a16:creationId xmlns:a16="http://schemas.microsoft.com/office/drawing/2014/main" id="{1A58AC29-3C8F-45CE-AF8D-FC262B15A842}"/>
                    </a:ext>
                  </a:extLst>
                </p:cNvPr>
                <p:cNvSpPr/>
                <p:nvPr/>
              </p:nvSpPr>
              <p:spPr>
                <a:xfrm flipV="1">
                  <a:off x="8739710" y="979470"/>
                  <a:ext cx="108900" cy="140097"/>
                </a:xfrm>
                <a:custGeom>
                  <a:avLst/>
                  <a:gdLst>
                    <a:gd name="connsiteX0" fmla="*/ 106913 w 108900"/>
                    <a:gd name="connsiteY0" fmla="*/ 124982 h 140097"/>
                    <a:gd name="connsiteX1" fmla="*/ 106913 w 108900"/>
                    <a:gd name="connsiteY1" fmla="*/ 105737 h 140097"/>
                    <a:gd name="connsiteX2" fmla="*/ 87234 w 108900"/>
                    <a:gd name="connsiteY2" fmla="*/ 118558 h 140097"/>
                    <a:gd name="connsiteX3" fmla="*/ 65037 w 108900"/>
                    <a:gd name="connsiteY3" fmla="*/ 122812 h 140097"/>
                    <a:gd name="connsiteX4" fmla="*/ 29586 w 108900"/>
                    <a:gd name="connsiteY4" fmla="*/ 108660 h 140097"/>
                    <a:gd name="connsiteX5" fmla="*/ 17287 w 108900"/>
                    <a:gd name="connsiteY5" fmla="*/ 67740 h 140097"/>
                    <a:gd name="connsiteX6" fmla="*/ 29586 w 108900"/>
                    <a:gd name="connsiteY6" fmla="*/ 26906 h 140097"/>
                    <a:gd name="connsiteX7" fmla="*/ 65037 w 108900"/>
                    <a:gd name="connsiteY7" fmla="*/ 12754 h 140097"/>
                    <a:gd name="connsiteX8" fmla="*/ 87234 w 108900"/>
                    <a:gd name="connsiteY8" fmla="*/ 17008 h 140097"/>
                    <a:gd name="connsiteX9" fmla="*/ 106913 w 108900"/>
                    <a:gd name="connsiteY9" fmla="*/ 29858 h 140097"/>
                    <a:gd name="connsiteX10" fmla="*/ 106913 w 108900"/>
                    <a:gd name="connsiteY10" fmla="*/ 10757 h 140097"/>
                    <a:gd name="connsiteX11" fmla="*/ 86597 w 108900"/>
                    <a:gd name="connsiteY11" fmla="*/ 976 h 140097"/>
                    <a:gd name="connsiteX12" fmla="*/ 63966 w 108900"/>
                    <a:gd name="connsiteY12" fmla="*/ -2266 h 140097"/>
                    <a:gd name="connsiteX13" fmla="*/ 15637 w 108900"/>
                    <a:gd name="connsiteY13" fmla="*/ 16487 h 140097"/>
                    <a:gd name="connsiteX14" fmla="*/ -1987 w 108900"/>
                    <a:gd name="connsiteY14" fmla="*/ 67740 h 140097"/>
                    <a:gd name="connsiteX15" fmla="*/ 15637 w 108900"/>
                    <a:gd name="connsiteY15" fmla="*/ 119050 h 140097"/>
                    <a:gd name="connsiteX16" fmla="*/ 63966 w 108900"/>
                    <a:gd name="connsiteY16" fmla="*/ 137832 h 140097"/>
                    <a:gd name="connsiteX17" fmla="*/ 86771 w 108900"/>
                    <a:gd name="connsiteY17" fmla="*/ 134619 h 140097"/>
                    <a:gd name="connsiteX18" fmla="*/ 106913 w 108900"/>
                    <a:gd name="connsiteY18" fmla="*/ 124982 h 140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08900" h="140097">
                      <a:moveTo>
                        <a:pt x="106913" y="124982"/>
                      </a:moveTo>
                      <a:lnTo>
                        <a:pt x="106913" y="105737"/>
                      </a:lnTo>
                      <a:cubicBezTo>
                        <a:pt x="100758" y="111467"/>
                        <a:pt x="94199" y="115741"/>
                        <a:pt x="87234" y="118558"/>
                      </a:cubicBezTo>
                      <a:cubicBezTo>
                        <a:pt x="80269" y="121394"/>
                        <a:pt x="72870" y="122812"/>
                        <a:pt x="65037" y="122812"/>
                      </a:cubicBezTo>
                      <a:cubicBezTo>
                        <a:pt x="49603" y="122812"/>
                        <a:pt x="37785" y="118095"/>
                        <a:pt x="29586" y="108660"/>
                      </a:cubicBezTo>
                      <a:cubicBezTo>
                        <a:pt x="21387" y="99226"/>
                        <a:pt x="17287" y="85586"/>
                        <a:pt x="17287" y="67740"/>
                      </a:cubicBezTo>
                      <a:cubicBezTo>
                        <a:pt x="17287" y="49951"/>
                        <a:pt x="21387" y="36340"/>
                        <a:pt x="29586" y="26906"/>
                      </a:cubicBezTo>
                      <a:cubicBezTo>
                        <a:pt x="37785" y="17471"/>
                        <a:pt x="49603" y="12754"/>
                        <a:pt x="65037" y="12754"/>
                      </a:cubicBezTo>
                      <a:cubicBezTo>
                        <a:pt x="72870" y="12754"/>
                        <a:pt x="80269" y="14172"/>
                        <a:pt x="87234" y="17008"/>
                      </a:cubicBezTo>
                      <a:cubicBezTo>
                        <a:pt x="94199" y="19844"/>
                        <a:pt x="100758" y="24127"/>
                        <a:pt x="106913" y="29858"/>
                      </a:cubicBezTo>
                      <a:lnTo>
                        <a:pt x="106913" y="10757"/>
                      </a:lnTo>
                      <a:cubicBezTo>
                        <a:pt x="100527" y="6416"/>
                        <a:pt x="93755" y="3156"/>
                        <a:pt x="86597" y="976"/>
                      </a:cubicBezTo>
                      <a:cubicBezTo>
                        <a:pt x="79459" y="-1185"/>
                        <a:pt x="71915" y="-2266"/>
                        <a:pt x="63966" y="-2266"/>
                      </a:cubicBezTo>
                      <a:cubicBezTo>
                        <a:pt x="43516" y="-2266"/>
                        <a:pt x="27406" y="3985"/>
                        <a:pt x="15637" y="16487"/>
                      </a:cubicBezTo>
                      <a:cubicBezTo>
                        <a:pt x="3888" y="29009"/>
                        <a:pt x="-1987" y="46093"/>
                        <a:pt x="-1987" y="67740"/>
                      </a:cubicBezTo>
                      <a:cubicBezTo>
                        <a:pt x="-1987" y="89444"/>
                        <a:pt x="3888" y="106548"/>
                        <a:pt x="15637" y="119050"/>
                      </a:cubicBezTo>
                      <a:cubicBezTo>
                        <a:pt x="27406" y="131571"/>
                        <a:pt x="43516" y="137832"/>
                        <a:pt x="63966" y="137832"/>
                      </a:cubicBezTo>
                      <a:cubicBezTo>
                        <a:pt x="72031" y="137832"/>
                        <a:pt x="79632" y="136761"/>
                        <a:pt x="86771" y="134619"/>
                      </a:cubicBezTo>
                      <a:cubicBezTo>
                        <a:pt x="93929" y="132478"/>
                        <a:pt x="100643" y="129265"/>
                        <a:pt x="106913" y="124982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60" name="Freeform: Shape 1659">
                  <a:extLst>
                    <a:ext uri="{FF2B5EF4-FFF2-40B4-BE49-F238E27FC236}">
                      <a16:creationId xmlns:a16="http://schemas.microsoft.com/office/drawing/2014/main" id="{871BF100-F6E4-751B-A7E7-ADB5011B74A0}"/>
                    </a:ext>
                  </a:extLst>
                </p:cNvPr>
                <p:cNvSpPr/>
                <p:nvPr/>
              </p:nvSpPr>
              <p:spPr>
                <a:xfrm flipV="1">
                  <a:off x="8869758" y="1013213"/>
                  <a:ext cx="85574" cy="106353"/>
                </a:xfrm>
                <a:custGeom>
                  <a:avLst/>
                  <a:gdLst>
                    <a:gd name="connsiteX0" fmla="*/ 50782 w 85574"/>
                    <a:gd name="connsiteY0" fmla="*/ 51857 h 106353"/>
                    <a:gd name="connsiteX1" fmla="*/ 22826 w 85574"/>
                    <a:gd name="connsiteY1" fmla="*/ 47256 h 106353"/>
                    <a:gd name="connsiteX2" fmla="*/ 15041 w 85574"/>
                    <a:gd name="connsiteY2" fmla="*/ 31513 h 106353"/>
                    <a:gd name="connsiteX3" fmla="*/ 20887 w 85574"/>
                    <a:gd name="connsiteY3" fmla="*/ 17448 h 106353"/>
                    <a:gd name="connsiteX4" fmla="*/ 36746 w 85574"/>
                    <a:gd name="connsiteY4" fmla="*/ 12268 h 106353"/>
                    <a:gd name="connsiteX5" fmla="*/ 58972 w 85574"/>
                    <a:gd name="connsiteY5" fmla="*/ 22078 h 106353"/>
                    <a:gd name="connsiteX6" fmla="*/ 67335 w 85574"/>
                    <a:gd name="connsiteY6" fmla="*/ 48153 h 106353"/>
                    <a:gd name="connsiteX7" fmla="*/ 67335 w 85574"/>
                    <a:gd name="connsiteY7" fmla="*/ 51857 h 106353"/>
                    <a:gd name="connsiteX8" fmla="*/ 50782 w 85574"/>
                    <a:gd name="connsiteY8" fmla="*/ 51857 h 106353"/>
                    <a:gd name="connsiteX9" fmla="*/ 83976 w 85574"/>
                    <a:gd name="connsiteY9" fmla="*/ 58745 h 106353"/>
                    <a:gd name="connsiteX10" fmla="*/ 83976 w 85574"/>
                    <a:gd name="connsiteY10" fmla="*/ 952 h 106353"/>
                    <a:gd name="connsiteX11" fmla="*/ 67335 w 85574"/>
                    <a:gd name="connsiteY11" fmla="*/ 952 h 106353"/>
                    <a:gd name="connsiteX12" fmla="*/ 67335 w 85574"/>
                    <a:gd name="connsiteY12" fmla="*/ 16319 h 106353"/>
                    <a:gd name="connsiteX13" fmla="*/ 53126 w 85574"/>
                    <a:gd name="connsiteY13" fmla="*/ 2718 h 106353"/>
                    <a:gd name="connsiteX14" fmla="*/ 32318 w 85574"/>
                    <a:gd name="connsiteY14" fmla="*/ -1681 h 106353"/>
                    <a:gd name="connsiteX15" fmla="*/ 7575 w 85574"/>
                    <a:gd name="connsiteY15" fmla="*/ 7059 h 106353"/>
                    <a:gd name="connsiteX16" fmla="*/ -1599 w 85574"/>
                    <a:gd name="connsiteY16" fmla="*/ 30442 h 106353"/>
                    <a:gd name="connsiteX17" fmla="*/ 9832 w 85574"/>
                    <a:gd name="connsiteY17" fmla="*/ 56198 h 106353"/>
                    <a:gd name="connsiteX18" fmla="*/ 43981 w 85574"/>
                    <a:gd name="connsiteY18" fmla="*/ 64880 h 106353"/>
                    <a:gd name="connsiteX19" fmla="*/ 67335 w 85574"/>
                    <a:gd name="connsiteY19" fmla="*/ 64880 h 106353"/>
                    <a:gd name="connsiteX20" fmla="*/ 67335 w 85574"/>
                    <a:gd name="connsiteY20" fmla="*/ 66530 h 106353"/>
                    <a:gd name="connsiteX21" fmla="*/ 59782 w 85574"/>
                    <a:gd name="connsiteY21" fmla="*/ 84299 h 106353"/>
                    <a:gd name="connsiteX22" fmla="*/ 38569 w 85574"/>
                    <a:gd name="connsiteY22" fmla="*/ 90579 h 106353"/>
                    <a:gd name="connsiteX23" fmla="*/ 21640 w 85574"/>
                    <a:gd name="connsiteY23" fmla="*/ 88495 h 106353"/>
                    <a:gd name="connsiteX24" fmla="*/ 5839 w 85574"/>
                    <a:gd name="connsiteY24" fmla="*/ 82244 h 106353"/>
                    <a:gd name="connsiteX25" fmla="*/ 5839 w 85574"/>
                    <a:gd name="connsiteY25" fmla="*/ 97640 h 106353"/>
                    <a:gd name="connsiteX26" fmla="*/ 23550 w 85574"/>
                    <a:gd name="connsiteY26" fmla="*/ 102907 h 106353"/>
                    <a:gd name="connsiteX27" fmla="*/ 40277 w 85574"/>
                    <a:gd name="connsiteY27" fmla="*/ 104672 h 106353"/>
                    <a:gd name="connsiteX28" fmla="*/ 73123 w 85574"/>
                    <a:gd name="connsiteY28" fmla="*/ 93270 h 106353"/>
                    <a:gd name="connsiteX29" fmla="*/ 83976 w 85574"/>
                    <a:gd name="connsiteY29" fmla="*/ 58745 h 106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5574" h="106353">
                      <a:moveTo>
                        <a:pt x="50782" y="51857"/>
                      </a:moveTo>
                      <a:cubicBezTo>
                        <a:pt x="37334" y="51857"/>
                        <a:pt x="28016" y="50324"/>
                        <a:pt x="22826" y="47256"/>
                      </a:cubicBezTo>
                      <a:cubicBezTo>
                        <a:pt x="17636" y="44188"/>
                        <a:pt x="15041" y="38941"/>
                        <a:pt x="15041" y="31513"/>
                      </a:cubicBezTo>
                      <a:cubicBezTo>
                        <a:pt x="15041" y="25609"/>
                        <a:pt x="16990" y="20921"/>
                        <a:pt x="20887" y="17448"/>
                      </a:cubicBezTo>
                      <a:cubicBezTo>
                        <a:pt x="24784" y="13995"/>
                        <a:pt x="30071" y="12268"/>
                        <a:pt x="36746" y="12268"/>
                      </a:cubicBezTo>
                      <a:cubicBezTo>
                        <a:pt x="45987" y="12268"/>
                        <a:pt x="53396" y="15538"/>
                        <a:pt x="58972" y="22078"/>
                      </a:cubicBezTo>
                      <a:cubicBezTo>
                        <a:pt x="64548" y="28619"/>
                        <a:pt x="67335" y="37310"/>
                        <a:pt x="67335" y="48153"/>
                      </a:cubicBezTo>
                      <a:lnTo>
                        <a:pt x="67335" y="51857"/>
                      </a:lnTo>
                      <a:lnTo>
                        <a:pt x="50782" y="51857"/>
                      </a:lnTo>
                      <a:close/>
                      <a:moveTo>
                        <a:pt x="83976" y="58745"/>
                      </a:moveTo>
                      <a:lnTo>
                        <a:pt x="83976" y="952"/>
                      </a:lnTo>
                      <a:lnTo>
                        <a:pt x="67335" y="952"/>
                      </a:lnTo>
                      <a:lnTo>
                        <a:pt x="67335" y="16319"/>
                      </a:lnTo>
                      <a:cubicBezTo>
                        <a:pt x="63535" y="10184"/>
                        <a:pt x="58798" y="5650"/>
                        <a:pt x="53126" y="2718"/>
                      </a:cubicBezTo>
                      <a:cubicBezTo>
                        <a:pt x="47454" y="-215"/>
                        <a:pt x="40518" y="-1681"/>
                        <a:pt x="32318" y="-1681"/>
                      </a:cubicBezTo>
                      <a:cubicBezTo>
                        <a:pt x="21958" y="-1681"/>
                        <a:pt x="13710" y="1232"/>
                        <a:pt x="7575" y="7059"/>
                      </a:cubicBezTo>
                      <a:cubicBezTo>
                        <a:pt x="1459" y="12885"/>
                        <a:pt x="-1599" y="20680"/>
                        <a:pt x="-1599" y="30442"/>
                      </a:cubicBezTo>
                      <a:cubicBezTo>
                        <a:pt x="-1599" y="41825"/>
                        <a:pt x="2211" y="50410"/>
                        <a:pt x="9832" y="56198"/>
                      </a:cubicBezTo>
                      <a:cubicBezTo>
                        <a:pt x="17472" y="61986"/>
                        <a:pt x="28855" y="64880"/>
                        <a:pt x="43981" y="64880"/>
                      </a:cubicBezTo>
                      <a:lnTo>
                        <a:pt x="67335" y="64880"/>
                      </a:lnTo>
                      <a:lnTo>
                        <a:pt x="67335" y="66530"/>
                      </a:lnTo>
                      <a:cubicBezTo>
                        <a:pt x="67335" y="74189"/>
                        <a:pt x="64818" y="80112"/>
                        <a:pt x="59782" y="84299"/>
                      </a:cubicBezTo>
                      <a:cubicBezTo>
                        <a:pt x="54747" y="88485"/>
                        <a:pt x="47676" y="90579"/>
                        <a:pt x="38569" y="90579"/>
                      </a:cubicBezTo>
                      <a:cubicBezTo>
                        <a:pt x="32781" y="90579"/>
                        <a:pt x="27138" y="89884"/>
                        <a:pt x="21640" y="88495"/>
                      </a:cubicBezTo>
                      <a:cubicBezTo>
                        <a:pt x="16160" y="87106"/>
                        <a:pt x="10893" y="85022"/>
                        <a:pt x="5839" y="82244"/>
                      </a:cubicBezTo>
                      <a:lnTo>
                        <a:pt x="5839" y="97640"/>
                      </a:lnTo>
                      <a:cubicBezTo>
                        <a:pt x="11916" y="99994"/>
                        <a:pt x="17820" y="101749"/>
                        <a:pt x="23550" y="102907"/>
                      </a:cubicBezTo>
                      <a:cubicBezTo>
                        <a:pt x="29280" y="104084"/>
                        <a:pt x="34855" y="104672"/>
                        <a:pt x="40277" y="104672"/>
                      </a:cubicBezTo>
                      <a:cubicBezTo>
                        <a:pt x="54940" y="104672"/>
                        <a:pt x="65888" y="100872"/>
                        <a:pt x="73123" y="93270"/>
                      </a:cubicBezTo>
                      <a:cubicBezTo>
                        <a:pt x="80358" y="85688"/>
                        <a:pt x="83976" y="74179"/>
                        <a:pt x="83976" y="58745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61" name="Freeform: Shape 1660">
                  <a:extLst>
                    <a:ext uri="{FF2B5EF4-FFF2-40B4-BE49-F238E27FC236}">
                      <a16:creationId xmlns:a16="http://schemas.microsoft.com/office/drawing/2014/main" id="{1664D1DB-1E47-C198-6500-4BCFE5133591}"/>
                    </a:ext>
                  </a:extLst>
                </p:cNvPr>
                <p:cNvSpPr/>
                <p:nvPr/>
              </p:nvSpPr>
              <p:spPr>
                <a:xfrm flipV="1">
                  <a:off x="8988964" y="1013213"/>
                  <a:ext cx="90639" cy="142238"/>
                </a:xfrm>
                <a:custGeom>
                  <a:avLst/>
                  <a:gdLst>
                    <a:gd name="connsiteX0" fmla="*/ 14854 w 90639"/>
                    <a:gd name="connsiteY0" fmla="*/ 52653 h 142238"/>
                    <a:gd name="connsiteX1" fmla="*/ 14854 w 90639"/>
                    <a:gd name="connsiteY1" fmla="*/ -1060 h 142238"/>
                    <a:gd name="connsiteX2" fmla="*/ -1873 w 90639"/>
                    <a:gd name="connsiteY2" fmla="*/ -1060 h 142238"/>
                    <a:gd name="connsiteX3" fmla="*/ -1873 w 90639"/>
                    <a:gd name="connsiteY3" fmla="*/ 138748 h 142238"/>
                    <a:gd name="connsiteX4" fmla="*/ 14854 w 90639"/>
                    <a:gd name="connsiteY4" fmla="*/ 138748 h 142238"/>
                    <a:gd name="connsiteX5" fmla="*/ 14854 w 90639"/>
                    <a:gd name="connsiteY5" fmla="*/ 123381 h 142238"/>
                    <a:gd name="connsiteX6" fmla="*/ 28109 w 90639"/>
                    <a:gd name="connsiteY6" fmla="*/ 136780 h 142238"/>
                    <a:gd name="connsiteX7" fmla="*/ 47238 w 90639"/>
                    <a:gd name="connsiteY7" fmla="*/ 141179 h 142238"/>
                    <a:gd name="connsiteX8" fmla="*/ 77219 w 90639"/>
                    <a:gd name="connsiteY8" fmla="*/ 126536 h 142238"/>
                    <a:gd name="connsiteX9" fmla="*/ 88766 w 90639"/>
                    <a:gd name="connsiteY9" fmla="*/ 88017 h 142238"/>
                    <a:gd name="connsiteX10" fmla="*/ 77219 w 90639"/>
                    <a:gd name="connsiteY10" fmla="*/ 49469 h 142238"/>
                    <a:gd name="connsiteX11" fmla="*/ 47238 w 90639"/>
                    <a:gd name="connsiteY11" fmla="*/ 34826 h 142238"/>
                    <a:gd name="connsiteX12" fmla="*/ 28109 w 90639"/>
                    <a:gd name="connsiteY12" fmla="*/ 39225 h 142238"/>
                    <a:gd name="connsiteX13" fmla="*/ 14854 w 90639"/>
                    <a:gd name="connsiteY13" fmla="*/ 52653 h 142238"/>
                    <a:gd name="connsiteX14" fmla="*/ 71489 w 90639"/>
                    <a:gd name="connsiteY14" fmla="*/ 88017 h 142238"/>
                    <a:gd name="connsiteX15" fmla="*/ 63936 w 90639"/>
                    <a:gd name="connsiteY15" fmla="*/ 116812 h 142238"/>
                    <a:gd name="connsiteX16" fmla="*/ 43186 w 90639"/>
                    <a:gd name="connsiteY16" fmla="*/ 127259 h 142238"/>
                    <a:gd name="connsiteX17" fmla="*/ 22407 w 90639"/>
                    <a:gd name="connsiteY17" fmla="*/ 116812 h 142238"/>
                    <a:gd name="connsiteX18" fmla="*/ 14854 w 90639"/>
                    <a:gd name="connsiteY18" fmla="*/ 88017 h 142238"/>
                    <a:gd name="connsiteX19" fmla="*/ 22407 w 90639"/>
                    <a:gd name="connsiteY19" fmla="*/ 59222 h 142238"/>
                    <a:gd name="connsiteX20" fmla="*/ 43186 w 90639"/>
                    <a:gd name="connsiteY20" fmla="*/ 48775 h 142238"/>
                    <a:gd name="connsiteX21" fmla="*/ 63936 w 90639"/>
                    <a:gd name="connsiteY21" fmla="*/ 59222 h 142238"/>
                    <a:gd name="connsiteX22" fmla="*/ 71489 w 90639"/>
                    <a:gd name="connsiteY22" fmla="*/ 88017 h 142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90639" h="142238">
                      <a:moveTo>
                        <a:pt x="14854" y="52653"/>
                      </a:moveTo>
                      <a:lnTo>
                        <a:pt x="14854" y="-1060"/>
                      </a:lnTo>
                      <a:lnTo>
                        <a:pt x="-1873" y="-1060"/>
                      </a:lnTo>
                      <a:lnTo>
                        <a:pt x="-1873" y="138748"/>
                      </a:lnTo>
                      <a:lnTo>
                        <a:pt x="14854" y="138748"/>
                      </a:lnTo>
                      <a:lnTo>
                        <a:pt x="14854" y="123381"/>
                      </a:lnTo>
                      <a:cubicBezTo>
                        <a:pt x="18365" y="129401"/>
                        <a:pt x="22784" y="133867"/>
                        <a:pt x="28109" y="136780"/>
                      </a:cubicBezTo>
                      <a:cubicBezTo>
                        <a:pt x="33453" y="139713"/>
                        <a:pt x="39829" y="141179"/>
                        <a:pt x="47238" y="141179"/>
                      </a:cubicBezTo>
                      <a:cubicBezTo>
                        <a:pt x="59547" y="141179"/>
                        <a:pt x="69541" y="136298"/>
                        <a:pt x="77219" y="126536"/>
                      </a:cubicBezTo>
                      <a:cubicBezTo>
                        <a:pt x="84917" y="116773"/>
                        <a:pt x="88766" y="103934"/>
                        <a:pt x="88766" y="88017"/>
                      </a:cubicBezTo>
                      <a:cubicBezTo>
                        <a:pt x="88766" y="72100"/>
                        <a:pt x="84917" y="59251"/>
                        <a:pt x="77219" y="49469"/>
                      </a:cubicBezTo>
                      <a:cubicBezTo>
                        <a:pt x="69541" y="39707"/>
                        <a:pt x="59547" y="34826"/>
                        <a:pt x="47238" y="34826"/>
                      </a:cubicBezTo>
                      <a:cubicBezTo>
                        <a:pt x="39829" y="34826"/>
                        <a:pt x="33453" y="36292"/>
                        <a:pt x="28109" y="39225"/>
                      </a:cubicBezTo>
                      <a:cubicBezTo>
                        <a:pt x="22784" y="42157"/>
                        <a:pt x="18365" y="46633"/>
                        <a:pt x="14854" y="52653"/>
                      </a:cubicBezTo>
                      <a:close/>
                      <a:moveTo>
                        <a:pt x="71489" y="88017"/>
                      </a:moveTo>
                      <a:cubicBezTo>
                        <a:pt x="71489" y="100249"/>
                        <a:pt x="68971" y="109847"/>
                        <a:pt x="63936" y="116812"/>
                      </a:cubicBezTo>
                      <a:cubicBezTo>
                        <a:pt x="58900" y="123777"/>
                        <a:pt x="51984" y="127259"/>
                        <a:pt x="43186" y="127259"/>
                      </a:cubicBezTo>
                      <a:cubicBezTo>
                        <a:pt x="34369" y="127259"/>
                        <a:pt x="27443" y="123777"/>
                        <a:pt x="22407" y="116812"/>
                      </a:cubicBezTo>
                      <a:cubicBezTo>
                        <a:pt x="17372" y="109847"/>
                        <a:pt x="14854" y="100249"/>
                        <a:pt x="14854" y="88017"/>
                      </a:cubicBezTo>
                      <a:cubicBezTo>
                        <a:pt x="14854" y="75785"/>
                        <a:pt x="17372" y="66187"/>
                        <a:pt x="22407" y="59222"/>
                      </a:cubicBezTo>
                      <a:cubicBezTo>
                        <a:pt x="27443" y="52257"/>
                        <a:pt x="34369" y="48775"/>
                        <a:pt x="43186" y="48775"/>
                      </a:cubicBezTo>
                      <a:cubicBezTo>
                        <a:pt x="51984" y="48775"/>
                        <a:pt x="58900" y="52257"/>
                        <a:pt x="63936" y="59222"/>
                      </a:cubicBezTo>
                      <a:cubicBezTo>
                        <a:pt x="68971" y="66187"/>
                        <a:pt x="71489" y="75785"/>
                        <a:pt x="71489" y="88017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62" name="Freeform: Shape 1661">
                  <a:extLst>
                    <a:ext uri="{FF2B5EF4-FFF2-40B4-BE49-F238E27FC236}">
                      <a16:creationId xmlns:a16="http://schemas.microsoft.com/office/drawing/2014/main" id="{81A6CEE7-86BE-39B7-CF81-345BB21E40A1}"/>
                    </a:ext>
                  </a:extLst>
                </p:cNvPr>
                <p:cNvSpPr/>
                <p:nvPr/>
              </p:nvSpPr>
              <p:spPr>
                <a:xfrm flipV="1">
                  <a:off x="9100818" y="1013213"/>
                  <a:ext cx="85574" cy="106353"/>
                </a:xfrm>
                <a:custGeom>
                  <a:avLst/>
                  <a:gdLst>
                    <a:gd name="connsiteX0" fmla="*/ 50802 w 85574"/>
                    <a:gd name="connsiteY0" fmla="*/ 51857 h 106353"/>
                    <a:gd name="connsiteX1" fmla="*/ 22846 w 85574"/>
                    <a:gd name="connsiteY1" fmla="*/ 47256 h 106353"/>
                    <a:gd name="connsiteX2" fmla="*/ 15061 w 85574"/>
                    <a:gd name="connsiteY2" fmla="*/ 31513 h 106353"/>
                    <a:gd name="connsiteX3" fmla="*/ 20907 w 85574"/>
                    <a:gd name="connsiteY3" fmla="*/ 17448 h 106353"/>
                    <a:gd name="connsiteX4" fmla="*/ 36766 w 85574"/>
                    <a:gd name="connsiteY4" fmla="*/ 12268 h 106353"/>
                    <a:gd name="connsiteX5" fmla="*/ 58992 w 85574"/>
                    <a:gd name="connsiteY5" fmla="*/ 22078 h 106353"/>
                    <a:gd name="connsiteX6" fmla="*/ 67355 w 85574"/>
                    <a:gd name="connsiteY6" fmla="*/ 48153 h 106353"/>
                    <a:gd name="connsiteX7" fmla="*/ 67355 w 85574"/>
                    <a:gd name="connsiteY7" fmla="*/ 51857 h 106353"/>
                    <a:gd name="connsiteX8" fmla="*/ 50802 w 85574"/>
                    <a:gd name="connsiteY8" fmla="*/ 51857 h 106353"/>
                    <a:gd name="connsiteX9" fmla="*/ 83996 w 85574"/>
                    <a:gd name="connsiteY9" fmla="*/ 58745 h 106353"/>
                    <a:gd name="connsiteX10" fmla="*/ 83996 w 85574"/>
                    <a:gd name="connsiteY10" fmla="*/ 952 h 106353"/>
                    <a:gd name="connsiteX11" fmla="*/ 67355 w 85574"/>
                    <a:gd name="connsiteY11" fmla="*/ 952 h 106353"/>
                    <a:gd name="connsiteX12" fmla="*/ 67355 w 85574"/>
                    <a:gd name="connsiteY12" fmla="*/ 16319 h 106353"/>
                    <a:gd name="connsiteX13" fmla="*/ 53146 w 85574"/>
                    <a:gd name="connsiteY13" fmla="*/ 2718 h 106353"/>
                    <a:gd name="connsiteX14" fmla="*/ 32338 w 85574"/>
                    <a:gd name="connsiteY14" fmla="*/ -1681 h 106353"/>
                    <a:gd name="connsiteX15" fmla="*/ 7595 w 85574"/>
                    <a:gd name="connsiteY15" fmla="*/ 7059 h 106353"/>
                    <a:gd name="connsiteX16" fmla="*/ -1579 w 85574"/>
                    <a:gd name="connsiteY16" fmla="*/ 30442 h 106353"/>
                    <a:gd name="connsiteX17" fmla="*/ 9852 w 85574"/>
                    <a:gd name="connsiteY17" fmla="*/ 56198 h 106353"/>
                    <a:gd name="connsiteX18" fmla="*/ 44001 w 85574"/>
                    <a:gd name="connsiteY18" fmla="*/ 64880 h 106353"/>
                    <a:gd name="connsiteX19" fmla="*/ 67355 w 85574"/>
                    <a:gd name="connsiteY19" fmla="*/ 64880 h 106353"/>
                    <a:gd name="connsiteX20" fmla="*/ 67355 w 85574"/>
                    <a:gd name="connsiteY20" fmla="*/ 66530 h 106353"/>
                    <a:gd name="connsiteX21" fmla="*/ 59802 w 85574"/>
                    <a:gd name="connsiteY21" fmla="*/ 84299 h 106353"/>
                    <a:gd name="connsiteX22" fmla="*/ 38589 w 85574"/>
                    <a:gd name="connsiteY22" fmla="*/ 90579 h 106353"/>
                    <a:gd name="connsiteX23" fmla="*/ 21660 w 85574"/>
                    <a:gd name="connsiteY23" fmla="*/ 88495 h 106353"/>
                    <a:gd name="connsiteX24" fmla="*/ 5858 w 85574"/>
                    <a:gd name="connsiteY24" fmla="*/ 82244 h 106353"/>
                    <a:gd name="connsiteX25" fmla="*/ 5858 w 85574"/>
                    <a:gd name="connsiteY25" fmla="*/ 97640 h 106353"/>
                    <a:gd name="connsiteX26" fmla="*/ 23570 w 85574"/>
                    <a:gd name="connsiteY26" fmla="*/ 102907 h 106353"/>
                    <a:gd name="connsiteX27" fmla="*/ 40297 w 85574"/>
                    <a:gd name="connsiteY27" fmla="*/ 104672 h 106353"/>
                    <a:gd name="connsiteX28" fmla="*/ 73143 w 85574"/>
                    <a:gd name="connsiteY28" fmla="*/ 93270 h 106353"/>
                    <a:gd name="connsiteX29" fmla="*/ 83996 w 85574"/>
                    <a:gd name="connsiteY29" fmla="*/ 58745 h 106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5574" h="106353">
                      <a:moveTo>
                        <a:pt x="50802" y="51857"/>
                      </a:moveTo>
                      <a:cubicBezTo>
                        <a:pt x="37354" y="51857"/>
                        <a:pt x="28036" y="50324"/>
                        <a:pt x="22846" y="47256"/>
                      </a:cubicBezTo>
                      <a:cubicBezTo>
                        <a:pt x="17656" y="44188"/>
                        <a:pt x="15061" y="38941"/>
                        <a:pt x="15061" y="31513"/>
                      </a:cubicBezTo>
                      <a:cubicBezTo>
                        <a:pt x="15061" y="25609"/>
                        <a:pt x="17010" y="20921"/>
                        <a:pt x="20907" y="17448"/>
                      </a:cubicBezTo>
                      <a:cubicBezTo>
                        <a:pt x="24804" y="13995"/>
                        <a:pt x="30091" y="12268"/>
                        <a:pt x="36766" y="12268"/>
                      </a:cubicBezTo>
                      <a:cubicBezTo>
                        <a:pt x="46007" y="12268"/>
                        <a:pt x="53416" y="15538"/>
                        <a:pt x="58992" y="22078"/>
                      </a:cubicBezTo>
                      <a:cubicBezTo>
                        <a:pt x="64568" y="28619"/>
                        <a:pt x="67355" y="37310"/>
                        <a:pt x="67355" y="48153"/>
                      </a:cubicBezTo>
                      <a:lnTo>
                        <a:pt x="67355" y="51857"/>
                      </a:lnTo>
                      <a:lnTo>
                        <a:pt x="50802" y="51857"/>
                      </a:lnTo>
                      <a:close/>
                      <a:moveTo>
                        <a:pt x="83996" y="58745"/>
                      </a:moveTo>
                      <a:lnTo>
                        <a:pt x="83996" y="952"/>
                      </a:lnTo>
                      <a:lnTo>
                        <a:pt x="67355" y="952"/>
                      </a:lnTo>
                      <a:lnTo>
                        <a:pt x="67355" y="16319"/>
                      </a:lnTo>
                      <a:cubicBezTo>
                        <a:pt x="63555" y="10184"/>
                        <a:pt x="58818" y="5650"/>
                        <a:pt x="53146" y="2718"/>
                      </a:cubicBezTo>
                      <a:cubicBezTo>
                        <a:pt x="47474" y="-215"/>
                        <a:pt x="40538" y="-1681"/>
                        <a:pt x="32338" y="-1681"/>
                      </a:cubicBezTo>
                      <a:cubicBezTo>
                        <a:pt x="21978" y="-1681"/>
                        <a:pt x="13730" y="1232"/>
                        <a:pt x="7595" y="7059"/>
                      </a:cubicBezTo>
                      <a:cubicBezTo>
                        <a:pt x="1479" y="12885"/>
                        <a:pt x="-1579" y="20680"/>
                        <a:pt x="-1579" y="30442"/>
                      </a:cubicBezTo>
                      <a:cubicBezTo>
                        <a:pt x="-1579" y="41825"/>
                        <a:pt x="2231" y="50410"/>
                        <a:pt x="9852" y="56198"/>
                      </a:cubicBezTo>
                      <a:cubicBezTo>
                        <a:pt x="17492" y="61986"/>
                        <a:pt x="28875" y="64880"/>
                        <a:pt x="44001" y="64880"/>
                      </a:cubicBezTo>
                      <a:lnTo>
                        <a:pt x="67355" y="64880"/>
                      </a:lnTo>
                      <a:lnTo>
                        <a:pt x="67355" y="66530"/>
                      </a:lnTo>
                      <a:cubicBezTo>
                        <a:pt x="67355" y="74189"/>
                        <a:pt x="64838" y="80112"/>
                        <a:pt x="59802" y="84299"/>
                      </a:cubicBezTo>
                      <a:cubicBezTo>
                        <a:pt x="54767" y="88485"/>
                        <a:pt x="47696" y="90579"/>
                        <a:pt x="38589" y="90579"/>
                      </a:cubicBezTo>
                      <a:cubicBezTo>
                        <a:pt x="32801" y="90579"/>
                        <a:pt x="27158" y="89884"/>
                        <a:pt x="21660" y="88495"/>
                      </a:cubicBezTo>
                      <a:cubicBezTo>
                        <a:pt x="16180" y="87106"/>
                        <a:pt x="10913" y="85022"/>
                        <a:pt x="5858" y="82244"/>
                      </a:cubicBezTo>
                      <a:lnTo>
                        <a:pt x="5858" y="97640"/>
                      </a:lnTo>
                      <a:cubicBezTo>
                        <a:pt x="11936" y="99994"/>
                        <a:pt x="17840" y="101749"/>
                        <a:pt x="23570" y="102907"/>
                      </a:cubicBezTo>
                      <a:cubicBezTo>
                        <a:pt x="29300" y="104084"/>
                        <a:pt x="34875" y="104672"/>
                        <a:pt x="40297" y="104672"/>
                      </a:cubicBezTo>
                      <a:cubicBezTo>
                        <a:pt x="54960" y="104672"/>
                        <a:pt x="65908" y="100872"/>
                        <a:pt x="73143" y="93270"/>
                      </a:cubicBezTo>
                      <a:cubicBezTo>
                        <a:pt x="80378" y="85688"/>
                        <a:pt x="83996" y="74179"/>
                        <a:pt x="83996" y="58745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63" name="Freeform: Shape 1662">
                  <a:extLst>
                    <a:ext uri="{FF2B5EF4-FFF2-40B4-BE49-F238E27FC236}">
                      <a16:creationId xmlns:a16="http://schemas.microsoft.com/office/drawing/2014/main" id="{BCA8BCEA-B76D-AF09-55F1-E516D5DF512F}"/>
                    </a:ext>
                  </a:extLst>
                </p:cNvPr>
                <p:cNvSpPr/>
                <p:nvPr/>
              </p:nvSpPr>
              <p:spPr>
                <a:xfrm flipV="1">
                  <a:off x="9213420" y="1013213"/>
                  <a:ext cx="80134" cy="106353"/>
                </a:xfrm>
                <a:custGeom>
                  <a:avLst/>
                  <a:gdLst>
                    <a:gd name="connsiteX0" fmla="*/ 78689 w 80134"/>
                    <a:gd name="connsiteY0" fmla="*/ 98363 h 106353"/>
                    <a:gd name="connsiteX1" fmla="*/ 78689 w 80134"/>
                    <a:gd name="connsiteY1" fmla="*/ 82794 h 106353"/>
                    <a:gd name="connsiteX2" fmla="*/ 64538 w 80134"/>
                    <a:gd name="connsiteY2" fmla="*/ 88640 h 106353"/>
                    <a:gd name="connsiteX3" fmla="*/ 50213 w 80134"/>
                    <a:gd name="connsiteY3" fmla="*/ 90579 h 106353"/>
                    <a:gd name="connsiteX4" fmla="*/ 25035 w 80134"/>
                    <a:gd name="connsiteY4" fmla="*/ 80305 h 106353"/>
                    <a:gd name="connsiteX5" fmla="*/ 16093 w 80134"/>
                    <a:gd name="connsiteY5" fmla="*/ 51510 h 106353"/>
                    <a:gd name="connsiteX6" fmla="*/ 25035 w 80134"/>
                    <a:gd name="connsiteY6" fmla="*/ 22686 h 106353"/>
                    <a:gd name="connsiteX7" fmla="*/ 50213 w 80134"/>
                    <a:gd name="connsiteY7" fmla="*/ 12442 h 106353"/>
                    <a:gd name="connsiteX8" fmla="*/ 64538 w 80134"/>
                    <a:gd name="connsiteY8" fmla="*/ 14380 h 106353"/>
                    <a:gd name="connsiteX9" fmla="*/ 78689 w 80134"/>
                    <a:gd name="connsiteY9" fmla="*/ 20226 h 106353"/>
                    <a:gd name="connsiteX10" fmla="*/ 78689 w 80134"/>
                    <a:gd name="connsiteY10" fmla="*/ 4830 h 106353"/>
                    <a:gd name="connsiteX11" fmla="*/ 64249 w 80134"/>
                    <a:gd name="connsiteY11" fmla="*/ -32 h 106353"/>
                    <a:gd name="connsiteX12" fmla="*/ 48390 w 80134"/>
                    <a:gd name="connsiteY12" fmla="*/ -1681 h 106353"/>
                    <a:gd name="connsiteX13" fmla="*/ 12012 w 80134"/>
                    <a:gd name="connsiteY13" fmla="*/ 12702 h 106353"/>
                    <a:gd name="connsiteX14" fmla="*/ -1445 w 80134"/>
                    <a:gd name="connsiteY14" fmla="*/ 51510 h 106353"/>
                    <a:gd name="connsiteX15" fmla="*/ 12157 w 80134"/>
                    <a:gd name="connsiteY15" fmla="*/ 90463 h 106353"/>
                    <a:gd name="connsiteX16" fmla="*/ 49489 w 80134"/>
                    <a:gd name="connsiteY16" fmla="*/ 104672 h 106353"/>
                    <a:gd name="connsiteX17" fmla="*/ 64480 w 80134"/>
                    <a:gd name="connsiteY17" fmla="*/ 103081 h 106353"/>
                    <a:gd name="connsiteX18" fmla="*/ 78689 w 80134"/>
                    <a:gd name="connsiteY18" fmla="*/ 98363 h 106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80134" h="106353">
                      <a:moveTo>
                        <a:pt x="78689" y="98363"/>
                      </a:moveTo>
                      <a:lnTo>
                        <a:pt x="78689" y="82794"/>
                      </a:lnTo>
                      <a:cubicBezTo>
                        <a:pt x="73982" y="85398"/>
                        <a:pt x="69265" y="87347"/>
                        <a:pt x="64538" y="88640"/>
                      </a:cubicBezTo>
                      <a:cubicBezTo>
                        <a:pt x="59811" y="89932"/>
                        <a:pt x="55036" y="90579"/>
                        <a:pt x="50213" y="90579"/>
                      </a:cubicBezTo>
                      <a:cubicBezTo>
                        <a:pt x="39409" y="90579"/>
                        <a:pt x="31016" y="87154"/>
                        <a:pt x="25035" y="80305"/>
                      </a:cubicBezTo>
                      <a:cubicBezTo>
                        <a:pt x="19074" y="73475"/>
                        <a:pt x="16093" y="63877"/>
                        <a:pt x="16093" y="51510"/>
                      </a:cubicBezTo>
                      <a:cubicBezTo>
                        <a:pt x="16093" y="39143"/>
                        <a:pt x="19074" y="29535"/>
                        <a:pt x="25035" y="22686"/>
                      </a:cubicBezTo>
                      <a:cubicBezTo>
                        <a:pt x="31016" y="15856"/>
                        <a:pt x="39409" y="12442"/>
                        <a:pt x="50213" y="12442"/>
                      </a:cubicBezTo>
                      <a:cubicBezTo>
                        <a:pt x="55036" y="12442"/>
                        <a:pt x="59811" y="13088"/>
                        <a:pt x="64538" y="14380"/>
                      </a:cubicBezTo>
                      <a:cubicBezTo>
                        <a:pt x="69265" y="15673"/>
                        <a:pt x="73982" y="17622"/>
                        <a:pt x="78689" y="20226"/>
                      </a:cubicBezTo>
                      <a:lnTo>
                        <a:pt x="78689" y="4830"/>
                      </a:lnTo>
                      <a:cubicBezTo>
                        <a:pt x="74040" y="2670"/>
                        <a:pt x="69226" y="1049"/>
                        <a:pt x="64249" y="-32"/>
                      </a:cubicBezTo>
                      <a:cubicBezTo>
                        <a:pt x="59290" y="-1131"/>
                        <a:pt x="54004" y="-1681"/>
                        <a:pt x="48390" y="-1681"/>
                      </a:cubicBezTo>
                      <a:cubicBezTo>
                        <a:pt x="33129" y="-1681"/>
                        <a:pt x="21003" y="3113"/>
                        <a:pt x="12012" y="12702"/>
                      </a:cubicBezTo>
                      <a:cubicBezTo>
                        <a:pt x="3041" y="22291"/>
                        <a:pt x="-1445" y="35227"/>
                        <a:pt x="-1445" y="51510"/>
                      </a:cubicBezTo>
                      <a:cubicBezTo>
                        <a:pt x="-1445" y="68025"/>
                        <a:pt x="3089" y="81009"/>
                        <a:pt x="12157" y="90463"/>
                      </a:cubicBezTo>
                      <a:cubicBezTo>
                        <a:pt x="21244" y="99936"/>
                        <a:pt x="33688" y="104672"/>
                        <a:pt x="49489" y="104672"/>
                      </a:cubicBezTo>
                      <a:cubicBezTo>
                        <a:pt x="54602" y="104672"/>
                        <a:pt x="59599" y="104142"/>
                        <a:pt x="64480" y="103081"/>
                      </a:cubicBezTo>
                      <a:cubicBezTo>
                        <a:pt x="69361" y="102039"/>
                        <a:pt x="74098" y="100467"/>
                        <a:pt x="78689" y="98363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64" name="Freeform: Shape 1663">
                  <a:extLst>
                    <a:ext uri="{FF2B5EF4-FFF2-40B4-BE49-F238E27FC236}">
                      <a16:creationId xmlns:a16="http://schemas.microsoft.com/office/drawing/2014/main" id="{C661FB15-4C62-7415-B813-2A0E6B058FFA}"/>
                    </a:ext>
                  </a:extLst>
                </p:cNvPr>
                <p:cNvSpPr/>
                <p:nvPr/>
              </p:nvSpPr>
              <p:spPr>
                <a:xfrm flipV="1">
                  <a:off x="9322486" y="976200"/>
                  <a:ext cx="16640" cy="140733"/>
                </a:xfrm>
                <a:custGeom>
                  <a:avLst/>
                  <a:gdLst>
                    <a:gd name="connsiteX0" fmla="*/ -591 w 16640"/>
                    <a:gd name="connsiteY0" fmla="*/ 98921 h 140733"/>
                    <a:gd name="connsiteX1" fmla="*/ 16049 w 16640"/>
                    <a:gd name="connsiteY1" fmla="*/ 98921 h 140733"/>
                    <a:gd name="connsiteX2" fmla="*/ 16049 w 16640"/>
                    <a:gd name="connsiteY2" fmla="*/ -2368 h 140733"/>
                    <a:gd name="connsiteX3" fmla="*/ -591 w 16640"/>
                    <a:gd name="connsiteY3" fmla="*/ -2368 h 140733"/>
                    <a:gd name="connsiteX4" fmla="*/ -591 w 16640"/>
                    <a:gd name="connsiteY4" fmla="*/ 98921 h 140733"/>
                    <a:gd name="connsiteX5" fmla="*/ -591 w 16640"/>
                    <a:gd name="connsiteY5" fmla="*/ 138366 h 140733"/>
                    <a:gd name="connsiteX6" fmla="*/ 16049 w 16640"/>
                    <a:gd name="connsiteY6" fmla="*/ 138366 h 140733"/>
                    <a:gd name="connsiteX7" fmla="*/ 16049 w 16640"/>
                    <a:gd name="connsiteY7" fmla="*/ 117269 h 140733"/>
                    <a:gd name="connsiteX8" fmla="*/ -591 w 16640"/>
                    <a:gd name="connsiteY8" fmla="*/ 117269 h 140733"/>
                    <a:gd name="connsiteX9" fmla="*/ -591 w 16640"/>
                    <a:gd name="connsiteY9" fmla="*/ 138366 h 1407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40" h="140733">
                      <a:moveTo>
                        <a:pt x="-591" y="98921"/>
                      </a:moveTo>
                      <a:lnTo>
                        <a:pt x="16049" y="98921"/>
                      </a:lnTo>
                      <a:lnTo>
                        <a:pt x="16049" y="-2368"/>
                      </a:lnTo>
                      <a:lnTo>
                        <a:pt x="-591" y="-2368"/>
                      </a:lnTo>
                      <a:lnTo>
                        <a:pt x="-591" y="98921"/>
                      </a:lnTo>
                      <a:close/>
                      <a:moveTo>
                        <a:pt x="-591" y="138366"/>
                      </a:moveTo>
                      <a:lnTo>
                        <a:pt x="16049" y="138366"/>
                      </a:lnTo>
                      <a:lnTo>
                        <a:pt x="16049" y="117269"/>
                      </a:lnTo>
                      <a:lnTo>
                        <a:pt x="-591" y="117269"/>
                      </a:lnTo>
                      <a:lnTo>
                        <a:pt x="-591" y="138366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65" name="Freeform: Shape 1664">
                  <a:extLst>
                    <a:ext uri="{FF2B5EF4-FFF2-40B4-BE49-F238E27FC236}">
                      <a16:creationId xmlns:a16="http://schemas.microsoft.com/office/drawing/2014/main" id="{3086FB24-9445-7B0B-E3FB-1C41B7769D2F}"/>
                    </a:ext>
                  </a:extLst>
                </p:cNvPr>
                <p:cNvSpPr/>
                <p:nvPr/>
              </p:nvSpPr>
              <p:spPr>
                <a:xfrm flipV="1">
                  <a:off x="9361483" y="986878"/>
                  <a:ext cx="63204" cy="130054"/>
                </a:xfrm>
                <a:custGeom>
                  <a:avLst/>
                  <a:gdLst>
                    <a:gd name="connsiteX0" fmla="*/ 27981 w 63204"/>
                    <a:gd name="connsiteY0" fmla="*/ 127872 h 130054"/>
                    <a:gd name="connsiteX1" fmla="*/ 27981 w 63204"/>
                    <a:gd name="connsiteY1" fmla="*/ 99106 h 130054"/>
                    <a:gd name="connsiteX2" fmla="*/ 62245 w 63204"/>
                    <a:gd name="connsiteY2" fmla="*/ 99106 h 130054"/>
                    <a:gd name="connsiteX3" fmla="*/ 62245 w 63204"/>
                    <a:gd name="connsiteY3" fmla="*/ 86170 h 130054"/>
                    <a:gd name="connsiteX4" fmla="*/ 27981 w 63204"/>
                    <a:gd name="connsiteY4" fmla="*/ 86170 h 130054"/>
                    <a:gd name="connsiteX5" fmla="*/ 27981 w 63204"/>
                    <a:gd name="connsiteY5" fmla="*/ 31185 h 130054"/>
                    <a:gd name="connsiteX6" fmla="*/ 31367 w 63204"/>
                    <a:gd name="connsiteY6" fmla="*/ 15268 h 130054"/>
                    <a:gd name="connsiteX7" fmla="*/ 45171 w 63204"/>
                    <a:gd name="connsiteY7" fmla="*/ 11737 h 130054"/>
                    <a:gd name="connsiteX8" fmla="*/ 62245 w 63204"/>
                    <a:gd name="connsiteY8" fmla="*/ 11737 h 130054"/>
                    <a:gd name="connsiteX9" fmla="*/ 62245 w 63204"/>
                    <a:gd name="connsiteY9" fmla="*/ -2183 h 130054"/>
                    <a:gd name="connsiteX10" fmla="*/ 45171 w 63204"/>
                    <a:gd name="connsiteY10" fmla="*/ -2183 h 130054"/>
                    <a:gd name="connsiteX11" fmla="*/ 18575 w 63204"/>
                    <a:gd name="connsiteY11" fmla="*/ 4994 h 130054"/>
                    <a:gd name="connsiteX12" fmla="*/ 11254 w 63204"/>
                    <a:gd name="connsiteY12" fmla="*/ 31185 h 130054"/>
                    <a:gd name="connsiteX13" fmla="*/ 11254 w 63204"/>
                    <a:gd name="connsiteY13" fmla="*/ 86170 h 130054"/>
                    <a:gd name="connsiteX14" fmla="*/ -959 w 63204"/>
                    <a:gd name="connsiteY14" fmla="*/ 86170 h 130054"/>
                    <a:gd name="connsiteX15" fmla="*/ -959 w 63204"/>
                    <a:gd name="connsiteY15" fmla="*/ 99106 h 130054"/>
                    <a:gd name="connsiteX16" fmla="*/ 11254 w 63204"/>
                    <a:gd name="connsiteY16" fmla="*/ 99106 h 130054"/>
                    <a:gd name="connsiteX17" fmla="*/ 11254 w 63204"/>
                    <a:gd name="connsiteY17" fmla="*/ 127872 h 130054"/>
                    <a:gd name="connsiteX18" fmla="*/ 27981 w 63204"/>
                    <a:gd name="connsiteY18" fmla="*/ 127872 h 130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63204" h="130054">
                      <a:moveTo>
                        <a:pt x="27981" y="127872"/>
                      </a:moveTo>
                      <a:lnTo>
                        <a:pt x="27981" y="99106"/>
                      </a:lnTo>
                      <a:lnTo>
                        <a:pt x="62245" y="99106"/>
                      </a:lnTo>
                      <a:lnTo>
                        <a:pt x="62245" y="86170"/>
                      </a:lnTo>
                      <a:lnTo>
                        <a:pt x="27981" y="86170"/>
                      </a:lnTo>
                      <a:lnTo>
                        <a:pt x="27981" y="31185"/>
                      </a:lnTo>
                      <a:cubicBezTo>
                        <a:pt x="27981" y="22927"/>
                        <a:pt x="29109" y="17622"/>
                        <a:pt x="31367" y="15268"/>
                      </a:cubicBezTo>
                      <a:cubicBezTo>
                        <a:pt x="33624" y="12914"/>
                        <a:pt x="38225" y="11737"/>
                        <a:pt x="45171" y="11737"/>
                      </a:cubicBezTo>
                      <a:lnTo>
                        <a:pt x="62245" y="11737"/>
                      </a:lnTo>
                      <a:lnTo>
                        <a:pt x="62245" y="-2183"/>
                      </a:lnTo>
                      <a:lnTo>
                        <a:pt x="45171" y="-2183"/>
                      </a:lnTo>
                      <a:cubicBezTo>
                        <a:pt x="32322" y="-2183"/>
                        <a:pt x="23457" y="210"/>
                        <a:pt x="18575" y="4994"/>
                      </a:cubicBezTo>
                      <a:cubicBezTo>
                        <a:pt x="13694" y="9798"/>
                        <a:pt x="11254" y="18528"/>
                        <a:pt x="11254" y="31185"/>
                      </a:cubicBezTo>
                      <a:lnTo>
                        <a:pt x="11254" y="86170"/>
                      </a:lnTo>
                      <a:lnTo>
                        <a:pt x="-959" y="86170"/>
                      </a:lnTo>
                      <a:lnTo>
                        <a:pt x="-959" y="99106"/>
                      </a:lnTo>
                      <a:lnTo>
                        <a:pt x="11254" y="99106"/>
                      </a:lnTo>
                      <a:lnTo>
                        <a:pt x="11254" y="127872"/>
                      </a:lnTo>
                      <a:lnTo>
                        <a:pt x="27981" y="127872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66" name="Freeform: Shape 1665">
                  <a:extLst>
                    <a:ext uri="{FF2B5EF4-FFF2-40B4-BE49-F238E27FC236}">
                      <a16:creationId xmlns:a16="http://schemas.microsoft.com/office/drawing/2014/main" id="{7600C42A-E420-1A9B-2B2A-EB98B240B74D}"/>
                    </a:ext>
                  </a:extLst>
                </p:cNvPr>
                <p:cNvSpPr/>
                <p:nvPr/>
              </p:nvSpPr>
              <p:spPr>
                <a:xfrm flipV="1">
                  <a:off x="9434637" y="1015644"/>
                  <a:ext cx="98568" cy="139807"/>
                </a:xfrm>
                <a:custGeom>
                  <a:avLst/>
                  <a:gdLst>
                    <a:gd name="connsiteX0" fmla="*/ 52478 w 98568"/>
                    <a:gd name="connsiteY0" fmla="*/ 28096 h 139807"/>
                    <a:gd name="connsiteX1" fmla="*/ 38732 w 98568"/>
                    <a:gd name="connsiteY1" fmla="*/ 4510 h 139807"/>
                    <a:gd name="connsiteX2" fmla="*/ 20847 w 98568"/>
                    <a:gd name="connsiteY2" fmla="*/ -1017 h 139807"/>
                    <a:gd name="connsiteX3" fmla="*/ 7535 w 98568"/>
                    <a:gd name="connsiteY3" fmla="*/ -1017 h 139807"/>
                    <a:gd name="connsiteX4" fmla="*/ 7535 w 98568"/>
                    <a:gd name="connsiteY4" fmla="*/ 12903 h 139807"/>
                    <a:gd name="connsiteX5" fmla="*/ 17317 w 98568"/>
                    <a:gd name="connsiteY5" fmla="*/ 12903 h 139807"/>
                    <a:gd name="connsiteX6" fmla="*/ 27966 w 98568"/>
                    <a:gd name="connsiteY6" fmla="*/ 16173 h 139807"/>
                    <a:gd name="connsiteX7" fmla="*/ 36388 w 98568"/>
                    <a:gd name="connsiteY7" fmla="*/ 31540 h 139807"/>
                    <a:gd name="connsiteX8" fmla="*/ 39369 w 98568"/>
                    <a:gd name="connsiteY8" fmla="*/ 39122 h 139807"/>
                    <a:gd name="connsiteX9" fmla="*/ -1581 w 98568"/>
                    <a:gd name="connsiteY9" fmla="*/ 138790 h 139807"/>
                    <a:gd name="connsiteX10" fmla="*/ 16043 w 98568"/>
                    <a:gd name="connsiteY10" fmla="*/ 138790 h 139807"/>
                    <a:gd name="connsiteX11" fmla="*/ 47703 w 98568"/>
                    <a:gd name="connsiteY11" fmla="*/ 59582 h 139807"/>
                    <a:gd name="connsiteX12" fmla="*/ 79363 w 98568"/>
                    <a:gd name="connsiteY12" fmla="*/ 138790 h 139807"/>
                    <a:gd name="connsiteX13" fmla="*/ 96987 w 98568"/>
                    <a:gd name="connsiteY13" fmla="*/ 138790 h 139807"/>
                    <a:gd name="connsiteX14" fmla="*/ 52478 w 98568"/>
                    <a:gd name="connsiteY14" fmla="*/ 28096 h 1398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98568" h="139807">
                      <a:moveTo>
                        <a:pt x="52478" y="28096"/>
                      </a:moveTo>
                      <a:cubicBezTo>
                        <a:pt x="47790" y="16038"/>
                        <a:pt x="43208" y="8176"/>
                        <a:pt x="38732" y="4510"/>
                      </a:cubicBezTo>
                      <a:cubicBezTo>
                        <a:pt x="34275" y="825"/>
                        <a:pt x="28314" y="-1017"/>
                        <a:pt x="20847" y="-1017"/>
                      </a:cubicBezTo>
                      <a:lnTo>
                        <a:pt x="7535" y="-1017"/>
                      </a:lnTo>
                      <a:lnTo>
                        <a:pt x="7535" y="12903"/>
                      </a:lnTo>
                      <a:lnTo>
                        <a:pt x="17317" y="12903"/>
                      </a:lnTo>
                      <a:cubicBezTo>
                        <a:pt x="21889" y="12903"/>
                        <a:pt x="25439" y="13993"/>
                        <a:pt x="27966" y="16173"/>
                      </a:cubicBezTo>
                      <a:cubicBezTo>
                        <a:pt x="30513" y="18334"/>
                        <a:pt x="33320" y="23456"/>
                        <a:pt x="36388" y="31540"/>
                      </a:cubicBezTo>
                      <a:lnTo>
                        <a:pt x="39369" y="39122"/>
                      </a:lnTo>
                      <a:lnTo>
                        <a:pt x="-1581" y="138790"/>
                      </a:lnTo>
                      <a:lnTo>
                        <a:pt x="16043" y="138790"/>
                      </a:lnTo>
                      <a:lnTo>
                        <a:pt x="47703" y="59582"/>
                      </a:lnTo>
                      <a:lnTo>
                        <a:pt x="79363" y="138790"/>
                      </a:lnTo>
                      <a:lnTo>
                        <a:pt x="96987" y="138790"/>
                      </a:lnTo>
                      <a:lnTo>
                        <a:pt x="52478" y="28096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67" name="Freeform: Shape 1666">
                  <a:extLst>
                    <a:ext uri="{FF2B5EF4-FFF2-40B4-BE49-F238E27FC236}">
                      <a16:creationId xmlns:a16="http://schemas.microsoft.com/office/drawing/2014/main" id="{C44BE516-4E28-7042-FA0F-2A5AE9464A3A}"/>
                    </a:ext>
                  </a:extLst>
                </p:cNvPr>
                <p:cNvSpPr/>
                <p:nvPr/>
              </p:nvSpPr>
              <p:spPr>
                <a:xfrm flipV="1">
                  <a:off x="9538719" y="1116933"/>
                  <a:ext cx="11575" cy="1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75" h="11575"/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68" name="Freeform: Shape 1667">
                  <a:extLst>
                    <a:ext uri="{FF2B5EF4-FFF2-40B4-BE49-F238E27FC236}">
                      <a16:creationId xmlns:a16="http://schemas.microsoft.com/office/drawing/2014/main" id="{4998B3B9-A0D6-77FE-B10C-F0BFCC56E42D}"/>
                    </a:ext>
                  </a:extLst>
                </p:cNvPr>
                <p:cNvSpPr/>
                <p:nvPr/>
              </p:nvSpPr>
              <p:spPr>
                <a:xfrm flipV="1">
                  <a:off x="9614413" y="1013213"/>
                  <a:ext cx="90639" cy="142238"/>
                </a:xfrm>
                <a:custGeom>
                  <a:avLst/>
                  <a:gdLst>
                    <a:gd name="connsiteX0" fmla="*/ 14908 w 90639"/>
                    <a:gd name="connsiteY0" fmla="*/ 52653 h 142238"/>
                    <a:gd name="connsiteX1" fmla="*/ 14908 w 90639"/>
                    <a:gd name="connsiteY1" fmla="*/ -1060 h 142238"/>
                    <a:gd name="connsiteX2" fmla="*/ -1819 w 90639"/>
                    <a:gd name="connsiteY2" fmla="*/ -1060 h 142238"/>
                    <a:gd name="connsiteX3" fmla="*/ -1819 w 90639"/>
                    <a:gd name="connsiteY3" fmla="*/ 138748 h 142238"/>
                    <a:gd name="connsiteX4" fmla="*/ 14908 w 90639"/>
                    <a:gd name="connsiteY4" fmla="*/ 138748 h 142238"/>
                    <a:gd name="connsiteX5" fmla="*/ 14908 w 90639"/>
                    <a:gd name="connsiteY5" fmla="*/ 123381 h 142238"/>
                    <a:gd name="connsiteX6" fmla="*/ 28163 w 90639"/>
                    <a:gd name="connsiteY6" fmla="*/ 136780 h 142238"/>
                    <a:gd name="connsiteX7" fmla="*/ 47292 w 90639"/>
                    <a:gd name="connsiteY7" fmla="*/ 141179 h 142238"/>
                    <a:gd name="connsiteX8" fmla="*/ 77273 w 90639"/>
                    <a:gd name="connsiteY8" fmla="*/ 126536 h 142238"/>
                    <a:gd name="connsiteX9" fmla="*/ 88820 w 90639"/>
                    <a:gd name="connsiteY9" fmla="*/ 88017 h 142238"/>
                    <a:gd name="connsiteX10" fmla="*/ 77273 w 90639"/>
                    <a:gd name="connsiteY10" fmla="*/ 49469 h 142238"/>
                    <a:gd name="connsiteX11" fmla="*/ 47292 w 90639"/>
                    <a:gd name="connsiteY11" fmla="*/ 34826 h 142238"/>
                    <a:gd name="connsiteX12" fmla="*/ 28163 w 90639"/>
                    <a:gd name="connsiteY12" fmla="*/ 39225 h 142238"/>
                    <a:gd name="connsiteX13" fmla="*/ 14908 w 90639"/>
                    <a:gd name="connsiteY13" fmla="*/ 52653 h 142238"/>
                    <a:gd name="connsiteX14" fmla="*/ 71543 w 90639"/>
                    <a:gd name="connsiteY14" fmla="*/ 88017 h 142238"/>
                    <a:gd name="connsiteX15" fmla="*/ 63990 w 90639"/>
                    <a:gd name="connsiteY15" fmla="*/ 116812 h 142238"/>
                    <a:gd name="connsiteX16" fmla="*/ 43240 w 90639"/>
                    <a:gd name="connsiteY16" fmla="*/ 127259 h 142238"/>
                    <a:gd name="connsiteX17" fmla="*/ 22461 w 90639"/>
                    <a:gd name="connsiteY17" fmla="*/ 116812 h 142238"/>
                    <a:gd name="connsiteX18" fmla="*/ 14908 w 90639"/>
                    <a:gd name="connsiteY18" fmla="*/ 88017 h 142238"/>
                    <a:gd name="connsiteX19" fmla="*/ 22461 w 90639"/>
                    <a:gd name="connsiteY19" fmla="*/ 59222 h 142238"/>
                    <a:gd name="connsiteX20" fmla="*/ 43240 w 90639"/>
                    <a:gd name="connsiteY20" fmla="*/ 48775 h 142238"/>
                    <a:gd name="connsiteX21" fmla="*/ 63990 w 90639"/>
                    <a:gd name="connsiteY21" fmla="*/ 59222 h 142238"/>
                    <a:gd name="connsiteX22" fmla="*/ 71543 w 90639"/>
                    <a:gd name="connsiteY22" fmla="*/ 88017 h 142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90639" h="142238">
                      <a:moveTo>
                        <a:pt x="14908" y="52653"/>
                      </a:moveTo>
                      <a:lnTo>
                        <a:pt x="14908" y="-1060"/>
                      </a:lnTo>
                      <a:lnTo>
                        <a:pt x="-1819" y="-1060"/>
                      </a:lnTo>
                      <a:lnTo>
                        <a:pt x="-1819" y="138748"/>
                      </a:lnTo>
                      <a:lnTo>
                        <a:pt x="14908" y="138748"/>
                      </a:lnTo>
                      <a:lnTo>
                        <a:pt x="14908" y="123381"/>
                      </a:lnTo>
                      <a:cubicBezTo>
                        <a:pt x="18419" y="129401"/>
                        <a:pt x="22838" y="133867"/>
                        <a:pt x="28163" y="136780"/>
                      </a:cubicBezTo>
                      <a:cubicBezTo>
                        <a:pt x="33507" y="139713"/>
                        <a:pt x="39883" y="141179"/>
                        <a:pt x="47292" y="141179"/>
                      </a:cubicBezTo>
                      <a:cubicBezTo>
                        <a:pt x="59601" y="141179"/>
                        <a:pt x="69595" y="136298"/>
                        <a:pt x="77273" y="126536"/>
                      </a:cubicBezTo>
                      <a:cubicBezTo>
                        <a:pt x="84971" y="116773"/>
                        <a:pt x="88820" y="103934"/>
                        <a:pt x="88820" y="88017"/>
                      </a:cubicBezTo>
                      <a:cubicBezTo>
                        <a:pt x="88820" y="72100"/>
                        <a:pt x="84971" y="59251"/>
                        <a:pt x="77273" y="49469"/>
                      </a:cubicBezTo>
                      <a:cubicBezTo>
                        <a:pt x="69595" y="39707"/>
                        <a:pt x="59601" y="34826"/>
                        <a:pt x="47292" y="34826"/>
                      </a:cubicBezTo>
                      <a:cubicBezTo>
                        <a:pt x="39883" y="34826"/>
                        <a:pt x="33507" y="36292"/>
                        <a:pt x="28163" y="39225"/>
                      </a:cubicBezTo>
                      <a:cubicBezTo>
                        <a:pt x="22838" y="42157"/>
                        <a:pt x="18419" y="46633"/>
                        <a:pt x="14908" y="52653"/>
                      </a:cubicBezTo>
                      <a:close/>
                      <a:moveTo>
                        <a:pt x="71543" y="88017"/>
                      </a:moveTo>
                      <a:cubicBezTo>
                        <a:pt x="71543" y="100249"/>
                        <a:pt x="69025" y="109847"/>
                        <a:pt x="63990" y="116812"/>
                      </a:cubicBezTo>
                      <a:cubicBezTo>
                        <a:pt x="58954" y="123777"/>
                        <a:pt x="52038" y="127259"/>
                        <a:pt x="43240" y="127259"/>
                      </a:cubicBezTo>
                      <a:cubicBezTo>
                        <a:pt x="34423" y="127259"/>
                        <a:pt x="27497" y="123777"/>
                        <a:pt x="22461" y="116812"/>
                      </a:cubicBezTo>
                      <a:cubicBezTo>
                        <a:pt x="17426" y="109847"/>
                        <a:pt x="14908" y="100249"/>
                        <a:pt x="14908" y="88017"/>
                      </a:cubicBezTo>
                      <a:cubicBezTo>
                        <a:pt x="14908" y="75785"/>
                        <a:pt x="17426" y="66187"/>
                        <a:pt x="22461" y="59222"/>
                      </a:cubicBezTo>
                      <a:cubicBezTo>
                        <a:pt x="27497" y="52257"/>
                        <a:pt x="34423" y="48775"/>
                        <a:pt x="43240" y="48775"/>
                      </a:cubicBezTo>
                      <a:cubicBezTo>
                        <a:pt x="52038" y="48775"/>
                        <a:pt x="58954" y="52257"/>
                        <a:pt x="63990" y="59222"/>
                      </a:cubicBezTo>
                      <a:cubicBezTo>
                        <a:pt x="69025" y="66187"/>
                        <a:pt x="71543" y="75785"/>
                        <a:pt x="71543" y="88017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69" name="Freeform: Shape 1668">
                  <a:extLst>
                    <a:ext uri="{FF2B5EF4-FFF2-40B4-BE49-F238E27FC236}">
                      <a16:creationId xmlns:a16="http://schemas.microsoft.com/office/drawing/2014/main" id="{BAA43B88-1D99-7060-7AC5-D06405359DBF}"/>
                    </a:ext>
                  </a:extLst>
                </p:cNvPr>
                <p:cNvSpPr/>
                <p:nvPr/>
              </p:nvSpPr>
              <p:spPr>
                <a:xfrm flipV="1">
                  <a:off x="9725389" y="1013213"/>
                  <a:ext cx="93880" cy="106353"/>
                </a:xfrm>
                <a:custGeom>
                  <a:avLst/>
                  <a:gdLst>
                    <a:gd name="connsiteX0" fmla="*/ 92243 w 93880"/>
                    <a:gd name="connsiteY0" fmla="*/ 55764 h 106353"/>
                    <a:gd name="connsiteX1" fmla="*/ 92243 w 93880"/>
                    <a:gd name="connsiteY1" fmla="*/ 47632 h 106353"/>
                    <a:gd name="connsiteX2" fmla="*/ 15727 w 93880"/>
                    <a:gd name="connsiteY2" fmla="*/ 47632 h 106353"/>
                    <a:gd name="connsiteX3" fmla="*/ 26087 w 93880"/>
                    <a:gd name="connsiteY3" fmla="*/ 21442 h 106353"/>
                    <a:gd name="connsiteX4" fmla="*/ 51901 w 93880"/>
                    <a:gd name="connsiteY4" fmla="*/ 12442 h 106353"/>
                    <a:gd name="connsiteX5" fmla="*/ 70481 w 93880"/>
                    <a:gd name="connsiteY5" fmla="*/ 14786 h 106353"/>
                    <a:gd name="connsiteX6" fmla="*/ 88365 w 93880"/>
                    <a:gd name="connsiteY6" fmla="*/ 21847 h 106353"/>
                    <a:gd name="connsiteX7" fmla="*/ 88365 w 93880"/>
                    <a:gd name="connsiteY7" fmla="*/ 6104 h 106353"/>
                    <a:gd name="connsiteX8" fmla="*/ 69989 w 93880"/>
                    <a:gd name="connsiteY8" fmla="*/ 316 h 106353"/>
                    <a:gd name="connsiteX9" fmla="*/ 50917 w 93880"/>
                    <a:gd name="connsiteY9" fmla="*/ -1681 h 106353"/>
                    <a:gd name="connsiteX10" fmla="*/ 12514 w 93880"/>
                    <a:gd name="connsiteY10" fmla="*/ 12413 h 106353"/>
                    <a:gd name="connsiteX11" fmla="*/ -1637 w 93880"/>
                    <a:gd name="connsiteY11" fmla="*/ 50613 h 106353"/>
                    <a:gd name="connsiteX12" fmla="*/ 11791 w 93880"/>
                    <a:gd name="connsiteY12" fmla="*/ 90058 h 106353"/>
                    <a:gd name="connsiteX13" fmla="*/ 48023 w 93880"/>
                    <a:gd name="connsiteY13" fmla="*/ 104672 h 106353"/>
                    <a:gd name="connsiteX14" fmla="*/ 80349 w 93880"/>
                    <a:gd name="connsiteY14" fmla="*/ 91505 h 106353"/>
                    <a:gd name="connsiteX15" fmla="*/ 92243 w 93880"/>
                    <a:gd name="connsiteY15" fmla="*/ 55764 h 106353"/>
                    <a:gd name="connsiteX16" fmla="*/ 75603 w 93880"/>
                    <a:gd name="connsiteY16" fmla="*/ 60655 h 106353"/>
                    <a:gd name="connsiteX17" fmla="*/ 67963 w 93880"/>
                    <a:gd name="connsiteY17" fmla="*/ 82418 h 106353"/>
                    <a:gd name="connsiteX18" fmla="*/ 48197 w 93880"/>
                    <a:gd name="connsiteY18" fmla="*/ 90579 h 106353"/>
                    <a:gd name="connsiteX19" fmla="*/ 25913 w 93880"/>
                    <a:gd name="connsiteY19" fmla="*/ 82707 h 106353"/>
                    <a:gd name="connsiteX20" fmla="*/ 16276 w 93880"/>
                    <a:gd name="connsiteY20" fmla="*/ 60539 h 106353"/>
                    <a:gd name="connsiteX21" fmla="*/ 75603 w 93880"/>
                    <a:gd name="connsiteY21" fmla="*/ 60655 h 106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3880" h="106353">
                      <a:moveTo>
                        <a:pt x="92243" y="55764"/>
                      </a:moveTo>
                      <a:lnTo>
                        <a:pt x="92243" y="47632"/>
                      </a:lnTo>
                      <a:lnTo>
                        <a:pt x="15727" y="47632"/>
                      </a:lnTo>
                      <a:cubicBezTo>
                        <a:pt x="16460" y="36172"/>
                        <a:pt x="19913" y="27442"/>
                        <a:pt x="26087" y="21442"/>
                      </a:cubicBezTo>
                      <a:cubicBezTo>
                        <a:pt x="32261" y="15442"/>
                        <a:pt x="40866" y="12442"/>
                        <a:pt x="51901" y="12442"/>
                      </a:cubicBezTo>
                      <a:cubicBezTo>
                        <a:pt x="58287" y="12442"/>
                        <a:pt x="64480" y="13223"/>
                        <a:pt x="70481" y="14786"/>
                      </a:cubicBezTo>
                      <a:cubicBezTo>
                        <a:pt x="76481" y="16348"/>
                        <a:pt x="82442" y="18702"/>
                        <a:pt x="88365" y="21847"/>
                      </a:cubicBezTo>
                      <a:lnTo>
                        <a:pt x="88365" y="6104"/>
                      </a:lnTo>
                      <a:cubicBezTo>
                        <a:pt x="82384" y="3576"/>
                        <a:pt x="76259" y="1647"/>
                        <a:pt x="69989" y="316"/>
                      </a:cubicBezTo>
                      <a:cubicBezTo>
                        <a:pt x="63718" y="-1015"/>
                        <a:pt x="57361" y="-1681"/>
                        <a:pt x="50917" y="-1681"/>
                      </a:cubicBezTo>
                      <a:cubicBezTo>
                        <a:pt x="34750" y="-1681"/>
                        <a:pt x="21949" y="3017"/>
                        <a:pt x="12514" y="12413"/>
                      </a:cubicBezTo>
                      <a:cubicBezTo>
                        <a:pt x="3080" y="21828"/>
                        <a:pt x="-1637" y="34561"/>
                        <a:pt x="-1637" y="50613"/>
                      </a:cubicBezTo>
                      <a:cubicBezTo>
                        <a:pt x="-1637" y="67186"/>
                        <a:pt x="2839" y="80334"/>
                        <a:pt x="11791" y="90058"/>
                      </a:cubicBezTo>
                      <a:cubicBezTo>
                        <a:pt x="20743" y="99801"/>
                        <a:pt x="32820" y="104672"/>
                        <a:pt x="48023" y="104672"/>
                      </a:cubicBezTo>
                      <a:cubicBezTo>
                        <a:pt x="61644" y="104672"/>
                        <a:pt x="72419" y="100283"/>
                        <a:pt x="80349" y="91505"/>
                      </a:cubicBezTo>
                      <a:cubicBezTo>
                        <a:pt x="88278" y="82746"/>
                        <a:pt x="92243" y="70832"/>
                        <a:pt x="92243" y="55764"/>
                      </a:cubicBezTo>
                      <a:close/>
                      <a:moveTo>
                        <a:pt x="75603" y="60655"/>
                      </a:moveTo>
                      <a:cubicBezTo>
                        <a:pt x="75487" y="69742"/>
                        <a:pt x="72940" y="76996"/>
                        <a:pt x="67963" y="82418"/>
                      </a:cubicBezTo>
                      <a:cubicBezTo>
                        <a:pt x="62985" y="87858"/>
                        <a:pt x="56396" y="90579"/>
                        <a:pt x="48197" y="90579"/>
                      </a:cubicBezTo>
                      <a:cubicBezTo>
                        <a:pt x="38917" y="90579"/>
                        <a:pt x="31489" y="87955"/>
                        <a:pt x="25913" y="82707"/>
                      </a:cubicBezTo>
                      <a:cubicBezTo>
                        <a:pt x="20338" y="77459"/>
                        <a:pt x="17125" y="70070"/>
                        <a:pt x="16276" y="60539"/>
                      </a:cubicBezTo>
                      <a:lnTo>
                        <a:pt x="75603" y="60655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70" name="Freeform: Shape 1669">
                  <a:extLst>
                    <a:ext uri="{FF2B5EF4-FFF2-40B4-BE49-F238E27FC236}">
                      <a16:creationId xmlns:a16="http://schemas.microsoft.com/office/drawing/2014/main" id="{6747E39C-6D63-8B87-A9CE-BEFAE66A2E45}"/>
                    </a:ext>
                  </a:extLst>
                </p:cNvPr>
                <p:cNvSpPr/>
                <p:nvPr/>
              </p:nvSpPr>
              <p:spPr>
                <a:xfrm flipV="1">
                  <a:off x="9845931" y="1013213"/>
                  <a:ext cx="59326" cy="103719"/>
                </a:xfrm>
                <a:custGeom>
                  <a:avLst/>
                  <a:gdLst>
                    <a:gd name="connsiteX0" fmla="*/ 58067 w 59326"/>
                    <a:gd name="connsiteY0" fmla="*/ 84022 h 103719"/>
                    <a:gd name="connsiteX1" fmla="*/ 51961 w 59326"/>
                    <a:gd name="connsiteY1" fmla="*/ 86395 h 103719"/>
                    <a:gd name="connsiteX2" fmla="*/ 44697 w 59326"/>
                    <a:gd name="connsiteY2" fmla="*/ 87176 h 103719"/>
                    <a:gd name="connsiteX3" fmla="*/ 23021 w 59326"/>
                    <a:gd name="connsiteY3" fmla="*/ 78002 h 103719"/>
                    <a:gd name="connsiteX4" fmla="*/ 15468 w 59326"/>
                    <a:gd name="connsiteY4" fmla="*/ 51638 h 103719"/>
                    <a:gd name="connsiteX5" fmla="*/ 15468 w 59326"/>
                    <a:gd name="connsiteY5" fmla="*/ -1727 h 103719"/>
                    <a:gd name="connsiteX6" fmla="*/ -1259 w 59326"/>
                    <a:gd name="connsiteY6" fmla="*/ -1727 h 103719"/>
                    <a:gd name="connsiteX7" fmla="*/ -1259 w 59326"/>
                    <a:gd name="connsiteY7" fmla="*/ 99562 h 103719"/>
                    <a:gd name="connsiteX8" fmla="*/ 15468 w 59326"/>
                    <a:gd name="connsiteY8" fmla="*/ 99562 h 103719"/>
                    <a:gd name="connsiteX9" fmla="*/ 15468 w 59326"/>
                    <a:gd name="connsiteY9" fmla="*/ 83819 h 103719"/>
                    <a:gd name="connsiteX10" fmla="*/ 29127 w 59326"/>
                    <a:gd name="connsiteY10" fmla="*/ 97508 h 103719"/>
                    <a:gd name="connsiteX11" fmla="*/ 49588 w 59326"/>
                    <a:gd name="connsiteY11" fmla="*/ 101993 h 103719"/>
                    <a:gd name="connsiteX12" fmla="*/ 53379 w 59326"/>
                    <a:gd name="connsiteY12" fmla="*/ 101762 h 103719"/>
                    <a:gd name="connsiteX13" fmla="*/ 57980 w 59326"/>
                    <a:gd name="connsiteY13" fmla="*/ 101096 h 103719"/>
                    <a:gd name="connsiteX14" fmla="*/ 58067 w 59326"/>
                    <a:gd name="connsiteY14" fmla="*/ 84022 h 103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9326" h="103719">
                      <a:moveTo>
                        <a:pt x="58067" y="84022"/>
                      </a:moveTo>
                      <a:cubicBezTo>
                        <a:pt x="56196" y="85102"/>
                        <a:pt x="54160" y="85893"/>
                        <a:pt x="51961" y="86395"/>
                      </a:cubicBezTo>
                      <a:cubicBezTo>
                        <a:pt x="49761" y="86916"/>
                        <a:pt x="47340" y="87176"/>
                        <a:pt x="44697" y="87176"/>
                      </a:cubicBezTo>
                      <a:cubicBezTo>
                        <a:pt x="35282" y="87176"/>
                        <a:pt x="28057" y="84118"/>
                        <a:pt x="23021" y="78002"/>
                      </a:cubicBezTo>
                      <a:cubicBezTo>
                        <a:pt x="17986" y="71886"/>
                        <a:pt x="15468" y="63098"/>
                        <a:pt x="15468" y="51638"/>
                      </a:cubicBezTo>
                      <a:lnTo>
                        <a:pt x="15468" y="-1727"/>
                      </a:lnTo>
                      <a:lnTo>
                        <a:pt x="-1259" y="-1727"/>
                      </a:lnTo>
                      <a:lnTo>
                        <a:pt x="-1259" y="99562"/>
                      </a:lnTo>
                      <a:lnTo>
                        <a:pt x="15468" y="99562"/>
                      </a:lnTo>
                      <a:lnTo>
                        <a:pt x="15468" y="83819"/>
                      </a:lnTo>
                      <a:cubicBezTo>
                        <a:pt x="18979" y="89974"/>
                        <a:pt x="23532" y="94536"/>
                        <a:pt x="29127" y="97508"/>
                      </a:cubicBezTo>
                      <a:cubicBezTo>
                        <a:pt x="34742" y="100498"/>
                        <a:pt x="41562" y="101993"/>
                        <a:pt x="49588" y="101993"/>
                      </a:cubicBezTo>
                      <a:cubicBezTo>
                        <a:pt x="50726" y="101993"/>
                        <a:pt x="51990" y="101916"/>
                        <a:pt x="53379" y="101762"/>
                      </a:cubicBezTo>
                      <a:cubicBezTo>
                        <a:pt x="54768" y="101627"/>
                        <a:pt x="56302" y="101405"/>
                        <a:pt x="57980" y="101096"/>
                      </a:cubicBezTo>
                      <a:lnTo>
                        <a:pt x="58067" y="84022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71" name="Freeform: Shape 1670">
                  <a:extLst>
                    <a:ext uri="{FF2B5EF4-FFF2-40B4-BE49-F238E27FC236}">
                      <a16:creationId xmlns:a16="http://schemas.microsoft.com/office/drawing/2014/main" id="{3311167F-4D0F-3C9B-4431-0E773361DA58}"/>
                    </a:ext>
                  </a:extLst>
                </p:cNvPr>
                <p:cNvSpPr/>
                <p:nvPr/>
              </p:nvSpPr>
              <p:spPr>
                <a:xfrm flipV="1">
                  <a:off x="9905277" y="1116933"/>
                  <a:ext cx="11575" cy="1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75" h="11575"/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72" name="Freeform: Shape 1671">
                  <a:extLst>
                    <a:ext uri="{FF2B5EF4-FFF2-40B4-BE49-F238E27FC236}">
                      <a16:creationId xmlns:a16="http://schemas.microsoft.com/office/drawing/2014/main" id="{6C9755F6-B1BD-9617-0568-1029E5EEFFD9}"/>
                    </a:ext>
                  </a:extLst>
                </p:cNvPr>
                <p:cNvSpPr/>
                <p:nvPr/>
              </p:nvSpPr>
              <p:spPr>
                <a:xfrm flipV="1">
                  <a:off x="9982312" y="981901"/>
                  <a:ext cx="105195" cy="135032"/>
                </a:xfrm>
                <a:custGeom>
                  <a:avLst/>
                  <a:gdLst>
                    <a:gd name="connsiteX0" fmla="*/ 61959 w 105195"/>
                    <a:gd name="connsiteY0" fmla="*/ 61051 h 135032"/>
                    <a:gd name="connsiteX1" fmla="*/ 73390 w 105195"/>
                    <a:gd name="connsiteY1" fmla="*/ 52543 h 135032"/>
                    <a:gd name="connsiteX2" fmla="*/ 84560 w 105195"/>
                    <a:gd name="connsiteY2" fmla="*/ 34629 h 135032"/>
                    <a:gd name="connsiteX3" fmla="*/ 103111 w 105195"/>
                    <a:gd name="connsiteY3" fmla="*/ -2269 h 135032"/>
                    <a:gd name="connsiteX4" fmla="*/ 83461 w 105195"/>
                    <a:gd name="connsiteY4" fmla="*/ -2269 h 135032"/>
                    <a:gd name="connsiteX5" fmla="*/ 66213 w 105195"/>
                    <a:gd name="connsiteY5" fmla="*/ 32372 h 135032"/>
                    <a:gd name="connsiteX6" fmla="*/ 53219 w 105195"/>
                    <a:gd name="connsiteY6" fmla="*/ 50372 h 135032"/>
                    <a:gd name="connsiteX7" fmla="*/ 36086 w 105195"/>
                    <a:gd name="connsiteY7" fmla="*/ 54800 h 135032"/>
                    <a:gd name="connsiteX8" fmla="*/ 16176 w 105195"/>
                    <a:gd name="connsiteY8" fmla="*/ 54800 h 135032"/>
                    <a:gd name="connsiteX9" fmla="*/ 16176 w 105195"/>
                    <a:gd name="connsiteY9" fmla="*/ -2269 h 135032"/>
                    <a:gd name="connsiteX10" fmla="*/ -2085 w 105195"/>
                    <a:gd name="connsiteY10" fmla="*/ -2269 h 135032"/>
                    <a:gd name="connsiteX11" fmla="*/ -2085 w 105195"/>
                    <a:gd name="connsiteY11" fmla="*/ 132764 h 135032"/>
                    <a:gd name="connsiteX12" fmla="*/ 39154 w 105195"/>
                    <a:gd name="connsiteY12" fmla="*/ 132764 h 135032"/>
                    <a:gd name="connsiteX13" fmla="*/ 73708 w 105195"/>
                    <a:gd name="connsiteY13" fmla="*/ 123069 h 135032"/>
                    <a:gd name="connsiteX14" fmla="*/ 85110 w 105195"/>
                    <a:gd name="connsiteY14" fmla="*/ 93869 h 135032"/>
                    <a:gd name="connsiteX15" fmla="*/ 79178 w 105195"/>
                    <a:gd name="connsiteY15" fmla="*/ 72685 h 135032"/>
                    <a:gd name="connsiteX16" fmla="*/ 61959 w 105195"/>
                    <a:gd name="connsiteY16" fmla="*/ 61051 h 135032"/>
                    <a:gd name="connsiteX17" fmla="*/ 16176 w 105195"/>
                    <a:gd name="connsiteY17" fmla="*/ 117744 h 135032"/>
                    <a:gd name="connsiteX18" fmla="*/ 16176 w 105195"/>
                    <a:gd name="connsiteY18" fmla="*/ 69820 h 135032"/>
                    <a:gd name="connsiteX19" fmla="*/ 39154 w 105195"/>
                    <a:gd name="connsiteY19" fmla="*/ 69820 h 135032"/>
                    <a:gd name="connsiteX20" fmla="*/ 59093 w 105195"/>
                    <a:gd name="connsiteY20" fmla="*/ 75926 h 135032"/>
                    <a:gd name="connsiteX21" fmla="*/ 65836 w 105195"/>
                    <a:gd name="connsiteY21" fmla="*/ 93869 h 135032"/>
                    <a:gd name="connsiteX22" fmla="*/ 59093 w 105195"/>
                    <a:gd name="connsiteY22" fmla="*/ 111724 h 135032"/>
                    <a:gd name="connsiteX23" fmla="*/ 39154 w 105195"/>
                    <a:gd name="connsiteY23" fmla="*/ 117744 h 135032"/>
                    <a:gd name="connsiteX24" fmla="*/ 16176 w 105195"/>
                    <a:gd name="connsiteY24" fmla="*/ 117744 h 13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05195" h="135032">
                      <a:moveTo>
                        <a:pt x="61959" y="61051"/>
                      </a:moveTo>
                      <a:cubicBezTo>
                        <a:pt x="65875" y="59720"/>
                        <a:pt x="69685" y="56884"/>
                        <a:pt x="73390" y="52543"/>
                      </a:cubicBezTo>
                      <a:cubicBezTo>
                        <a:pt x="77094" y="48202"/>
                        <a:pt x="80818" y="42231"/>
                        <a:pt x="84560" y="34629"/>
                      </a:cubicBezTo>
                      <a:lnTo>
                        <a:pt x="103111" y="-2269"/>
                      </a:lnTo>
                      <a:lnTo>
                        <a:pt x="83461" y="-2269"/>
                      </a:lnTo>
                      <a:lnTo>
                        <a:pt x="66213" y="32372"/>
                      </a:lnTo>
                      <a:cubicBezTo>
                        <a:pt x="61737" y="41420"/>
                        <a:pt x="57405" y="47420"/>
                        <a:pt x="53219" y="50372"/>
                      </a:cubicBezTo>
                      <a:cubicBezTo>
                        <a:pt x="49032" y="53324"/>
                        <a:pt x="43321" y="54800"/>
                        <a:pt x="36086" y="54800"/>
                      </a:cubicBezTo>
                      <a:lnTo>
                        <a:pt x="16176" y="54800"/>
                      </a:lnTo>
                      <a:lnTo>
                        <a:pt x="16176" y="-2269"/>
                      </a:lnTo>
                      <a:lnTo>
                        <a:pt x="-2085" y="-2269"/>
                      </a:lnTo>
                      <a:lnTo>
                        <a:pt x="-2085" y="132764"/>
                      </a:lnTo>
                      <a:lnTo>
                        <a:pt x="39154" y="132764"/>
                      </a:lnTo>
                      <a:cubicBezTo>
                        <a:pt x="54588" y="132764"/>
                        <a:pt x="66106" y="129532"/>
                        <a:pt x="73708" y="123069"/>
                      </a:cubicBezTo>
                      <a:cubicBezTo>
                        <a:pt x="81310" y="116625"/>
                        <a:pt x="85110" y="106892"/>
                        <a:pt x="85110" y="93869"/>
                      </a:cubicBezTo>
                      <a:cubicBezTo>
                        <a:pt x="85110" y="85360"/>
                        <a:pt x="83133" y="78299"/>
                        <a:pt x="79178" y="72685"/>
                      </a:cubicBezTo>
                      <a:cubicBezTo>
                        <a:pt x="75222" y="67090"/>
                        <a:pt x="69483" y="63212"/>
                        <a:pt x="61959" y="61051"/>
                      </a:cubicBezTo>
                      <a:close/>
                      <a:moveTo>
                        <a:pt x="16176" y="117744"/>
                      </a:moveTo>
                      <a:lnTo>
                        <a:pt x="16176" y="69820"/>
                      </a:lnTo>
                      <a:lnTo>
                        <a:pt x="39154" y="69820"/>
                      </a:lnTo>
                      <a:cubicBezTo>
                        <a:pt x="47952" y="69820"/>
                        <a:pt x="54598" y="71855"/>
                        <a:pt x="59093" y="75926"/>
                      </a:cubicBezTo>
                      <a:cubicBezTo>
                        <a:pt x="63589" y="79997"/>
                        <a:pt x="65836" y="85978"/>
                        <a:pt x="65836" y="93869"/>
                      </a:cubicBezTo>
                      <a:cubicBezTo>
                        <a:pt x="65836" y="101760"/>
                        <a:pt x="63589" y="107711"/>
                        <a:pt x="59093" y="111724"/>
                      </a:cubicBezTo>
                      <a:cubicBezTo>
                        <a:pt x="54598" y="115737"/>
                        <a:pt x="47952" y="117744"/>
                        <a:pt x="39154" y="117744"/>
                      </a:cubicBezTo>
                      <a:lnTo>
                        <a:pt x="16176" y="117744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73" name="Freeform: Shape 1672">
                  <a:extLst>
                    <a:ext uri="{FF2B5EF4-FFF2-40B4-BE49-F238E27FC236}">
                      <a16:creationId xmlns:a16="http://schemas.microsoft.com/office/drawing/2014/main" id="{662131FB-766E-7D4D-FCDF-F79B0CE9F7F9}"/>
                    </a:ext>
                  </a:extLst>
                </p:cNvPr>
                <p:cNvSpPr/>
                <p:nvPr/>
              </p:nvSpPr>
              <p:spPr>
                <a:xfrm flipV="1">
                  <a:off x="10094705" y="1013213"/>
                  <a:ext cx="93880" cy="106353"/>
                </a:xfrm>
                <a:custGeom>
                  <a:avLst/>
                  <a:gdLst>
                    <a:gd name="connsiteX0" fmla="*/ 92275 w 93880"/>
                    <a:gd name="connsiteY0" fmla="*/ 55764 h 106353"/>
                    <a:gd name="connsiteX1" fmla="*/ 92275 w 93880"/>
                    <a:gd name="connsiteY1" fmla="*/ 47632 h 106353"/>
                    <a:gd name="connsiteX2" fmla="*/ 15759 w 93880"/>
                    <a:gd name="connsiteY2" fmla="*/ 47632 h 106353"/>
                    <a:gd name="connsiteX3" fmla="*/ 26119 w 93880"/>
                    <a:gd name="connsiteY3" fmla="*/ 21442 h 106353"/>
                    <a:gd name="connsiteX4" fmla="*/ 51933 w 93880"/>
                    <a:gd name="connsiteY4" fmla="*/ 12442 h 106353"/>
                    <a:gd name="connsiteX5" fmla="*/ 70512 w 93880"/>
                    <a:gd name="connsiteY5" fmla="*/ 14786 h 106353"/>
                    <a:gd name="connsiteX6" fmla="*/ 88397 w 93880"/>
                    <a:gd name="connsiteY6" fmla="*/ 21847 h 106353"/>
                    <a:gd name="connsiteX7" fmla="*/ 88397 w 93880"/>
                    <a:gd name="connsiteY7" fmla="*/ 6104 h 106353"/>
                    <a:gd name="connsiteX8" fmla="*/ 70020 w 93880"/>
                    <a:gd name="connsiteY8" fmla="*/ 316 h 106353"/>
                    <a:gd name="connsiteX9" fmla="*/ 50949 w 93880"/>
                    <a:gd name="connsiteY9" fmla="*/ -1681 h 106353"/>
                    <a:gd name="connsiteX10" fmla="*/ 12546 w 93880"/>
                    <a:gd name="connsiteY10" fmla="*/ 12413 h 106353"/>
                    <a:gd name="connsiteX11" fmla="*/ -1605 w 93880"/>
                    <a:gd name="connsiteY11" fmla="*/ 50613 h 106353"/>
                    <a:gd name="connsiteX12" fmla="*/ 11823 w 93880"/>
                    <a:gd name="connsiteY12" fmla="*/ 90058 h 106353"/>
                    <a:gd name="connsiteX13" fmla="*/ 48055 w 93880"/>
                    <a:gd name="connsiteY13" fmla="*/ 104672 h 106353"/>
                    <a:gd name="connsiteX14" fmla="*/ 80381 w 93880"/>
                    <a:gd name="connsiteY14" fmla="*/ 91505 h 106353"/>
                    <a:gd name="connsiteX15" fmla="*/ 92275 w 93880"/>
                    <a:gd name="connsiteY15" fmla="*/ 55764 h 106353"/>
                    <a:gd name="connsiteX16" fmla="*/ 75635 w 93880"/>
                    <a:gd name="connsiteY16" fmla="*/ 60655 h 106353"/>
                    <a:gd name="connsiteX17" fmla="*/ 67995 w 93880"/>
                    <a:gd name="connsiteY17" fmla="*/ 82418 h 106353"/>
                    <a:gd name="connsiteX18" fmla="*/ 48229 w 93880"/>
                    <a:gd name="connsiteY18" fmla="*/ 90579 h 106353"/>
                    <a:gd name="connsiteX19" fmla="*/ 25945 w 93880"/>
                    <a:gd name="connsiteY19" fmla="*/ 82707 h 106353"/>
                    <a:gd name="connsiteX20" fmla="*/ 16308 w 93880"/>
                    <a:gd name="connsiteY20" fmla="*/ 60539 h 106353"/>
                    <a:gd name="connsiteX21" fmla="*/ 75635 w 93880"/>
                    <a:gd name="connsiteY21" fmla="*/ 60655 h 106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3880" h="106353">
                      <a:moveTo>
                        <a:pt x="92275" y="55764"/>
                      </a:moveTo>
                      <a:lnTo>
                        <a:pt x="92275" y="47632"/>
                      </a:lnTo>
                      <a:lnTo>
                        <a:pt x="15759" y="47632"/>
                      </a:lnTo>
                      <a:cubicBezTo>
                        <a:pt x="16492" y="36172"/>
                        <a:pt x="19945" y="27442"/>
                        <a:pt x="26119" y="21442"/>
                      </a:cubicBezTo>
                      <a:cubicBezTo>
                        <a:pt x="32293" y="15442"/>
                        <a:pt x="40898" y="12442"/>
                        <a:pt x="51933" y="12442"/>
                      </a:cubicBezTo>
                      <a:cubicBezTo>
                        <a:pt x="58319" y="12442"/>
                        <a:pt x="64512" y="13223"/>
                        <a:pt x="70512" y="14786"/>
                      </a:cubicBezTo>
                      <a:cubicBezTo>
                        <a:pt x="76512" y="16348"/>
                        <a:pt x="82474" y="18702"/>
                        <a:pt x="88397" y="21847"/>
                      </a:cubicBezTo>
                      <a:lnTo>
                        <a:pt x="88397" y="6104"/>
                      </a:lnTo>
                      <a:cubicBezTo>
                        <a:pt x="82416" y="3576"/>
                        <a:pt x="76291" y="1647"/>
                        <a:pt x="70020" y="316"/>
                      </a:cubicBezTo>
                      <a:cubicBezTo>
                        <a:pt x="63750" y="-1015"/>
                        <a:pt x="57393" y="-1681"/>
                        <a:pt x="50949" y="-1681"/>
                      </a:cubicBezTo>
                      <a:cubicBezTo>
                        <a:pt x="34781" y="-1681"/>
                        <a:pt x="21981" y="3017"/>
                        <a:pt x="12546" y="12413"/>
                      </a:cubicBezTo>
                      <a:cubicBezTo>
                        <a:pt x="3112" y="21828"/>
                        <a:pt x="-1605" y="34561"/>
                        <a:pt x="-1605" y="50613"/>
                      </a:cubicBezTo>
                      <a:cubicBezTo>
                        <a:pt x="-1605" y="67186"/>
                        <a:pt x="2871" y="80334"/>
                        <a:pt x="11823" y="90058"/>
                      </a:cubicBezTo>
                      <a:cubicBezTo>
                        <a:pt x="20775" y="99801"/>
                        <a:pt x="32852" y="104672"/>
                        <a:pt x="48055" y="104672"/>
                      </a:cubicBezTo>
                      <a:cubicBezTo>
                        <a:pt x="61676" y="104672"/>
                        <a:pt x="72451" y="100283"/>
                        <a:pt x="80381" y="91505"/>
                      </a:cubicBezTo>
                      <a:cubicBezTo>
                        <a:pt x="88310" y="82746"/>
                        <a:pt x="92275" y="70832"/>
                        <a:pt x="92275" y="55764"/>
                      </a:cubicBezTo>
                      <a:close/>
                      <a:moveTo>
                        <a:pt x="75635" y="60655"/>
                      </a:moveTo>
                      <a:cubicBezTo>
                        <a:pt x="75519" y="69742"/>
                        <a:pt x="72972" y="76996"/>
                        <a:pt x="67995" y="82418"/>
                      </a:cubicBezTo>
                      <a:cubicBezTo>
                        <a:pt x="63017" y="87858"/>
                        <a:pt x="56428" y="90579"/>
                        <a:pt x="48229" y="90579"/>
                      </a:cubicBezTo>
                      <a:cubicBezTo>
                        <a:pt x="38949" y="90579"/>
                        <a:pt x="31521" y="87955"/>
                        <a:pt x="25945" y="82707"/>
                      </a:cubicBezTo>
                      <a:cubicBezTo>
                        <a:pt x="20369" y="77459"/>
                        <a:pt x="17157" y="70070"/>
                        <a:pt x="16308" y="60539"/>
                      </a:cubicBezTo>
                      <a:lnTo>
                        <a:pt x="75635" y="60655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74" name="Freeform: Shape 1673">
                  <a:extLst>
                    <a:ext uri="{FF2B5EF4-FFF2-40B4-BE49-F238E27FC236}">
                      <a16:creationId xmlns:a16="http://schemas.microsoft.com/office/drawing/2014/main" id="{7E6AE54F-59D0-9E73-46AF-CBF2D5C3128B}"/>
                    </a:ext>
                  </a:extLst>
                </p:cNvPr>
                <p:cNvSpPr/>
                <p:nvPr/>
              </p:nvSpPr>
              <p:spPr>
                <a:xfrm flipV="1">
                  <a:off x="10208668" y="1013213"/>
                  <a:ext cx="90523" cy="142238"/>
                </a:xfrm>
                <a:custGeom>
                  <a:avLst/>
                  <a:gdLst>
                    <a:gd name="connsiteX0" fmla="*/ 72345 w 90523"/>
                    <a:gd name="connsiteY0" fmla="*/ 89290 h 142238"/>
                    <a:gd name="connsiteX1" fmla="*/ 64879 w 90523"/>
                    <a:gd name="connsiteY1" fmla="*/ 117304 h 142238"/>
                    <a:gd name="connsiteX2" fmla="*/ 43956 w 90523"/>
                    <a:gd name="connsiteY2" fmla="*/ 127259 h 142238"/>
                    <a:gd name="connsiteX3" fmla="*/ 23119 w 90523"/>
                    <a:gd name="connsiteY3" fmla="*/ 117304 h 142238"/>
                    <a:gd name="connsiteX4" fmla="*/ 15653 w 90523"/>
                    <a:gd name="connsiteY4" fmla="*/ 89290 h 142238"/>
                    <a:gd name="connsiteX5" fmla="*/ 23119 w 90523"/>
                    <a:gd name="connsiteY5" fmla="*/ 61334 h 142238"/>
                    <a:gd name="connsiteX6" fmla="*/ 43956 w 90523"/>
                    <a:gd name="connsiteY6" fmla="*/ 51379 h 142238"/>
                    <a:gd name="connsiteX7" fmla="*/ 64879 w 90523"/>
                    <a:gd name="connsiteY7" fmla="*/ 61334 h 142238"/>
                    <a:gd name="connsiteX8" fmla="*/ 72345 w 90523"/>
                    <a:gd name="connsiteY8" fmla="*/ 89290 h 142238"/>
                    <a:gd name="connsiteX9" fmla="*/ 88986 w 90523"/>
                    <a:gd name="connsiteY9" fmla="*/ 50019 h 142238"/>
                    <a:gd name="connsiteX10" fmla="*/ 77497 w 90523"/>
                    <a:gd name="connsiteY10" fmla="*/ 11558 h 142238"/>
                    <a:gd name="connsiteX11" fmla="*/ 42335 w 90523"/>
                    <a:gd name="connsiteY11" fmla="*/ -1060 h 142238"/>
                    <a:gd name="connsiteX12" fmla="*/ 25781 w 90523"/>
                    <a:gd name="connsiteY12" fmla="*/ 243 h 142238"/>
                    <a:gd name="connsiteX13" fmla="*/ 10675 w 90523"/>
                    <a:gd name="connsiteY13" fmla="*/ 4265 h 142238"/>
                    <a:gd name="connsiteX14" fmla="*/ 10675 w 90523"/>
                    <a:gd name="connsiteY14" fmla="*/ 20443 h 142238"/>
                    <a:gd name="connsiteX15" fmla="*/ 25145 w 90523"/>
                    <a:gd name="connsiteY15" fmla="*/ 14597 h 142238"/>
                    <a:gd name="connsiteX16" fmla="*/ 39701 w 90523"/>
                    <a:gd name="connsiteY16" fmla="*/ 12687 h 142238"/>
                    <a:gd name="connsiteX17" fmla="*/ 64213 w 90523"/>
                    <a:gd name="connsiteY17" fmla="*/ 21224 h 142238"/>
                    <a:gd name="connsiteX18" fmla="*/ 72345 w 90523"/>
                    <a:gd name="connsiteY18" fmla="*/ 47038 h 142238"/>
                    <a:gd name="connsiteX19" fmla="*/ 72345 w 90523"/>
                    <a:gd name="connsiteY19" fmla="*/ 55286 h 142238"/>
                    <a:gd name="connsiteX20" fmla="*/ 59149 w 90523"/>
                    <a:gd name="connsiteY20" fmla="*/ 41887 h 142238"/>
                    <a:gd name="connsiteX21" fmla="*/ 39875 w 90523"/>
                    <a:gd name="connsiteY21" fmla="*/ 37459 h 142238"/>
                    <a:gd name="connsiteX22" fmla="*/ 9865 w 90523"/>
                    <a:gd name="connsiteY22" fmla="*/ 51640 h 142238"/>
                    <a:gd name="connsiteX23" fmla="*/ -1538 w 90523"/>
                    <a:gd name="connsiteY23" fmla="*/ 89290 h 142238"/>
                    <a:gd name="connsiteX24" fmla="*/ 9865 w 90523"/>
                    <a:gd name="connsiteY24" fmla="*/ 126970 h 142238"/>
                    <a:gd name="connsiteX25" fmla="*/ 39875 w 90523"/>
                    <a:gd name="connsiteY25" fmla="*/ 141179 h 142238"/>
                    <a:gd name="connsiteX26" fmla="*/ 59149 w 90523"/>
                    <a:gd name="connsiteY26" fmla="*/ 136751 h 142238"/>
                    <a:gd name="connsiteX27" fmla="*/ 72345 w 90523"/>
                    <a:gd name="connsiteY27" fmla="*/ 123381 h 142238"/>
                    <a:gd name="connsiteX28" fmla="*/ 72345 w 90523"/>
                    <a:gd name="connsiteY28" fmla="*/ 138748 h 142238"/>
                    <a:gd name="connsiteX29" fmla="*/ 88986 w 90523"/>
                    <a:gd name="connsiteY29" fmla="*/ 138748 h 142238"/>
                    <a:gd name="connsiteX30" fmla="*/ 88986 w 90523"/>
                    <a:gd name="connsiteY30" fmla="*/ 50019 h 142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90523" h="142238">
                      <a:moveTo>
                        <a:pt x="72345" y="89290"/>
                      </a:moveTo>
                      <a:cubicBezTo>
                        <a:pt x="72345" y="101349"/>
                        <a:pt x="69857" y="110686"/>
                        <a:pt x="64879" y="117304"/>
                      </a:cubicBezTo>
                      <a:cubicBezTo>
                        <a:pt x="59921" y="123941"/>
                        <a:pt x="52946" y="127259"/>
                        <a:pt x="43956" y="127259"/>
                      </a:cubicBezTo>
                      <a:cubicBezTo>
                        <a:pt x="35042" y="127259"/>
                        <a:pt x="28097" y="123941"/>
                        <a:pt x="23119" y="117304"/>
                      </a:cubicBezTo>
                      <a:cubicBezTo>
                        <a:pt x="18141" y="110686"/>
                        <a:pt x="15653" y="101349"/>
                        <a:pt x="15653" y="89290"/>
                      </a:cubicBezTo>
                      <a:cubicBezTo>
                        <a:pt x="15653" y="77290"/>
                        <a:pt x="18141" y="67971"/>
                        <a:pt x="23119" y="61334"/>
                      </a:cubicBezTo>
                      <a:cubicBezTo>
                        <a:pt x="28097" y="54698"/>
                        <a:pt x="35042" y="51379"/>
                        <a:pt x="43956" y="51379"/>
                      </a:cubicBezTo>
                      <a:cubicBezTo>
                        <a:pt x="52946" y="51379"/>
                        <a:pt x="59921" y="54698"/>
                        <a:pt x="64879" y="61334"/>
                      </a:cubicBezTo>
                      <a:cubicBezTo>
                        <a:pt x="69857" y="67971"/>
                        <a:pt x="72345" y="77290"/>
                        <a:pt x="72345" y="89290"/>
                      </a:cubicBezTo>
                      <a:close/>
                      <a:moveTo>
                        <a:pt x="88986" y="50019"/>
                      </a:moveTo>
                      <a:cubicBezTo>
                        <a:pt x="88986" y="32790"/>
                        <a:pt x="85156" y="19970"/>
                        <a:pt x="77497" y="11558"/>
                      </a:cubicBezTo>
                      <a:cubicBezTo>
                        <a:pt x="69857" y="3146"/>
                        <a:pt x="58136" y="-1060"/>
                        <a:pt x="42335" y="-1060"/>
                      </a:cubicBezTo>
                      <a:cubicBezTo>
                        <a:pt x="36489" y="-1060"/>
                        <a:pt x="30971" y="-625"/>
                        <a:pt x="25781" y="243"/>
                      </a:cubicBezTo>
                      <a:cubicBezTo>
                        <a:pt x="20592" y="1111"/>
                        <a:pt x="15556" y="2452"/>
                        <a:pt x="10675" y="4265"/>
                      </a:cubicBezTo>
                      <a:lnTo>
                        <a:pt x="10675" y="20443"/>
                      </a:lnTo>
                      <a:cubicBezTo>
                        <a:pt x="15556" y="17800"/>
                        <a:pt x="20379" y="15851"/>
                        <a:pt x="25145" y="14597"/>
                      </a:cubicBezTo>
                      <a:cubicBezTo>
                        <a:pt x="29910" y="13324"/>
                        <a:pt x="34762" y="12687"/>
                        <a:pt x="39701" y="12687"/>
                      </a:cubicBezTo>
                      <a:cubicBezTo>
                        <a:pt x="50621" y="12687"/>
                        <a:pt x="58792" y="15533"/>
                        <a:pt x="64213" y="21224"/>
                      </a:cubicBezTo>
                      <a:cubicBezTo>
                        <a:pt x="69635" y="26916"/>
                        <a:pt x="72345" y="35520"/>
                        <a:pt x="72345" y="47038"/>
                      </a:cubicBezTo>
                      <a:lnTo>
                        <a:pt x="72345" y="55286"/>
                      </a:lnTo>
                      <a:cubicBezTo>
                        <a:pt x="68911" y="49305"/>
                        <a:pt x="64512" y="44839"/>
                        <a:pt x="59149" y="41887"/>
                      </a:cubicBezTo>
                      <a:cubicBezTo>
                        <a:pt x="53786" y="38935"/>
                        <a:pt x="47361" y="37459"/>
                        <a:pt x="39875" y="37459"/>
                      </a:cubicBezTo>
                      <a:cubicBezTo>
                        <a:pt x="27470" y="37459"/>
                        <a:pt x="17466" y="42186"/>
                        <a:pt x="9865" y="51640"/>
                      </a:cubicBezTo>
                      <a:cubicBezTo>
                        <a:pt x="2263" y="61113"/>
                        <a:pt x="-1538" y="73663"/>
                        <a:pt x="-1538" y="89290"/>
                      </a:cubicBezTo>
                      <a:cubicBezTo>
                        <a:pt x="-1538" y="104956"/>
                        <a:pt x="2263" y="117516"/>
                        <a:pt x="9865" y="126970"/>
                      </a:cubicBezTo>
                      <a:cubicBezTo>
                        <a:pt x="17466" y="136443"/>
                        <a:pt x="27470" y="141179"/>
                        <a:pt x="39875" y="141179"/>
                      </a:cubicBezTo>
                      <a:cubicBezTo>
                        <a:pt x="47361" y="141179"/>
                        <a:pt x="53786" y="139703"/>
                        <a:pt x="59149" y="136751"/>
                      </a:cubicBezTo>
                      <a:cubicBezTo>
                        <a:pt x="64512" y="133799"/>
                        <a:pt x="68911" y="129343"/>
                        <a:pt x="72345" y="123381"/>
                      </a:cubicBezTo>
                      <a:lnTo>
                        <a:pt x="72345" y="138748"/>
                      </a:lnTo>
                      <a:lnTo>
                        <a:pt x="88986" y="138748"/>
                      </a:lnTo>
                      <a:lnTo>
                        <a:pt x="88986" y="50019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75" name="Freeform: Shape 1674">
                  <a:extLst>
                    <a:ext uri="{FF2B5EF4-FFF2-40B4-BE49-F238E27FC236}">
                      <a16:creationId xmlns:a16="http://schemas.microsoft.com/office/drawing/2014/main" id="{407A7CFF-5322-2339-EE03-59C6FAD9E26A}"/>
                    </a:ext>
                  </a:extLst>
                </p:cNvPr>
                <p:cNvSpPr/>
                <p:nvPr/>
              </p:nvSpPr>
              <p:spPr>
                <a:xfrm flipV="1">
                  <a:off x="10333458" y="976200"/>
                  <a:ext cx="16640" cy="140733"/>
                </a:xfrm>
                <a:custGeom>
                  <a:avLst/>
                  <a:gdLst>
                    <a:gd name="connsiteX0" fmla="*/ -504 w 16640"/>
                    <a:gd name="connsiteY0" fmla="*/ 98921 h 140733"/>
                    <a:gd name="connsiteX1" fmla="*/ 16137 w 16640"/>
                    <a:gd name="connsiteY1" fmla="*/ 98921 h 140733"/>
                    <a:gd name="connsiteX2" fmla="*/ 16137 w 16640"/>
                    <a:gd name="connsiteY2" fmla="*/ -2368 h 140733"/>
                    <a:gd name="connsiteX3" fmla="*/ -504 w 16640"/>
                    <a:gd name="connsiteY3" fmla="*/ -2368 h 140733"/>
                    <a:gd name="connsiteX4" fmla="*/ -504 w 16640"/>
                    <a:gd name="connsiteY4" fmla="*/ 98921 h 140733"/>
                    <a:gd name="connsiteX5" fmla="*/ -504 w 16640"/>
                    <a:gd name="connsiteY5" fmla="*/ 138366 h 140733"/>
                    <a:gd name="connsiteX6" fmla="*/ 16137 w 16640"/>
                    <a:gd name="connsiteY6" fmla="*/ 138366 h 140733"/>
                    <a:gd name="connsiteX7" fmla="*/ 16137 w 16640"/>
                    <a:gd name="connsiteY7" fmla="*/ 117269 h 140733"/>
                    <a:gd name="connsiteX8" fmla="*/ -504 w 16640"/>
                    <a:gd name="connsiteY8" fmla="*/ 117269 h 140733"/>
                    <a:gd name="connsiteX9" fmla="*/ -504 w 16640"/>
                    <a:gd name="connsiteY9" fmla="*/ 138366 h 1407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40" h="140733">
                      <a:moveTo>
                        <a:pt x="-504" y="98921"/>
                      </a:moveTo>
                      <a:lnTo>
                        <a:pt x="16137" y="98921"/>
                      </a:lnTo>
                      <a:lnTo>
                        <a:pt x="16137" y="-2368"/>
                      </a:lnTo>
                      <a:lnTo>
                        <a:pt x="-504" y="-2368"/>
                      </a:lnTo>
                      <a:lnTo>
                        <a:pt x="-504" y="98921"/>
                      </a:lnTo>
                      <a:close/>
                      <a:moveTo>
                        <a:pt x="-504" y="138366"/>
                      </a:moveTo>
                      <a:lnTo>
                        <a:pt x="16137" y="138366"/>
                      </a:lnTo>
                      <a:lnTo>
                        <a:pt x="16137" y="117269"/>
                      </a:lnTo>
                      <a:lnTo>
                        <a:pt x="-504" y="117269"/>
                      </a:lnTo>
                      <a:lnTo>
                        <a:pt x="-504" y="138366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76" name="Freeform: Shape 1675">
                  <a:extLst>
                    <a:ext uri="{FF2B5EF4-FFF2-40B4-BE49-F238E27FC236}">
                      <a16:creationId xmlns:a16="http://schemas.microsoft.com/office/drawing/2014/main" id="{29953A8C-6077-10B1-190C-E9F3A5CD2884}"/>
                    </a:ext>
                  </a:extLst>
                </p:cNvPr>
                <p:cNvSpPr/>
                <p:nvPr/>
              </p:nvSpPr>
              <p:spPr>
                <a:xfrm flipV="1">
                  <a:off x="10377694" y="1013213"/>
                  <a:ext cx="92983" cy="106353"/>
                </a:xfrm>
                <a:custGeom>
                  <a:avLst/>
                  <a:gdLst>
                    <a:gd name="connsiteX0" fmla="*/ 44912 w 92983"/>
                    <a:gd name="connsiteY0" fmla="*/ 90579 h 106353"/>
                    <a:gd name="connsiteX1" fmla="*/ 23757 w 92983"/>
                    <a:gd name="connsiteY1" fmla="*/ 80131 h 106353"/>
                    <a:gd name="connsiteX2" fmla="*/ 15972 w 92983"/>
                    <a:gd name="connsiteY2" fmla="*/ 51510 h 106353"/>
                    <a:gd name="connsiteX3" fmla="*/ 23699 w 92983"/>
                    <a:gd name="connsiteY3" fmla="*/ 22889 h 106353"/>
                    <a:gd name="connsiteX4" fmla="*/ 44912 w 92983"/>
                    <a:gd name="connsiteY4" fmla="*/ 12442 h 106353"/>
                    <a:gd name="connsiteX5" fmla="*/ 65980 w 92983"/>
                    <a:gd name="connsiteY5" fmla="*/ 22918 h 106353"/>
                    <a:gd name="connsiteX6" fmla="*/ 73765 w 92983"/>
                    <a:gd name="connsiteY6" fmla="*/ 51510 h 106353"/>
                    <a:gd name="connsiteX7" fmla="*/ 65980 w 92983"/>
                    <a:gd name="connsiteY7" fmla="*/ 80045 h 106353"/>
                    <a:gd name="connsiteX8" fmla="*/ 44912 w 92983"/>
                    <a:gd name="connsiteY8" fmla="*/ 90579 h 106353"/>
                    <a:gd name="connsiteX9" fmla="*/ 44912 w 92983"/>
                    <a:gd name="connsiteY9" fmla="*/ 104672 h 106353"/>
                    <a:gd name="connsiteX10" fmla="*/ 79003 w 92983"/>
                    <a:gd name="connsiteY10" fmla="*/ 90550 h 106353"/>
                    <a:gd name="connsiteX11" fmla="*/ 91418 w 92983"/>
                    <a:gd name="connsiteY11" fmla="*/ 51510 h 106353"/>
                    <a:gd name="connsiteX12" fmla="*/ 79003 w 92983"/>
                    <a:gd name="connsiteY12" fmla="*/ 12470 h 106353"/>
                    <a:gd name="connsiteX13" fmla="*/ 44912 w 92983"/>
                    <a:gd name="connsiteY13" fmla="*/ -1681 h 106353"/>
                    <a:gd name="connsiteX14" fmla="*/ 10763 w 92983"/>
                    <a:gd name="connsiteY14" fmla="*/ 12470 h 106353"/>
                    <a:gd name="connsiteX15" fmla="*/ -1565 w 92983"/>
                    <a:gd name="connsiteY15" fmla="*/ 51510 h 106353"/>
                    <a:gd name="connsiteX16" fmla="*/ 10763 w 92983"/>
                    <a:gd name="connsiteY16" fmla="*/ 90550 h 106353"/>
                    <a:gd name="connsiteX17" fmla="*/ 44912 w 92983"/>
                    <a:gd name="connsiteY17" fmla="*/ 104672 h 106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92983" h="106353">
                      <a:moveTo>
                        <a:pt x="44912" y="90579"/>
                      </a:moveTo>
                      <a:cubicBezTo>
                        <a:pt x="35998" y="90579"/>
                        <a:pt x="28947" y="87096"/>
                        <a:pt x="23757" y="80131"/>
                      </a:cubicBezTo>
                      <a:cubicBezTo>
                        <a:pt x="18567" y="73167"/>
                        <a:pt x="15972" y="63626"/>
                        <a:pt x="15972" y="51510"/>
                      </a:cubicBezTo>
                      <a:cubicBezTo>
                        <a:pt x="15972" y="39394"/>
                        <a:pt x="18548" y="29854"/>
                        <a:pt x="23699" y="22889"/>
                      </a:cubicBezTo>
                      <a:cubicBezTo>
                        <a:pt x="28870" y="15924"/>
                        <a:pt x="35940" y="12442"/>
                        <a:pt x="44912" y="12442"/>
                      </a:cubicBezTo>
                      <a:cubicBezTo>
                        <a:pt x="53787" y="12442"/>
                        <a:pt x="60809" y="15934"/>
                        <a:pt x="65980" y="22918"/>
                      </a:cubicBezTo>
                      <a:cubicBezTo>
                        <a:pt x="71170" y="29921"/>
                        <a:pt x="73765" y="39452"/>
                        <a:pt x="73765" y="51510"/>
                      </a:cubicBezTo>
                      <a:cubicBezTo>
                        <a:pt x="73765" y="63511"/>
                        <a:pt x="71170" y="73022"/>
                        <a:pt x="65980" y="80045"/>
                      </a:cubicBezTo>
                      <a:cubicBezTo>
                        <a:pt x="60809" y="87067"/>
                        <a:pt x="53787" y="90579"/>
                        <a:pt x="44912" y="90579"/>
                      </a:cubicBezTo>
                      <a:close/>
                      <a:moveTo>
                        <a:pt x="44912" y="104672"/>
                      </a:moveTo>
                      <a:cubicBezTo>
                        <a:pt x="59382" y="104672"/>
                        <a:pt x="70745" y="99965"/>
                        <a:pt x="79003" y="90550"/>
                      </a:cubicBezTo>
                      <a:cubicBezTo>
                        <a:pt x="87279" y="81154"/>
                        <a:pt x="91418" y="68141"/>
                        <a:pt x="91418" y="51510"/>
                      </a:cubicBezTo>
                      <a:cubicBezTo>
                        <a:pt x="91418" y="34937"/>
                        <a:pt x="87279" y="21924"/>
                        <a:pt x="79003" y="12470"/>
                      </a:cubicBezTo>
                      <a:cubicBezTo>
                        <a:pt x="70745" y="3036"/>
                        <a:pt x="59382" y="-1681"/>
                        <a:pt x="44912" y="-1681"/>
                      </a:cubicBezTo>
                      <a:cubicBezTo>
                        <a:pt x="30384" y="-1681"/>
                        <a:pt x="19001" y="3036"/>
                        <a:pt x="10763" y="12470"/>
                      </a:cubicBezTo>
                      <a:cubicBezTo>
                        <a:pt x="2544" y="21924"/>
                        <a:pt x="-1565" y="34937"/>
                        <a:pt x="-1565" y="51510"/>
                      </a:cubicBezTo>
                      <a:cubicBezTo>
                        <a:pt x="-1565" y="68141"/>
                        <a:pt x="2544" y="81154"/>
                        <a:pt x="10763" y="90550"/>
                      </a:cubicBezTo>
                      <a:cubicBezTo>
                        <a:pt x="19001" y="99965"/>
                        <a:pt x="30384" y="104672"/>
                        <a:pt x="44912" y="104672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77" name="Freeform: Shape 1676">
                  <a:extLst>
                    <a:ext uri="{FF2B5EF4-FFF2-40B4-BE49-F238E27FC236}">
                      <a16:creationId xmlns:a16="http://schemas.microsoft.com/office/drawing/2014/main" id="{9B6727CD-319D-57A5-2158-792306C45D80}"/>
                    </a:ext>
                  </a:extLst>
                </p:cNvPr>
                <p:cNvSpPr/>
                <p:nvPr/>
              </p:nvSpPr>
              <p:spPr>
                <a:xfrm flipV="1">
                  <a:off x="10497606" y="1013213"/>
                  <a:ext cx="84851" cy="103719"/>
                </a:xfrm>
                <a:custGeom>
                  <a:avLst/>
                  <a:gdLst>
                    <a:gd name="connsiteX0" fmla="*/ 83208 w 84851"/>
                    <a:gd name="connsiteY0" fmla="*/ 59423 h 103719"/>
                    <a:gd name="connsiteX1" fmla="*/ 83208 w 84851"/>
                    <a:gd name="connsiteY1" fmla="*/ -1727 h 103719"/>
                    <a:gd name="connsiteX2" fmla="*/ 66568 w 84851"/>
                    <a:gd name="connsiteY2" fmla="*/ -1727 h 103719"/>
                    <a:gd name="connsiteX3" fmla="*/ 66568 w 84851"/>
                    <a:gd name="connsiteY3" fmla="*/ 58873 h 103719"/>
                    <a:gd name="connsiteX4" fmla="*/ 60954 w 84851"/>
                    <a:gd name="connsiteY4" fmla="*/ 80375 h 103719"/>
                    <a:gd name="connsiteX5" fmla="*/ 44140 w 84851"/>
                    <a:gd name="connsiteY5" fmla="*/ 87523 h 103719"/>
                    <a:gd name="connsiteX6" fmla="*/ 22869 w 84851"/>
                    <a:gd name="connsiteY6" fmla="*/ 78928 h 103719"/>
                    <a:gd name="connsiteX7" fmla="*/ 15084 w 84851"/>
                    <a:gd name="connsiteY7" fmla="*/ 55516 h 103719"/>
                    <a:gd name="connsiteX8" fmla="*/ 15084 w 84851"/>
                    <a:gd name="connsiteY8" fmla="*/ -1727 h 103719"/>
                    <a:gd name="connsiteX9" fmla="*/ -1643 w 84851"/>
                    <a:gd name="connsiteY9" fmla="*/ -1727 h 103719"/>
                    <a:gd name="connsiteX10" fmla="*/ -1643 w 84851"/>
                    <a:gd name="connsiteY10" fmla="*/ 99562 h 103719"/>
                    <a:gd name="connsiteX11" fmla="*/ 15084 w 84851"/>
                    <a:gd name="connsiteY11" fmla="*/ 99562 h 103719"/>
                    <a:gd name="connsiteX12" fmla="*/ 15084 w 84851"/>
                    <a:gd name="connsiteY12" fmla="*/ 83819 h 103719"/>
                    <a:gd name="connsiteX13" fmla="*/ 29149 w 84851"/>
                    <a:gd name="connsiteY13" fmla="*/ 97479 h 103719"/>
                    <a:gd name="connsiteX14" fmla="*/ 47844 w 84851"/>
                    <a:gd name="connsiteY14" fmla="*/ 101993 h 103719"/>
                    <a:gd name="connsiteX15" fmla="*/ 74237 w 84851"/>
                    <a:gd name="connsiteY15" fmla="*/ 91199 h 103719"/>
                    <a:gd name="connsiteX16" fmla="*/ 83208 w 84851"/>
                    <a:gd name="connsiteY16" fmla="*/ 59423 h 103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84851" h="103719">
                      <a:moveTo>
                        <a:pt x="83208" y="59423"/>
                      </a:moveTo>
                      <a:lnTo>
                        <a:pt x="83208" y="-1727"/>
                      </a:lnTo>
                      <a:lnTo>
                        <a:pt x="66568" y="-1727"/>
                      </a:lnTo>
                      <a:lnTo>
                        <a:pt x="66568" y="58873"/>
                      </a:lnTo>
                      <a:cubicBezTo>
                        <a:pt x="66568" y="68462"/>
                        <a:pt x="64696" y="75629"/>
                        <a:pt x="60954" y="80375"/>
                      </a:cubicBezTo>
                      <a:cubicBezTo>
                        <a:pt x="57211" y="85141"/>
                        <a:pt x="51606" y="87523"/>
                        <a:pt x="44140" y="87523"/>
                      </a:cubicBezTo>
                      <a:cubicBezTo>
                        <a:pt x="35149" y="87523"/>
                        <a:pt x="28059" y="84658"/>
                        <a:pt x="22869" y="78928"/>
                      </a:cubicBezTo>
                      <a:cubicBezTo>
                        <a:pt x="17679" y="73218"/>
                        <a:pt x="15084" y="65413"/>
                        <a:pt x="15084" y="55516"/>
                      </a:cubicBezTo>
                      <a:lnTo>
                        <a:pt x="15084" y="-1727"/>
                      </a:lnTo>
                      <a:lnTo>
                        <a:pt x="-1643" y="-1727"/>
                      </a:lnTo>
                      <a:lnTo>
                        <a:pt x="-1643" y="99562"/>
                      </a:lnTo>
                      <a:lnTo>
                        <a:pt x="15084" y="99562"/>
                      </a:lnTo>
                      <a:lnTo>
                        <a:pt x="15084" y="83819"/>
                      </a:lnTo>
                      <a:cubicBezTo>
                        <a:pt x="19078" y="89916"/>
                        <a:pt x="23766" y="94469"/>
                        <a:pt x="29149" y="97479"/>
                      </a:cubicBezTo>
                      <a:cubicBezTo>
                        <a:pt x="34551" y="100488"/>
                        <a:pt x="40783" y="101993"/>
                        <a:pt x="47844" y="101993"/>
                      </a:cubicBezTo>
                      <a:cubicBezTo>
                        <a:pt x="59478" y="101993"/>
                        <a:pt x="68275" y="98395"/>
                        <a:pt x="74237" y="91199"/>
                      </a:cubicBezTo>
                      <a:cubicBezTo>
                        <a:pt x="80218" y="84002"/>
                        <a:pt x="83208" y="73410"/>
                        <a:pt x="83208" y="59423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78" name="Freeform: Shape 1677">
                  <a:extLst>
                    <a:ext uri="{FF2B5EF4-FFF2-40B4-BE49-F238E27FC236}">
                      <a16:creationId xmlns:a16="http://schemas.microsoft.com/office/drawing/2014/main" id="{82803567-AB30-B47D-0D45-33056D27529F}"/>
                    </a:ext>
                  </a:extLst>
                </p:cNvPr>
                <p:cNvSpPr/>
                <p:nvPr/>
              </p:nvSpPr>
              <p:spPr>
                <a:xfrm flipV="1">
                  <a:off x="10598181" y="1116933"/>
                  <a:ext cx="11575" cy="1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75" h="11575"/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79" name="Freeform: Shape 1678">
                  <a:extLst>
                    <a:ext uri="{FF2B5EF4-FFF2-40B4-BE49-F238E27FC236}">
                      <a16:creationId xmlns:a16="http://schemas.microsoft.com/office/drawing/2014/main" id="{D719A219-86A7-8163-6412-8EFCED3FBF06}"/>
                    </a:ext>
                  </a:extLst>
                </p:cNvPr>
                <p:cNvSpPr/>
                <p:nvPr/>
              </p:nvSpPr>
              <p:spPr>
                <a:xfrm flipV="1">
                  <a:off x="10672977" y="976402"/>
                  <a:ext cx="41499" cy="164956"/>
                </a:xfrm>
                <a:custGeom>
                  <a:avLst/>
                  <a:gdLst>
                    <a:gd name="connsiteX0" fmla="*/ 40650 w 41499"/>
                    <a:gd name="connsiteY0" fmla="*/ 163015 h 164956"/>
                    <a:gd name="connsiteX1" fmla="*/ 22649 w 41499"/>
                    <a:gd name="connsiteY1" fmla="*/ 121863 h 164956"/>
                    <a:gd name="connsiteX2" fmla="*/ 16775 w 41499"/>
                    <a:gd name="connsiteY2" fmla="*/ 80624 h 164956"/>
                    <a:gd name="connsiteX3" fmla="*/ 22707 w 41499"/>
                    <a:gd name="connsiteY3" fmla="*/ 39269 h 164956"/>
                    <a:gd name="connsiteX4" fmla="*/ 40650 w 41499"/>
                    <a:gd name="connsiteY4" fmla="*/ -1941 h 164956"/>
                    <a:gd name="connsiteX5" fmla="*/ 26180 w 41499"/>
                    <a:gd name="connsiteY5" fmla="*/ -1941 h 164956"/>
                    <a:gd name="connsiteX6" fmla="*/ 5893 w 41499"/>
                    <a:gd name="connsiteY6" fmla="*/ 39848 h 164956"/>
                    <a:gd name="connsiteX7" fmla="*/ -850 w 41499"/>
                    <a:gd name="connsiteY7" fmla="*/ 80624 h 164956"/>
                    <a:gd name="connsiteX8" fmla="*/ 5835 w 41499"/>
                    <a:gd name="connsiteY8" fmla="*/ 121226 h 164956"/>
                    <a:gd name="connsiteX9" fmla="*/ 26180 w 41499"/>
                    <a:gd name="connsiteY9" fmla="*/ 163015 h 164956"/>
                    <a:gd name="connsiteX10" fmla="*/ 40650 w 41499"/>
                    <a:gd name="connsiteY10" fmla="*/ 163015 h 164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1499" h="164956">
                      <a:moveTo>
                        <a:pt x="40650" y="163015"/>
                      </a:moveTo>
                      <a:cubicBezTo>
                        <a:pt x="32585" y="149162"/>
                        <a:pt x="26585" y="135445"/>
                        <a:pt x="22649" y="121863"/>
                      </a:cubicBezTo>
                      <a:cubicBezTo>
                        <a:pt x="18733" y="108300"/>
                        <a:pt x="16775" y="94553"/>
                        <a:pt x="16775" y="80624"/>
                      </a:cubicBezTo>
                      <a:cubicBezTo>
                        <a:pt x="16775" y="66713"/>
                        <a:pt x="18752" y="52928"/>
                        <a:pt x="22707" y="39269"/>
                      </a:cubicBezTo>
                      <a:cubicBezTo>
                        <a:pt x="26662" y="25609"/>
                        <a:pt x="32643" y="11873"/>
                        <a:pt x="40650" y="-1941"/>
                      </a:cubicBezTo>
                      <a:lnTo>
                        <a:pt x="26180" y="-1941"/>
                      </a:lnTo>
                      <a:cubicBezTo>
                        <a:pt x="17151" y="12239"/>
                        <a:pt x="10389" y="26169"/>
                        <a:pt x="5893" y="39848"/>
                      </a:cubicBezTo>
                      <a:cubicBezTo>
                        <a:pt x="1398" y="53527"/>
                        <a:pt x="-850" y="67118"/>
                        <a:pt x="-850" y="80624"/>
                      </a:cubicBezTo>
                      <a:cubicBezTo>
                        <a:pt x="-850" y="94071"/>
                        <a:pt x="1379" y="107605"/>
                        <a:pt x="5835" y="121226"/>
                      </a:cubicBezTo>
                      <a:cubicBezTo>
                        <a:pt x="10311" y="134866"/>
                        <a:pt x="17093" y="148796"/>
                        <a:pt x="26180" y="163015"/>
                      </a:cubicBezTo>
                      <a:lnTo>
                        <a:pt x="40650" y="163015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80" name="Freeform: Shape 1679">
                  <a:extLst>
                    <a:ext uri="{FF2B5EF4-FFF2-40B4-BE49-F238E27FC236}">
                      <a16:creationId xmlns:a16="http://schemas.microsoft.com/office/drawing/2014/main" id="{6E49DC8F-3B10-D828-E7FB-6CFD1D8FC718}"/>
                    </a:ext>
                  </a:extLst>
                </p:cNvPr>
                <p:cNvSpPr/>
                <p:nvPr/>
              </p:nvSpPr>
              <p:spPr>
                <a:xfrm flipV="1">
                  <a:off x="10747487" y="981901"/>
                  <a:ext cx="123543" cy="135032"/>
                </a:xfrm>
                <a:custGeom>
                  <a:avLst/>
                  <a:gdLst>
                    <a:gd name="connsiteX0" fmla="*/ -2335 w 123543"/>
                    <a:gd name="connsiteY0" fmla="*/ 132764 h 135032"/>
                    <a:gd name="connsiteX1" fmla="*/ 24897 w 123543"/>
                    <a:gd name="connsiteY1" fmla="*/ 132764 h 135032"/>
                    <a:gd name="connsiteX2" fmla="*/ 59335 w 123543"/>
                    <a:gd name="connsiteY2" fmla="*/ 40880 h 135032"/>
                    <a:gd name="connsiteX3" fmla="*/ 93976 w 123543"/>
                    <a:gd name="connsiteY3" fmla="*/ 132764 h 135032"/>
                    <a:gd name="connsiteX4" fmla="*/ 121208 w 123543"/>
                    <a:gd name="connsiteY4" fmla="*/ 132764 h 135032"/>
                    <a:gd name="connsiteX5" fmla="*/ 121208 w 123543"/>
                    <a:gd name="connsiteY5" fmla="*/ -2269 h 135032"/>
                    <a:gd name="connsiteX6" fmla="*/ 103382 w 123543"/>
                    <a:gd name="connsiteY6" fmla="*/ -2269 h 135032"/>
                    <a:gd name="connsiteX7" fmla="*/ 103382 w 123543"/>
                    <a:gd name="connsiteY7" fmla="*/ 116297 h 135032"/>
                    <a:gd name="connsiteX8" fmla="*/ 68567 w 123543"/>
                    <a:gd name="connsiteY8" fmla="*/ 23690 h 135032"/>
                    <a:gd name="connsiteX9" fmla="*/ 50219 w 123543"/>
                    <a:gd name="connsiteY9" fmla="*/ 23690 h 135032"/>
                    <a:gd name="connsiteX10" fmla="*/ 15405 w 123543"/>
                    <a:gd name="connsiteY10" fmla="*/ 116297 h 135032"/>
                    <a:gd name="connsiteX11" fmla="*/ 15405 w 123543"/>
                    <a:gd name="connsiteY11" fmla="*/ -2269 h 135032"/>
                    <a:gd name="connsiteX12" fmla="*/ -2335 w 123543"/>
                    <a:gd name="connsiteY12" fmla="*/ -2269 h 135032"/>
                    <a:gd name="connsiteX13" fmla="*/ -2335 w 123543"/>
                    <a:gd name="connsiteY13" fmla="*/ 132764 h 13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23543" h="135032">
                      <a:moveTo>
                        <a:pt x="-2335" y="132764"/>
                      </a:moveTo>
                      <a:lnTo>
                        <a:pt x="24897" y="132764"/>
                      </a:lnTo>
                      <a:lnTo>
                        <a:pt x="59335" y="40880"/>
                      </a:lnTo>
                      <a:lnTo>
                        <a:pt x="93976" y="132764"/>
                      </a:lnTo>
                      <a:lnTo>
                        <a:pt x="121208" y="132764"/>
                      </a:lnTo>
                      <a:lnTo>
                        <a:pt x="121208" y="-2269"/>
                      </a:lnTo>
                      <a:lnTo>
                        <a:pt x="103382" y="-2269"/>
                      </a:lnTo>
                      <a:lnTo>
                        <a:pt x="103382" y="116297"/>
                      </a:lnTo>
                      <a:lnTo>
                        <a:pt x="68567" y="23690"/>
                      </a:lnTo>
                      <a:lnTo>
                        <a:pt x="50219" y="23690"/>
                      </a:lnTo>
                      <a:lnTo>
                        <a:pt x="15405" y="116297"/>
                      </a:lnTo>
                      <a:lnTo>
                        <a:pt x="15405" y="-2269"/>
                      </a:lnTo>
                      <a:lnTo>
                        <a:pt x="-2335" y="-2269"/>
                      </a:lnTo>
                      <a:lnTo>
                        <a:pt x="-2335" y="132764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81" name="Freeform: Shape 1680">
                  <a:extLst>
                    <a:ext uri="{FF2B5EF4-FFF2-40B4-BE49-F238E27FC236}">
                      <a16:creationId xmlns:a16="http://schemas.microsoft.com/office/drawing/2014/main" id="{DAEB3F15-A3E1-7429-5056-BD9F1E787ED4}"/>
                    </a:ext>
                  </a:extLst>
                </p:cNvPr>
                <p:cNvSpPr/>
                <p:nvPr/>
              </p:nvSpPr>
              <p:spPr>
                <a:xfrm flipV="1">
                  <a:off x="10895279" y="981901"/>
                  <a:ext cx="170917" cy="135032"/>
                </a:xfrm>
                <a:custGeom>
                  <a:avLst/>
                  <a:gdLst>
                    <a:gd name="connsiteX0" fmla="*/ -2724 w 170917"/>
                    <a:gd name="connsiteY0" fmla="*/ 132764 h 135032"/>
                    <a:gd name="connsiteX1" fmla="*/ 15711 w 170917"/>
                    <a:gd name="connsiteY1" fmla="*/ 132764 h 135032"/>
                    <a:gd name="connsiteX2" fmla="*/ 44101 w 170917"/>
                    <a:gd name="connsiteY2" fmla="*/ 18625 h 135032"/>
                    <a:gd name="connsiteX3" fmla="*/ 72404 w 170917"/>
                    <a:gd name="connsiteY3" fmla="*/ 132764 h 135032"/>
                    <a:gd name="connsiteX4" fmla="*/ 92951 w 170917"/>
                    <a:gd name="connsiteY4" fmla="*/ 132764 h 135032"/>
                    <a:gd name="connsiteX5" fmla="*/ 121341 w 170917"/>
                    <a:gd name="connsiteY5" fmla="*/ 18625 h 135032"/>
                    <a:gd name="connsiteX6" fmla="*/ 149644 w 170917"/>
                    <a:gd name="connsiteY6" fmla="*/ 132764 h 135032"/>
                    <a:gd name="connsiteX7" fmla="*/ 168194 w 170917"/>
                    <a:gd name="connsiteY7" fmla="*/ 132764 h 135032"/>
                    <a:gd name="connsiteX8" fmla="*/ 134277 w 170917"/>
                    <a:gd name="connsiteY8" fmla="*/ -2269 h 135032"/>
                    <a:gd name="connsiteX9" fmla="*/ 111299 w 170917"/>
                    <a:gd name="connsiteY9" fmla="*/ -2269 h 135032"/>
                    <a:gd name="connsiteX10" fmla="*/ 82822 w 170917"/>
                    <a:gd name="connsiteY10" fmla="*/ 114937 h 135032"/>
                    <a:gd name="connsiteX11" fmla="*/ 54056 w 170917"/>
                    <a:gd name="connsiteY11" fmla="*/ -2269 h 135032"/>
                    <a:gd name="connsiteX12" fmla="*/ 31078 w 170917"/>
                    <a:gd name="connsiteY12" fmla="*/ -2269 h 135032"/>
                    <a:gd name="connsiteX13" fmla="*/ -2724 w 170917"/>
                    <a:gd name="connsiteY13" fmla="*/ 132764 h 13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0917" h="135032">
                      <a:moveTo>
                        <a:pt x="-2724" y="132764"/>
                      </a:moveTo>
                      <a:lnTo>
                        <a:pt x="15711" y="132764"/>
                      </a:lnTo>
                      <a:lnTo>
                        <a:pt x="44101" y="18625"/>
                      </a:lnTo>
                      <a:lnTo>
                        <a:pt x="72404" y="132764"/>
                      </a:lnTo>
                      <a:lnTo>
                        <a:pt x="92951" y="132764"/>
                      </a:lnTo>
                      <a:lnTo>
                        <a:pt x="121341" y="18625"/>
                      </a:lnTo>
                      <a:lnTo>
                        <a:pt x="149644" y="132764"/>
                      </a:lnTo>
                      <a:lnTo>
                        <a:pt x="168194" y="132764"/>
                      </a:lnTo>
                      <a:lnTo>
                        <a:pt x="134277" y="-2269"/>
                      </a:lnTo>
                      <a:lnTo>
                        <a:pt x="111299" y="-2269"/>
                      </a:lnTo>
                      <a:lnTo>
                        <a:pt x="82822" y="114937"/>
                      </a:lnTo>
                      <a:lnTo>
                        <a:pt x="54056" y="-2269"/>
                      </a:lnTo>
                      <a:lnTo>
                        <a:pt x="31078" y="-2269"/>
                      </a:lnTo>
                      <a:lnTo>
                        <a:pt x="-2724" y="132764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82" name="Freeform: Shape 1681">
                  <a:extLst>
                    <a:ext uri="{FF2B5EF4-FFF2-40B4-BE49-F238E27FC236}">
                      <a16:creationId xmlns:a16="http://schemas.microsoft.com/office/drawing/2014/main" id="{9B91F090-3E01-F6C0-824F-B584DB164F63}"/>
                    </a:ext>
                  </a:extLst>
                </p:cNvPr>
                <p:cNvSpPr/>
                <p:nvPr/>
              </p:nvSpPr>
              <p:spPr>
                <a:xfrm flipV="1">
                  <a:off x="11087101" y="976402"/>
                  <a:ext cx="41499" cy="164956"/>
                </a:xfrm>
                <a:custGeom>
                  <a:avLst/>
                  <a:gdLst>
                    <a:gd name="connsiteX0" fmla="*/ -777 w 41499"/>
                    <a:gd name="connsiteY0" fmla="*/ 163015 h 164956"/>
                    <a:gd name="connsiteX1" fmla="*/ 13693 w 41499"/>
                    <a:gd name="connsiteY1" fmla="*/ 163015 h 164956"/>
                    <a:gd name="connsiteX2" fmla="*/ 33980 w 41499"/>
                    <a:gd name="connsiteY2" fmla="*/ 121226 h 164956"/>
                    <a:gd name="connsiteX3" fmla="*/ 40723 w 41499"/>
                    <a:gd name="connsiteY3" fmla="*/ 80624 h 164956"/>
                    <a:gd name="connsiteX4" fmla="*/ 33980 w 41499"/>
                    <a:gd name="connsiteY4" fmla="*/ 39848 h 164956"/>
                    <a:gd name="connsiteX5" fmla="*/ 13693 w 41499"/>
                    <a:gd name="connsiteY5" fmla="*/ -1941 h 164956"/>
                    <a:gd name="connsiteX6" fmla="*/ -777 w 41499"/>
                    <a:gd name="connsiteY6" fmla="*/ -1941 h 164956"/>
                    <a:gd name="connsiteX7" fmla="*/ 17166 w 41499"/>
                    <a:gd name="connsiteY7" fmla="*/ 39269 h 164956"/>
                    <a:gd name="connsiteX8" fmla="*/ 23098 w 41499"/>
                    <a:gd name="connsiteY8" fmla="*/ 80624 h 164956"/>
                    <a:gd name="connsiteX9" fmla="*/ 17166 w 41499"/>
                    <a:gd name="connsiteY9" fmla="*/ 121863 h 164956"/>
                    <a:gd name="connsiteX10" fmla="*/ -777 w 41499"/>
                    <a:gd name="connsiteY10" fmla="*/ 163015 h 164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1499" h="164956">
                      <a:moveTo>
                        <a:pt x="-777" y="163015"/>
                      </a:moveTo>
                      <a:lnTo>
                        <a:pt x="13693" y="163015"/>
                      </a:lnTo>
                      <a:cubicBezTo>
                        <a:pt x="22722" y="148796"/>
                        <a:pt x="29485" y="134866"/>
                        <a:pt x="33980" y="121226"/>
                      </a:cubicBezTo>
                      <a:cubicBezTo>
                        <a:pt x="38475" y="107605"/>
                        <a:pt x="40723" y="94071"/>
                        <a:pt x="40723" y="80624"/>
                      </a:cubicBezTo>
                      <a:cubicBezTo>
                        <a:pt x="40723" y="67118"/>
                        <a:pt x="38475" y="53527"/>
                        <a:pt x="33980" y="39848"/>
                      </a:cubicBezTo>
                      <a:cubicBezTo>
                        <a:pt x="29485" y="26169"/>
                        <a:pt x="22722" y="12239"/>
                        <a:pt x="13693" y="-1941"/>
                      </a:cubicBezTo>
                      <a:lnTo>
                        <a:pt x="-777" y="-1941"/>
                      </a:lnTo>
                      <a:cubicBezTo>
                        <a:pt x="7230" y="11873"/>
                        <a:pt x="13211" y="25609"/>
                        <a:pt x="17166" y="39269"/>
                      </a:cubicBezTo>
                      <a:cubicBezTo>
                        <a:pt x="21121" y="52928"/>
                        <a:pt x="23098" y="66713"/>
                        <a:pt x="23098" y="80624"/>
                      </a:cubicBezTo>
                      <a:cubicBezTo>
                        <a:pt x="23098" y="94553"/>
                        <a:pt x="21121" y="108300"/>
                        <a:pt x="17166" y="121863"/>
                      </a:cubicBezTo>
                      <a:cubicBezTo>
                        <a:pt x="13211" y="135445"/>
                        <a:pt x="7230" y="149162"/>
                        <a:pt x="-777" y="163015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2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1683" name="Graphic 4">
              <a:extLst>
                <a:ext uri="{FF2B5EF4-FFF2-40B4-BE49-F238E27FC236}">
                  <a16:creationId xmlns:a16="http://schemas.microsoft.com/office/drawing/2014/main" id="{1E203BF7-8195-271A-33C3-F380D7F5A0BC}"/>
                </a:ext>
              </a:extLst>
            </p:cNvPr>
            <p:cNvGrpSpPr/>
            <p:nvPr/>
          </p:nvGrpSpPr>
          <p:grpSpPr>
            <a:xfrm>
              <a:off x="11087859" y="1267139"/>
              <a:ext cx="688826" cy="6505224"/>
              <a:chOff x="11087859" y="1267139"/>
              <a:chExt cx="688826" cy="6505224"/>
            </a:xfrm>
          </p:grpSpPr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D33F9A89-CAEA-F338-1704-9A71A94A1FDC}"/>
                  </a:ext>
                </a:extLst>
              </p:cNvPr>
              <p:cNvSpPr/>
              <p:nvPr/>
            </p:nvSpPr>
            <p:spPr>
              <a:xfrm>
                <a:off x="11087859" y="1309074"/>
                <a:ext cx="320883" cy="6417666"/>
              </a:xfrm>
              <a:custGeom>
                <a:avLst/>
                <a:gdLst>
                  <a:gd name="connsiteX0" fmla="*/ 0 w 320883"/>
                  <a:gd name="connsiteY0" fmla="*/ 6417667 h 6417666"/>
                  <a:gd name="connsiteX1" fmla="*/ 320883 w 320883"/>
                  <a:gd name="connsiteY1" fmla="*/ 6417667 h 6417666"/>
                  <a:gd name="connsiteX2" fmla="*/ 320883 w 320883"/>
                  <a:gd name="connsiteY2" fmla="*/ 0 h 6417666"/>
                  <a:gd name="connsiteX3" fmla="*/ 0 w 320883"/>
                  <a:gd name="connsiteY3" fmla="*/ 0 h 6417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883" h="6417666">
                    <a:moveTo>
                      <a:pt x="0" y="6417667"/>
                    </a:moveTo>
                    <a:lnTo>
                      <a:pt x="320883" y="6417667"/>
                    </a:lnTo>
                    <a:lnTo>
                      <a:pt x="32088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57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pic>
            <p:nvPicPr>
              <p:cNvPr id="1685" name="Picture 1684">
                <a:extLst>
                  <a:ext uri="{FF2B5EF4-FFF2-40B4-BE49-F238E27FC236}">
                    <a16:creationId xmlns:a16="http://schemas.microsoft.com/office/drawing/2014/main" id="{FECA1730-3DF8-ED4C-282D-32B1AD07F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V="1">
                <a:off x="11087859" y="1309074"/>
                <a:ext cx="325050" cy="6417666"/>
              </a:xfrm>
              <a:custGeom>
                <a:avLst/>
                <a:gdLst>
                  <a:gd name="connsiteX0" fmla="*/ 0 w 325050"/>
                  <a:gd name="connsiteY0" fmla="*/ 173 h 6417666"/>
                  <a:gd name="connsiteX1" fmla="*/ 325051 w 325050"/>
                  <a:gd name="connsiteY1" fmla="*/ 173 h 6417666"/>
                  <a:gd name="connsiteX2" fmla="*/ 325051 w 325050"/>
                  <a:gd name="connsiteY2" fmla="*/ 6417840 h 6417666"/>
                  <a:gd name="connsiteX3" fmla="*/ 0 w 325050"/>
                  <a:gd name="connsiteY3" fmla="*/ 6417840 h 6417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5050" h="6417666">
                    <a:moveTo>
                      <a:pt x="0" y="173"/>
                    </a:moveTo>
                    <a:lnTo>
                      <a:pt x="325051" y="173"/>
                    </a:lnTo>
                    <a:lnTo>
                      <a:pt x="325051" y="6417840"/>
                    </a:lnTo>
                    <a:lnTo>
                      <a:pt x="0" y="6417840"/>
                    </a:lnTo>
                    <a:close/>
                  </a:path>
                </a:pathLst>
              </a:custGeom>
            </p:spPr>
          </p:pic>
          <p:grpSp>
            <p:nvGrpSpPr>
              <p:cNvPr id="1686" name="Graphic 4">
                <a:extLst>
                  <a:ext uri="{FF2B5EF4-FFF2-40B4-BE49-F238E27FC236}">
                    <a16:creationId xmlns:a16="http://schemas.microsoft.com/office/drawing/2014/main" id="{EBF2FADE-AC68-9541-3611-68F1225974E4}"/>
                  </a:ext>
                </a:extLst>
              </p:cNvPr>
              <p:cNvGrpSpPr/>
              <p:nvPr/>
            </p:nvGrpSpPr>
            <p:grpSpPr>
              <a:xfrm>
                <a:off x="11408742" y="1267139"/>
                <a:ext cx="367943" cy="6505224"/>
                <a:chOff x="11408742" y="1267139"/>
                <a:chExt cx="367943" cy="6505224"/>
              </a:xfrm>
            </p:grpSpPr>
            <p:grpSp>
              <p:nvGrpSpPr>
                <p:cNvPr id="1687" name="Graphic 4">
                  <a:extLst>
                    <a:ext uri="{FF2B5EF4-FFF2-40B4-BE49-F238E27FC236}">
                      <a16:creationId xmlns:a16="http://schemas.microsoft.com/office/drawing/2014/main" id="{09584BA6-E9F4-1017-A2CF-A1D05B5D7A61}"/>
                    </a:ext>
                  </a:extLst>
                </p:cNvPr>
                <p:cNvGrpSpPr/>
                <p:nvPr/>
              </p:nvGrpSpPr>
              <p:grpSpPr>
                <a:xfrm>
                  <a:off x="11408742" y="7684803"/>
                  <a:ext cx="146995" cy="87560"/>
                  <a:chOff x="11408742" y="7684803"/>
                  <a:chExt cx="146995" cy="87560"/>
                </a:xfrm>
              </p:grpSpPr>
              <p:sp>
                <p:nvSpPr>
                  <p:cNvPr id="1688" name="Freeform: Shape 1687">
                    <a:extLst>
                      <a:ext uri="{FF2B5EF4-FFF2-40B4-BE49-F238E27FC236}">
                        <a16:creationId xmlns:a16="http://schemas.microsoft.com/office/drawing/2014/main" id="{60017F32-4D6C-A361-10F7-4EA34C628A95}"/>
                      </a:ext>
                    </a:extLst>
                  </p:cNvPr>
                  <p:cNvSpPr/>
                  <p:nvPr/>
                </p:nvSpPr>
                <p:spPr>
                  <a:xfrm>
                    <a:off x="11408742" y="7726741"/>
                    <a:ext cx="40515" cy="11575"/>
                  </a:xfrm>
                  <a:custGeom>
                    <a:avLst/>
                    <a:gdLst>
                      <a:gd name="connsiteX0" fmla="*/ 479 w 40515"/>
                      <a:gd name="connsiteY0" fmla="*/ 641 h 11575"/>
                      <a:gd name="connsiteX1" fmla="*/ 40995 w 40515"/>
                      <a:gd name="connsiteY1" fmla="*/ 641 h 11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0515" h="11575">
                        <a:moveTo>
                          <a:pt x="479" y="641"/>
                        </a:moveTo>
                        <a:lnTo>
                          <a:pt x="40995" y="641"/>
                        </a:lnTo>
                      </a:path>
                    </a:pathLst>
                  </a:custGeom>
                  <a:solidFill>
                    <a:srgbClr val="000000"/>
                  </a:solidFill>
                  <a:ln w="926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1689" name="Freeform: Shape 1688">
                    <a:extLst>
                      <a:ext uri="{FF2B5EF4-FFF2-40B4-BE49-F238E27FC236}">
                        <a16:creationId xmlns:a16="http://schemas.microsoft.com/office/drawing/2014/main" id="{7B763672-8BC6-366E-A509-7867CF0504FC}"/>
                      </a:ext>
                    </a:extLst>
                  </p:cNvPr>
                  <p:cNvSpPr/>
                  <p:nvPr/>
                </p:nvSpPr>
                <p:spPr>
                  <a:xfrm flipV="1">
                    <a:off x="11497406" y="7684803"/>
                    <a:ext cx="58331" cy="87560"/>
                  </a:xfrm>
                  <a:custGeom>
                    <a:avLst/>
                    <a:gdLst>
                      <a:gd name="connsiteX0" fmla="*/ 27612 w 58331"/>
                      <a:gd name="connsiteY0" fmla="*/ 76828 h 87560"/>
                      <a:gd name="connsiteX1" fmla="*/ 14354 w 58331"/>
                      <a:gd name="connsiteY1" fmla="*/ 68147 h 87560"/>
                      <a:gd name="connsiteX2" fmla="*/ 9922 w 58331"/>
                      <a:gd name="connsiteY2" fmla="*/ 42065 h 87560"/>
                      <a:gd name="connsiteX3" fmla="*/ 14354 w 58331"/>
                      <a:gd name="connsiteY3" fmla="*/ 16037 h 87560"/>
                      <a:gd name="connsiteX4" fmla="*/ 27612 w 58331"/>
                      <a:gd name="connsiteY4" fmla="*/ 7355 h 87560"/>
                      <a:gd name="connsiteX5" fmla="*/ 40924 w 58331"/>
                      <a:gd name="connsiteY5" fmla="*/ 16037 h 87560"/>
                      <a:gd name="connsiteX6" fmla="*/ 45373 w 58331"/>
                      <a:gd name="connsiteY6" fmla="*/ 42065 h 87560"/>
                      <a:gd name="connsiteX7" fmla="*/ 40924 w 58331"/>
                      <a:gd name="connsiteY7" fmla="*/ 68147 h 87560"/>
                      <a:gd name="connsiteX8" fmla="*/ 27612 w 58331"/>
                      <a:gd name="connsiteY8" fmla="*/ 76828 h 87560"/>
                      <a:gd name="connsiteX9" fmla="*/ 27612 w 58331"/>
                      <a:gd name="connsiteY9" fmla="*/ 85872 h 87560"/>
                      <a:gd name="connsiteX10" fmla="*/ 49298 w 58331"/>
                      <a:gd name="connsiteY10" fmla="*/ 74640 h 87560"/>
                      <a:gd name="connsiteX11" fmla="*/ 56786 w 58331"/>
                      <a:gd name="connsiteY11" fmla="*/ 42065 h 87560"/>
                      <a:gd name="connsiteX12" fmla="*/ 49298 w 58331"/>
                      <a:gd name="connsiteY12" fmla="*/ 9526 h 87560"/>
                      <a:gd name="connsiteX13" fmla="*/ 27612 w 58331"/>
                      <a:gd name="connsiteY13" fmla="*/ -1689 h 87560"/>
                      <a:gd name="connsiteX14" fmla="*/ 5943 w 58331"/>
                      <a:gd name="connsiteY14" fmla="*/ 9526 h 87560"/>
                      <a:gd name="connsiteX15" fmla="*/ -1545 w 58331"/>
                      <a:gd name="connsiteY15" fmla="*/ 42065 h 87560"/>
                      <a:gd name="connsiteX16" fmla="*/ 5943 w 58331"/>
                      <a:gd name="connsiteY16" fmla="*/ 74640 h 87560"/>
                      <a:gd name="connsiteX17" fmla="*/ 27612 w 58331"/>
                      <a:gd name="connsiteY17" fmla="*/ 85872 h 875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58331" h="87560">
                        <a:moveTo>
                          <a:pt x="27612" y="76828"/>
                        </a:moveTo>
                        <a:cubicBezTo>
                          <a:pt x="21739" y="76828"/>
                          <a:pt x="17320" y="73935"/>
                          <a:pt x="14354" y="68147"/>
                        </a:cubicBezTo>
                        <a:cubicBezTo>
                          <a:pt x="11399" y="62371"/>
                          <a:pt x="9922" y="53677"/>
                          <a:pt x="9922" y="42065"/>
                        </a:cubicBezTo>
                        <a:cubicBezTo>
                          <a:pt x="9922" y="30501"/>
                          <a:pt x="11399" y="21825"/>
                          <a:pt x="14354" y="16037"/>
                        </a:cubicBezTo>
                        <a:cubicBezTo>
                          <a:pt x="17320" y="10249"/>
                          <a:pt x="21739" y="7355"/>
                          <a:pt x="27612" y="7355"/>
                        </a:cubicBezTo>
                        <a:cubicBezTo>
                          <a:pt x="33532" y="7355"/>
                          <a:pt x="37970" y="10249"/>
                          <a:pt x="40924" y="16037"/>
                        </a:cubicBezTo>
                        <a:cubicBezTo>
                          <a:pt x="43890" y="21825"/>
                          <a:pt x="45373" y="30501"/>
                          <a:pt x="45373" y="42065"/>
                        </a:cubicBezTo>
                        <a:cubicBezTo>
                          <a:pt x="45373" y="53677"/>
                          <a:pt x="43890" y="62371"/>
                          <a:pt x="40924" y="68147"/>
                        </a:cubicBezTo>
                        <a:cubicBezTo>
                          <a:pt x="37970" y="73935"/>
                          <a:pt x="33532" y="76828"/>
                          <a:pt x="27612" y="76828"/>
                        </a:cubicBezTo>
                        <a:close/>
                        <a:moveTo>
                          <a:pt x="27612" y="85872"/>
                        </a:moveTo>
                        <a:cubicBezTo>
                          <a:pt x="37077" y="85872"/>
                          <a:pt x="44306" y="82128"/>
                          <a:pt x="49298" y="74640"/>
                        </a:cubicBezTo>
                        <a:cubicBezTo>
                          <a:pt x="54290" y="67164"/>
                          <a:pt x="56786" y="56305"/>
                          <a:pt x="56786" y="42065"/>
                        </a:cubicBezTo>
                        <a:cubicBezTo>
                          <a:pt x="56786" y="27860"/>
                          <a:pt x="54290" y="17014"/>
                          <a:pt x="49298" y="9526"/>
                        </a:cubicBezTo>
                        <a:cubicBezTo>
                          <a:pt x="44306" y="2050"/>
                          <a:pt x="37077" y="-1689"/>
                          <a:pt x="27612" y="-1689"/>
                        </a:cubicBezTo>
                        <a:cubicBezTo>
                          <a:pt x="18158" y="-1689"/>
                          <a:pt x="10935" y="2050"/>
                          <a:pt x="5943" y="9526"/>
                        </a:cubicBezTo>
                        <a:cubicBezTo>
                          <a:pt x="951" y="17014"/>
                          <a:pt x="-1545" y="27860"/>
                          <a:pt x="-1545" y="42065"/>
                        </a:cubicBezTo>
                        <a:cubicBezTo>
                          <a:pt x="-1545" y="56305"/>
                          <a:pt x="951" y="67164"/>
                          <a:pt x="5943" y="74640"/>
                        </a:cubicBezTo>
                        <a:cubicBezTo>
                          <a:pt x="10935" y="82128"/>
                          <a:pt x="18158" y="85872"/>
                          <a:pt x="27612" y="8587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8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690" name="Graphic 4">
                  <a:extLst>
                    <a:ext uri="{FF2B5EF4-FFF2-40B4-BE49-F238E27FC236}">
                      <a16:creationId xmlns:a16="http://schemas.microsoft.com/office/drawing/2014/main" id="{42FDA3EF-69F9-96E3-F520-C0C0BE87AE1A}"/>
                    </a:ext>
                  </a:extLst>
                </p:cNvPr>
                <p:cNvGrpSpPr/>
                <p:nvPr/>
              </p:nvGrpSpPr>
              <p:grpSpPr>
                <a:xfrm>
                  <a:off x="11408742" y="6971729"/>
                  <a:ext cx="294293" cy="87560"/>
                  <a:chOff x="11408742" y="6971729"/>
                  <a:chExt cx="294293" cy="87560"/>
                </a:xfrm>
              </p:grpSpPr>
              <p:sp>
                <p:nvSpPr>
                  <p:cNvPr id="1691" name="Freeform: Shape 1690">
                    <a:extLst>
                      <a:ext uri="{FF2B5EF4-FFF2-40B4-BE49-F238E27FC236}">
                        <a16:creationId xmlns:a16="http://schemas.microsoft.com/office/drawing/2014/main" id="{E06CF321-F631-5819-6140-318A5ED86BF0}"/>
                      </a:ext>
                    </a:extLst>
                  </p:cNvPr>
                  <p:cNvSpPr/>
                  <p:nvPr/>
                </p:nvSpPr>
                <p:spPr>
                  <a:xfrm>
                    <a:off x="11408742" y="7013667"/>
                    <a:ext cx="40515" cy="11575"/>
                  </a:xfrm>
                  <a:custGeom>
                    <a:avLst/>
                    <a:gdLst>
                      <a:gd name="connsiteX0" fmla="*/ 479 w 40515"/>
                      <a:gd name="connsiteY0" fmla="*/ 579 h 11575"/>
                      <a:gd name="connsiteX1" fmla="*/ 40995 w 40515"/>
                      <a:gd name="connsiteY1" fmla="*/ 579 h 11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0515" h="11575">
                        <a:moveTo>
                          <a:pt x="479" y="579"/>
                        </a:moveTo>
                        <a:lnTo>
                          <a:pt x="40995" y="579"/>
                        </a:lnTo>
                      </a:path>
                    </a:pathLst>
                  </a:custGeom>
                  <a:solidFill>
                    <a:srgbClr val="000000"/>
                  </a:solidFill>
                  <a:ln w="926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grpSp>
                <p:nvGrpSpPr>
                  <p:cNvPr id="1692" name="Graphic 4">
                    <a:extLst>
                      <a:ext uri="{FF2B5EF4-FFF2-40B4-BE49-F238E27FC236}">
                        <a16:creationId xmlns:a16="http://schemas.microsoft.com/office/drawing/2014/main" id="{E04FD788-82F6-F7DA-0DAC-120BF249F596}"/>
                      </a:ext>
                    </a:extLst>
                  </p:cNvPr>
                  <p:cNvGrpSpPr/>
                  <p:nvPr/>
                </p:nvGrpSpPr>
                <p:grpSpPr>
                  <a:xfrm>
                    <a:off x="11498709" y="6971729"/>
                    <a:ext cx="204327" cy="87560"/>
                    <a:chOff x="11498709" y="6971729"/>
                    <a:chExt cx="204327" cy="87560"/>
                  </a:xfrm>
                </p:grpSpPr>
                <p:sp>
                  <p:nvSpPr>
                    <p:cNvPr id="1693" name="Freeform: Shape 1692">
                      <a:extLst>
                        <a:ext uri="{FF2B5EF4-FFF2-40B4-BE49-F238E27FC236}">
                          <a16:creationId xmlns:a16="http://schemas.microsoft.com/office/drawing/2014/main" id="{DCBCAA0E-C32B-469D-9A9B-58EB8A2E29A2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498709" y="6973248"/>
                      <a:ext cx="54605" cy="86041"/>
                    </a:xfrm>
                    <a:custGeom>
                      <a:avLst/>
                      <a:gdLst>
                        <a:gd name="connsiteX0" fmla="*/ 2049 w 54605"/>
                        <a:gd name="connsiteY0" fmla="*/ 84333 h 86041"/>
                        <a:gd name="connsiteX1" fmla="*/ 46869 w 54605"/>
                        <a:gd name="connsiteY1" fmla="*/ 84333 h 86041"/>
                        <a:gd name="connsiteX2" fmla="*/ 46869 w 54605"/>
                        <a:gd name="connsiteY2" fmla="*/ 74711 h 86041"/>
                        <a:gd name="connsiteX3" fmla="*/ 12503 w 54605"/>
                        <a:gd name="connsiteY3" fmla="*/ 74711 h 86041"/>
                        <a:gd name="connsiteX4" fmla="*/ 12503 w 54605"/>
                        <a:gd name="connsiteY4" fmla="*/ 54037 h 86041"/>
                        <a:gd name="connsiteX5" fmla="*/ 17459 w 54605"/>
                        <a:gd name="connsiteY5" fmla="*/ 55303 h 86041"/>
                        <a:gd name="connsiteX6" fmla="*/ 22451 w 54605"/>
                        <a:gd name="connsiteY6" fmla="*/ 55719 h 86041"/>
                        <a:gd name="connsiteX7" fmla="*/ 44825 w 54605"/>
                        <a:gd name="connsiteY7" fmla="*/ 47978 h 86041"/>
                        <a:gd name="connsiteX8" fmla="*/ 53091 w 54605"/>
                        <a:gd name="connsiteY8" fmla="*/ 27015 h 86041"/>
                        <a:gd name="connsiteX9" fmla="*/ 44608 w 54605"/>
                        <a:gd name="connsiteY9" fmla="*/ 5834 h 86041"/>
                        <a:gd name="connsiteX10" fmla="*/ 20697 w 54605"/>
                        <a:gd name="connsiteY10" fmla="*/ -1708 h 86041"/>
                        <a:gd name="connsiteX11" fmla="*/ 9863 w 54605"/>
                        <a:gd name="connsiteY11" fmla="*/ -804 h 86041"/>
                        <a:gd name="connsiteX12" fmla="*/ -1514 w 54605"/>
                        <a:gd name="connsiteY12" fmla="*/ 1909 h 86041"/>
                        <a:gd name="connsiteX13" fmla="*/ -1514 w 54605"/>
                        <a:gd name="connsiteY13" fmla="*/ 13395 h 86041"/>
                        <a:gd name="connsiteX14" fmla="*/ 8995 w 54605"/>
                        <a:gd name="connsiteY14" fmla="*/ 9271 h 86041"/>
                        <a:gd name="connsiteX15" fmla="*/ 20462 w 54605"/>
                        <a:gd name="connsiteY15" fmla="*/ 7914 h 86041"/>
                        <a:gd name="connsiteX16" fmla="*/ 35945 w 54605"/>
                        <a:gd name="connsiteY16" fmla="*/ 13051 h 86041"/>
                        <a:gd name="connsiteX17" fmla="*/ 41660 w 54605"/>
                        <a:gd name="connsiteY17" fmla="*/ 27015 h 86041"/>
                        <a:gd name="connsiteX18" fmla="*/ 35945 w 54605"/>
                        <a:gd name="connsiteY18" fmla="*/ 40960 h 86041"/>
                        <a:gd name="connsiteX19" fmla="*/ 20462 w 54605"/>
                        <a:gd name="connsiteY19" fmla="*/ 46115 h 86041"/>
                        <a:gd name="connsiteX20" fmla="*/ 11328 w 54605"/>
                        <a:gd name="connsiteY20" fmla="*/ 45102 h 86041"/>
                        <a:gd name="connsiteX21" fmla="*/ 2049 w 54605"/>
                        <a:gd name="connsiteY21" fmla="*/ 41937 h 86041"/>
                        <a:gd name="connsiteX22" fmla="*/ 2049 w 54605"/>
                        <a:gd name="connsiteY22" fmla="*/ 84333 h 860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54605" h="86041">
                          <a:moveTo>
                            <a:pt x="2049" y="84333"/>
                          </a:moveTo>
                          <a:lnTo>
                            <a:pt x="46869" y="84333"/>
                          </a:lnTo>
                          <a:lnTo>
                            <a:pt x="46869" y="74711"/>
                          </a:lnTo>
                          <a:lnTo>
                            <a:pt x="12503" y="74711"/>
                          </a:lnTo>
                          <a:lnTo>
                            <a:pt x="12503" y="54037"/>
                          </a:lnTo>
                          <a:cubicBezTo>
                            <a:pt x="14155" y="54604"/>
                            <a:pt x="15807" y="55026"/>
                            <a:pt x="17459" y="55303"/>
                          </a:cubicBezTo>
                          <a:cubicBezTo>
                            <a:pt x="19123" y="55580"/>
                            <a:pt x="20787" y="55719"/>
                            <a:pt x="22451" y="55719"/>
                          </a:cubicBezTo>
                          <a:cubicBezTo>
                            <a:pt x="31869" y="55719"/>
                            <a:pt x="39327" y="53139"/>
                            <a:pt x="44825" y="47978"/>
                          </a:cubicBezTo>
                          <a:cubicBezTo>
                            <a:pt x="50336" y="42817"/>
                            <a:pt x="53091" y="35829"/>
                            <a:pt x="53091" y="27015"/>
                          </a:cubicBezTo>
                          <a:cubicBezTo>
                            <a:pt x="53091" y="17935"/>
                            <a:pt x="50264" y="10875"/>
                            <a:pt x="44608" y="5834"/>
                          </a:cubicBezTo>
                          <a:cubicBezTo>
                            <a:pt x="38953" y="806"/>
                            <a:pt x="30983" y="-1708"/>
                            <a:pt x="20697" y="-1708"/>
                          </a:cubicBezTo>
                          <a:cubicBezTo>
                            <a:pt x="17152" y="-1708"/>
                            <a:pt x="13540" y="-1407"/>
                            <a:pt x="9863" y="-804"/>
                          </a:cubicBezTo>
                          <a:cubicBezTo>
                            <a:pt x="6197" y="-201"/>
                            <a:pt x="2405" y="704"/>
                            <a:pt x="-1514" y="1909"/>
                          </a:cubicBezTo>
                          <a:lnTo>
                            <a:pt x="-1514" y="13395"/>
                          </a:lnTo>
                          <a:cubicBezTo>
                            <a:pt x="1874" y="11550"/>
                            <a:pt x="5377" y="10175"/>
                            <a:pt x="8995" y="9271"/>
                          </a:cubicBezTo>
                          <a:cubicBezTo>
                            <a:pt x="12612" y="8367"/>
                            <a:pt x="16434" y="7914"/>
                            <a:pt x="20462" y="7914"/>
                          </a:cubicBezTo>
                          <a:cubicBezTo>
                            <a:pt x="26985" y="7914"/>
                            <a:pt x="32146" y="9627"/>
                            <a:pt x="35945" y="13051"/>
                          </a:cubicBezTo>
                          <a:cubicBezTo>
                            <a:pt x="39755" y="16476"/>
                            <a:pt x="41660" y="21130"/>
                            <a:pt x="41660" y="27015"/>
                          </a:cubicBezTo>
                          <a:cubicBezTo>
                            <a:pt x="41660" y="32887"/>
                            <a:pt x="39755" y="37535"/>
                            <a:pt x="35945" y="40960"/>
                          </a:cubicBezTo>
                          <a:cubicBezTo>
                            <a:pt x="32146" y="44396"/>
                            <a:pt x="26985" y="46115"/>
                            <a:pt x="20462" y="46115"/>
                          </a:cubicBezTo>
                          <a:cubicBezTo>
                            <a:pt x="17411" y="46115"/>
                            <a:pt x="14366" y="45777"/>
                            <a:pt x="11328" y="45102"/>
                          </a:cubicBezTo>
                          <a:cubicBezTo>
                            <a:pt x="8301" y="44427"/>
                            <a:pt x="5208" y="43371"/>
                            <a:pt x="2049" y="41937"/>
                          </a:cubicBezTo>
                          <a:lnTo>
                            <a:pt x="2049" y="84333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694" name="Freeform: Shape 1693">
                      <a:extLst>
                        <a:ext uri="{FF2B5EF4-FFF2-40B4-BE49-F238E27FC236}">
                          <a16:creationId xmlns:a16="http://schemas.microsoft.com/office/drawing/2014/main" id="{96430EBB-DEEE-5F06-43F4-4B192412C482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571056" y="6971729"/>
                      <a:ext cx="58331" cy="87560"/>
                    </a:xfrm>
                    <a:custGeom>
                      <a:avLst/>
                      <a:gdLst>
                        <a:gd name="connsiteX0" fmla="*/ 27618 w 58331"/>
                        <a:gd name="connsiteY0" fmla="*/ 76767 h 87560"/>
                        <a:gd name="connsiteX1" fmla="*/ 14360 w 58331"/>
                        <a:gd name="connsiteY1" fmla="*/ 68085 h 87560"/>
                        <a:gd name="connsiteX2" fmla="*/ 9929 w 58331"/>
                        <a:gd name="connsiteY2" fmla="*/ 42003 h 87560"/>
                        <a:gd name="connsiteX3" fmla="*/ 14360 w 58331"/>
                        <a:gd name="connsiteY3" fmla="*/ 15975 h 87560"/>
                        <a:gd name="connsiteX4" fmla="*/ 27618 w 58331"/>
                        <a:gd name="connsiteY4" fmla="*/ 7294 h 87560"/>
                        <a:gd name="connsiteX5" fmla="*/ 40930 w 58331"/>
                        <a:gd name="connsiteY5" fmla="*/ 15975 h 87560"/>
                        <a:gd name="connsiteX6" fmla="*/ 45380 w 58331"/>
                        <a:gd name="connsiteY6" fmla="*/ 42003 h 87560"/>
                        <a:gd name="connsiteX7" fmla="*/ 40930 w 58331"/>
                        <a:gd name="connsiteY7" fmla="*/ 68085 h 87560"/>
                        <a:gd name="connsiteX8" fmla="*/ 27618 w 58331"/>
                        <a:gd name="connsiteY8" fmla="*/ 76767 h 87560"/>
                        <a:gd name="connsiteX9" fmla="*/ 27618 w 58331"/>
                        <a:gd name="connsiteY9" fmla="*/ 85811 h 87560"/>
                        <a:gd name="connsiteX10" fmla="*/ 49305 w 58331"/>
                        <a:gd name="connsiteY10" fmla="*/ 74578 h 87560"/>
                        <a:gd name="connsiteX11" fmla="*/ 56793 w 58331"/>
                        <a:gd name="connsiteY11" fmla="*/ 42003 h 87560"/>
                        <a:gd name="connsiteX12" fmla="*/ 49305 w 58331"/>
                        <a:gd name="connsiteY12" fmla="*/ 9464 h 87560"/>
                        <a:gd name="connsiteX13" fmla="*/ 27618 w 58331"/>
                        <a:gd name="connsiteY13" fmla="*/ -1750 h 87560"/>
                        <a:gd name="connsiteX14" fmla="*/ 5949 w 58331"/>
                        <a:gd name="connsiteY14" fmla="*/ 9464 h 87560"/>
                        <a:gd name="connsiteX15" fmla="*/ -1539 w 58331"/>
                        <a:gd name="connsiteY15" fmla="*/ 42003 h 87560"/>
                        <a:gd name="connsiteX16" fmla="*/ 5949 w 58331"/>
                        <a:gd name="connsiteY16" fmla="*/ 74578 h 87560"/>
                        <a:gd name="connsiteX17" fmla="*/ 27618 w 58331"/>
                        <a:gd name="connsiteY17" fmla="*/ 85811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18" y="76767"/>
                          </a:moveTo>
                          <a:cubicBezTo>
                            <a:pt x="21746" y="76767"/>
                            <a:pt x="17326" y="73873"/>
                            <a:pt x="14360" y="68085"/>
                          </a:cubicBezTo>
                          <a:cubicBezTo>
                            <a:pt x="11406" y="62309"/>
                            <a:pt x="9929" y="53615"/>
                            <a:pt x="9929" y="42003"/>
                          </a:cubicBezTo>
                          <a:cubicBezTo>
                            <a:pt x="9929" y="30439"/>
                            <a:pt x="11406" y="21763"/>
                            <a:pt x="14360" y="15975"/>
                          </a:cubicBezTo>
                          <a:cubicBezTo>
                            <a:pt x="17326" y="10187"/>
                            <a:pt x="21746" y="7294"/>
                            <a:pt x="27618" y="7294"/>
                          </a:cubicBezTo>
                          <a:cubicBezTo>
                            <a:pt x="33538" y="7294"/>
                            <a:pt x="37976" y="10187"/>
                            <a:pt x="40930" y="15975"/>
                          </a:cubicBezTo>
                          <a:cubicBezTo>
                            <a:pt x="43897" y="21763"/>
                            <a:pt x="45380" y="30439"/>
                            <a:pt x="45380" y="42003"/>
                          </a:cubicBezTo>
                          <a:cubicBezTo>
                            <a:pt x="45380" y="53615"/>
                            <a:pt x="43897" y="62309"/>
                            <a:pt x="40930" y="68085"/>
                          </a:cubicBezTo>
                          <a:cubicBezTo>
                            <a:pt x="37976" y="73873"/>
                            <a:pt x="33538" y="76767"/>
                            <a:pt x="27618" y="76767"/>
                          </a:cubicBezTo>
                          <a:close/>
                          <a:moveTo>
                            <a:pt x="27618" y="85811"/>
                          </a:moveTo>
                          <a:cubicBezTo>
                            <a:pt x="37084" y="85811"/>
                            <a:pt x="44313" y="82066"/>
                            <a:pt x="49305" y="74578"/>
                          </a:cubicBezTo>
                          <a:cubicBezTo>
                            <a:pt x="54297" y="67102"/>
                            <a:pt x="56793" y="56244"/>
                            <a:pt x="56793" y="42003"/>
                          </a:cubicBezTo>
                          <a:cubicBezTo>
                            <a:pt x="56793" y="27799"/>
                            <a:pt x="54297" y="16952"/>
                            <a:pt x="49305" y="9464"/>
                          </a:cubicBezTo>
                          <a:cubicBezTo>
                            <a:pt x="44313" y="1988"/>
                            <a:pt x="37084" y="-1750"/>
                            <a:pt x="27618" y="-1750"/>
                          </a:cubicBezTo>
                          <a:cubicBezTo>
                            <a:pt x="18164" y="-1750"/>
                            <a:pt x="10941" y="1988"/>
                            <a:pt x="5949" y="9464"/>
                          </a:cubicBezTo>
                          <a:cubicBezTo>
                            <a:pt x="957" y="16952"/>
                            <a:pt x="-1539" y="27799"/>
                            <a:pt x="-1539" y="42003"/>
                          </a:cubicBezTo>
                          <a:cubicBezTo>
                            <a:pt x="-1539" y="56244"/>
                            <a:pt x="957" y="67102"/>
                            <a:pt x="5949" y="74578"/>
                          </a:cubicBezTo>
                          <a:cubicBezTo>
                            <a:pt x="10941" y="82066"/>
                            <a:pt x="18164" y="85811"/>
                            <a:pt x="27618" y="8581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695" name="Freeform: Shape 1694">
                      <a:extLst>
                        <a:ext uri="{FF2B5EF4-FFF2-40B4-BE49-F238E27FC236}">
                          <a16:creationId xmlns:a16="http://schemas.microsoft.com/office/drawing/2014/main" id="{B8F25B3F-18D2-EB2C-3AF1-39770E29965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644705" y="6971729"/>
                      <a:ext cx="58331" cy="87560"/>
                    </a:xfrm>
                    <a:custGeom>
                      <a:avLst/>
                      <a:gdLst>
                        <a:gd name="connsiteX0" fmla="*/ 27624 w 58331"/>
                        <a:gd name="connsiteY0" fmla="*/ 76767 h 87560"/>
                        <a:gd name="connsiteX1" fmla="*/ 14366 w 58331"/>
                        <a:gd name="connsiteY1" fmla="*/ 68085 h 87560"/>
                        <a:gd name="connsiteX2" fmla="*/ 9935 w 58331"/>
                        <a:gd name="connsiteY2" fmla="*/ 42003 h 87560"/>
                        <a:gd name="connsiteX3" fmla="*/ 14366 w 58331"/>
                        <a:gd name="connsiteY3" fmla="*/ 15975 h 87560"/>
                        <a:gd name="connsiteX4" fmla="*/ 27624 w 58331"/>
                        <a:gd name="connsiteY4" fmla="*/ 7294 h 87560"/>
                        <a:gd name="connsiteX5" fmla="*/ 40937 w 58331"/>
                        <a:gd name="connsiteY5" fmla="*/ 15975 h 87560"/>
                        <a:gd name="connsiteX6" fmla="*/ 45386 w 58331"/>
                        <a:gd name="connsiteY6" fmla="*/ 42003 h 87560"/>
                        <a:gd name="connsiteX7" fmla="*/ 40937 w 58331"/>
                        <a:gd name="connsiteY7" fmla="*/ 68085 h 87560"/>
                        <a:gd name="connsiteX8" fmla="*/ 27624 w 58331"/>
                        <a:gd name="connsiteY8" fmla="*/ 76767 h 87560"/>
                        <a:gd name="connsiteX9" fmla="*/ 27624 w 58331"/>
                        <a:gd name="connsiteY9" fmla="*/ 85811 h 87560"/>
                        <a:gd name="connsiteX10" fmla="*/ 49311 w 58331"/>
                        <a:gd name="connsiteY10" fmla="*/ 74578 h 87560"/>
                        <a:gd name="connsiteX11" fmla="*/ 56799 w 58331"/>
                        <a:gd name="connsiteY11" fmla="*/ 42003 h 87560"/>
                        <a:gd name="connsiteX12" fmla="*/ 49311 w 58331"/>
                        <a:gd name="connsiteY12" fmla="*/ 9464 h 87560"/>
                        <a:gd name="connsiteX13" fmla="*/ 27624 w 58331"/>
                        <a:gd name="connsiteY13" fmla="*/ -1750 h 87560"/>
                        <a:gd name="connsiteX14" fmla="*/ 5956 w 58331"/>
                        <a:gd name="connsiteY14" fmla="*/ 9464 h 87560"/>
                        <a:gd name="connsiteX15" fmla="*/ -1532 w 58331"/>
                        <a:gd name="connsiteY15" fmla="*/ 42003 h 87560"/>
                        <a:gd name="connsiteX16" fmla="*/ 5956 w 58331"/>
                        <a:gd name="connsiteY16" fmla="*/ 74578 h 87560"/>
                        <a:gd name="connsiteX17" fmla="*/ 27624 w 58331"/>
                        <a:gd name="connsiteY17" fmla="*/ 85811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24" y="76767"/>
                          </a:moveTo>
                          <a:cubicBezTo>
                            <a:pt x="21752" y="76767"/>
                            <a:pt x="17333" y="73873"/>
                            <a:pt x="14366" y="68085"/>
                          </a:cubicBezTo>
                          <a:cubicBezTo>
                            <a:pt x="11412" y="62309"/>
                            <a:pt x="9935" y="53615"/>
                            <a:pt x="9935" y="42003"/>
                          </a:cubicBezTo>
                          <a:cubicBezTo>
                            <a:pt x="9935" y="30439"/>
                            <a:pt x="11412" y="21763"/>
                            <a:pt x="14366" y="15975"/>
                          </a:cubicBezTo>
                          <a:cubicBezTo>
                            <a:pt x="17333" y="10187"/>
                            <a:pt x="21752" y="7294"/>
                            <a:pt x="27624" y="7294"/>
                          </a:cubicBezTo>
                          <a:cubicBezTo>
                            <a:pt x="33545" y="7294"/>
                            <a:pt x="37982" y="10187"/>
                            <a:pt x="40937" y="15975"/>
                          </a:cubicBezTo>
                          <a:cubicBezTo>
                            <a:pt x="43903" y="21763"/>
                            <a:pt x="45386" y="30439"/>
                            <a:pt x="45386" y="42003"/>
                          </a:cubicBezTo>
                          <a:cubicBezTo>
                            <a:pt x="45386" y="53615"/>
                            <a:pt x="43903" y="62309"/>
                            <a:pt x="40937" y="68085"/>
                          </a:cubicBezTo>
                          <a:cubicBezTo>
                            <a:pt x="37982" y="73873"/>
                            <a:pt x="33545" y="76767"/>
                            <a:pt x="27624" y="76767"/>
                          </a:cubicBezTo>
                          <a:close/>
                          <a:moveTo>
                            <a:pt x="27624" y="85811"/>
                          </a:moveTo>
                          <a:cubicBezTo>
                            <a:pt x="37090" y="85811"/>
                            <a:pt x="44319" y="82066"/>
                            <a:pt x="49311" y="74578"/>
                          </a:cubicBezTo>
                          <a:cubicBezTo>
                            <a:pt x="54303" y="67102"/>
                            <a:pt x="56799" y="56244"/>
                            <a:pt x="56799" y="42003"/>
                          </a:cubicBezTo>
                          <a:cubicBezTo>
                            <a:pt x="56799" y="27799"/>
                            <a:pt x="54303" y="16952"/>
                            <a:pt x="49311" y="9464"/>
                          </a:cubicBezTo>
                          <a:cubicBezTo>
                            <a:pt x="44319" y="1988"/>
                            <a:pt x="37090" y="-1750"/>
                            <a:pt x="27624" y="-1750"/>
                          </a:cubicBezTo>
                          <a:cubicBezTo>
                            <a:pt x="18171" y="-1750"/>
                            <a:pt x="10948" y="1988"/>
                            <a:pt x="5956" y="9464"/>
                          </a:cubicBezTo>
                          <a:cubicBezTo>
                            <a:pt x="964" y="16952"/>
                            <a:pt x="-1532" y="27799"/>
                            <a:pt x="-1532" y="42003"/>
                          </a:cubicBezTo>
                          <a:cubicBezTo>
                            <a:pt x="-1532" y="56244"/>
                            <a:pt x="964" y="67102"/>
                            <a:pt x="5956" y="74578"/>
                          </a:cubicBezTo>
                          <a:cubicBezTo>
                            <a:pt x="10948" y="82066"/>
                            <a:pt x="18171" y="85811"/>
                            <a:pt x="27624" y="8581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</p:grpSp>
            </p:grpSp>
            <p:grpSp>
              <p:nvGrpSpPr>
                <p:cNvPr id="1696" name="Graphic 4">
                  <a:extLst>
                    <a:ext uri="{FF2B5EF4-FFF2-40B4-BE49-F238E27FC236}">
                      <a16:creationId xmlns:a16="http://schemas.microsoft.com/office/drawing/2014/main" id="{D013864F-5888-B72B-EE2E-4D414FD2B489}"/>
                    </a:ext>
                  </a:extLst>
                </p:cNvPr>
                <p:cNvGrpSpPr/>
                <p:nvPr/>
              </p:nvGrpSpPr>
              <p:grpSpPr>
                <a:xfrm>
                  <a:off x="11408742" y="6258655"/>
                  <a:ext cx="367943" cy="87560"/>
                  <a:chOff x="11408742" y="6258655"/>
                  <a:chExt cx="367943" cy="87560"/>
                </a:xfrm>
              </p:grpSpPr>
              <p:sp>
                <p:nvSpPr>
                  <p:cNvPr id="1697" name="Freeform: Shape 1696">
                    <a:extLst>
                      <a:ext uri="{FF2B5EF4-FFF2-40B4-BE49-F238E27FC236}">
                        <a16:creationId xmlns:a16="http://schemas.microsoft.com/office/drawing/2014/main" id="{FBFD5ADF-B0F6-E88F-4066-3BE82D8FDA76}"/>
                      </a:ext>
                    </a:extLst>
                  </p:cNvPr>
                  <p:cNvSpPr/>
                  <p:nvPr/>
                </p:nvSpPr>
                <p:spPr>
                  <a:xfrm>
                    <a:off x="11408742" y="6300593"/>
                    <a:ext cx="40515" cy="11575"/>
                  </a:xfrm>
                  <a:custGeom>
                    <a:avLst/>
                    <a:gdLst>
                      <a:gd name="connsiteX0" fmla="*/ 479 w 40515"/>
                      <a:gd name="connsiteY0" fmla="*/ 518 h 11575"/>
                      <a:gd name="connsiteX1" fmla="*/ 40995 w 40515"/>
                      <a:gd name="connsiteY1" fmla="*/ 518 h 11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0515" h="11575">
                        <a:moveTo>
                          <a:pt x="479" y="518"/>
                        </a:moveTo>
                        <a:lnTo>
                          <a:pt x="40995" y="518"/>
                        </a:lnTo>
                      </a:path>
                    </a:pathLst>
                  </a:custGeom>
                  <a:solidFill>
                    <a:srgbClr val="000000"/>
                  </a:solidFill>
                  <a:ln w="926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grpSp>
                <p:nvGrpSpPr>
                  <p:cNvPr id="1698" name="Graphic 4">
                    <a:extLst>
                      <a:ext uri="{FF2B5EF4-FFF2-40B4-BE49-F238E27FC236}">
                        <a16:creationId xmlns:a16="http://schemas.microsoft.com/office/drawing/2014/main" id="{1A339AA7-32AB-FC1F-2A60-BC1C1B3A578F}"/>
                      </a:ext>
                    </a:extLst>
                  </p:cNvPr>
                  <p:cNvGrpSpPr/>
                  <p:nvPr/>
                </p:nvGrpSpPr>
                <p:grpSpPr>
                  <a:xfrm>
                    <a:off x="11502489" y="6258655"/>
                    <a:ext cx="274196" cy="87560"/>
                    <a:chOff x="11502489" y="6258655"/>
                    <a:chExt cx="274196" cy="87560"/>
                  </a:xfrm>
                </p:grpSpPr>
                <p:sp>
                  <p:nvSpPr>
                    <p:cNvPr id="1699" name="Freeform: Shape 1698">
                      <a:extLst>
                        <a:ext uri="{FF2B5EF4-FFF2-40B4-BE49-F238E27FC236}">
                          <a16:creationId xmlns:a16="http://schemas.microsoft.com/office/drawing/2014/main" id="{4661BDB4-CB40-3879-2262-D07666AC7C4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502489" y="6260174"/>
                      <a:ext cx="50246" cy="84395"/>
                    </a:xfrm>
                    <a:custGeom>
                      <a:avLst/>
                      <a:gdLst>
                        <a:gd name="connsiteX0" fmla="*/ 43 w 50246"/>
                        <a:gd name="connsiteY0" fmla="*/ 7789 h 84395"/>
                        <a:gd name="connsiteX1" fmla="*/ 18691 w 50246"/>
                        <a:gd name="connsiteY1" fmla="*/ 7789 h 84395"/>
                        <a:gd name="connsiteX2" fmla="*/ 18691 w 50246"/>
                        <a:gd name="connsiteY2" fmla="*/ 72180 h 84395"/>
                        <a:gd name="connsiteX3" fmla="*/ -1603 w 50246"/>
                        <a:gd name="connsiteY3" fmla="*/ 68110 h 84395"/>
                        <a:gd name="connsiteX4" fmla="*/ -1603 w 50246"/>
                        <a:gd name="connsiteY4" fmla="*/ 78510 h 84395"/>
                        <a:gd name="connsiteX5" fmla="*/ 18583 w 50246"/>
                        <a:gd name="connsiteY5" fmla="*/ 82580 h 84395"/>
                        <a:gd name="connsiteX6" fmla="*/ 29996 w 50246"/>
                        <a:gd name="connsiteY6" fmla="*/ 82580 h 84395"/>
                        <a:gd name="connsiteX7" fmla="*/ 29996 w 50246"/>
                        <a:gd name="connsiteY7" fmla="*/ 7789 h 84395"/>
                        <a:gd name="connsiteX8" fmla="*/ 48644 w 50246"/>
                        <a:gd name="connsiteY8" fmla="*/ 7789 h 84395"/>
                        <a:gd name="connsiteX9" fmla="*/ 48644 w 50246"/>
                        <a:gd name="connsiteY9" fmla="*/ -1815 h 84395"/>
                        <a:gd name="connsiteX10" fmla="*/ 43 w 50246"/>
                        <a:gd name="connsiteY10" fmla="*/ -1815 h 84395"/>
                        <a:gd name="connsiteX11" fmla="*/ 43 w 50246"/>
                        <a:gd name="connsiteY11" fmla="*/ 7789 h 843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50246" h="84395">
                          <a:moveTo>
                            <a:pt x="43" y="7789"/>
                          </a:moveTo>
                          <a:lnTo>
                            <a:pt x="18691" y="7789"/>
                          </a:lnTo>
                          <a:lnTo>
                            <a:pt x="18691" y="72180"/>
                          </a:lnTo>
                          <a:lnTo>
                            <a:pt x="-1603" y="68110"/>
                          </a:lnTo>
                          <a:lnTo>
                            <a:pt x="-1603" y="78510"/>
                          </a:lnTo>
                          <a:lnTo>
                            <a:pt x="18583" y="82580"/>
                          </a:lnTo>
                          <a:lnTo>
                            <a:pt x="29996" y="82580"/>
                          </a:lnTo>
                          <a:lnTo>
                            <a:pt x="29996" y="7789"/>
                          </a:lnTo>
                          <a:lnTo>
                            <a:pt x="48644" y="7789"/>
                          </a:lnTo>
                          <a:lnTo>
                            <a:pt x="48644" y="-1815"/>
                          </a:lnTo>
                          <a:lnTo>
                            <a:pt x="43" y="-1815"/>
                          </a:lnTo>
                          <a:lnTo>
                            <a:pt x="43" y="778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00" name="Freeform: Shape 1699">
                      <a:extLst>
                        <a:ext uri="{FF2B5EF4-FFF2-40B4-BE49-F238E27FC236}">
                          <a16:creationId xmlns:a16="http://schemas.microsoft.com/office/drawing/2014/main" id="{A05D4360-740F-7768-BB06-8CB39061B304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571056" y="6258655"/>
                      <a:ext cx="58331" cy="87560"/>
                    </a:xfrm>
                    <a:custGeom>
                      <a:avLst/>
                      <a:gdLst>
                        <a:gd name="connsiteX0" fmla="*/ 27618 w 58331"/>
                        <a:gd name="connsiteY0" fmla="*/ 76705 h 87560"/>
                        <a:gd name="connsiteX1" fmla="*/ 14360 w 58331"/>
                        <a:gd name="connsiteY1" fmla="*/ 68023 h 87560"/>
                        <a:gd name="connsiteX2" fmla="*/ 9929 w 58331"/>
                        <a:gd name="connsiteY2" fmla="*/ 41941 h 87560"/>
                        <a:gd name="connsiteX3" fmla="*/ 14360 w 58331"/>
                        <a:gd name="connsiteY3" fmla="*/ 15914 h 87560"/>
                        <a:gd name="connsiteX4" fmla="*/ 27618 w 58331"/>
                        <a:gd name="connsiteY4" fmla="*/ 7232 h 87560"/>
                        <a:gd name="connsiteX5" fmla="*/ 40930 w 58331"/>
                        <a:gd name="connsiteY5" fmla="*/ 15914 h 87560"/>
                        <a:gd name="connsiteX6" fmla="*/ 45380 w 58331"/>
                        <a:gd name="connsiteY6" fmla="*/ 41941 h 87560"/>
                        <a:gd name="connsiteX7" fmla="*/ 40930 w 58331"/>
                        <a:gd name="connsiteY7" fmla="*/ 68023 h 87560"/>
                        <a:gd name="connsiteX8" fmla="*/ 27618 w 58331"/>
                        <a:gd name="connsiteY8" fmla="*/ 76705 h 87560"/>
                        <a:gd name="connsiteX9" fmla="*/ 27618 w 58331"/>
                        <a:gd name="connsiteY9" fmla="*/ 85749 h 87560"/>
                        <a:gd name="connsiteX10" fmla="*/ 49305 w 58331"/>
                        <a:gd name="connsiteY10" fmla="*/ 74517 h 87560"/>
                        <a:gd name="connsiteX11" fmla="*/ 56793 w 58331"/>
                        <a:gd name="connsiteY11" fmla="*/ 41941 h 87560"/>
                        <a:gd name="connsiteX12" fmla="*/ 49305 w 58331"/>
                        <a:gd name="connsiteY12" fmla="*/ 9402 h 87560"/>
                        <a:gd name="connsiteX13" fmla="*/ 27618 w 58331"/>
                        <a:gd name="connsiteY13" fmla="*/ -1812 h 87560"/>
                        <a:gd name="connsiteX14" fmla="*/ 5949 w 58331"/>
                        <a:gd name="connsiteY14" fmla="*/ 9402 h 87560"/>
                        <a:gd name="connsiteX15" fmla="*/ -1539 w 58331"/>
                        <a:gd name="connsiteY15" fmla="*/ 41941 h 87560"/>
                        <a:gd name="connsiteX16" fmla="*/ 5949 w 58331"/>
                        <a:gd name="connsiteY16" fmla="*/ 74517 h 87560"/>
                        <a:gd name="connsiteX17" fmla="*/ 27618 w 58331"/>
                        <a:gd name="connsiteY17" fmla="*/ 85749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18" y="76705"/>
                          </a:moveTo>
                          <a:cubicBezTo>
                            <a:pt x="21746" y="76705"/>
                            <a:pt x="17326" y="73811"/>
                            <a:pt x="14360" y="68023"/>
                          </a:cubicBezTo>
                          <a:cubicBezTo>
                            <a:pt x="11406" y="62248"/>
                            <a:pt x="9929" y="53554"/>
                            <a:pt x="9929" y="41941"/>
                          </a:cubicBezTo>
                          <a:cubicBezTo>
                            <a:pt x="9929" y="30378"/>
                            <a:pt x="11406" y="21702"/>
                            <a:pt x="14360" y="15914"/>
                          </a:cubicBezTo>
                          <a:cubicBezTo>
                            <a:pt x="17326" y="10126"/>
                            <a:pt x="21746" y="7232"/>
                            <a:pt x="27618" y="7232"/>
                          </a:cubicBezTo>
                          <a:cubicBezTo>
                            <a:pt x="33538" y="7232"/>
                            <a:pt x="37976" y="10126"/>
                            <a:pt x="40930" y="15914"/>
                          </a:cubicBezTo>
                          <a:cubicBezTo>
                            <a:pt x="43897" y="21702"/>
                            <a:pt x="45380" y="30378"/>
                            <a:pt x="45380" y="41941"/>
                          </a:cubicBezTo>
                          <a:cubicBezTo>
                            <a:pt x="45380" y="53554"/>
                            <a:pt x="43897" y="62248"/>
                            <a:pt x="40930" y="68023"/>
                          </a:cubicBezTo>
                          <a:cubicBezTo>
                            <a:pt x="37976" y="73811"/>
                            <a:pt x="33538" y="76705"/>
                            <a:pt x="27618" y="76705"/>
                          </a:cubicBezTo>
                          <a:close/>
                          <a:moveTo>
                            <a:pt x="27618" y="85749"/>
                          </a:moveTo>
                          <a:cubicBezTo>
                            <a:pt x="37084" y="85749"/>
                            <a:pt x="44313" y="82005"/>
                            <a:pt x="49305" y="74517"/>
                          </a:cubicBezTo>
                          <a:cubicBezTo>
                            <a:pt x="54297" y="67041"/>
                            <a:pt x="56793" y="56182"/>
                            <a:pt x="56793" y="41941"/>
                          </a:cubicBezTo>
                          <a:cubicBezTo>
                            <a:pt x="56793" y="27737"/>
                            <a:pt x="54297" y="16891"/>
                            <a:pt x="49305" y="9402"/>
                          </a:cubicBezTo>
                          <a:cubicBezTo>
                            <a:pt x="44313" y="1926"/>
                            <a:pt x="37084" y="-1812"/>
                            <a:pt x="27618" y="-1812"/>
                          </a:cubicBezTo>
                          <a:cubicBezTo>
                            <a:pt x="18164" y="-1812"/>
                            <a:pt x="10941" y="1926"/>
                            <a:pt x="5949" y="9402"/>
                          </a:cubicBezTo>
                          <a:cubicBezTo>
                            <a:pt x="957" y="16891"/>
                            <a:pt x="-1539" y="27737"/>
                            <a:pt x="-1539" y="41941"/>
                          </a:cubicBezTo>
                          <a:cubicBezTo>
                            <a:pt x="-1539" y="56182"/>
                            <a:pt x="957" y="67041"/>
                            <a:pt x="5949" y="74517"/>
                          </a:cubicBezTo>
                          <a:cubicBezTo>
                            <a:pt x="10941" y="82005"/>
                            <a:pt x="18164" y="85749"/>
                            <a:pt x="27618" y="8574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01" name="Freeform: Shape 1700">
                      <a:extLst>
                        <a:ext uri="{FF2B5EF4-FFF2-40B4-BE49-F238E27FC236}">
                          <a16:creationId xmlns:a16="http://schemas.microsoft.com/office/drawing/2014/main" id="{56EF56BF-0A88-7635-D6BA-3627F7F82D2B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644705" y="6258655"/>
                      <a:ext cx="58331" cy="87560"/>
                    </a:xfrm>
                    <a:custGeom>
                      <a:avLst/>
                      <a:gdLst>
                        <a:gd name="connsiteX0" fmla="*/ 27624 w 58331"/>
                        <a:gd name="connsiteY0" fmla="*/ 76705 h 87560"/>
                        <a:gd name="connsiteX1" fmla="*/ 14366 w 58331"/>
                        <a:gd name="connsiteY1" fmla="*/ 68023 h 87560"/>
                        <a:gd name="connsiteX2" fmla="*/ 9935 w 58331"/>
                        <a:gd name="connsiteY2" fmla="*/ 41941 h 87560"/>
                        <a:gd name="connsiteX3" fmla="*/ 14366 w 58331"/>
                        <a:gd name="connsiteY3" fmla="*/ 15914 h 87560"/>
                        <a:gd name="connsiteX4" fmla="*/ 27624 w 58331"/>
                        <a:gd name="connsiteY4" fmla="*/ 7232 h 87560"/>
                        <a:gd name="connsiteX5" fmla="*/ 40937 w 58331"/>
                        <a:gd name="connsiteY5" fmla="*/ 15914 h 87560"/>
                        <a:gd name="connsiteX6" fmla="*/ 45386 w 58331"/>
                        <a:gd name="connsiteY6" fmla="*/ 41941 h 87560"/>
                        <a:gd name="connsiteX7" fmla="*/ 40937 w 58331"/>
                        <a:gd name="connsiteY7" fmla="*/ 68023 h 87560"/>
                        <a:gd name="connsiteX8" fmla="*/ 27624 w 58331"/>
                        <a:gd name="connsiteY8" fmla="*/ 76705 h 87560"/>
                        <a:gd name="connsiteX9" fmla="*/ 27624 w 58331"/>
                        <a:gd name="connsiteY9" fmla="*/ 85749 h 87560"/>
                        <a:gd name="connsiteX10" fmla="*/ 49311 w 58331"/>
                        <a:gd name="connsiteY10" fmla="*/ 74517 h 87560"/>
                        <a:gd name="connsiteX11" fmla="*/ 56799 w 58331"/>
                        <a:gd name="connsiteY11" fmla="*/ 41941 h 87560"/>
                        <a:gd name="connsiteX12" fmla="*/ 49311 w 58331"/>
                        <a:gd name="connsiteY12" fmla="*/ 9402 h 87560"/>
                        <a:gd name="connsiteX13" fmla="*/ 27624 w 58331"/>
                        <a:gd name="connsiteY13" fmla="*/ -1812 h 87560"/>
                        <a:gd name="connsiteX14" fmla="*/ 5956 w 58331"/>
                        <a:gd name="connsiteY14" fmla="*/ 9402 h 87560"/>
                        <a:gd name="connsiteX15" fmla="*/ -1532 w 58331"/>
                        <a:gd name="connsiteY15" fmla="*/ 41941 h 87560"/>
                        <a:gd name="connsiteX16" fmla="*/ 5956 w 58331"/>
                        <a:gd name="connsiteY16" fmla="*/ 74517 h 87560"/>
                        <a:gd name="connsiteX17" fmla="*/ 27624 w 58331"/>
                        <a:gd name="connsiteY17" fmla="*/ 85749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24" y="76705"/>
                          </a:moveTo>
                          <a:cubicBezTo>
                            <a:pt x="21752" y="76705"/>
                            <a:pt x="17333" y="73811"/>
                            <a:pt x="14366" y="68023"/>
                          </a:cubicBezTo>
                          <a:cubicBezTo>
                            <a:pt x="11412" y="62248"/>
                            <a:pt x="9935" y="53554"/>
                            <a:pt x="9935" y="41941"/>
                          </a:cubicBezTo>
                          <a:cubicBezTo>
                            <a:pt x="9935" y="30378"/>
                            <a:pt x="11412" y="21702"/>
                            <a:pt x="14366" y="15914"/>
                          </a:cubicBezTo>
                          <a:cubicBezTo>
                            <a:pt x="17333" y="10126"/>
                            <a:pt x="21752" y="7232"/>
                            <a:pt x="27624" y="7232"/>
                          </a:cubicBezTo>
                          <a:cubicBezTo>
                            <a:pt x="33545" y="7232"/>
                            <a:pt x="37982" y="10126"/>
                            <a:pt x="40937" y="15914"/>
                          </a:cubicBezTo>
                          <a:cubicBezTo>
                            <a:pt x="43903" y="21702"/>
                            <a:pt x="45386" y="30378"/>
                            <a:pt x="45386" y="41941"/>
                          </a:cubicBezTo>
                          <a:cubicBezTo>
                            <a:pt x="45386" y="53554"/>
                            <a:pt x="43903" y="62248"/>
                            <a:pt x="40937" y="68023"/>
                          </a:cubicBezTo>
                          <a:cubicBezTo>
                            <a:pt x="37982" y="73811"/>
                            <a:pt x="33545" y="76705"/>
                            <a:pt x="27624" y="76705"/>
                          </a:cubicBezTo>
                          <a:close/>
                          <a:moveTo>
                            <a:pt x="27624" y="85749"/>
                          </a:moveTo>
                          <a:cubicBezTo>
                            <a:pt x="37090" y="85749"/>
                            <a:pt x="44319" y="82005"/>
                            <a:pt x="49311" y="74517"/>
                          </a:cubicBezTo>
                          <a:cubicBezTo>
                            <a:pt x="54303" y="67041"/>
                            <a:pt x="56799" y="56182"/>
                            <a:pt x="56799" y="41941"/>
                          </a:cubicBezTo>
                          <a:cubicBezTo>
                            <a:pt x="56799" y="27737"/>
                            <a:pt x="54303" y="16891"/>
                            <a:pt x="49311" y="9402"/>
                          </a:cubicBezTo>
                          <a:cubicBezTo>
                            <a:pt x="44319" y="1926"/>
                            <a:pt x="37090" y="-1812"/>
                            <a:pt x="27624" y="-1812"/>
                          </a:cubicBezTo>
                          <a:cubicBezTo>
                            <a:pt x="18171" y="-1812"/>
                            <a:pt x="10948" y="1926"/>
                            <a:pt x="5956" y="9402"/>
                          </a:cubicBezTo>
                          <a:cubicBezTo>
                            <a:pt x="964" y="16891"/>
                            <a:pt x="-1532" y="27737"/>
                            <a:pt x="-1532" y="41941"/>
                          </a:cubicBezTo>
                          <a:cubicBezTo>
                            <a:pt x="-1532" y="56182"/>
                            <a:pt x="964" y="67041"/>
                            <a:pt x="5956" y="74517"/>
                          </a:cubicBezTo>
                          <a:cubicBezTo>
                            <a:pt x="10948" y="82005"/>
                            <a:pt x="18171" y="85749"/>
                            <a:pt x="27624" y="8574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02" name="Freeform: Shape 1701">
                      <a:extLst>
                        <a:ext uri="{FF2B5EF4-FFF2-40B4-BE49-F238E27FC236}">
                          <a16:creationId xmlns:a16="http://schemas.microsoft.com/office/drawing/2014/main" id="{D21DF3A1-6506-98C1-9477-970B1CDD3D49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718354" y="6258655"/>
                      <a:ext cx="58331" cy="87560"/>
                    </a:xfrm>
                    <a:custGeom>
                      <a:avLst/>
                      <a:gdLst>
                        <a:gd name="connsiteX0" fmla="*/ 27631 w 58331"/>
                        <a:gd name="connsiteY0" fmla="*/ 76705 h 87560"/>
                        <a:gd name="connsiteX1" fmla="*/ 14373 w 58331"/>
                        <a:gd name="connsiteY1" fmla="*/ 68023 h 87560"/>
                        <a:gd name="connsiteX2" fmla="*/ 9941 w 58331"/>
                        <a:gd name="connsiteY2" fmla="*/ 41941 h 87560"/>
                        <a:gd name="connsiteX3" fmla="*/ 14373 w 58331"/>
                        <a:gd name="connsiteY3" fmla="*/ 15914 h 87560"/>
                        <a:gd name="connsiteX4" fmla="*/ 27631 w 58331"/>
                        <a:gd name="connsiteY4" fmla="*/ 7232 h 87560"/>
                        <a:gd name="connsiteX5" fmla="*/ 40943 w 58331"/>
                        <a:gd name="connsiteY5" fmla="*/ 15914 h 87560"/>
                        <a:gd name="connsiteX6" fmla="*/ 45392 w 58331"/>
                        <a:gd name="connsiteY6" fmla="*/ 41941 h 87560"/>
                        <a:gd name="connsiteX7" fmla="*/ 40943 w 58331"/>
                        <a:gd name="connsiteY7" fmla="*/ 68023 h 87560"/>
                        <a:gd name="connsiteX8" fmla="*/ 27631 w 58331"/>
                        <a:gd name="connsiteY8" fmla="*/ 76705 h 87560"/>
                        <a:gd name="connsiteX9" fmla="*/ 27631 w 58331"/>
                        <a:gd name="connsiteY9" fmla="*/ 85749 h 87560"/>
                        <a:gd name="connsiteX10" fmla="*/ 49317 w 58331"/>
                        <a:gd name="connsiteY10" fmla="*/ 74517 h 87560"/>
                        <a:gd name="connsiteX11" fmla="*/ 56806 w 58331"/>
                        <a:gd name="connsiteY11" fmla="*/ 41941 h 87560"/>
                        <a:gd name="connsiteX12" fmla="*/ 49317 w 58331"/>
                        <a:gd name="connsiteY12" fmla="*/ 9402 h 87560"/>
                        <a:gd name="connsiteX13" fmla="*/ 27631 w 58331"/>
                        <a:gd name="connsiteY13" fmla="*/ -1812 h 87560"/>
                        <a:gd name="connsiteX14" fmla="*/ 5962 w 58331"/>
                        <a:gd name="connsiteY14" fmla="*/ 9402 h 87560"/>
                        <a:gd name="connsiteX15" fmla="*/ -1526 w 58331"/>
                        <a:gd name="connsiteY15" fmla="*/ 41941 h 87560"/>
                        <a:gd name="connsiteX16" fmla="*/ 5962 w 58331"/>
                        <a:gd name="connsiteY16" fmla="*/ 74517 h 87560"/>
                        <a:gd name="connsiteX17" fmla="*/ 27631 w 58331"/>
                        <a:gd name="connsiteY17" fmla="*/ 85749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31" y="76705"/>
                          </a:moveTo>
                          <a:cubicBezTo>
                            <a:pt x="21758" y="76705"/>
                            <a:pt x="17339" y="73811"/>
                            <a:pt x="14373" y="68023"/>
                          </a:cubicBezTo>
                          <a:cubicBezTo>
                            <a:pt x="11418" y="62248"/>
                            <a:pt x="9941" y="53554"/>
                            <a:pt x="9941" y="41941"/>
                          </a:cubicBezTo>
                          <a:cubicBezTo>
                            <a:pt x="9941" y="30378"/>
                            <a:pt x="11418" y="21702"/>
                            <a:pt x="14373" y="15914"/>
                          </a:cubicBezTo>
                          <a:cubicBezTo>
                            <a:pt x="17339" y="10126"/>
                            <a:pt x="21758" y="7232"/>
                            <a:pt x="27631" y="7232"/>
                          </a:cubicBezTo>
                          <a:cubicBezTo>
                            <a:pt x="33551" y="7232"/>
                            <a:pt x="37989" y="10126"/>
                            <a:pt x="40943" y="15914"/>
                          </a:cubicBezTo>
                          <a:cubicBezTo>
                            <a:pt x="43909" y="21702"/>
                            <a:pt x="45392" y="30378"/>
                            <a:pt x="45392" y="41941"/>
                          </a:cubicBezTo>
                          <a:cubicBezTo>
                            <a:pt x="45392" y="53554"/>
                            <a:pt x="43909" y="62248"/>
                            <a:pt x="40943" y="68023"/>
                          </a:cubicBezTo>
                          <a:cubicBezTo>
                            <a:pt x="37989" y="73811"/>
                            <a:pt x="33551" y="76705"/>
                            <a:pt x="27631" y="76705"/>
                          </a:cubicBezTo>
                          <a:close/>
                          <a:moveTo>
                            <a:pt x="27631" y="85749"/>
                          </a:moveTo>
                          <a:cubicBezTo>
                            <a:pt x="37096" y="85749"/>
                            <a:pt x="44325" y="82005"/>
                            <a:pt x="49317" y="74517"/>
                          </a:cubicBezTo>
                          <a:cubicBezTo>
                            <a:pt x="54309" y="67041"/>
                            <a:pt x="56806" y="56182"/>
                            <a:pt x="56806" y="41941"/>
                          </a:cubicBezTo>
                          <a:cubicBezTo>
                            <a:pt x="56806" y="27737"/>
                            <a:pt x="54309" y="16891"/>
                            <a:pt x="49317" y="9402"/>
                          </a:cubicBezTo>
                          <a:cubicBezTo>
                            <a:pt x="44325" y="1926"/>
                            <a:pt x="37096" y="-1812"/>
                            <a:pt x="27631" y="-1812"/>
                          </a:cubicBezTo>
                          <a:cubicBezTo>
                            <a:pt x="18177" y="-1812"/>
                            <a:pt x="10954" y="1926"/>
                            <a:pt x="5962" y="9402"/>
                          </a:cubicBezTo>
                          <a:cubicBezTo>
                            <a:pt x="970" y="16891"/>
                            <a:pt x="-1526" y="27737"/>
                            <a:pt x="-1526" y="41941"/>
                          </a:cubicBezTo>
                          <a:cubicBezTo>
                            <a:pt x="-1526" y="56182"/>
                            <a:pt x="970" y="67041"/>
                            <a:pt x="5962" y="74517"/>
                          </a:cubicBezTo>
                          <a:cubicBezTo>
                            <a:pt x="10954" y="82005"/>
                            <a:pt x="18177" y="85749"/>
                            <a:pt x="27631" y="8574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</p:grpSp>
            </p:grpSp>
            <p:grpSp>
              <p:nvGrpSpPr>
                <p:cNvPr id="1703" name="Graphic 4">
                  <a:extLst>
                    <a:ext uri="{FF2B5EF4-FFF2-40B4-BE49-F238E27FC236}">
                      <a16:creationId xmlns:a16="http://schemas.microsoft.com/office/drawing/2014/main" id="{8E2FD181-20F0-5DFE-BB7A-D6B27AADB827}"/>
                    </a:ext>
                  </a:extLst>
                </p:cNvPr>
                <p:cNvGrpSpPr/>
                <p:nvPr/>
              </p:nvGrpSpPr>
              <p:grpSpPr>
                <a:xfrm>
                  <a:off x="11408742" y="5545581"/>
                  <a:ext cx="367943" cy="87560"/>
                  <a:chOff x="11408742" y="5545581"/>
                  <a:chExt cx="367943" cy="87560"/>
                </a:xfrm>
              </p:grpSpPr>
              <p:sp>
                <p:nvSpPr>
                  <p:cNvPr id="1704" name="Freeform: Shape 1703">
                    <a:extLst>
                      <a:ext uri="{FF2B5EF4-FFF2-40B4-BE49-F238E27FC236}">
                        <a16:creationId xmlns:a16="http://schemas.microsoft.com/office/drawing/2014/main" id="{71BE05F3-06E6-318B-C501-E69BAF679A1A}"/>
                      </a:ext>
                    </a:extLst>
                  </p:cNvPr>
                  <p:cNvSpPr/>
                  <p:nvPr/>
                </p:nvSpPr>
                <p:spPr>
                  <a:xfrm>
                    <a:off x="11408742" y="5587519"/>
                    <a:ext cx="40515" cy="11575"/>
                  </a:xfrm>
                  <a:custGeom>
                    <a:avLst/>
                    <a:gdLst>
                      <a:gd name="connsiteX0" fmla="*/ 479 w 40515"/>
                      <a:gd name="connsiteY0" fmla="*/ 456 h 11575"/>
                      <a:gd name="connsiteX1" fmla="*/ 40995 w 40515"/>
                      <a:gd name="connsiteY1" fmla="*/ 456 h 11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0515" h="11575">
                        <a:moveTo>
                          <a:pt x="479" y="456"/>
                        </a:moveTo>
                        <a:lnTo>
                          <a:pt x="40995" y="456"/>
                        </a:lnTo>
                      </a:path>
                    </a:pathLst>
                  </a:custGeom>
                  <a:solidFill>
                    <a:srgbClr val="000000"/>
                  </a:solidFill>
                  <a:ln w="926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grpSp>
                <p:nvGrpSpPr>
                  <p:cNvPr id="1705" name="Graphic 4">
                    <a:extLst>
                      <a:ext uri="{FF2B5EF4-FFF2-40B4-BE49-F238E27FC236}">
                        <a16:creationId xmlns:a16="http://schemas.microsoft.com/office/drawing/2014/main" id="{1C8DA7B1-4768-C598-0765-0FC1A0FD5B7A}"/>
                      </a:ext>
                    </a:extLst>
                  </p:cNvPr>
                  <p:cNvGrpSpPr/>
                  <p:nvPr/>
                </p:nvGrpSpPr>
                <p:grpSpPr>
                  <a:xfrm>
                    <a:off x="11502489" y="5545581"/>
                    <a:ext cx="274196" cy="87560"/>
                    <a:chOff x="11502489" y="5545581"/>
                    <a:chExt cx="274196" cy="87560"/>
                  </a:xfrm>
                </p:grpSpPr>
                <p:sp>
                  <p:nvSpPr>
                    <p:cNvPr id="1706" name="Freeform: Shape 1705">
                      <a:extLst>
                        <a:ext uri="{FF2B5EF4-FFF2-40B4-BE49-F238E27FC236}">
                          <a16:creationId xmlns:a16="http://schemas.microsoft.com/office/drawing/2014/main" id="{7761072D-5431-1165-8723-D9ED72E6B83D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502489" y="5547100"/>
                      <a:ext cx="50246" cy="84395"/>
                    </a:xfrm>
                    <a:custGeom>
                      <a:avLst/>
                      <a:gdLst>
                        <a:gd name="connsiteX0" fmla="*/ 43 w 50246"/>
                        <a:gd name="connsiteY0" fmla="*/ 7728 h 84395"/>
                        <a:gd name="connsiteX1" fmla="*/ 18691 w 50246"/>
                        <a:gd name="connsiteY1" fmla="*/ 7728 h 84395"/>
                        <a:gd name="connsiteX2" fmla="*/ 18691 w 50246"/>
                        <a:gd name="connsiteY2" fmla="*/ 72118 h 84395"/>
                        <a:gd name="connsiteX3" fmla="*/ -1603 w 50246"/>
                        <a:gd name="connsiteY3" fmla="*/ 68049 h 84395"/>
                        <a:gd name="connsiteX4" fmla="*/ -1603 w 50246"/>
                        <a:gd name="connsiteY4" fmla="*/ 78449 h 84395"/>
                        <a:gd name="connsiteX5" fmla="*/ 18583 w 50246"/>
                        <a:gd name="connsiteY5" fmla="*/ 82519 h 84395"/>
                        <a:gd name="connsiteX6" fmla="*/ 29996 w 50246"/>
                        <a:gd name="connsiteY6" fmla="*/ 82519 h 84395"/>
                        <a:gd name="connsiteX7" fmla="*/ 29996 w 50246"/>
                        <a:gd name="connsiteY7" fmla="*/ 7728 h 84395"/>
                        <a:gd name="connsiteX8" fmla="*/ 48644 w 50246"/>
                        <a:gd name="connsiteY8" fmla="*/ 7728 h 84395"/>
                        <a:gd name="connsiteX9" fmla="*/ 48644 w 50246"/>
                        <a:gd name="connsiteY9" fmla="*/ -1877 h 84395"/>
                        <a:gd name="connsiteX10" fmla="*/ 43 w 50246"/>
                        <a:gd name="connsiteY10" fmla="*/ -1877 h 84395"/>
                        <a:gd name="connsiteX11" fmla="*/ 43 w 50246"/>
                        <a:gd name="connsiteY11" fmla="*/ 7728 h 843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50246" h="84395">
                          <a:moveTo>
                            <a:pt x="43" y="7728"/>
                          </a:moveTo>
                          <a:lnTo>
                            <a:pt x="18691" y="7728"/>
                          </a:lnTo>
                          <a:lnTo>
                            <a:pt x="18691" y="72118"/>
                          </a:lnTo>
                          <a:lnTo>
                            <a:pt x="-1603" y="68049"/>
                          </a:lnTo>
                          <a:lnTo>
                            <a:pt x="-1603" y="78449"/>
                          </a:lnTo>
                          <a:lnTo>
                            <a:pt x="18583" y="82519"/>
                          </a:lnTo>
                          <a:lnTo>
                            <a:pt x="29996" y="82519"/>
                          </a:lnTo>
                          <a:lnTo>
                            <a:pt x="29996" y="7728"/>
                          </a:lnTo>
                          <a:lnTo>
                            <a:pt x="48644" y="7728"/>
                          </a:lnTo>
                          <a:lnTo>
                            <a:pt x="48644" y="-1877"/>
                          </a:lnTo>
                          <a:lnTo>
                            <a:pt x="43" y="-1877"/>
                          </a:lnTo>
                          <a:lnTo>
                            <a:pt x="43" y="77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07" name="Freeform: Shape 1706">
                      <a:extLst>
                        <a:ext uri="{FF2B5EF4-FFF2-40B4-BE49-F238E27FC236}">
                          <a16:creationId xmlns:a16="http://schemas.microsoft.com/office/drawing/2014/main" id="{3AA91F5E-913C-C771-FC66-7E1CFF034B9F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572358" y="5547100"/>
                      <a:ext cx="54605" cy="86041"/>
                    </a:xfrm>
                    <a:custGeom>
                      <a:avLst/>
                      <a:gdLst>
                        <a:gd name="connsiteX0" fmla="*/ 2055 w 54605"/>
                        <a:gd name="connsiteY0" fmla="*/ 84210 h 86041"/>
                        <a:gd name="connsiteX1" fmla="*/ 46876 w 54605"/>
                        <a:gd name="connsiteY1" fmla="*/ 84210 h 86041"/>
                        <a:gd name="connsiteX2" fmla="*/ 46876 w 54605"/>
                        <a:gd name="connsiteY2" fmla="*/ 74588 h 86041"/>
                        <a:gd name="connsiteX3" fmla="*/ 12510 w 54605"/>
                        <a:gd name="connsiteY3" fmla="*/ 74588 h 86041"/>
                        <a:gd name="connsiteX4" fmla="*/ 12510 w 54605"/>
                        <a:gd name="connsiteY4" fmla="*/ 53914 h 86041"/>
                        <a:gd name="connsiteX5" fmla="*/ 17466 w 54605"/>
                        <a:gd name="connsiteY5" fmla="*/ 55180 h 86041"/>
                        <a:gd name="connsiteX6" fmla="*/ 22458 w 54605"/>
                        <a:gd name="connsiteY6" fmla="*/ 55596 h 86041"/>
                        <a:gd name="connsiteX7" fmla="*/ 44832 w 54605"/>
                        <a:gd name="connsiteY7" fmla="*/ 47855 h 86041"/>
                        <a:gd name="connsiteX8" fmla="*/ 53098 w 54605"/>
                        <a:gd name="connsiteY8" fmla="*/ 26891 h 86041"/>
                        <a:gd name="connsiteX9" fmla="*/ 44615 w 54605"/>
                        <a:gd name="connsiteY9" fmla="*/ 5711 h 86041"/>
                        <a:gd name="connsiteX10" fmla="*/ 20703 w 54605"/>
                        <a:gd name="connsiteY10" fmla="*/ -1831 h 86041"/>
                        <a:gd name="connsiteX11" fmla="*/ 9869 w 54605"/>
                        <a:gd name="connsiteY11" fmla="*/ -927 h 86041"/>
                        <a:gd name="connsiteX12" fmla="*/ -1508 w 54605"/>
                        <a:gd name="connsiteY12" fmla="*/ 1786 h 86041"/>
                        <a:gd name="connsiteX13" fmla="*/ -1508 w 54605"/>
                        <a:gd name="connsiteY13" fmla="*/ 13272 h 86041"/>
                        <a:gd name="connsiteX14" fmla="*/ 9001 w 54605"/>
                        <a:gd name="connsiteY14" fmla="*/ 9148 h 86041"/>
                        <a:gd name="connsiteX15" fmla="*/ 20468 w 54605"/>
                        <a:gd name="connsiteY15" fmla="*/ 7791 h 86041"/>
                        <a:gd name="connsiteX16" fmla="*/ 35951 w 54605"/>
                        <a:gd name="connsiteY16" fmla="*/ 12928 h 86041"/>
                        <a:gd name="connsiteX17" fmla="*/ 41667 w 54605"/>
                        <a:gd name="connsiteY17" fmla="*/ 26891 h 86041"/>
                        <a:gd name="connsiteX18" fmla="*/ 35951 w 54605"/>
                        <a:gd name="connsiteY18" fmla="*/ 40837 h 86041"/>
                        <a:gd name="connsiteX19" fmla="*/ 20468 w 54605"/>
                        <a:gd name="connsiteY19" fmla="*/ 45992 h 86041"/>
                        <a:gd name="connsiteX20" fmla="*/ 11334 w 54605"/>
                        <a:gd name="connsiteY20" fmla="*/ 44979 h 86041"/>
                        <a:gd name="connsiteX21" fmla="*/ 2055 w 54605"/>
                        <a:gd name="connsiteY21" fmla="*/ 41813 h 86041"/>
                        <a:gd name="connsiteX22" fmla="*/ 2055 w 54605"/>
                        <a:gd name="connsiteY22" fmla="*/ 84210 h 860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54605" h="86041">
                          <a:moveTo>
                            <a:pt x="2055" y="84210"/>
                          </a:moveTo>
                          <a:lnTo>
                            <a:pt x="46876" y="84210"/>
                          </a:lnTo>
                          <a:lnTo>
                            <a:pt x="46876" y="74588"/>
                          </a:lnTo>
                          <a:lnTo>
                            <a:pt x="12510" y="74588"/>
                          </a:lnTo>
                          <a:lnTo>
                            <a:pt x="12510" y="53914"/>
                          </a:lnTo>
                          <a:cubicBezTo>
                            <a:pt x="14162" y="54480"/>
                            <a:pt x="15814" y="54903"/>
                            <a:pt x="17466" y="55180"/>
                          </a:cubicBezTo>
                          <a:cubicBezTo>
                            <a:pt x="19130" y="55457"/>
                            <a:pt x="20794" y="55596"/>
                            <a:pt x="22458" y="55596"/>
                          </a:cubicBezTo>
                          <a:cubicBezTo>
                            <a:pt x="31875" y="55596"/>
                            <a:pt x="39333" y="53015"/>
                            <a:pt x="44832" y="47855"/>
                          </a:cubicBezTo>
                          <a:cubicBezTo>
                            <a:pt x="50343" y="42694"/>
                            <a:pt x="53098" y="35706"/>
                            <a:pt x="53098" y="26891"/>
                          </a:cubicBezTo>
                          <a:cubicBezTo>
                            <a:pt x="53098" y="17812"/>
                            <a:pt x="50270" y="10751"/>
                            <a:pt x="44615" y="5711"/>
                          </a:cubicBezTo>
                          <a:cubicBezTo>
                            <a:pt x="38959" y="683"/>
                            <a:pt x="30989" y="-1831"/>
                            <a:pt x="20703" y="-1831"/>
                          </a:cubicBezTo>
                          <a:cubicBezTo>
                            <a:pt x="17158" y="-1831"/>
                            <a:pt x="13547" y="-1530"/>
                            <a:pt x="9869" y="-927"/>
                          </a:cubicBezTo>
                          <a:cubicBezTo>
                            <a:pt x="6203" y="-324"/>
                            <a:pt x="2411" y="580"/>
                            <a:pt x="-1508" y="1786"/>
                          </a:cubicBezTo>
                          <a:lnTo>
                            <a:pt x="-1508" y="13272"/>
                          </a:lnTo>
                          <a:cubicBezTo>
                            <a:pt x="1881" y="11427"/>
                            <a:pt x="5383" y="10052"/>
                            <a:pt x="9001" y="9148"/>
                          </a:cubicBezTo>
                          <a:cubicBezTo>
                            <a:pt x="12618" y="8243"/>
                            <a:pt x="16441" y="7791"/>
                            <a:pt x="20468" y="7791"/>
                          </a:cubicBezTo>
                          <a:cubicBezTo>
                            <a:pt x="26992" y="7791"/>
                            <a:pt x="32153" y="9503"/>
                            <a:pt x="35951" y="12928"/>
                          </a:cubicBezTo>
                          <a:cubicBezTo>
                            <a:pt x="39761" y="16352"/>
                            <a:pt x="41667" y="21007"/>
                            <a:pt x="41667" y="26891"/>
                          </a:cubicBezTo>
                          <a:cubicBezTo>
                            <a:pt x="41667" y="32764"/>
                            <a:pt x="39761" y="37412"/>
                            <a:pt x="35951" y="40837"/>
                          </a:cubicBezTo>
                          <a:cubicBezTo>
                            <a:pt x="32153" y="44273"/>
                            <a:pt x="26992" y="45992"/>
                            <a:pt x="20468" y="45992"/>
                          </a:cubicBezTo>
                          <a:cubicBezTo>
                            <a:pt x="17417" y="45992"/>
                            <a:pt x="14373" y="45654"/>
                            <a:pt x="11334" y="44979"/>
                          </a:cubicBezTo>
                          <a:cubicBezTo>
                            <a:pt x="8308" y="44303"/>
                            <a:pt x="5215" y="43248"/>
                            <a:pt x="2055" y="41813"/>
                          </a:cubicBezTo>
                          <a:lnTo>
                            <a:pt x="2055" y="8421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08" name="Freeform: Shape 1707">
                      <a:extLst>
                        <a:ext uri="{FF2B5EF4-FFF2-40B4-BE49-F238E27FC236}">
                          <a16:creationId xmlns:a16="http://schemas.microsoft.com/office/drawing/2014/main" id="{B688C767-5497-6596-5BFA-CB4043F87FD3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644705" y="5545581"/>
                      <a:ext cx="58331" cy="87560"/>
                    </a:xfrm>
                    <a:custGeom>
                      <a:avLst/>
                      <a:gdLst>
                        <a:gd name="connsiteX0" fmla="*/ 27624 w 58331"/>
                        <a:gd name="connsiteY0" fmla="*/ 76644 h 87560"/>
                        <a:gd name="connsiteX1" fmla="*/ 14366 w 58331"/>
                        <a:gd name="connsiteY1" fmla="*/ 67962 h 87560"/>
                        <a:gd name="connsiteX2" fmla="*/ 9935 w 58331"/>
                        <a:gd name="connsiteY2" fmla="*/ 41880 h 87560"/>
                        <a:gd name="connsiteX3" fmla="*/ 14366 w 58331"/>
                        <a:gd name="connsiteY3" fmla="*/ 15852 h 87560"/>
                        <a:gd name="connsiteX4" fmla="*/ 27624 w 58331"/>
                        <a:gd name="connsiteY4" fmla="*/ 7170 h 87560"/>
                        <a:gd name="connsiteX5" fmla="*/ 40937 w 58331"/>
                        <a:gd name="connsiteY5" fmla="*/ 15852 h 87560"/>
                        <a:gd name="connsiteX6" fmla="*/ 45386 w 58331"/>
                        <a:gd name="connsiteY6" fmla="*/ 41880 h 87560"/>
                        <a:gd name="connsiteX7" fmla="*/ 40937 w 58331"/>
                        <a:gd name="connsiteY7" fmla="*/ 67962 h 87560"/>
                        <a:gd name="connsiteX8" fmla="*/ 27624 w 58331"/>
                        <a:gd name="connsiteY8" fmla="*/ 76644 h 87560"/>
                        <a:gd name="connsiteX9" fmla="*/ 27624 w 58331"/>
                        <a:gd name="connsiteY9" fmla="*/ 85687 h 87560"/>
                        <a:gd name="connsiteX10" fmla="*/ 49311 w 58331"/>
                        <a:gd name="connsiteY10" fmla="*/ 74455 h 87560"/>
                        <a:gd name="connsiteX11" fmla="*/ 56799 w 58331"/>
                        <a:gd name="connsiteY11" fmla="*/ 41880 h 87560"/>
                        <a:gd name="connsiteX12" fmla="*/ 49311 w 58331"/>
                        <a:gd name="connsiteY12" fmla="*/ 9341 h 87560"/>
                        <a:gd name="connsiteX13" fmla="*/ 27624 w 58331"/>
                        <a:gd name="connsiteY13" fmla="*/ -1873 h 87560"/>
                        <a:gd name="connsiteX14" fmla="*/ 5956 w 58331"/>
                        <a:gd name="connsiteY14" fmla="*/ 9341 h 87560"/>
                        <a:gd name="connsiteX15" fmla="*/ -1532 w 58331"/>
                        <a:gd name="connsiteY15" fmla="*/ 41880 h 87560"/>
                        <a:gd name="connsiteX16" fmla="*/ 5956 w 58331"/>
                        <a:gd name="connsiteY16" fmla="*/ 74455 h 87560"/>
                        <a:gd name="connsiteX17" fmla="*/ 27624 w 58331"/>
                        <a:gd name="connsiteY17" fmla="*/ 85687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24" y="76644"/>
                          </a:moveTo>
                          <a:cubicBezTo>
                            <a:pt x="21752" y="76644"/>
                            <a:pt x="17333" y="73750"/>
                            <a:pt x="14366" y="67962"/>
                          </a:cubicBezTo>
                          <a:cubicBezTo>
                            <a:pt x="11412" y="62186"/>
                            <a:pt x="9935" y="53492"/>
                            <a:pt x="9935" y="41880"/>
                          </a:cubicBezTo>
                          <a:cubicBezTo>
                            <a:pt x="9935" y="30316"/>
                            <a:pt x="11412" y="21640"/>
                            <a:pt x="14366" y="15852"/>
                          </a:cubicBezTo>
                          <a:cubicBezTo>
                            <a:pt x="17333" y="10064"/>
                            <a:pt x="21752" y="7170"/>
                            <a:pt x="27624" y="7170"/>
                          </a:cubicBezTo>
                          <a:cubicBezTo>
                            <a:pt x="33545" y="7170"/>
                            <a:pt x="37982" y="10064"/>
                            <a:pt x="40937" y="15852"/>
                          </a:cubicBezTo>
                          <a:cubicBezTo>
                            <a:pt x="43903" y="21640"/>
                            <a:pt x="45386" y="30316"/>
                            <a:pt x="45386" y="41880"/>
                          </a:cubicBezTo>
                          <a:cubicBezTo>
                            <a:pt x="45386" y="53492"/>
                            <a:pt x="43903" y="62186"/>
                            <a:pt x="40937" y="67962"/>
                          </a:cubicBezTo>
                          <a:cubicBezTo>
                            <a:pt x="37982" y="73750"/>
                            <a:pt x="33545" y="76644"/>
                            <a:pt x="27624" y="76644"/>
                          </a:cubicBezTo>
                          <a:close/>
                          <a:moveTo>
                            <a:pt x="27624" y="85687"/>
                          </a:moveTo>
                          <a:cubicBezTo>
                            <a:pt x="37090" y="85687"/>
                            <a:pt x="44319" y="81943"/>
                            <a:pt x="49311" y="74455"/>
                          </a:cubicBezTo>
                          <a:cubicBezTo>
                            <a:pt x="54303" y="66979"/>
                            <a:pt x="56799" y="56121"/>
                            <a:pt x="56799" y="41880"/>
                          </a:cubicBezTo>
                          <a:cubicBezTo>
                            <a:pt x="56799" y="27675"/>
                            <a:pt x="54303" y="16829"/>
                            <a:pt x="49311" y="9341"/>
                          </a:cubicBezTo>
                          <a:cubicBezTo>
                            <a:pt x="44319" y="1865"/>
                            <a:pt x="37090" y="-1873"/>
                            <a:pt x="27624" y="-1873"/>
                          </a:cubicBezTo>
                          <a:cubicBezTo>
                            <a:pt x="18171" y="-1873"/>
                            <a:pt x="10948" y="1865"/>
                            <a:pt x="5956" y="9341"/>
                          </a:cubicBezTo>
                          <a:cubicBezTo>
                            <a:pt x="964" y="16829"/>
                            <a:pt x="-1532" y="27675"/>
                            <a:pt x="-1532" y="41880"/>
                          </a:cubicBezTo>
                          <a:cubicBezTo>
                            <a:pt x="-1532" y="56121"/>
                            <a:pt x="964" y="66979"/>
                            <a:pt x="5956" y="74455"/>
                          </a:cubicBezTo>
                          <a:cubicBezTo>
                            <a:pt x="10948" y="81943"/>
                            <a:pt x="18171" y="85687"/>
                            <a:pt x="27624" y="85687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09" name="Freeform: Shape 1708">
                      <a:extLst>
                        <a:ext uri="{FF2B5EF4-FFF2-40B4-BE49-F238E27FC236}">
                          <a16:creationId xmlns:a16="http://schemas.microsoft.com/office/drawing/2014/main" id="{4FC8A120-A51D-EC9D-EB59-93B6975DE98A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718354" y="5545581"/>
                      <a:ext cx="58331" cy="87560"/>
                    </a:xfrm>
                    <a:custGeom>
                      <a:avLst/>
                      <a:gdLst>
                        <a:gd name="connsiteX0" fmla="*/ 27631 w 58331"/>
                        <a:gd name="connsiteY0" fmla="*/ 76644 h 87560"/>
                        <a:gd name="connsiteX1" fmla="*/ 14373 w 58331"/>
                        <a:gd name="connsiteY1" fmla="*/ 67962 h 87560"/>
                        <a:gd name="connsiteX2" fmla="*/ 9941 w 58331"/>
                        <a:gd name="connsiteY2" fmla="*/ 41880 h 87560"/>
                        <a:gd name="connsiteX3" fmla="*/ 14373 w 58331"/>
                        <a:gd name="connsiteY3" fmla="*/ 15852 h 87560"/>
                        <a:gd name="connsiteX4" fmla="*/ 27631 w 58331"/>
                        <a:gd name="connsiteY4" fmla="*/ 7170 h 87560"/>
                        <a:gd name="connsiteX5" fmla="*/ 40943 w 58331"/>
                        <a:gd name="connsiteY5" fmla="*/ 15852 h 87560"/>
                        <a:gd name="connsiteX6" fmla="*/ 45392 w 58331"/>
                        <a:gd name="connsiteY6" fmla="*/ 41880 h 87560"/>
                        <a:gd name="connsiteX7" fmla="*/ 40943 w 58331"/>
                        <a:gd name="connsiteY7" fmla="*/ 67962 h 87560"/>
                        <a:gd name="connsiteX8" fmla="*/ 27631 w 58331"/>
                        <a:gd name="connsiteY8" fmla="*/ 76644 h 87560"/>
                        <a:gd name="connsiteX9" fmla="*/ 27631 w 58331"/>
                        <a:gd name="connsiteY9" fmla="*/ 85687 h 87560"/>
                        <a:gd name="connsiteX10" fmla="*/ 49317 w 58331"/>
                        <a:gd name="connsiteY10" fmla="*/ 74455 h 87560"/>
                        <a:gd name="connsiteX11" fmla="*/ 56806 w 58331"/>
                        <a:gd name="connsiteY11" fmla="*/ 41880 h 87560"/>
                        <a:gd name="connsiteX12" fmla="*/ 49317 w 58331"/>
                        <a:gd name="connsiteY12" fmla="*/ 9341 h 87560"/>
                        <a:gd name="connsiteX13" fmla="*/ 27631 w 58331"/>
                        <a:gd name="connsiteY13" fmla="*/ -1873 h 87560"/>
                        <a:gd name="connsiteX14" fmla="*/ 5962 w 58331"/>
                        <a:gd name="connsiteY14" fmla="*/ 9341 h 87560"/>
                        <a:gd name="connsiteX15" fmla="*/ -1526 w 58331"/>
                        <a:gd name="connsiteY15" fmla="*/ 41880 h 87560"/>
                        <a:gd name="connsiteX16" fmla="*/ 5962 w 58331"/>
                        <a:gd name="connsiteY16" fmla="*/ 74455 h 87560"/>
                        <a:gd name="connsiteX17" fmla="*/ 27631 w 58331"/>
                        <a:gd name="connsiteY17" fmla="*/ 85687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31" y="76644"/>
                          </a:moveTo>
                          <a:cubicBezTo>
                            <a:pt x="21758" y="76644"/>
                            <a:pt x="17339" y="73750"/>
                            <a:pt x="14373" y="67962"/>
                          </a:cubicBezTo>
                          <a:cubicBezTo>
                            <a:pt x="11418" y="62186"/>
                            <a:pt x="9941" y="53492"/>
                            <a:pt x="9941" y="41880"/>
                          </a:cubicBezTo>
                          <a:cubicBezTo>
                            <a:pt x="9941" y="30316"/>
                            <a:pt x="11418" y="21640"/>
                            <a:pt x="14373" y="15852"/>
                          </a:cubicBezTo>
                          <a:cubicBezTo>
                            <a:pt x="17339" y="10064"/>
                            <a:pt x="21758" y="7170"/>
                            <a:pt x="27631" y="7170"/>
                          </a:cubicBezTo>
                          <a:cubicBezTo>
                            <a:pt x="33551" y="7170"/>
                            <a:pt x="37989" y="10064"/>
                            <a:pt x="40943" y="15852"/>
                          </a:cubicBezTo>
                          <a:cubicBezTo>
                            <a:pt x="43909" y="21640"/>
                            <a:pt x="45392" y="30316"/>
                            <a:pt x="45392" y="41880"/>
                          </a:cubicBezTo>
                          <a:cubicBezTo>
                            <a:pt x="45392" y="53492"/>
                            <a:pt x="43909" y="62186"/>
                            <a:pt x="40943" y="67962"/>
                          </a:cubicBezTo>
                          <a:cubicBezTo>
                            <a:pt x="37989" y="73750"/>
                            <a:pt x="33551" y="76644"/>
                            <a:pt x="27631" y="76644"/>
                          </a:cubicBezTo>
                          <a:close/>
                          <a:moveTo>
                            <a:pt x="27631" y="85687"/>
                          </a:moveTo>
                          <a:cubicBezTo>
                            <a:pt x="37096" y="85687"/>
                            <a:pt x="44325" y="81943"/>
                            <a:pt x="49317" y="74455"/>
                          </a:cubicBezTo>
                          <a:cubicBezTo>
                            <a:pt x="54309" y="66979"/>
                            <a:pt x="56806" y="56121"/>
                            <a:pt x="56806" y="41880"/>
                          </a:cubicBezTo>
                          <a:cubicBezTo>
                            <a:pt x="56806" y="27675"/>
                            <a:pt x="54309" y="16829"/>
                            <a:pt x="49317" y="9341"/>
                          </a:cubicBezTo>
                          <a:cubicBezTo>
                            <a:pt x="44325" y="1865"/>
                            <a:pt x="37096" y="-1873"/>
                            <a:pt x="27631" y="-1873"/>
                          </a:cubicBezTo>
                          <a:cubicBezTo>
                            <a:pt x="18177" y="-1873"/>
                            <a:pt x="10954" y="1865"/>
                            <a:pt x="5962" y="9341"/>
                          </a:cubicBezTo>
                          <a:cubicBezTo>
                            <a:pt x="970" y="16829"/>
                            <a:pt x="-1526" y="27675"/>
                            <a:pt x="-1526" y="41880"/>
                          </a:cubicBezTo>
                          <a:cubicBezTo>
                            <a:pt x="-1526" y="56121"/>
                            <a:pt x="970" y="66979"/>
                            <a:pt x="5962" y="74455"/>
                          </a:cubicBezTo>
                          <a:cubicBezTo>
                            <a:pt x="10954" y="81943"/>
                            <a:pt x="18177" y="85687"/>
                            <a:pt x="27631" y="85687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</p:grpSp>
            </p:grpSp>
            <p:grpSp>
              <p:nvGrpSpPr>
                <p:cNvPr id="1710" name="Graphic 4">
                  <a:extLst>
                    <a:ext uri="{FF2B5EF4-FFF2-40B4-BE49-F238E27FC236}">
                      <a16:creationId xmlns:a16="http://schemas.microsoft.com/office/drawing/2014/main" id="{D39D0D59-2936-B404-29FC-37D2B7AB8EAA}"/>
                    </a:ext>
                  </a:extLst>
                </p:cNvPr>
                <p:cNvGrpSpPr/>
                <p:nvPr/>
              </p:nvGrpSpPr>
              <p:grpSpPr>
                <a:xfrm>
                  <a:off x="11408742" y="4832507"/>
                  <a:ext cx="367943" cy="87560"/>
                  <a:chOff x="11408742" y="4832507"/>
                  <a:chExt cx="367943" cy="87560"/>
                </a:xfrm>
              </p:grpSpPr>
              <p:sp>
                <p:nvSpPr>
                  <p:cNvPr id="1711" name="Freeform: Shape 1710">
                    <a:extLst>
                      <a:ext uri="{FF2B5EF4-FFF2-40B4-BE49-F238E27FC236}">
                        <a16:creationId xmlns:a16="http://schemas.microsoft.com/office/drawing/2014/main" id="{C2CB6E17-FF88-4B2F-2068-79C9D3B1D7BB}"/>
                      </a:ext>
                    </a:extLst>
                  </p:cNvPr>
                  <p:cNvSpPr/>
                  <p:nvPr/>
                </p:nvSpPr>
                <p:spPr>
                  <a:xfrm>
                    <a:off x="11408742" y="4874445"/>
                    <a:ext cx="40515" cy="11575"/>
                  </a:xfrm>
                  <a:custGeom>
                    <a:avLst/>
                    <a:gdLst>
                      <a:gd name="connsiteX0" fmla="*/ 479 w 40515"/>
                      <a:gd name="connsiteY0" fmla="*/ 394 h 11575"/>
                      <a:gd name="connsiteX1" fmla="*/ 40995 w 40515"/>
                      <a:gd name="connsiteY1" fmla="*/ 394 h 11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0515" h="11575">
                        <a:moveTo>
                          <a:pt x="479" y="394"/>
                        </a:moveTo>
                        <a:lnTo>
                          <a:pt x="40995" y="394"/>
                        </a:lnTo>
                      </a:path>
                    </a:pathLst>
                  </a:custGeom>
                  <a:solidFill>
                    <a:srgbClr val="000000"/>
                  </a:solidFill>
                  <a:ln w="926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grpSp>
                <p:nvGrpSpPr>
                  <p:cNvPr id="1712" name="Graphic 4">
                    <a:extLst>
                      <a:ext uri="{FF2B5EF4-FFF2-40B4-BE49-F238E27FC236}">
                        <a16:creationId xmlns:a16="http://schemas.microsoft.com/office/drawing/2014/main" id="{7E6F61E7-0C97-3299-DC8D-C1D3F88D62D8}"/>
                      </a:ext>
                    </a:extLst>
                  </p:cNvPr>
                  <p:cNvGrpSpPr/>
                  <p:nvPr/>
                </p:nvGrpSpPr>
                <p:grpSpPr>
                  <a:xfrm>
                    <a:off x="11498257" y="4832507"/>
                    <a:ext cx="278429" cy="87560"/>
                    <a:chOff x="11498257" y="4832507"/>
                    <a:chExt cx="278429" cy="87560"/>
                  </a:xfrm>
                </p:grpSpPr>
                <p:sp>
                  <p:nvSpPr>
                    <p:cNvPr id="1713" name="Freeform: Shape 1712">
                      <a:extLst>
                        <a:ext uri="{FF2B5EF4-FFF2-40B4-BE49-F238E27FC236}">
                          <a16:creationId xmlns:a16="http://schemas.microsoft.com/office/drawing/2014/main" id="{89150E99-62CE-0119-2FF2-C3095BC47C6B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498257" y="4832507"/>
                      <a:ext cx="53574" cy="85914"/>
                    </a:xfrm>
                    <a:custGeom>
                      <a:avLst/>
                      <a:gdLst>
                        <a:gd name="connsiteX0" fmla="*/ 12267 w 53574"/>
                        <a:gd name="connsiteY0" fmla="*/ 7624 h 85914"/>
                        <a:gd name="connsiteX1" fmla="*/ 52114 w 53574"/>
                        <a:gd name="connsiteY1" fmla="*/ 7624 h 85914"/>
                        <a:gd name="connsiteX2" fmla="*/ 52114 w 53574"/>
                        <a:gd name="connsiteY2" fmla="*/ -1981 h 85914"/>
                        <a:gd name="connsiteX3" fmla="*/ -1461 w 53574"/>
                        <a:gd name="connsiteY3" fmla="*/ -1981 h 85914"/>
                        <a:gd name="connsiteX4" fmla="*/ -1461 w 53574"/>
                        <a:gd name="connsiteY4" fmla="*/ 7624 h 85914"/>
                        <a:gd name="connsiteX5" fmla="*/ 16247 w 53574"/>
                        <a:gd name="connsiteY5" fmla="*/ 25675 h 85914"/>
                        <a:gd name="connsiteX6" fmla="*/ 30355 w 53574"/>
                        <a:gd name="connsiteY6" fmla="*/ 40308 h 85914"/>
                        <a:gd name="connsiteX7" fmla="*/ 38006 w 53574"/>
                        <a:gd name="connsiteY7" fmla="*/ 50726 h 85914"/>
                        <a:gd name="connsiteX8" fmla="*/ 40194 w 53574"/>
                        <a:gd name="connsiteY8" fmla="*/ 59118 h 85914"/>
                        <a:gd name="connsiteX9" fmla="*/ 35473 w 53574"/>
                        <a:gd name="connsiteY9" fmla="*/ 70079 h 85914"/>
                        <a:gd name="connsiteX10" fmla="*/ 23174 w 53574"/>
                        <a:gd name="connsiteY10" fmla="*/ 74330 h 85914"/>
                        <a:gd name="connsiteX11" fmla="*/ 11833 w 53574"/>
                        <a:gd name="connsiteY11" fmla="*/ 72467 h 85914"/>
                        <a:gd name="connsiteX12" fmla="*/ -900 w 53574"/>
                        <a:gd name="connsiteY12" fmla="*/ 66806 h 85914"/>
                        <a:gd name="connsiteX13" fmla="*/ -900 w 53574"/>
                        <a:gd name="connsiteY13" fmla="*/ 78345 h 85914"/>
                        <a:gd name="connsiteX14" fmla="*/ 11978 w 53574"/>
                        <a:gd name="connsiteY14" fmla="*/ 82523 h 85914"/>
                        <a:gd name="connsiteX15" fmla="*/ 22957 w 53574"/>
                        <a:gd name="connsiteY15" fmla="*/ 83934 h 85914"/>
                        <a:gd name="connsiteX16" fmla="*/ 43866 w 53574"/>
                        <a:gd name="connsiteY16" fmla="*/ 77369 h 85914"/>
                        <a:gd name="connsiteX17" fmla="*/ 51662 w 53574"/>
                        <a:gd name="connsiteY17" fmla="*/ 59860 h 85914"/>
                        <a:gd name="connsiteX18" fmla="*/ 49708 w 53574"/>
                        <a:gd name="connsiteY18" fmla="*/ 49984 h 85914"/>
                        <a:gd name="connsiteX19" fmla="*/ 42618 w 53574"/>
                        <a:gd name="connsiteY19" fmla="*/ 39005 h 85914"/>
                        <a:gd name="connsiteX20" fmla="*/ 33629 w 53574"/>
                        <a:gd name="connsiteY20" fmla="*/ 29528 h 85914"/>
                        <a:gd name="connsiteX21" fmla="*/ 12267 w 53574"/>
                        <a:gd name="connsiteY21" fmla="*/ 7624 h 859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</a:cxnLst>
                      <a:rect l="l" t="t" r="r" b="b"/>
                      <a:pathLst>
                        <a:path w="53574" h="85914">
                          <a:moveTo>
                            <a:pt x="12267" y="7624"/>
                          </a:moveTo>
                          <a:lnTo>
                            <a:pt x="52114" y="7624"/>
                          </a:lnTo>
                          <a:lnTo>
                            <a:pt x="52114" y="-1981"/>
                          </a:lnTo>
                          <a:lnTo>
                            <a:pt x="-1461" y="-1981"/>
                          </a:lnTo>
                          <a:lnTo>
                            <a:pt x="-1461" y="7624"/>
                          </a:lnTo>
                          <a:cubicBezTo>
                            <a:pt x="2868" y="12110"/>
                            <a:pt x="8771" y="18127"/>
                            <a:pt x="16247" y="25675"/>
                          </a:cubicBezTo>
                          <a:cubicBezTo>
                            <a:pt x="23735" y="33235"/>
                            <a:pt x="28438" y="38113"/>
                            <a:pt x="30355" y="40308"/>
                          </a:cubicBezTo>
                          <a:cubicBezTo>
                            <a:pt x="34008" y="44407"/>
                            <a:pt x="36559" y="47880"/>
                            <a:pt x="38006" y="50726"/>
                          </a:cubicBezTo>
                          <a:cubicBezTo>
                            <a:pt x="39465" y="53572"/>
                            <a:pt x="40194" y="56369"/>
                            <a:pt x="40194" y="59118"/>
                          </a:cubicBezTo>
                          <a:cubicBezTo>
                            <a:pt x="40194" y="63604"/>
                            <a:pt x="38621" y="67258"/>
                            <a:pt x="35473" y="70079"/>
                          </a:cubicBezTo>
                          <a:cubicBezTo>
                            <a:pt x="32326" y="72913"/>
                            <a:pt x="28226" y="74330"/>
                            <a:pt x="23174" y="74330"/>
                          </a:cubicBezTo>
                          <a:cubicBezTo>
                            <a:pt x="19593" y="74330"/>
                            <a:pt x="15813" y="73709"/>
                            <a:pt x="11833" y="72467"/>
                          </a:cubicBezTo>
                          <a:cubicBezTo>
                            <a:pt x="7866" y="71225"/>
                            <a:pt x="3622" y="69338"/>
                            <a:pt x="-900" y="66806"/>
                          </a:cubicBezTo>
                          <a:lnTo>
                            <a:pt x="-900" y="78345"/>
                          </a:lnTo>
                          <a:cubicBezTo>
                            <a:pt x="3694" y="80190"/>
                            <a:pt x="7987" y="81583"/>
                            <a:pt x="11978" y="82523"/>
                          </a:cubicBezTo>
                          <a:cubicBezTo>
                            <a:pt x="15981" y="83464"/>
                            <a:pt x="19641" y="83934"/>
                            <a:pt x="22957" y="83934"/>
                          </a:cubicBezTo>
                          <a:cubicBezTo>
                            <a:pt x="31699" y="83934"/>
                            <a:pt x="38669" y="81746"/>
                            <a:pt x="43866" y="77369"/>
                          </a:cubicBezTo>
                          <a:cubicBezTo>
                            <a:pt x="49063" y="73004"/>
                            <a:pt x="51662" y="67167"/>
                            <a:pt x="51662" y="59860"/>
                          </a:cubicBezTo>
                          <a:cubicBezTo>
                            <a:pt x="51662" y="56387"/>
                            <a:pt x="51010" y="53095"/>
                            <a:pt x="49708" y="49984"/>
                          </a:cubicBezTo>
                          <a:cubicBezTo>
                            <a:pt x="48418" y="46885"/>
                            <a:pt x="46055" y="43226"/>
                            <a:pt x="42618" y="39005"/>
                          </a:cubicBezTo>
                          <a:cubicBezTo>
                            <a:pt x="41677" y="37908"/>
                            <a:pt x="38681" y="34749"/>
                            <a:pt x="33629" y="29528"/>
                          </a:cubicBezTo>
                          <a:cubicBezTo>
                            <a:pt x="28588" y="24306"/>
                            <a:pt x="21468" y="17005"/>
                            <a:pt x="12267" y="762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14" name="Freeform: Shape 1713">
                      <a:extLst>
                        <a:ext uri="{FF2B5EF4-FFF2-40B4-BE49-F238E27FC236}">
                          <a16:creationId xmlns:a16="http://schemas.microsoft.com/office/drawing/2014/main" id="{A8635545-68C9-2D01-0A97-8168F95B04B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571056" y="4832507"/>
                      <a:ext cx="58331" cy="87560"/>
                    </a:xfrm>
                    <a:custGeom>
                      <a:avLst/>
                      <a:gdLst>
                        <a:gd name="connsiteX0" fmla="*/ 27618 w 58331"/>
                        <a:gd name="connsiteY0" fmla="*/ 76582 h 87560"/>
                        <a:gd name="connsiteX1" fmla="*/ 14360 w 58331"/>
                        <a:gd name="connsiteY1" fmla="*/ 67900 h 87560"/>
                        <a:gd name="connsiteX2" fmla="*/ 9929 w 58331"/>
                        <a:gd name="connsiteY2" fmla="*/ 41818 h 87560"/>
                        <a:gd name="connsiteX3" fmla="*/ 14360 w 58331"/>
                        <a:gd name="connsiteY3" fmla="*/ 15791 h 87560"/>
                        <a:gd name="connsiteX4" fmla="*/ 27618 w 58331"/>
                        <a:gd name="connsiteY4" fmla="*/ 7109 h 87560"/>
                        <a:gd name="connsiteX5" fmla="*/ 40930 w 58331"/>
                        <a:gd name="connsiteY5" fmla="*/ 15791 h 87560"/>
                        <a:gd name="connsiteX6" fmla="*/ 45380 w 58331"/>
                        <a:gd name="connsiteY6" fmla="*/ 41818 h 87560"/>
                        <a:gd name="connsiteX7" fmla="*/ 40930 w 58331"/>
                        <a:gd name="connsiteY7" fmla="*/ 67900 h 87560"/>
                        <a:gd name="connsiteX8" fmla="*/ 27618 w 58331"/>
                        <a:gd name="connsiteY8" fmla="*/ 76582 h 87560"/>
                        <a:gd name="connsiteX9" fmla="*/ 27618 w 58331"/>
                        <a:gd name="connsiteY9" fmla="*/ 85626 h 87560"/>
                        <a:gd name="connsiteX10" fmla="*/ 49305 w 58331"/>
                        <a:gd name="connsiteY10" fmla="*/ 74394 h 87560"/>
                        <a:gd name="connsiteX11" fmla="*/ 56793 w 58331"/>
                        <a:gd name="connsiteY11" fmla="*/ 41818 h 87560"/>
                        <a:gd name="connsiteX12" fmla="*/ 49305 w 58331"/>
                        <a:gd name="connsiteY12" fmla="*/ 9279 h 87560"/>
                        <a:gd name="connsiteX13" fmla="*/ 27618 w 58331"/>
                        <a:gd name="connsiteY13" fmla="*/ -1935 h 87560"/>
                        <a:gd name="connsiteX14" fmla="*/ 5949 w 58331"/>
                        <a:gd name="connsiteY14" fmla="*/ 9279 h 87560"/>
                        <a:gd name="connsiteX15" fmla="*/ -1539 w 58331"/>
                        <a:gd name="connsiteY15" fmla="*/ 41818 h 87560"/>
                        <a:gd name="connsiteX16" fmla="*/ 5949 w 58331"/>
                        <a:gd name="connsiteY16" fmla="*/ 74394 h 87560"/>
                        <a:gd name="connsiteX17" fmla="*/ 27618 w 58331"/>
                        <a:gd name="connsiteY17" fmla="*/ 85626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18" y="76582"/>
                          </a:moveTo>
                          <a:cubicBezTo>
                            <a:pt x="21746" y="76582"/>
                            <a:pt x="17326" y="73688"/>
                            <a:pt x="14360" y="67900"/>
                          </a:cubicBezTo>
                          <a:cubicBezTo>
                            <a:pt x="11406" y="62124"/>
                            <a:pt x="9929" y="53430"/>
                            <a:pt x="9929" y="41818"/>
                          </a:cubicBezTo>
                          <a:cubicBezTo>
                            <a:pt x="9929" y="30255"/>
                            <a:pt x="11406" y="21579"/>
                            <a:pt x="14360" y="15791"/>
                          </a:cubicBezTo>
                          <a:cubicBezTo>
                            <a:pt x="17326" y="10003"/>
                            <a:pt x="21746" y="7109"/>
                            <a:pt x="27618" y="7109"/>
                          </a:cubicBezTo>
                          <a:cubicBezTo>
                            <a:pt x="33538" y="7109"/>
                            <a:pt x="37976" y="10003"/>
                            <a:pt x="40930" y="15791"/>
                          </a:cubicBezTo>
                          <a:cubicBezTo>
                            <a:pt x="43897" y="21579"/>
                            <a:pt x="45380" y="30255"/>
                            <a:pt x="45380" y="41818"/>
                          </a:cubicBezTo>
                          <a:cubicBezTo>
                            <a:pt x="45380" y="53430"/>
                            <a:pt x="43897" y="62124"/>
                            <a:pt x="40930" y="67900"/>
                          </a:cubicBezTo>
                          <a:cubicBezTo>
                            <a:pt x="37976" y="73688"/>
                            <a:pt x="33538" y="76582"/>
                            <a:pt x="27618" y="76582"/>
                          </a:cubicBezTo>
                          <a:close/>
                          <a:moveTo>
                            <a:pt x="27618" y="85626"/>
                          </a:moveTo>
                          <a:cubicBezTo>
                            <a:pt x="37084" y="85626"/>
                            <a:pt x="44313" y="81882"/>
                            <a:pt x="49305" y="74394"/>
                          </a:cubicBezTo>
                          <a:cubicBezTo>
                            <a:pt x="54297" y="66917"/>
                            <a:pt x="56793" y="56059"/>
                            <a:pt x="56793" y="41818"/>
                          </a:cubicBezTo>
                          <a:cubicBezTo>
                            <a:pt x="56793" y="27614"/>
                            <a:pt x="54297" y="16767"/>
                            <a:pt x="49305" y="9279"/>
                          </a:cubicBezTo>
                          <a:cubicBezTo>
                            <a:pt x="44313" y="1803"/>
                            <a:pt x="37084" y="-1935"/>
                            <a:pt x="27618" y="-1935"/>
                          </a:cubicBezTo>
                          <a:cubicBezTo>
                            <a:pt x="18164" y="-1935"/>
                            <a:pt x="10941" y="1803"/>
                            <a:pt x="5949" y="9279"/>
                          </a:cubicBezTo>
                          <a:cubicBezTo>
                            <a:pt x="957" y="16767"/>
                            <a:pt x="-1539" y="27614"/>
                            <a:pt x="-1539" y="41818"/>
                          </a:cubicBezTo>
                          <a:cubicBezTo>
                            <a:pt x="-1539" y="56059"/>
                            <a:pt x="957" y="66917"/>
                            <a:pt x="5949" y="74394"/>
                          </a:cubicBezTo>
                          <a:cubicBezTo>
                            <a:pt x="10941" y="81882"/>
                            <a:pt x="18164" y="85626"/>
                            <a:pt x="27618" y="85626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15" name="Freeform: Shape 1714">
                      <a:extLst>
                        <a:ext uri="{FF2B5EF4-FFF2-40B4-BE49-F238E27FC236}">
                          <a16:creationId xmlns:a16="http://schemas.microsoft.com/office/drawing/2014/main" id="{0725011D-7777-38AA-2505-7176E3578A74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644705" y="4832507"/>
                      <a:ext cx="58331" cy="87560"/>
                    </a:xfrm>
                    <a:custGeom>
                      <a:avLst/>
                      <a:gdLst>
                        <a:gd name="connsiteX0" fmla="*/ 27624 w 58331"/>
                        <a:gd name="connsiteY0" fmla="*/ 76582 h 87560"/>
                        <a:gd name="connsiteX1" fmla="*/ 14366 w 58331"/>
                        <a:gd name="connsiteY1" fmla="*/ 67900 h 87560"/>
                        <a:gd name="connsiteX2" fmla="*/ 9935 w 58331"/>
                        <a:gd name="connsiteY2" fmla="*/ 41818 h 87560"/>
                        <a:gd name="connsiteX3" fmla="*/ 14366 w 58331"/>
                        <a:gd name="connsiteY3" fmla="*/ 15791 h 87560"/>
                        <a:gd name="connsiteX4" fmla="*/ 27624 w 58331"/>
                        <a:gd name="connsiteY4" fmla="*/ 7109 h 87560"/>
                        <a:gd name="connsiteX5" fmla="*/ 40937 w 58331"/>
                        <a:gd name="connsiteY5" fmla="*/ 15791 h 87560"/>
                        <a:gd name="connsiteX6" fmla="*/ 45386 w 58331"/>
                        <a:gd name="connsiteY6" fmla="*/ 41818 h 87560"/>
                        <a:gd name="connsiteX7" fmla="*/ 40937 w 58331"/>
                        <a:gd name="connsiteY7" fmla="*/ 67900 h 87560"/>
                        <a:gd name="connsiteX8" fmla="*/ 27624 w 58331"/>
                        <a:gd name="connsiteY8" fmla="*/ 76582 h 87560"/>
                        <a:gd name="connsiteX9" fmla="*/ 27624 w 58331"/>
                        <a:gd name="connsiteY9" fmla="*/ 85626 h 87560"/>
                        <a:gd name="connsiteX10" fmla="*/ 49311 w 58331"/>
                        <a:gd name="connsiteY10" fmla="*/ 74394 h 87560"/>
                        <a:gd name="connsiteX11" fmla="*/ 56799 w 58331"/>
                        <a:gd name="connsiteY11" fmla="*/ 41818 h 87560"/>
                        <a:gd name="connsiteX12" fmla="*/ 49311 w 58331"/>
                        <a:gd name="connsiteY12" fmla="*/ 9279 h 87560"/>
                        <a:gd name="connsiteX13" fmla="*/ 27624 w 58331"/>
                        <a:gd name="connsiteY13" fmla="*/ -1935 h 87560"/>
                        <a:gd name="connsiteX14" fmla="*/ 5956 w 58331"/>
                        <a:gd name="connsiteY14" fmla="*/ 9279 h 87560"/>
                        <a:gd name="connsiteX15" fmla="*/ -1532 w 58331"/>
                        <a:gd name="connsiteY15" fmla="*/ 41818 h 87560"/>
                        <a:gd name="connsiteX16" fmla="*/ 5956 w 58331"/>
                        <a:gd name="connsiteY16" fmla="*/ 74394 h 87560"/>
                        <a:gd name="connsiteX17" fmla="*/ 27624 w 58331"/>
                        <a:gd name="connsiteY17" fmla="*/ 85626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24" y="76582"/>
                          </a:moveTo>
                          <a:cubicBezTo>
                            <a:pt x="21752" y="76582"/>
                            <a:pt x="17333" y="73688"/>
                            <a:pt x="14366" y="67900"/>
                          </a:cubicBezTo>
                          <a:cubicBezTo>
                            <a:pt x="11412" y="62124"/>
                            <a:pt x="9935" y="53430"/>
                            <a:pt x="9935" y="41818"/>
                          </a:cubicBezTo>
                          <a:cubicBezTo>
                            <a:pt x="9935" y="30255"/>
                            <a:pt x="11412" y="21579"/>
                            <a:pt x="14366" y="15791"/>
                          </a:cubicBezTo>
                          <a:cubicBezTo>
                            <a:pt x="17333" y="10003"/>
                            <a:pt x="21752" y="7109"/>
                            <a:pt x="27624" y="7109"/>
                          </a:cubicBezTo>
                          <a:cubicBezTo>
                            <a:pt x="33545" y="7109"/>
                            <a:pt x="37982" y="10003"/>
                            <a:pt x="40937" y="15791"/>
                          </a:cubicBezTo>
                          <a:cubicBezTo>
                            <a:pt x="43903" y="21579"/>
                            <a:pt x="45386" y="30255"/>
                            <a:pt x="45386" y="41818"/>
                          </a:cubicBezTo>
                          <a:cubicBezTo>
                            <a:pt x="45386" y="53430"/>
                            <a:pt x="43903" y="62124"/>
                            <a:pt x="40937" y="67900"/>
                          </a:cubicBezTo>
                          <a:cubicBezTo>
                            <a:pt x="37982" y="73688"/>
                            <a:pt x="33545" y="76582"/>
                            <a:pt x="27624" y="76582"/>
                          </a:cubicBezTo>
                          <a:close/>
                          <a:moveTo>
                            <a:pt x="27624" y="85626"/>
                          </a:moveTo>
                          <a:cubicBezTo>
                            <a:pt x="37090" y="85626"/>
                            <a:pt x="44319" y="81882"/>
                            <a:pt x="49311" y="74394"/>
                          </a:cubicBezTo>
                          <a:cubicBezTo>
                            <a:pt x="54303" y="66917"/>
                            <a:pt x="56799" y="56059"/>
                            <a:pt x="56799" y="41818"/>
                          </a:cubicBezTo>
                          <a:cubicBezTo>
                            <a:pt x="56799" y="27614"/>
                            <a:pt x="54303" y="16767"/>
                            <a:pt x="49311" y="9279"/>
                          </a:cubicBezTo>
                          <a:cubicBezTo>
                            <a:pt x="44319" y="1803"/>
                            <a:pt x="37090" y="-1935"/>
                            <a:pt x="27624" y="-1935"/>
                          </a:cubicBezTo>
                          <a:cubicBezTo>
                            <a:pt x="18171" y="-1935"/>
                            <a:pt x="10948" y="1803"/>
                            <a:pt x="5956" y="9279"/>
                          </a:cubicBezTo>
                          <a:cubicBezTo>
                            <a:pt x="964" y="16767"/>
                            <a:pt x="-1532" y="27614"/>
                            <a:pt x="-1532" y="41818"/>
                          </a:cubicBezTo>
                          <a:cubicBezTo>
                            <a:pt x="-1532" y="56059"/>
                            <a:pt x="964" y="66917"/>
                            <a:pt x="5956" y="74394"/>
                          </a:cubicBezTo>
                          <a:cubicBezTo>
                            <a:pt x="10948" y="81882"/>
                            <a:pt x="18171" y="85626"/>
                            <a:pt x="27624" y="85626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16" name="Freeform: Shape 1715">
                      <a:extLst>
                        <a:ext uri="{FF2B5EF4-FFF2-40B4-BE49-F238E27FC236}">
                          <a16:creationId xmlns:a16="http://schemas.microsoft.com/office/drawing/2014/main" id="{A5D18878-FBC3-62E1-D2E7-A83C19C4E8CB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718354" y="4832507"/>
                      <a:ext cx="58331" cy="87560"/>
                    </a:xfrm>
                    <a:custGeom>
                      <a:avLst/>
                      <a:gdLst>
                        <a:gd name="connsiteX0" fmla="*/ 27631 w 58331"/>
                        <a:gd name="connsiteY0" fmla="*/ 76582 h 87560"/>
                        <a:gd name="connsiteX1" fmla="*/ 14373 w 58331"/>
                        <a:gd name="connsiteY1" fmla="*/ 67900 h 87560"/>
                        <a:gd name="connsiteX2" fmla="*/ 9941 w 58331"/>
                        <a:gd name="connsiteY2" fmla="*/ 41818 h 87560"/>
                        <a:gd name="connsiteX3" fmla="*/ 14373 w 58331"/>
                        <a:gd name="connsiteY3" fmla="*/ 15791 h 87560"/>
                        <a:gd name="connsiteX4" fmla="*/ 27631 w 58331"/>
                        <a:gd name="connsiteY4" fmla="*/ 7109 h 87560"/>
                        <a:gd name="connsiteX5" fmla="*/ 40943 w 58331"/>
                        <a:gd name="connsiteY5" fmla="*/ 15791 h 87560"/>
                        <a:gd name="connsiteX6" fmla="*/ 45392 w 58331"/>
                        <a:gd name="connsiteY6" fmla="*/ 41818 h 87560"/>
                        <a:gd name="connsiteX7" fmla="*/ 40943 w 58331"/>
                        <a:gd name="connsiteY7" fmla="*/ 67900 h 87560"/>
                        <a:gd name="connsiteX8" fmla="*/ 27631 w 58331"/>
                        <a:gd name="connsiteY8" fmla="*/ 76582 h 87560"/>
                        <a:gd name="connsiteX9" fmla="*/ 27631 w 58331"/>
                        <a:gd name="connsiteY9" fmla="*/ 85626 h 87560"/>
                        <a:gd name="connsiteX10" fmla="*/ 49317 w 58331"/>
                        <a:gd name="connsiteY10" fmla="*/ 74394 h 87560"/>
                        <a:gd name="connsiteX11" fmla="*/ 56806 w 58331"/>
                        <a:gd name="connsiteY11" fmla="*/ 41818 h 87560"/>
                        <a:gd name="connsiteX12" fmla="*/ 49317 w 58331"/>
                        <a:gd name="connsiteY12" fmla="*/ 9279 h 87560"/>
                        <a:gd name="connsiteX13" fmla="*/ 27631 w 58331"/>
                        <a:gd name="connsiteY13" fmla="*/ -1935 h 87560"/>
                        <a:gd name="connsiteX14" fmla="*/ 5962 w 58331"/>
                        <a:gd name="connsiteY14" fmla="*/ 9279 h 87560"/>
                        <a:gd name="connsiteX15" fmla="*/ -1526 w 58331"/>
                        <a:gd name="connsiteY15" fmla="*/ 41818 h 87560"/>
                        <a:gd name="connsiteX16" fmla="*/ 5962 w 58331"/>
                        <a:gd name="connsiteY16" fmla="*/ 74394 h 87560"/>
                        <a:gd name="connsiteX17" fmla="*/ 27631 w 58331"/>
                        <a:gd name="connsiteY17" fmla="*/ 85626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31" y="76582"/>
                          </a:moveTo>
                          <a:cubicBezTo>
                            <a:pt x="21758" y="76582"/>
                            <a:pt x="17339" y="73688"/>
                            <a:pt x="14373" y="67900"/>
                          </a:cubicBezTo>
                          <a:cubicBezTo>
                            <a:pt x="11418" y="62124"/>
                            <a:pt x="9941" y="53430"/>
                            <a:pt x="9941" y="41818"/>
                          </a:cubicBezTo>
                          <a:cubicBezTo>
                            <a:pt x="9941" y="30255"/>
                            <a:pt x="11418" y="21579"/>
                            <a:pt x="14373" y="15791"/>
                          </a:cubicBezTo>
                          <a:cubicBezTo>
                            <a:pt x="17339" y="10003"/>
                            <a:pt x="21758" y="7109"/>
                            <a:pt x="27631" y="7109"/>
                          </a:cubicBezTo>
                          <a:cubicBezTo>
                            <a:pt x="33551" y="7109"/>
                            <a:pt x="37989" y="10003"/>
                            <a:pt x="40943" y="15791"/>
                          </a:cubicBezTo>
                          <a:cubicBezTo>
                            <a:pt x="43909" y="21579"/>
                            <a:pt x="45392" y="30255"/>
                            <a:pt x="45392" y="41818"/>
                          </a:cubicBezTo>
                          <a:cubicBezTo>
                            <a:pt x="45392" y="53430"/>
                            <a:pt x="43909" y="62124"/>
                            <a:pt x="40943" y="67900"/>
                          </a:cubicBezTo>
                          <a:cubicBezTo>
                            <a:pt x="37989" y="73688"/>
                            <a:pt x="33551" y="76582"/>
                            <a:pt x="27631" y="76582"/>
                          </a:cubicBezTo>
                          <a:close/>
                          <a:moveTo>
                            <a:pt x="27631" y="85626"/>
                          </a:moveTo>
                          <a:cubicBezTo>
                            <a:pt x="37096" y="85626"/>
                            <a:pt x="44325" y="81882"/>
                            <a:pt x="49317" y="74394"/>
                          </a:cubicBezTo>
                          <a:cubicBezTo>
                            <a:pt x="54309" y="66917"/>
                            <a:pt x="56806" y="56059"/>
                            <a:pt x="56806" y="41818"/>
                          </a:cubicBezTo>
                          <a:cubicBezTo>
                            <a:pt x="56806" y="27614"/>
                            <a:pt x="54309" y="16767"/>
                            <a:pt x="49317" y="9279"/>
                          </a:cubicBezTo>
                          <a:cubicBezTo>
                            <a:pt x="44325" y="1803"/>
                            <a:pt x="37096" y="-1935"/>
                            <a:pt x="27631" y="-1935"/>
                          </a:cubicBezTo>
                          <a:cubicBezTo>
                            <a:pt x="18177" y="-1935"/>
                            <a:pt x="10954" y="1803"/>
                            <a:pt x="5962" y="9279"/>
                          </a:cubicBezTo>
                          <a:cubicBezTo>
                            <a:pt x="970" y="16767"/>
                            <a:pt x="-1526" y="27614"/>
                            <a:pt x="-1526" y="41818"/>
                          </a:cubicBezTo>
                          <a:cubicBezTo>
                            <a:pt x="-1526" y="56059"/>
                            <a:pt x="970" y="66917"/>
                            <a:pt x="5962" y="74394"/>
                          </a:cubicBezTo>
                          <a:cubicBezTo>
                            <a:pt x="10954" y="81882"/>
                            <a:pt x="18177" y="85626"/>
                            <a:pt x="27631" y="85626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</p:grpSp>
            </p:grpSp>
            <p:grpSp>
              <p:nvGrpSpPr>
                <p:cNvPr id="1717" name="Graphic 4">
                  <a:extLst>
                    <a:ext uri="{FF2B5EF4-FFF2-40B4-BE49-F238E27FC236}">
                      <a16:creationId xmlns:a16="http://schemas.microsoft.com/office/drawing/2014/main" id="{B2DD75F8-B1BF-5220-11EC-F32EB362FD2C}"/>
                    </a:ext>
                  </a:extLst>
                </p:cNvPr>
                <p:cNvGrpSpPr/>
                <p:nvPr/>
              </p:nvGrpSpPr>
              <p:grpSpPr>
                <a:xfrm>
                  <a:off x="11408742" y="4119433"/>
                  <a:ext cx="367943" cy="87560"/>
                  <a:chOff x="11408742" y="4119433"/>
                  <a:chExt cx="367943" cy="87560"/>
                </a:xfrm>
              </p:grpSpPr>
              <p:sp>
                <p:nvSpPr>
                  <p:cNvPr id="1718" name="Freeform: Shape 1717">
                    <a:extLst>
                      <a:ext uri="{FF2B5EF4-FFF2-40B4-BE49-F238E27FC236}">
                        <a16:creationId xmlns:a16="http://schemas.microsoft.com/office/drawing/2014/main" id="{C5F6CB84-A3BD-82E7-7E6C-62EEE146B5EF}"/>
                      </a:ext>
                    </a:extLst>
                  </p:cNvPr>
                  <p:cNvSpPr/>
                  <p:nvPr/>
                </p:nvSpPr>
                <p:spPr>
                  <a:xfrm>
                    <a:off x="11408742" y="4161371"/>
                    <a:ext cx="40515" cy="11575"/>
                  </a:xfrm>
                  <a:custGeom>
                    <a:avLst/>
                    <a:gdLst>
                      <a:gd name="connsiteX0" fmla="*/ 479 w 40515"/>
                      <a:gd name="connsiteY0" fmla="*/ 333 h 11575"/>
                      <a:gd name="connsiteX1" fmla="*/ 40995 w 40515"/>
                      <a:gd name="connsiteY1" fmla="*/ 333 h 11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0515" h="11575">
                        <a:moveTo>
                          <a:pt x="479" y="333"/>
                        </a:moveTo>
                        <a:lnTo>
                          <a:pt x="40995" y="333"/>
                        </a:lnTo>
                      </a:path>
                    </a:pathLst>
                  </a:custGeom>
                  <a:solidFill>
                    <a:srgbClr val="000000"/>
                  </a:solidFill>
                  <a:ln w="926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grpSp>
                <p:nvGrpSpPr>
                  <p:cNvPr id="1719" name="Graphic 4">
                    <a:extLst>
                      <a:ext uri="{FF2B5EF4-FFF2-40B4-BE49-F238E27FC236}">
                        <a16:creationId xmlns:a16="http://schemas.microsoft.com/office/drawing/2014/main" id="{C3B276B4-22CF-487D-A4AC-8906FC6D79B7}"/>
                      </a:ext>
                    </a:extLst>
                  </p:cNvPr>
                  <p:cNvGrpSpPr/>
                  <p:nvPr/>
                </p:nvGrpSpPr>
                <p:grpSpPr>
                  <a:xfrm>
                    <a:off x="11498257" y="4119433"/>
                    <a:ext cx="278429" cy="87560"/>
                    <a:chOff x="11498257" y="4119433"/>
                    <a:chExt cx="278429" cy="87560"/>
                  </a:xfrm>
                </p:grpSpPr>
                <p:sp>
                  <p:nvSpPr>
                    <p:cNvPr id="1720" name="Freeform: Shape 1719">
                      <a:extLst>
                        <a:ext uri="{FF2B5EF4-FFF2-40B4-BE49-F238E27FC236}">
                          <a16:creationId xmlns:a16="http://schemas.microsoft.com/office/drawing/2014/main" id="{4F724B9A-B3E6-C780-8F56-7F4976403C51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498257" y="4119433"/>
                      <a:ext cx="53574" cy="85914"/>
                    </a:xfrm>
                    <a:custGeom>
                      <a:avLst/>
                      <a:gdLst>
                        <a:gd name="connsiteX0" fmla="*/ 12267 w 53574"/>
                        <a:gd name="connsiteY0" fmla="*/ 7562 h 85914"/>
                        <a:gd name="connsiteX1" fmla="*/ 52114 w 53574"/>
                        <a:gd name="connsiteY1" fmla="*/ 7562 h 85914"/>
                        <a:gd name="connsiteX2" fmla="*/ 52114 w 53574"/>
                        <a:gd name="connsiteY2" fmla="*/ -2042 h 85914"/>
                        <a:gd name="connsiteX3" fmla="*/ -1461 w 53574"/>
                        <a:gd name="connsiteY3" fmla="*/ -2042 h 85914"/>
                        <a:gd name="connsiteX4" fmla="*/ -1461 w 53574"/>
                        <a:gd name="connsiteY4" fmla="*/ 7562 h 85914"/>
                        <a:gd name="connsiteX5" fmla="*/ 16247 w 53574"/>
                        <a:gd name="connsiteY5" fmla="*/ 25613 h 85914"/>
                        <a:gd name="connsiteX6" fmla="*/ 30355 w 53574"/>
                        <a:gd name="connsiteY6" fmla="*/ 40246 h 85914"/>
                        <a:gd name="connsiteX7" fmla="*/ 38006 w 53574"/>
                        <a:gd name="connsiteY7" fmla="*/ 50664 h 85914"/>
                        <a:gd name="connsiteX8" fmla="*/ 40194 w 53574"/>
                        <a:gd name="connsiteY8" fmla="*/ 59057 h 85914"/>
                        <a:gd name="connsiteX9" fmla="*/ 35473 w 53574"/>
                        <a:gd name="connsiteY9" fmla="*/ 70018 h 85914"/>
                        <a:gd name="connsiteX10" fmla="*/ 23174 w 53574"/>
                        <a:gd name="connsiteY10" fmla="*/ 74268 h 85914"/>
                        <a:gd name="connsiteX11" fmla="*/ 11833 w 53574"/>
                        <a:gd name="connsiteY11" fmla="*/ 72405 h 85914"/>
                        <a:gd name="connsiteX12" fmla="*/ -900 w 53574"/>
                        <a:gd name="connsiteY12" fmla="*/ 66744 h 85914"/>
                        <a:gd name="connsiteX13" fmla="*/ -900 w 53574"/>
                        <a:gd name="connsiteY13" fmla="*/ 78284 h 85914"/>
                        <a:gd name="connsiteX14" fmla="*/ 11978 w 53574"/>
                        <a:gd name="connsiteY14" fmla="*/ 82462 h 85914"/>
                        <a:gd name="connsiteX15" fmla="*/ 22957 w 53574"/>
                        <a:gd name="connsiteY15" fmla="*/ 83873 h 85914"/>
                        <a:gd name="connsiteX16" fmla="*/ 43866 w 53574"/>
                        <a:gd name="connsiteY16" fmla="*/ 77307 h 85914"/>
                        <a:gd name="connsiteX17" fmla="*/ 51662 w 53574"/>
                        <a:gd name="connsiteY17" fmla="*/ 59798 h 85914"/>
                        <a:gd name="connsiteX18" fmla="*/ 49708 w 53574"/>
                        <a:gd name="connsiteY18" fmla="*/ 49923 h 85914"/>
                        <a:gd name="connsiteX19" fmla="*/ 42618 w 53574"/>
                        <a:gd name="connsiteY19" fmla="*/ 38944 h 85914"/>
                        <a:gd name="connsiteX20" fmla="*/ 33629 w 53574"/>
                        <a:gd name="connsiteY20" fmla="*/ 29466 h 85914"/>
                        <a:gd name="connsiteX21" fmla="*/ 12267 w 53574"/>
                        <a:gd name="connsiteY21" fmla="*/ 7562 h 859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</a:cxnLst>
                      <a:rect l="l" t="t" r="r" b="b"/>
                      <a:pathLst>
                        <a:path w="53574" h="85914">
                          <a:moveTo>
                            <a:pt x="12267" y="7562"/>
                          </a:moveTo>
                          <a:lnTo>
                            <a:pt x="52114" y="7562"/>
                          </a:lnTo>
                          <a:lnTo>
                            <a:pt x="52114" y="-2042"/>
                          </a:lnTo>
                          <a:lnTo>
                            <a:pt x="-1461" y="-2042"/>
                          </a:lnTo>
                          <a:lnTo>
                            <a:pt x="-1461" y="7562"/>
                          </a:lnTo>
                          <a:cubicBezTo>
                            <a:pt x="2868" y="12048"/>
                            <a:pt x="8771" y="18065"/>
                            <a:pt x="16247" y="25613"/>
                          </a:cubicBezTo>
                          <a:cubicBezTo>
                            <a:pt x="23735" y="33174"/>
                            <a:pt x="28438" y="38051"/>
                            <a:pt x="30355" y="40246"/>
                          </a:cubicBezTo>
                          <a:cubicBezTo>
                            <a:pt x="34008" y="44346"/>
                            <a:pt x="36559" y="47819"/>
                            <a:pt x="38006" y="50664"/>
                          </a:cubicBezTo>
                          <a:cubicBezTo>
                            <a:pt x="39465" y="53510"/>
                            <a:pt x="40194" y="56308"/>
                            <a:pt x="40194" y="59057"/>
                          </a:cubicBezTo>
                          <a:cubicBezTo>
                            <a:pt x="40194" y="63542"/>
                            <a:pt x="38621" y="67196"/>
                            <a:pt x="35473" y="70018"/>
                          </a:cubicBezTo>
                          <a:cubicBezTo>
                            <a:pt x="32326" y="72851"/>
                            <a:pt x="28226" y="74268"/>
                            <a:pt x="23174" y="74268"/>
                          </a:cubicBezTo>
                          <a:cubicBezTo>
                            <a:pt x="19593" y="74268"/>
                            <a:pt x="15813" y="73647"/>
                            <a:pt x="11833" y="72405"/>
                          </a:cubicBezTo>
                          <a:cubicBezTo>
                            <a:pt x="7866" y="71163"/>
                            <a:pt x="3622" y="69276"/>
                            <a:pt x="-900" y="66744"/>
                          </a:cubicBezTo>
                          <a:lnTo>
                            <a:pt x="-900" y="78284"/>
                          </a:lnTo>
                          <a:cubicBezTo>
                            <a:pt x="3694" y="80129"/>
                            <a:pt x="7987" y="81521"/>
                            <a:pt x="11978" y="82462"/>
                          </a:cubicBezTo>
                          <a:cubicBezTo>
                            <a:pt x="15981" y="83402"/>
                            <a:pt x="19641" y="83873"/>
                            <a:pt x="22957" y="83873"/>
                          </a:cubicBezTo>
                          <a:cubicBezTo>
                            <a:pt x="31699" y="83873"/>
                            <a:pt x="38669" y="81684"/>
                            <a:pt x="43866" y="77307"/>
                          </a:cubicBezTo>
                          <a:cubicBezTo>
                            <a:pt x="49063" y="72942"/>
                            <a:pt x="51662" y="67106"/>
                            <a:pt x="51662" y="59798"/>
                          </a:cubicBezTo>
                          <a:cubicBezTo>
                            <a:pt x="51662" y="56326"/>
                            <a:pt x="51010" y="53034"/>
                            <a:pt x="49708" y="49923"/>
                          </a:cubicBezTo>
                          <a:cubicBezTo>
                            <a:pt x="48418" y="46824"/>
                            <a:pt x="46055" y="43164"/>
                            <a:pt x="42618" y="38944"/>
                          </a:cubicBezTo>
                          <a:cubicBezTo>
                            <a:pt x="41677" y="37846"/>
                            <a:pt x="38681" y="34687"/>
                            <a:pt x="33629" y="29466"/>
                          </a:cubicBezTo>
                          <a:cubicBezTo>
                            <a:pt x="28588" y="24245"/>
                            <a:pt x="21468" y="16944"/>
                            <a:pt x="12267" y="7562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21" name="Freeform: Shape 1720">
                      <a:extLst>
                        <a:ext uri="{FF2B5EF4-FFF2-40B4-BE49-F238E27FC236}">
                          <a16:creationId xmlns:a16="http://schemas.microsoft.com/office/drawing/2014/main" id="{782B8607-2B7D-76C8-2F02-898B20425F7B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572358" y="4120952"/>
                      <a:ext cx="54605" cy="86041"/>
                    </a:xfrm>
                    <a:custGeom>
                      <a:avLst/>
                      <a:gdLst>
                        <a:gd name="connsiteX0" fmla="*/ 2055 w 54605"/>
                        <a:gd name="connsiteY0" fmla="*/ 84087 h 86041"/>
                        <a:gd name="connsiteX1" fmla="*/ 46876 w 54605"/>
                        <a:gd name="connsiteY1" fmla="*/ 84087 h 86041"/>
                        <a:gd name="connsiteX2" fmla="*/ 46876 w 54605"/>
                        <a:gd name="connsiteY2" fmla="*/ 74464 h 86041"/>
                        <a:gd name="connsiteX3" fmla="*/ 12510 w 54605"/>
                        <a:gd name="connsiteY3" fmla="*/ 74464 h 86041"/>
                        <a:gd name="connsiteX4" fmla="*/ 12510 w 54605"/>
                        <a:gd name="connsiteY4" fmla="*/ 53791 h 86041"/>
                        <a:gd name="connsiteX5" fmla="*/ 17466 w 54605"/>
                        <a:gd name="connsiteY5" fmla="*/ 55057 h 86041"/>
                        <a:gd name="connsiteX6" fmla="*/ 22458 w 54605"/>
                        <a:gd name="connsiteY6" fmla="*/ 55473 h 86041"/>
                        <a:gd name="connsiteX7" fmla="*/ 44832 w 54605"/>
                        <a:gd name="connsiteY7" fmla="*/ 47731 h 86041"/>
                        <a:gd name="connsiteX8" fmla="*/ 53098 w 54605"/>
                        <a:gd name="connsiteY8" fmla="*/ 26768 h 86041"/>
                        <a:gd name="connsiteX9" fmla="*/ 44615 w 54605"/>
                        <a:gd name="connsiteY9" fmla="*/ 5588 h 86041"/>
                        <a:gd name="connsiteX10" fmla="*/ 20703 w 54605"/>
                        <a:gd name="connsiteY10" fmla="*/ -1954 h 86041"/>
                        <a:gd name="connsiteX11" fmla="*/ 9869 w 54605"/>
                        <a:gd name="connsiteY11" fmla="*/ -1050 h 86041"/>
                        <a:gd name="connsiteX12" fmla="*/ -1508 w 54605"/>
                        <a:gd name="connsiteY12" fmla="*/ 1663 h 86041"/>
                        <a:gd name="connsiteX13" fmla="*/ -1508 w 54605"/>
                        <a:gd name="connsiteY13" fmla="*/ 13148 h 86041"/>
                        <a:gd name="connsiteX14" fmla="*/ 9001 w 54605"/>
                        <a:gd name="connsiteY14" fmla="*/ 9025 h 86041"/>
                        <a:gd name="connsiteX15" fmla="*/ 20468 w 54605"/>
                        <a:gd name="connsiteY15" fmla="*/ 7668 h 86041"/>
                        <a:gd name="connsiteX16" fmla="*/ 35951 w 54605"/>
                        <a:gd name="connsiteY16" fmla="*/ 12805 h 86041"/>
                        <a:gd name="connsiteX17" fmla="*/ 41667 w 54605"/>
                        <a:gd name="connsiteY17" fmla="*/ 26768 h 86041"/>
                        <a:gd name="connsiteX18" fmla="*/ 35951 w 54605"/>
                        <a:gd name="connsiteY18" fmla="*/ 40713 h 86041"/>
                        <a:gd name="connsiteX19" fmla="*/ 20468 w 54605"/>
                        <a:gd name="connsiteY19" fmla="*/ 45868 h 86041"/>
                        <a:gd name="connsiteX20" fmla="*/ 11334 w 54605"/>
                        <a:gd name="connsiteY20" fmla="*/ 44855 h 86041"/>
                        <a:gd name="connsiteX21" fmla="*/ 2055 w 54605"/>
                        <a:gd name="connsiteY21" fmla="*/ 41690 h 86041"/>
                        <a:gd name="connsiteX22" fmla="*/ 2055 w 54605"/>
                        <a:gd name="connsiteY22" fmla="*/ 84087 h 860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54605" h="86041">
                          <a:moveTo>
                            <a:pt x="2055" y="84087"/>
                          </a:moveTo>
                          <a:lnTo>
                            <a:pt x="46876" y="84087"/>
                          </a:lnTo>
                          <a:lnTo>
                            <a:pt x="46876" y="74464"/>
                          </a:lnTo>
                          <a:lnTo>
                            <a:pt x="12510" y="74464"/>
                          </a:lnTo>
                          <a:lnTo>
                            <a:pt x="12510" y="53791"/>
                          </a:lnTo>
                          <a:cubicBezTo>
                            <a:pt x="14162" y="54357"/>
                            <a:pt x="15814" y="54779"/>
                            <a:pt x="17466" y="55057"/>
                          </a:cubicBezTo>
                          <a:cubicBezTo>
                            <a:pt x="19130" y="55334"/>
                            <a:pt x="20794" y="55473"/>
                            <a:pt x="22458" y="55473"/>
                          </a:cubicBezTo>
                          <a:cubicBezTo>
                            <a:pt x="31875" y="55473"/>
                            <a:pt x="39333" y="52892"/>
                            <a:pt x="44832" y="47731"/>
                          </a:cubicBezTo>
                          <a:cubicBezTo>
                            <a:pt x="50343" y="42571"/>
                            <a:pt x="53098" y="35583"/>
                            <a:pt x="53098" y="26768"/>
                          </a:cubicBezTo>
                          <a:cubicBezTo>
                            <a:pt x="53098" y="17688"/>
                            <a:pt x="50270" y="10628"/>
                            <a:pt x="44615" y="5588"/>
                          </a:cubicBezTo>
                          <a:cubicBezTo>
                            <a:pt x="38959" y="560"/>
                            <a:pt x="30989" y="-1954"/>
                            <a:pt x="20703" y="-1954"/>
                          </a:cubicBezTo>
                          <a:cubicBezTo>
                            <a:pt x="17158" y="-1954"/>
                            <a:pt x="13547" y="-1653"/>
                            <a:pt x="9869" y="-1050"/>
                          </a:cubicBezTo>
                          <a:cubicBezTo>
                            <a:pt x="6203" y="-447"/>
                            <a:pt x="2411" y="457"/>
                            <a:pt x="-1508" y="1663"/>
                          </a:cubicBezTo>
                          <a:lnTo>
                            <a:pt x="-1508" y="13148"/>
                          </a:lnTo>
                          <a:cubicBezTo>
                            <a:pt x="1881" y="11304"/>
                            <a:pt x="5383" y="9929"/>
                            <a:pt x="9001" y="9025"/>
                          </a:cubicBezTo>
                          <a:cubicBezTo>
                            <a:pt x="12618" y="8120"/>
                            <a:pt x="16441" y="7668"/>
                            <a:pt x="20468" y="7668"/>
                          </a:cubicBezTo>
                          <a:cubicBezTo>
                            <a:pt x="26992" y="7668"/>
                            <a:pt x="32153" y="9380"/>
                            <a:pt x="35951" y="12805"/>
                          </a:cubicBezTo>
                          <a:cubicBezTo>
                            <a:pt x="39761" y="16229"/>
                            <a:pt x="41667" y="20884"/>
                            <a:pt x="41667" y="26768"/>
                          </a:cubicBezTo>
                          <a:cubicBezTo>
                            <a:pt x="41667" y="32641"/>
                            <a:pt x="39761" y="37289"/>
                            <a:pt x="35951" y="40713"/>
                          </a:cubicBezTo>
                          <a:cubicBezTo>
                            <a:pt x="32153" y="44150"/>
                            <a:pt x="26992" y="45868"/>
                            <a:pt x="20468" y="45868"/>
                          </a:cubicBezTo>
                          <a:cubicBezTo>
                            <a:pt x="17417" y="45868"/>
                            <a:pt x="14373" y="45531"/>
                            <a:pt x="11334" y="44855"/>
                          </a:cubicBezTo>
                          <a:cubicBezTo>
                            <a:pt x="8308" y="44180"/>
                            <a:pt x="5215" y="43125"/>
                            <a:pt x="2055" y="41690"/>
                          </a:cubicBezTo>
                          <a:lnTo>
                            <a:pt x="2055" y="8408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22" name="Freeform: Shape 1721">
                      <a:extLst>
                        <a:ext uri="{FF2B5EF4-FFF2-40B4-BE49-F238E27FC236}">
                          <a16:creationId xmlns:a16="http://schemas.microsoft.com/office/drawing/2014/main" id="{6476F781-CE0C-1062-F31D-0AC973ECE0B6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644705" y="4119433"/>
                      <a:ext cx="58331" cy="87560"/>
                    </a:xfrm>
                    <a:custGeom>
                      <a:avLst/>
                      <a:gdLst>
                        <a:gd name="connsiteX0" fmla="*/ 27624 w 58331"/>
                        <a:gd name="connsiteY0" fmla="*/ 76520 h 87560"/>
                        <a:gd name="connsiteX1" fmla="*/ 14366 w 58331"/>
                        <a:gd name="connsiteY1" fmla="*/ 67839 h 87560"/>
                        <a:gd name="connsiteX2" fmla="*/ 9935 w 58331"/>
                        <a:gd name="connsiteY2" fmla="*/ 41757 h 87560"/>
                        <a:gd name="connsiteX3" fmla="*/ 14366 w 58331"/>
                        <a:gd name="connsiteY3" fmla="*/ 15729 h 87560"/>
                        <a:gd name="connsiteX4" fmla="*/ 27624 w 58331"/>
                        <a:gd name="connsiteY4" fmla="*/ 7047 h 87560"/>
                        <a:gd name="connsiteX5" fmla="*/ 40937 w 58331"/>
                        <a:gd name="connsiteY5" fmla="*/ 15729 h 87560"/>
                        <a:gd name="connsiteX6" fmla="*/ 45386 w 58331"/>
                        <a:gd name="connsiteY6" fmla="*/ 41757 h 87560"/>
                        <a:gd name="connsiteX7" fmla="*/ 40937 w 58331"/>
                        <a:gd name="connsiteY7" fmla="*/ 67839 h 87560"/>
                        <a:gd name="connsiteX8" fmla="*/ 27624 w 58331"/>
                        <a:gd name="connsiteY8" fmla="*/ 76520 h 87560"/>
                        <a:gd name="connsiteX9" fmla="*/ 27624 w 58331"/>
                        <a:gd name="connsiteY9" fmla="*/ 85564 h 87560"/>
                        <a:gd name="connsiteX10" fmla="*/ 49311 w 58331"/>
                        <a:gd name="connsiteY10" fmla="*/ 74332 h 87560"/>
                        <a:gd name="connsiteX11" fmla="*/ 56799 w 58331"/>
                        <a:gd name="connsiteY11" fmla="*/ 41757 h 87560"/>
                        <a:gd name="connsiteX12" fmla="*/ 49311 w 58331"/>
                        <a:gd name="connsiteY12" fmla="*/ 9218 h 87560"/>
                        <a:gd name="connsiteX13" fmla="*/ 27624 w 58331"/>
                        <a:gd name="connsiteY13" fmla="*/ -1997 h 87560"/>
                        <a:gd name="connsiteX14" fmla="*/ 5956 w 58331"/>
                        <a:gd name="connsiteY14" fmla="*/ 9218 h 87560"/>
                        <a:gd name="connsiteX15" fmla="*/ -1532 w 58331"/>
                        <a:gd name="connsiteY15" fmla="*/ 41757 h 87560"/>
                        <a:gd name="connsiteX16" fmla="*/ 5956 w 58331"/>
                        <a:gd name="connsiteY16" fmla="*/ 74332 h 87560"/>
                        <a:gd name="connsiteX17" fmla="*/ 27624 w 58331"/>
                        <a:gd name="connsiteY17" fmla="*/ 85564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24" y="76520"/>
                          </a:moveTo>
                          <a:cubicBezTo>
                            <a:pt x="21752" y="76520"/>
                            <a:pt x="17333" y="73627"/>
                            <a:pt x="14366" y="67839"/>
                          </a:cubicBezTo>
                          <a:cubicBezTo>
                            <a:pt x="11412" y="62063"/>
                            <a:pt x="9935" y="53369"/>
                            <a:pt x="9935" y="41757"/>
                          </a:cubicBezTo>
                          <a:cubicBezTo>
                            <a:pt x="9935" y="30193"/>
                            <a:pt x="11412" y="21517"/>
                            <a:pt x="14366" y="15729"/>
                          </a:cubicBezTo>
                          <a:cubicBezTo>
                            <a:pt x="17333" y="9941"/>
                            <a:pt x="21752" y="7047"/>
                            <a:pt x="27624" y="7047"/>
                          </a:cubicBezTo>
                          <a:cubicBezTo>
                            <a:pt x="33545" y="7047"/>
                            <a:pt x="37982" y="9941"/>
                            <a:pt x="40937" y="15729"/>
                          </a:cubicBezTo>
                          <a:cubicBezTo>
                            <a:pt x="43903" y="21517"/>
                            <a:pt x="45386" y="30193"/>
                            <a:pt x="45386" y="41757"/>
                          </a:cubicBezTo>
                          <a:cubicBezTo>
                            <a:pt x="45386" y="53369"/>
                            <a:pt x="43903" y="62063"/>
                            <a:pt x="40937" y="67839"/>
                          </a:cubicBezTo>
                          <a:cubicBezTo>
                            <a:pt x="37982" y="73627"/>
                            <a:pt x="33545" y="76520"/>
                            <a:pt x="27624" y="76520"/>
                          </a:cubicBezTo>
                          <a:close/>
                          <a:moveTo>
                            <a:pt x="27624" y="85564"/>
                          </a:moveTo>
                          <a:cubicBezTo>
                            <a:pt x="37090" y="85564"/>
                            <a:pt x="44319" y="81820"/>
                            <a:pt x="49311" y="74332"/>
                          </a:cubicBezTo>
                          <a:cubicBezTo>
                            <a:pt x="54303" y="66856"/>
                            <a:pt x="56799" y="55997"/>
                            <a:pt x="56799" y="41757"/>
                          </a:cubicBezTo>
                          <a:cubicBezTo>
                            <a:pt x="56799" y="27552"/>
                            <a:pt x="54303" y="16706"/>
                            <a:pt x="49311" y="9218"/>
                          </a:cubicBezTo>
                          <a:cubicBezTo>
                            <a:pt x="44319" y="1742"/>
                            <a:pt x="37090" y="-1997"/>
                            <a:pt x="27624" y="-1997"/>
                          </a:cubicBezTo>
                          <a:cubicBezTo>
                            <a:pt x="18171" y="-1997"/>
                            <a:pt x="10948" y="1742"/>
                            <a:pt x="5956" y="9218"/>
                          </a:cubicBezTo>
                          <a:cubicBezTo>
                            <a:pt x="964" y="16706"/>
                            <a:pt x="-1532" y="27552"/>
                            <a:pt x="-1532" y="41757"/>
                          </a:cubicBezTo>
                          <a:cubicBezTo>
                            <a:pt x="-1532" y="55997"/>
                            <a:pt x="964" y="66856"/>
                            <a:pt x="5956" y="74332"/>
                          </a:cubicBezTo>
                          <a:cubicBezTo>
                            <a:pt x="10948" y="81820"/>
                            <a:pt x="18171" y="85564"/>
                            <a:pt x="27624" y="8556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23" name="Freeform: Shape 1722">
                      <a:extLst>
                        <a:ext uri="{FF2B5EF4-FFF2-40B4-BE49-F238E27FC236}">
                          <a16:creationId xmlns:a16="http://schemas.microsoft.com/office/drawing/2014/main" id="{04B4E64C-37D3-EE3B-357B-69B666EFF80A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718354" y="4119433"/>
                      <a:ext cx="58331" cy="87560"/>
                    </a:xfrm>
                    <a:custGeom>
                      <a:avLst/>
                      <a:gdLst>
                        <a:gd name="connsiteX0" fmla="*/ 27631 w 58331"/>
                        <a:gd name="connsiteY0" fmla="*/ 76520 h 87560"/>
                        <a:gd name="connsiteX1" fmla="*/ 14373 w 58331"/>
                        <a:gd name="connsiteY1" fmla="*/ 67839 h 87560"/>
                        <a:gd name="connsiteX2" fmla="*/ 9941 w 58331"/>
                        <a:gd name="connsiteY2" fmla="*/ 41757 h 87560"/>
                        <a:gd name="connsiteX3" fmla="*/ 14373 w 58331"/>
                        <a:gd name="connsiteY3" fmla="*/ 15729 h 87560"/>
                        <a:gd name="connsiteX4" fmla="*/ 27631 w 58331"/>
                        <a:gd name="connsiteY4" fmla="*/ 7047 h 87560"/>
                        <a:gd name="connsiteX5" fmla="*/ 40943 w 58331"/>
                        <a:gd name="connsiteY5" fmla="*/ 15729 h 87560"/>
                        <a:gd name="connsiteX6" fmla="*/ 45392 w 58331"/>
                        <a:gd name="connsiteY6" fmla="*/ 41757 h 87560"/>
                        <a:gd name="connsiteX7" fmla="*/ 40943 w 58331"/>
                        <a:gd name="connsiteY7" fmla="*/ 67839 h 87560"/>
                        <a:gd name="connsiteX8" fmla="*/ 27631 w 58331"/>
                        <a:gd name="connsiteY8" fmla="*/ 76520 h 87560"/>
                        <a:gd name="connsiteX9" fmla="*/ 27631 w 58331"/>
                        <a:gd name="connsiteY9" fmla="*/ 85564 h 87560"/>
                        <a:gd name="connsiteX10" fmla="*/ 49317 w 58331"/>
                        <a:gd name="connsiteY10" fmla="*/ 74332 h 87560"/>
                        <a:gd name="connsiteX11" fmla="*/ 56806 w 58331"/>
                        <a:gd name="connsiteY11" fmla="*/ 41757 h 87560"/>
                        <a:gd name="connsiteX12" fmla="*/ 49317 w 58331"/>
                        <a:gd name="connsiteY12" fmla="*/ 9218 h 87560"/>
                        <a:gd name="connsiteX13" fmla="*/ 27631 w 58331"/>
                        <a:gd name="connsiteY13" fmla="*/ -1997 h 87560"/>
                        <a:gd name="connsiteX14" fmla="*/ 5962 w 58331"/>
                        <a:gd name="connsiteY14" fmla="*/ 9218 h 87560"/>
                        <a:gd name="connsiteX15" fmla="*/ -1526 w 58331"/>
                        <a:gd name="connsiteY15" fmla="*/ 41757 h 87560"/>
                        <a:gd name="connsiteX16" fmla="*/ 5962 w 58331"/>
                        <a:gd name="connsiteY16" fmla="*/ 74332 h 87560"/>
                        <a:gd name="connsiteX17" fmla="*/ 27631 w 58331"/>
                        <a:gd name="connsiteY17" fmla="*/ 85564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31" y="76520"/>
                          </a:moveTo>
                          <a:cubicBezTo>
                            <a:pt x="21758" y="76520"/>
                            <a:pt x="17339" y="73627"/>
                            <a:pt x="14373" y="67839"/>
                          </a:cubicBezTo>
                          <a:cubicBezTo>
                            <a:pt x="11418" y="62063"/>
                            <a:pt x="9941" y="53369"/>
                            <a:pt x="9941" y="41757"/>
                          </a:cubicBezTo>
                          <a:cubicBezTo>
                            <a:pt x="9941" y="30193"/>
                            <a:pt x="11418" y="21517"/>
                            <a:pt x="14373" y="15729"/>
                          </a:cubicBezTo>
                          <a:cubicBezTo>
                            <a:pt x="17339" y="9941"/>
                            <a:pt x="21758" y="7047"/>
                            <a:pt x="27631" y="7047"/>
                          </a:cubicBezTo>
                          <a:cubicBezTo>
                            <a:pt x="33551" y="7047"/>
                            <a:pt x="37989" y="9941"/>
                            <a:pt x="40943" y="15729"/>
                          </a:cubicBezTo>
                          <a:cubicBezTo>
                            <a:pt x="43909" y="21517"/>
                            <a:pt x="45392" y="30193"/>
                            <a:pt x="45392" y="41757"/>
                          </a:cubicBezTo>
                          <a:cubicBezTo>
                            <a:pt x="45392" y="53369"/>
                            <a:pt x="43909" y="62063"/>
                            <a:pt x="40943" y="67839"/>
                          </a:cubicBezTo>
                          <a:cubicBezTo>
                            <a:pt x="37989" y="73627"/>
                            <a:pt x="33551" y="76520"/>
                            <a:pt x="27631" y="76520"/>
                          </a:cubicBezTo>
                          <a:close/>
                          <a:moveTo>
                            <a:pt x="27631" y="85564"/>
                          </a:moveTo>
                          <a:cubicBezTo>
                            <a:pt x="37096" y="85564"/>
                            <a:pt x="44325" y="81820"/>
                            <a:pt x="49317" y="74332"/>
                          </a:cubicBezTo>
                          <a:cubicBezTo>
                            <a:pt x="54309" y="66856"/>
                            <a:pt x="56806" y="55997"/>
                            <a:pt x="56806" y="41757"/>
                          </a:cubicBezTo>
                          <a:cubicBezTo>
                            <a:pt x="56806" y="27552"/>
                            <a:pt x="54309" y="16706"/>
                            <a:pt x="49317" y="9218"/>
                          </a:cubicBezTo>
                          <a:cubicBezTo>
                            <a:pt x="44325" y="1742"/>
                            <a:pt x="37096" y="-1997"/>
                            <a:pt x="27631" y="-1997"/>
                          </a:cubicBezTo>
                          <a:cubicBezTo>
                            <a:pt x="18177" y="-1997"/>
                            <a:pt x="10954" y="1742"/>
                            <a:pt x="5962" y="9218"/>
                          </a:cubicBezTo>
                          <a:cubicBezTo>
                            <a:pt x="970" y="16706"/>
                            <a:pt x="-1526" y="27552"/>
                            <a:pt x="-1526" y="41757"/>
                          </a:cubicBezTo>
                          <a:cubicBezTo>
                            <a:pt x="-1526" y="55997"/>
                            <a:pt x="970" y="66856"/>
                            <a:pt x="5962" y="74332"/>
                          </a:cubicBezTo>
                          <a:cubicBezTo>
                            <a:pt x="10954" y="81820"/>
                            <a:pt x="18177" y="85564"/>
                            <a:pt x="27631" y="8556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</p:grpSp>
            </p:grpSp>
            <p:grpSp>
              <p:nvGrpSpPr>
                <p:cNvPr id="1724" name="Graphic 4">
                  <a:extLst>
                    <a:ext uri="{FF2B5EF4-FFF2-40B4-BE49-F238E27FC236}">
                      <a16:creationId xmlns:a16="http://schemas.microsoft.com/office/drawing/2014/main" id="{83C532D1-2572-27E0-711F-E331F46E3348}"/>
                    </a:ext>
                  </a:extLst>
                </p:cNvPr>
                <p:cNvGrpSpPr/>
                <p:nvPr/>
              </p:nvGrpSpPr>
              <p:grpSpPr>
                <a:xfrm>
                  <a:off x="11408742" y="3406359"/>
                  <a:ext cx="367943" cy="87560"/>
                  <a:chOff x="11408742" y="3406359"/>
                  <a:chExt cx="367943" cy="87560"/>
                </a:xfrm>
              </p:grpSpPr>
              <p:sp>
                <p:nvSpPr>
                  <p:cNvPr id="1725" name="Freeform: Shape 1724">
                    <a:extLst>
                      <a:ext uri="{FF2B5EF4-FFF2-40B4-BE49-F238E27FC236}">
                        <a16:creationId xmlns:a16="http://schemas.microsoft.com/office/drawing/2014/main" id="{18B96FA6-2C73-26A3-3CA8-951FE2871E3A}"/>
                      </a:ext>
                    </a:extLst>
                  </p:cNvPr>
                  <p:cNvSpPr/>
                  <p:nvPr/>
                </p:nvSpPr>
                <p:spPr>
                  <a:xfrm>
                    <a:off x="11408742" y="3448297"/>
                    <a:ext cx="40515" cy="11575"/>
                  </a:xfrm>
                  <a:custGeom>
                    <a:avLst/>
                    <a:gdLst>
                      <a:gd name="connsiteX0" fmla="*/ 479 w 40515"/>
                      <a:gd name="connsiteY0" fmla="*/ 271 h 11575"/>
                      <a:gd name="connsiteX1" fmla="*/ 40995 w 40515"/>
                      <a:gd name="connsiteY1" fmla="*/ 271 h 11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0515" h="11575">
                        <a:moveTo>
                          <a:pt x="479" y="271"/>
                        </a:moveTo>
                        <a:lnTo>
                          <a:pt x="40995" y="271"/>
                        </a:lnTo>
                      </a:path>
                    </a:pathLst>
                  </a:custGeom>
                  <a:solidFill>
                    <a:srgbClr val="000000"/>
                  </a:solidFill>
                  <a:ln w="926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grpSp>
                <p:nvGrpSpPr>
                  <p:cNvPr id="1726" name="Graphic 4">
                    <a:extLst>
                      <a:ext uri="{FF2B5EF4-FFF2-40B4-BE49-F238E27FC236}">
                        <a16:creationId xmlns:a16="http://schemas.microsoft.com/office/drawing/2014/main" id="{8C732786-EE89-2BD0-1A46-9963A7941B91}"/>
                      </a:ext>
                    </a:extLst>
                  </p:cNvPr>
                  <p:cNvGrpSpPr/>
                  <p:nvPr/>
                </p:nvGrpSpPr>
                <p:grpSpPr>
                  <a:xfrm>
                    <a:off x="11498600" y="3406359"/>
                    <a:ext cx="278085" cy="87560"/>
                    <a:chOff x="11498600" y="3406359"/>
                    <a:chExt cx="278085" cy="87560"/>
                  </a:xfrm>
                </p:grpSpPr>
                <p:sp>
                  <p:nvSpPr>
                    <p:cNvPr id="1727" name="Freeform: Shape 1726">
                      <a:extLst>
                        <a:ext uri="{FF2B5EF4-FFF2-40B4-BE49-F238E27FC236}">
                          <a16:creationId xmlns:a16="http://schemas.microsoft.com/office/drawing/2014/main" id="{78360553-5FA9-13A3-F3B0-32A6EBA6599F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498600" y="3406359"/>
                      <a:ext cx="55546" cy="87560"/>
                    </a:xfrm>
                    <a:custGeom>
                      <a:avLst/>
                      <a:gdLst>
                        <a:gd name="connsiteX0" fmla="*/ 36612 w 55546"/>
                        <a:gd name="connsiteY0" fmla="*/ 45095 h 87560"/>
                        <a:gd name="connsiteX1" fmla="*/ 49400 w 55546"/>
                        <a:gd name="connsiteY1" fmla="*/ 37788 h 87560"/>
                        <a:gd name="connsiteX2" fmla="*/ 54012 w 55546"/>
                        <a:gd name="connsiteY2" fmla="*/ 24114 h 87560"/>
                        <a:gd name="connsiteX3" fmla="*/ 45420 w 55546"/>
                        <a:gd name="connsiteY3" fmla="*/ 4779 h 87560"/>
                        <a:gd name="connsiteX4" fmla="*/ 21003 w 55546"/>
                        <a:gd name="connsiteY4" fmla="*/ -2058 h 87560"/>
                        <a:gd name="connsiteX5" fmla="*/ 10078 w 55546"/>
                        <a:gd name="connsiteY5" fmla="*/ -1009 h 87560"/>
                        <a:gd name="connsiteX6" fmla="*/ -1534 w 55546"/>
                        <a:gd name="connsiteY6" fmla="*/ 2138 h 87560"/>
                        <a:gd name="connsiteX7" fmla="*/ -1534 w 55546"/>
                        <a:gd name="connsiteY7" fmla="*/ 13153 h 87560"/>
                        <a:gd name="connsiteX8" fmla="*/ 8848 w 55546"/>
                        <a:gd name="connsiteY8" fmla="*/ 8975 h 87560"/>
                        <a:gd name="connsiteX9" fmla="*/ 20677 w 55546"/>
                        <a:gd name="connsiteY9" fmla="*/ 7564 h 87560"/>
                        <a:gd name="connsiteX10" fmla="*/ 37028 w 55546"/>
                        <a:gd name="connsiteY10" fmla="*/ 11797 h 87560"/>
                        <a:gd name="connsiteX11" fmla="*/ 42653 w 55546"/>
                        <a:gd name="connsiteY11" fmla="*/ 24114 h 87560"/>
                        <a:gd name="connsiteX12" fmla="*/ 37426 w 55546"/>
                        <a:gd name="connsiteY12" fmla="*/ 35781 h 87560"/>
                        <a:gd name="connsiteX13" fmla="*/ 22884 w 55546"/>
                        <a:gd name="connsiteY13" fmla="*/ 39995 h 87560"/>
                        <a:gd name="connsiteX14" fmla="*/ 13044 w 55546"/>
                        <a:gd name="connsiteY14" fmla="*/ 39995 h 87560"/>
                        <a:gd name="connsiteX15" fmla="*/ 13044 w 55546"/>
                        <a:gd name="connsiteY15" fmla="*/ 49382 h 87560"/>
                        <a:gd name="connsiteX16" fmla="*/ 23336 w 55546"/>
                        <a:gd name="connsiteY16" fmla="*/ 49382 h 87560"/>
                        <a:gd name="connsiteX17" fmla="*/ 36214 w 55546"/>
                        <a:gd name="connsiteY17" fmla="*/ 52746 h 87560"/>
                        <a:gd name="connsiteX18" fmla="*/ 40682 w 55546"/>
                        <a:gd name="connsiteY18" fmla="*/ 62441 h 87560"/>
                        <a:gd name="connsiteX19" fmla="*/ 36069 w 55546"/>
                        <a:gd name="connsiteY19" fmla="*/ 72407 h 87560"/>
                        <a:gd name="connsiteX20" fmla="*/ 22884 w 55546"/>
                        <a:gd name="connsiteY20" fmla="*/ 75898 h 87560"/>
                        <a:gd name="connsiteX21" fmla="*/ 12809 w 55546"/>
                        <a:gd name="connsiteY21" fmla="*/ 74867 h 87560"/>
                        <a:gd name="connsiteX22" fmla="*/ 998 w 55546"/>
                        <a:gd name="connsiteY22" fmla="*/ 71720 h 87560"/>
                        <a:gd name="connsiteX23" fmla="*/ 998 w 55546"/>
                        <a:gd name="connsiteY23" fmla="*/ 81885 h 87560"/>
                        <a:gd name="connsiteX24" fmla="*/ 13189 w 55546"/>
                        <a:gd name="connsiteY24" fmla="*/ 84598 h 87560"/>
                        <a:gd name="connsiteX25" fmla="*/ 23897 w 55546"/>
                        <a:gd name="connsiteY25" fmla="*/ 85503 h 87560"/>
                        <a:gd name="connsiteX26" fmla="*/ 44462 w 55546"/>
                        <a:gd name="connsiteY26" fmla="*/ 79588 h 87560"/>
                        <a:gd name="connsiteX27" fmla="*/ 52040 w 55546"/>
                        <a:gd name="connsiteY27" fmla="*/ 63635 h 87560"/>
                        <a:gd name="connsiteX28" fmla="*/ 48025 w 55546"/>
                        <a:gd name="connsiteY28" fmla="*/ 51788 h 87560"/>
                        <a:gd name="connsiteX29" fmla="*/ 36612 w 55546"/>
                        <a:gd name="connsiteY29" fmla="*/ 45095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</a:cxnLst>
                      <a:rect l="l" t="t" r="r" b="b"/>
                      <a:pathLst>
                        <a:path w="55546" h="87560">
                          <a:moveTo>
                            <a:pt x="36612" y="45095"/>
                          </a:moveTo>
                          <a:cubicBezTo>
                            <a:pt x="42074" y="43926"/>
                            <a:pt x="46337" y="41490"/>
                            <a:pt x="49400" y="37788"/>
                          </a:cubicBezTo>
                          <a:cubicBezTo>
                            <a:pt x="52475" y="34098"/>
                            <a:pt x="54012" y="29540"/>
                            <a:pt x="54012" y="24114"/>
                          </a:cubicBezTo>
                          <a:cubicBezTo>
                            <a:pt x="54012" y="15794"/>
                            <a:pt x="51148" y="9349"/>
                            <a:pt x="45420" y="4779"/>
                          </a:cubicBezTo>
                          <a:cubicBezTo>
                            <a:pt x="39693" y="221"/>
                            <a:pt x="31553" y="-2058"/>
                            <a:pt x="21003" y="-2058"/>
                          </a:cubicBezTo>
                          <a:cubicBezTo>
                            <a:pt x="17470" y="-2058"/>
                            <a:pt x="13828" y="-1708"/>
                            <a:pt x="10078" y="-1009"/>
                          </a:cubicBezTo>
                          <a:cubicBezTo>
                            <a:pt x="6328" y="-310"/>
                            <a:pt x="2457" y="739"/>
                            <a:pt x="-1534" y="2138"/>
                          </a:cubicBezTo>
                          <a:lnTo>
                            <a:pt x="-1534" y="13153"/>
                          </a:lnTo>
                          <a:cubicBezTo>
                            <a:pt x="1625" y="11308"/>
                            <a:pt x="5086" y="9916"/>
                            <a:pt x="8848" y="8975"/>
                          </a:cubicBezTo>
                          <a:cubicBezTo>
                            <a:pt x="12622" y="8035"/>
                            <a:pt x="16565" y="7564"/>
                            <a:pt x="20677" y="7564"/>
                          </a:cubicBezTo>
                          <a:cubicBezTo>
                            <a:pt x="27827" y="7564"/>
                            <a:pt x="33278" y="8975"/>
                            <a:pt x="37028" y="11797"/>
                          </a:cubicBezTo>
                          <a:cubicBezTo>
                            <a:pt x="40778" y="14618"/>
                            <a:pt x="42653" y="18724"/>
                            <a:pt x="42653" y="24114"/>
                          </a:cubicBezTo>
                          <a:cubicBezTo>
                            <a:pt x="42653" y="29094"/>
                            <a:pt x="40911" y="32983"/>
                            <a:pt x="37426" y="35781"/>
                          </a:cubicBezTo>
                          <a:cubicBezTo>
                            <a:pt x="33941" y="38590"/>
                            <a:pt x="29094" y="39995"/>
                            <a:pt x="22884" y="39995"/>
                          </a:cubicBezTo>
                          <a:lnTo>
                            <a:pt x="13044" y="39995"/>
                          </a:lnTo>
                          <a:lnTo>
                            <a:pt x="13044" y="49382"/>
                          </a:lnTo>
                          <a:lnTo>
                            <a:pt x="23336" y="49382"/>
                          </a:lnTo>
                          <a:cubicBezTo>
                            <a:pt x="28943" y="49382"/>
                            <a:pt x="33236" y="50504"/>
                            <a:pt x="36214" y="52746"/>
                          </a:cubicBezTo>
                          <a:cubicBezTo>
                            <a:pt x="39192" y="54989"/>
                            <a:pt x="40682" y="58221"/>
                            <a:pt x="40682" y="62441"/>
                          </a:cubicBezTo>
                          <a:cubicBezTo>
                            <a:pt x="40682" y="66770"/>
                            <a:pt x="39144" y="70092"/>
                            <a:pt x="36069" y="72407"/>
                          </a:cubicBezTo>
                          <a:cubicBezTo>
                            <a:pt x="33007" y="74735"/>
                            <a:pt x="28611" y="75898"/>
                            <a:pt x="22884" y="75898"/>
                          </a:cubicBezTo>
                          <a:cubicBezTo>
                            <a:pt x="19749" y="75898"/>
                            <a:pt x="16390" y="75555"/>
                            <a:pt x="12809" y="74867"/>
                          </a:cubicBezTo>
                          <a:cubicBezTo>
                            <a:pt x="9228" y="74192"/>
                            <a:pt x="5291" y="73143"/>
                            <a:pt x="998" y="71720"/>
                          </a:cubicBezTo>
                          <a:lnTo>
                            <a:pt x="998" y="81885"/>
                          </a:lnTo>
                          <a:cubicBezTo>
                            <a:pt x="5339" y="83091"/>
                            <a:pt x="9403" y="83995"/>
                            <a:pt x="13189" y="84598"/>
                          </a:cubicBezTo>
                          <a:cubicBezTo>
                            <a:pt x="16975" y="85201"/>
                            <a:pt x="20544" y="85503"/>
                            <a:pt x="23897" y="85503"/>
                          </a:cubicBezTo>
                          <a:cubicBezTo>
                            <a:pt x="32566" y="85503"/>
                            <a:pt x="39421" y="83531"/>
                            <a:pt x="44462" y="79588"/>
                          </a:cubicBezTo>
                          <a:cubicBezTo>
                            <a:pt x="49514" y="75657"/>
                            <a:pt x="52040" y="70339"/>
                            <a:pt x="52040" y="63635"/>
                          </a:cubicBezTo>
                          <a:cubicBezTo>
                            <a:pt x="52040" y="58956"/>
                            <a:pt x="50702" y="55007"/>
                            <a:pt x="48025" y="51788"/>
                          </a:cubicBezTo>
                          <a:cubicBezTo>
                            <a:pt x="45348" y="48568"/>
                            <a:pt x="41544" y="46338"/>
                            <a:pt x="36612" y="45095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28" name="Freeform: Shape 1727">
                      <a:extLst>
                        <a:ext uri="{FF2B5EF4-FFF2-40B4-BE49-F238E27FC236}">
                          <a16:creationId xmlns:a16="http://schemas.microsoft.com/office/drawing/2014/main" id="{F8CA8779-85FE-5F94-06E1-633FDBB777BE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571056" y="3406359"/>
                      <a:ext cx="58331" cy="87560"/>
                    </a:xfrm>
                    <a:custGeom>
                      <a:avLst/>
                      <a:gdLst>
                        <a:gd name="connsiteX0" fmla="*/ 27618 w 58331"/>
                        <a:gd name="connsiteY0" fmla="*/ 76459 h 87560"/>
                        <a:gd name="connsiteX1" fmla="*/ 14360 w 58331"/>
                        <a:gd name="connsiteY1" fmla="*/ 67777 h 87560"/>
                        <a:gd name="connsiteX2" fmla="*/ 9929 w 58331"/>
                        <a:gd name="connsiteY2" fmla="*/ 41695 h 87560"/>
                        <a:gd name="connsiteX3" fmla="*/ 14360 w 58331"/>
                        <a:gd name="connsiteY3" fmla="*/ 15667 h 87560"/>
                        <a:gd name="connsiteX4" fmla="*/ 27618 w 58331"/>
                        <a:gd name="connsiteY4" fmla="*/ 6986 h 87560"/>
                        <a:gd name="connsiteX5" fmla="*/ 40930 w 58331"/>
                        <a:gd name="connsiteY5" fmla="*/ 15667 h 87560"/>
                        <a:gd name="connsiteX6" fmla="*/ 45380 w 58331"/>
                        <a:gd name="connsiteY6" fmla="*/ 41695 h 87560"/>
                        <a:gd name="connsiteX7" fmla="*/ 40930 w 58331"/>
                        <a:gd name="connsiteY7" fmla="*/ 67777 h 87560"/>
                        <a:gd name="connsiteX8" fmla="*/ 27618 w 58331"/>
                        <a:gd name="connsiteY8" fmla="*/ 76459 h 87560"/>
                        <a:gd name="connsiteX9" fmla="*/ 27618 w 58331"/>
                        <a:gd name="connsiteY9" fmla="*/ 85503 h 87560"/>
                        <a:gd name="connsiteX10" fmla="*/ 49305 w 58331"/>
                        <a:gd name="connsiteY10" fmla="*/ 74270 h 87560"/>
                        <a:gd name="connsiteX11" fmla="*/ 56793 w 58331"/>
                        <a:gd name="connsiteY11" fmla="*/ 41695 h 87560"/>
                        <a:gd name="connsiteX12" fmla="*/ 49305 w 58331"/>
                        <a:gd name="connsiteY12" fmla="*/ 9156 h 87560"/>
                        <a:gd name="connsiteX13" fmla="*/ 27618 w 58331"/>
                        <a:gd name="connsiteY13" fmla="*/ -2058 h 87560"/>
                        <a:gd name="connsiteX14" fmla="*/ 5949 w 58331"/>
                        <a:gd name="connsiteY14" fmla="*/ 9156 h 87560"/>
                        <a:gd name="connsiteX15" fmla="*/ -1539 w 58331"/>
                        <a:gd name="connsiteY15" fmla="*/ 41695 h 87560"/>
                        <a:gd name="connsiteX16" fmla="*/ 5949 w 58331"/>
                        <a:gd name="connsiteY16" fmla="*/ 74270 h 87560"/>
                        <a:gd name="connsiteX17" fmla="*/ 27618 w 58331"/>
                        <a:gd name="connsiteY17" fmla="*/ 85503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18" y="76459"/>
                          </a:moveTo>
                          <a:cubicBezTo>
                            <a:pt x="21746" y="76459"/>
                            <a:pt x="17326" y="73565"/>
                            <a:pt x="14360" y="67777"/>
                          </a:cubicBezTo>
                          <a:cubicBezTo>
                            <a:pt x="11406" y="62001"/>
                            <a:pt x="9929" y="53307"/>
                            <a:pt x="9929" y="41695"/>
                          </a:cubicBezTo>
                          <a:cubicBezTo>
                            <a:pt x="9929" y="30131"/>
                            <a:pt x="11406" y="21455"/>
                            <a:pt x="14360" y="15667"/>
                          </a:cubicBezTo>
                          <a:cubicBezTo>
                            <a:pt x="17326" y="9879"/>
                            <a:pt x="21746" y="6986"/>
                            <a:pt x="27618" y="6986"/>
                          </a:cubicBezTo>
                          <a:cubicBezTo>
                            <a:pt x="33538" y="6986"/>
                            <a:pt x="37976" y="9879"/>
                            <a:pt x="40930" y="15667"/>
                          </a:cubicBezTo>
                          <a:cubicBezTo>
                            <a:pt x="43897" y="21455"/>
                            <a:pt x="45380" y="30131"/>
                            <a:pt x="45380" y="41695"/>
                          </a:cubicBezTo>
                          <a:cubicBezTo>
                            <a:pt x="45380" y="53307"/>
                            <a:pt x="43897" y="62001"/>
                            <a:pt x="40930" y="67777"/>
                          </a:cubicBezTo>
                          <a:cubicBezTo>
                            <a:pt x="37976" y="73565"/>
                            <a:pt x="33538" y="76459"/>
                            <a:pt x="27618" y="76459"/>
                          </a:cubicBezTo>
                          <a:close/>
                          <a:moveTo>
                            <a:pt x="27618" y="85503"/>
                          </a:moveTo>
                          <a:cubicBezTo>
                            <a:pt x="37084" y="85503"/>
                            <a:pt x="44313" y="81758"/>
                            <a:pt x="49305" y="74270"/>
                          </a:cubicBezTo>
                          <a:cubicBezTo>
                            <a:pt x="54297" y="66794"/>
                            <a:pt x="56793" y="55936"/>
                            <a:pt x="56793" y="41695"/>
                          </a:cubicBezTo>
                          <a:cubicBezTo>
                            <a:pt x="56793" y="27491"/>
                            <a:pt x="54297" y="16644"/>
                            <a:pt x="49305" y="9156"/>
                          </a:cubicBezTo>
                          <a:cubicBezTo>
                            <a:pt x="44313" y="1680"/>
                            <a:pt x="37084" y="-2058"/>
                            <a:pt x="27618" y="-2058"/>
                          </a:cubicBezTo>
                          <a:cubicBezTo>
                            <a:pt x="18164" y="-2058"/>
                            <a:pt x="10941" y="1680"/>
                            <a:pt x="5949" y="9156"/>
                          </a:cubicBezTo>
                          <a:cubicBezTo>
                            <a:pt x="957" y="16644"/>
                            <a:pt x="-1539" y="27491"/>
                            <a:pt x="-1539" y="41695"/>
                          </a:cubicBezTo>
                          <a:cubicBezTo>
                            <a:pt x="-1539" y="55936"/>
                            <a:pt x="957" y="66794"/>
                            <a:pt x="5949" y="74270"/>
                          </a:cubicBezTo>
                          <a:cubicBezTo>
                            <a:pt x="10941" y="81758"/>
                            <a:pt x="18164" y="85503"/>
                            <a:pt x="27618" y="8550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29" name="Freeform: Shape 1728">
                      <a:extLst>
                        <a:ext uri="{FF2B5EF4-FFF2-40B4-BE49-F238E27FC236}">
                          <a16:creationId xmlns:a16="http://schemas.microsoft.com/office/drawing/2014/main" id="{BED19813-899D-AA17-22A0-C74A28B21E75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644705" y="3406359"/>
                      <a:ext cx="58331" cy="87560"/>
                    </a:xfrm>
                    <a:custGeom>
                      <a:avLst/>
                      <a:gdLst>
                        <a:gd name="connsiteX0" fmla="*/ 27624 w 58331"/>
                        <a:gd name="connsiteY0" fmla="*/ 76459 h 87560"/>
                        <a:gd name="connsiteX1" fmla="*/ 14366 w 58331"/>
                        <a:gd name="connsiteY1" fmla="*/ 67777 h 87560"/>
                        <a:gd name="connsiteX2" fmla="*/ 9935 w 58331"/>
                        <a:gd name="connsiteY2" fmla="*/ 41695 h 87560"/>
                        <a:gd name="connsiteX3" fmla="*/ 14366 w 58331"/>
                        <a:gd name="connsiteY3" fmla="*/ 15667 h 87560"/>
                        <a:gd name="connsiteX4" fmla="*/ 27624 w 58331"/>
                        <a:gd name="connsiteY4" fmla="*/ 6986 h 87560"/>
                        <a:gd name="connsiteX5" fmla="*/ 40937 w 58331"/>
                        <a:gd name="connsiteY5" fmla="*/ 15667 h 87560"/>
                        <a:gd name="connsiteX6" fmla="*/ 45386 w 58331"/>
                        <a:gd name="connsiteY6" fmla="*/ 41695 h 87560"/>
                        <a:gd name="connsiteX7" fmla="*/ 40937 w 58331"/>
                        <a:gd name="connsiteY7" fmla="*/ 67777 h 87560"/>
                        <a:gd name="connsiteX8" fmla="*/ 27624 w 58331"/>
                        <a:gd name="connsiteY8" fmla="*/ 76459 h 87560"/>
                        <a:gd name="connsiteX9" fmla="*/ 27624 w 58331"/>
                        <a:gd name="connsiteY9" fmla="*/ 85503 h 87560"/>
                        <a:gd name="connsiteX10" fmla="*/ 49311 w 58331"/>
                        <a:gd name="connsiteY10" fmla="*/ 74270 h 87560"/>
                        <a:gd name="connsiteX11" fmla="*/ 56799 w 58331"/>
                        <a:gd name="connsiteY11" fmla="*/ 41695 h 87560"/>
                        <a:gd name="connsiteX12" fmla="*/ 49311 w 58331"/>
                        <a:gd name="connsiteY12" fmla="*/ 9156 h 87560"/>
                        <a:gd name="connsiteX13" fmla="*/ 27624 w 58331"/>
                        <a:gd name="connsiteY13" fmla="*/ -2058 h 87560"/>
                        <a:gd name="connsiteX14" fmla="*/ 5956 w 58331"/>
                        <a:gd name="connsiteY14" fmla="*/ 9156 h 87560"/>
                        <a:gd name="connsiteX15" fmla="*/ -1532 w 58331"/>
                        <a:gd name="connsiteY15" fmla="*/ 41695 h 87560"/>
                        <a:gd name="connsiteX16" fmla="*/ 5956 w 58331"/>
                        <a:gd name="connsiteY16" fmla="*/ 74270 h 87560"/>
                        <a:gd name="connsiteX17" fmla="*/ 27624 w 58331"/>
                        <a:gd name="connsiteY17" fmla="*/ 85503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24" y="76459"/>
                          </a:moveTo>
                          <a:cubicBezTo>
                            <a:pt x="21752" y="76459"/>
                            <a:pt x="17333" y="73565"/>
                            <a:pt x="14366" y="67777"/>
                          </a:cubicBezTo>
                          <a:cubicBezTo>
                            <a:pt x="11412" y="62001"/>
                            <a:pt x="9935" y="53307"/>
                            <a:pt x="9935" y="41695"/>
                          </a:cubicBezTo>
                          <a:cubicBezTo>
                            <a:pt x="9935" y="30131"/>
                            <a:pt x="11412" y="21455"/>
                            <a:pt x="14366" y="15667"/>
                          </a:cubicBezTo>
                          <a:cubicBezTo>
                            <a:pt x="17333" y="9879"/>
                            <a:pt x="21752" y="6986"/>
                            <a:pt x="27624" y="6986"/>
                          </a:cubicBezTo>
                          <a:cubicBezTo>
                            <a:pt x="33545" y="6986"/>
                            <a:pt x="37982" y="9879"/>
                            <a:pt x="40937" y="15667"/>
                          </a:cubicBezTo>
                          <a:cubicBezTo>
                            <a:pt x="43903" y="21455"/>
                            <a:pt x="45386" y="30131"/>
                            <a:pt x="45386" y="41695"/>
                          </a:cubicBezTo>
                          <a:cubicBezTo>
                            <a:pt x="45386" y="53307"/>
                            <a:pt x="43903" y="62001"/>
                            <a:pt x="40937" y="67777"/>
                          </a:cubicBezTo>
                          <a:cubicBezTo>
                            <a:pt x="37982" y="73565"/>
                            <a:pt x="33545" y="76459"/>
                            <a:pt x="27624" y="76459"/>
                          </a:cubicBezTo>
                          <a:close/>
                          <a:moveTo>
                            <a:pt x="27624" y="85503"/>
                          </a:moveTo>
                          <a:cubicBezTo>
                            <a:pt x="37090" y="85503"/>
                            <a:pt x="44319" y="81758"/>
                            <a:pt x="49311" y="74270"/>
                          </a:cubicBezTo>
                          <a:cubicBezTo>
                            <a:pt x="54303" y="66794"/>
                            <a:pt x="56799" y="55936"/>
                            <a:pt x="56799" y="41695"/>
                          </a:cubicBezTo>
                          <a:cubicBezTo>
                            <a:pt x="56799" y="27491"/>
                            <a:pt x="54303" y="16644"/>
                            <a:pt x="49311" y="9156"/>
                          </a:cubicBezTo>
                          <a:cubicBezTo>
                            <a:pt x="44319" y="1680"/>
                            <a:pt x="37090" y="-2058"/>
                            <a:pt x="27624" y="-2058"/>
                          </a:cubicBezTo>
                          <a:cubicBezTo>
                            <a:pt x="18171" y="-2058"/>
                            <a:pt x="10948" y="1680"/>
                            <a:pt x="5956" y="9156"/>
                          </a:cubicBezTo>
                          <a:cubicBezTo>
                            <a:pt x="964" y="16644"/>
                            <a:pt x="-1532" y="27491"/>
                            <a:pt x="-1532" y="41695"/>
                          </a:cubicBezTo>
                          <a:cubicBezTo>
                            <a:pt x="-1532" y="55936"/>
                            <a:pt x="964" y="66794"/>
                            <a:pt x="5956" y="74270"/>
                          </a:cubicBezTo>
                          <a:cubicBezTo>
                            <a:pt x="10948" y="81758"/>
                            <a:pt x="18171" y="85503"/>
                            <a:pt x="27624" y="8550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30" name="Freeform: Shape 1729">
                      <a:extLst>
                        <a:ext uri="{FF2B5EF4-FFF2-40B4-BE49-F238E27FC236}">
                          <a16:creationId xmlns:a16="http://schemas.microsoft.com/office/drawing/2014/main" id="{C4E892B2-6DD8-4D8E-A656-FA52C51C1093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718354" y="3406359"/>
                      <a:ext cx="58331" cy="87560"/>
                    </a:xfrm>
                    <a:custGeom>
                      <a:avLst/>
                      <a:gdLst>
                        <a:gd name="connsiteX0" fmla="*/ 27631 w 58331"/>
                        <a:gd name="connsiteY0" fmla="*/ 76459 h 87560"/>
                        <a:gd name="connsiteX1" fmla="*/ 14373 w 58331"/>
                        <a:gd name="connsiteY1" fmla="*/ 67777 h 87560"/>
                        <a:gd name="connsiteX2" fmla="*/ 9941 w 58331"/>
                        <a:gd name="connsiteY2" fmla="*/ 41695 h 87560"/>
                        <a:gd name="connsiteX3" fmla="*/ 14373 w 58331"/>
                        <a:gd name="connsiteY3" fmla="*/ 15667 h 87560"/>
                        <a:gd name="connsiteX4" fmla="*/ 27631 w 58331"/>
                        <a:gd name="connsiteY4" fmla="*/ 6986 h 87560"/>
                        <a:gd name="connsiteX5" fmla="*/ 40943 w 58331"/>
                        <a:gd name="connsiteY5" fmla="*/ 15667 h 87560"/>
                        <a:gd name="connsiteX6" fmla="*/ 45392 w 58331"/>
                        <a:gd name="connsiteY6" fmla="*/ 41695 h 87560"/>
                        <a:gd name="connsiteX7" fmla="*/ 40943 w 58331"/>
                        <a:gd name="connsiteY7" fmla="*/ 67777 h 87560"/>
                        <a:gd name="connsiteX8" fmla="*/ 27631 w 58331"/>
                        <a:gd name="connsiteY8" fmla="*/ 76459 h 87560"/>
                        <a:gd name="connsiteX9" fmla="*/ 27631 w 58331"/>
                        <a:gd name="connsiteY9" fmla="*/ 85503 h 87560"/>
                        <a:gd name="connsiteX10" fmla="*/ 49317 w 58331"/>
                        <a:gd name="connsiteY10" fmla="*/ 74270 h 87560"/>
                        <a:gd name="connsiteX11" fmla="*/ 56806 w 58331"/>
                        <a:gd name="connsiteY11" fmla="*/ 41695 h 87560"/>
                        <a:gd name="connsiteX12" fmla="*/ 49317 w 58331"/>
                        <a:gd name="connsiteY12" fmla="*/ 9156 h 87560"/>
                        <a:gd name="connsiteX13" fmla="*/ 27631 w 58331"/>
                        <a:gd name="connsiteY13" fmla="*/ -2058 h 87560"/>
                        <a:gd name="connsiteX14" fmla="*/ 5962 w 58331"/>
                        <a:gd name="connsiteY14" fmla="*/ 9156 h 87560"/>
                        <a:gd name="connsiteX15" fmla="*/ -1526 w 58331"/>
                        <a:gd name="connsiteY15" fmla="*/ 41695 h 87560"/>
                        <a:gd name="connsiteX16" fmla="*/ 5962 w 58331"/>
                        <a:gd name="connsiteY16" fmla="*/ 74270 h 87560"/>
                        <a:gd name="connsiteX17" fmla="*/ 27631 w 58331"/>
                        <a:gd name="connsiteY17" fmla="*/ 85503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31" y="76459"/>
                          </a:moveTo>
                          <a:cubicBezTo>
                            <a:pt x="21758" y="76459"/>
                            <a:pt x="17339" y="73565"/>
                            <a:pt x="14373" y="67777"/>
                          </a:cubicBezTo>
                          <a:cubicBezTo>
                            <a:pt x="11418" y="62001"/>
                            <a:pt x="9941" y="53307"/>
                            <a:pt x="9941" y="41695"/>
                          </a:cubicBezTo>
                          <a:cubicBezTo>
                            <a:pt x="9941" y="30131"/>
                            <a:pt x="11418" y="21455"/>
                            <a:pt x="14373" y="15667"/>
                          </a:cubicBezTo>
                          <a:cubicBezTo>
                            <a:pt x="17339" y="9879"/>
                            <a:pt x="21758" y="6986"/>
                            <a:pt x="27631" y="6986"/>
                          </a:cubicBezTo>
                          <a:cubicBezTo>
                            <a:pt x="33551" y="6986"/>
                            <a:pt x="37989" y="9879"/>
                            <a:pt x="40943" y="15667"/>
                          </a:cubicBezTo>
                          <a:cubicBezTo>
                            <a:pt x="43909" y="21455"/>
                            <a:pt x="45392" y="30131"/>
                            <a:pt x="45392" y="41695"/>
                          </a:cubicBezTo>
                          <a:cubicBezTo>
                            <a:pt x="45392" y="53307"/>
                            <a:pt x="43909" y="62001"/>
                            <a:pt x="40943" y="67777"/>
                          </a:cubicBezTo>
                          <a:cubicBezTo>
                            <a:pt x="37989" y="73565"/>
                            <a:pt x="33551" y="76459"/>
                            <a:pt x="27631" y="76459"/>
                          </a:cubicBezTo>
                          <a:close/>
                          <a:moveTo>
                            <a:pt x="27631" y="85503"/>
                          </a:moveTo>
                          <a:cubicBezTo>
                            <a:pt x="37096" y="85503"/>
                            <a:pt x="44325" y="81758"/>
                            <a:pt x="49317" y="74270"/>
                          </a:cubicBezTo>
                          <a:cubicBezTo>
                            <a:pt x="54309" y="66794"/>
                            <a:pt x="56806" y="55936"/>
                            <a:pt x="56806" y="41695"/>
                          </a:cubicBezTo>
                          <a:cubicBezTo>
                            <a:pt x="56806" y="27491"/>
                            <a:pt x="54309" y="16644"/>
                            <a:pt x="49317" y="9156"/>
                          </a:cubicBezTo>
                          <a:cubicBezTo>
                            <a:pt x="44325" y="1680"/>
                            <a:pt x="37096" y="-2058"/>
                            <a:pt x="27631" y="-2058"/>
                          </a:cubicBezTo>
                          <a:cubicBezTo>
                            <a:pt x="18177" y="-2058"/>
                            <a:pt x="10954" y="1680"/>
                            <a:pt x="5962" y="9156"/>
                          </a:cubicBezTo>
                          <a:cubicBezTo>
                            <a:pt x="970" y="16644"/>
                            <a:pt x="-1526" y="27491"/>
                            <a:pt x="-1526" y="41695"/>
                          </a:cubicBezTo>
                          <a:cubicBezTo>
                            <a:pt x="-1526" y="55936"/>
                            <a:pt x="970" y="66794"/>
                            <a:pt x="5962" y="74270"/>
                          </a:cubicBezTo>
                          <a:cubicBezTo>
                            <a:pt x="10954" y="81758"/>
                            <a:pt x="18177" y="85503"/>
                            <a:pt x="27631" y="8550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</p:grpSp>
            </p:grpSp>
            <p:grpSp>
              <p:nvGrpSpPr>
                <p:cNvPr id="1731" name="Graphic 4">
                  <a:extLst>
                    <a:ext uri="{FF2B5EF4-FFF2-40B4-BE49-F238E27FC236}">
                      <a16:creationId xmlns:a16="http://schemas.microsoft.com/office/drawing/2014/main" id="{B847C167-1CE2-8CA2-8656-7DBAD575379F}"/>
                    </a:ext>
                  </a:extLst>
                </p:cNvPr>
                <p:cNvGrpSpPr/>
                <p:nvPr/>
              </p:nvGrpSpPr>
              <p:grpSpPr>
                <a:xfrm>
                  <a:off x="11408742" y="2693285"/>
                  <a:ext cx="367943" cy="87560"/>
                  <a:chOff x="11408742" y="2693285"/>
                  <a:chExt cx="367943" cy="87560"/>
                </a:xfrm>
              </p:grpSpPr>
              <p:sp>
                <p:nvSpPr>
                  <p:cNvPr id="1732" name="Freeform: Shape 1731">
                    <a:extLst>
                      <a:ext uri="{FF2B5EF4-FFF2-40B4-BE49-F238E27FC236}">
                        <a16:creationId xmlns:a16="http://schemas.microsoft.com/office/drawing/2014/main" id="{EA027D4E-CF15-C1B3-35E1-D21E287E9933}"/>
                      </a:ext>
                    </a:extLst>
                  </p:cNvPr>
                  <p:cNvSpPr/>
                  <p:nvPr/>
                </p:nvSpPr>
                <p:spPr>
                  <a:xfrm>
                    <a:off x="11408742" y="2735222"/>
                    <a:ext cx="40515" cy="11575"/>
                  </a:xfrm>
                  <a:custGeom>
                    <a:avLst/>
                    <a:gdLst>
                      <a:gd name="connsiteX0" fmla="*/ 479 w 40515"/>
                      <a:gd name="connsiteY0" fmla="*/ 210 h 11575"/>
                      <a:gd name="connsiteX1" fmla="*/ 40995 w 40515"/>
                      <a:gd name="connsiteY1" fmla="*/ 210 h 11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0515" h="11575">
                        <a:moveTo>
                          <a:pt x="479" y="210"/>
                        </a:moveTo>
                        <a:lnTo>
                          <a:pt x="40995" y="210"/>
                        </a:lnTo>
                      </a:path>
                    </a:pathLst>
                  </a:custGeom>
                  <a:solidFill>
                    <a:srgbClr val="000000"/>
                  </a:solidFill>
                  <a:ln w="926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grpSp>
                <p:nvGrpSpPr>
                  <p:cNvPr id="1733" name="Graphic 4">
                    <a:extLst>
                      <a:ext uri="{FF2B5EF4-FFF2-40B4-BE49-F238E27FC236}">
                        <a16:creationId xmlns:a16="http://schemas.microsoft.com/office/drawing/2014/main" id="{50F30BD9-BE10-0782-5CC5-DAD842ECF499}"/>
                      </a:ext>
                    </a:extLst>
                  </p:cNvPr>
                  <p:cNvGrpSpPr/>
                  <p:nvPr/>
                </p:nvGrpSpPr>
                <p:grpSpPr>
                  <a:xfrm>
                    <a:off x="11498600" y="2693285"/>
                    <a:ext cx="278085" cy="87560"/>
                    <a:chOff x="11498600" y="2693285"/>
                    <a:chExt cx="278085" cy="87560"/>
                  </a:xfrm>
                </p:grpSpPr>
                <p:sp>
                  <p:nvSpPr>
                    <p:cNvPr id="1734" name="Freeform: Shape 1733">
                      <a:extLst>
                        <a:ext uri="{FF2B5EF4-FFF2-40B4-BE49-F238E27FC236}">
                          <a16:creationId xmlns:a16="http://schemas.microsoft.com/office/drawing/2014/main" id="{59BDA44D-FD86-9FEA-CE81-FB8EB7BC87B1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498600" y="2693285"/>
                      <a:ext cx="55546" cy="87560"/>
                    </a:xfrm>
                    <a:custGeom>
                      <a:avLst/>
                      <a:gdLst>
                        <a:gd name="connsiteX0" fmla="*/ 36612 w 55546"/>
                        <a:gd name="connsiteY0" fmla="*/ 45034 h 87560"/>
                        <a:gd name="connsiteX1" fmla="*/ 49400 w 55546"/>
                        <a:gd name="connsiteY1" fmla="*/ 37727 h 87560"/>
                        <a:gd name="connsiteX2" fmla="*/ 54012 w 55546"/>
                        <a:gd name="connsiteY2" fmla="*/ 24053 h 87560"/>
                        <a:gd name="connsiteX3" fmla="*/ 45420 w 55546"/>
                        <a:gd name="connsiteY3" fmla="*/ 4717 h 87560"/>
                        <a:gd name="connsiteX4" fmla="*/ 21003 w 55546"/>
                        <a:gd name="connsiteY4" fmla="*/ -2120 h 87560"/>
                        <a:gd name="connsiteX5" fmla="*/ 10078 w 55546"/>
                        <a:gd name="connsiteY5" fmla="*/ -1071 h 87560"/>
                        <a:gd name="connsiteX6" fmla="*/ -1534 w 55546"/>
                        <a:gd name="connsiteY6" fmla="*/ 2077 h 87560"/>
                        <a:gd name="connsiteX7" fmla="*/ -1534 w 55546"/>
                        <a:gd name="connsiteY7" fmla="*/ 13092 h 87560"/>
                        <a:gd name="connsiteX8" fmla="*/ 8848 w 55546"/>
                        <a:gd name="connsiteY8" fmla="*/ 8914 h 87560"/>
                        <a:gd name="connsiteX9" fmla="*/ 20677 w 55546"/>
                        <a:gd name="connsiteY9" fmla="*/ 7503 h 87560"/>
                        <a:gd name="connsiteX10" fmla="*/ 37028 w 55546"/>
                        <a:gd name="connsiteY10" fmla="*/ 11735 h 87560"/>
                        <a:gd name="connsiteX11" fmla="*/ 42653 w 55546"/>
                        <a:gd name="connsiteY11" fmla="*/ 24053 h 87560"/>
                        <a:gd name="connsiteX12" fmla="*/ 37426 w 55546"/>
                        <a:gd name="connsiteY12" fmla="*/ 35719 h 87560"/>
                        <a:gd name="connsiteX13" fmla="*/ 22884 w 55546"/>
                        <a:gd name="connsiteY13" fmla="*/ 39933 h 87560"/>
                        <a:gd name="connsiteX14" fmla="*/ 13044 w 55546"/>
                        <a:gd name="connsiteY14" fmla="*/ 39933 h 87560"/>
                        <a:gd name="connsiteX15" fmla="*/ 13044 w 55546"/>
                        <a:gd name="connsiteY15" fmla="*/ 49321 h 87560"/>
                        <a:gd name="connsiteX16" fmla="*/ 23336 w 55546"/>
                        <a:gd name="connsiteY16" fmla="*/ 49321 h 87560"/>
                        <a:gd name="connsiteX17" fmla="*/ 36214 w 55546"/>
                        <a:gd name="connsiteY17" fmla="*/ 52685 h 87560"/>
                        <a:gd name="connsiteX18" fmla="*/ 40682 w 55546"/>
                        <a:gd name="connsiteY18" fmla="*/ 62380 h 87560"/>
                        <a:gd name="connsiteX19" fmla="*/ 36069 w 55546"/>
                        <a:gd name="connsiteY19" fmla="*/ 72346 h 87560"/>
                        <a:gd name="connsiteX20" fmla="*/ 22884 w 55546"/>
                        <a:gd name="connsiteY20" fmla="*/ 75837 h 87560"/>
                        <a:gd name="connsiteX21" fmla="*/ 12809 w 55546"/>
                        <a:gd name="connsiteY21" fmla="*/ 74806 h 87560"/>
                        <a:gd name="connsiteX22" fmla="*/ 998 w 55546"/>
                        <a:gd name="connsiteY22" fmla="*/ 71658 h 87560"/>
                        <a:gd name="connsiteX23" fmla="*/ 998 w 55546"/>
                        <a:gd name="connsiteY23" fmla="*/ 81823 h 87560"/>
                        <a:gd name="connsiteX24" fmla="*/ 13189 w 55546"/>
                        <a:gd name="connsiteY24" fmla="*/ 84537 h 87560"/>
                        <a:gd name="connsiteX25" fmla="*/ 23897 w 55546"/>
                        <a:gd name="connsiteY25" fmla="*/ 85441 h 87560"/>
                        <a:gd name="connsiteX26" fmla="*/ 44462 w 55546"/>
                        <a:gd name="connsiteY26" fmla="*/ 79526 h 87560"/>
                        <a:gd name="connsiteX27" fmla="*/ 52040 w 55546"/>
                        <a:gd name="connsiteY27" fmla="*/ 63573 h 87560"/>
                        <a:gd name="connsiteX28" fmla="*/ 48025 w 55546"/>
                        <a:gd name="connsiteY28" fmla="*/ 51726 h 87560"/>
                        <a:gd name="connsiteX29" fmla="*/ 36612 w 55546"/>
                        <a:gd name="connsiteY29" fmla="*/ 45034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</a:cxnLst>
                      <a:rect l="l" t="t" r="r" b="b"/>
                      <a:pathLst>
                        <a:path w="55546" h="87560">
                          <a:moveTo>
                            <a:pt x="36612" y="45034"/>
                          </a:moveTo>
                          <a:cubicBezTo>
                            <a:pt x="42074" y="43864"/>
                            <a:pt x="46337" y="41429"/>
                            <a:pt x="49400" y="37727"/>
                          </a:cubicBezTo>
                          <a:cubicBezTo>
                            <a:pt x="52475" y="34037"/>
                            <a:pt x="54012" y="29479"/>
                            <a:pt x="54012" y="24053"/>
                          </a:cubicBezTo>
                          <a:cubicBezTo>
                            <a:pt x="54012" y="15732"/>
                            <a:pt x="51148" y="9287"/>
                            <a:pt x="45420" y="4717"/>
                          </a:cubicBezTo>
                          <a:cubicBezTo>
                            <a:pt x="39693" y="159"/>
                            <a:pt x="31553" y="-2120"/>
                            <a:pt x="21003" y="-2120"/>
                          </a:cubicBezTo>
                          <a:cubicBezTo>
                            <a:pt x="17470" y="-2120"/>
                            <a:pt x="13828" y="-1770"/>
                            <a:pt x="10078" y="-1071"/>
                          </a:cubicBezTo>
                          <a:cubicBezTo>
                            <a:pt x="6328" y="-371"/>
                            <a:pt x="2457" y="678"/>
                            <a:pt x="-1534" y="2077"/>
                          </a:cubicBezTo>
                          <a:lnTo>
                            <a:pt x="-1534" y="13092"/>
                          </a:lnTo>
                          <a:cubicBezTo>
                            <a:pt x="1625" y="11247"/>
                            <a:pt x="5086" y="9854"/>
                            <a:pt x="8848" y="8914"/>
                          </a:cubicBezTo>
                          <a:cubicBezTo>
                            <a:pt x="12622" y="7973"/>
                            <a:pt x="16565" y="7503"/>
                            <a:pt x="20677" y="7503"/>
                          </a:cubicBezTo>
                          <a:cubicBezTo>
                            <a:pt x="27827" y="7503"/>
                            <a:pt x="33278" y="8914"/>
                            <a:pt x="37028" y="11735"/>
                          </a:cubicBezTo>
                          <a:cubicBezTo>
                            <a:pt x="40778" y="14557"/>
                            <a:pt x="42653" y="18663"/>
                            <a:pt x="42653" y="24053"/>
                          </a:cubicBezTo>
                          <a:cubicBezTo>
                            <a:pt x="42653" y="29033"/>
                            <a:pt x="40911" y="32921"/>
                            <a:pt x="37426" y="35719"/>
                          </a:cubicBezTo>
                          <a:cubicBezTo>
                            <a:pt x="33941" y="38528"/>
                            <a:pt x="29094" y="39933"/>
                            <a:pt x="22884" y="39933"/>
                          </a:cubicBezTo>
                          <a:lnTo>
                            <a:pt x="13044" y="39933"/>
                          </a:lnTo>
                          <a:lnTo>
                            <a:pt x="13044" y="49321"/>
                          </a:lnTo>
                          <a:lnTo>
                            <a:pt x="23336" y="49321"/>
                          </a:lnTo>
                          <a:cubicBezTo>
                            <a:pt x="28943" y="49321"/>
                            <a:pt x="33236" y="50442"/>
                            <a:pt x="36214" y="52685"/>
                          </a:cubicBezTo>
                          <a:cubicBezTo>
                            <a:pt x="39192" y="54928"/>
                            <a:pt x="40682" y="58159"/>
                            <a:pt x="40682" y="62380"/>
                          </a:cubicBezTo>
                          <a:cubicBezTo>
                            <a:pt x="40682" y="66708"/>
                            <a:pt x="39144" y="70031"/>
                            <a:pt x="36069" y="72346"/>
                          </a:cubicBezTo>
                          <a:cubicBezTo>
                            <a:pt x="33007" y="74673"/>
                            <a:pt x="28611" y="75837"/>
                            <a:pt x="22884" y="75837"/>
                          </a:cubicBezTo>
                          <a:cubicBezTo>
                            <a:pt x="19749" y="75837"/>
                            <a:pt x="16390" y="75493"/>
                            <a:pt x="12809" y="74806"/>
                          </a:cubicBezTo>
                          <a:cubicBezTo>
                            <a:pt x="9228" y="74130"/>
                            <a:pt x="5291" y="73081"/>
                            <a:pt x="998" y="71658"/>
                          </a:cubicBezTo>
                          <a:lnTo>
                            <a:pt x="998" y="81823"/>
                          </a:lnTo>
                          <a:cubicBezTo>
                            <a:pt x="5339" y="83029"/>
                            <a:pt x="9403" y="83934"/>
                            <a:pt x="13189" y="84537"/>
                          </a:cubicBezTo>
                          <a:cubicBezTo>
                            <a:pt x="16975" y="85139"/>
                            <a:pt x="20544" y="85441"/>
                            <a:pt x="23897" y="85441"/>
                          </a:cubicBezTo>
                          <a:cubicBezTo>
                            <a:pt x="32566" y="85441"/>
                            <a:pt x="39421" y="83469"/>
                            <a:pt x="44462" y="79526"/>
                          </a:cubicBezTo>
                          <a:cubicBezTo>
                            <a:pt x="49514" y="75595"/>
                            <a:pt x="52040" y="70278"/>
                            <a:pt x="52040" y="63573"/>
                          </a:cubicBezTo>
                          <a:cubicBezTo>
                            <a:pt x="52040" y="58895"/>
                            <a:pt x="50702" y="54946"/>
                            <a:pt x="48025" y="51726"/>
                          </a:cubicBezTo>
                          <a:cubicBezTo>
                            <a:pt x="45348" y="48507"/>
                            <a:pt x="41544" y="46276"/>
                            <a:pt x="36612" y="4503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35" name="Freeform: Shape 1734">
                      <a:extLst>
                        <a:ext uri="{FF2B5EF4-FFF2-40B4-BE49-F238E27FC236}">
                          <a16:creationId xmlns:a16="http://schemas.microsoft.com/office/drawing/2014/main" id="{69E6DCB6-0B11-8AE7-4CC7-ED8101626CF5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572358" y="2694804"/>
                      <a:ext cx="54605" cy="86041"/>
                    </a:xfrm>
                    <a:custGeom>
                      <a:avLst/>
                      <a:gdLst>
                        <a:gd name="connsiteX0" fmla="*/ 2055 w 54605"/>
                        <a:gd name="connsiteY0" fmla="*/ 83964 h 86041"/>
                        <a:gd name="connsiteX1" fmla="*/ 46876 w 54605"/>
                        <a:gd name="connsiteY1" fmla="*/ 83964 h 86041"/>
                        <a:gd name="connsiteX2" fmla="*/ 46876 w 54605"/>
                        <a:gd name="connsiteY2" fmla="*/ 74341 h 86041"/>
                        <a:gd name="connsiteX3" fmla="*/ 12510 w 54605"/>
                        <a:gd name="connsiteY3" fmla="*/ 74341 h 86041"/>
                        <a:gd name="connsiteX4" fmla="*/ 12510 w 54605"/>
                        <a:gd name="connsiteY4" fmla="*/ 53667 h 86041"/>
                        <a:gd name="connsiteX5" fmla="*/ 17466 w 54605"/>
                        <a:gd name="connsiteY5" fmla="*/ 54934 h 86041"/>
                        <a:gd name="connsiteX6" fmla="*/ 22458 w 54605"/>
                        <a:gd name="connsiteY6" fmla="*/ 55350 h 86041"/>
                        <a:gd name="connsiteX7" fmla="*/ 44832 w 54605"/>
                        <a:gd name="connsiteY7" fmla="*/ 47608 h 86041"/>
                        <a:gd name="connsiteX8" fmla="*/ 53098 w 54605"/>
                        <a:gd name="connsiteY8" fmla="*/ 26645 h 86041"/>
                        <a:gd name="connsiteX9" fmla="*/ 44615 w 54605"/>
                        <a:gd name="connsiteY9" fmla="*/ 5465 h 86041"/>
                        <a:gd name="connsiteX10" fmla="*/ 20703 w 54605"/>
                        <a:gd name="connsiteY10" fmla="*/ -2078 h 86041"/>
                        <a:gd name="connsiteX11" fmla="*/ 9869 w 54605"/>
                        <a:gd name="connsiteY11" fmla="*/ -1173 h 86041"/>
                        <a:gd name="connsiteX12" fmla="*/ -1508 w 54605"/>
                        <a:gd name="connsiteY12" fmla="*/ 1540 h 86041"/>
                        <a:gd name="connsiteX13" fmla="*/ -1508 w 54605"/>
                        <a:gd name="connsiteY13" fmla="*/ 13025 h 86041"/>
                        <a:gd name="connsiteX14" fmla="*/ 9001 w 54605"/>
                        <a:gd name="connsiteY14" fmla="*/ 8901 h 86041"/>
                        <a:gd name="connsiteX15" fmla="*/ 20468 w 54605"/>
                        <a:gd name="connsiteY15" fmla="*/ 7545 h 86041"/>
                        <a:gd name="connsiteX16" fmla="*/ 35951 w 54605"/>
                        <a:gd name="connsiteY16" fmla="*/ 12682 h 86041"/>
                        <a:gd name="connsiteX17" fmla="*/ 41667 w 54605"/>
                        <a:gd name="connsiteY17" fmla="*/ 26645 h 86041"/>
                        <a:gd name="connsiteX18" fmla="*/ 35951 w 54605"/>
                        <a:gd name="connsiteY18" fmla="*/ 40590 h 86041"/>
                        <a:gd name="connsiteX19" fmla="*/ 20468 w 54605"/>
                        <a:gd name="connsiteY19" fmla="*/ 45745 h 86041"/>
                        <a:gd name="connsiteX20" fmla="*/ 11334 w 54605"/>
                        <a:gd name="connsiteY20" fmla="*/ 44732 h 86041"/>
                        <a:gd name="connsiteX21" fmla="*/ 2055 w 54605"/>
                        <a:gd name="connsiteY21" fmla="*/ 41567 h 86041"/>
                        <a:gd name="connsiteX22" fmla="*/ 2055 w 54605"/>
                        <a:gd name="connsiteY22" fmla="*/ 83964 h 860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54605" h="86041">
                          <a:moveTo>
                            <a:pt x="2055" y="83964"/>
                          </a:moveTo>
                          <a:lnTo>
                            <a:pt x="46876" y="83964"/>
                          </a:lnTo>
                          <a:lnTo>
                            <a:pt x="46876" y="74341"/>
                          </a:lnTo>
                          <a:lnTo>
                            <a:pt x="12510" y="74341"/>
                          </a:lnTo>
                          <a:lnTo>
                            <a:pt x="12510" y="53667"/>
                          </a:lnTo>
                          <a:cubicBezTo>
                            <a:pt x="14162" y="54234"/>
                            <a:pt x="15814" y="54656"/>
                            <a:pt x="17466" y="54934"/>
                          </a:cubicBezTo>
                          <a:cubicBezTo>
                            <a:pt x="19130" y="55211"/>
                            <a:pt x="20794" y="55350"/>
                            <a:pt x="22458" y="55350"/>
                          </a:cubicBezTo>
                          <a:cubicBezTo>
                            <a:pt x="31875" y="55350"/>
                            <a:pt x="39333" y="52769"/>
                            <a:pt x="44832" y="47608"/>
                          </a:cubicBezTo>
                          <a:cubicBezTo>
                            <a:pt x="50343" y="42447"/>
                            <a:pt x="53098" y="35459"/>
                            <a:pt x="53098" y="26645"/>
                          </a:cubicBezTo>
                          <a:cubicBezTo>
                            <a:pt x="53098" y="17565"/>
                            <a:pt x="50270" y="10505"/>
                            <a:pt x="44615" y="5465"/>
                          </a:cubicBezTo>
                          <a:cubicBezTo>
                            <a:pt x="38959" y="436"/>
                            <a:pt x="30989" y="-2078"/>
                            <a:pt x="20703" y="-2078"/>
                          </a:cubicBezTo>
                          <a:cubicBezTo>
                            <a:pt x="17158" y="-2078"/>
                            <a:pt x="13547" y="-1776"/>
                            <a:pt x="9869" y="-1173"/>
                          </a:cubicBezTo>
                          <a:cubicBezTo>
                            <a:pt x="6203" y="-570"/>
                            <a:pt x="2411" y="334"/>
                            <a:pt x="-1508" y="1540"/>
                          </a:cubicBezTo>
                          <a:lnTo>
                            <a:pt x="-1508" y="13025"/>
                          </a:lnTo>
                          <a:cubicBezTo>
                            <a:pt x="1881" y="11180"/>
                            <a:pt x="5383" y="9806"/>
                            <a:pt x="9001" y="8901"/>
                          </a:cubicBezTo>
                          <a:cubicBezTo>
                            <a:pt x="12618" y="7997"/>
                            <a:pt x="16441" y="7545"/>
                            <a:pt x="20468" y="7545"/>
                          </a:cubicBezTo>
                          <a:cubicBezTo>
                            <a:pt x="26992" y="7545"/>
                            <a:pt x="32153" y="9257"/>
                            <a:pt x="35951" y="12682"/>
                          </a:cubicBezTo>
                          <a:cubicBezTo>
                            <a:pt x="39761" y="16106"/>
                            <a:pt x="41667" y="20761"/>
                            <a:pt x="41667" y="26645"/>
                          </a:cubicBezTo>
                          <a:cubicBezTo>
                            <a:pt x="41667" y="32517"/>
                            <a:pt x="39761" y="37166"/>
                            <a:pt x="35951" y="40590"/>
                          </a:cubicBezTo>
                          <a:cubicBezTo>
                            <a:pt x="32153" y="44027"/>
                            <a:pt x="26992" y="45745"/>
                            <a:pt x="20468" y="45745"/>
                          </a:cubicBezTo>
                          <a:cubicBezTo>
                            <a:pt x="17417" y="45745"/>
                            <a:pt x="14373" y="45407"/>
                            <a:pt x="11334" y="44732"/>
                          </a:cubicBezTo>
                          <a:cubicBezTo>
                            <a:pt x="8308" y="44057"/>
                            <a:pt x="5215" y="43002"/>
                            <a:pt x="2055" y="41567"/>
                          </a:cubicBezTo>
                          <a:lnTo>
                            <a:pt x="2055" y="8396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36" name="Freeform: Shape 1735">
                      <a:extLst>
                        <a:ext uri="{FF2B5EF4-FFF2-40B4-BE49-F238E27FC236}">
                          <a16:creationId xmlns:a16="http://schemas.microsoft.com/office/drawing/2014/main" id="{579248D4-29DF-79C3-BD6F-A8BE040D1E6E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644705" y="2693285"/>
                      <a:ext cx="58331" cy="87560"/>
                    </a:xfrm>
                    <a:custGeom>
                      <a:avLst/>
                      <a:gdLst>
                        <a:gd name="connsiteX0" fmla="*/ 27624 w 58331"/>
                        <a:gd name="connsiteY0" fmla="*/ 76397 h 87560"/>
                        <a:gd name="connsiteX1" fmla="*/ 14366 w 58331"/>
                        <a:gd name="connsiteY1" fmla="*/ 67715 h 87560"/>
                        <a:gd name="connsiteX2" fmla="*/ 9935 w 58331"/>
                        <a:gd name="connsiteY2" fmla="*/ 41633 h 87560"/>
                        <a:gd name="connsiteX3" fmla="*/ 14366 w 58331"/>
                        <a:gd name="connsiteY3" fmla="*/ 15606 h 87560"/>
                        <a:gd name="connsiteX4" fmla="*/ 27624 w 58331"/>
                        <a:gd name="connsiteY4" fmla="*/ 6924 h 87560"/>
                        <a:gd name="connsiteX5" fmla="*/ 40937 w 58331"/>
                        <a:gd name="connsiteY5" fmla="*/ 15606 h 87560"/>
                        <a:gd name="connsiteX6" fmla="*/ 45386 w 58331"/>
                        <a:gd name="connsiteY6" fmla="*/ 41633 h 87560"/>
                        <a:gd name="connsiteX7" fmla="*/ 40937 w 58331"/>
                        <a:gd name="connsiteY7" fmla="*/ 67715 h 87560"/>
                        <a:gd name="connsiteX8" fmla="*/ 27624 w 58331"/>
                        <a:gd name="connsiteY8" fmla="*/ 76397 h 87560"/>
                        <a:gd name="connsiteX9" fmla="*/ 27624 w 58331"/>
                        <a:gd name="connsiteY9" fmla="*/ 85441 h 87560"/>
                        <a:gd name="connsiteX10" fmla="*/ 49311 w 58331"/>
                        <a:gd name="connsiteY10" fmla="*/ 74209 h 87560"/>
                        <a:gd name="connsiteX11" fmla="*/ 56799 w 58331"/>
                        <a:gd name="connsiteY11" fmla="*/ 41633 h 87560"/>
                        <a:gd name="connsiteX12" fmla="*/ 49311 w 58331"/>
                        <a:gd name="connsiteY12" fmla="*/ 9094 h 87560"/>
                        <a:gd name="connsiteX13" fmla="*/ 27624 w 58331"/>
                        <a:gd name="connsiteY13" fmla="*/ -2120 h 87560"/>
                        <a:gd name="connsiteX14" fmla="*/ 5956 w 58331"/>
                        <a:gd name="connsiteY14" fmla="*/ 9094 h 87560"/>
                        <a:gd name="connsiteX15" fmla="*/ -1532 w 58331"/>
                        <a:gd name="connsiteY15" fmla="*/ 41633 h 87560"/>
                        <a:gd name="connsiteX16" fmla="*/ 5956 w 58331"/>
                        <a:gd name="connsiteY16" fmla="*/ 74209 h 87560"/>
                        <a:gd name="connsiteX17" fmla="*/ 27624 w 58331"/>
                        <a:gd name="connsiteY17" fmla="*/ 85441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24" y="76397"/>
                          </a:moveTo>
                          <a:cubicBezTo>
                            <a:pt x="21752" y="76397"/>
                            <a:pt x="17333" y="73503"/>
                            <a:pt x="14366" y="67715"/>
                          </a:cubicBezTo>
                          <a:cubicBezTo>
                            <a:pt x="11412" y="61940"/>
                            <a:pt x="9935" y="53246"/>
                            <a:pt x="9935" y="41633"/>
                          </a:cubicBezTo>
                          <a:cubicBezTo>
                            <a:pt x="9935" y="30070"/>
                            <a:pt x="11412" y="21394"/>
                            <a:pt x="14366" y="15606"/>
                          </a:cubicBezTo>
                          <a:cubicBezTo>
                            <a:pt x="17333" y="9818"/>
                            <a:pt x="21752" y="6924"/>
                            <a:pt x="27624" y="6924"/>
                          </a:cubicBezTo>
                          <a:cubicBezTo>
                            <a:pt x="33545" y="6924"/>
                            <a:pt x="37982" y="9818"/>
                            <a:pt x="40937" y="15606"/>
                          </a:cubicBezTo>
                          <a:cubicBezTo>
                            <a:pt x="43903" y="21394"/>
                            <a:pt x="45386" y="30070"/>
                            <a:pt x="45386" y="41633"/>
                          </a:cubicBezTo>
                          <a:cubicBezTo>
                            <a:pt x="45386" y="53246"/>
                            <a:pt x="43903" y="61940"/>
                            <a:pt x="40937" y="67715"/>
                          </a:cubicBezTo>
                          <a:cubicBezTo>
                            <a:pt x="37982" y="73503"/>
                            <a:pt x="33545" y="76397"/>
                            <a:pt x="27624" y="76397"/>
                          </a:cubicBezTo>
                          <a:close/>
                          <a:moveTo>
                            <a:pt x="27624" y="85441"/>
                          </a:moveTo>
                          <a:cubicBezTo>
                            <a:pt x="37090" y="85441"/>
                            <a:pt x="44319" y="81697"/>
                            <a:pt x="49311" y="74209"/>
                          </a:cubicBezTo>
                          <a:cubicBezTo>
                            <a:pt x="54303" y="66733"/>
                            <a:pt x="56799" y="55874"/>
                            <a:pt x="56799" y="41633"/>
                          </a:cubicBezTo>
                          <a:cubicBezTo>
                            <a:pt x="56799" y="27429"/>
                            <a:pt x="54303" y="16583"/>
                            <a:pt x="49311" y="9094"/>
                          </a:cubicBezTo>
                          <a:cubicBezTo>
                            <a:pt x="44319" y="1618"/>
                            <a:pt x="37090" y="-2120"/>
                            <a:pt x="27624" y="-2120"/>
                          </a:cubicBezTo>
                          <a:cubicBezTo>
                            <a:pt x="18171" y="-2120"/>
                            <a:pt x="10948" y="1618"/>
                            <a:pt x="5956" y="9094"/>
                          </a:cubicBezTo>
                          <a:cubicBezTo>
                            <a:pt x="964" y="16583"/>
                            <a:pt x="-1532" y="27429"/>
                            <a:pt x="-1532" y="41633"/>
                          </a:cubicBezTo>
                          <a:cubicBezTo>
                            <a:pt x="-1532" y="55874"/>
                            <a:pt x="964" y="66733"/>
                            <a:pt x="5956" y="74209"/>
                          </a:cubicBezTo>
                          <a:cubicBezTo>
                            <a:pt x="10948" y="81697"/>
                            <a:pt x="18171" y="85441"/>
                            <a:pt x="27624" y="8544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37" name="Freeform: Shape 1736">
                      <a:extLst>
                        <a:ext uri="{FF2B5EF4-FFF2-40B4-BE49-F238E27FC236}">
                          <a16:creationId xmlns:a16="http://schemas.microsoft.com/office/drawing/2014/main" id="{102C6E14-4D30-5DA7-B647-4C5D8C3E487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718354" y="2693285"/>
                      <a:ext cx="58331" cy="87560"/>
                    </a:xfrm>
                    <a:custGeom>
                      <a:avLst/>
                      <a:gdLst>
                        <a:gd name="connsiteX0" fmla="*/ 27631 w 58331"/>
                        <a:gd name="connsiteY0" fmla="*/ 76397 h 87560"/>
                        <a:gd name="connsiteX1" fmla="*/ 14373 w 58331"/>
                        <a:gd name="connsiteY1" fmla="*/ 67715 h 87560"/>
                        <a:gd name="connsiteX2" fmla="*/ 9941 w 58331"/>
                        <a:gd name="connsiteY2" fmla="*/ 41633 h 87560"/>
                        <a:gd name="connsiteX3" fmla="*/ 14373 w 58331"/>
                        <a:gd name="connsiteY3" fmla="*/ 15606 h 87560"/>
                        <a:gd name="connsiteX4" fmla="*/ 27631 w 58331"/>
                        <a:gd name="connsiteY4" fmla="*/ 6924 h 87560"/>
                        <a:gd name="connsiteX5" fmla="*/ 40943 w 58331"/>
                        <a:gd name="connsiteY5" fmla="*/ 15606 h 87560"/>
                        <a:gd name="connsiteX6" fmla="*/ 45392 w 58331"/>
                        <a:gd name="connsiteY6" fmla="*/ 41633 h 87560"/>
                        <a:gd name="connsiteX7" fmla="*/ 40943 w 58331"/>
                        <a:gd name="connsiteY7" fmla="*/ 67715 h 87560"/>
                        <a:gd name="connsiteX8" fmla="*/ 27631 w 58331"/>
                        <a:gd name="connsiteY8" fmla="*/ 76397 h 87560"/>
                        <a:gd name="connsiteX9" fmla="*/ 27631 w 58331"/>
                        <a:gd name="connsiteY9" fmla="*/ 85441 h 87560"/>
                        <a:gd name="connsiteX10" fmla="*/ 49317 w 58331"/>
                        <a:gd name="connsiteY10" fmla="*/ 74209 h 87560"/>
                        <a:gd name="connsiteX11" fmla="*/ 56806 w 58331"/>
                        <a:gd name="connsiteY11" fmla="*/ 41633 h 87560"/>
                        <a:gd name="connsiteX12" fmla="*/ 49317 w 58331"/>
                        <a:gd name="connsiteY12" fmla="*/ 9094 h 87560"/>
                        <a:gd name="connsiteX13" fmla="*/ 27631 w 58331"/>
                        <a:gd name="connsiteY13" fmla="*/ -2120 h 87560"/>
                        <a:gd name="connsiteX14" fmla="*/ 5962 w 58331"/>
                        <a:gd name="connsiteY14" fmla="*/ 9094 h 87560"/>
                        <a:gd name="connsiteX15" fmla="*/ -1526 w 58331"/>
                        <a:gd name="connsiteY15" fmla="*/ 41633 h 87560"/>
                        <a:gd name="connsiteX16" fmla="*/ 5962 w 58331"/>
                        <a:gd name="connsiteY16" fmla="*/ 74209 h 87560"/>
                        <a:gd name="connsiteX17" fmla="*/ 27631 w 58331"/>
                        <a:gd name="connsiteY17" fmla="*/ 85441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31" y="76397"/>
                          </a:moveTo>
                          <a:cubicBezTo>
                            <a:pt x="21758" y="76397"/>
                            <a:pt x="17339" y="73503"/>
                            <a:pt x="14373" y="67715"/>
                          </a:cubicBezTo>
                          <a:cubicBezTo>
                            <a:pt x="11418" y="61940"/>
                            <a:pt x="9941" y="53246"/>
                            <a:pt x="9941" y="41633"/>
                          </a:cubicBezTo>
                          <a:cubicBezTo>
                            <a:pt x="9941" y="30070"/>
                            <a:pt x="11418" y="21394"/>
                            <a:pt x="14373" y="15606"/>
                          </a:cubicBezTo>
                          <a:cubicBezTo>
                            <a:pt x="17339" y="9818"/>
                            <a:pt x="21758" y="6924"/>
                            <a:pt x="27631" y="6924"/>
                          </a:cubicBezTo>
                          <a:cubicBezTo>
                            <a:pt x="33551" y="6924"/>
                            <a:pt x="37989" y="9818"/>
                            <a:pt x="40943" y="15606"/>
                          </a:cubicBezTo>
                          <a:cubicBezTo>
                            <a:pt x="43909" y="21394"/>
                            <a:pt x="45392" y="30070"/>
                            <a:pt x="45392" y="41633"/>
                          </a:cubicBezTo>
                          <a:cubicBezTo>
                            <a:pt x="45392" y="53246"/>
                            <a:pt x="43909" y="61940"/>
                            <a:pt x="40943" y="67715"/>
                          </a:cubicBezTo>
                          <a:cubicBezTo>
                            <a:pt x="37989" y="73503"/>
                            <a:pt x="33551" y="76397"/>
                            <a:pt x="27631" y="76397"/>
                          </a:cubicBezTo>
                          <a:close/>
                          <a:moveTo>
                            <a:pt x="27631" y="85441"/>
                          </a:moveTo>
                          <a:cubicBezTo>
                            <a:pt x="37096" y="85441"/>
                            <a:pt x="44325" y="81697"/>
                            <a:pt x="49317" y="74209"/>
                          </a:cubicBezTo>
                          <a:cubicBezTo>
                            <a:pt x="54309" y="66733"/>
                            <a:pt x="56806" y="55874"/>
                            <a:pt x="56806" y="41633"/>
                          </a:cubicBezTo>
                          <a:cubicBezTo>
                            <a:pt x="56806" y="27429"/>
                            <a:pt x="54309" y="16583"/>
                            <a:pt x="49317" y="9094"/>
                          </a:cubicBezTo>
                          <a:cubicBezTo>
                            <a:pt x="44325" y="1618"/>
                            <a:pt x="37096" y="-2120"/>
                            <a:pt x="27631" y="-2120"/>
                          </a:cubicBezTo>
                          <a:cubicBezTo>
                            <a:pt x="18177" y="-2120"/>
                            <a:pt x="10954" y="1618"/>
                            <a:pt x="5962" y="9094"/>
                          </a:cubicBezTo>
                          <a:cubicBezTo>
                            <a:pt x="970" y="16583"/>
                            <a:pt x="-1526" y="27429"/>
                            <a:pt x="-1526" y="41633"/>
                          </a:cubicBezTo>
                          <a:cubicBezTo>
                            <a:pt x="-1526" y="55874"/>
                            <a:pt x="970" y="66733"/>
                            <a:pt x="5962" y="74209"/>
                          </a:cubicBezTo>
                          <a:cubicBezTo>
                            <a:pt x="10954" y="81697"/>
                            <a:pt x="18177" y="85441"/>
                            <a:pt x="27631" y="8544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</p:grpSp>
            </p:grpSp>
            <p:grpSp>
              <p:nvGrpSpPr>
                <p:cNvPr id="1738" name="Graphic 4">
                  <a:extLst>
                    <a:ext uri="{FF2B5EF4-FFF2-40B4-BE49-F238E27FC236}">
                      <a16:creationId xmlns:a16="http://schemas.microsoft.com/office/drawing/2014/main" id="{9129080C-DEA6-B966-BC08-887E951D9EEE}"/>
                    </a:ext>
                  </a:extLst>
                </p:cNvPr>
                <p:cNvGrpSpPr/>
                <p:nvPr/>
              </p:nvGrpSpPr>
              <p:grpSpPr>
                <a:xfrm>
                  <a:off x="11408742" y="1980210"/>
                  <a:ext cx="367943" cy="87560"/>
                  <a:chOff x="11408742" y="1980210"/>
                  <a:chExt cx="367943" cy="87560"/>
                </a:xfrm>
              </p:grpSpPr>
              <p:sp>
                <p:nvSpPr>
                  <p:cNvPr id="1739" name="Freeform: Shape 1738">
                    <a:extLst>
                      <a:ext uri="{FF2B5EF4-FFF2-40B4-BE49-F238E27FC236}">
                        <a16:creationId xmlns:a16="http://schemas.microsoft.com/office/drawing/2014/main" id="{AF478A1C-9FE0-6EC0-B1E0-33D35F32131B}"/>
                      </a:ext>
                    </a:extLst>
                  </p:cNvPr>
                  <p:cNvSpPr/>
                  <p:nvPr/>
                </p:nvSpPr>
                <p:spPr>
                  <a:xfrm>
                    <a:off x="11408742" y="2022148"/>
                    <a:ext cx="40515" cy="11575"/>
                  </a:xfrm>
                  <a:custGeom>
                    <a:avLst/>
                    <a:gdLst>
                      <a:gd name="connsiteX0" fmla="*/ 479 w 40515"/>
                      <a:gd name="connsiteY0" fmla="*/ 148 h 11575"/>
                      <a:gd name="connsiteX1" fmla="*/ 40995 w 40515"/>
                      <a:gd name="connsiteY1" fmla="*/ 148 h 11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0515" h="11575">
                        <a:moveTo>
                          <a:pt x="479" y="148"/>
                        </a:moveTo>
                        <a:lnTo>
                          <a:pt x="40995" y="148"/>
                        </a:lnTo>
                      </a:path>
                    </a:pathLst>
                  </a:custGeom>
                  <a:solidFill>
                    <a:srgbClr val="000000"/>
                  </a:solidFill>
                  <a:ln w="926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grpSp>
                <p:nvGrpSpPr>
                  <p:cNvPr id="1740" name="Graphic 4">
                    <a:extLst>
                      <a:ext uri="{FF2B5EF4-FFF2-40B4-BE49-F238E27FC236}">
                        <a16:creationId xmlns:a16="http://schemas.microsoft.com/office/drawing/2014/main" id="{31C08BFE-83FF-E569-9EFB-CE49519D0586}"/>
                      </a:ext>
                    </a:extLst>
                  </p:cNvPr>
                  <p:cNvGrpSpPr/>
                  <p:nvPr/>
                </p:nvGrpSpPr>
                <p:grpSpPr>
                  <a:xfrm>
                    <a:off x="11495435" y="1980210"/>
                    <a:ext cx="281250" cy="87560"/>
                    <a:chOff x="11495435" y="1980210"/>
                    <a:chExt cx="281250" cy="87560"/>
                  </a:xfrm>
                </p:grpSpPr>
                <p:sp>
                  <p:nvSpPr>
                    <p:cNvPr id="1741" name="Freeform: Shape 1740">
                      <a:extLst>
                        <a:ext uri="{FF2B5EF4-FFF2-40B4-BE49-F238E27FC236}">
                          <a16:creationId xmlns:a16="http://schemas.microsoft.com/office/drawing/2014/main" id="{C691E648-39CA-16BE-60F6-EB750561302F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495435" y="1981730"/>
                      <a:ext cx="61496" cy="84395"/>
                    </a:xfrm>
                    <a:custGeom>
                      <a:avLst/>
                      <a:gdLst>
                        <a:gd name="connsiteX0" fmla="*/ 36568 w 61496"/>
                        <a:gd name="connsiteY0" fmla="*/ 72263 h 84395"/>
                        <a:gd name="connsiteX1" fmla="*/ 7737 w 61496"/>
                        <a:gd name="connsiteY1" fmla="*/ 27207 h 84395"/>
                        <a:gd name="connsiteX2" fmla="*/ 36568 w 61496"/>
                        <a:gd name="connsiteY2" fmla="*/ 27207 h 84395"/>
                        <a:gd name="connsiteX3" fmla="*/ 36568 w 61496"/>
                        <a:gd name="connsiteY3" fmla="*/ 72263 h 84395"/>
                        <a:gd name="connsiteX4" fmla="*/ 33566 w 61496"/>
                        <a:gd name="connsiteY4" fmla="*/ 82211 h 84395"/>
                        <a:gd name="connsiteX5" fmla="*/ 47927 w 61496"/>
                        <a:gd name="connsiteY5" fmla="*/ 82211 h 84395"/>
                        <a:gd name="connsiteX6" fmla="*/ 47927 w 61496"/>
                        <a:gd name="connsiteY6" fmla="*/ 27207 h 84395"/>
                        <a:gd name="connsiteX7" fmla="*/ 59973 w 61496"/>
                        <a:gd name="connsiteY7" fmla="*/ 27207 h 84395"/>
                        <a:gd name="connsiteX8" fmla="*/ 59973 w 61496"/>
                        <a:gd name="connsiteY8" fmla="*/ 17711 h 84395"/>
                        <a:gd name="connsiteX9" fmla="*/ 47927 w 61496"/>
                        <a:gd name="connsiteY9" fmla="*/ 17711 h 84395"/>
                        <a:gd name="connsiteX10" fmla="*/ 47927 w 61496"/>
                        <a:gd name="connsiteY10" fmla="*/ -2185 h 84395"/>
                        <a:gd name="connsiteX11" fmla="*/ 36568 w 61496"/>
                        <a:gd name="connsiteY11" fmla="*/ -2185 h 84395"/>
                        <a:gd name="connsiteX12" fmla="*/ 36568 w 61496"/>
                        <a:gd name="connsiteY12" fmla="*/ 17711 h 84395"/>
                        <a:gd name="connsiteX13" fmla="*/ -1524 w 61496"/>
                        <a:gd name="connsiteY13" fmla="*/ 17711 h 84395"/>
                        <a:gd name="connsiteX14" fmla="*/ -1524 w 61496"/>
                        <a:gd name="connsiteY14" fmla="*/ 28726 h 84395"/>
                        <a:gd name="connsiteX15" fmla="*/ 33566 w 61496"/>
                        <a:gd name="connsiteY15" fmla="*/ 82211 h 843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61496" h="84395">
                          <a:moveTo>
                            <a:pt x="36568" y="72263"/>
                          </a:moveTo>
                          <a:lnTo>
                            <a:pt x="7737" y="27207"/>
                          </a:lnTo>
                          <a:lnTo>
                            <a:pt x="36568" y="27207"/>
                          </a:lnTo>
                          <a:lnTo>
                            <a:pt x="36568" y="72263"/>
                          </a:lnTo>
                          <a:close/>
                          <a:moveTo>
                            <a:pt x="33566" y="82211"/>
                          </a:moveTo>
                          <a:lnTo>
                            <a:pt x="47927" y="82211"/>
                          </a:lnTo>
                          <a:lnTo>
                            <a:pt x="47927" y="27207"/>
                          </a:lnTo>
                          <a:lnTo>
                            <a:pt x="59973" y="27207"/>
                          </a:lnTo>
                          <a:lnTo>
                            <a:pt x="59973" y="17711"/>
                          </a:lnTo>
                          <a:lnTo>
                            <a:pt x="47927" y="17711"/>
                          </a:lnTo>
                          <a:lnTo>
                            <a:pt x="47927" y="-2185"/>
                          </a:lnTo>
                          <a:lnTo>
                            <a:pt x="36568" y="-2185"/>
                          </a:lnTo>
                          <a:lnTo>
                            <a:pt x="36568" y="17711"/>
                          </a:lnTo>
                          <a:lnTo>
                            <a:pt x="-1524" y="17711"/>
                          </a:lnTo>
                          <a:lnTo>
                            <a:pt x="-1524" y="28726"/>
                          </a:lnTo>
                          <a:lnTo>
                            <a:pt x="33566" y="82211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42" name="Freeform: Shape 1741">
                      <a:extLst>
                        <a:ext uri="{FF2B5EF4-FFF2-40B4-BE49-F238E27FC236}">
                          <a16:creationId xmlns:a16="http://schemas.microsoft.com/office/drawing/2014/main" id="{29690A4E-6C12-7734-74FB-0059A455FB16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571056" y="1980210"/>
                      <a:ext cx="58331" cy="87560"/>
                    </a:xfrm>
                    <a:custGeom>
                      <a:avLst/>
                      <a:gdLst>
                        <a:gd name="connsiteX0" fmla="*/ 27618 w 58331"/>
                        <a:gd name="connsiteY0" fmla="*/ 76336 h 87560"/>
                        <a:gd name="connsiteX1" fmla="*/ 14360 w 58331"/>
                        <a:gd name="connsiteY1" fmla="*/ 67654 h 87560"/>
                        <a:gd name="connsiteX2" fmla="*/ 9929 w 58331"/>
                        <a:gd name="connsiteY2" fmla="*/ 41572 h 87560"/>
                        <a:gd name="connsiteX3" fmla="*/ 14360 w 58331"/>
                        <a:gd name="connsiteY3" fmla="*/ 15544 h 87560"/>
                        <a:gd name="connsiteX4" fmla="*/ 27618 w 58331"/>
                        <a:gd name="connsiteY4" fmla="*/ 6862 h 87560"/>
                        <a:gd name="connsiteX5" fmla="*/ 40930 w 58331"/>
                        <a:gd name="connsiteY5" fmla="*/ 15544 h 87560"/>
                        <a:gd name="connsiteX6" fmla="*/ 45380 w 58331"/>
                        <a:gd name="connsiteY6" fmla="*/ 41572 h 87560"/>
                        <a:gd name="connsiteX7" fmla="*/ 40930 w 58331"/>
                        <a:gd name="connsiteY7" fmla="*/ 67654 h 87560"/>
                        <a:gd name="connsiteX8" fmla="*/ 27618 w 58331"/>
                        <a:gd name="connsiteY8" fmla="*/ 76336 h 87560"/>
                        <a:gd name="connsiteX9" fmla="*/ 27618 w 58331"/>
                        <a:gd name="connsiteY9" fmla="*/ 85379 h 87560"/>
                        <a:gd name="connsiteX10" fmla="*/ 49305 w 58331"/>
                        <a:gd name="connsiteY10" fmla="*/ 74147 h 87560"/>
                        <a:gd name="connsiteX11" fmla="*/ 56793 w 58331"/>
                        <a:gd name="connsiteY11" fmla="*/ 41572 h 87560"/>
                        <a:gd name="connsiteX12" fmla="*/ 49305 w 58331"/>
                        <a:gd name="connsiteY12" fmla="*/ 9033 h 87560"/>
                        <a:gd name="connsiteX13" fmla="*/ 27618 w 58331"/>
                        <a:gd name="connsiteY13" fmla="*/ -2181 h 87560"/>
                        <a:gd name="connsiteX14" fmla="*/ 5949 w 58331"/>
                        <a:gd name="connsiteY14" fmla="*/ 9033 h 87560"/>
                        <a:gd name="connsiteX15" fmla="*/ -1539 w 58331"/>
                        <a:gd name="connsiteY15" fmla="*/ 41572 h 87560"/>
                        <a:gd name="connsiteX16" fmla="*/ 5949 w 58331"/>
                        <a:gd name="connsiteY16" fmla="*/ 74147 h 87560"/>
                        <a:gd name="connsiteX17" fmla="*/ 27618 w 58331"/>
                        <a:gd name="connsiteY17" fmla="*/ 85379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18" y="76336"/>
                          </a:moveTo>
                          <a:cubicBezTo>
                            <a:pt x="21746" y="76336"/>
                            <a:pt x="17326" y="73442"/>
                            <a:pt x="14360" y="67654"/>
                          </a:cubicBezTo>
                          <a:cubicBezTo>
                            <a:pt x="11406" y="61878"/>
                            <a:pt x="9929" y="53184"/>
                            <a:pt x="9929" y="41572"/>
                          </a:cubicBezTo>
                          <a:cubicBezTo>
                            <a:pt x="9929" y="30008"/>
                            <a:pt x="11406" y="21332"/>
                            <a:pt x="14360" y="15544"/>
                          </a:cubicBezTo>
                          <a:cubicBezTo>
                            <a:pt x="17326" y="9756"/>
                            <a:pt x="21746" y="6862"/>
                            <a:pt x="27618" y="6862"/>
                          </a:cubicBezTo>
                          <a:cubicBezTo>
                            <a:pt x="33538" y="6862"/>
                            <a:pt x="37976" y="9756"/>
                            <a:pt x="40930" y="15544"/>
                          </a:cubicBezTo>
                          <a:cubicBezTo>
                            <a:pt x="43897" y="21332"/>
                            <a:pt x="45380" y="30008"/>
                            <a:pt x="45380" y="41572"/>
                          </a:cubicBezTo>
                          <a:cubicBezTo>
                            <a:pt x="45380" y="53184"/>
                            <a:pt x="43897" y="61878"/>
                            <a:pt x="40930" y="67654"/>
                          </a:cubicBezTo>
                          <a:cubicBezTo>
                            <a:pt x="37976" y="73442"/>
                            <a:pt x="33538" y="76336"/>
                            <a:pt x="27618" y="76336"/>
                          </a:cubicBezTo>
                          <a:close/>
                          <a:moveTo>
                            <a:pt x="27618" y="85379"/>
                          </a:moveTo>
                          <a:cubicBezTo>
                            <a:pt x="37084" y="85379"/>
                            <a:pt x="44313" y="81635"/>
                            <a:pt x="49305" y="74147"/>
                          </a:cubicBezTo>
                          <a:cubicBezTo>
                            <a:pt x="54297" y="66671"/>
                            <a:pt x="56793" y="55813"/>
                            <a:pt x="56793" y="41572"/>
                          </a:cubicBezTo>
                          <a:cubicBezTo>
                            <a:pt x="56793" y="27367"/>
                            <a:pt x="54297" y="16521"/>
                            <a:pt x="49305" y="9033"/>
                          </a:cubicBezTo>
                          <a:cubicBezTo>
                            <a:pt x="44313" y="1557"/>
                            <a:pt x="37084" y="-2181"/>
                            <a:pt x="27618" y="-2181"/>
                          </a:cubicBezTo>
                          <a:cubicBezTo>
                            <a:pt x="18164" y="-2181"/>
                            <a:pt x="10941" y="1557"/>
                            <a:pt x="5949" y="9033"/>
                          </a:cubicBezTo>
                          <a:cubicBezTo>
                            <a:pt x="957" y="16521"/>
                            <a:pt x="-1539" y="27367"/>
                            <a:pt x="-1539" y="41572"/>
                          </a:cubicBezTo>
                          <a:cubicBezTo>
                            <a:pt x="-1539" y="55813"/>
                            <a:pt x="957" y="66671"/>
                            <a:pt x="5949" y="74147"/>
                          </a:cubicBezTo>
                          <a:cubicBezTo>
                            <a:pt x="10941" y="81635"/>
                            <a:pt x="18164" y="85379"/>
                            <a:pt x="27618" y="853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43" name="Freeform: Shape 1742">
                      <a:extLst>
                        <a:ext uri="{FF2B5EF4-FFF2-40B4-BE49-F238E27FC236}">
                          <a16:creationId xmlns:a16="http://schemas.microsoft.com/office/drawing/2014/main" id="{7A615AF9-7CD5-B32D-94BD-8BF02CC4F26E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644705" y="1980210"/>
                      <a:ext cx="58331" cy="87560"/>
                    </a:xfrm>
                    <a:custGeom>
                      <a:avLst/>
                      <a:gdLst>
                        <a:gd name="connsiteX0" fmla="*/ 27624 w 58331"/>
                        <a:gd name="connsiteY0" fmla="*/ 76336 h 87560"/>
                        <a:gd name="connsiteX1" fmla="*/ 14366 w 58331"/>
                        <a:gd name="connsiteY1" fmla="*/ 67654 h 87560"/>
                        <a:gd name="connsiteX2" fmla="*/ 9935 w 58331"/>
                        <a:gd name="connsiteY2" fmla="*/ 41572 h 87560"/>
                        <a:gd name="connsiteX3" fmla="*/ 14366 w 58331"/>
                        <a:gd name="connsiteY3" fmla="*/ 15544 h 87560"/>
                        <a:gd name="connsiteX4" fmla="*/ 27624 w 58331"/>
                        <a:gd name="connsiteY4" fmla="*/ 6862 h 87560"/>
                        <a:gd name="connsiteX5" fmla="*/ 40937 w 58331"/>
                        <a:gd name="connsiteY5" fmla="*/ 15544 h 87560"/>
                        <a:gd name="connsiteX6" fmla="*/ 45386 w 58331"/>
                        <a:gd name="connsiteY6" fmla="*/ 41572 h 87560"/>
                        <a:gd name="connsiteX7" fmla="*/ 40937 w 58331"/>
                        <a:gd name="connsiteY7" fmla="*/ 67654 h 87560"/>
                        <a:gd name="connsiteX8" fmla="*/ 27624 w 58331"/>
                        <a:gd name="connsiteY8" fmla="*/ 76336 h 87560"/>
                        <a:gd name="connsiteX9" fmla="*/ 27624 w 58331"/>
                        <a:gd name="connsiteY9" fmla="*/ 85379 h 87560"/>
                        <a:gd name="connsiteX10" fmla="*/ 49311 w 58331"/>
                        <a:gd name="connsiteY10" fmla="*/ 74147 h 87560"/>
                        <a:gd name="connsiteX11" fmla="*/ 56799 w 58331"/>
                        <a:gd name="connsiteY11" fmla="*/ 41572 h 87560"/>
                        <a:gd name="connsiteX12" fmla="*/ 49311 w 58331"/>
                        <a:gd name="connsiteY12" fmla="*/ 9033 h 87560"/>
                        <a:gd name="connsiteX13" fmla="*/ 27624 w 58331"/>
                        <a:gd name="connsiteY13" fmla="*/ -2181 h 87560"/>
                        <a:gd name="connsiteX14" fmla="*/ 5956 w 58331"/>
                        <a:gd name="connsiteY14" fmla="*/ 9033 h 87560"/>
                        <a:gd name="connsiteX15" fmla="*/ -1532 w 58331"/>
                        <a:gd name="connsiteY15" fmla="*/ 41572 h 87560"/>
                        <a:gd name="connsiteX16" fmla="*/ 5956 w 58331"/>
                        <a:gd name="connsiteY16" fmla="*/ 74147 h 87560"/>
                        <a:gd name="connsiteX17" fmla="*/ 27624 w 58331"/>
                        <a:gd name="connsiteY17" fmla="*/ 85379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24" y="76336"/>
                          </a:moveTo>
                          <a:cubicBezTo>
                            <a:pt x="21752" y="76336"/>
                            <a:pt x="17333" y="73442"/>
                            <a:pt x="14366" y="67654"/>
                          </a:cubicBezTo>
                          <a:cubicBezTo>
                            <a:pt x="11412" y="61878"/>
                            <a:pt x="9935" y="53184"/>
                            <a:pt x="9935" y="41572"/>
                          </a:cubicBezTo>
                          <a:cubicBezTo>
                            <a:pt x="9935" y="30008"/>
                            <a:pt x="11412" y="21332"/>
                            <a:pt x="14366" y="15544"/>
                          </a:cubicBezTo>
                          <a:cubicBezTo>
                            <a:pt x="17333" y="9756"/>
                            <a:pt x="21752" y="6862"/>
                            <a:pt x="27624" y="6862"/>
                          </a:cubicBezTo>
                          <a:cubicBezTo>
                            <a:pt x="33545" y="6862"/>
                            <a:pt x="37982" y="9756"/>
                            <a:pt x="40937" y="15544"/>
                          </a:cubicBezTo>
                          <a:cubicBezTo>
                            <a:pt x="43903" y="21332"/>
                            <a:pt x="45386" y="30008"/>
                            <a:pt x="45386" y="41572"/>
                          </a:cubicBezTo>
                          <a:cubicBezTo>
                            <a:pt x="45386" y="53184"/>
                            <a:pt x="43903" y="61878"/>
                            <a:pt x="40937" y="67654"/>
                          </a:cubicBezTo>
                          <a:cubicBezTo>
                            <a:pt x="37982" y="73442"/>
                            <a:pt x="33545" y="76336"/>
                            <a:pt x="27624" y="76336"/>
                          </a:cubicBezTo>
                          <a:close/>
                          <a:moveTo>
                            <a:pt x="27624" y="85379"/>
                          </a:moveTo>
                          <a:cubicBezTo>
                            <a:pt x="37090" y="85379"/>
                            <a:pt x="44319" y="81635"/>
                            <a:pt x="49311" y="74147"/>
                          </a:cubicBezTo>
                          <a:cubicBezTo>
                            <a:pt x="54303" y="66671"/>
                            <a:pt x="56799" y="55813"/>
                            <a:pt x="56799" y="41572"/>
                          </a:cubicBezTo>
                          <a:cubicBezTo>
                            <a:pt x="56799" y="27367"/>
                            <a:pt x="54303" y="16521"/>
                            <a:pt x="49311" y="9033"/>
                          </a:cubicBezTo>
                          <a:cubicBezTo>
                            <a:pt x="44319" y="1557"/>
                            <a:pt x="37090" y="-2181"/>
                            <a:pt x="27624" y="-2181"/>
                          </a:cubicBezTo>
                          <a:cubicBezTo>
                            <a:pt x="18171" y="-2181"/>
                            <a:pt x="10948" y="1557"/>
                            <a:pt x="5956" y="9033"/>
                          </a:cubicBezTo>
                          <a:cubicBezTo>
                            <a:pt x="964" y="16521"/>
                            <a:pt x="-1532" y="27367"/>
                            <a:pt x="-1532" y="41572"/>
                          </a:cubicBezTo>
                          <a:cubicBezTo>
                            <a:pt x="-1532" y="55813"/>
                            <a:pt x="964" y="66671"/>
                            <a:pt x="5956" y="74147"/>
                          </a:cubicBezTo>
                          <a:cubicBezTo>
                            <a:pt x="10948" y="81635"/>
                            <a:pt x="18171" y="85379"/>
                            <a:pt x="27624" y="853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44" name="Freeform: Shape 1743">
                      <a:extLst>
                        <a:ext uri="{FF2B5EF4-FFF2-40B4-BE49-F238E27FC236}">
                          <a16:creationId xmlns:a16="http://schemas.microsoft.com/office/drawing/2014/main" id="{27BE0F11-0431-5642-913E-CA26CA4CCB1B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718354" y="1980210"/>
                      <a:ext cx="58331" cy="87560"/>
                    </a:xfrm>
                    <a:custGeom>
                      <a:avLst/>
                      <a:gdLst>
                        <a:gd name="connsiteX0" fmla="*/ 27631 w 58331"/>
                        <a:gd name="connsiteY0" fmla="*/ 76336 h 87560"/>
                        <a:gd name="connsiteX1" fmla="*/ 14373 w 58331"/>
                        <a:gd name="connsiteY1" fmla="*/ 67654 h 87560"/>
                        <a:gd name="connsiteX2" fmla="*/ 9941 w 58331"/>
                        <a:gd name="connsiteY2" fmla="*/ 41572 h 87560"/>
                        <a:gd name="connsiteX3" fmla="*/ 14373 w 58331"/>
                        <a:gd name="connsiteY3" fmla="*/ 15544 h 87560"/>
                        <a:gd name="connsiteX4" fmla="*/ 27631 w 58331"/>
                        <a:gd name="connsiteY4" fmla="*/ 6862 h 87560"/>
                        <a:gd name="connsiteX5" fmla="*/ 40943 w 58331"/>
                        <a:gd name="connsiteY5" fmla="*/ 15544 h 87560"/>
                        <a:gd name="connsiteX6" fmla="*/ 45392 w 58331"/>
                        <a:gd name="connsiteY6" fmla="*/ 41572 h 87560"/>
                        <a:gd name="connsiteX7" fmla="*/ 40943 w 58331"/>
                        <a:gd name="connsiteY7" fmla="*/ 67654 h 87560"/>
                        <a:gd name="connsiteX8" fmla="*/ 27631 w 58331"/>
                        <a:gd name="connsiteY8" fmla="*/ 76336 h 87560"/>
                        <a:gd name="connsiteX9" fmla="*/ 27631 w 58331"/>
                        <a:gd name="connsiteY9" fmla="*/ 85379 h 87560"/>
                        <a:gd name="connsiteX10" fmla="*/ 49317 w 58331"/>
                        <a:gd name="connsiteY10" fmla="*/ 74147 h 87560"/>
                        <a:gd name="connsiteX11" fmla="*/ 56806 w 58331"/>
                        <a:gd name="connsiteY11" fmla="*/ 41572 h 87560"/>
                        <a:gd name="connsiteX12" fmla="*/ 49317 w 58331"/>
                        <a:gd name="connsiteY12" fmla="*/ 9033 h 87560"/>
                        <a:gd name="connsiteX13" fmla="*/ 27631 w 58331"/>
                        <a:gd name="connsiteY13" fmla="*/ -2181 h 87560"/>
                        <a:gd name="connsiteX14" fmla="*/ 5962 w 58331"/>
                        <a:gd name="connsiteY14" fmla="*/ 9033 h 87560"/>
                        <a:gd name="connsiteX15" fmla="*/ -1526 w 58331"/>
                        <a:gd name="connsiteY15" fmla="*/ 41572 h 87560"/>
                        <a:gd name="connsiteX16" fmla="*/ 5962 w 58331"/>
                        <a:gd name="connsiteY16" fmla="*/ 74147 h 87560"/>
                        <a:gd name="connsiteX17" fmla="*/ 27631 w 58331"/>
                        <a:gd name="connsiteY17" fmla="*/ 85379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31" y="76336"/>
                          </a:moveTo>
                          <a:cubicBezTo>
                            <a:pt x="21758" y="76336"/>
                            <a:pt x="17339" y="73442"/>
                            <a:pt x="14373" y="67654"/>
                          </a:cubicBezTo>
                          <a:cubicBezTo>
                            <a:pt x="11418" y="61878"/>
                            <a:pt x="9941" y="53184"/>
                            <a:pt x="9941" y="41572"/>
                          </a:cubicBezTo>
                          <a:cubicBezTo>
                            <a:pt x="9941" y="30008"/>
                            <a:pt x="11418" y="21332"/>
                            <a:pt x="14373" y="15544"/>
                          </a:cubicBezTo>
                          <a:cubicBezTo>
                            <a:pt x="17339" y="9756"/>
                            <a:pt x="21758" y="6862"/>
                            <a:pt x="27631" y="6862"/>
                          </a:cubicBezTo>
                          <a:cubicBezTo>
                            <a:pt x="33551" y="6862"/>
                            <a:pt x="37989" y="9756"/>
                            <a:pt x="40943" y="15544"/>
                          </a:cubicBezTo>
                          <a:cubicBezTo>
                            <a:pt x="43909" y="21332"/>
                            <a:pt x="45392" y="30008"/>
                            <a:pt x="45392" y="41572"/>
                          </a:cubicBezTo>
                          <a:cubicBezTo>
                            <a:pt x="45392" y="53184"/>
                            <a:pt x="43909" y="61878"/>
                            <a:pt x="40943" y="67654"/>
                          </a:cubicBezTo>
                          <a:cubicBezTo>
                            <a:pt x="37989" y="73442"/>
                            <a:pt x="33551" y="76336"/>
                            <a:pt x="27631" y="76336"/>
                          </a:cubicBezTo>
                          <a:close/>
                          <a:moveTo>
                            <a:pt x="27631" y="85379"/>
                          </a:moveTo>
                          <a:cubicBezTo>
                            <a:pt x="37096" y="85379"/>
                            <a:pt x="44325" y="81635"/>
                            <a:pt x="49317" y="74147"/>
                          </a:cubicBezTo>
                          <a:cubicBezTo>
                            <a:pt x="54309" y="66671"/>
                            <a:pt x="56806" y="55813"/>
                            <a:pt x="56806" y="41572"/>
                          </a:cubicBezTo>
                          <a:cubicBezTo>
                            <a:pt x="56806" y="27367"/>
                            <a:pt x="54309" y="16521"/>
                            <a:pt x="49317" y="9033"/>
                          </a:cubicBezTo>
                          <a:cubicBezTo>
                            <a:pt x="44325" y="1557"/>
                            <a:pt x="37096" y="-2181"/>
                            <a:pt x="27631" y="-2181"/>
                          </a:cubicBezTo>
                          <a:cubicBezTo>
                            <a:pt x="18177" y="-2181"/>
                            <a:pt x="10954" y="1557"/>
                            <a:pt x="5962" y="9033"/>
                          </a:cubicBezTo>
                          <a:cubicBezTo>
                            <a:pt x="970" y="16521"/>
                            <a:pt x="-1526" y="27367"/>
                            <a:pt x="-1526" y="41572"/>
                          </a:cubicBezTo>
                          <a:cubicBezTo>
                            <a:pt x="-1526" y="55813"/>
                            <a:pt x="970" y="66671"/>
                            <a:pt x="5962" y="74147"/>
                          </a:cubicBezTo>
                          <a:cubicBezTo>
                            <a:pt x="10954" y="81635"/>
                            <a:pt x="18177" y="85379"/>
                            <a:pt x="27631" y="853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</p:grpSp>
            </p:grpSp>
            <p:grpSp>
              <p:nvGrpSpPr>
                <p:cNvPr id="1745" name="Graphic 4">
                  <a:extLst>
                    <a:ext uri="{FF2B5EF4-FFF2-40B4-BE49-F238E27FC236}">
                      <a16:creationId xmlns:a16="http://schemas.microsoft.com/office/drawing/2014/main" id="{C0770C34-AA8A-BAA8-0177-CED40612D1C1}"/>
                    </a:ext>
                  </a:extLst>
                </p:cNvPr>
                <p:cNvGrpSpPr/>
                <p:nvPr/>
              </p:nvGrpSpPr>
              <p:grpSpPr>
                <a:xfrm>
                  <a:off x="11408742" y="1267139"/>
                  <a:ext cx="367943" cy="87560"/>
                  <a:chOff x="11408742" y="1267139"/>
                  <a:chExt cx="367943" cy="87560"/>
                </a:xfrm>
              </p:grpSpPr>
              <p:sp>
                <p:nvSpPr>
                  <p:cNvPr id="1746" name="Freeform: Shape 1745">
                    <a:extLst>
                      <a:ext uri="{FF2B5EF4-FFF2-40B4-BE49-F238E27FC236}">
                        <a16:creationId xmlns:a16="http://schemas.microsoft.com/office/drawing/2014/main" id="{BD1A539E-8434-2C94-1D91-D964CED7D037}"/>
                      </a:ext>
                    </a:extLst>
                  </p:cNvPr>
                  <p:cNvSpPr/>
                  <p:nvPr/>
                </p:nvSpPr>
                <p:spPr>
                  <a:xfrm>
                    <a:off x="11408742" y="1309074"/>
                    <a:ext cx="40515" cy="11575"/>
                  </a:xfrm>
                  <a:custGeom>
                    <a:avLst/>
                    <a:gdLst>
                      <a:gd name="connsiteX0" fmla="*/ 479 w 40515"/>
                      <a:gd name="connsiteY0" fmla="*/ 86 h 11575"/>
                      <a:gd name="connsiteX1" fmla="*/ 40995 w 40515"/>
                      <a:gd name="connsiteY1" fmla="*/ 86 h 11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0515" h="11575">
                        <a:moveTo>
                          <a:pt x="479" y="86"/>
                        </a:moveTo>
                        <a:lnTo>
                          <a:pt x="40995" y="86"/>
                        </a:lnTo>
                      </a:path>
                    </a:pathLst>
                  </a:custGeom>
                  <a:solidFill>
                    <a:srgbClr val="000000"/>
                  </a:solidFill>
                  <a:ln w="926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grpSp>
                <p:nvGrpSpPr>
                  <p:cNvPr id="1747" name="Graphic 4">
                    <a:extLst>
                      <a:ext uri="{FF2B5EF4-FFF2-40B4-BE49-F238E27FC236}">
                        <a16:creationId xmlns:a16="http://schemas.microsoft.com/office/drawing/2014/main" id="{F448C487-F258-D5A3-2175-265418219F1B}"/>
                      </a:ext>
                    </a:extLst>
                  </p:cNvPr>
                  <p:cNvGrpSpPr/>
                  <p:nvPr/>
                </p:nvGrpSpPr>
                <p:grpSpPr>
                  <a:xfrm>
                    <a:off x="11495435" y="1267139"/>
                    <a:ext cx="281250" cy="87560"/>
                    <a:chOff x="11495435" y="1267139"/>
                    <a:chExt cx="281250" cy="87560"/>
                  </a:xfrm>
                </p:grpSpPr>
                <p:sp>
                  <p:nvSpPr>
                    <p:cNvPr id="1748" name="Freeform: Shape 1747">
                      <a:extLst>
                        <a:ext uri="{FF2B5EF4-FFF2-40B4-BE49-F238E27FC236}">
                          <a16:creationId xmlns:a16="http://schemas.microsoft.com/office/drawing/2014/main" id="{6C693873-04CB-A280-A36F-A6966166DA8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495435" y="1268658"/>
                      <a:ext cx="61496" cy="84395"/>
                    </a:xfrm>
                    <a:custGeom>
                      <a:avLst/>
                      <a:gdLst>
                        <a:gd name="connsiteX0" fmla="*/ 36568 w 61496"/>
                        <a:gd name="connsiteY0" fmla="*/ 72201 h 84395"/>
                        <a:gd name="connsiteX1" fmla="*/ 7737 w 61496"/>
                        <a:gd name="connsiteY1" fmla="*/ 27145 h 84395"/>
                        <a:gd name="connsiteX2" fmla="*/ 36568 w 61496"/>
                        <a:gd name="connsiteY2" fmla="*/ 27145 h 84395"/>
                        <a:gd name="connsiteX3" fmla="*/ 36568 w 61496"/>
                        <a:gd name="connsiteY3" fmla="*/ 72201 h 84395"/>
                        <a:gd name="connsiteX4" fmla="*/ 33566 w 61496"/>
                        <a:gd name="connsiteY4" fmla="*/ 82149 h 84395"/>
                        <a:gd name="connsiteX5" fmla="*/ 47927 w 61496"/>
                        <a:gd name="connsiteY5" fmla="*/ 82149 h 84395"/>
                        <a:gd name="connsiteX6" fmla="*/ 47927 w 61496"/>
                        <a:gd name="connsiteY6" fmla="*/ 27145 h 84395"/>
                        <a:gd name="connsiteX7" fmla="*/ 59973 w 61496"/>
                        <a:gd name="connsiteY7" fmla="*/ 27145 h 84395"/>
                        <a:gd name="connsiteX8" fmla="*/ 59973 w 61496"/>
                        <a:gd name="connsiteY8" fmla="*/ 17650 h 84395"/>
                        <a:gd name="connsiteX9" fmla="*/ 47927 w 61496"/>
                        <a:gd name="connsiteY9" fmla="*/ 17650 h 84395"/>
                        <a:gd name="connsiteX10" fmla="*/ 47927 w 61496"/>
                        <a:gd name="connsiteY10" fmla="*/ -2246 h 84395"/>
                        <a:gd name="connsiteX11" fmla="*/ 36568 w 61496"/>
                        <a:gd name="connsiteY11" fmla="*/ -2246 h 84395"/>
                        <a:gd name="connsiteX12" fmla="*/ 36568 w 61496"/>
                        <a:gd name="connsiteY12" fmla="*/ 17650 h 84395"/>
                        <a:gd name="connsiteX13" fmla="*/ -1524 w 61496"/>
                        <a:gd name="connsiteY13" fmla="*/ 17650 h 84395"/>
                        <a:gd name="connsiteX14" fmla="*/ -1524 w 61496"/>
                        <a:gd name="connsiteY14" fmla="*/ 28665 h 84395"/>
                        <a:gd name="connsiteX15" fmla="*/ 33566 w 61496"/>
                        <a:gd name="connsiteY15" fmla="*/ 82149 h 843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61496" h="84395">
                          <a:moveTo>
                            <a:pt x="36568" y="72201"/>
                          </a:moveTo>
                          <a:lnTo>
                            <a:pt x="7737" y="27145"/>
                          </a:lnTo>
                          <a:lnTo>
                            <a:pt x="36568" y="27145"/>
                          </a:lnTo>
                          <a:lnTo>
                            <a:pt x="36568" y="72201"/>
                          </a:lnTo>
                          <a:close/>
                          <a:moveTo>
                            <a:pt x="33566" y="82149"/>
                          </a:moveTo>
                          <a:lnTo>
                            <a:pt x="47927" y="82149"/>
                          </a:lnTo>
                          <a:lnTo>
                            <a:pt x="47927" y="27145"/>
                          </a:lnTo>
                          <a:lnTo>
                            <a:pt x="59973" y="27145"/>
                          </a:lnTo>
                          <a:lnTo>
                            <a:pt x="59973" y="17650"/>
                          </a:lnTo>
                          <a:lnTo>
                            <a:pt x="47927" y="17650"/>
                          </a:lnTo>
                          <a:lnTo>
                            <a:pt x="47927" y="-2246"/>
                          </a:lnTo>
                          <a:lnTo>
                            <a:pt x="36568" y="-2246"/>
                          </a:lnTo>
                          <a:lnTo>
                            <a:pt x="36568" y="17650"/>
                          </a:lnTo>
                          <a:lnTo>
                            <a:pt x="-1524" y="17650"/>
                          </a:lnTo>
                          <a:lnTo>
                            <a:pt x="-1524" y="28665"/>
                          </a:lnTo>
                          <a:lnTo>
                            <a:pt x="33566" y="8214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49" name="Freeform: Shape 1748">
                      <a:extLst>
                        <a:ext uri="{FF2B5EF4-FFF2-40B4-BE49-F238E27FC236}">
                          <a16:creationId xmlns:a16="http://schemas.microsoft.com/office/drawing/2014/main" id="{81C71F07-9A77-0A0A-7B2D-E5BD30058606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572358" y="1268658"/>
                      <a:ext cx="54605" cy="86041"/>
                    </a:xfrm>
                    <a:custGeom>
                      <a:avLst/>
                      <a:gdLst>
                        <a:gd name="connsiteX0" fmla="*/ 2055 w 54605"/>
                        <a:gd name="connsiteY0" fmla="*/ 83840 h 86041"/>
                        <a:gd name="connsiteX1" fmla="*/ 46876 w 54605"/>
                        <a:gd name="connsiteY1" fmla="*/ 83840 h 86041"/>
                        <a:gd name="connsiteX2" fmla="*/ 46876 w 54605"/>
                        <a:gd name="connsiteY2" fmla="*/ 74218 h 86041"/>
                        <a:gd name="connsiteX3" fmla="*/ 12510 w 54605"/>
                        <a:gd name="connsiteY3" fmla="*/ 74218 h 86041"/>
                        <a:gd name="connsiteX4" fmla="*/ 12510 w 54605"/>
                        <a:gd name="connsiteY4" fmla="*/ 53544 h 86041"/>
                        <a:gd name="connsiteX5" fmla="*/ 17466 w 54605"/>
                        <a:gd name="connsiteY5" fmla="*/ 54810 h 86041"/>
                        <a:gd name="connsiteX6" fmla="*/ 22458 w 54605"/>
                        <a:gd name="connsiteY6" fmla="*/ 55226 h 86041"/>
                        <a:gd name="connsiteX7" fmla="*/ 44832 w 54605"/>
                        <a:gd name="connsiteY7" fmla="*/ 47485 h 86041"/>
                        <a:gd name="connsiteX8" fmla="*/ 53098 w 54605"/>
                        <a:gd name="connsiteY8" fmla="*/ 26522 h 86041"/>
                        <a:gd name="connsiteX9" fmla="*/ 44615 w 54605"/>
                        <a:gd name="connsiteY9" fmla="*/ 5342 h 86041"/>
                        <a:gd name="connsiteX10" fmla="*/ 20703 w 54605"/>
                        <a:gd name="connsiteY10" fmla="*/ -2201 h 86041"/>
                        <a:gd name="connsiteX11" fmla="*/ 9869 w 54605"/>
                        <a:gd name="connsiteY11" fmla="*/ -1297 h 86041"/>
                        <a:gd name="connsiteX12" fmla="*/ -1508 w 54605"/>
                        <a:gd name="connsiteY12" fmla="*/ 1417 h 86041"/>
                        <a:gd name="connsiteX13" fmla="*/ -1508 w 54605"/>
                        <a:gd name="connsiteY13" fmla="*/ 12902 h 86041"/>
                        <a:gd name="connsiteX14" fmla="*/ 9001 w 54605"/>
                        <a:gd name="connsiteY14" fmla="*/ 8778 h 86041"/>
                        <a:gd name="connsiteX15" fmla="*/ 20468 w 54605"/>
                        <a:gd name="connsiteY15" fmla="*/ 7422 h 86041"/>
                        <a:gd name="connsiteX16" fmla="*/ 35951 w 54605"/>
                        <a:gd name="connsiteY16" fmla="*/ 12558 h 86041"/>
                        <a:gd name="connsiteX17" fmla="*/ 41667 w 54605"/>
                        <a:gd name="connsiteY17" fmla="*/ 26522 h 86041"/>
                        <a:gd name="connsiteX18" fmla="*/ 35951 w 54605"/>
                        <a:gd name="connsiteY18" fmla="*/ 40467 h 86041"/>
                        <a:gd name="connsiteX19" fmla="*/ 20468 w 54605"/>
                        <a:gd name="connsiteY19" fmla="*/ 45622 h 86041"/>
                        <a:gd name="connsiteX20" fmla="*/ 11334 w 54605"/>
                        <a:gd name="connsiteY20" fmla="*/ 44609 h 86041"/>
                        <a:gd name="connsiteX21" fmla="*/ 2055 w 54605"/>
                        <a:gd name="connsiteY21" fmla="*/ 41444 h 86041"/>
                        <a:gd name="connsiteX22" fmla="*/ 2055 w 54605"/>
                        <a:gd name="connsiteY22" fmla="*/ 83840 h 860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54605" h="86041">
                          <a:moveTo>
                            <a:pt x="2055" y="83840"/>
                          </a:moveTo>
                          <a:lnTo>
                            <a:pt x="46876" y="83840"/>
                          </a:lnTo>
                          <a:lnTo>
                            <a:pt x="46876" y="74218"/>
                          </a:lnTo>
                          <a:lnTo>
                            <a:pt x="12510" y="74218"/>
                          </a:lnTo>
                          <a:lnTo>
                            <a:pt x="12510" y="53544"/>
                          </a:lnTo>
                          <a:cubicBezTo>
                            <a:pt x="14162" y="54111"/>
                            <a:pt x="15814" y="54533"/>
                            <a:pt x="17466" y="54810"/>
                          </a:cubicBezTo>
                          <a:cubicBezTo>
                            <a:pt x="19130" y="55088"/>
                            <a:pt x="20794" y="55226"/>
                            <a:pt x="22458" y="55226"/>
                          </a:cubicBezTo>
                          <a:cubicBezTo>
                            <a:pt x="31875" y="55226"/>
                            <a:pt x="39333" y="52646"/>
                            <a:pt x="44832" y="47485"/>
                          </a:cubicBezTo>
                          <a:cubicBezTo>
                            <a:pt x="50343" y="42324"/>
                            <a:pt x="53098" y="35336"/>
                            <a:pt x="53098" y="26522"/>
                          </a:cubicBezTo>
                          <a:cubicBezTo>
                            <a:pt x="53098" y="17442"/>
                            <a:pt x="50270" y="10382"/>
                            <a:pt x="44615" y="5342"/>
                          </a:cubicBezTo>
                          <a:cubicBezTo>
                            <a:pt x="38959" y="313"/>
                            <a:pt x="30989" y="-2201"/>
                            <a:pt x="20703" y="-2201"/>
                          </a:cubicBezTo>
                          <a:cubicBezTo>
                            <a:pt x="17158" y="-2201"/>
                            <a:pt x="13547" y="-1899"/>
                            <a:pt x="9869" y="-1297"/>
                          </a:cubicBezTo>
                          <a:cubicBezTo>
                            <a:pt x="6203" y="-694"/>
                            <a:pt x="2411" y="211"/>
                            <a:pt x="-1508" y="1417"/>
                          </a:cubicBezTo>
                          <a:lnTo>
                            <a:pt x="-1508" y="12902"/>
                          </a:lnTo>
                          <a:cubicBezTo>
                            <a:pt x="1881" y="11057"/>
                            <a:pt x="5383" y="9682"/>
                            <a:pt x="9001" y="8778"/>
                          </a:cubicBezTo>
                          <a:cubicBezTo>
                            <a:pt x="12618" y="7874"/>
                            <a:pt x="16441" y="7422"/>
                            <a:pt x="20468" y="7422"/>
                          </a:cubicBezTo>
                          <a:cubicBezTo>
                            <a:pt x="26992" y="7422"/>
                            <a:pt x="32153" y="9134"/>
                            <a:pt x="35951" y="12558"/>
                          </a:cubicBezTo>
                          <a:cubicBezTo>
                            <a:pt x="39761" y="15983"/>
                            <a:pt x="41667" y="20637"/>
                            <a:pt x="41667" y="26522"/>
                          </a:cubicBezTo>
                          <a:cubicBezTo>
                            <a:pt x="41667" y="32394"/>
                            <a:pt x="39761" y="37043"/>
                            <a:pt x="35951" y="40467"/>
                          </a:cubicBezTo>
                          <a:cubicBezTo>
                            <a:pt x="32153" y="43904"/>
                            <a:pt x="26992" y="45622"/>
                            <a:pt x="20468" y="45622"/>
                          </a:cubicBezTo>
                          <a:cubicBezTo>
                            <a:pt x="17417" y="45622"/>
                            <a:pt x="14373" y="45284"/>
                            <a:pt x="11334" y="44609"/>
                          </a:cubicBezTo>
                          <a:cubicBezTo>
                            <a:pt x="8308" y="43934"/>
                            <a:pt x="5215" y="42879"/>
                            <a:pt x="2055" y="41444"/>
                          </a:cubicBezTo>
                          <a:lnTo>
                            <a:pt x="2055" y="8384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50" name="Freeform: Shape 1749">
                      <a:extLst>
                        <a:ext uri="{FF2B5EF4-FFF2-40B4-BE49-F238E27FC236}">
                          <a16:creationId xmlns:a16="http://schemas.microsoft.com/office/drawing/2014/main" id="{613764D7-7900-0E46-6E21-5389E9D04AE6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644705" y="1267139"/>
                      <a:ext cx="58331" cy="87560"/>
                    </a:xfrm>
                    <a:custGeom>
                      <a:avLst/>
                      <a:gdLst>
                        <a:gd name="connsiteX0" fmla="*/ 27624 w 58331"/>
                        <a:gd name="connsiteY0" fmla="*/ 76274 h 87560"/>
                        <a:gd name="connsiteX1" fmla="*/ 14366 w 58331"/>
                        <a:gd name="connsiteY1" fmla="*/ 67592 h 87560"/>
                        <a:gd name="connsiteX2" fmla="*/ 9935 w 58331"/>
                        <a:gd name="connsiteY2" fmla="*/ 41510 h 87560"/>
                        <a:gd name="connsiteX3" fmla="*/ 14366 w 58331"/>
                        <a:gd name="connsiteY3" fmla="*/ 15483 h 87560"/>
                        <a:gd name="connsiteX4" fmla="*/ 27624 w 58331"/>
                        <a:gd name="connsiteY4" fmla="*/ 6801 h 87560"/>
                        <a:gd name="connsiteX5" fmla="*/ 40937 w 58331"/>
                        <a:gd name="connsiteY5" fmla="*/ 15483 h 87560"/>
                        <a:gd name="connsiteX6" fmla="*/ 45386 w 58331"/>
                        <a:gd name="connsiteY6" fmla="*/ 41510 h 87560"/>
                        <a:gd name="connsiteX7" fmla="*/ 40937 w 58331"/>
                        <a:gd name="connsiteY7" fmla="*/ 67592 h 87560"/>
                        <a:gd name="connsiteX8" fmla="*/ 27624 w 58331"/>
                        <a:gd name="connsiteY8" fmla="*/ 76274 h 87560"/>
                        <a:gd name="connsiteX9" fmla="*/ 27624 w 58331"/>
                        <a:gd name="connsiteY9" fmla="*/ 85318 h 87560"/>
                        <a:gd name="connsiteX10" fmla="*/ 49311 w 58331"/>
                        <a:gd name="connsiteY10" fmla="*/ 74086 h 87560"/>
                        <a:gd name="connsiteX11" fmla="*/ 56799 w 58331"/>
                        <a:gd name="connsiteY11" fmla="*/ 41510 h 87560"/>
                        <a:gd name="connsiteX12" fmla="*/ 49311 w 58331"/>
                        <a:gd name="connsiteY12" fmla="*/ 8971 h 87560"/>
                        <a:gd name="connsiteX13" fmla="*/ 27624 w 58331"/>
                        <a:gd name="connsiteY13" fmla="*/ -2243 h 87560"/>
                        <a:gd name="connsiteX14" fmla="*/ 5956 w 58331"/>
                        <a:gd name="connsiteY14" fmla="*/ 8971 h 87560"/>
                        <a:gd name="connsiteX15" fmla="*/ -1532 w 58331"/>
                        <a:gd name="connsiteY15" fmla="*/ 41510 h 87560"/>
                        <a:gd name="connsiteX16" fmla="*/ 5956 w 58331"/>
                        <a:gd name="connsiteY16" fmla="*/ 74086 h 87560"/>
                        <a:gd name="connsiteX17" fmla="*/ 27624 w 58331"/>
                        <a:gd name="connsiteY17" fmla="*/ 85318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24" y="76274"/>
                          </a:moveTo>
                          <a:cubicBezTo>
                            <a:pt x="21752" y="76274"/>
                            <a:pt x="17333" y="73380"/>
                            <a:pt x="14366" y="67592"/>
                          </a:cubicBezTo>
                          <a:cubicBezTo>
                            <a:pt x="11412" y="61816"/>
                            <a:pt x="9935" y="53122"/>
                            <a:pt x="9935" y="41510"/>
                          </a:cubicBezTo>
                          <a:cubicBezTo>
                            <a:pt x="9935" y="29947"/>
                            <a:pt x="11412" y="21271"/>
                            <a:pt x="14366" y="15483"/>
                          </a:cubicBezTo>
                          <a:cubicBezTo>
                            <a:pt x="17333" y="9695"/>
                            <a:pt x="21752" y="6801"/>
                            <a:pt x="27624" y="6801"/>
                          </a:cubicBezTo>
                          <a:cubicBezTo>
                            <a:pt x="33545" y="6801"/>
                            <a:pt x="37982" y="9695"/>
                            <a:pt x="40937" y="15483"/>
                          </a:cubicBezTo>
                          <a:cubicBezTo>
                            <a:pt x="43903" y="21271"/>
                            <a:pt x="45386" y="29947"/>
                            <a:pt x="45386" y="41510"/>
                          </a:cubicBezTo>
                          <a:cubicBezTo>
                            <a:pt x="45386" y="53122"/>
                            <a:pt x="43903" y="61816"/>
                            <a:pt x="40937" y="67592"/>
                          </a:cubicBezTo>
                          <a:cubicBezTo>
                            <a:pt x="37982" y="73380"/>
                            <a:pt x="33545" y="76274"/>
                            <a:pt x="27624" y="76274"/>
                          </a:cubicBezTo>
                          <a:close/>
                          <a:moveTo>
                            <a:pt x="27624" y="85318"/>
                          </a:moveTo>
                          <a:cubicBezTo>
                            <a:pt x="37090" y="85318"/>
                            <a:pt x="44319" y="81574"/>
                            <a:pt x="49311" y="74086"/>
                          </a:cubicBezTo>
                          <a:cubicBezTo>
                            <a:pt x="54303" y="66609"/>
                            <a:pt x="56799" y="55751"/>
                            <a:pt x="56799" y="41510"/>
                          </a:cubicBezTo>
                          <a:cubicBezTo>
                            <a:pt x="56799" y="27306"/>
                            <a:pt x="54303" y="16459"/>
                            <a:pt x="49311" y="8971"/>
                          </a:cubicBezTo>
                          <a:cubicBezTo>
                            <a:pt x="44319" y="1495"/>
                            <a:pt x="37090" y="-2243"/>
                            <a:pt x="27624" y="-2243"/>
                          </a:cubicBezTo>
                          <a:cubicBezTo>
                            <a:pt x="18171" y="-2243"/>
                            <a:pt x="10948" y="1495"/>
                            <a:pt x="5956" y="8971"/>
                          </a:cubicBezTo>
                          <a:cubicBezTo>
                            <a:pt x="964" y="16459"/>
                            <a:pt x="-1532" y="27306"/>
                            <a:pt x="-1532" y="41510"/>
                          </a:cubicBezTo>
                          <a:cubicBezTo>
                            <a:pt x="-1532" y="55751"/>
                            <a:pt x="964" y="66609"/>
                            <a:pt x="5956" y="74086"/>
                          </a:cubicBezTo>
                          <a:cubicBezTo>
                            <a:pt x="10948" y="81574"/>
                            <a:pt x="18171" y="85318"/>
                            <a:pt x="27624" y="85318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51" name="Freeform: Shape 1750">
                      <a:extLst>
                        <a:ext uri="{FF2B5EF4-FFF2-40B4-BE49-F238E27FC236}">
                          <a16:creationId xmlns:a16="http://schemas.microsoft.com/office/drawing/2014/main" id="{20BFF7F1-937C-2982-7919-92BF93655639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1718354" y="1267139"/>
                      <a:ext cx="58331" cy="87560"/>
                    </a:xfrm>
                    <a:custGeom>
                      <a:avLst/>
                      <a:gdLst>
                        <a:gd name="connsiteX0" fmla="*/ 27631 w 58331"/>
                        <a:gd name="connsiteY0" fmla="*/ 76274 h 87560"/>
                        <a:gd name="connsiteX1" fmla="*/ 14373 w 58331"/>
                        <a:gd name="connsiteY1" fmla="*/ 67592 h 87560"/>
                        <a:gd name="connsiteX2" fmla="*/ 9941 w 58331"/>
                        <a:gd name="connsiteY2" fmla="*/ 41510 h 87560"/>
                        <a:gd name="connsiteX3" fmla="*/ 14373 w 58331"/>
                        <a:gd name="connsiteY3" fmla="*/ 15483 h 87560"/>
                        <a:gd name="connsiteX4" fmla="*/ 27631 w 58331"/>
                        <a:gd name="connsiteY4" fmla="*/ 6801 h 87560"/>
                        <a:gd name="connsiteX5" fmla="*/ 40943 w 58331"/>
                        <a:gd name="connsiteY5" fmla="*/ 15483 h 87560"/>
                        <a:gd name="connsiteX6" fmla="*/ 45392 w 58331"/>
                        <a:gd name="connsiteY6" fmla="*/ 41510 h 87560"/>
                        <a:gd name="connsiteX7" fmla="*/ 40943 w 58331"/>
                        <a:gd name="connsiteY7" fmla="*/ 67592 h 87560"/>
                        <a:gd name="connsiteX8" fmla="*/ 27631 w 58331"/>
                        <a:gd name="connsiteY8" fmla="*/ 76274 h 87560"/>
                        <a:gd name="connsiteX9" fmla="*/ 27631 w 58331"/>
                        <a:gd name="connsiteY9" fmla="*/ 85318 h 87560"/>
                        <a:gd name="connsiteX10" fmla="*/ 49317 w 58331"/>
                        <a:gd name="connsiteY10" fmla="*/ 74086 h 87560"/>
                        <a:gd name="connsiteX11" fmla="*/ 56806 w 58331"/>
                        <a:gd name="connsiteY11" fmla="*/ 41510 h 87560"/>
                        <a:gd name="connsiteX12" fmla="*/ 49317 w 58331"/>
                        <a:gd name="connsiteY12" fmla="*/ 8971 h 87560"/>
                        <a:gd name="connsiteX13" fmla="*/ 27631 w 58331"/>
                        <a:gd name="connsiteY13" fmla="*/ -2243 h 87560"/>
                        <a:gd name="connsiteX14" fmla="*/ 5962 w 58331"/>
                        <a:gd name="connsiteY14" fmla="*/ 8971 h 87560"/>
                        <a:gd name="connsiteX15" fmla="*/ -1526 w 58331"/>
                        <a:gd name="connsiteY15" fmla="*/ 41510 h 87560"/>
                        <a:gd name="connsiteX16" fmla="*/ 5962 w 58331"/>
                        <a:gd name="connsiteY16" fmla="*/ 74086 h 87560"/>
                        <a:gd name="connsiteX17" fmla="*/ 27631 w 58331"/>
                        <a:gd name="connsiteY17" fmla="*/ 85318 h 87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8331" h="87560">
                          <a:moveTo>
                            <a:pt x="27631" y="76274"/>
                          </a:moveTo>
                          <a:cubicBezTo>
                            <a:pt x="21758" y="76274"/>
                            <a:pt x="17339" y="73380"/>
                            <a:pt x="14373" y="67592"/>
                          </a:cubicBezTo>
                          <a:cubicBezTo>
                            <a:pt x="11418" y="61816"/>
                            <a:pt x="9941" y="53122"/>
                            <a:pt x="9941" y="41510"/>
                          </a:cubicBezTo>
                          <a:cubicBezTo>
                            <a:pt x="9941" y="29947"/>
                            <a:pt x="11418" y="21271"/>
                            <a:pt x="14373" y="15483"/>
                          </a:cubicBezTo>
                          <a:cubicBezTo>
                            <a:pt x="17339" y="9695"/>
                            <a:pt x="21758" y="6801"/>
                            <a:pt x="27631" y="6801"/>
                          </a:cubicBezTo>
                          <a:cubicBezTo>
                            <a:pt x="33551" y="6801"/>
                            <a:pt x="37989" y="9695"/>
                            <a:pt x="40943" y="15483"/>
                          </a:cubicBezTo>
                          <a:cubicBezTo>
                            <a:pt x="43909" y="21271"/>
                            <a:pt x="45392" y="29947"/>
                            <a:pt x="45392" y="41510"/>
                          </a:cubicBezTo>
                          <a:cubicBezTo>
                            <a:pt x="45392" y="53122"/>
                            <a:pt x="43909" y="61816"/>
                            <a:pt x="40943" y="67592"/>
                          </a:cubicBezTo>
                          <a:cubicBezTo>
                            <a:pt x="37989" y="73380"/>
                            <a:pt x="33551" y="76274"/>
                            <a:pt x="27631" y="76274"/>
                          </a:cubicBezTo>
                          <a:close/>
                          <a:moveTo>
                            <a:pt x="27631" y="85318"/>
                          </a:moveTo>
                          <a:cubicBezTo>
                            <a:pt x="37096" y="85318"/>
                            <a:pt x="44325" y="81574"/>
                            <a:pt x="49317" y="74086"/>
                          </a:cubicBezTo>
                          <a:cubicBezTo>
                            <a:pt x="54309" y="66609"/>
                            <a:pt x="56806" y="55751"/>
                            <a:pt x="56806" y="41510"/>
                          </a:cubicBezTo>
                          <a:cubicBezTo>
                            <a:pt x="56806" y="27306"/>
                            <a:pt x="54309" y="16459"/>
                            <a:pt x="49317" y="8971"/>
                          </a:cubicBezTo>
                          <a:cubicBezTo>
                            <a:pt x="44325" y="1495"/>
                            <a:pt x="37096" y="-2243"/>
                            <a:pt x="27631" y="-2243"/>
                          </a:cubicBezTo>
                          <a:cubicBezTo>
                            <a:pt x="18177" y="-2243"/>
                            <a:pt x="10954" y="1495"/>
                            <a:pt x="5962" y="8971"/>
                          </a:cubicBezTo>
                          <a:cubicBezTo>
                            <a:pt x="970" y="16459"/>
                            <a:pt x="-1526" y="27306"/>
                            <a:pt x="-1526" y="41510"/>
                          </a:cubicBezTo>
                          <a:cubicBezTo>
                            <a:pt x="-1526" y="55751"/>
                            <a:pt x="970" y="66609"/>
                            <a:pt x="5962" y="74086"/>
                          </a:cubicBezTo>
                          <a:cubicBezTo>
                            <a:pt x="10954" y="81574"/>
                            <a:pt x="18177" y="85318"/>
                            <a:pt x="27631" y="85318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B8502A9E-E68E-B2EB-238A-53AC2EBE75B2}"/>
                  </a:ext>
                </a:extLst>
              </p:cNvPr>
              <p:cNvSpPr/>
              <p:nvPr/>
            </p:nvSpPr>
            <p:spPr>
              <a:xfrm>
                <a:off x="11087859" y="1309074"/>
                <a:ext cx="320883" cy="6417666"/>
              </a:xfrm>
              <a:custGeom>
                <a:avLst/>
                <a:gdLst>
                  <a:gd name="connsiteX0" fmla="*/ 0 w 320883"/>
                  <a:gd name="connsiteY0" fmla="*/ 6417667 h 6417666"/>
                  <a:gd name="connsiteX1" fmla="*/ 160442 w 320883"/>
                  <a:gd name="connsiteY1" fmla="*/ 6417667 h 6417666"/>
                  <a:gd name="connsiteX2" fmla="*/ 320883 w 320883"/>
                  <a:gd name="connsiteY2" fmla="*/ 6417667 h 6417666"/>
                  <a:gd name="connsiteX3" fmla="*/ 320883 w 320883"/>
                  <a:gd name="connsiteY3" fmla="*/ 0 h 6417666"/>
                  <a:gd name="connsiteX4" fmla="*/ 160442 w 320883"/>
                  <a:gd name="connsiteY4" fmla="*/ 0 h 6417666"/>
                  <a:gd name="connsiteX5" fmla="*/ 0 w 320883"/>
                  <a:gd name="connsiteY5" fmla="*/ 0 h 6417666"/>
                  <a:gd name="connsiteX6" fmla="*/ 0 w 320883"/>
                  <a:gd name="connsiteY6" fmla="*/ 6417667 h 6417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0883" h="6417666">
                    <a:moveTo>
                      <a:pt x="0" y="6417667"/>
                    </a:moveTo>
                    <a:lnTo>
                      <a:pt x="160442" y="6417667"/>
                    </a:lnTo>
                    <a:lnTo>
                      <a:pt x="320883" y="6417667"/>
                    </a:lnTo>
                    <a:lnTo>
                      <a:pt x="320883" y="0"/>
                    </a:lnTo>
                    <a:lnTo>
                      <a:pt x="160442" y="0"/>
                    </a:lnTo>
                    <a:lnTo>
                      <a:pt x="0" y="0"/>
                    </a:lnTo>
                    <a:lnTo>
                      <a:pt x="0" y="6417667"/>
                    </a:lnTo>
                    <a:close/>
                  </a:path>
                </a:pathLst>
              </a:custGeom>
              <a:noFill/>
              <a:ln w="9260" cap="sq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pic>
        <p:nvPicPr>
          <p:cNvPr id="3479" name="Graphic 3478">
            <a:extLst>
              <a:ext uri="{FF2B5EF4-FFF2-40B4-BE49-F238E27FC236}">
                <a16:creationId xmlns:a16="http://schemas.microsoft.com/office/drawing/2014/main" id="{041753EA-2656-217F-8BD8-92A934C91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6667706" cy="83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73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</TotalTime>
  <Words>49</Words>
  <Application>Microsoft Office PowerPoint</Application>
  <PresentationFormat>A3 Paper (297x420 mm)</PresentationFormat>
  <Paragraphs>46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Hemmati, Mohammad</dc:creator>
  <cp:lastModifiedBy>Mohammad Hemmati</cp:lastModifiedBy>
  <cp:revision>4</cp:revision>
  <dcterms:created xsi:type="dcterms:W3CDTF">2025-09-19T11:29:51Z</dcterms:created>
  <dcterms:modified xsi:type="dcterms:W3CDTF">2026-03-12T23:05:32Z</dcterms:modified>
</cp:coreProperties>
</file>